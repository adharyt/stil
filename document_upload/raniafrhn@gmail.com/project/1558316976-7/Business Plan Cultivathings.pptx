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80" r:id="rId4"/>
    <p:sldMasterId id="2147483693" r:id="rId5"/>
    <p:sldMasterId id="2147483706" r:id="rId6"/>
    <p:sldMasterId id="2147483719" r:id="rId7"/>
    <p:sldMasterId id="2147483732" r:id="rId8"/>
    <p:sldMasterId id="2147483745" r:id="rId9"/>
    <p:sldMasterId id="2147483758" r:id="rId10"/>
    <p:sldMasterId id="2147483777" r:id="rId11"/>
    <p:sldMasterId id="2147483790" r:id="rId12"/>
    <p:sldMasterId id="2147483793" r:id="rId13"/>
    <p:sldMasterId id="2147483796" r:id="rId14"/>
    <p:sldMasterId id="2147483799" r:id="rId15"/>
    <p:sldMasterId id="2147483819" r:id="rId16"/>
  </p:sldMasterIdLst>
  <p:notesMasterIdLst>
    <p:notesMasterId r:id="rId18"/>
  </p:notesMasterIdLst>
  <p:sldIdLst>
    <p:sldId id="306" r:id="rId17"/>
    <p:sldId id="309" r:id="rId19"/>
    <p:sldId id="374" r:id="rId20"/>
    <p:sldId id="258" r:id="rId21"/>
    <p:sldId id="271" r:id="rId22"/>
    <p:sldId id="308" r:id="rId23"/>
    <p:sldId id="260" r:id="rId24"/>
    <p:sldId id="307" r:id="rId25"/>
    <p:sldId id="288" r:id="rId26"/>
    <p:sldId id="263" r:id="rId27"/>
    <p:sldId id="311" r:id="rId28"/>
    <p:sldId id="264" r:id="rId29"/>
    <p:sldId id="265" r:id="rId30"/>
    <p:sldId id="375" r:id="rId31"/>
    <p:sldId id="427" r:id="rId32"/>
    <p:sldId id="422" r:id="rId33"/>
    <p:sldId id="420" r:id="rId34"/>
    <p:sldId id="421" r:id="rId35"/>
    <p:sldId id="423" r:id="rId36"/>
    <p:sldId id="431" r:id="rId37"/>
    <p:sldId id="428" r:id="rId38"/>
    <p:sldId id="429" r:id="rId39"/>
    <p:sldId id="313" r:id="rId40"/>
    <p:sldId id="320" r:id="rId41"/>
    <p:sldId id="316" r:id="rId42"/>
    <p:sldId id="278" r:id="rId43"/>
    <p:sldId id="267" r:id="rId44"/>
    <p:sldId id="315" r:id="rId45"/>
    <p:sldId id="376" r:id="rId46"/>
    <p:sldId id="279" r:id="rId47"/>
    <p:sldId id="343" r:id="rId48"/>
    <p:sldId id="269" r:id="rId49"/>
    <p:sldId id="345" r:id="rId50"/>
    <p:sldId id="344" r:id="rId51"/>
    <p:sldId id="338" r:id="rId52"/>
    <p:sldId id="268" r:id="rId53"/>
    <p:sldId id="277" r:id="rId54"/>
    <p:sldId id="276" r:id="rId55"/>
    <p:sldId id="377" r:id="rId56"/>
    <p:sldId id="282" r:id="rId57"/>
    <p:sldId id="284" r:id="rId58"/>
    <p:sldId id="286" r:id="rId59"/>
    <p:sldId id="287" r:id="rId60"/>
    <p:sldId id="355" r:id="rId61"/>
    <p:sldId id="360" r:id="rId62"/>
    <p:sldId id="361" r:id="rId63"/>
    <p:sldId id="362" r:id="rId64"/>
    <p:sldId id="363" r:id="rId65"/>
    <p:sldId id="364" r:id="rId66"/>
    <p:sldId id="367" r:id="rId67"/>
    <p:sldId id="369" r:id="rId68"/>
    <p:sldId id="370" r:id="rId69"/>
    <p:sldId id="368" r:id="rId70"/>
    <p:sldId id="372" r:id="rId71"/>
    <p:sldId id="379" r:id="rId72"/>
  </p:sldIdLst>
  <p:sldSz cx="10080625" cy="567055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lppt.com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8AD5"/>
    <a:srgbClr val="780000"/>
    <a:srgbClr val="FCE36C"/>
    <a:srgbClr val="FAF5D1"/>
    <a:srgbClr val="FFFFFF"/>
    <a:srgbClr val="2C2F45"/>
    <a:srgbClr val="548AD4"/>
    <a:srgbClr val="AEAEAE"/>
    <a:srgbClr val="25446E"/>
    <a:srgbClr val="193A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6" Type="http://schemas.openxmlformats.org/officeDocument/2006/relationships/commentAuthors" Target="commentAuthors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slide" Target="slides/slide55.xml"/><Relationship Id="rId71" Type="http://schemas.openxmlformats.org/officeDocument/2006/relationships/slide" Target="slides/slide54.xml"/><Relationship Id="rId70" Type="http://schemas.openxmlformats.org/officeDocument/2006/relationships/slide" Target="slides/slide53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52.xml"/><Relationship Id="rId68" Type="http://schemas.openxmlformats.org/officeDocument/2006/relationships/slide" Target="slides/slide51.xml"/><Relationship Id="rId67" Type="http://schemas.openxmlformats.org/officeDocument/2006/relationships/slide" Target="slides/slide50.xml"/><Relationship Id="rId66" Type="http://schemas.openxmlformats.org/officeDocument/2006/relationships/slide" Target="slides/slide49.xml"/><Relationship Id="rId65" Type="http://schemas.openxmlformats.org/officeDocument/2006/relationships/slide" Target="slides/slide48.xml"/><Relationship Id="rId64" Type="http://schemas.openxmlformats.org/officeDocument/2006/relationships/slide" Target="slides/slide47.xml"/><Relationship Id="rId63" Type="http://schemas.openxmlformats.org/officeDocument/2006/relationships/slide" Target="slides/slide46.xml"/><Relationship Id="rId62" Type="http://schemas.openxmlformats.org/officeDocument/2006/relationships/slide" Target="slides/slide45.xml"/><Relationship Id="rId61" Type="http://schemas.openxmlformats.org/officeDocument/2006/relationships/slide" Target="slides/slide44.xml"/><Relationship Id="rId60" Type="http://schemas.openxmlformats.org/officeDocument/2006/relationships/slide" Target="slides/slide43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2.xml"/><Relationship Id="rId58" Type="http://schemas.openxmlformats.org/officeDocument/2006/relationships/slide" Target="slides/slide41.xml"/><Relationship Id="rId57" Type="http://schemas.openxmlformats.org/officeDocument/2006/relationships/slide" Target="slides/slide40.xml"/><Relationship Id="rId56" Type="http://schemas.openxmlformats.org/officeDocument/2006/relationships/slide" Target="slides/slide39.xml"/><Relationship Id="rId55" Type="http://schemas.openxmlformats.org/officeDocument/2006/relationships/slide" Target="slides/slide38.xml"/><Relationship Id="rId54" Type="http://schemas.openxmlformats.org/officeDocument/2006/relationships/slide" Target="slides/slide37.xml"/><Relationship Id="rId53" Type="http://schemas.openxmlformats.org/officeDocument/2006/relationships/slide" Target="slides/slide36.xml"/><Relationship Id="rId52" Type="http://schemas.openxmlformats.org/officeDocument/2006/relationships/slide" Target="slides/slide35.xml"/><Relationship Id="rId51" Type="http://schemas.openxmlformats.org/officeDocument/2006/relationships/slide" Target="slides/slide34.xml"/><Relationship Id="rId50" Type="http://schemas.openxmlformats.org/officeDocument/2006/relationships/slide" Target="slides/slide3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2.xml"/><Relationship Id="rId48" Type="http://schemas.openxmlformats.org/officeDocument/2006/relationships/slide" Target="slides/slide31.xml"/><Relationship Id="rId47" Type="http://schemas.openxmlformats.org/officeDocument/2006/relationships/slide" Target="slides/slide30.xml"/><Relationship Id="rId46" Type="http://schemas.openxmlformats.org/officeDocument/2006/relationships/slide" Target="slides/slide29.xml"/><Relationship Id="rId45" Type="http://schemas.openxmlformats.org/officeDocument/2006/relationships/slide" Target="slides/slide28.xml"/><Relationship Id="rId44" Type="http://schemas.openxmlformats.org/officeDocument/2006/relationships/slide" Target="slides/slide27.xml"/><Relationship Id="rId43" Type="http://schemas.openxmlformats.org/officeDocument/2006/relationships/slide" Target="slides/slide26.xml"/><Relationship Id="rId42" Type="http://schemas.openxmlformats.org/officeDocument/2006/relationships/slide" Target="slides/slide25.xml"/><Relationship Id="rId41" Type="http://schemas.openxmlformats.org/officeDocument/2006/relationships/slide" Target="slides/slide24.xml"/><Relationship Id="rId40" Type="http://schemas.openxmlformats.org/officeDocument/2006/relationships/slide" Target="slides/slide2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2.xml"/><Relationship Id="rId38" Type="http://schemas.openxmlformats.org/officeDocument/2006/relationships/slide" Target="slides/slide21.xml"/><Relationship Id="rId37" Type="http://schemas.openxmlformats.org/officeDocument/2006/relationships/slide" Target="slides/slide20.xml"/><Relationship Id="rId36" Type="http://schemas.openxmlformats.org/officeDocument/2006/relationships/slide" Target="slides/slide19.xml"/><Relationship Id="rId35" Type="http://schemas.openxmlformats.org/officeDocument/2006/relationships/slide" Target="slides/slide18.xml"/><Relationship Id="rId34" Type="http://schemas.openxmlformats.org/officeDocument/2006/relationships/slide" Target="slides/slide17.xml"/><Relationship Id="rId33" Type="http://schemas.openxmlformats.org/officeDocument/2006/relationships/slide" Target="slides/slide16.xml"/><Relationship Id="rId32" Type="http://schemas.openxmlformats.org/officeDocument/2006/relationships/slide" Target="slides/slide15.xml"/><Relationship Id="rId31" Type="http://schemas.openxmlformats.org/officeDocument/2006/relationships/slide" Target="slides/slide14.xml"/><Relationship Id="rId30" Type="http://schemas.openxmlformats.org/officeDocument/2006/relationships/slide" Target="slides/slide1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2.xml"/><Relationship Id="rId28" Type="http://schemas.openxmlformats.org/officeDocument/2006/relationships/slide" Target="slides/slide11.xml"/><Relationship Id="rId27" Type="http://schemas.openxmlformats.org/officeDocument/2006/relationships/slide" Target="slides/slide10.xml"/><Relationship Id="rId26" Type="http://schemas.openxmlformats.org/officeDocument/2006/relationships/slide" Target="slides/slide9.xml"/><Relationship Id="rId25" Type="http://schemas.openxmlformats.org/officeDocument/2006/relationships/slide" Target="slides/slide8.xml"/><Relationship Id="rId24" Type="http://schemas.openxmlformats.org/officeDocument/2006/relationships/slide" Target="slides/slide7.xml"/><Relationship Id="rId23" Type="http://schemas.openxmlformats.org/officeDocument/2006/relationships/slide" Target="slides/slide6.xml"/><Relationship Id="rId22" Type="http://schemas.openxmlformats.org/officeDocument/2006/relationships/slide" Target="slides/slide5.xml"/><Relationship Id="rId21" Type="http://schemas.openxmlformats.org/officeDocument/2006/relationships/slide" Target="slides/slide4.xml"/><Relationship Id="rId20" Type="http://schemas.openxmlformats.org/officeDocument/2006/relationships/slide" Target="slides/slide3.xml"/><Relationship Id="rId2" Type="http://schemas.openxmlformats.org/officeDocument/2006/relationships/theme" Target="theme/theme1.xml"/><Relationship Id="rId19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47625" cap="rnd" cmpd="sng" algn="ctr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[Book1]Sheet1!$B$3:$B$8</c:f>
              <c:numCache>
                <c:formatCode>General</c:formatCode>
                <c:ptCount val="6"/>
                <c:pt idx="0">
                  <c:v>-117990000</c:v>
                </c:pt>
                <c:pt idx="1">
                  <c:v>-70530000</c:v>
                </c:pt>
                <c:pt idx="2">
                  <c:v>-23070000</c:v>
                </c:pt>
                <c:pt idx="3">
                  <c:v>44390000</c:v>
                </c:pt>
                <c:pt idx="4">
                  <c:v>91850000</c:v>
                </c:pt>
                <c:pt idx="5">
                  <c:v>239310000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bg1">
                  <a:alpha val="33000"/>
                </a:schemeClr>
              </a:solidFill>
              <a:round/>
            </a:ln>
            <a:effectLst/>
          </c:spPr>
        </c:dropLines>
        <c:marker val="0"/>
        <c:smooth val="0"/>
        <c:axId val="945188556"/>
        <c:axId val="133660440"/>
      </c:lineChart>
      <c:catAx>
        <c:axId val="94518855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spc="2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33660440"/>
        <c:crosses val="autoZero"/>
        <c:auto val="1"/>
        <c:lblAlgn val="ctr"/>
        <c:lblOffset val="100"/>
        <c:noMultiLvlLbl val="0"/>
      </c:catAx>
      <c:valAx>
        <c:axId val="1336604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45188556"/>
        <c:crosses val="autoZero"/>
        <c:crossBetween val="between"/>
      </c:valAx>
      <c:spPr>
        <a:solidFill>
          <a:srgbClr val="548AD4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rgbClr val="548AD4"/>
    </a:solidFill>
    <a:ln w="9525" cap="flat" cmpd="sng" algn="ctr">
      <a:noFill/>
      <a:round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859" cy="5364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2066" y="0"/>
            <a:ext cx="3275859" cy="53643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2389" y="1336437"/>
            <a:ext cx="6414897" cy="360838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968" y="5145282"/>
            <a:ext cx="6047740" cy="420977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065"/>
            <a:ext cx="3275859" cy="536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2066" y="10155065"/>
            <a:ext cx="3275859" cy="5364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5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Images &amp;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87236"/>
            <a:ext cx="10080625" cy="2679298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11239"/>
            <a:ext cx="10080625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724956"/>
            <a:ext cx="10080625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970" b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4465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4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5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6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2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3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1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0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4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7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8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9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8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7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28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39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0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5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6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7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1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2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6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7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78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3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4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85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4465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92673" y="1356253"/>
            <a:ext cx="4256484" cy="1220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1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92673" y="2655049"/>
            <a:ext cx="4256484" cy="1220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2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592673" y="3953845"/>
            <a:ext cx="4256484" cy="12204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9" name="Rectangle 1"/>
          <p:cNvSpPr/>
          <p:nvPr userDrawn="1"/>
        </p:nvSpPr>
        <p:spPr>
          <a:xfrm>
            <a:off x="4848719" y="1356253"/>
            <a:ext cx="4613672" cy="12204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90"/>
          </a:p>
        </p:txBody>
      </p:sp>
      <p:sp>
        <p:nvSpPr>
          <p:cNvPr id="50" name="Rectangle 32"/>
          <p:cNvSpPr/>
          <p:nvPr userDrawn="1"/>
        </p:nvSpPr>
        <p:spPr>
          <a:xfrm>
            <a:off x="4848719" y="2655049"/>
            <a:ext cx="4613672" cy="12204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90"/>
          </a:p>
        </p:txBody>
      </p:sp>
      <p:sp>
        <p:nvSpPr>
          <p:cNvPr id="51" name="Rectangle 33"/>
          <p:cNvSpPr/>
          <p:nvPr userDrawn="1"/>
        </p:nvSpPr>
        <p:spPr>
          <a:xfrm>
            <a:off x="4848719" y="3953845"/>
            <a:ext cx="4613672" cy="12204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90"/>
          </a:p>
        </p:txBody>
      </p:sp>
      <p:sp>
        <p:nvSpPr>
          <p:cNvPr id="17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11239"/>
            <a:ext cx="10080625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  <p:sp>
        <p:nvSpPr>
          <p:cNvPr id="18" name="Right Triangle 5"/>
          <p:cNvSpPr/>
          <p:nvPr userDrawn="1"/>
        </p:nvSpPr>
        <p:spPr>
          <a:xfrm rot="5400000" flipH="1" flipV="1">
            <a:off x="8907434" y="4597219"/>
            <a:ext cx="505035" cy="505053"/>
          </a:xfrm>
          <a:prstGeom prst="rtTriangle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  <p:sp>
        <p:nvSpPr>
          <p:cNvPr id="19" name="Right Triangle 5"/>
          <p:cNvSpPr/>
          <p:nvPr userDrawn="1"/>
        </p:nvSpPr>
        <p:spPr>
          <a:xfrm rot="5400000" flipH="1" flipV="1">
            <a:off x="8907434" y="3307048"/>
            <a:ext cx="505035" cy="505053"/>
          </a:xfrm>
          <a:prstGeom prst="rtTriangle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  <p:sp>
        <p:nvSpPr>
          <p:cNvPr id="20" name="Right Triangle 5"/>
          <p:cNvSpPr/>
          <p:nvPr userDrawn="1"/>
        </p:nvSpPr>
        <p:spPr>
          <a:xfrm rot="5400000" flipH="1" flipV="1">
            <a:off x="8907434" y="2016877"/>
            <a:ext cx="505035" cy="505053"/>
          </a:xfrm>
          <a:prstGeom prst="rtTriangle">
            <a:avLst/>
          </a:prstGeom>
          <a:solidFill>
            <a:schemeClr val="bg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2262188" cy="392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370898" y="1741350"/>
            <a:ext cx="2262188" cy="392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741796" y="0"/>
            <a:ext cx="2262188" cy="3929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2"/>
          <p:cNvSpPr/>
          <p:nvPr userDrawn="1"/>
        </p:nvSpPr>
        <p:spPr>
          <a:xfrm>
            <a:off x="531596" y="425291"/>
            <a:ext cx="9017434" cy="2472990"/>
          </a:xfrm>
          <a:prstGeom prst="frame">
            <a:avLst>
              <a:gd name="adj1" fmla="val 255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>
              <a:solidFill>
                <a:schemeClr val="tx1"/>
              </a:solidFill>
            </a:endParaRPr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906864" y="1910175"/>
            <a:ext cx="1723549" cy="191320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3088375" y="1910175"/>
            <a:ext cx="1723549" cy="191320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5269885" y="1910175"/>
            <a:ext cx="1723549" cy="191320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3" hasCustomPrompt="1"/>
          </p:nvPr>
        </p:nvSpPr>
        <p:spPr>
          <a:xfrm>
            <a:off x="7451395" y="1910175"/>
            <a:ext cx="1723549" cy="191320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subTitle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ubTitle"/>
          </p:nvPr>
        </p:nvSpPr>
        <p:spPr>
          <a:xfrm>
            <a:off x="503640" y="226080"/>
            <a:ext cx="9071640" cy="4388400"/>
          </a:xfrm>
          <a:prstGeom prst="rect">
            <a:avLst/>
          </a:prstGeom>
        </p:spPr>
        <p:txBody>
          <a:bodyPr lIns="0" tIns="0" rIns="0" bIns="0" anchor="ctr"/>
          <a:p>
            <a:pPr algn="ctr"/>
            <a:endParaRPr lang="en-ID" sz="32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48" name="PlaceHolder 4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5986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6" name="PlaceHolder 4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267480" y="593280"/>
            <a:ext cx="956808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body"/>
          </p:nvPr>
        </p:nvSpPr>
        <p:spPr>
          <a:xfrm>
            <a:off x="5170680" y="28044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3" name="PlaceHolder 4"/>
          <p:cNvSpPr>
            <a:spLocks noGrp="1"/>
          </p:cNvSpPr>
          <p:nvPr>
            <p:ph type="body"/>
          </p:nvPr>
        </p:nvSpPr>
        <p:spPr>
          <a:xfrm>
            <a:off x="51706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4" name="PlaceHolder 5"/>
          <p:cNvSpPr>
            <a:spLocks noGrp="1"/>
          </p:cNvSpPr>
          <p:nvPr>
            <p:ph type="body"/>
          </p:nvPr>
        </p:nvSpPr>
        <p:spPr>
          <a:xfrm>
            <a:off x="267480" y="593280"/>
            <a:ext cx="466920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26748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body"/>
          </p:nvPr>
        </p:nvSpPr>
        <p:spPr>
          <a:xfrm>
            <a:off x="350244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8" name="PlaceHolder 4"/>
          <p:cNvSpPr>
            <a:spLocks noGrp="1"/>
          </p:cNvSpPr>
          <p:nvPr>
            <p:ph type="body"/>
          </p:nvPr>
        </p:nvSpPr>
        <p:spPr>
          <a:xfrm>
            <a:off x="6737400" y="28044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69" name="PlaceHolder 5"/>
          <p:cNvSpPr>
            <a:spLocks noGrp="1"/>
          </p:cNvSpPr>
          <p:nvPr>
            <p:ph type="body"/>
          </p:nvPr>
        </p:nvSpPr>
        <p:spPr>
          <a:xfrm>
            <a:off x="673740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0" name="PlaceHolder 6"/>
          <p:cNvSpPr>
            <a:spLocks noGrp="1"/>
          </p:cNvSpPr>
          <p:nvPr>
            <p:ph type="body"/>
          </p:nvPr>
        </p:nvSpPr>
        <p:spPr>
          <a:xfrm>
            <a:off x="350244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71" name="PlaceHolder 7"/>
          <p:cNvSpPr>
            <a:spLocks noGrp="1"/>
          </p:cNvSpPr>
          <p:nvPr>
            <p:ph type="body"/>
          </p:nvPr>
        </p:nvSpPr>
        <p:spPr>
          <a:xfrm>
            <a:off x="267480" y="593280"/>
            <a:ext cx="3080520" cy="28548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/>
          <p:cNvSpPr/>
          <p:nvPr userDrawn="1"/>
        </p:nvSpPr>
        <p:spPr bwMode="auto">
          <a:xfrm>
            <a:off x="-6876" y="1176699"/>
            <a:ext cx="10094378" cy="4493851"/>
          </a:xfrm>
          <a:custGeom>
            <a:avLst/>
            <a:gdLst>
              <a:gd name="connsiteX0" fmla="*/ 7143321 w 12208633"/>
              <a:gd name="connsiteY0" fmla="*/ 892474 h 5434893"/>
              <a:gd name="connsiteX1" fmla="*/ 7143335 w 12208633"/>
              <a:gd name="connsiteY1" fmla="*/ 895416 h 5434893"/>
              <a:gd name="connsiteX2" fmla="*/ 7147277 w 12208633"/>
              <a:gd name="connsiteY2" fmla="*/ 895507 h 5434893"/>
              <a:gd name="connsiteX3" fmla="*/ 7147099 w 12208633"/>
              <a:gd name="connsiteY3" fmla="*/ 892474 h 5434893"/>
              <a:gd name="connsiteX4" fmla="*/ 6355163 w 12208633"/>
              <a:gd name="connsiteY4" fmla="*/ 727493 h 5434893"/>
              <a:gd name="connsiteX5" fmla="*/ 6355358 w 12208633"/>
              <a:gd name="connsiteY5" fmla="*/ 727687 h 5434893"/>
              <a:gd name="connsiteX6" fmla="*/ 6354969 w 12208633"/>
              <a:gd name="connsiteY6" fmla="*/ 727687 h 5434893"/>
              <a:gd name="connsiteX7" fmla="*/ 6354969 w 12208633"/>
              <a:gd name="connsiteY7" fmla="*/ 728075 h 5434893"/>
              <a:gd name="connsiteX8" fmla="*/ 6355358 w 12208633"/>
              <a:gd name="connsiteY8" fmla="*/ 727687 h 5434893"/>
              <a:gd name="connsiteX9" fmla="*/ 6355552 w 12208633"/>
              <a:gd name="connsiteY9" fmla="*/ 727493 h 5434893"/>
              <a:gd name="connsiteX10" fmla="*/ 6355163 w 12208633"/>
              <a:gd name="connsiteY10" fmla="*/ 727493 h 5434893"/>
              <a:gd name="connsiteX11" fmla="*/ 8604691 w 12208633"/>
              <a:gd name="connsiteY11" fmla="*/ 725788 h 5434893"/>
              <a:gd name="connsiteX12" fmla="*/ 8591193 w 12208633"/>
              <a:gd name="connsiteY12" fmla="*/ 738248 h 5434893"/>
              <a:gd name="connsiteX13" fmla="*/ 8590674 w 12208633"/>
              <a:gd name="connsiteY13" fmla="*/ 889843 h 5434893"/>
              <a:gd name="connsiteX14" fmla="*/ 8603653 w 12208633"/>
              <a:gd name="connsiteY14" fmla="*/ 903341 h 5434893"/>
              <a:gd name="connsiteX15" fmla="*/ 8616632 w 12208633"/>
              <a:gd name="connsiteY15" fmla="*/ 889843 h 5434893"/>
              <a:gd name="connsiteX16" fmla="*/ 8616632 w 12208633"/>
              <a:gd name="connsiteY16" fmla="*/ 815603 h 5434893"/>
              <a:gd name="connsiteX17" fmla="*/ 8616632 w 12208633"/>
              <a:gd name="connsiteY17" fmla="*/ 738767 h 5434893"/>
              <a:gd name="connsiteX18" fmla="*/ 8604691 w 12208633"/>
              <a:gd name="connsiteY18" fmla="*/ 725788 h 5434893"/>
              <a:gd name="connsiteX19" fmla="*/ 8744865 w 12208633"/>
              <a:gd name="connsiteY19" fmla="*/ 683217 h 5434893"/>
              <a:gd name="connsiteX20" fmla="*/ 8735001 w 12208633"/>
              <a:gd name="connsiteY20" fmla="*/ 694119 h 5434893"/>
              <a:gd name="connsiteX21" fmla="*/ 8735520 w 12208633"/>
              <a:gd name="connsiteY21" fmla="*/ 892439 h 5434893"/>
              <a:gd name="connsiteX22" fmla="*/ 8746422 w 12208633"/>
              <a:gd name="connsiteY22" fmla="*/ 903341 h 5434893"/>
              <a:gd name="connsiteX23" fmla="*/ 8787436 w 12208633"/>
              <a:gd name="connsiteY23" fmla="*/ 903341 h 5434893"/>
              <a:gd name="connsiteX24" fmla="*/ 8801454 w 12208633"/>
              <a:gd name="connsiteY24" fmla="*/ 889324 h 5434893"/>
              <a:gd name="connsiteX25" fmla="*/ 8801454 w 12208633"/>
              <a:gd name="connsiteY25" fmla="*/ 818718 h 5434893"/>
              <a:gd name="connsiteX26" fmla="*/ 8807164 w 12208633"/>
              <a:gd name="connsiteY26" fmla="*/ 805739 h 5434893"/>
              <a:gd name="connsiteX27" fmla="*/ 8822739 w 12208633"/>
              <a:gd name="connsiteY27" fmla="*/ 781857 h 5434893"/>
              <a:gd name="connsiteX28" fmla="*/ 8811317 w 12208633"/>
              <a:gd name="connsiteY28" fmla="*/ 771474 h 5434893"/>
              <a:gd name="connsiteX29" fmla="*/ 8773938 w 12208633"/>
              <a:gd name="connsiteY29" fmla="*/ 771474 h 5434893"/>
              <a:gd name="connsiteX30" fmla="*/ 8756286 w 12208633"/>
              <a:gd name="connsiteY30" fmla="*/ 754342 h 5434893"/>
              <a:gd name="connsiteX31" fmla="*/ 8756286 w 12208633"/>
              <a:gd name="connsiteY31" fmla="*/ 725269 h 5434893"/>
              <a:gd name="connsiteX32" fmla="*/ 8755767 w 12208633"/>
              <a:gd name="connsiteY32" fmla="*/ 725269 h 5434893"/>
              <a:gd name="connsiteX33" fmla="*/ 8755767 w 12208633"/>
              <a:gd name="connsiteY33" fmla="*/ 694638 h 5434893"/>
              <a:gd name="connsiteX34" fmla="*/ 8744865 w 12208633"/>
              <a:gd name="connsiteY34" fmla="*/ 683217 h 5434893"/>
              <a:gd name="connsiteX35" fmla="*/ 5999516 w 12208633"/>
              <a:gd name="connsiteY35" fmla="*/ 672943 h 5434893"/>
              <a:gd name="connsiteX36" fmla="*/ 5999516 w 12208633"/>
              <a:gd name="connsiteY36" fmla="*/ 672950 h 5434893"/>
              <a:gd name="connsiteX37" fmla="*/ 6106191 w 12208633"/>
              <a:gd name="connsiteY37" fmla="*/ 672950 h 5434893"/>
              <a:gd name="connsiteX38" fmla="*/ 6106226 w 12208633"/>
              <a:gd name="connsiteY38" fmla="*/ 672943 h 5434893"/>
              <a:gd name="connsiteX39" fmla="*/ 6103287 w 12208633"/>
              <a:gd name="connsiteY39" fmla="*/ 672943 h 5434893"/>
              <a:gd name="connsiteX40" fmla="*/ 6095614 w 12208633"/>
              <a:gd name="connsiteY40" fmla="*/ 672943 h 5434893"/>
              <a:gd name="connsiteX41" fmla="*/ 5844017 w 12208633"/>
              <a:gd name="connsiteY41" fmla="*/ 672943 h 5434893"/>
              <a:gd name="connsiteX42" fmla="*/ 5844017 w 12208633"/>
              <a:gd name="connsiteY42" fmla="*/ 672950 h 5434893"/>
              <a:gd name="connsiteX43" fmla="*/ 5950885 w 12208633"/>
              <a:gd name="connsiteY43" fmla="*/ 672950 h 5434893"/>
              <a:gd name="connsiteX44" fmla="*/ 5950920 w 12208633"/>
              <a:gd name="connsiteY44" fmla="*/ 672943 h 5434893"/>
              <a:gd name="connsiteX45" fmla="*/ 5947738 w 12208633"/>
              <a:gd name="connsiteY45" fmla="*/ 672943 h 5434893"/>
              <a:gd name="connsiteX46" fmla="*/ 5940066 w 12208633"/>
              <a:gd name="connsiteY46" fmla="*/ 672943 h 5434893"/>
              <a:gd name="connsiteX47" fmla="*/ 2661207 w 12208633"/>
              <a:gd name="connsiteY47" fmla="*/ 578320 h 5434893"/>
              <a:gd name="connsiteX48" fmla="*/ 2649387 w 12208633"/>
              <a:gd name="connsiteY48" fmla="*/ 591167 h 5434893"/>
              <a:gd name="connsiteX49" fmla="*/ 2649387 w 12208633"/>
              <a:gd name="connsiteY49" fmla="*/ 660718 h 5434893"/>
              <a:gd name="connsiteX50" fmla="*/ 2661207 w 12208633"/>
              <a:gd name="connsiteY50" fmla="*/ 660966 h 5434893"/>
              <a:gd name="connsiteX51" fmla="*/ 2661207 w 12208633"/>
              <a:gd name="connsiteY51" fmla="*/ 612643 h 5434893"/>
              <a:gd name="connsiteX52" fmla="*/ 2521154 w 12208633"/>
              <a:gd name="connsiteY52" fmla="*/ 535617 h 5434893"/>
              <a:gd name="connsiteX53" fmla="*/ 2510252 w 12208633"/>
              <a:gd name="connsiteY53" fmla="*/ 547038 h 5434893"/>
              <a:gd name="connsiteX54" fmla="*/ 2510252 w 12208633"/>
              <a:gd name="connsiteY54" fmla="*/ 577669 h 5434893"/>
              <a:gd name="connsiteX55" fmla="*/ 2509733 w 12208633"/>
              <a:gd name="connsiteY55" fmla="*/ 577669 h 5434893"/>
              <a:gd name="connsiteX56" fmla="*/ 2509733 w 12208633"/>
              <a:gd name="connsiteY56" fmla="*/ 606742 h 5434893"/>
              <a:gd name="connsiteX57" fmla="*/ 2492081 w 12208633"/>
              <a:gd name="connsiteY57" fmla="*/ 623874 h 5434893"/>
              <a:gd name="connsiteX58" fmla="*/ 2454702 w 12208633"/>
              <a:gd name="connsiteY58" fmla="*/ 623874 h 5434893"/>
              <a:gd name="connsiteX59" fmla="*/ 2443280 w 12208633"/>
              <a:gd name="connsiteY59" fmla="*/ 634257 h 5434893"/>
              <a:gd name="connsiteX60" fmla="*/ 2458855 w 12208633"/>
              <a:gd name="connsiteY60" fmla="*/ 658139 h 5434893"/>
              <a:gd name="connsiteX61" fmla="*/ 2464565 w 12208633"/>
              <a:gd name="connsiteY61" fmla="*/ 671118 h 5434893"/>
              <a:gd name="connsiteX62" fmla="*/ 2464565 w 12208633"/>
              <a:gd name="connsiteY62" fmla="*/ 735104 h 5434893"/>
              <a:gd name="connsiteX63" fmla="*/ 2530525 w 12208633"/>
              <a:gd name="connsiteY63" fmla="*/ 735104 h 5434893"/>
              <a:gd name="connsiteX64" fmla="*/ 2531018 w 12208633"/>
              <a:gd name="connsiteY64" fmla="*/ 546519 h 5434893"/>
              <a:gd name="connsiteX65" fmla="*/ 2521154 w 12208633"/>
              <a:gd name="connsiteY65" fmla="*/ 535617 h 5434893"/>
              <a:gd name="connsiteX66" fmla="*/ 8701774 w 12208633"/>
              <a:gd name="connsiteY66" fmla="*/ 534218 h 5434893"/>
              <a:gd name="connsiteX67" fmla="*/ 8688276 w 12208633"/>
              <a:gd name="connsiteY67" fmla="*/ 540967 h 5434893"/>
              <a:gd name="connsiteX68" fmla="*/ 8695025 w 12208633"/>
              <a:gd name="connsiteY68" fmla="*/ 567963 h 5434893"/>
              <a:gd name="connsiteX69" fmla="*/ 8735520 w 12208633"/>
              <a:gd name="connsiteY69" fmla="*/ 637012 h 5434893"/>
              <a:gd name="connsiteX70" fmla="*/ 8760440 w 12208633"/>
              <a:gd name="connsiteY70" fmla="*/ 664008 h 5434893"/>
              <a:gd name="connsiteX71" fmla="*/ 8767189 w 12208633"/>
              <a:gd name="connsiteY71" fmla="*/ 664527 h 5434893"/>
              <a:gd name="connsiteX72" fmla="*/ 8776534 w 12208633"/>
              <a:gd name="connsiteY72" fmla="*/ 675429 h 5434893"/>
              <a:gd name="connsiteX73" fmla="*/ 8776014 w 12208633"/>
              <a:gd name="connsiteY73" fmla="*/ 724750 h 5434893"/>
              <a:gd name="connsiteX74" fmla="*/ 8799896 w 12208633"/>
              <a:gd name="connsiteY74" fmla="*/ 750708 h 5434893"/>
              <a:gd name="connsiteX75" fmla="*/ 8804049 w 12208633"/>
              <a:gd name="connsiteY75" fmla="*/ 751227 h 5434893"/>
              <a:gd name="connsiteX76" fmla="*/ 8822739 w 12208633"/>
              <a:gd name="connsiteY76" fmla="*/ 740324 h 5434893"/>
              <a:gd name="connsiteX77" fmla="*/ 8806645 w 12208633"/>
              <a:gd name="connsiteY77" fmla="*/ 712809 h 5434893"/>
              <a:gd name="connsiteX78" fmla="*/ 8785359 w 12208633"/>
              <a:gd name="connsiteY78" fmla="*/ 691004 h 5434893"/>
              <a:gd name="connsiteX79" fmla="*/ 8785359 w 12208633"/>
              <a:gd name="connsiteY79" fmla="*/ 620399 h 5434893"/>
              <a:gd name="connsiteX80" fmla="*/ 8784840 w 12208633"/>
              <a:gd name="connsiteY80" fmla="*/ 620399 h 5434893"/>
              <a:gd name="connsiteX81" fmla="*/ 8784840 w 12208633"/>
              <a:gd name="connsiteY81" fmla="*/ 548755 h 5434893"/>
              <a:gd name="connsiteX82" fmla="*/ 8770823 w 12208633"/>
              <a:gd name="connsiteY82" fmla="*/ 534218 h 5434893"/>
              <a:gd name="connsiteX83" fmla="*/ 8701774 w 12208633"/>
              <a:gd name="connsiteY83" fmla="*/ 534218 h 5434893"/>
              <a:gd name="connsiteX84" fmla="*/ 7932693 w 12208633"/>
              <a:gd name="connsiteY84" fmla="*/ 518578 h 5434893"/>
              <a:gd name="connsiteX85" fmla="*/ 7932378 w 12208633"/>
              <a:gd name="connsiteY85" fmla="*/ 519208 h 5434893"/>
              <a:gd name="connsiteX86" fmla="*/ 7932693 w 12208633"/>
              <a:gd name="connsiteY86" fmla="*/ 519208 h 5434893"/>
              <a:gd name="connsiteX87" fmla="*/ 7932693 w 12208633"/>
              <a:gd name="connsiteY87" fmla="*/ 518578 h 5434893"/>
              <a:gd name="connsiteX88" fmla="*/ 7991282 w 12208633"/>
              <a:gd name="connsiteY88" fmla="*/ 518263 h 5434893"/>
              <a:gd name="connsiteX89" fmla="*/ 7991282 w 12208633"/>
              <a:gd name="connsiteY89" fmla="*/ 518892 h 5434893"/>
              <a:gd name="connsiteX90" fmla="*/ 7991597 w 12208633"/>
              <a:gd name="connsiteY90" fmla="*/ 518892 h 5434893"/>
              <a:gd name="connsiteX91" fmla="*/ 7991282 w 12208633"/>
              <a:gd name="connsiteY91" fmla="*/ 518263 h 5434893"/>
              <a:gd name="connsiteX92" fmla="*/ 7933323 w 12208633"/>
              <a:gd name="connsiteY92" fmla="*/ 517633 h 5434893"/>
              <a:gd name="connsiteX93" fmla="*/ 7933008 w 12208633"/>
              <a:gd name="connsiteY93" fmla="*/ 518263 h 5434893"/>
              <a:gd name="connsiteX94" fmla="*/ 7933323 w 12208633"/>
              <a:gd name="connsiteY94" fmla="*/ 518263 h 5434893"/>
              <a:gd name="connsiteX95" fmla="*/ 7933323 w 12208633"/>
              <a:gd name="connsiteY95" fmla="*/ 517633 h 5434893"/>
              <a:gd name="connsiteX96" fmla="*/ 9995853 w 12208633"/>
              <a:gd name="connsiteY96" fmla="*/ 483450 h 5434893"/>
              <a:gd name="connsiteX97" fmla="*/ 9995853 w 12208633"/>
              <a:gd name="connsiteY97" fmla="*/ 547260 h 5434893"/>
              <a:gd name="connsiteX98" fmla="*/ 10005688 w 12208633"/>
              <a:gd name="connsiteY98" fmla="*/ 548252 h 5434893"/>
              <a:gd name="connsiteX99" fmla="*/ 10070193 w 12208633"/>
              <a:gd name="connsiteY99" fmla="*/ 627396 h 5434893"/>
              <a:gd name="connsiteX100" fmla="*/ 10070193 w 12208633"/>
              <a:gd name="connsiteY100" fmla="*/ 839288 h 5434893"/>
              <a:gd name="connsiteX101" fmla="*/ 10098404 w 12208633"/>
              <a:gd name="connsiteY101" fmla="*/ 839288 h 5434893"/>
              <a:gd name="connsiteX102" fmla="*/ 10098404 w 12208633"/>
              <a:gd name="connsiteY102" fmla="*/ 483450 h 5434893"/>
              <a:gd name="connsiteX103" fmla="*/ 9781381 w 12208633"/>
              <a:gd name="connsiteY103" fmla="*/ 483450 h 5434893"/>
              <a:gd name="connsiteX104" fmla="*/ 9781381 w 12208633"/>
              <a:gd name="connsiteY104" fmla="*/ 547123 h 5434893"/>
              <a:gd name="connsiteX105" fmla="*/ 9792075 w 12208633"/>
              <a:gd name="connsiteY105" fmla="*/ 548201 h 5434893"/>
              <a:gd name="connsiteX106" fmla="*/ 9856579 w 12208633"/>
              <a:gd name="connsiteY106" fmla="*/ 627345 h 5434893"/>
              <a:gd name="connsiteX107" fmla="*/ 9856579 w 12208633"/>
              <a:gd name="connsiteY107" fmla="*/ 839288 h 5434893"/>
              <a:gd name="connsiteX108" fmla="*/ 9908622 w 12208633"/>
              <a:gd name="connsiteY108" fmla="*/ 839288 h 5434893"/>
              <a:gd name="connsiteX109" fmla="*/ 9908621 w 12208633"/>
              <a:gd name="connsiteY109" fmla="*/ 627396 h 5434893"/>
              <a:gd name="connsiteX110" fmla="*/ 9908622 w 12208633"/>
              <a:gd name="connsiteY110" fmla="*/ 627394 h 5434893"/>
              <a:gd name="connsiteX111" fmla="*/ 9908622 w 12208633"/>
              <a:gd name="connsiteY111" fmla="*/ 620889 h 5434893"/>
              <a:gd name="connsiteX112" fmla="*/ 9909277 w 12208633"/>
              <a:gd name="connsiteY112" fmla="*/ 620889 h 5434893"/>
              <a:gd name="connsiteX113" fmla="*/ 9910263 w 12208633"/>
              <a:gd name="connsiteY113" fmla="*/ 611115 h 5434893"/>
              <a:gd name="connsiteX114" fmla="*/ 9975107 w 12208633"/>
              <a:gd name="connsiteY114" fmla="*/ 547872 h 5434893"/>
              <a:gd name="connsiteX115" fmla="*/ 9975644 w 12208633"/>
              <a:gd name="connsiteY115" fmla="*/ 547825 h 5434893"/>
              <a:gd name="connsiteX116" fmla="*/ 9975644 w 12208633"/>
              <a:gd name="connsiteY116" fmla="*/ 483450 h 5434893"/>
              <a:gd name="connsiteX117" fmla="*/ 4460613 w 12208633"/>
              <a:gd name="connsiteY117" fmla="*/ 410313 h 5434893"/>
              <a:gd name="connsiteX118" fmla="*/ 4460613 w 12208633"/>
              <a:gd name="connsiteY118" fmla="*/ 474688 h 5434893"/>
              <a:gd name="connsiteX119" fmla="*/ 4461150 w 12208633"/>
              <a:gd name="connsiteY119" fmla="*/ 474735 h 5434893"/>
              <a:gd name="connsiteX120" fmla="*/ 4525994 w 12208633"/>
              <a:gd name="connsiteY120" fmla="*/ 537978 h 5434893"/>
              <a:gd name="connsiteX121" fmla="*/ 4526979 w 12208633"/>
              <a:gd name="connsiteY121" fmla="*/ 547752 h 5434893"/>
              <a:gd name="connsiteX122" fmla="*/ 4527635 w 12208633"/>
              <a:gd name="connsiteY122" fmla="*/ 547752 h 5434893"/>
              <a:gd name="connsiteX123" fmla="*/ 4527635 w 12208633"/>
              <a:gd name="connsiteY123" fmla="*/ 554257 h 5434893"/>
              <a:gd name="connsiteX124" fmla="*/ 4527635 w 12208633"/>
              <a:gd name="connsiteY124" fmla="*/ 554259 h 5434893"/>
              <a:gd name="connsiteX125" fmla="*/ 4527635 w 12208633"/>
              <a:gd name="connsiteY125" fmla="*/ 766151 h 5434893"/>
              <a:gd name="connsiteX126" fmla="*/ 4579677 w 12208633"/>
              <a:gd name="connsiteY126" fmla="*/ 766151 h 5434893"/>
              <a:gd name="connsiteX127" fmla="*/ 4579677 w 12208633"/>
              <a:gd name="connsiteY127" fmla="*/ 554208 h 5434893"/>
              <a:gd name="connsiteX128" fmla="*/ 4644181 w 12208633"/>
              <a:gd name="connsiteY128" fmla="*/ 475064 h 5434893"/>
              <a:gd name="connsiteX129" fmla="*/ 4654875 w 12208633"/>
              <a:gd name="connsiteY129" fmla="*/ 473986 h 5434893"/>
              <a:gd name="connsiteX130" fmla="*/ 4654875 w 12208633"/>
              <a:gd name="connsiteY130" fmla="*/ 410313 h 5434893"/>
              <a:gd name="connsiteX131" fmla="*/ 4337854 w 12208633"/>
              <a:gd name="connsiteY131" fmla="*/ 410313 h 5434893"/>
              <a:gd name="connsiteX132" fmla="*/ 4337854 w 12208633"/>
              <a:gd name="connsiteY132" fmla="*/ 645080 h 5434893"/>
              <a:gd name="connsiteX133" fmla="*/ 4354002 w 12208633"/>
              <a:gd name="connsiteY133" fmla="*/ 645080 h 5434893"/>
              <a:gd name="connsiteX134" fmla="*/ 4366063 w 12208633"/>
              <a:gd name="connsiteY134" fmla="*/ 645080 h 5434893"/>
              <a:gd name="connsiteX135" fmla="*/ 4366063 w 12208633"/>
              <a:gd name="connsiteY135" fmla="*/ 554259 h 5434893"/>
              <a:gd name="connsiteX136" fmla="*/ 4430568 w 12208633"/>
              <a:gd name="connsiteY136" fmla="*/ 475115 h 5434893"/>
              <a:gd name="connsiteX137" fmla="*/ 4440404 w 12208633"/>
              <a:gd name="connsiteY137" fmla="*/ 474123 h 5434893"/>
              <a:gd name="connsiteX138" fmla="*/ 4440404 w 12208633"/>
              <a:gd name="connsiteY138" fmla="*/ 410313 h 5434893"/>
              <a:gd name="connsiteX139" fmla="*/ 2495196 w 12208633"/>
              <a:gd name="connsiteY139" fmla="*/ 386617 h 5434893"/>
              <a:gd name="connsiteX140" fmla="*/ 2481179 w 12208633"/>
              <a:gd name="connsiteY140" fmla="*/ 401154 h 5434893"/>
              <a:gd name="connsiteX141" fmla="*/ 2481179 w 12208633"/>
              <a:gd name="connsiteY141" fmla="*/ 472798 h 5434893"/>
              <a:gd name="connsiteX142" fmla="*/ 2480660 w 12208633"/>
              <a:gd name="connsiteY142" fmla="*/ 472798 h 5434893"/>
              <a:gd name="connsiteX143" fmla="*/ 2480660 w 12208633"/>
              <a:gd name="connsiteY143" fmla="*/ 543404 h 5434893"/>
              <a:gd name="connsiteX144" fmla="*/ 2459374 w 12208633"/>
              <a:gd name="connsiteY144" fmla="*/ 565209 h 5434893"/>
              <a:gd name="connsiteX145" fmla="*/ 2443280 w 12208633"/>
              <a:gd name="connsiteY145" fmla="*/ 592724 h 5434893"/>
              <a:gd name="connsiteX146" fmla="*/ 2461970 w 12208633"/>
              <a:gd name="connsiteY146" fmla="*/ 603627 h 5434893"/>
              <a:gd name="connsiteX147" fmla="*/ 2466123 w 12208633"/>
              <a:gd name="connsiteY147" fmla="*/ 603108 h 5434893"/>
              <a:gd name="connsiteX148" fmla="*/ 2490005 w 12208633"/>
              <a:gd name="connsiteY148" fmla="*/ 577150 h 5434893"/>
              <a:gd name="connsiteX149" fmla="*/ 2489485 w 12208633"/>
              <a:gd name="connsiteY149" fmla="*/ 527829 h 5434893"/>
              <a:gd name="connsiteX150" fmla="*/ 2498830 w 12208633"/>
              <a:gd name="connsiteY150" fmla="*/ 516927 h 5434893"/>
              <a:gd name="connsiteX151" fmla="*/ 2505579 w 12208633"/>
              <a:gd name="connsiteY151" fmla="*/ 516408 h 5434893"/>
              <a:gd name="connsiteX152" fmla="*/ 2530499 w 12208633"/>
              <a:gd name="connsiteY152" fmla="*/ 489411 h 5434893"/>
              <a:gd name="connsiteX153" fmla="*/ 2570994 w 12208633"/>
              <a:gd name="connsiteY153" fmla="*/ 420363 h 5434893"/>
              <a:gd name="connsiteX154" fmla="*/ 2577743 w 12208633"/>
              <a:gd name="connsiteY154" fmla="*/ 393366 h 5434893"/>
              <a:gd name="connsiteX155" fmla="*/ 2564244 w 12208633"/>
              <a:gd name="connsiteY155" fmla="*/ 386617 h 5434893"/>
              <a:gd name="connsiteX156" fmla="*/ 2495196 w 12208633"/>
              <a:gd name="connsiteY156" fmla="*/ 386617 h 5434893"/>
              <a:gd name="connsiteX157" fmla="*/ 9258835 w 12208633"/>
              <a:gd name="connsiteY157" fmla="*/ 0 h 5434893"/>
              <a:gd name="connsiteX158" fmla="*/ 9334633 w 12208633"/>
              <a:gd name="connsiteY158" fmla="*/ 0 h 5434893"/>
              <a:gd name="connsiteX159" fmla="*/ 9369417 w 12208633"/>
              <a:gd name="connsiteY159" fmla="*/ 714886 h 5434893"/>
              <a:gd name="connsiteX160" fmla="*/ 9451963 w 12208633"/>
              <a:gd name="connsiteY160" fmla="*/ 716443 h 5434893"/>
              <a:gd name="connsiteX161" fmla="*/ 9451511 w 12208633"/>
              <a:gd name="connsiteY161" fmla="*/ 839288 h 5434893"/>
              <a:gd name="connsiteX162" fmla="*/ 9695008 w 12208633"/>
              <a:gd name="connsiteY162" fmla="*/ 839288 h 5434893"/>
              <a:gd name="connsiteX163" fmla="*/ 9695008 w 12208633"/>
              <a:gd name="connsiteY163" fmla="*/ 627345 h 5434893"/>
              <a:gd name="connsiteX164" fmla="*/ 9695008 w 12208633"/>
              <a:gd name="connsiteY164" fmla="*/ 627342 h 5434893"/>
              <a:gd name="connsiteX165" fmla="*/ 9695008 w 12208633"/>
              <a:gd name="connsiteY165" fmla="*/ 620838 h 5434893"/>
              <a:gd name="connsiteX166" fmla="*/ 9695582 w 12208633"/>
              <a:gd name="connsiteY166" fmla="*/ 620838 h 5434893"/>
              <a:gd name="connsiteX167" fmla="*/ 9696270 w 12208633"/>
              <a:gd name="connsiteY167" fmla="*/ 613044 h 5434893"/>
              <a:gd name="connsiteX168" fmla="*/ 9759513 w 12208633"/>
              <a:gd name="connsiteY168" fmla="*/ 548201 h 5434893"/>
              <a:gd name="connsiteX169" fmla="*/ 9761172 w 12208633"/>
              <a:gd name="connsiteY169" fmla="*/ 548033 h 5434893"/>
              <a:gd name="connsiteX170" fmla="*/ 9761172 w 12208633"/>
              <a:gd name="connsiteY170" fmla="*/ 452927 h 5434893"/>
              <a:gd name="connsiteX171" fmla="*/ 9781381 w 12208633"/>
              <a:gd name="connsiteY171" fmla="*/ 452927 h 5434893"/>
              <a:gd name="connsiteX172" fmla="*/ 9781381 w 12208633"/>
              <a:gd name="connsiteY172" fmla="*/ 453137 h 5434893"/>
              <a:gd name="connsiteX173" fmla="*/ 10098404 w 12208633"/>
              <a:gd name="connsiteY173" fmla="*/ 453137 h 5434893"/>
              <a:gd name="connsiteX174" fmla="*/ 10098404 w 12208633"/>
              <a:gd name="connsiteY174" fmla="*/ 395857 h 5434893"/>
              <a:gd name="connsiteX175" fmla="*/ 10098404 w 12208633"/>
              <a:gd name="connsiteY175" fmla="*/ 395855 h 5434893"/>
              <a:gd name="connsiteX176" fmla="*/ 10098404 w 12208633"/>
              <a:gd name="connsiteY176" fmla="*/ 322646 h 5434893"/>
              <a:gd name="connsiteX177" fmla="*/ 10147724 w 12208633"/>
              <a:gd name="connsiteY177" fmla="*/ 322646 h 5434893"/>
              <a:gd name="connsiteX178" fmla="*/ 10192315 w 12208633"/>
              <a:gd name="connsiteY178" fmla="*/ 322646 h 5434893"/>
              <a:gd name="connsiteX179" fmla="*/ 10192315 w 12208633"/>
              <a:gd name="connsiteY179" fmla="*/ 412796 h 5434893"/>
              <a:gd name="connsiteX180" fmla="*/ 10192315 w 12208633"/>
              <a:gd name="connsiteY180" fmla="*/ 839288 h 5434893"/>
              <a:gd name="connsiteX181" fmla="*/ 10237382 w 12208633"/>
              <a:gd name="connsiteY181" fmla="*/ 839288 h 5434893"/>
              <a:gd name="connsiteX182" fmla="*/ 10237382 w 12208633"/>
              <a:gd name="connsiteY182" fmla="*/ 787976 h 5434893"/>
              <a:gd name="connsiteX183" fmla="*/ 10237382 w 12208633"/>
              <a:gd name="connsiteY183" fmla="*/ 787525 h 5434893"/>
              <a:gd name="connsiteX184" fmla="*/ 10237382 w 12208633"/>
              <a:gd name="connsiteY184" fmla="*/ 786823 h 5434893"/>
              <a:gd name="connsiteX185" fmla="*/ 10293811 w 12208633"/>
              <a:gd name="connsiteY185" fmla="*/ 786823 h 5434893"/>
              <a:gd name="connsiteX186" fmla="*/ 10293811 w 12208633"/>
              <a:gd name="connsiteY186" fmla="*/ 486617 h 5434893"/>
              <a:gd name="connsiteX187" fmla="*/ 10293811 w 12208633"/>
              <a:gd name="connsiteY187" fmla="*/ 486615 h 5434893"/>
              <a:gd name="connsiteX188" fmla="*/ 10293811 w 12208633"/>
              <a:gd name="connsiteY188" fmla="*/ 412796 h 5434893"/>
              <a:gd name="connsiteX189" fmla="*/ 10293812 w 12208633"/>
              <a:gd name="connsiteY189" fmla="*/ 412796 h 5434893"/>
              <a:gd name="connsiteX190" fmla="*/ 10364543 w 12208633"/>
              <a:gd name="connsiteY190" fmla="*/ 412796 h 5434893"/>
              <a:gd name="connsiteX191" fmla="*/ 10435273 w 12208633"/>
              <a:gd name="connsiteY191" fmla="*/ 412796 h 5434893"/>
              <a:gd name="connsiteX192" fmla="*/ 10435273 w 12208633"/>
              <a:gd name="connsiteY192" fmla="*/ 493478 h 5434893"/>
              <a:gd name="connsiteX193" fmla="*/ 10435272 w 12208633"/>
              <a:gd name="connsiteY193" fmla="*/ 493478 h 5434893"/>
              <a:gd name="connsiteX194" fmla="*/ 10435272 w 12208633"/>
              <a:gd name="connsiteY194" fmla="*/ 787653 h 5434893"/>
              <a:gd name="connsiteX195" fmla="*/ 10479889 w 12208633"/>
              <a:gd name="connsiteY195" fmla="*/ 787653 h 5434893"/>
              <a:gd name="connsiteX196" fmla="*/ 10479889 w 12208633"/>
              <a:gd name="connsiteY196" fmla="*/ 834346 h 5434893"/>
              <a:gd name="connsiteX197" fmla="*/ 10479889 w 12208633"/>
              <a:gd name="connsiteY197" fmla="*/ 883894 h 5434893"/>
              <a:gd name="connsiteX198" fmla="*/ 10634153 w 12208633"/>
              <a:gd name="connsiteY198" fmla="*/ 798062 h 5434893"/>
              <a:gd name="connsiteX199" fmla="*/ 10634153 w 12208633"/>
              <a:gd name="connsiteY199" fmla="*/ 890261 h 5434893"/>
              <a:gd name="connsiteX200" fmla="*/ 10799859 w 12208633"/>
              <a:gd name="connsiteY200" fmla="*/ 798062 h 5434893"/>
              <a:gd name="connsiteX201" fmla="*/ 10799859 w 12208633"/>
              <a:gd name="connsiteY201" fmla="*/ 890261 h 5434893"/>
              <a:gd name="connsiteX202" fmla="*/ 10965565 w 12208633"/>
              <a:gd name="connsiteY202" fmla="*/ 798062 h 5434893"/>
              <a:gd name="connsiteX203" fmla="*/ 10965565 w 12208633"/>
              <a:gd name="connsiteY203" fmla="*/ 890261 h 5434893"/>
              <a:gd name="connsiteX204" fmla="*/ 11131272 w 12208633"/>
              <a:gd name="connsiteY204" fmla="*/ 798062 h 5434893"/>
              <a:gd name="connsiteX205" fmla="*/ 11131272 w 12208633"/>
              <a:gd name="connsiteY205" fmla="*/ 894809 h 5434893"/>
              <a:gd name="connsiteX206" fmla="*/ 10965565 w 12208633"/>
              <a:gd name="connsiteY206" fmla="*/ 894809 h 5434893"/>
              <a:gd name="connsiteX207" fmla="*/ 10957391 w 12208633"/>
              <a:gd name="connsiteY207" fmla="*/ 894809 h 5434893"/>
              <a:gd name="connsiteX208" fmla="*/ 10799859 w 12208633"/>
              <a:gd name="connsiteY208" fmla="*/ 894809 h 5434893"/>
              <a:gd name="connsiteX209" fmla="*/ 10791685 w 12208633"/>
              <a:gd name="connsiteY209" fmla="*/ 894809 h 5434893"/>
              <a:gd name="connsiteX210" fmla="*/ 10634153 w 12208633"/>
              <a:gd name="connsiteY210" fmla="*/ 894809 h 5434893"/>
              <a:gd name="connsiteX211" fmla="*/ 10625978 w 12208633"/>
              <a:gd name="connsiteY211" fmla="*/ 894809 h 5434893"/>
              <a:gd name="connsiteX212" fmla="*/ 10479889 w 12208633"/>
              <a:gd name="connsiteY212" fmla="*/ 894809 h 5434893"/>
              <a:gd name="connsiteX213" fmla="*/ 10479889 w 12208633"/>
              <a:gd name="connsiteY213" fmla="*/ 894815 h 5434893"/>
              <a:gd name="connsiteX214" fmla="*/ 11131272 w 12208633"/>
              <a:gd name="connsiteY214" fmla="*/ 894815 h 5434893"/>
              <a:gd name="connsiteX215" fmla="*/ 11131272 w 12208633"/>
              <a:gd name="connsiteY215" fmla="*/ 930426 h 5434893"/>
              <a:gd name="connsiteX216" fmla="*/ 11131272 w 12208633"/>
              <a:gd name="connsiteY216" fmla="*/ 1058032 h 5434893"/>
              <a:gd name="connsiteX217" fmla="*/ 11135416 w 12208633"/>
              <a:gd name="connsiteY217" fmla="*/ 1058032 h 5434893"/>
              <a:gd name="connsiteX218" fmla="*/ 11135416 w 12208633"/>
              <a:gd name="connsiteY218" fmla="*/ 475513 h 5434893"/>
              <a:gd name="connsiteX219" fmla="*/ 11317073 w 12208633"/>
              <a:gd name="connsiteY219" fmla="*/ 475513 h 5434893"/>
              <a:gd name="connsiteX220" fmla="*/ 11317073 w 12208633"/>
              <a:gd name="connsiteY220" fmla="*/ 957415 h 5434893"/>
              <a:gd name="connsiteX221" fmla="*/ 11385524 w 12208633"/>
              <a:gd name="connsiteY221" fmla="*/ 864742 h 5434893"/>
              <a:gd name="connsiteX222" fmla="*/ 11467139 w 12208633"/>
              <a:gd name="connsiteY222" fmla="*/ 970654 h 5434893"/>
              <a:gd name="connsiteX223" fmla="*/ 11540855 w 12208633"/>
              <a:gd name="connsiteY223" fmla="*/ 864742 h 5434893"/>
              <a:gd name="connsiteX224" fmla="*/ 11622470 w 12208633"/>
              <a:gd name="connsiteY224" fmla="*/ 970654 h 5434893"/>
              <a:gd name="connsiteX225" fmla="*/ 11696186 w 12208633"/>
              <a:gd name="connsiteY225" fmla="*/ 864742 h 5434893"/>
              <a:gd name="connsiteX226" fmla="*/ 11777800 w 12208633"/>
              <a:gd name="connsiteY226" fmla="*/ 970654 h 5434893"/>
              <a:gd name="connsiteX227" fmla="*/ 11777800 w 12208633"/>
              <a:gd name="connsiteY227" fmla="*/ 994485 h 5434893"/>
              <a:gd name="connsiteX228" fmla="*/ 11851517 w 12208633"/>
              <a:gd name="connsiteY228" fmla="*/ 994485 h 5434893"/>
              <a:gd name="connsiteX229" fmla="*/ 11851517 w 12208633"/>
              <a:gd name="connsiteY229" fmla="*/ 920346 h 5434893"/>
              <a:gd name="connsiteX230" fmla="*/ 11759371 w 12208633"/>
              <a:gd name="connsiteY230" fmla="*/ 806490 h 5434893"/>
              <a:gd name="connsiteX231" fmla="*/ 11851517 w 12208633"/>
              <a:gd name="connsiteY231" fmla="*/ 692634 h 5434893"/>
              <a:gd name="connsiteX232" fmla="*/ 11851517 w 12208633"/>
              <a:gd name="connsiteY232" fmla="*/ 562891 h 5434893"/>
              <a:gd name="connsiteX233" fmla="*/ 11898906 w 12208633"/>
              <a:gd name="connsiteY233" fmla="*/ 562891 h 5434893"/>
              <a:gd name="connsiteX234" fmla="*/ 11898906 w 12208633"/>
              <a:gd name="connsiteY234" fmla="*/ 692634 h 5434893"/>
              <a:gd name="connsiteX235" fmla="*/ 11991051 w 12208633"/>
              <a:gd name="connsiteY235" fmla="*/ 806490 h 5434893"/>
              <a:gd name="connsiteX236" fmla="*/ 11898906 w 12208633"/>
              <a:gd name="connsiteY236" fmla="*/ 920346 h 5434893"/>
              <a:gd name="connsiteX237" fmla="*/ 11898906 w 12208633"/>
              <a:gd name="connsiteY237" fmla="*/ 994485 h 5434893"/>
              <a:gd name="connsiteX238" fmla="*/ 11962091 w 12208633"/>
              <a:gd name="connsiteY238" fmla="*/ 994485 h 5434893"/>
              <a:gd name="connsiteX239" fmla="*/ 11962091 w 12208633"/>
              <a:gd name="connsiteY239" fmla="*/ 917698 h 5434893"/>
              <a:gd name="connsiteX240" fmla="*/ 12041073 w 12208633"/>
              <a:gd name="connsiteY240" fmla="*/ 917698 h 5434893"/>
              <a:gd name="connsiteX241" fmla="*/ 12041073 w 12208633"/>
              <a:gd name="connsiteY241" fmla="*/ 817081 h 5434893"/>
              <a:gd name="connsiteX242" fmla="*/ 12155715 w 12208633"/>
              <a:gd name="connsiteY242" fmla="*/ 817081 h 5434893"/>
              <a:gd name="connsiteX243" fmla="*/ 12200316 w 12208633"/>
              <a:gd name="connsiteY243" fmla="*/ 817081 h 5434893"/>
              <a:gd name="connsiteX244" fmla="*/ 12200316 w 12208633"/>
              <a:gd name="connsiteY244" fmla="*/ 1105184 h 5434893"/>
              <a:gd name="connsiteX245" fmla="*/ 12208559 w 12208633"/>
              <a:gd name="connsiteY245" fmla="*/ 1105184 h 5434893"/>
              <a:gd name="connsiteX246" fmla="*/ 12208559 w 12208633"/>
              <a:gd name="connsiteY246" fmla="*/ 1153840 h 5434893"/>
              <a:gd name="connsiteX247" fmla="*/ 12208559 w 12208633"/>
              <a:gd name="connsiteY247" fmla="*/ 1225322 h 5434893"/>
              <a:gd name="connsiteX248" fmla="*/ 12208633 w 12208633"/>
              <a:gd name="connsiteY248" fmla="*/ 1225322 h 5434893"/>
              <a:gd name="connsiteX249" fmla="*/ 12208633 w 12208633"/>
              <a:gd name="connsiteY249" fmla="*/ 1247932 h 5434893"/>
              <a:gd name="connsiteX250" fmla="*/ 12200316 w 12208633"/>
              <a:gd name="connsiteY250" fmla="*/ 1247932 h 5434893"/>
              <a:gd name="connsiteX251" fmla="*/ 12200316 w 12208633"/>
              <a:gd name="connsiteY251" fmla="*/ 5434893 h 5434893"/>
              <a:gd name="connsiteX252" fmla="*/ 8318 w 12208633"/>
              <a:gd name="connsiteY252" fmla="*/ 5434893 h 5434893"/>
              <a:gd name="connsiteX253" fmla="*/ 8318 w 12208633"/>
              <a:gd name="connsiteY253" fmla="*/ 1247932 h 5434893"/>
              <a:gd name="connsiteX254" fmla="*/ 0 w 12208633"/>
              <a:gd name="connsiteY254" fmla="*/ 1247932 h 5434893"/>
              <a:gd name="connsiteX255" fmla="*/ 0 w 12208633"/>
              <a:gd name="connsiteY255" fmla="*/ 1225322 h 5434893"/>
              <a:gd name="connsiteX256" fmla="*/ 0 w 12208633"/>
              <a:gd name="connsiteY256" fmla="*/ 1063433 h 5434893"/>
              <a:gd name="connsiteX257" fmla="*/ 56578 w 12208633"/>
              <a:gd name="connsiteY257" fmla="*/ 1063433 h 5434893"/>
              <a:gd name="connsiteX258" fmla="*/ 146955 w 12208633"/>
              <a:gd name="connsiteY258" fmla="*/ 1063433 h 5434893"/>
              <a:gd name="connsiteX259" fmla="*/ 146955 w 12208633"/>
              <a:gd name="connsiteY259" fmla="*/ 480915 h 5434893"/>
              <a:gd name="connsiteX260" fmla="*/ 328613 w 12208633"/>
              <a:gd name="connsiteY260" fmla="*/ 480915 h 5434893"/>
              <a:gd name="connsiteX261" fmla="*/ 328613 w 12208633"/>
              <a:gd name="connsiteY261" fmla="*/ 962816 h 5434893"/>
              <a:gd name="connsiteX262" fmla="*/ 397064 w 12208633"/>
              <a:gd name="connsiteY262" fmla="*/ 870143 h 5434893"/>
              <a:gd name="connsiteX263" fmla="*/ 478678 w 12208633"/>
              <a:gd name="connsiteY263" fmla="*/ 976055 h 5434893"/>
              <a:gd name="connsiteX264" fmla="*/ 552394 w 12208633"/>
              <a:gd name="connsiteY264" fmla="*/ 870143 h 5434893"/>
              <a:gd name="connsiteX265" fmla="*/ 634009 w 12208633"/>
              <a:gd name="connsiteY265" fmla="*/ 976055 h 5434893"/>
              <a:gd name="connsiteX266" fmla="*/ 707725 w 12208633"/>
              <a:gd name="connsiteY266" fmla="*/ 870143 h 5434893"/>
              <a:gd name="connsiteX267" fmla="*/ 789340 w 12208633"/>
              <a:gd name="connsiteY267" fmla="*/ 976055 h 5434893"/>
              <a:gd name="connsiteX268" fmla="*/ 789340 w 12208633"/>
              <a:gd name="connsiteY268" fmla="*/ 999886 h 5434893"/>
              <a:gd name="connsiteX269" fmla="*/ 863056 w 12208633"/>
              <a:gd name="connsiteY269" fmla="*/ 999886 h 5434893"/>
              <a:gd name="connsiteX270" fmla="*/ 863056 w 12208633"/>
              <a:gd name="connsiteY270" fmla="*/ 925747 h 5434893"/>
              <a:gd name="connsiteX271" fmla="*/ 770911 w 12208633"/>
              <a:gd name="connsiteY271" fmla="*/ 811891 h 5434893"/>
              <a:gd name="connsiteX272" fmla="*/ 863056 w 12208633"/>
              <a:gd name="connsiteY272" fmla="*/ 698035 h 5434893"/>
              <a:gd name="connsiteX273" fmla="*/ 863056 w 12208633"/>
              <a:gd name="connsiteY273" fmla="*/ 568293 h 5434893"/>
              <a:gd name="connsiteX274" fmla="*/ 910445 w 12208633"/>
              <a:gd name="connsiteY274" fmla="*/ 568293 h 5434893"/>
              <a:gd name="connsiteX275" fmla="*/ 910445 w 12208633"/>
              <a:gd name="connsiteY275" fmla="*/ 698035 h 5434893"/>
              <a:gd name="connsiteX276" fmla="*/ 1002590 w 12208633"/>
              <a:gd name="connsiteY276" fmla="*/ 811891 h 5434893"/>
              <a:gd name="connsiteX277" fmla="*/ 910445 w 12208633"/>
              <a:gd name="connsiteY277" fmla="*/ 925747 h 5434893"/>
              <a:gd name="connsiteX278" fmla="*/ 910445 w 12208633"/>
              <a:gd name="connsiteY278" fmla="*/ 999886 h 5434893"/>
              <a:gd name="connsiteX279" fmla="*/ 973630 w 12208633"/>
              <a:gd name="connsiteY279" fmla="*/ 999886 h 5434893"/>
              <a:gd name="connsiteX280" fmla="*/ 973630 w 12208633"/>
              <a:gd name="connsiteY280" fmla="*/ 923099 h 5434893"/>
              <a:gd name="connsiteX281" fmla="*/ 1052612 w 12208633"/>
              <a:gd name="connsiteY281" fmla="*/ 923099 h 5434893"/>
              <a:gd name="connsiteX282" fmla="*/ 1052612 w 12208633"/>
              <a:gd name="connsiteY282" fmla="*/ 822482 h 5434893"/>
              <a:gd name="connsiteX283" fmla="*/ 1223739 w 12208633"/>
              <a:gd name="connsiteY283" fmla="*/ 822482 h 5434893"/>
              <a:gd name="connsiteX284" fmla="*/ 1223739 w 12208633"/>
              <a:gd name="connsiteY284" fmla="*/ 533871 h 5434893"/>
              <a:gd name="connsiteX285" fmla="*/ 1452786 w 12208633"/>
              <a:gd name="connsiteY285" fmla="*/ 533871 h 5434893"/>
              <a:gd name="connsiteX286" fmla="*/ 1452786 w 12208633"/>
              <a:gd name="connsiteY286" fmla="*/ 827778 h 5434893"/>
              <a:gd name="connsiteX287" fmla="*/ 1687099 w 12208633"/>
              <a:gd name="connsiteY287" fmla="*/ 827778 h 5434893"/>
              <a:gd name="connsiteX288" fmla="*/ 1687099 w 12208633"/>
              <a:gd name="connsiteY288" fmla="*/ 645080 h 5434893"/>
              <a:gd name="connsiteX289" fmla="*/ 1795945 w 12208633"/>
              <a:gd name="connsiteY289" fmla="*/ 645080 h 5434893"/>
              <a:gd name="connsiteX290" fmla="*/ 1814336 w 12208633"/>
              <a:gd name="connsiteY290" fmla="*/ 645080 h 5434893"/>
              <a:gd name="connsiteX291" fmla="*/ 1814055 w 12208633"/>
              <a:gd name="connsiteY291" fmla="*/ 568843 h 5434893"/>
              <a:gd name="connsiteX292" fmla="*/ 1896602 w 12208633"/>
              <a:gd name="connsiteY292" fmla="*/ 567286 h 5434893"/>
              <a:gd name="connsiteX293" fmla="*/ 1917630 w 12208633"/>
              <a:gd name="connsiteY293" fmla="*/ 135119 h 5434893"/>
              <a:gd name="connsiteX294" fmla="*/ 2020520 w 12208633"/>
              <a:gd name="connsiteY294" fmla="*/ 135119 h 5434893"/>
              <a:gd name="connsiteX295" fmla="*/ 2040929 w 12208633"/>
              <a:gd name="connsiteY295" fmla="*/ 567805 h 5434893"/>
              <a:gd name="connsiteX296" fmla="*/ 2085058 w 12208633"/>
              <a:gd name="connsiteY296" fmla="*/ 569362 h 5434893"/>
              <a:gd name="connsiteX297" fmla="*/ 2104692 w 12208633"/>
              <a:gd name="connsiteY297" fmla="*/ 247596 h 5434893"/>
              <a:gd name="connsiteX298" fmla="*/ 2211603 w 12208633"/>
              <a:gd name="connsiteY298" fmla="*/ 247596 h 5434893"/>
              <a:gd name="connsiteX299" fmla="*/ 2230423 w 12208633"/>
              <a:gd name="connsiteY299" fmla="*/ 571958 h 5434893"/>
              <a:gd name="connsiteX300" fmla="*/ 2293761 w 12208633"/>
              <a:gd name="connsiteY300" fmla="*/ 575073 h 5434893"/>
              <a:gd name="connsiteX301" fmla="*/ 2293761 w 12208633"/>
              <a:gd name="connsiteY301" fmla="*/ 481105 h 5434893"/>
              <a:gd name="connsiteX302" fmla="*/ 2325430 w 12208633"/>
              <a:gd name="connsiteY302" fmla="*/ 425035 h 5434893"/>
              <a:gd name="connsiteX303" fmla="*/ 2333736 w 12208633"/>
              <a:gd name="connsiteY303" fmla="*/ 417248 h 5434893"/>
              <a:gd name="connsiteX304" fmla="*/ 2370078 w 12208633"/>
              <a:gd name="connsiteY304" fmla="*/ 413614 h 5434893"/>
              <a:gd name="connsiteX305" fmla="*/ 2388249 w 12208633"/>
              <a:gd name="connsiteY305" fmla="*/ 430227 h 5434893"/>
              <a:gd name="connsiteX306" fmla="*/ 2411611 w 12208633"/>
              <a:gd name="connsiteY306" fmla="*/ 474355 h 5434893"/>
              <a:gd name="connsiteX307" fmla="*/ 2428224 w 12208633"/>
              <a:gd name="connsiteY307" fmla="*/ 489411 h 5434893"/>
              <a:gd name="connsiteX308" fmla="*/ 2443799 w 12208633"/>
              <a:gd name="connsiteY308" fmla="*/ 504986 h 5434893"/>
              <a:gd name="connsiteX309" fmla="*/ 2443799 w 12208633"/>
              <a:gd name="connsiteY309" fmla="*/ 530425 h 5434893"/>
              <a:gd name="connsiteX310" fmla="*/ 2448472 w 12208633"/>
              <a:gd name="connsiteY310" fmla="*/ 538732 h 5434893"/>
              <a:gd name="connsiteX311" fmla="*/ 2454182 w 12208633"/>
              <a:gd name="connsiteY311" fmla="*/ 529906 h 5434893"/>
              <a:gd name="connsiteX312" fmla="*/ 2455740 w 12208633"/>
              <a:gd name="connsiteY312" fmla="*/ 488892 h 5434893"/>
              <a:gd name="connsiteX313" fmla="*/ 2455740 w 12208633"/>
              <a:gd name="connsiteY313" fmla="*/ 379868 h 5434893"/>
              <a:gd name="connsiteX314" fmla="*/ 2471834 w 12208633"/>
              <a:gd name="connsiteY314" fmla="*/ 361697 h 5434893"/>
              <a:gd name="connsiteX315" fmla="*/ 2590203 w 12208633"/>
              <a:gd name="connsiteY315" fmla="*/ 361697 h 5434893"/>
              <a:gd name="connsiteX316" fmla="*/ 2604220 w 12208633"/>
              <a:gd name="connsiteY316" fmla="*/ 376753 h 5434893"/>
              <a:gd name="connsiteX317" fmla="*/ 2603701 w 12208633"/>
              <a:gd name="connsiteY317" fmla="*/ 404788 h 5434893"/>
              <a:gd name="connsiteX318" fmla="*/ 2616161 w 12208633"/>
              <a:gd name="connsiteY318" fmla="*/ 425035 h 5434893"/>
              <a:gd name="connsiteX319" fmla="*/ 2648868 w 12208633"/>
              <a:gd name="connsiteY319" fmla="*/ 476951 h 5434893"/>
              <a:gd name="connsiteX320" fmla="*/ 2648868 w 12208633"/>
              <a:gd name="connsiteY320" fmla="*/ 527310 h 5434893"/>
              <a:gd name="connsiteX321" fmla="*/ 2651010 w 12208633"/>
              <a:gd name="connsiteY321" fmla="*/ 551386 h 5434893"/>
              <a:gd name="connsiteX322" fmla="*/ 2661207 w 12208633"/>
              <a:gd name="connsiteY322" fmla="*/ 552175 h 5434893"/>
              <a:gd name="connsiteX323" fmla="*/ 2661207 w 12208633"/>
              <a:gd name="connsiteY323" fmla="*/ 497877 h 5434893"/>
              <a:gd name="connsiteX324" fmla="*/ 2661207 w 12208633"/>
              <a:gd name="connsiteY324" fmla="*/ 274385 h 5434893"/>
              <a:gd name="connsiteX325" fmla="*/ 2916581 w 12208633"/>
              <a:gd name="connsiteY325" fmla="*/ 274385 h 5434893"/>
              <a:gd name="connsiteX326" fmla="*/ 2916581 w 12208633"/>
              <a:gd name="connsiteY326" fmla="*/ 623897 h 5434893"/>
              <a:gd name="connsiteX327" fmla="*/ 3103505 w 12208633"/>
              <a:gd name="connsiteY327" fmla="*/ 623897 h 5434893"/>
              <a:gd name="connsiteX328" fmla="*/ 3103505 w 12208633"/>
              <a:gd name="connsiteY328" fmla="*/ 938986 h 5434893"/>
              <a:gd name="connsiteX329" fmla="*/ 3253570 w 12208633"/>
              <a:gd name="connsiteY329" fmla="*/ 938986 h 5434893"/>
              <a:gd name="connsiteX330" fmla="*/ 3253570 w 12208633"/>
              <a:gd name="connsiteY330" fmla="*/ 833074 h 5434893"/>
              <a:gd name="connsiteX331" fmla="*/ 3458923 w 12208633"/>
              <a:gd name="connsiteY331" fmla="*/ 833074 h 5434893"/>
              <a:gd name="connsiteX332" fmla="*/ 3458923 w 12208633"/>
              <a:gd name="connsiteY332" fmla="*/ 449141 h 5434893"/>
              <a:gd name="connsiteX333" fmla="*/ 3619519 w 12208633"/>
              <a:gd name="connsiteY333" fmla="*/ 449141 h 5434893"/>
              <a:gd name="connsiteX334" fmla="*/ 3619519 w 12208633"/>
              <a:gd name="connsiteY334" fmla="*/ 822482 h 5434893"/>
              <a:gd name="connsiteX335" fmla="*/ 3716929 w 12208633"/>
              <a:gd name="connsiteY335" fmla="*/ 822482 h 5434893"/>
              <a:gd name="connsiteX336" fmla="*/ 3716929 w 12208633"/>
              <a:gd name="connsiteY336" fmla="*/ 533871 h 5434893"/>
              <a:gd name="connsiteX337" fmla="*/ 3948609 w 12208633"/>
              <a:gd name="connsiteY337" fmla="*/ 533871 h 5434893"/>
              <a:gd name="connsiteX338" fmla="*/ 3948609 w 12208633"/>
              <a:gd name="connsiteY338" fmla="*/ 827778 h 5434893"/>
              <a:gd name="connsiteX339" fmla="*/ 3952270 w 12208633"/>
              <a:gd name="connsiteY339" fmla="*/ 827778 h 5434893"/>
              <a:gd name="connsiteX340" fmla="*/ 3956368 w 12208633"/>
              <a:gd name="connsiteY340" fmla="*/ 827778 h 5434893"/>
              <a:gd name="connsiteX341" fmla="*/ 3956368 w 12208633"/>
              <a:gd name="connsiteY341" fmla="*/ 761209 h 5434893"/>
              <a:gd name="connsiteX342" fmla="*/ 3956368 w 12208633"/>
              <a:gd name="connsiteY342" fmla="*/ 714516 h 5434893"/>
              <a:gd name="connsiteX343" fmla="*/ 4000985 w 12208633"/>
              <a:gd name="connsiteY343" fmla="*/ 714516 h 5434893"/>
              <a:gd name="connsiteX344" fmla="*/ 4000985 w 12208633"/>
              <a:gd name="connsiteY344" fmla="*/ 420341 h 5434893"/>
              <a:gd name="connsiteX345" fmla="*/ 4000984 w 12208633"/>
              <a:gd name="connsiteY345" fmla="*/ 420341 h 5434893"/>
              <a:gd name="connsiteX346" fmla="*/ 4000984 w 12208633"/>
              <a:gd name="connsiteY346" fmla="*/ 339659 h 5434893"/>
              <a:gd name="connsiteX347" fmla="*/ 4071715 w 12208633"/>
              <a:gd name="connsiteY347" fmla="*/ 339659 h 5434893"/>
              <a:gd name="connsiteX348" fmla="*/ 4142446 w 12208633"/>
              <a:gd name="connsiteY348" fmla="*/ 339659 h 5434893"/>
              <a:gd name="connsiteX349" fmla="*/ 4142446 w 12208633"/>
              <a:gd name="connsiteY349" fmla="*/ 413478 h 5434893"/>
              <a:gd name="connsiteX350" fmla="*/ 4142446 w 12208633"/>
              <a:gd name="connsiteY350" fmla="*/ 413480 h 5434893"/>
              <a:gd name="connsiteX351" fmla="*/ 4142446 w 12208633"/>
              <a:gd name="connsiteY351" fmla="*/ 713686 h 5434893"/>
              <a:gd name="connsiteX352" fmla="*/ 4182921 w 12208633"/>
              <a:gd name="connsiteY352" fmla="*/ 713686 h 5434893"/>
              <a:gd name="connsiteX353" fmla="*/ 4182921 w 12208633"/>
              <a:gd name="connsiteY353" fmla="*/ 705384 h 5434893"/>
              <a:gd name="connsiteX354" fmla="*/ 4182921 w 12208633"/>
              <a:gd name="connsiteY354" fmla="*/ 645080 h 5434893"/>
              <a:gd name="connsiteX355" fmla="*/ 4214842 w 12208633"/>
              <a:gd name="connsiteY355" fmla="*/ 645080 h 5434893"/>
              <a:gd name="connsiteX356" fmla="*/ 4243942 w 12208633"/>
              <a:gd name="connsiteY356" fmla="*/ 645080 h 5434893"/>
              <a:gd name="connsiteX357" fmla="*/ 4243942 w 12208633"/>
              <a:gd name="connsiteY357" fmla="*/ 339659 h 5434893"/>
              <a:gd name="connsiteX358" fmla="*/ 4243942 w 12208633"/>
              <a:gd name="connsiteY358" fmla="*/ 249509 h 5434893"/>
              <a:gd name="connsiteX359" fmla="*/ 4288534 w 12208633"/>
              <a:gd name="connsiteY359" fmla="*/ 249509 h 5434893"/>
              <a:gd name="connsiteX360" fmla="*/ 4337854 w 12208633"/>
              <a:gd name="connsiteY360" fmla="*/ 249509 h 5434893"/>
              <a:gd name="connsiteX361" fmla="*/ 4337854 w 12208633"/>
              <a:gd name="connsiteY361" fmla="*/ 322718 h 5434893"/>
              <a:gd name="connsiteX362" fmla="*/ 4337854 w 12208633"/>
              <a:gd name="connsiteY362" fmla="*/ 322720 h 5434893"/>
              <a:gd name="connsiteX363" fmla="*/ 4337854 w 12208633"/>
              <a:gd name="connsiteY363" fmla="*/ 380000 h 5434893"/>
              <a:gd name="connsiteX364" fmla="*/ 4654875 w 12208633"/>
              <a:gd name="connsiteY364" fmla="*/ 380000 h 5434893"/>
              <a:gd name="connsiteX365" fmla="*/ 4654875 w 12208633"/>
              <a:gd name="connsiteY365" fmla="*/ 379790 h 5434893"/>
              <a:gd name="connsiteX366" fmla="*/ 4675084 w 12208633"/>
              <a:gd name="connsiteY366" fmla="*/ 379790 h 5434893"/>
              <a:gd name="connsiteX367" fmla="*/ 4675084 w 12208633"/>
              <a:gd name="connsiteY367" fmla="*/ 474896 h 5434893"/>
              <a:gd name="connsiteX368" fmla="*/ 4676745 w 12208633"/>
              <a:gd name="connsiteY368" fmla="*/ 475064 h 5434893"/>
              <a:gd name="connsiteX369" fmla="*/ 4739988 w 12208633"/>
              <a:gd name="connsiteY369" fmla="*/ 539907 h 5434893"/>
              <a:gd name="connsiteX370" fmla="*/ 4740674 w 12208633"/>
              <a:gd name="connsiteY370" fmla="*/ 547701 h 5434893"/>
              <a:gd name="connsiteX371" fmla="*/ 4741248 w 12208633"/>
              <a:gd name="connsiteY371" fmla="*/ 547701 h 5434893"/>
              <a:gd name="connsiteX372" fmla="*/ 4741248 w 12208633"/>
              <a:gd name="connsiteY372" fmla="*/ 554205 h 5434893"/>
              <a:gd name="connsiteX373" fmla="*/ 4741248 w 12208633"/>
              <a:gd name="connsiteY373" fmla="*/ 554208 h 5434893"/>
              <a:gd name="connsiteX374" fmla="*/ 4741248 w 12208633"/>
              <a:gd name="connsiteY374" fmla="*/ 739927 h 5434893"/>
              <a:gd name="connsiteX375" fmla="*/ 4764753 w 12208633"/>
              <a:gd name="connsiteY375" fmla="*/ 740400 h 5434893"/>
              <a:gd name="connsiteX376" fmla="*/ 4764753 w 12208633"/>
              <a:gd name="connsiteY376" fmla="*/ 666262 h 5434893"/>
              <a:gd name="connsiteX377" fmla="*/ 4899024 w 12208633"/>
              <a:gd name="connsiteY377" fmla="*/ 666262 h 5434893"/>
              <a:gd name="connsiteX378" fmla="*/ 4899024 w 12208633"/>
              <a:gd name="connsiteY378" fmla="*/ 735104 h 5434893"/>
              <a:gd name="connsiteX379" fmla="*/ 5028026 w 12208633"/>
              <a:gd name="connsiteY379" fmla="*/ 735104 h 5434893"/>
              <a:gd name="connsiteX380" fmla="*/ 5028026 w 12208633"/>
              <a:gd name="connsiteY380" fmla="*/ 658319 h 5434893"/>
              <a:gd name="connsiteX381" fmla="*/ 5154397 w 12208633"/>
              <a:gd name="connsiteY381" fmla="*/ 660966 h 5434893"/>
              <a:gd name="connsiteX382" fmla="*/ 5154397 w 12208633"/>
              <a:gd name="connsiteY382" fmla="*/ 369707 h 5434893"/>
              <a:gd name="connsiteX383" fmla="*/ 5409771 w 12208633"/>
              <a:gd name="connsiteY383" fmla="*/ 369707 h 5434893"/>
              <a:gd name="connsiteX384" fmla="*/ 5409771 w 12208633"/>
              <a:gd name="connsiteY384" fmla="*/ 623897 h 5434893"/>
              <a:gd name="connsiteX385" fmla="*/ 5599327 w 12208633"/>
              <a:gd name="connsiteY385" fmla="*/ 623897 h 5434893"/>
              <a:gd name="connsiteX386" fmla="*/ 5599327 w 12208633"/>
              <a:gd name="connsiteY386" fmla="*/ 681817 h 5434893"/>
              <a:gd name="connsiteX387" fmla="*/ 5599327 w 12208633"/>
              <a:gd name="connsiteY387" fmla="*/ 692743 h 5434893"/>
              <a:gd name="connsiteX388" fmla="*/ 5628967 w 12208633"/>
              <a:gd name="connsiteY388" fmla="*/ 692743 h 5434893"/>
              <a:gd name="connsiteX389" fmla="*/ 5628967 w 12208633"/>
              <a:gd name="connsiteY389" fmla="*/ 672950 h 5434893"/>
              <a:gd name="connsiteX390" fmla="*/ 5794767 w 12208633"/>
              <a:gd name="connsiteY390" fmla="*/ 672950 h 5434893"/>
              <a:gd name="connsiteX391" fmla="*/ 5794803 w 12208633"/>
              <a:gd name="connsiteY391" fmla="*/ 672943 h 5434893"/>
              <a:gd name="connsiteX392" fmla="*/ 5792189 w 12208633"/>
              <a:gd name="connsiteY392" fmla="*/ 672943 h 5434893"/>
              <a:gd name="connsiteX393" fmla="*/ 5784518 w 12208633"/>
              <a:gd name="connsiteY393" fmla="*/ 672943 h 5434893"/>
              <a:gd name="connsiteX394" fmla="*/ 5628967 w 12208633"/>
              <a:gd name="connsiteY394" fmla="*/ 672943 h 5434893"/>
              <a:gd name="connsiteX395" fmla="*/ 5792189 w 12208633"/>
              <a:gd name="connsiteY395" fmla="*/ 576196 h 5434893"/>
              <a:gd name="connsiteX396" fmla="*/ 5792189 w 12208633"/>
              <a:gd name="connsiteY396" fmla="*/ 668395 h 5434893"/>
              <a:gd name="connsiteX397" fmla="*/ 5947738 w 12208633"/>
              <a:gd name="connsiteY397" fmla="*/ 576196 h 5434893"/>
              <a:gd name="connsiteX398" fmla="*/ 5947738 w 12208633"/>
              <a:gd name="connsiteY398" fmla="*/ 668395 h 5434893"/>
              <a:gd name="connsiteX399" fmla="*/ 6103287 w 12208633"/>
              <a:gd name="connsiteY399" fmla="*/ 576196 h 5434893"/>
              <a:gd name="connsiteX400" fmla="*/ 6103287 w 12208633"/>
              <a:gd name="connsiteY400" fmla="*/ 668395 h 5434893"/>
              <a:gd name="connsiteX401" fmla="*/ 6258836 w 12208633"/>
              <a:gd name="connsiteY401" fmla="*/ 576196 h 5434893"/>
              <a:gd name="connsiteX402" fmla="*/ 6258836 w 12208633"/>
              <a:gd name="connsiteY402" fmla="*/ 672943 h 5434893"/>
              <a:gd name="connsiteX403" fmla="*/ 6154820 w 12208633"/>
              <a:gd name="connsiteY403" fmla="*/ 672943 h 5434893"/>
              <a:gd name="connsiteX404" fmla="*/ 6154820 w 12208633"/>
              <a:gd name="connsiteY404" fmla="*/ 672950 h 5434893"/>
              <a:gd name="connsiteX405" fmla="*/ 6258836 w 12208633"/>
              <a:gd name="connsiteY405" fmla="*/ 672950 h 5434893"/>
              <a:gd name="connsiteX406" fmla="*/ 6258836 w 12208633"/>
              <a:gd name="connsiteY406" fmla="*/ 708560 h 5434893"/>
              <a:gd name="connsiteX407" fmla="*/ 6258836 w 12208633"/>
              <a:gd name="connsiteY407" fmla="*/ 726328 h 5434893"/>
              <a:gd name="connsiteX408" fmla="*/ 6349534 w 12208633"/>
              <a:gd name="connsiteY408" fmla="*/ 726328 h 5434893"/>
              <a:gd name="connsiteX409" fmla="*/ 6354387 w 12208633"/>
              <a:gd name="connsiteY409" fmla="*/ 721669 h 5434893"/>
              <a:gd name="connsiteX410" fmla="*/ 6354387 w 12208633"/>
              <a:gd name="connsiteY410" fmla="*/ 653142 h 5434893"/>
              <a:gd name="connsiteX411" fmla="*/ 6351863 w 12208633"/>
              <a:gd name="connsiteY411" fmla="*/ 648482 h 5434893"/>
              <a:gd name="connsiteX412" fmla="*/ 6352251 w 12208633"/>
              <a:gd name="connsiteY412" fmla="*/ 641882 h 5434893"/>
              <a:gd name="connsiteX413" fmla="*/ 6354581 w 12208633"/>
              <a:gd name="connsiteY413" fmla="*/ 638194 h 5434893"/>
              <a:gd name="connsiteX414" fmla="*/ 6354581 w 12208633"/>
              <a:gd name="connsiteY414" fmla="*/ 589854 h 5434893"/>
              <a:gd name="connsiteX415" fmla="*/ 6351863 w 12208633"/>
              <a:gd name="connsiteY415" fmla="*/ 585584 h 5434893"/>
              <a:gd name="connsiteX416" fmla="*/ 6351863 w 12208633"/>
              <a:gd name="connsiteY416" fmla="*/ 579954 h 5434893"/>
              <a:gd name="connsiteX417" fmla="*/ 6354581 w 12208633"/>
              <a:gd name="connsiteY417" fmla="*/ 574712 h 5434893"/>
              <a:gd name="connsiteX418" fmla="*/ 6354581 w 12208633"/>
              <a:gd name="connsiteY418" fmla="*/ 528121 h 5434893"/>
              <a:gd name="connsiteX419" fmla="*/ 6351669 w 12208633"/>
              <a:gd name="connsiteY419" fmla="*/ 522879 h 5434893"/>
              <a:gd name="connsiteX420" fmla="*/ 6351863 w 12208633"/>
              <a:gd name="connsiteY420" fmla="*/ 516473 h 5434893"/>
              <a:gd name="connsiteX421" fmla="*/ 6354387 w 12208633"/>
              <a:gd name="connsiteY421" fmla="*/ 511814 h 5434893"/>
              <a:gd name="connsiteX422" fmla="*/ 6354387 w 12208633"/>
              <a:gd name="connsiteY422" fmla="*/ 465999 h 5434893"/>
              <a:gd name="connsiteX423" fmla="*/ 6351475 w 12208633"/>
              <a:gd name="connsiteY423" fmla="*/ 460952 h 5434893"/>
              <a:gd name="connsiteX424" fmla="*/ 6351863 w 12208633"/>
              <a:gd name="connsiteY424" fmla="*/ 454545 h 5434893"/>
              <a:gd name="connsiteX425" fmla="*/ 6354387 w 12208633"/>
              <a:gd name="connsiteY425" fmla="*/ 450469 h 5434893"/>
              <a:gd name="connsiteX426" fmla="*/ 6354387 w 12208633"/>
              <a:gd name="connsiteY426" fmla="*/ 402130 h 5434893"/>
              <a:gd name="connsiteX427" fmla="*/ 6351863 w 12208633"/>
              <a:gd name="connsiteY427" fmla="*/ 398054 h 5434893"/>
              <a:gd name="connsiteX428" fmla="*/ 6352057 w 12208633"/>
              <a:gd name="connsiteY428" fmla="*/ 391453 h 5434893"/>
              <a:gd name="connsiteX429" fmla="*/ 6354387 w 12208633"/>
              <a:gd name="connsiteY429" fmla="*/ 387182 h 5434893"/>
              <a:gd name="connsiteX430" fmla="*/ 6354387 w 12208633"/>
              <a:gd name="connsiteY430" fmla="*/ 340591 h 5434893"/>
              <a:gd name="connsiteX431" fmla="*/ 6351863 w 12208633"/>
              <a:gd name="connsiteY431" fmla="*/ 335932 h 5434893"/>
              <a:gd name="connsiteX432" fmla="*/ 6352251 w 12208633"/>
              <a:gd name="connsiteY432" fmla="*/ 329331 h 5434893"/>
              <a:gd name="connsiteX433" fmla="*/ 6354581 w 12208633"/>
              <a:gd name="connsiteY433" fmla="*/ 325643 h 5434893"/>
              <a:gd name="connsiteX434" fmla="*/ 6354581 w 12208633"/>
              <a:gd name="connsiteY434" fmla="*/ 277304 h 5434893"/>
              <a:gd name="connsiteX435" fmla="*/ 6351863 w 12208633"/>
              <a:gd name="connsiteY435" fmla="*/ 273227 h 5434893"/>
              <a:gd name="connsiteX436" fmla="*/ 6349922 w 12208633"/>
              <a:gd name="connsiteY436" fmla="*/ 269539 h 5434893"/>
              <a:gd name="connsiteX437" fmla="*/ 6353610 w 12208633"/>
              <a:gd name="connsiteY437" fmla="*/ 267209 h 5434893"/>
              <a:gd name="connsiteX438" fmla="*/ 6357299 w 12208633"/>
              <a:gd name="connsiteY438" fmla="*/ 267209 h 5434893"/>
              <a:gd name="connsiteX439" fmla="*/ 6426409 w 12208633"/>
              <a:gd name="connsiteY439" fmla="*/ 267209 h 5434893"/>
              <a:gd name="connsiteX440" fmla="*/ 6430680 w 12208633"/>
              <a:gd name="connsiteY440" fmla="*/ 267209 h 5434893"/>
              <a:gd name="connsiteX441" fmla="*/ 6433980 w 12208633"/>
              <a:gd name="connsiteY441" fmla="*/ 270704 h 5434893"/>
              <a:gd name="connsiteX442" fmla="*/ 6430486 w 12208633"/>
              <a:gd name="connsiteY442" fmla="*/ 273033 h 5434893"/>
              <a:gd name="connsiteX443" fmla="*/ 6427962 w 12208633"/>
              <a:gd name="connsiteY443" fmla="*/ 273033 h 5434893"/>
              <a:gd name="connsiteX444" fmla="*/ 6427768 w 12208633"/>
              <a:gd name="connsiteY444" fmla="*/ 274198 h 5434893"/>
              <a:gd name="connsiteX445" fmla="*/ 6427768 w 12208633"/>
              <a:gd name="connsiteY445" fmla="*/ 329137 h 5434893"/>
              <a:gd name="connsiteX446" fmla="*/ 6430874 w 12208633"/>
              <a:gd name="connsiteY446" fmla="*/ 329331 h 5434893"/>
              <a:gd name="connsiteX447" fmla="*/ 6433786 w 12208633"/>
              <a:gd name="connsiteY447" fmla="*/ 332438 h 5434893"/>
              <a:gd name="connsiteX448" fmla="*/ 6430874 w 12208633"/>
              <a:gd name="connsiteY448" fmla="*/ 336126 h 5434893"/>
              <a:gd name="connsiteX449" fmla="*/ 6427768 w 12208633"/>
              <a:gd name="connsiteY449" fmla="*/ 336320 h 5434893"/>
              <a:gd name="connsiteX450" fmla="*/ 6427768 w 12208633"/>
              <a:gd name="connsiteY450" fmla="*/ 391259 h 5434893"/>
              <a:gd name="connsiteX451" fmla="*/ 6430874 w 12208633"/>
              <a:gd name="connsiteY451" fmla="*/ 391453 h 5434893"/>
              <a:gd name="connsiteX452" fmla="*/ 6433786 w 12208633"/>
              <a:gd name="connsiteY452" fmla="*/ 395142 h 5434893"/>
              <a:gd name="connsiteX453" fmla="*/ 6430874 w 12208633"/>
              <a:gd name="connsiteY453" fmla="*/ 398248 h 5434893"/>
              <a:gd name="connsiteX454" fmla="*/ 6427768 w 12208633"/>
              <a:gd name="connsiteY454" fmla="*/ 398248 h 5434893"/>
              <a:gd name="connsiteX455" fmla="*/ 6427768 w 12208633"/>
              <a:gd name="connsiteY455" fmla="*/ 454351 h 5434893"/>
              <a:gd name="connsiteX456" fmla="*/ 6430874 w 12208633"/>
              <a:gd name="connsiteY456" fmla="*/ 454545 h 5434893"/>
              <a:gd name="connsiteX457" fmla="*/ 6433786 w 12208633"/>
              <a:gd name="connsiteY457" fmla="*/ 457652 h 5434893"/>
              <a:gd name="connsiteX458" fmla="*/ 6430874 w 12208633"/>
              <a:gd name="connsiteY458" fmla="*/ 461340 h 5434893"/>
              <a:gd name="connsiteX459" fmla="*/ 6427768 w 12208633"/>
              <a:gd name="connsiteY459" fmla="*/ 461534 h 5434893"/>
              <a:gd name="connsiteX460" fmla="*/ 6427574 w 12208633"/>
              <a:gd name="connsiteY460" fmla="*/ 461534 h 5434893"/>
              <a:gd name="connsiteX461" fmla="*/ 6427574 w 12208633"/>
              <a:gd name="connsiteY461" fmla="*/ 461728 h 5434893"/>
              <a:gd name="connsiteX462" fmla="*/ 6427768 w 12208633"/>
              <a:gd name="connsiteY462" fmla="*/ 461728 h 5434893"/>
              <a:gd name="connsiteX463" fmla="*/ 6427768 w 12208633"/>
              <a:gd name="connsiteY463" fmla="*/ 516667 h 5434893"/>
              <a:gd name="connsiteX464" fmla="*/ 6430874 w 12208633"/>
              <a:gd name="connsiteY464" fmla="*/ 516861 h 5434893"/>
              <a:gd name="connsiteX465" fmla="*/ 6433786 w 12208633"/>
              <a:gd name="connsiteY465" fmla="*/ 520550 h 5434893"/>
              <a:gd name="connsiteX466" fmla="*/ 6430874 w 12208633"/>
              <a:gd name="connsiteY466" fmla="*/ 523656 h 5434893"/>
              <a:gd name="connsiteX467" fmla="*/ 6427768 w 12208633"/>
              <a:gd name="connsiteY467" fmla="*/ 523850 h 5434893"/>
              <a:gd name="connsiteX468" fmla="*/ 6427768 w 12208633"/>
              <a:gd name="connsiteY468" fmla="*/ 579954 h 5434893"/>
              <a:gd name="connsiteX469" fmla="*/ 6431457 w 12208633"/>
              <a:gd name="connsiteY469" fmla="*/ 580148 h 5434893"/>
              <a:gd name="connsiteX470" fmla="*/ 6433786 w 12208633"/>
              <a:gd name="connsiteY470" fmla="*/ 583254 h 5434893"/>
              <a:gd name="connsiteX471" fmla="*/ 6431263 w 12208633"/>
              <a:gd name="connsiteY471" fmla="*/ 585972 h 5434893"/>
              <a:gd name="connsiteX472" fmla="*/ 6427768 w 12208633"/>
              <a:gd name="connsiteY472" fmla="*/ 587137 h 5434893"/>
              <a:gd name="connsiteX473" fmla="*/ 6427768 w 12208633"/>
              <a:gd name="connsiteY473" fmla="*/ 642076 h 5434893"/>
              <a:gd name="connsiteX474" fmla="*/ 6430874 w 12208633"/>
              <a:gd name="connsiteY474" fmla="*/ 642270 h 5434893"/>
              <a:gd name="connsiteX475" fmla="*/ 6433786 w 12208633"/>
              <a:gd name="connsiteY475" fmla="*/ 645959 h 5434893"/>
              <a:gd name="connsiteX476" fmla="*/ 6430874 w 12208633"/>
              <a:gd name="connsiteY476" fmla="*/ 649065 h 5434893"/>
              <a:gd name="connsiteX477" fmla="*/ 6427768 w 12208633"/>
              <a:gd name="connsiteY477" fmla="*/ 649259 h 5434893"/>
              <a:gd name="connsiteX478" fmla="*/ 6427768 w 12208633"/>
              <a:gd name="connsiteY478" fmla="*/ 727687 h 5434893"/>
              <a:gd name="connsiteX479" fmla="*/ 6450870 w 12208633"/>
              <a:gd name="connsiteY479" fmla="*/ 727881 h 5434893"/>
              <a:gd name="connsiteX480" fmla="*/ 6519204 w 12208633"/>
              <a:gd name="connsiteY480" fmla="*/ 727687 h 5434893"/>
              <a:gd name="connsiteX481" fmla="*/ 6519398 w 12208633"/>
              <a:gd name="connsiteY481" fmla="*/ 688473 h 5434893"/>
              <a:gd name="connsiteX482" fmla="*/ 6519398 w 12208633"/>
              <a:gd name="connsiteY482" fmla="*/ 649259 h 5434893"/>
              <a:gd name="connsiteX483" fmla="*/ 6516874 w 12208633"/>
              <a:gd name="connsiteY483" fmla="*/ 649259 h 5434893"/>
              <a:gd name="connsiteX484" fmla="*/ 6513186 w 12208633"/>
              <a:gd name="connsiteY484" fmla="*/ 645570 h 5434893"/>
              <a:gd name="connsiteX485" fmla="*/ 6516680 w 12208633"/>
              <a:gd name="connsiteY485" fmla="*/ 642270 h 5434893"/>
              <a:gd name="connsiteX486" fmla="*/ 6519204 w 12208633"/>
              <a:gd name="connsiteY486" fmla="*/ 642270 h 5434893"/>
              <a:gd name="connsiteX487" fmla="*/ 6519204 w 12208633"/>
              <a:gd name="connsiteY487" fmla="*/ 586166 h 5434893"/>
              <a:gd name="connsiteX488" fmla="*/ 6518039 w 12208633"/>
              <a:gd name="connsiteY488" fmla="*/ 586166 h 5434893"/>
              <a:gd name="connsiteX489" fmla="*/ 6513574 w 12208633"/>
              <a:gd name="connsiteY489" fmla="*/ 583448 h 5434893"/>
              <a:gd name="connsiteX490" fmla="*/ 6518039 w 12208633"/>
              <a:gd name="connsiteY490" fmla="*/ 580148 h 5434893"/>
              <a:gd name="connsiteX491" fmla="*/ 6519204 w 12208633"/>
              <a:gd name="connsiteY491" fmla="*/ 580148 h 5434893"/>
              <a:gd name="connsiteX492" fmla="*/ 6519204 w 12208633"/>
              <a:gd name="connsiteY492" fmla="*/ 524044 h 5434893"/>
              <a:gd name="connsiteX493" fmla="*/ 6516098 w 12208633"/>
              <a:gd name="connsiteY493" fmla="*/ 523850 h 5434893"/>
              <a:gd name="connsiteX494" fmla="*/ 6513186 w 12208633"/>
              <a:gd name="connsiteY494" fmla="*/ 520550 h 5434893"/>
              <a:gd name="connsiteX495" fmla="*/ 6516292 w 12208633"/>
              <a:gd name="connsiteY495" fmla="*/ 516861 h 5434893"/>
              <a:gd name="connsiteX496" fmla="*/ 6519398 w 12208633"/>
              <a:gd name="connsiteY496" fmla="*/ 516667 h 5434893"/>
              <a:gd name="connsiteX497" fmla="*/ 6519398 w 12208633"/>
              <a:gd name="connsiteY497" fmla="*/ 461728 h 5434893"/>
              <a:gd name="connsiteX498" fmla="*/ 6518815 w 12208633"/>
              <a:gd name="connsiteY498" fmla="*/ 461728 h 5434893"/>
              <a:gd name="connsiteX499" fmla="*/ 6513574 w 12208633"/>
              <a:gd name="connsiteY499" fmla="*/ 457263 h 5434893"/>
              <a:gd name="connsiteX500" fmla="*/ 6519398 w 12208633"/>
              <a:gd name="connsiteY500" fmla="*/ 454545 h 5434893"/>
              <a:gd name="connsiteX501" fmla="*/ 6519398 w 12208633"/>
              <a:gd name="connsiteY501" fmla="*/ 398442 h 5434893"/>
              <a:gd name="connsiteX502" fmla="*/ 6513574 w 12208633"/>
              <a:gd name="connsiteY502" fmla="*/ 395724 h 5434893"/>
              <a:gd name="connsiteX503" fmla="*/ 6519592 w 12208633"/>
              <a:gd name="connsiteY503" fmla="*/ 391259 h 5434893"/>
              <a:gd name="connsiteX504" fmla="*/ 6519592 w 12208633"/>
              <a:gd name="connsiteY504" fmla="*/ 336320 h 5434893"/>
              <a:gd name="connsiteX505" fmla="*/ 6517845 w 12208633"/>
              <a:gd name="connsiteY505" fmla="*/ 336320 h 5434893"/>
              <a:gd name="connsiteX506" fmla="*/ 6513574 w 12208633"/>
              <a:gd name="connsiteY506" fmla="*/ 332826 h 5434893"/>
              <a:gd name="connsiteX507" fmla="*/ 6517845 w 12208633"/>
              <a:gd name="connsiteY507" fmla="*/ 329331 h 5434893"/>
              <a:gd name="connsiteX508" fmla="*/ 6519592 w 12208633"/>
              <a:gd name="connsiteY508" fmla="*/ 329331 h 5434893"/>
              <a:gd name="connsiteX509" fmla="*/ 6519592 w 12208633"/>
              <a:gd name="connsiteY509" fmla="*/ 274586 h 5434893"/>
              <a:gd name="connsiteX510" fmla="*/ 6515709 w 12208633"/>
              <a:gd name="connsiteY510" fmla="*/ 273033 h 5434893"/>
              <a:gd name="connsiteX511" fmla="*/ 6513574 w 12208633"/>
              <a:gd name="connsiteY511" fmla="*/ 269927 h 5434893"/>
              <a:gd name="connsiteX512" fmla="*/ 6516486 w 12208633"/>
              <a:gd name="connsiteY512" fmla="*/ 267404 h 5434893"/>
              <a:gd name="connsiteX513" fmla="*/ 6520174 w 12208633"/>
              <a:gd name="connsiteY513" fmla="*/ 267209 h 5434893"/>
              <a:gd name="connsiteX514" fmla="*/ 6591809 w 12208633"/>
              <a:gd name="connsiteY514" fmla="*/ 267209 h 5434893"/>
              <a:gd name="connsiteX515" fmla="*/ 6594332 w 12208633"/>
              <a:gd name="connsiteY515" fmla="*/ 267209 h 5434893"/>
              <a:gd name="connsiteX516" fmla="*/ 6598409 w 12208633"/>
              <a:gd name="connsiteY516" fmla="*/ 269733 h 5434893"/>
              <a:gd name="connsiteX517" fmla="*/ 6596274 w 12208633"/>
              <a:gd name="connsiteY517" fmla="*/ 273227 h 5434893"/>
              <a:gd name="connsiteX518" fmla="*/ 6593556 w 12208633"/>
              <a:gd name="connsiteY518" fmla="*/ 277110 h 5434893"/>
              <a:gd name="connsiteX519" fmla="*/ 6593556 w 12208633"/>
              <a:gd name="connsiteY519" fmla="*/ 325449 h 5434893"/>
              <a:gd name="connsiteX520" fmla="*/ 6596079 w 12208633"/>
              <a:gd name="connsiteY520" fmla="*/ 329525 h 5434893"/>
              <a:gd name="connsiteX521" fmla="*/ 6595885 w 12208633"/>
              <a:gd name="connsiteY521" fmla="*/ 336126 h 5434893"/>
              <a:gd name="connsiteX522" fmla="*/ 6593556 w 12208633"/>
              <a:gd name="connsiteY522" fmla="*/ 340397 h 5434893"/>
              <a:gd name="connsiteX523" fmla="*/ 6593556 w 12208633"/>
              <a:gd name="connsiteY523" fmla="*/ 386988 h 5434893"/>
              <a:gd name="connsiteX524" fmla="*/ 6596079 w 12208633"/>
              <a:gd name="connsiteY524" fmla="*/ 391647 h 5434893"/>
              <a:gd name="connsiteX525" fmla="*/ 6595691 w 12208633"/>
              <a:gd name="connsiteY525" fmla="*/ 398442 h 5434893"/>
              <a:gd name="connsiteX526" fmla="*/ 6593556 w 12208633"/>
              <a:gd name="connsiteY526" fmla="*/ 402324 h 5434893"/>
              <a:gd name="connsiteX527" fmla="*/ 6593556 w 12208633"/>
              <a:gd name="connsiteY527" fmla="*/ 419020 h 5434893"/>
              <a:gd name="connsiteX528" fmla="*/ 6593556 w 12208633"/>
              <a:gd name="connsiteY528" fmla="*/ 449498 h 5434893"/>
              <a:gd name="connsiteX529" fmla="*/ 6596662 w 12208633"/>
              <a:gd name="connsiteY529" fmla="*/ 454934 h 5434893"/>
              <a:gd name="connsiteX530" fmla="*/ 6596662 w 12208633"/>
              <a:gd name="connsiteY530" fmla="*/ 460952 h 5434893"/>
              <a:gd name="connsiteX531" fmla="*/ 6593362 w 12208633"/>
              <a:gd name="connsiteY531" fmla="*/ 467746 h 5434893"/>
              <a:gd name="connsiteX532" fmla="*/ 6593362 w 12208633"/>
              <a:gd name="connsiteY532" fmla="*/ 510649 h 5434893"/>
              <a:gd name="connsiteX533" fmla="*/ 6596662 w 12208633"/>
              <a:gd name="connsiteY533" fmla="*/ 517444 h 5434893"/>
              <a:gd name="connsiteX534" fmla="*/ 6596468 w 12208633"/>
              <a:gd name="connsiteY534" fmla="*/ 523462 h 5434893"/>
              <a:gd name="connsiteX535" fmla="*/ 6593362 w 12208633"/>
              <a:gd name="connsiteY535" fmla="*/ 528315 h 5434893"/>
              <a:gd name="connsiteX536" fmla="*/ 6593362 w 12208633"/>
              <a:gd name="connsiteY536" fmla="*/ 561706 h 5434893"/>
              <a:gd name="connsiteX537" fmla="*/ 6593362 w 12208633"/>
              <a:gd name="connsiteY537" fmla="*/ 575489 h 5434893"/>
              <a:gd name="connsiteX538" fmla="*/ 6596079 w 12208633"/>
              <a:gd name="connsiteY538" fmla="*/ 579954 h 5434893"/>
              <a:gd name="connsiteX539" fmla="*/ 6596274 w 12208633"/>
              <a:gd name="connsiteY539" fmla="*/ 585584 h 5434893"/>
              <a:gd name="connsiteX540" fmla="*/ 6593167 w 12208633"/>
              <a:gd name="connsiteY540" fmla="*/ 590437 h 5434893"/>
              <a:gd name="connsiteX541" fmla="*/ 6593167 w 12208633"/>
              <a:gd name="connsiteY541" fmla="*/ 621498 h 5434893"/>
              <a:gd name="connsiteX542" fmla="*/ 6593167 w 12208633"/>
              <a:gd name="connsiteY542" fmla="*/ 637611 h 5434893"/>
              <a:gd name="connsiteX543" fmla="*/ 6595885 w 12208633"/>
              <a:gd name="connsiteY543" fmla="*/ 642270 h 5434893"/>
              <a:gd name="connsiteX544" fmla="*/ 6595885 w 12208633"/>
              <a:gd name="connsiteY544" fmla="*/ 648676 h 5434893"/>
              <a:gd name="connsiteX545" fmla="*/ 6593167 w 12208633"/>
              <a:gd name="connsiteY545" fmla="*/ 653918 h 5434893"/>
              <a:gd name="connsiteX546" fmla="*/ 6593167 w 12208633"/>
              <a:gd name="connsiteY546" fmla="*/ 721863 h 5434893"/>
              <a:gd name="connsiteX547" fmla="*/ 6598021 w 12208633"/>
              <a:gd name="connsiteY547" fmla="*/ 726716 h 5434893"/>
              <a:gd name="connsiteX548" fmla="*/ 6698387 w 12208633"/>
              <a:gd name="connsiteY548" fmla="*/ 726716 h 5434893"/>
              <a:gd name="connsiteX549" fmla="*/ 6703434 w 12208633"/>
              <a:gd name="connsiteY549" fmla="*/ 720892 h 5434893"/>
              <a:gd name="connsiteX550" fmla="*/ 6703434 w 12208633"/>
              <a:gd name="connsiteY550" fmla="*/ 606356 h 5434893"/>
              <a:gd name="connsiteX551" fmla="*/ 6703434 w 12208633"/>
              <a:gd name="connsiteY551" fmla="*/ 538992 h 5434893"/>
              <a:gd name="connsiteX552" fmla="*/ 6704405 w 12208633"/>
              <a:gd name="connsiteY552" fmla="*/ 532004 h 5434893"/>
              <a:gd name="connsiteX553" fmla="*/ 6704599 w 12208633"/>
              <a:gd name="connsiteY553" fmla="*/ 540351 h 5434893"/>
              <a:gd name="connsiteX554" fmla="*/ 6704599 w 12208633"/>
              <a:gd name="connsiteY554" fmla="*/ 719145 h 5434893"/>
              <a:gd name="connsiteX555" fmla="*/ 6704405 w 12208633"/>
              <a:gd name="connsiteY555" fmla="*/ 727493 h 5434893"/>
              <a:gd name="connsiteX556" fmla="*/ 6705181 w 12208633"/>
              <a:gd name="connsiteY556" fmla="*/ 727493 h 5434893"/>
              <a:gd name="connsiteX557" fmla="*/ 6704987 w 12208633"/>
              <a:gd name="connsiteY557" fmla="*/ 727299 h 5434893"/>
              <a:gd name="connsiteX558" fmla="*/ 6704987 w 12208633"/>
              <a:gd name="connsiteY558" fmla="*/ 535498 h 5434893"/>
              <a:gd name="connsiteX559" fmla="*/ 6705375 w 12208633"/>
              <a:gd name="connsiteY559" fmla="*/ 532004 h 5434893"/>
              <a:gd name="connsiteX560" fmla="*/ 6753132 w 12208633"/>
              <a:gd name="connsiteY560" fmla="*/ 490460 h 5434893"/>
              <a:gd name="connsiteX561" fmla="*/ 6799917 w 12208633"/>
              <a:gd name="connsiteY561" fmla="*/ 535304 h 5434893"/>
              <a:gd name="connsiteX562" fmla="*/ 6799917 w 12208633"/>
              <a:gd name="connsiteY562" fmla="*/ 681290 h 5434893"/>
              <a:gd name="connsiteX563" fmla="*/ 6799917 w 12208633"/>
              <a:gd name="connsiteY563" fmla="*/ 817181 h 5434893"/>
              <a:gd name="connsiteX564" fmla="*/ 6801858 w 12208633"/>
              <a:gd name="connsiteY564" fmla="*/ 823976 h 5434893"/>
              <a:gd name="connsiteX565" fmla="*/ 6814283 w 12208633"/>
              <a:gd name="connsiteY565" fmla="*/ 798933 h 5434893"/>
              <a:gd name="connsiteX566" fmla="*/ 6817389 w 12208633"/>
              <a:gd name="connsiteY566" fmla="*/ 787673 h 5434893"/>
              <a:gd name="connsiteX567" fmla="*/ 6817389 w 12208633"/>
              <a:gd name="connsiteY567" fmla="*/ 586749 h 5434893"/>
              <a:gd name="connsiteX568" fmla="*/ 6817389 w 12208633"/>
              <a:gd name="connsiteY568" fmla="*/ 537245 h 5434893"/>
              <a:gd name="connsiteX569" fmla="*/ 6856991 w 12208633"/>
              <a:gd name="connsiteY569" fmla="*/ 490460 h 5434893"/>
              <a:gd name="connsiteX570" fmla="*/ 6865339 w 12208633"/>
              <a:gd name="connsiteY570" fmla="*/ 490265 h 5434893"/>
              <a:gd name="connsiteX571" fmla="*/ 6912125 w 12208633"/>
              <a:gd name="connsiteY571" fmla="*/ 535110 h 5434893"/>
              <a:gd name="connsiteX572" fmla="*/ 6912125 w 12208633"/>
              <a:gd name="connsiteY572" fmla="*/ 713904 h 5434893"/>
              <a:gd name="connsiteX573" fmla="*/ 6912125 w 12208633"/>
              <a:gd name="connsiteY573" fmla="*/ 719339 h 5434893"/>
              <a:gd name="connsiteX574" fmla="*/ 6915425 w 12208633"/>
              <a:gd name="connsiteY574" fmla="*/ 721669 h 5434893"/>
              <a:gd name="connsiteX575" fmla="*/ 6980847 w 12208633"/>
              <a:gd name="connsiteY575" fmla="*/ 716039 h 5434893"/>
              <a:gd name="connsiteX576" fmla="*/ 7121398 w 12208633"/>
              <a:gd name="connsiteY576" fmla="*/ 816793 h 5434893"/>
              <a:gd name="connsiteX577" fmla="*/ 7130134 w 12208633"/>
              <a:gd name="connsiteY577" fmla="*/ 840865 h 5434893"/>
              <a:gd name="connsiteX578" fmla="*/ 7133434 w 12208633"/>
              <a:gd name="connsiteY578" fmla="*/ 842224 h 5434893"/>
              <a:gd name="connsiteX579" fmla="*/ 7143140 w 12208633"/>
              <a:gd name="connsiteY579" fmla="*/ 854066 h 5434893"/>
              <a:gd name="connsiteX580" fmla="*/ 7143162 w 12208633"/>
              <a:gd name="connsiteY580" fmla="*/ 858635 h 5434893"/>
              <a:gd name="connsiteX581" fmla="*/ 7363499 w 12208633"/>
              <a:gd name="connsiteY581" fmla="*/ 801441 h 5434893"/>
              <a:gd name="connsiteX582" fmla="*/ 7367909 w 12208633"/>
              <a:gd name="connsiteY582" fmla="*/ 799551 h 5434893"/>
              <a:gd name="connsiteX583" fmla="*/ 7367909 w 12208633"/>
              <a:gd name="connsiteY583" fmla="*/ 792936 h 5434893"/>
              <a:gd name="connsiteX584" fmla="*/ 7362239 w 12208633"/>
              <a:gd name="connsiteY584" fmla="*/ 782541 h 5434893"/>
              <a:gd name="connsiteX585" fmla="*/ 7360349 w 12208633"/>
              <a:gd name="connsiteY585" fmla="*/ 769312 h 5434893"/>
              <a:gd name="connsiteX586" fmla="*/ 7365389 w 12208633"/>
              <a:gd name="connsiteY586" fmla="*/ 769627 h 5434893"/>
              <a:gd name="connsiteX587" fmla="*/ 7368854 w 12208633"/>
              <a:gd name="connsiteY587" fmla="*/ 770257 h 5434893"/>
              <a:gd name="connsiteX588" fmla="*/ 7374839 w 12208633"/>
              <a:gd name="connsiteY588" fmla="*/ 772777 h 5434893"/>
              <a:gd name="connsiteX589" fmla="*/ 7378304 w 12208633"/>
              <a:gd name="connsiteY589" fmla="*/ 768682 h 5434893"/>
              <a:gd name="connsiteX590" fmla="*/ 7381769 w 12208633"/>
              <a:gd name="connsiteY590" fmla="*/ 768367 h 5434893"/>
              <a:gd name="connsiteX591" fmla="*/ 7387439 w 12208633"/>
              <a:gd name="connsiteY591" fmla="*/ 768682 h 5434893"/>
              <a:gd name="connsiteX592" fmla="*/ 7392164 w 12208633"/>
              <a:gd name="connsiteY592" fmla="*/ 772462 h 5434893"/>
              <a:gd name="connsiteX593" fmla="*/ 7401299 w 12208633"/>
              <a:gd name="connsiteY593" fmla="*/ 770257 h 5434893"/>
              <a:gd name="connsiteX594" fmla="*/ 7403819 w 12208633"/>
              <a:gd name="connsiteY594" fmla="*/ 768997 h 5434893"/>
              <a:gd name="connsiteX595" fmla="*/ 7409488 w 12208633"/>
              <a:gd name="connsiteY595" fmla="*/ 772462 h 5434893"/>
              <a:gd name="connsiteX596" fmla="*/ 7416103 w 12208633"/>
              <a:gd name="connsiteY596" fmla="*/ 767737 h 5434893"/>
              <a:gd name="connsiteX597" fmla="*/ 7417993 w 12208633"/>
              <a:gd name="connsiteY597" fmla="*/ 769627 h 5434893"/>
              <a:gd name="connsiteX598" fmla="*/ 7413268 w 12208633"/>
              <a:gd name="connsiteY598" fmla="*/ 784116 h 5434893"/>
              <a:gd name="connsiteX599" fmla="*/ 7413268 w 12208633"/>
              <a:gd name="connsiteY599" fmla="*/ 788211 h 5434893"/>
              <a:gd name="connsiteX600" fmla="*/ 7501152 w 12208633"/>
              <a:gd name="connsiteY600" fmla="*/ 765847 h 5434893"/>
              <a:gd name="connsiteX601" fmla="*/ 7648884 w 12208633"/>
              <a:gd name="connsiteY601" fmla="*/ 727417 h 5434893"/>
              <a:gd name="connsiteX602" fmla="*/ 7662113 w 12208633"/>
              <a:gd name="connsiteY602" fmla="*/ 727417 h 5434893"/>
              <a:gd name="connsiteX603" fmla="*/ 7687313 w 12208633"/>
              <a:gd name="connsiteY603" fmla="*/ 733402 h 5434893"/>
              <a:gd name="connsiteX604" fmla="*/ 7687313 w 12208633"/>
              <a:gd name="connsiteY604" fmla="*/ 535272 h 5434893"/>
              <a:gd name="connsiteX605" fmla="*/ 7687313 w 12208633"/>
              <a:gd name="connsiteY605" fmla="*/ 411795 h 5434893"/>
              <a:gd name="connsiteX606" fmla="*/ 7696133 w 12208633"/>
              <a:gd name="connsiteY606" fmla="*/ 402660 h 5434893"/>
              <a:gd name="connsiteX607" fmla="*/ 7710622 w 12208633"/>
              <a:gd name="connsiteY607" fmla="*/ 402975 h 5434893"/>
              <a:gd name="connsiteX608" fmla="*/ 7727002 w 12208633"/>
              <a:gd name="connsiteY608" fmla="*/ 402660 h 5434893"/>
              <a:gd name="connsiteX609" fmla="*/ 7732042 w 12208633"/>
              <a:gd name="connsiteY609" fmla="*/ 408015 h 5434893"/>
              <a:gd name="connsiteX610" fmla="*/ 7732042 w 12208633"/>
              <a:gd name="connsiteY610" fmla="*/ 411795 h 5434893"/>
              <a:gd name="connsiteX611" fmla="*/ 7732042 w 12208633"/>
              <a:gd name="connsiteY611" fmla="*/ 745057 h 5434893"/>
              <a:gd name="connsiteX612" fmla="*/ 7769211 w 12208633"/>
              <a:gd name="connsiteY612" fmla="*/ 755137 h 5434893"/>
              <a:gd name="connsiteX613" fmla="*/ 7783701 w 12208633"/>
              <a:gd name="connsiteY613" fmla="*/ 758602 h 5434893"/>
              <a:gd name="connsiteX614" fmla="*/ 7783701 w 12208633"/>
              <a:gd name="connsiteY614" fmla="*/ 415575 h 5434893"/>
              <a:gd name="connsiteX615" fmla="*/ 7796616 w 12208633"/>
              <a:gd name="connsiteY615" fmla="*/ 402660 h 5434893"/>
              <a:gd name="connsiteX616" fmla="*/ 7807325 w 12208633"/>
              <a:gd name="connsiteY616" fmla="*/ 402975 h 5434893"/>
              <a:gd name="connsiteX617" fmla="*/ 7822760 w 12208633"/>
              <a:gd name="connsiteY617" fmla="*/ 402660 h 5434893"/>
              <a:gd name="connsiteX618" fmla="*/ 7828745 w 12208633"/>
              <a:gd name="connsiteY618" fmla="*/ 408960 h 5434893"/>
              <a:gd name="connsiteX619" fmla="*/ 7828745 w 12208633"/>
              <a:gd name="connsiteY619" fmla="*/ 416835 h 5434893"/>
              <a:gd name="connsiteX620" fmla="*/ 7828745 w 12208633"/>
              <a:gd name="connsiteY620" fmla="*/ 770572 h 5434893"/>
              <a:gd name="connsiteX621" fmla="*/ 7867174 w 12208633"/>
              <a:gd name="connsiteY621" fmla="*/ 780652 h 5434893"/>
              <a:gd name="connsiteX622" fmla="*/ 7870954 w 12208633"/>
              <a:gd name="connsiteY622" fmla="*/ 777186 h 5434893"/>
              <a:gd name="connsiteX623" fmla="*/ 7870954 w 12208633"/>
              <a:gd name="connsiteY623" fmla="*/ 768367 h 5434893"/>
              <a:gd name="connsiteX624" fmla="*/ 7870954 w 12208633"/>
              <a:gd name="connsiteY624" fmla="*/ 553542 h 5434893"/>
              <a:gd name="connsiteX625" fmla="*/ 7871269 w 12208633"/>
              <a:gd name="connsiteY625" fmla="*/ 541887 h 5434893"/>
              <a:gd name="connsiteX626" fmla="*/ 7870639 w 12208633"/>
              <a:gd name="connsiteY626" fmla="*/ 518892 h 5434893"/>
              <a:gd name="connsiteX627" fmla="*/ 7878514 w 12208633"/>
              <a:gd name="connsiteY627" fmla="*/ 511018 h 5434893"/>
              <a:gd name="connsiteX628" fmla="*/ 7929543 w 12208633"/>
              <a:gd name="connsiteY628" fmla="*/ 511018 h 5434893"/>
              <a:gd name="connsiteX629" fmla="*/ 7967972 w 12208633"/>
              <a:gd name="connsiteY629" fmla="*/ 511018 h 5434893"/>
              <a:gd name="connsiteX630" fmla="*/ 7977107 w 12208633"/>
              <a:gd name="connsiteY630" fmla="*/ 509758 h 5434893"/>
              <a:gd name="connsiteX631" fmla="*/ 7976792 w 12208633"/>
              <a:gd name="connsiteY631" fmla="*/ 481093 h 5434893"/>
              <a:gd name="connsiteX632" fmla="*/ 7979627 w 12208633"/>
              <a:gd name="connsiteY632" fmla="*/ 476368 h 5434893"/>
              <a:gd name="connsiteX633" fmla="*/ 7983407 w 12208633"/>
              <a:gd name="connsiteY633" fmla="*/ 481409 h 5434893"/>
              <a:gd name="connsiteX634" fmla="*/ 7983722 w 12208633"/>
              <a:gd name="connsiteY634" fmla="*/ 511018 h 5434893"/>
              <a:gd name="connsiteX635" fmla="*/ 7990967 w 12208633"/>
              <a:gd name="connsiteY635" fmla="*/ 511018 h 5434893"/>
              <a:gd name="connsiteX636" fmla="*/ 7991282 w 12208633"/>
              <a:gd name="connsiteY636" fmla="*/ 486133 h 5434893"/>
              <a:gd name="connsiteX637" fmla="*/ 7991282 w 12208633"/>
              <a:gd name="connsiteY637" fmla="*/ 480463 h 5434893"/>
              <a:gd name="connsiteX638" fmla="*/ 7995062 w 12208633"/>
              <a:gd name="connsiteY638" fmla="*/ 476054 h 5434893"/>
              <a:gd name="connsiteX639" fmla="*/ 7998842 w 12208633"/>
              <a:gd name="connsiteY639" fmla="*/ 480149 h 5434893"/>
              <a:gd name="connsiteX640" fmla="*/ 7998842 w 12208633"/>
              <a:gd name="connsiteY640" fmla="*/ 504088 h 5434893"/>
              <a:gd name="connsiteX641" fmla="*/ 7999157 w 12208633"/>
              <a:gd name="connsiteY641" fmla="*/ 510703 h 5434893"/>
              <a:gd name="connsiteX642" fmla="*/ 8006401 w 12208633"/>
              <a:gd name="connsiteY642" fmla="*/ 510703 h 5434893"/>
              <a:gd name="connsiteX643" fmla="*/ 8006716 w 12208633"/>
              <a:gd name="connsiteY643" fmla="*/ 485818 h 5434893"/>
              <a:gd name="connsiteX644" fmla="*/ 8006716 w 12208633"/>
              <a:gd name="connsiteY644" fmla="*/ 480149 h 5434893"/>
              <a:gd name="connsiteX645" fmla="*/ 8010497 w 12208633"/>
              <a:gd name="connsiteY645" fmla="*/ 475739 h 5434893"/>
              <a:gd name="connsiteX646" fmla="*/ 8014276 w 12208633"/>
              <a:gd name="connsiteY646" fmla="*/ 479833 h 5434893"/>
              <a:gd name="connsiteX647" fmla="*/ 8014276 w 12208633"/>
              <a:gd name="connsiteY647" fmla="*/ 503773 h 5434893"/>
              <a:gd name="connsiteX648" fmla="*/ 8014591 w 12208633"/>
              <a:gd name="connsiteY648" fmla="*/ 510388 h 5434893"/>
              <a:gd name="connsiteX649" fmla="*/ 8104995 w 12208633"/>
              <a:gd name="connsiteY649" fmla="*/ 510388 h 5434893"/>
              <a:gd name="connsiteX650" fmla="*/ 8113184 w 12208633"/>
              <a:gd name="connsiteY650" fmla="*/ 503143 h 5434893"/>
              <a:gd name="connsiteX651" fmla="*/ 8189098 w 12208633"/>
              <a:gd name="connsiteY651" fmla="*/ 503143 h 5434893"/>
              <a:gd name="connsiteX652" fmla="*/ 8199807 w 12208633"/>
              <a:gd name="connsiteY652" fmla="*/ 510703 h 5434893"/>
              <a:gd name="connsiteX653" fmla="*/ 8213037 w 12208633"/>
              <a:gd name="connsiteY653" fmla="*/ 525192 h 5434893"/>
              <a:gd name="connsiteX654" fmla="*/ 8212722 w 12208633"/>
              <a:gd name="connsiteY654" fmla="*/ 542202 h 5434893"/>
              <a:gd name="connsiteX655" fmla="*/ 8213037 w 12208633"/>
              <a:gd name="connsiteY655" fmla="*/ 552912 h 5434893"/>
              <a:gd name="connsiteX656" fmla="*/ 8213037 w 12208633"/>
              <a:gd name="connsiteY656" fmla="*/ 899839 h 5434893"/>
              <a:gd name="connsiteX657" fmla="*/ 8222585 w 12208633"/>
              <a:gd name="connsiteY657" fmla="*/ 899839 h 5434893"/>
              <a:gd name="connsiteX658" fmla="*/ 8222588 w 12208633"/>
              <a:gd name="connsiteY658" fmla="*/ 899188 h 5434893"/>
              <a:gd name="connsiteX659" fmla="*/ 8361723 w 12208633"/>
              <a:gd name="connsiteY659" fmla="*/ 819757 h 5434893"/>
              <a:gd name="connsiteX660" fmla="*/ 8400660 w 12208633"/>
              <a:gd name="connsiteY660" fmla="*/ 891401 h 5434893"/>
              <a:gd name="connsiteX661" fmla="*/ 8528374 w 12208633"/>
              <a:gd name="connsiteY661" fmla="*/ 819237 h 5434893"/>
              <a:gd name="connsiteX662" fmla="*/ 8564716 w 12208633"/>
              <a:gd name="connsiteY662" fmla="*/ 886728 h 5434893"/>
              <a:gd name="connsiteX663" fmla="*/ 8566273 w 12208633"/>
              <a:gd name="connsiteY663" fmla="*/ 724750 h 5434893"/>
              <a:gd name="connsiteX664" fmla="*/ 8590674 w 12208633"/>
              <a:gd name="connsiteY664" fmla="*/ 700868 h 5434893"/>
              <a:gd name="connsiteX665" fmla="*/ 8617151 w 12208633"/>
              <a:gd name="connsiteY665" fmla="*/ 674910 h 5434893"/>
              <a:gd name="connsiteX666" fmla="*/ 8617151 w 12208633"/>
              <a:gd name="connsiteY666" fmla="*/ 624552 h 5434893"/>
              <a:gd name="connsiteX667" fmla="*/ 8649858 w 12208633"/>
              <a:gd name="connsiteY667" fmla="*/ 572636 h 5434893"/>
              <a:gd name="connsiteX668" fmla="*/ 8662318 w 12208633"/>
              <a:gd name="connsiteY668" fmla="*/ 552388 h 5434893"/>
              <a:gd name="connsiteX669" fmla="*/ 8661799 w 12208633"/>
              <a:gd name="connsiteY669" fmla="*/ 524353 h 5434893"/>
              <a:gd name="connsiteX670" fmla="*/ 8675816 w 12208633"/>
              <a:gd name="connsiteY670" fmla="*/ 509298 h 5434893"/>
              <a:gd name="connsiteX671" fmla="*/ 8794185 w 12208633"/>
              <a:gd name="connsiteY671" fmla="*/ 509298 h 5434893"/>
              <a:gd name="connsiteX672" fmla="*/ 8810279 w 12208633"/>
              <a:gd name="connsiteY672" fmla="*/ 527469 h 5434893"/>
              <a:gd name="connsiteX673" fmla="*/ 8810279 w 12208633"/>
              <a:gd name="connsiteY673" fmla="*/ 636493 h 5434893"/>
              <a:gd name="connsiteX674" fmla="*/ 8811837 w 12208633"/>
              <a:gd name="connsiteY674" fmla="*/ 677506 h 5434893"/>
              <a:gd name="connsiteX675" fmla="*/ 8817547 w 12208633"/>
              <a:gd name="connsiteY675" fmla="*/ 686332 h 5434893"/>
              <a:gd name="connsiteX676" fmla="*/ 8822220 w 12208633"/>
              <a:gd name="connsiteY676" fmla="*/ 678025 h 5434893"/>
              <a:gd name="connsiteX677" fmla="*/ 8822220 w 12208633"/>
              <a:gd name="connsiteY677" fmla="*/ 652587 h 5434893"/>
              <a:gd name="connsiteX678" fmla="*/ 8837795 w 12208633"/>
              <a:gd name="connsiteY678" fmla="*/ 637012 h 5434893"/>
              <a:gd name="connsiteX679" fmla="*/ 8854408 w 12208633"/>
              <a:gd name="connsiteY679" fmla="*/ 621956 h 5434893"/>
              <a:gd name="connsiteX680" fmla="*/ 8877770 w 12208633"/>
              <a:gd name="connsiteY680" fmla="*/ 577828 h 5434893"/>
              <a:gd name="connsiteX681" fmla="*/ 8895941 w 12208633"/>
              <a:gd name="connsiteY681" fmla="*/ 561214 h 5434893"/>
              <a:gd name="connsiteX682" fmla="*/ 8932282 w 12208633"/>
              <a:gd name="connsiteY682" fmla="*/ 564848 h 5434893"/>
              <a:gd name="connsiteX683" fmla="*/ 8940589 w 12208633"/>
              <a:gd name="connsiteY683" fmla="*/ 572636 h 5434893"/>
              <a:gd name="connsiteX684" fmla="*/ 8972258 w 12208633"/>
              <a:gd name="connsiteY684" fmla="*/ 628706 h 5434893"/>
              <a:gd name="connsiteX685" fmla="*/ 8972258 w 12208633"/>
              <a:gd name="connsiteY685" fmla="*/ 722673 h 5434893"/>
              <a:gd name="connsiteX686" fmla="*/ 9035595 w 12208633"/>
              <a:gd name="connsiteY686" fmla="*/ 719558 h 5434893"/>
              <a:gd name="connsiteX687" fmla="*/ 9068822 w 12208633"/>
              <a:gd name="connsiteY687" fmla="*/ 146923 h 5434893"/>
              <a:gd name="connsiteX688" fmla="*/ 9146177 w 12208633"/>
              <a:gd name="connsiteY688" fmla="*/ 146923 h 5434893"/>
              <a:gd name="connsiteX689" fmla="*/ 9180961 w 12208633"/>
              <a:gd name="connsiteY689" fmla="*/ 716962 h 5434893"/>
              <a:gd name="connsiteX690" fmla="*/ 9225090 w 12208633"/>
              <a:gd name="connsiteY690" fmla="*/ 715405 h 5434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12208633" h="5434893">
                <a:moveTo>
                  <a:pt x="7143321" y="892474"/>
                </a:moveTo>
                <a:lnTo>
                  <a:pt x="7143335" y="895416"/>
                </a:lnTo>
                <a:lnTo>
                  <a:pt x="7147277" y="895507"/>
                </a:lnTo>
                <a:lnTo>
                  <a:pt x="7147099" y="892474"/>
                </a:lnTo>
                <a:close/>
                <a:moveTo>
                  <a:pt x="6355163" y="727493"/>
                </a:moveTo>
                <a:lnTo>
                  <a:pt x="6355358" y="727687"/>
                </a:lnTo>
                <a:cubicBezTo>
                  <a:pt x="6355163" y="727687"/>
                  <a:pt x="6355163" y="727687"/>
                  <a:pt x="6354969" y="727687"/>
                </a:cubicBezTo>
                <a:cubicBezTo>
                  <a:pt x="6354969" y="727881"/>
                  <a:pt x="6354775" y="728075"/>
                  <a:pt x="6354969" y="728075"/>
                </a:cubicBezTo>
                <a:cubicBezTo>
                  <a:pt x="6354969" y="727881"/>
                  <a:pt x="6355163" y="727881"/>
                  <a:pt x="6355358" y="727687"/>
                </a:cubicBezTo>
                <a:cubicBezTo>
                  <a:pt x="6355358" y="727687"/>
                  <a:pt x="6355552" y="727493"/>
                  <a:pt x="6355552" y="727493"/>
                </a:cubicBezTo>
                <a:cubicBezTo>
                  <a:pt x="6355358" y="727493"/>
                  <a:pt x="6355358" y="727493"/>
                  <a:pt x="6355163" y="727493"/>
                </a:cubicBezTo>
                <a:close/>
                <a:moveTo>
                  <a:pt x="8604691" y="725788"/>
                </a:moveTo>
                <a:cubicBezTo>
                  <a:pt x="8595865" y="725788"/>
                  <a:pt x="8591193" y="727865"/>
                  <a:pt x="8591193" y="738248"/>
                </a:cubicBezTo>
                <a:cubicBezTo>
                  <a:pt x="8591712" y="788607"/>
                  <a:pt x="8591712" y="839485"/>
                  <a:pt x="8590674" y="889843"/>
                </a:cubicBezTo>
                <a:cubicBezTo>
                  <a:pt x="8590674" y="899188"/>
                  <a:pt x="8593789" y="903341"/>
                  <a:pt x="8603653" y="903341"/>
                </a:cubicBezTo>
                <a:cubicBezTo>
                  <a:pt x="8613517" y="903341"/>
                  <a:pt x="8616632" y="899708"/>
                  <a:pt x="8616632" y="889843"/>
                </a:cubicBezTo>
                <a:cubicBezTo>
                  <a:pt x="8616112" y="864923"/>
                  <a:pt x="8616632" y="840523"/>
                  <a:pt x="8616632" y="815603"/>
                </a:cubicBezTo>
                <a:cubicBezTo>
                  <a:pt x="8616632" y="790164"/>
                  <a:pt x="8616112" y="764206"/>
                  <a:pt x="8616632" y="738767"/>
                </a:cubicBezTo>
                <a:cubicBezTo>
                  <a:pt x="8616632" y="729941"/>
                  <a:pt x="8614555" y="725788"/>
                  <a:pt x="8604691" y="725788"/>
                </a:cubicBezTo>
                <a:close/>
                <a:moveTo>
                  <a:pt x="8744865" y="683217"/>
                </a:moveTo>
                <a:cubicBezTo>
                  <a:pt x="8737078" y="683217"/>
                  <a:pt x="8735001" y="687370"/>
                  <a:pt x="8735001" y="694119"/>
                </a:cubicBezTo>
                <a:cubicBezTo>
                  <a:pt x="8735001" y="760053"/>
                  <a:pt x="8735001" y="825986"/>
                  <a:pt x="8735520" y="892439"/>
                </a:cubicBezTo>
                <a:cubicBezTo>
                  <a:pt x="8735001" y="900226"/>
                  <a:pt x="8738635" y="903341"/>
                  <a:pt x="8746422" y="903341"/>
                </a:cubicBezTo>
                <a:cubicBezTo>
                  <a:pt x="8759921" y="902822"/>
                  <a:pt x="8773938" y="902822"/>
                  <a:pt x="8787436" y="903341"/>
                </a:cubicBezTo>
                <a:cubicBezTo>
                  <a:pt x="8797819" y="903861"/>
                  <a:pt x="8801454" y="899708"/>
                  <a:pt x="8801454" y="889324"/>
                </a:cubicBezTo>
                <a:cubicBezTo>
                  <a:pt x="8800934" y="865443"/>
                  <a:pt x="8801454" y="842080"/>
                  <a:pt x="8801454" y="818718"/>
                </a:cubicBezTo>
                <a:cubicBezTo>
                  <a:pt x="8801454" y="813527"/>
                  <a:pt x="8800415" y="805739"/>
                  <a:pt x="8807164" y="805739"/>
                </a:cubicBezTo>
                <a:cubicBezTo>
                  <a:pt x="8825854" y="805739"/>
                  <a:pt x="8822220" y="792760"/>
                  <a:pt x="8822739" y="781857"/>
                </a:cubicBezTo>
                <a:cubicBezTo>
                  <a:pt x="8822739" y="773551"/>
                  <a:pt x="8819105" y="771474"/>
                  <a:pt x="8811317" y="771474"/>
                </a:cubicBezTo>
                <a:cubicBezTo>
                  <a:pt x="8798858" y="771474"/>
                  <a:pt x="8786398" y="770955"/>
                  <a:pt x="8773938" y="771474"/>
                </a:cubicBezTo>
                <a:cubicBezTo>
                  <a:pt x="8761478" y="771994"/>
                  <a:pt x="8756286" y="766283"/>
                  <a:pt x="8756286" y="754342"/>
                </a:cubicBezTo>
                <a:cubicBezTo>
                  <a:pt x="8756286" y="744997"/>
                  <a:pt x="8756286" y="735133"/>
                  <a:pt x="8756286" y="725269"/>
                </a:cubicBezTo>
                <a:cubicBezTo>
                  <a:pt x="8755767" y="725269"/>
                  <a:pt x="8755767" y="725269"/>
                  <a:pt x="8755767" y="725269"/>
                </a:cubicBezTo>
                <a:cubicBezTo>
                  <a:pt x="8755767" y="714886"/>
                  <a:pt x="8755767" y="705021"/>
                  <a:pt x="8755767" y="694638"/>
                </a:cubicBezTo>
                <a:cubicBezTo>
                  <a:pt x="8755767" y="686851"/>
                  <a:pt x="8753171" y="683217"/>
                  <a:pt x="8744865" y="683217"/>
                </a:cubicBezTo>
                <a:close/>
                <a:moveTo>
                  <a:pt x="5999516" y="672943"/>
                </a:moveTo>
                <a:lnTo>
                  <a:pt x="5999516" y="672950"/>
                </a:lnTo>
                <a:lnTo>
                  <a:pt x="6106191" y="672950"/>
                </a:lnTo>
                <a:lnTo>
                  <a:pt x="6106226" y="672943"/>
                </a:lnTo>
                <a:lnTo>
                  <a:pt x="6103287" y="672943"/>
                </a:lnTo>
                <a:lnTo>
                  <a:pt x="6095614" y="672943"/>
                </a:lnTo>
                <a:close/>
                <a:moveTo>
                  <a:pt x="5844017" y="672943"/>
                </a:moveTo>
                <a:lnTo>
                  <a:pt x="5844017" y="672950"/>
                </a:lnTo>
                <a:lnTo>
                  <a:pt x="5950885" y="672950"/>
                </a:lnTo>
                <a:lnTo>
                  <a:pt x="5950920" y="672943"/>
                </a:lnTo>
                <a:lnTo>
                  <a:pt x="5947738" y="672943"/>
                </a:lnTo>
                <a:lnTo>
                  <a:pt x="5940066" y="672943"/>
                </a:lnTo>
                <a:close/>
                <a:moveTo>
                  <a:pt x="2661207" y="578320"/>
                </a:moveTo>
                <a:lnTo>
                  <a:pt x="2649387" y="591167"/>
                </a:lnTo>
                <a:lnTo>
                  <a:pt x="2649387" y="660718"/>
                </a:lnTo>
                <a:lnTo>
                  <a:pt x="2661207" y="660966"/>
                </a:lnTo>
                <a:cubicBezTo>
                  <a:pt x="2661207" y="660966"/>
                  <a:pt x="2661207" y="660966"/>
                  <a:pt x="2661207" y="612643"/>
                </a:cubicBezTo>
                <a:close/>
                <a:moveTo>
                  <a:pt x="2521154" y="535617"/>
                </a:moveTo>
                <a:cubicBezTo>
                  <a:pt x="2512848" y="535617"/>
                  <a:pt x="2510252" y="539251"/>
                  <a:pt x="2510252" y="547038"/>
                </a:cubicBezTo>
                <a:cubicBezTo>
                  <a:pt x="2510252" y="557421"/>
                  <a:pt x="2510252" y="567286"/>
                  <a:pt x="2510252" y="577669"/>
                </a:cubicBezTo>
                <a:cubicBezTo>
                  <a:pt x="2510252" y="577669"/>
                  <a:pt x="2510252" y="577669"/>
                  <a:pt x="2509733" y="577669"/>
                </a:cubicBezTo>
                <a:cubicBezTo>
                  <a:pt x="2509733" y="587533"/>
                  <a:pt x="2509733" y="597397"/>
                  <a:pt x="2509733" y="606742"/>
                </a:cubicBezTo>
                <a:cubicBezTo>
                  <a:pt x="2509733" y="618683"/>
                  <a:pt x="2504541" y="624394"/>
                  <a:pt x="2492081" y="623874"/>
                </a:cubicBezTo>
                <a:cubicBezTo>
                  <a:pt x="2479621" y="623355"/>
                  <a:pt x="2467161" y="623874"/>
                  <a:pt x="2454702" y="623874"/>
                </a:cubicBezTo>
                <a:cubicBezTo>
                  <a:pt x="2446914" y="623874"/>
                  <a:pt x="2443280" y="625951"/>
                  <a:pt x="2443280" y="634257"/>
                </a:cubicBezTo>
                <a:cubicBezTo>
                  <a:pt x="2443799" y="645160"/>
                  <a:pt x="2440165" y="658139"/>
                  <a:pt x="2458855" y="658139"/>
                </a:cubicBezTo>
                <a:cubicBezTo>
                  <a:pt x="2465604" y="658139"/>
                  <a:pt x="2464565" y="665927"/>
                  <a:pt x="2464565" y="671118"/>
                </a:cubicBezTo>
                <a:lnTo>
                  <a:pt x="2464565" y="735104"/>
                </a:lnTo>
                <a:lnTo>
                  <a:pt x="2530525" y="735104"/>
                </a:lnTo>
                <a:lnTo>
                  <a:pt x="2531018" y="546519"/>
                </a:lnTo>
                <a:cubicBezTo>
                  <a:pt x="2531018" y="539770"/>
                  <a:pt x="2528941" y="535617"/>
                  <a:pt x="2521154" y="535617"/>
                </a:cubicBezTo>
                <a:close/>
                <a:moveTo>
                  <a:pt x="8701774" y="534218"/>
                </a:moveTo>
                <a:cubicBezTo>
                  <a:pt x="8696063" y="534218"/>
                  <a:pt x="8688276" y="532660"/>
                  <a:pt x="8688276" y="540967"/>
                </a:cubicBezTo>
                <a:cubicBezTo>
                  <a:pt x="8688276" y="550312"/>
                  <a:pt x="8681527" y="562253"/>
                  <a:pt x="8695025" y="567963"/>
                </a:cubicBezTo>
                <a:cubicBezTo>
                  <a:pt x="8725656" y="580943"/>
                  <a:pt x="8736558" y="605343"/>
                  <a:pt x="8735520" y="637012"/>
                </a:cubicBezTo>
                <a:cubicBezTo>
                  <a:pt x="8735001" y="666604"/>
                  <a:pt x="8733443" y="664008"/>
                  <a:pt x="8760440" y="664008"/>
                </a:cubicBezTo>
                <a:cubicBezTo>
                  <a:pt x="8763036" y="664008"/>
                  <a:pt x="8765112" y="664008"/>
                  <a:pt x="8767189" y="664527"/>
                </a:cubicBezTo>
                <a:cubicBezTo>
                  <a:pt x="8772899" y="665566"/>
                  <a:pt x="8777053" y="667124"/>
                  <a:pt x="8776534" y="675429"/>
                </a:cubicBezTo>
                <a:cubicBezTo>
                  <a:pt x="8774976" y="692043"/>
                  <a:pt x="8776014" y="708136"/>
                  <a:pt x="8776014" y="724750"/>
                </a:cubicBezTo>
                <a:cubicBezTo>
                  <a:pt x="8776014" y="749669"/>
                  <a:pt x="8776014" y="749669"/>
                  <a:pt x="8799896" y="750708"/>
                </a:cubicBezTo>
                <a:cubicBezTo>
                  <a:pt x="8801454" y="750708"/>
                  <a:pt x="8802492" y="751227"/>
                  <a:pt x="8804049" y="751227"/>
                </a:cubicBezTo>
                <a:cubicBezTo>
                  <a:pt x="8812875" y="751746"/>
                  <a:pt x="8822220" y="754861"/>
                  <a:pt x="8822739" y="740324"/>
                </a:cubicBezTo>
                <a:cubicBezTo>
                  <a:pt x="8823777" y="714886"/>
                  <a:pt x="8823777" y="713328"/>
                  <a:pt x="8806645" y="712809"/>
                </a:cubicBezTo>
                <a:cubicBezTo>
                  <a:pt x="8789513" y="711771"/>
                  <a:pt x="8785359" y="708136"/>
                  <a:pt x="8785359" y="691004"/>
                </a:cubicBezTo>
                <a:cubicBezTo>
                  <a:pt x="8785359" y="667124"/>
                  <a:pt x="8785359" y="643761"/>
                  <a:pt x="8785359" y="620399"/>
                </a:cubicBezTo>
                <a:cubicBezTo>
                  <a:pt x="8784840" y="620399"/>
                  <a:pt x="8784840" y="620399"/>
                  <a:pt x="8784840" y="620399"/>
                </a:cubicBezTo>
                <a:cubicBezTo>
                  <a:pt x="8784840" y="596517"/>
                  <a:pt x="8784321" y="572636"/>
                  <a:pt x="8784840" y="548755"/>
                </a:cubicBezTo>
                <a:cubicBezTo>
                  <a:pt x="8785359" y="538371"/>
                  <a:pt x="8782244" y="533698"/>
                  <a:pt x="8770823" y="534218"/>
                </a:cubicBezTo>
                <a:cubicBezTo>
                  <a:pt x="8747980" y="534737"/>
                  <a:pt x="8724618" y="534218"/>
                  <a:pt x="8701774" y="534218"/>
                </a:cubicBezTo>
                <a:close/>
                <a:moveTo>
                  <a:pt x="7932693" y="518578"/>
                </a:moveTo>
                <a:cubicBezTo>
                  <a:pt x="7932693" y="518892"/>
                  <a:pt x="7932378" y="519208"/>
                  <a:pt x="7932378" y="519208"/>
                </a:cubicBezTo>
                <a:cubicBezTo>
                  <a:pt x="7932378" y="519208"/>
                  <a:pt x="7932693" y="519208"/>
                  <a:pt x="7932693" y="519208"/>
                </a:cubicBezTo>
                <a:cubicBezTo>
                  <a:pt x="7932693" y="519208"/>
                  <a:pt x="7932693" y="518892"/>
                  <a:pt x="7932693" y="518578"/>
                </a:cubicBezTo>
                <a:close/>
                <a:moveTo>
                  <a:pt x="7991282" y="518263"/>
                </a:moveTo>
                <a:cubicBezTo>
                  <a:pt x="7991282" y="518578"/>
                  <a:pt x="7991282" y="518578"/>
                  <a:pt x="7991282" y="518892"/>
                </a:cubicBezTo>
                <a:cubicBezTo>
                  <a:pt x="7991282" y="518892"/>
                  <a:pt x="7991597" y="518892"/>
                  <a:pt x="7991597" y="518892"/>
                </a:cubicBezTo>
                <a:cubicBezTo>
                  <a:pt x="7991597" y="518578"/>
                  <a:pt x="7991282" y="518578"/>
                  <a:pt x="7991282" y="518263"/>
                </a:cubicBezTo>
                <a:close/>
                <a:moveTo>
                  <a:pt x="7933323" y="517633"/>
                </a:moveTo>
                <a:cubicBezTo>
                  <a:pt x="7933008" y="517948"/>
                  <a:pt x="7933008" y="517948"/>
                  <a:pt x="7933008" y="518263"/>
                </a:cubicBezTo>
                <a:cubicBezTo>
                  <a:pt x="7933008" y="518263"/>
                  <a:pt x="7933323" y="518263"/>
                  <a:pt x="7933323" y="518263"/>
                </a:cubicBezTo>
                <a:cubicBezTo>
                  <a:pt x="7933323" y="517948"/>
                  <a:pt x="7933323" y="517948"/>
                  <a:pt x="7933323" y="517633"/>
                </a:cubicBezTo>
                <a:close/>
                <a:moveTo>
                  <a:pt x="9995853" y="483450"/>
                </a:moveTo>
                <a:lnTo>
                  <a:pt x="9995853" y="547260"/>
                </a:lnTo>
                <a:lnTo>
                  <a:pt x="10005688" y="548252"/>
                </a:lnTo>
                <a:cubicBezTo>
                  <a:pt x="10042501" y="555784"/>
                  <a:pt x="10070193" y="588356"/>
                  <a:pt x="10070193" y="627396"/>
                </a:cubicBezTo>
                <a:lnTo>
                  <a:pt x="10070193" y="839288"/>
                </a:lnTo>
                <a:lnTo>
                  <a:pt x="10098404" y="839288"/>
                </a:lnTo>
                <a:lnTo>
                  <a:pt x="10098404" y="483450"/>
                </a:lnTo>
                <a:close/>
                <a:moveTo>
                  <a:pt x="9781381" y="483450"/>
                </a:moveTo>
                <a:lnTo>
                  <a:pt x="9781381" y="547123"/>
                </a:lnTo>
                <a:lnTo>
                  <a:pt x="9792075" y="548201"/>
                </a:lnTo>
                <a:cubicBezTo>
                  <a:pt x="9828888" y="555733"/>
                  <a:pt x="9856579" y="588305"/>
                  <a:pt x="9856579" y="627345"/>
                </a:cubicBezTo>
                <a:lnTo>
                  <a:pt x="9856579" y="839288"/>
                </a:lnTo>
                <a:lnTo>
                  <a:pt x="9908622" y="839288"/>
                </a:lnTo>
                <a:lnTo>
                  <a:pt x="9908621" y="627396"/>
                </a:lnTo>
                <a:lnTo>
                  <a:pt x="9908622" y="627394"/>
                </a:lnTo>
                <a:lnTo>
                  <a:pt x="9908622" y="620889"/>
                </a:lnTo>
                <a:lnTo>
                  <a:pt x="9909277" y="620889"/>
                </a:lnTo>
                <a:lnTo>
                  <a:pt x="9910263" y="611115"/>
                </a:lnTo>
                <a:cubicBezTo>
                  <a:pt x="9916854" y="578904"/>
                  <a:pt x="9942616" y="553676"/>
                  <a:pt x="9975107" y="547872"/>
                </a:cubicBezTo>
                <a:lnTo>
                  <a:pt x="9975644" y="547825"/>
                </a:lnTo>
                <a:lnTo>
                  <a:pt x="9975644" y="483450"/>
                </a:lnTo>
                <a:close/>
                <a:moveTo>
                  <a:pt x="4460613" y="410313"/>
                </a:moveTo>
                <a:lnTo>
                  <a:pt x="4460613" y="474688"/>
                </a:lnTo>
                <a:lnTo>
                  <a:pt x="4461150" y="474735"/>
                </a:lnTo>
                <a:cubicBezTo>
                  <a:pt x="4493641" y="480539"/>
                  <a:pt x="4519403" y="505767"/>
                  <a:pt x="4525994" y="537978"/>
                </a:cubicBezTo>
                <a:lnTo>
                  <a:pt x="4526979" y="547752"/>
                </a:lnTo>
                <a:lnTo>
                  <a:pt x="4527635" y="547752"/>
                </a:lnTo>
                <a:lnTo>
                  <a:pt x="4527635" y="554257"/>
                </a:lnTo>
                <a:lnTo>
                  <a:pt x="4527635" y="554259"/>
                </a:lnTo>
                <a:lnTo>
                  <a:pt x="4527635" y="766151"/>
                </a:lnTo>
                <a:lnTo>
                  <a:pt x="4579677" y="766151"/>
                </a:lnTo>
                <a:lnTo>
                  <a:pt x="4579677" y="554208"/>
                </a:lnTo>
                <a:cubicBezTo>
                  <a:pt x="4579677" y="515168"/>
                  <a:pt x="4607369" y="482596"/>
                  <a:pt x="4644181" y="475064"/>
                </a:cubicBezTo>
                <a:lnTo>
                  <a:pt x="4654875" y="473986"/>
                </a:lnTo>
                <a:lnTo>
                  <a:pt x="4654875" y="410313"/>
                </a:lnTo>
                <a:close/>
                <a:moveTo>
                  <a:pt x="4337854" y="410313"/>
                </a:moveTo>
                <a:lnTo>
                  <a:pt x="4337854" y="645080"/>
                </a:lnTo>
                <a:lnTo>
                  <a:pt x="4354002" y="645080"/>
                </a:lnTo>
                <a:lnTo>
                  <a:pt x="4366063" y="645080"/>
                </a:lnTo>
                <a:lnTo>
                  <a:pt x="4366063" y="554259"/>
                </a:lnTo>
                <a:cubicBezTo>
                  <a:pt x="4366063" y="515219"/>
                  <a:pt x="4393756" y="482648"/>
                  <a:pt x="4430568" y="475115"/>
                </a:cubicBezTo>
                <a:lnTo>
                  <a:pt x="4440404" y="474123"/>
                </a:lnTo>
                <a:lnTo>
                  <a:pt x="4440404" y="410313"/>
                </a:lnTo>
                <a:close/>
                <a:moveTo>
                  <a:pt x="2495196" y="386617"/>
                </a:moveTo>
                <a:cubicBezTo>
                  <a:pt x="2483775" y="386098"/>
                  <a:pt x="2480660" y="390771"/>
                  <a:pt x="2481179" y="401154"/>
                </a:cubicBezTo>
                <a:cubicBezTo>
                  <a:pt x="2481698" y="425035"/>
                  <a:pt x="2481179" y="448917"/>
                  <a:pt x="2481179" y="472798"/>
                </a:cubicBezTo>
                <a:cubicBezTo>
                  <a:pt x="2481179" y="472798"/>
                  <a:pt x="2481179" y="472798"/>
                  <a:pt x="2480660" y="472798"/>
                </a:cubicBezTo>
                <a:cubicBezTo>
                  <a:pt x="2480660" y="496160"/>
                  <a:pt x="2480660" y="519523"/>
                  <a:pt x="2480660" y="543404"/>
                </a:cubicBezTo>
                <a:cubicBezTo>
                  <a:pt x="2480660" y="560536"/>
                  <a:pt x="2476506" y="564171"/>
                  <a:pt x="2459374" y="565209"/>
                </a:cubicBezTo>
                <a:cubicBezTo>
                  <a:pt x="2442242" y="565728"/>
                  <a:pt x="2442242" y="567286"/>
                  <a:pt x="2443280" y="592724"/>
                </a:cubicBezTo>
                <a:cubicBezTo>
                  <a:pt x="2443799" y="607261"/>
                  <a:pt x="2453144" y="604146"/>
                  <a:pt x="2461970" y="603627"/>
                </a:cubicBezTo>
                <a:cubicBezTo>
                  <a:pt x="2463527" y="603627"/>
                  <a:pt x="2464565" y="603108"/>
                  <a:pt x="2466123" y="603108"/>
                </a:cubicBezTo>
                <a:cubicBezTo>
                  <a:pt x="2490005" y="602069"/>
                  <a:pt x="2490005" y="602069"/>
                  <a:pt x="2490005" y="577150"/>
                </a:cubicBezTo>
                <a:cubicBezTo>
                  <a:pt x="2490005" y="560536"/>
                  <a:pt x="2491043" y="544443"/>
                  <a:pt x="2489485" y="527829"/>
                </a:cubicBezTo>
                <a:cubicBezTo>
                  <a:pt x="2488966" y="519523"/>
                  <a:pt x="2493120" y="517965"/>
                  <a:pt x="2498830" y="516927"/>
                </a:cubicBezTo>
                <a:cubicBezTo>
                  <a:pt x="2500907" y="516408"/>
                  <a:pt x="2502983" y="516408"/>
                  <a:pt x="2505579" y="516408"/>
                </a:cubicBezTo>
                <a:cubicBezTo>
                  <a:pt x="2532576" y="516408"/>
                  <a:pt x="2531018" y="519003"/>
                  <a:pt x="2530499" y="489411"/>
                </a:cubicBezTo>
                <a:cubicBezTo>
                  <a:pt x="2529461" y="457742"/>
                  <a:pt x="2540363" y="433342"/>
                  <a:pt x="2570994" y="420363"/>
                </a:cubicBezTo>
                <a:cubicBezTo>
                  <a:pt x="2584492" y="414652"/>
                  <a:pt x="2577743" y="402711"/>
                  <a:pt x="2577743" y="393366"/>
                </a:cubicBezTo>
                <a:cubicBezTo>
                  <a:pt x="2577743" y="385060"/>
                  <a:pt x="2569956" y="386617"/>
                  <a:pt x="2564244" y="386617"/>
                </a:cubicBezTo>
                <a:cubicBezTo>
                  <a:pt x="2541401" y="386617"/>
                  <a:pt x="2518039" y="387136"/>
                  <a:pt x="2495196" y="386617"/>
                </a:cubicBezTo>
                <a:close/>
                <a:moveTo>
                  <a:pt x="9258835" y="0"/>
                </a:moveTo>
                <a:lnTo>
                  <a:pt x="9334633" y="0"/>
                </a:lnTo>
                <a:lnTo>
                  <a:pt x="9369417" y="714886"/>
                </a:lnTo>
                <a:lnTo>
                  <a:pt x="9451963" y="716443"/>
                </a:lnTo>
                <a:lnTo>
                  <a:pt x="9451511" y="839288"/>
                </a:lnTo>
                <a:lnTo>
                  <a:pt x="9695008" y="839288"/>
                </a:lnTo>
                <a:lnTo>
                  <a:pt x="9695008" y="627345"/>
                </a:lnTo>
                <a:lnTo>
                  <a:pt x="9695008" y="627342"/>
                </a:lnTo>
                <a:lnTo>
                  <a:pt x="9695008" y="620838"/>
                </a:lnTo>
                <a:lnTo>
                  <a:pt x="9695582" y="620838"/>
                </a:lnTo>
                <a:lnTo>
                  <a:pt x="9696270" y="613044"/>
                </a:lnTo>
                <a:cubicBezTo>
                  <a:pt x="9702073" y="580553"/>
                  <a:pt x="9727301" y="554792"/>
                  <a:pt x="9759513" y="548201"/>
                </a:cubicBezTo>
                <a:lnTo>
                  <a:pt x="9761172" y="548033"/>
                </a:lnTo>
                <a:lnTo>
                  <a:pt x="9761172" y="452927"/>
                </a:lnTo>
                <a:lnTo>
                  <a:pt x="9781381" y="452927"/>
                </a:lnTo>
                <a:lnTo>
                  <a:pt x="9781381" y="453137"/>
                </a:lnTo>
                <a:lnTo>
                  <a:pt x="10098404" y="453137"/>
                </a:lnTo>
                <a:lnTo>
                  <a:pt x="10098404" y="395857"/>
                </a:lnTo>
                <a:lnTo>
                  <a:pt x="10098404" y="395855"/>
                </a:lnTo>
                <a:lnTo>
                  <a:pt x="10098404" y="322646"/>
                </a:lnTo>
                <a:lnTo>
                  <a:pt x="10147724" y="322646"/>
                </a:lnTo>
                <a:lnTo>
                  <a:pt x="10192315" y="322646"/>
                </a:lnTo>
                <a:lnTo>
                  <a:pt x="10192315" y="412796"/>
                </a:lnTo>
                <a:lnTo>
                  <a:pt x="10192315" y="839288"/>
                </a:lnTo>
                <a:lnTo>
                  <a:pt x="10237382" y="839288"/>
                </a:lnTo>
                <a:lnTo>
                  <a:pt x="10237382" y="787976"/>
                </a:lnTo>
                <a:lnTo>
                  <a:pt x="10237382" y="787525"/>
                </a:lnTo>
                <a:lnTo>
                  <a:pt x="10237382" y="786823"/>
                </a:lnTo>
                <a:lnTo>
                  <a:pt x="10293811" y="786823"/>
                </a:lnTo>
                <a:lnTo>
                  <a:pt x="10293811" y="486617"/>
                </a:lnTo>
                <a:lnTo>
                  <a:pt x="10293811" y="486615"/>
                </a:lnTo>
                <a:lnTo>
                  <a:pt x="10293811" y="412796"/>
                </a:lnTo>
                <a:lnTo>
                  <a:pt x="10293812" y="412796"/>
                </a:lnTo>
                <a:lnTo>
                  <a:pt x="10364543" y="412796"/>
                </a:lnTo>
                <a:lnTo>
                  <a:pt x="10435273" y="412796"/>
                </a:lnTo>
                <a:lnTo>
                  <a:pt x="10435273" y="493478"/>
                </a:lnTo>
                <a:lnTo>
                  <a:pt x="10435272" y="493478"/>
                </a:lnTo>
                <a:lnTo>
                  <a:pt x="10435272" y="787653"/>
                </a:lnTo>
                <a:lnTo>
                  <a:pt x="10479889" y="787653"/>
                </a:lnTo>
                <a:lnTo>
                  <a:pt x="10479889" y="834346"/>
                </a:lnTo>
                <a:lnTo>
                  <a:pt x="10479889" y="883894"/>
                </a:lnTo>
                <a:lnTo>
                  <a:pt x="10634153" y="798062"/>
                </a:lnTo>
                <a:lnTo>
                  <a:pt x="10634153" y="890261"/>
                </a:lnTo>
                <a:lnTo>
                  <a:pt x="10799859" y="798062"/>
                </a:lnTo>
                <a:lnTo>
                  <a:pt x="10799859" y="890261"/>
                </a:lnTo>
                <a:lnTo>
                  <a:pt x="10965565" y="798062"/>
                </a:lnTo>
                <a:lnTo>
                  <a:pt x="10965565" y="890261"/>
                </a:lnTo>
                <a:lnTo>
                  <a:pt x="11131272" y="798062"/>
                </a:lnTo>
                <a:lnTo>
                  <a:pt x="11131272" y="894809"/>
                </a:lnTo>
                <a:lnTo>
                  <a:pt x="10965565" y="894809"/>
                </a:lnTo>
                <a:lnTo>
                  <a:pt x="10957391" y="894809"/>
                </a:lnTo>
                <a:lnTo>
                  <a:pt x="10799859" y="894809"/>
                </a:lnTo>
                <a:lnTo>
                  <a:pt x="10791685" y="894809"/>
                </a:lnTo>
                <a:lnTo>
                  <a:pt x="10634153" y="894809"/>
                </a:lnTo>
                <a:lnTo>
                  <a:pt x="10625978" y="894809"/>
                </a:lnTo>
                <a:lnTo>
                  <a:pt x="10479889" y="894809"/>
                </a:lnTo>
                <a:lnTo>
                  <a:pt x="10479889" y="894815"/>
                </a:lnTo>
                <a:lnTo>
                  <a:pt x="11131272" y="894815"/>
                </a:lnTo>
                <a:lnTo>
                  <a:pt x="11131272" y="930426"/>
                </a:lnTo>
                <a:lnTo>
                  <a:pt x="11131272" y="1058032"/>
                </a:lnTo>
                <a:lnTo>
                  <a:pt x="11135416" y="1058032"/>
                </a:lnTo>
                <a:cubicBezTo>
                  <a:pt x="11135416" y="1058032"/>
                  <a:pt x="11135416" y="1058032"/>
                  <a:pt x="11135416" y="475513"/>
                </a:cubicBezTo>
                <a:cubicBezTo>
                  <a:pt x="11135416" y="475513"/>
                  <a:pt x="11135416" y="475513"/>
                  <a:pt x="11317073" y="475513"/>
                </a:cubicBezTo>
                <a:cubicBezTo>
                  <a:pt x="11317073" y="475513"/>
                  <a:pt x="11317073" y="475513"/>
                  <a:pt x="11317073" y="957415"/>
                </a:cubicBezTo>
                <a:cubicBezTo>
                  <a:pt x="11327605" y="928290"/>
                  <a:pt x="11356564" y="864742"/>
                  <a:pt x="11385524" y="864742"/>
                </a:cubicBezTo>
                <a:cubicBezTo>
                  <a:pt x="11427648" y="864742"/>
                  <a:pt x="11467139" y="970654"/>
                  <a:pt x="11467139" y="970654"/>
                </a:cubicBezTo>
                <a:cubicBezTo>
                  <a:pt x="11467139" y="970654"/>
                  <a:pt x="11501364" y="864742"/>
                  <a:pt x="11540855" y="864742"/>
                </a:cubicBezTo>
                <a:cubicBezTo>
                  <a:pt x="11580346" y="864742"/>
                  <a:pt x="11622470" y="970654"/>
                  <a:pt x="11622470" y="970654"/>
                </a:cubicBezTo>
                <a:cubicBezTo>
                  <a:pt x="11622470" y="970654"/>
                  <a:pt x="11656695" y="864742"/>
                  <a:pt x="11696186" y="864742"/>
                </a:cubicBezTo>
                <a:cubicBezTo>
                  <a:pt x="11735677" y="864742"/>
                  <a:pt x="11777800" y="970654"/>
                  <a:pt x="11777800" y="970654"/>
                </a:cubicBezTo>
                <a:cubicBezTo>
                  <a:pt x="11777800" y="970654"/>
                  <a:pt x="11777800" y="970654"/>
                  <a:pt x="11777800" y="994485"/>
                </a:cubicBezTo>
                <a:cubicBezTo>
                  <a:pt x="11777800" y="994485"/>
                  <a:pt x="11777800" y="994485"/>
                  <a:pt x="11851517" y="994485"/>
                </a:cubicBezTo>
                <a:cubicBezTo>
                  <a:pt x="11851517" y="994485"/>
                  <a:pt x="11851517" y="994485"/>
                  <a:pt x="11851517" y="920346"/>
                </a:cubicBezTo>
                <a:cubicBezTo>
                  <a:pt x="11798862" y="909755"/>
                  <a:pt x="11759371" y="862094"/>
                  <a:pt x="11759371" y="806490"/>
                </a:cubicBezTo>
                <a:cubicBezTo>
                  <a:pt x="11759371" y="750886"/>
                  <a:pt x="11798862" y="703225"/>
                  <a:pt x="11851517" y="692634"/>
                </a:cubicBezTo>
                <a:cubicBezTo>
                  <a:pt x="11851517" y="692634"/>
                  <a:pt x="11851517" y="692634"/>
                  <a:pt x="11851517" y="562891"/>
                </a:cubicBezTo>
                <a:cubicBezTo>
                  <a:pt x="11851517" y="562891"/>
                  <a:pt x="11851517" y="562891"/>
                  <a:pt x="11898906" y="562891"/>
                </a:cubicBezTo>
                <a:cubicBezTo>
                  <a:pt x="11898906" y="562891"/>
                  <a:pt x="11898906" y="562891"/>
                  <a:pt x="11898906" y="692634"/>
                </a:cubicBezTo>
                <a:cubicBezTo>
                  <a:pt x="11951560" y="703225"/>
                  <a:pt x="11991051" y="750886"/>
                  <a:pt x="11991051" y="806490"/>
                </a:cubicBezTo>
                <a:cubicBezTo>
                  <a:pt x="11991051" y="864742"/>
                  <a:pt x="11951560" y="909755"/>
                  <a:pt x="11898906" y="920346"/>
                </a:cubicBezTo>
                <a:cubicBezTo>
                  <a:pt x="11898906" y="920346"/>
                  <a:pt x="11898906" y="920346"/>
                  <a:pt x="11898906" y="994485"/>
                </a:cubicBezTo>
                <a:cubicBezTo>
                  <a:pt x="11898906" y="994485"/>
                  <a:pt x="11898906" y="994485"/>
                  <a:pt x="11962091" y="994485"/>
                </a:cubicBezTo>
                <a:cubicBezTo>
                  <a:pt x="11962091" y="994485"/>
                  <a:pt x="11962091" y="994485"/>
                  <a:pt x="11962091" y="917698"/>
                </a:cubicBezTo>
                <a:cubicBezTo>
                  <a:pt x="11962091" y="917698"/>
                  <a:pt x="11962091" y="917698"/>
                  <a:pt x="12041073" y="917698"/>
                </a:cubicBezTo>
                <a:cubicBezTo>
                  <a:pt x="12041073" y="917698"/>
                  <a:pt x="12041073" y="917698"/>
                  <a:pt x="12041073" y="817081"/>
                </a:cubicBezTo>
                <a:cubicBezTo>
                  <a:pt x="12041073" y="817081"/>
                  <a:pt x="12041073" y="817081"/>
                  <a:pt x="12155715" y="817081"/>
                </a:cubicBezTo>
                <a:lnTo>
                  <a:pt x="12200316" y="817081"/>
                </a:lnTo>
                <a:lnTo>
                  <a:pt x="12200316" y="1105184"/>
                </a:lnTo>
                <a:lnTo>
                  <a:pt x="12208559" y="1105184"/>
                </a:lnTo>
                <a:lnTo>
                  <a:pt x="12208559" y="1153840"/>
                </a:lnTo>
                <a:lnTo>
                  <a:pt x="12208559" y="1225322"/>
                </a:lnTo>
                <a:lnTo>
                  <a:pt x="12208633" y="1225322"/>
                </a:lnTo>
                <a:lnTo>
                  <a:pt x="12208633" y="1247932"/>
                </a:lnTo>
                <a:lnTo>
                  <a:pt x="12200316" y="1247932"/>
                </a:lnTo>
                <a:lnTo>
                  <a:pt x="12200316" y="5434893"/>
                </a:lnTo>
                <a:lnTo>
                  <a:pt x="8318" y="5434893"/>
                </a:lnTo>
                <a:lnTo>
                  <a:pt x="8318" y="1247932"/>
                </a:lnTo>
                <a:lnTo>
                  <a:pt x="0" y="1247932"/>
                </a:lnTo>
                <a:lnTo>
                  <a:pt x="0" y="1225322"/>
                </a:lnTo>
                <a:lnTo>
                  <a:pt x="0" y="1063433"/>
                </a:lnTo>
                <a:lnTo>
                  <a:pt x="56578" y="1063433"/>
                </a:lnTo>
                <a:cubicBezTo>
                  <a:pt x="82782" y="1063433"/>
                  <a:pt x="112730" y="1063433"/>
                  <a:pt x="146955" y="1063433"/>
                </a:cubicBezTo>
                <a:cubicBezTo>
                  <a:pt x="146955" y="1063433"/>
                  <a:pt x="146955" y="1063433"/>
                  <a:pt x="146955" y="480915"/>
                </a:cubicBezTo>
                <a:cubicBezTo>
                  <a:pt x="146955" y="480915"/>
                  <a:pt x="146955" y="480915"/>
                  <a:pt x="328613" y="480915"/>
                </a:cubicBezTo>
                <a:cubicBezTo>
                  <a:pt x="328613" y="480915"/>
                  <a:pt x="328613" y="480915"/>
                  <a:pt x="328613" y="962816"/>
                </a:cubicBezTo>
                <a:cubicBezTo>
                  <a:pt x="339144" y="933691"/>
                  <a:pt x="368104" y="870143"/>
                  <a:pt x="397064" y="870143"/>
                </a:cubicBezTo>
                <a:cubicBezTo>
                  <a:pt x="439187" y="870143"/>
                  <a:pt x="478678" y="976055"/>
                  <a:pt x="478678" y="976055"/>
                </a:cubicBezTo>
                <a:cubicBezTo>
                  <a:pt x="478678" y="976055"/>
                  <a:pt x="512903" y="870143"/>
                  <a:pt x="552394" y="870143"/>
                </a:cubicBezTo>
                <a:cubicBezTo>
                  <a:pt x="591885" y="870143"/>
                  <a:pt x="634009" y="976055"/>
                  <a:pt x="634009" y="976055"/>
                </a:cubicBezTo>
                <a:cubicBezTo>
                  <a:pt x="634009" y="976055"/>
                  <a:pt x="668234" y="870143"/>
                  <a:pt x="707725" y="870143"/>
                </a:cubicBezTo>
                <a:cubicBezTo>
                  <a:pt x="747216" y="870143"/>
                  <a:pt x="789340" y="976055"/>
                  <a:pt x="789340" y="976055"/>
                </a:cubicBezTo>
                <a:cubicBezTo>
                  <a:pt x="789340" y="976055"/>
                  <a:pt x="789340" y="976055"/>
                  <a:pt x="789340" y="999886"/>
                </a:cubicBezTo>
                <a:cubicBezTo>
                  <a:pt x="789340" y="999886"/>
                  <a:pt x="789340" y="999886"/>
                  <a:pt x="863056" y="999886"/>
                </a:cubicBezTo>
                <a:cubicBezTo>
                  <a:pt x="863056" y="999886"/>
                  <a:pt x="863056" y="999886"/>
                  <a:pt x="863056" y="925747"/>
                </a:cubicBezTo>
                <a:cubicBezTo>
                  <a:pt x="810402" y="915156"/>
                  <a:pt x="770911" y="867495"/>
                  <a:pt x="770911" y="811891"/>
                </a:cubicBezTo>
                <a:cubicBezTo>
                  <a:pt x="770911" y="756287"/>
                  <a:pt x="810402" y="708626"/>
                  <a:pt x="863056" y="698035"/>
                </a:cubicBezTo>
                <a:cubicBezTo>
                  <a:pt x="863056" y="698035"/>
                  <a:pt x="863056" y="698035"/>
                  <a:pt x="863056" y="568293"/>
                </a:cubicBezTo>
                <a:cubicBezTo>
                  <a:pt x="863056" y="568293"/>
                  <a:pt x="863056" y="568293"/>
                  <a:pt x="910445" y="568293"/>
                </a:cubicBezTo>
                <a:cubicBezTo>
                  <a:pt x="910445" y="568293"/>
                  <a:pt x="910445" y="568293"/>
                  <a:pt x="910445" y="698035"/>
                </a:cubicBezTo>
                <a:cubicBezTo>
                  <a:pt x="963099" y="708626"/>
                  <a:pt x="1002590" y="756287"/>
                  <a:pt x="1002590" y="811891"/>
                </a:cubicBezTo>
                <a:cubicBezTo>
                  <a:pt x="1002590" y="870143"/>
                  <a:pt x="963099" y="915156"/>
                  <a:pt x="910445" y="925747"/>
                </a:cubicBezTo>
                <a:cubicBezTo>
                  <a:pt x="910445" y="925747"/>
                  <a:pt x="910445" y="925747"/>
                  <a:pt x="910445" y="999886"/>
                </a:cubicBezTo>
                <a:cubicBezTo>
                  <a:pt x="910445" y="999886"/>
                  <a:pt x="910445" y="999886"/>
                  <a:pt x="973630" y="999886"/>
                </a:cubicBezTo>
                <a:cubicBezTo>
                  <a:pt x="973630" y="999886"/>
                  <a:pt x="973630" y="999886"/>
                  <a:pt x="973630" y="923099"/>
                </a:cubicBezTo>
                <a:cubicBezTo>
                  <a:pt x="973630" y="923099"/>
                  <a:pt x="973630" y="923099"/>
                  <a:pt x="1052612" y="923099"/>
                </a:cubicBezTo>
                <a:cubicBezTo>
                  <a:pt x="1052612" y="923099"/>
                  <a:pt x="1052612" y="923099"/>
                  <a:pt x="1052612" y="822482"/>
                </a:cubicBezTo>
                <a:cubicBezTo>
                  <a:pt x="1052612" y="822482"/>
                  <a:pt x="1052612" y="822482"/>
                  <a:pt x="1223739" y="822482"/>
                </a:cubicBezTo>
                <a:cubicBezTo>
                  <a:pt x="1223739" y="822482"/>
                  <a:pt x="1223739" y="822482"/>
                  <a:pt x="1223739" y="533871"/>
                </a:cubicBezTo>
                <a:cubicBezTo>
                  <a:pt x="1223739" y="533871"/>
                  <a:pt x="1223739" y="533871"/>
                  <a:pt x="1452786" y="533871"/>
                </a:cubicBezTo>
                <a:cubicBezTo>
                  <a:pt x="1452786" y="533871"/>
                  <a:pt x="1452786" y="533871"/>
                  <a:pt x="1452786" y="827778"/>
                </a:cubicBezTo>
                <a:cubicBezTo>
                  <a:pt x="1452786" y="827778"/>
                  <a:pt x="1452786" y="827778"/>
                  <a:pt x="1687099" y="827778"/>
                </a:cubicBezTo>
                <a:cubicBezTo>
                  <a:pt x="1687099" y="827778"/>
                  <a:pt x="1687099" y="827778"/>
                  <a:pt x="1687099" y="645080"/>
                </a:cubicBezTo>
                <a:cubicBezTo>
                  <a:pt x="1687099" y="645080"/>
                  <a:pt x="1687099" y="645080"/>
                  <a:pt x="1795945" y="645080"/>
                </a:cubicBezTo>
                <a:lnTo>
                  <a:pt x="1814336" y="645080"/>
                </a:lnTo>
                <a:lnTo>
                  <a:pt x="1814055" y="568843"/>
                </a:lnTo>
                <a:lnTo>
                  <a:pt x="1896602" y="567286"/>
                </a:lnTo>
                <a:lnTo>
                  <a:pt x="1917630" y="135119"/>
                </a:lnTo>
                <a:lnTo>
                  <a:pt x="2020520" y="135119"/>
                </a:lnTo>
                <a:lnTo>
                  <a:pt x="2040929" y="567805"/>
                </a:lnTo>
                <a:lnTo>
                  <a:pt x="2085058" y="569362"/>
                </a:lnTo>
                <a:lnTo>
                  <a:pt x="2104692" y="247596"/>
                </a:lnTo>
                <a:lnTo>
                  <a:pt x="2211603" y="247596"/>
                </a:lnTo>
                <a:lnTo>
                  <a:pt x="2230423" y="571958"/>
                </a:lnTo>
                <a:lnTo>
                  <a:pt x="2293761" y="575073"/>
                </a:lnTo>
                <a:cubicBezTo>
                  <a:pt x="2293761" y="543923"/>
                  <a:pt x="2293761" y="512255"/>
                  <a:pt x="2293761" y="481105"/>
                </a:cubicBezTo>
                <a:cubicBezTo>
                  <a:pt x="2293761" y="456704"/>
                  <a:pt x="2303625" y="437495"/>
                  <a:pt x="2325430" y="425035"/>
                </a:cubicBezTo>
                <a:cubicBezTo>
                  <a:pt x="2329064" y="422959"/>
                  <a:pt x="2331660" y="420882"/>
                  <a:pt x="2333736" y="417248"/>
                </a:cubicBezTo>
                <a:cubicBezTo>
                  <a:pt x="2338409" y="408422"/>
                  <a:pt x="2365406" y="405307"/>
                  <a:pt x="2370078" y="413614"/>
                </a:cubicBezTo>
                <a:cubicBezTo>
                  <a:pt x="2374751" y="421920"/>
                  <a:pt x="2382019" y="425035"/>
                  <a:pt x="2388249" y="430227"/>
                </a:cubicBezTo>
                <a:cubicBezTo>
                  <a:pt x="2402785" y="441648"/>
                  <a:pt x="2411611" y="456185"/>
                  <a:pt x="2411611" y="474355"/>
                </a:cubicBezTo>
                <a:cubicBezTo>
                  <a:pt x="2411611" y="487335"/>
                  <a:pt x="2416802" y="490969"/>
                  <a:pt x="2428224" y="489411"/>
                </a:cubicBezTo>
                <a:cubicBezTo>
                  <a:pt x="2439646" y="487854"/>
                  <a:pt x="2444318" y="494084"/>
                  <a:pt x="2443799" y="504986"/>
                </a:cubicBezTo>
                <a:cubicBezTo>
                  <a:pt x="2443280" y="513293"/>
                  <a:pt x="2443799" y="521599"/>
                  <a:pt x="2443799" y="530425"/>
                </a:cubicBezTo>
                <a:cubicBezTo>
                  <a:pt x="2443799" y="534059"/>
                  <a:pt x="2443280" y="538213"/>
                  <a:pt x="2448472" y="538732"/>
                </a:cubicBezTo>
                <a:cubicBezTo>
                  <a:pt x="2454182" y="539251"/>
                  <a:pt x="2454182" y="534059"/>
                  <a:pt x="2454182" y="529906"/>
                </a:cubicBezTo>
                <a:cubicBezTo>
                  <a:pt x="2454702" y="516408"/>
                  <a:pt x="2455740" y="502390"/>
                  <a:pt x="2455740" y="488892"/>
                </a:cubicBezTo>
                <a:cubicBezTo>
                  <a:pt x="2456259" y="452551"/>
                  <a:pt x="2456259" y="416209"/>
                  <a:pt x="2455740" y="379868"/>
                </a:cubicBezTo>
                <a:cubicBezTo>
                  <a:pt x="2455740" y="368966"/>
                  <a:pt x="2459374" y="361697"/>
                  <a:pt x="2471834" y="361697"/>
                </a:cubicBezTo>
                <a:cubicBezTo>
                  <a:pt x="2511290" y="361697"/>
                  <a:pt x="2550746" y="361697"/>
                  <a:pt x="2590203" y="361697"/>
                </a:cubicBezTo>
                <a:cubicBezTo>
                  <a:pt x="2600067" y="361697"/>
                  <a:pt x="2604739" y="366889"/>
                  <a:pt x="2604220" y="376753"/>
                </a:cubicBezTo>
                <a:cubicBezTo>
                  <a:pt x="2604220" y="386098"/>
                  <a:pt x="2604739" y="395443"/>
                  <a:pt x="2603701" y="404788"/>
                </a:cubicBezTo>
                <a:cubicBezTo>
                  <a:pt x="2602662" y="415171"/>
                  <a:pt x="2606297" y="420882"/>
                  <a:pt x="2616161" y="425035"/>
                </a:cubicBezTo>
                <a:cubicBezTo>
                  <a:pt x="2637965" y="434899"/>
                  <a:pt x="2648349" y="453070"/>
                  <a:pt x="2648868" y="476951"/>
                </a:cubicBezTo>
                <a:cubicBezTo>
                  <a:pt x="2648868" y="493565"/>
                  <a:pt x="2648868" y="510697"/>
                  <a:pt x="2648868" y="527310"/>
                </a:cubicBezTo>
                <a:cubicBezTo>
                  <a:pt x="2648868" y="542106"/>
                  <a:pt x="2648090" y="548596"/>
                  <a:pt x="2651010" y="551386"/>
                </a:cubicBezTo>
                <a:lnTo>
                  <a:pt x="2661207" y="552175"/>
                </a:lnTo>
                <a:lnTo>
                  <a:pt x="2661207" y="497877"/>
                </a:lnTo>
                <a:cubicBezTo>
                  <a:pt x="2661207" y="443514"/>
                  <a:pt x="2661207" y="371030"/>
                  <a:pt x="2661207" y="274385"/>
                </a:cubicBezTo>
                <a:cubicBezTo>
                  <a:pt x="2661207" y="274385"/>
                  <a:pt x="2661207" y="274385"/>
                  <a:pt x="2916581" y="274385"/>
                </a:cubicBezTo>
                <a:cubicBezTo>
                  <a:pt x="2916581" y="274385"/>
                  <a:pt x="2916581" y="274385"/>
                  <a:pt x="2916581" y="623897"/>
                </a:cubicBezTo>
                <a:cubicBezTo>
                  <a:pt x="2916581" y="623897"/>
                  <a:pt x="2916581" y="623897"/>
                  <a:pt x="3103505" y="623897"/>
                </a:cubicBezTo>
                <a:cubicBezTo>
                  <a:pt x="3103505" y="623897"/>
                  <a:pt x="3103505" y="623897"/>
                  <a:pt x="3103505" y="938986"/>
                </a:cubicBezTo>
                <a:cubicBezTo>
                  <a:pt x="3103505" y="938986"/>
                  <a:pt x="3103505" y="938986"/>
                  <a:pt x="3253570" y="938986"/>
                </a:cubicBezTo>
                <a:cubicBezTo>
                  <a:pt x="3253570" y="938986"/>
                  <a:pt x="3253570" y="938986"/>
                  <a:pt x="3253570" y="833074"/>
                </a:cubicBezTo>
                <a:cubicBezTo>
                  <a:pt x="3253570" y="833074"/>
                  <a:pt x="3253570" y="833074"/>
                  <a:pt x="3458923" y="833074"/>
                </a:cubicBezTo>
                <a:cubicBezTo>
                  <a:pt x="3458923" y="833074"/>
                  <a:pt x="3458923" y="833074"/>
                  <a:pt x="3458923" y="449141"/>
                </a:cubicBezTo>
                <a:cubicBezTo>
                  <a:pt x="3458923" y="449141"/>
                  <a:pt x="3458923" y="449141"/>
                  <a:pt x="3619519" y="449141"/>
                </a:cubicBezTo>
                <a:cubicBezTo>
                  <a:pt x="3619519" y="449141"/>
                  <a:pt x="3619519" y="449141"/>
                  <a:pt x="3619519" y="822482"/>
                </a:cubicBezTo>
                <a:cubicBezTo>
                  <a:pt x="3619519" y="822482"/>
                  <a:pt x="3619519" y="822482"/>
                  <a:pt x="3716929" y="822482"/>
                </a:cubicBezTo>
                <a:cubicBezTo>
                  <a:pt x="3716929" y="822482"/>
                  <a:pt x="3716929" y="822482"/>
                  <a:pt x="3716929" y="533871"/>
                </a:cubicBezTo>
                <a:cubicBezTo>
                  <a:pt x="3716929" y="533871"/>
                  <a:pt x="3716929" y="533871"/>
                  <a:pt x="3948609" y="533871"/>
                </a:cubicBezTo>
                <a:cubicBezTo>
                  <a:pt x="3948609" y="533871"/>
                  <a:pt x="3948609" y="533871"/>
                  <a:pt x="3948609" y="827778"/>
                </a:cubicBezTo>
                <a:cubicBezTo>
                  <a:pt x="3948609" y="827778"/>
                  <a:pt x="3948609" y="827778"/>
                  <a:pt x="3952270" y="827778"/>
                </a:cubicBezTo>
                <a:lnTo>
                  <a:pt x="3956368" y="827778"/>
                </a:lnTo>
                <a:lnTo>
                  <a:pt x="3956368" y="761209"/>
                </a:lnTo>
                <a:lnTo>
                  <a:pt x="3956368" y="714516"/>
                </a:lnTo>
                <a:lnTo>
                  <a:pt x="4000985" y="714516"/>
                </a:lnTo>
                <a:lnTo>
                  <a:pt x="4000985" y="420341"/>
                </a:lnTo>
                <a:lnTo>
                  <a:pt x="4000984" y="420341"/>
                </a:lnTo>
                <a:lnTo>
                  <a:pt x="4000984" y="339659"/>
                </a:lnTo>
                <a:lnTo>
                  <a:pt x="4071715" y="339659"/>
                </a:lnTo>
                <a:lnTo>
                  <a:pt x="4142446" y="339659"/>
                </a:lnTo>
                <a:lnTo>
                  <a:pt x="4142446" y="413478"/>
                </a:lnTo>
                <a:lnTo>
                  <a:pt x="4142446" y="413480"/>
                </a:lnTo>
                <a:lnTo>
                  <a:pt x="4142446" y="713686"/>
                </a:lnTo>
                <a:lnTo>
                  <a:pt x="4182921" y="713686"/>
                </a:lnTo>
                <a:lnTo>
                  <a:pt x="4182921" y="705384"/>
                </a:lnTo>
                <a:cubicBezTo>
                  <a:pt x="4182921" y="687899"/>
                  <a:pt x="4182921" y="667917"/>
                  <a:pt x="4182921" y="645080"/>
                </a:cubicBezTo>
                <a:cubicBezTo>
                  <a:pt x="4182921" y="645080"/>
                  <a:pt x="4182921" y="645080"/>
                  <a:pt x="4214842" y="645080"/>
                </a:cubicBezTo>
                <a:lnTo>
                  <a:pt x="4243942" y="645080"/>
                </a:lnTo>
                <a:lnTo>
                  <a:pt x="4243942" y="339659"/>
                </a:lnTo>
                <a:lnTo>
                  <a:pt x="4243942" y="249509"/>
                </a:lnTo>
                <a:lnTo>
                  <a:pt x="4288534" y="249509"/>
                </a:lnTo>
                <a:lnTo>
                  <a:pt x="4337854" y="249509"/>
                </a:lnTo>
                <a:lnTo>
                  <a:pt x="4337854" y="322718"/>
                </a:lnTo>
                <a:lnTo>
                  <a:pt x="4337854" y="322720"/>
                </a:lnTo>
                <a:lnTo>
                  <a:pt x="4337854" y="380000"/>
                </a:lnTo>
                <a:lnTo>
                  <a:pt x="4654875" y="380000"/>
                </a:lnTo>
                <a:lnTo>
                  <a:pt x="4654875" y="379790"/>
                </a:lnTo>
                <a:lnTo>
                  <a:pt x="4675084" y="379790"/>
                </a:lnTo>
                <a:lnTo>
                  <a:pt x="4675084" y="474896"/>
                </a:lnTo>
                <a:lnTo>
                  <a:pt x="4676745" y="475064"/>
                </a:lnTo>
                <a:cubicBezTo>
                  <a:pt x="4708955" y="481655"/>
                  <a:pt x="4734183" y="507417"/>
                  <a:pt x="4739988" y="539907"/>
                </a:cubicBezTo>
                <a:lnTo>
                  <a:pt x="4740674" y="547701"/>
                </a:lnTo>
                <a:lnTo>
                  <a:pt x="4741248" y="547701"/>
                </a:lnTo>
                <a:lnTo>
                  <a:pt x="4741248" y="554205"/>
                </a:lnTo>
                <a:lnTo>
                  <a:pt x="4741248" y="554208"/>
                </a:lnTo>
                <a:lnTo>
                  <a:pt x="4741248" y="739927"/>
                </a:lnTo>
                <a:lnTo>
                  <a:pt x="4764753" y="740400"/>
                </a:lnTo>
                <a:cubicBezTo>
                  <a:pt x="4764753" y="740400"/>
                  <a:pt x="4764753" y="740400"/>
                  <a:pt x="4764753" y="666262"/>
                </a:cubicBezTo>
                <a:cubicBezTo>
                  <a:pt x="4764753" y="666262"/>
                  <a:pt x="4764753" y="666262"/>
                  <a:pt x="4899024" y="666262"/>
                </a:cubicBezTo>
                <a:cubicBezTo>
                  <a:pt x="4899024" y="666262"/>
                  <a:pt x="4899024" y="666262"/>
                  <a:pt x="4899024" y="735104"/>
                </a:cubicBezTo>
                <a:cubicBezTo>
                  <a:pt x="4899024" y="735104"/>
                  <a:pt x="4899024" y="735104"/>
                  <a:pt x="5028026" y="735104"/>
                </a:cubicBezTo>
                <a:cubicBezTo>
                  <a:pt x="5028026" y="735104"/>
                  <a:pt x="5028026" y="735104"/>
                  <a:pt x="5028026" y="658319"/>
                </a:cubicBezTo>
                <a:cubicBezTo>
                  <a:pt x="5028026" y="658319"/>
                  <a:pt x="5028026" y="658319"/>
                  <a:pt x="5154397" y="660966"/>
                </a:cubicBezTo>
                <a:cubicBezTo>
                  <a:pt x="5154397" y="660966"/>
                  <a:pt x="5154397" y="660966"/>
                  <a:pt x="5154397" y="369707"/>
                </a:cubicBezTo>
                <a:cubicBezTo>
                  <a:pt x="5154397" y="369707"/>
                  <a:pt x="5154397" y="369707"/>
                  <a:pt x="5409771" y="369707"/>
                </a:cubicBezTo>
                <a:cubicBezTo>
                  <a:pt x="5409771" y="369707"/>
                  <a:pt x="5409771" y="369707"/>
                  <a:pt x="5409771" y="623897"/>
                </a:cubicBezTo>
                <a:cubicBezTo>
                  <a:pt x="5409771" y="623897"/>
                  <a:pt x="5409771" y="623897"/>
                  <a:pt x="5599327" y="623897"/>
                </a:cubicBezTo>
                <a:cubicBezTo>
                  <a:pt x="5599327" y="623897"/>
                  <a:pt x="5599327" y="623897"/>
                  <a:pt x="5599327" y="681817"/>
                </a:cubicBezTo>
                <a:lnTo>
                  <a:pt x="5599327" y="692743"/>
                </a:lnTo>
                <a:lnTo>
                  <a:pt x="5628967" y="692743"/>
                </a:lnTo>
                <a:lnTo>
                  <a:pt x="5628967" y="672950"/>
                </a:lnTo>
                <a:lnTo>
                  <a:pt x="5794767" y="672950"/>
                </a:lnTo>
                <a:lnTo>
                  <a:pt x="5794803" y="672943"/>
                </a:lnTo>
                <a:lnTo>
                  <a:pt x="5792189" y="672943"/>
                </a:lnTo>
                <a:lnTo>
                  <a:pt x="5784518" y="672943"/>
                </a:lnTo>
                <a:lnTo>
                  <a:pt x="5628967" y="672943"/>
                </a:lnTo>
                <a:lnTo>
                  <a:pt x="5792189" y="576196"/>
                </a:lnTo>
                <a:lnTo>
                  <a:pt x="5792189" y="668395"/>
                </a:lnTo>
                <a:lnTo>
                  <a:pt x="5947738" y="576196"/>
                </a:lnTo>
                <a:lnTo>
                  <a:pt x="5947738" y="668395"/>
                </a:lnTo>
                <a:lnTo>
                  <a:pt x="6103287" y="576196"/>
                </a:lnTo>
                <a:lnTo>
                  <a:pt x="6103287" y="668395"/>
                </a:lnTo>
                <a:lnTo>
                  <a:pt x="6258836" y="576196"/>
                </a:lnTo>
                <a:lnTo>
                  <a:pt x="6258836" y="672943"/>
                </a:lnTo>
                <a:lnTo>
                  <a:pt x="6154820" y="672943"/>
                </a:lnTo>
                <a:lnTo>
                  <a:pt x="6154820" y="672950"/>
                </a:lnTo>
                <a:lnTo>
                  <a:pt x="6258836" y="672950"/>
                </a:lnTo>
                <a:lnTo>
                  <a:pt x="6258836" y="708560"/>
                </a:lnTo>
                <a:lnTo>
                  <a:pt x="6258836" y="726328"/>
                </a:lnTo>
                <a:lnTo>
                  <a:pt x="6349534" y="726328"/>
                </a:lnTo>
                <a:cubicBezTo>
                  <a:pt x="6354193" y="726328"/>
                  <a:pt x="6354387" y="726134"/>
                  <a:pt x="6354387" y="721669"/>
                </a:cubicBezTo>
                <a:cubicBezTo>
                  <a:pt x="6354387" y="698761"/>
                  <a:pt x="6354387" y="676048"/>
                  <a:pt x="6354387" y="653142"/>
                </a:cubicBezTo>
                <a:cubicBezTo>
                  <a:pt x="6354387" y="651200"/>
                  <a:pt x="6354193" y="649647"/>
                  <a:pt x="6351863" y="648482"/>
                </a:cubicBezTo>
                <a:cubicBezTo>
                  <a:pt x="6348369" y="646735"/>
                  <a:pt x="6348563" y="644018"/>
                  <a:pt x="6352251" y="641882"/>
                </a:cubicBezTo>
                <a:cubicBezTo>
                  <a:pt x="6353999" y="640911"/>
                  <a:pt x="6354581" y="639941"/>
                  <a:pt x="6354581" y="638194"/>
                </a:cubicBezTo>
                <a:cubicBezTo>
                  <a:pt x="6354581" y="622081"/>
                  <a:pt x="6354581" y="605967"/>
                  <a:pt x="6354581" y="589854"/>
                </a:cubicBezTo>
                <a:cubicBezTo>
                  <a:pt x="6354581" y="587719"/>
                  <a:pt x="6353610" y="586554"/>
                  <a:pt x="6351863" y="585584"/>
                </a:cubicBezTo>
                <a:cubicBezTo>
                  <a:pt x="6348757" y="583836"/>
                  <a:pt x="6348757" y="581507"/>
                  <a:pt x="6351863" y="579954"/>
                </a:cubicBezTo>
                <a:cubicBezTo>
                  <a:pt x="6354581" y="578595"/>
                  <a:pt x="6354581" y="576848"/>
                  <a:pt x="6354581" y="574712"/>
                </a:cubicBezTo>
                <a:cubicBezTo>
                  <a:pt x="6354581" y="559182"/>
                  <a:pt x="6354581" y="543651"/>
                  <a:pt x="6354581" y="528121"/>
                </a:cubicBezTo>
                <a:cubicBezTo>
                  <a:pt x="6354581" y="525792"/>
                  <a:pt x="6354387" y="524238"/>
                  <a:pt x="6351669" y="522879"/>
                </a:cubicBezTo>
                <a:cubicBezTo>
                  <a:pt x="6348369" y="521326"/>
                  <a:pt x="6348563" y="518026"/>
                  <a:pt x="6351863" y="516473"/>
                </a:cubicBezTo>
                <a:cubicBezTo>
                  <a:pt x="6354193" y="515308"/>
                  <a:pt x="6354387" y="513755"/>
                  <a:pt x="6354387" y="511814"/>
                </a:cubicBezTo>
                <a:cubicBezTo>
                  <a:pt x="6354387" y="496672"/>
                  <a:pt x="6354387" y="481335"/>
                  <a:pt x="6354387" y="465999"/>
                </a:cubicBezTo>
                <a:cubicBezTo>
                  <a:pt x="6354387" y="463864"/>
                  <a:pt x="6353999" y="462311"/>
                  <a:pt x="6351475" y="460952"/>
                </a:cubicBezTo>
                <a:cubicBezTo>
                  <a:pt x="6348369" y="459399"/>
                  <a:pt x="6348563" y="456293"/>
                  <a:pt x="6351863" y="454545"/>
                </a:cubicBezTo>
                <a:cubicBezTo>
                  <a:pt x="6353999" y="453575"/>
                  <a:pt x="6354387" y="452410"/>
                  <a:pt x="6354387" y="450469"/>
                </a:cubicBezTo>
                <a:cubicBezTo>
                  <a:pt x="6354387" y="434356"/>
                  <a:pt x="6354387" y="418243"/>
                  <a:pt x="6354387" y="402130"/>
                </a:cubicBezTo>
                <a:cubicBezTo>
                  <a:pt x="6354387" y="400189"/>
                  <a:pt x="6353805" y="399218"/>
                  <a:pt x="6351863" y="398054"/>
                </a:cubicBezTo>
                <a:cubicBezTo>
                  <a:pt x="6348369" y="396112"/>
                  <a:pt x="6348369" y="393394"/>
                  <a:pt x="6352057" y="391453"/>
                </a:cubicBezTo>
                <a:cubicBezTo>
                  <a:pt x="6354193" y="390288"/>
                  <a:pt x="6354387" y="388929"/>
                  <a:pt x="6354387" y="387182"/>
                </a:cubicBezTo>
                <a:cubicBezTo>
                  <a:pt x="6354387" y="371652"/>
                  <a:pt x="6354387" y="356121"/>
                  <a:pt x="6354387" y="340591"/>
                </a:cubicBezTo>
                <a:cubicBezTo>
                  <a:pt x="6354387" y="338650"/>
                  <a:pt x="6354193" y="337096"/>
                  <a:pt x="6351863" y="335932"/>
                </a:cubicBezTo>
                <a:cubicBezTo>
                  <a:pt x="6348369" y="334185"/>
                  <a:pt x="6348563" y="331467"/>
                  <a:pt x="6352251" y="329331"/>
                </a:cubicBezTo>
                <a:cubicBezTo>
                  <a:pt x="6353999" y="328361"/>
                  <a:pt x="6354581" y="327390"/>
                  <a:pt x="6354581" y="325643"/>
                </a:cubicBezTo>
                <a:cubicBezTo>
                  <a:pt x="6354581" y="309530"/>
                  <a:pt x="6354581" y="293417"/>
                  <a:pt x="6354581" y="277304"/>
                </a:cubicBezTo>
                <a:cubicBezTo>
                  <a:pt x="6354581" y="275363"/>
                  <a:pt x="6353999" y="273810"/>
                  <a:pt x="6351863" y="273227"/>
                </a:cubicBezTo>
                <a:cubicBezTo>
                  <a:pt x="6349922" y="272645"/>
                  <a:pt x="6349534" y="271286"/>
                  <a:pt x="6349922" y="269539"/>
                </a:cubicBezTo>
                <a:cubicBezTo>
                  <a:pt x="6350310" y="267792"/>
                  <a:pt x="6351863" y="267209"/>
                  <a:pt x="6353610" y="267209"/>
                </a:cubicBezTo>
                <a:cubicBezTo>
                  <a:pt x="6354775" y="267209"/>
                  <a:pt x="6356134" y="267209"/>
                  <a:pt x="6357299" y="267209"/>
                </a:cubicBezTo>
                <a:cubicBezTo>
                  <a:pt x="6380206" y="267209"/>
                  <a:pt x="6403308" y="267209"/>
                  <a:pt x="6426409" y="267209"/>
                </a:cubicBezTo>
                <a:cubicBezTo>
                  <a:pt x="6427768" y="267209"/>
                  <a:pt x="6429321" y="267015"/>
                  <a:pt x="6430680" y="267209"/>
                </a:cubicBezTo>
                <a:cubicBezTo>
                  <a:pt x="6433010" y="267404"/>
                  <a:pt x="6433980" y="268568"/>
                  <a:pt x="6433980" y="270704"/>
                </a:cubicBezTo>
                <a:cubicBezTo>
                  <a:pt x="6433786" y="272839"/>
                  <a:pt x="6432233" y="273033"/>
                  <a:pt x="6430486" y="273033"/>
                </a:cubicBezTo>
                <a:cubicBezTo>
                  <a:pt x="6429515" y="273033"/>
                  <a:pt x="6428739" y="273033"/>
                  <a:pt x="6427962" y="273033"/>
                </a:cubicBezTo>
                <a:cubicBezTo>
                  <a:pt x="6427962" y="273422"/>
                  <a:pt x="6427768" y="273810"/>
                  <a:pt x="6427768" y="274198"/>
                </a:cubicBezTo>
                <a:cubicBezTo>
                  <a:pt x="6427768" y="292641"/>
                  <a:pt x="6427768" y="310889"/>
                  <a:pt x="6427768" y="329137"/>
                </a:cubicBezTo>
                <a:cubicBezTo>
                  <a:pt x="6428933" y="329331"/>
                  <a:pt x="6429904" y="329137"/>
                  <a:pt x="6430874" y="329331"/>
                </a:cubicBezTo>
                <a:cubicBezTo>
                  <a:pt x="6432622" y="329525"/>
                  <a:pt x="6433786" y="330690"/>
                  <a:pt x="6433786" y="332438"/>
                </a:cubicBezTo>
                <a:cubicBezTo>
                  <a:pt x="6433980" y="334379"/>
                  <a:pt x="6433010" y="335737"/>
                  <a:pt x="6430874" y="336126"/>
                </a:cubicBezTo>
                <a:cubicBezTo>
                  <a:pt x="6429710" y="336320"/>
                  <a:pt x="6428739" y="336320"/>
                  <a:pt x="6427768" y="336320"/>
                </a:cubicBezTo>
                <a:cubicBezTo>
                  <a:pt x="6427768" y="354763"/>
                  <a:pt x="6427768" y="373011"/>
                  <a:pt x="6427768" y="391259"/>
                </a:cubicBezTo>
                <a:cubicBezTo>
                  <a:pt x="6428933" y="391259"/>
                  <a:pt x="6429904" y="391259"/>
                  <a:pt x="6430874" y="391453"/>
                </a:cubicBezTo>
                <a:cubicBezTo>
                  <a:pt x="6433010" y="391647"/>
                  <a:pt x="6433786" y="393006"/>
                  <a:pt x="6433786" y="395142"/>
                </a:cubicBezTo>
                <a:cubicBezTo>
                  <a:pt x="6433786" y="396889"/>
                  <a:pt x="6432816" y="398054"/>
                  <a:pt x="6430874" y="398248"/>
                </a:cubicBezTo>
                <a:cubicBezTo>
                  <a:pt x="6429710" y="398248"/>
                  <a:pt x="6428739" y="398248"/>
                  <a:pt x="6427768" y="398248"/>
                </a:cubicBezTo>
                <a:cubicBezTo>
                  <a:pt x="6427768" y="417078"/>
                  <a:pt x="6427768" y="435715"/>
                  <a:pt x="6427768" y="454351"/>
                </a:cubicBezTo>
                <a:cubicBezTo>
                  <a:pt x="6428933" y="454545"/>
                  <a:pt x="6429904" y="454351"/>
                  <a:pt x="6430874" y="454545"/>
                </a:cubicBezTo>
                <a:cubicBezTo>
                  <a:pt x="6432622" y="454740"/>
                  <a:pt x="6433786" y="455904"/>
                  <a:pt x="6433786" y="457652"/>
                </a:cubicBezTo>
                <a:cubicBezTo>
                  <a:pt x="6433980" y="459593"/>
                  <a:pt x="6433010" y="460952"/>
                  <a:pt x="6430874" y="461340"/>
                </a:cubicBezTo>
                <a:cubicBezTo>
                  <a:pt x="6429710" y="461534"/>
                  <a:pt x="6428739" y="461534"/>
                  <a:pt x="6427768" y="461534"/>
                </a:cubicBezTo>
                <a:cubicBezTo>
                  <a:pt x="6427574" y="461534"/>
                  <a:pt x="6427574" y="461534"/>
                  <a:pt x="6427574" y="461534"/>
                </a:cubicBezTo>
                <a:cubicBezTo>
                  <a:pt x="6427574" y="461728"/>
                  <a:pt x="6427574" y="461728"/>
                  <a:pt x="6427574" y="461728"/>
                </a:cubicBezTo>
                <a:lnTo>
                  <a:pt x="6427768" y="461728"/>
                </a:lnTo>
                <a:cubicBezTo>
                  <a:pt x="6427768" y="480171"/>
                  <a:pt x="6427768" y="498419"/>
                  <a:pt x="6427768" y="516667"/>
                </a:cubicBezTo>
                <a:cubicBezTo>
                  <a:pt x="6428933" y="516861"/>
                  <a:pt x="6429904" y="516667"/>
                  <a:pt x="6430874" y="516861"/>
                </a:cubicBezTo>
                <a:cubicBezTo>
                  <a:pt x="6433010" y="517055"/>
                  <a:pt x="6433980" y="518608"/>
                  <a:pt x="6433786" y="520550"/>
                </a:cubicBezTo>
                <a:cubicBezTo>
                  <a:pt x="6433786" y="522297"/>
                  <a:pt x="6432816" y="523462"/>
                  <a:pt x="6430874" y="523656"/>
                </a:cubicBezTo>
                <a:cubicBezTo>
                  <a:pt x="6429710" y="523850"/>
                  <a:pt x="6428739" y="523850"/>
                  <a:pt x="6427768" y="523850"/>
                </a:cubicBezTo>
                <a:cubicBezTo>
                  <a:pt x="6427768" y="542681"/>
                  <a:pt x="6427768" y="561317"/>
                  <a:pt x="6427768" y="579954"/>
                </a:cubicBezTo>
                <a:cubicBezTo>
                  <a:pt x="6429127" y="579954"/>
                  <a:pt x="6430292" y="579954"/>
                  <a:pt x="6431457" y="580148"/>
                </a:cubicBezTo>
                <a:cubicBezTo>
                  <a:pt x="6433010" y="580536"/>
                  <a:pt x="6433786" y="581701"/>
                  <a:pt x="6433786" y="583254"/>
                </a:cubicBezTo>
                <a:cubicBezTo>
                  <a:pt x="6433786" y="585001"/>
                  <a:pt x="6433010" y="585778"/>
                  <a:pt x="6431263" y="585972"/>
                </a:cubicBezTo>
                <a:cubicBezTo>
                  <a:pt x="6430098" y="586166"/>
                  <a:pt x="6428933" y="586749"/>
                  <a:pt x="6427768" y="587137"/>
                </a:cubicBezTo>
                <a:cubicBezTo>
                  <a:pt x="6427768" y="605580"/>
                  <a:pt x="6427768" y="623828"/>
                  <a:pt x="6427768" y="642076"/>
                </a:cubicBezTo>
                <a:cubicBezTo>
                  <a:pt x="6428933" y="642270"/>
                  <a:pt x="6429904" y="642076"/>
                  <a:pt x="6430874" y="642270"/>
                </a:cubicBezTo>
                <a:cubicBezTo>
                  <a:pt x="6433010" y="642465"/>
                  <a:pt x="6433980" y="643823"/>
                  <a:pt x="6433786" y="645959"/>
                </a:cubicBezTo>
                <a:cubicBezTo>
                  <a:pt x="6433786" y="647706"/>
                  <a:pt x="6432816" y="648871"/>
                  <a:pt x="6430874" y="649065"/>
                </a:cubicBezTo>
                <a:cubicBezTo>
                  <a:pt x="6429710" y="649259"/>
                  <a:pt x="6428739" y="649259"/>
                  <a:pt x="6427768" y="649259"/>
                </a:cubicBezTo>
                <a:cubicBezTo>
                  <a:pt x="6427768" y="675272"/>
                  <a:pt x="6427768" y="701479"/>
                  <a:pt x="6427768" y="727687"/>
                </a:cubicBezTo>
                <a:cubicBezTo>
                  <a:pt x="6435339" y="727687"/>
                  <a:pt x="6443105" y="727881"/>
                  <a:pt x="6450870" y="727881"/>
                </a:cubicBezTo>
                <a:cubicBezTo>
                  <a:pt x="6473583" y="727881"/>
                  <a:pt x="6496490" y="727687"/>
                  <a:pt x="6519204" y="727687"/>
                </a:cubicBezTo>
                <a:cubicBezTo>
                  <a:pt x="6519204" y="714680"/>
                  <a:pt x="6519398" y="701479"/>
                  <a:pt x="6519398" y="688473"/>
                </a:cubicBezTo>
                <a:cubicBezTo>
                  <a:pt x="6519398" y="675466"/>
                  <a:pt x="6519398" y="662266"/>
                  <a:pt x="6519398" y="649259"/>
                </a:cubicBezTo>
                <a:cubicBezTo>
                  <a:pt x="6518427" y="649259"/>
                  <a:pt x="6517651" y="649259"/>
                  <a:pt x="6516874" y="649259"/>
                </a:cubicBezTo>
                <a:cubicBezTo>
                  <a:pt x="6514545" y="649259"/>
                  <a:pt x="6513186" y="647900"/>
                  <a:pt x="6513186" y="645570"/>
                </a:cubicBezTo>
                <a:cubicBezTo>
                  <a:pt x="6513186" y="643435"/>
                  <a:pt x="6514545" y="642465"/>
                  <a:pt x="6516680" y="642270"/>
                </a:cubicBezTo>
                <a:cubicBezTo>
                  <a:pt x="6517651" y="642270"/>
                  <a:pt x="6518427" y="642270"/>
                  <a:pt x="6519204" y="642270"/>
                </a:cubicBezTo>
                <a:cubicBezTo>
                  <a:pt x="6519204" y="623440"/>
                  <a:pt x="6519204" y="604803"/>
                  <a:pt x="6519204" y="586166"/>
                </a:cubicBezTo>
                <a:cubicBezTo>
                  <a:pt x="6518815" y="586166"/>
                  <a:pt x="6518427" y="586166"/>
                  <a:pt x="6518039" y="586166"/>
                </a:cubicBezTo>
                <a:cubicBezTo>
                  <a:pt x="6515904" y="586166"/>
                  <a:pt x="6513768" y="585972"/>
                  <a:pt x="6513574" y="583448"/>
                </a:cubicBezTo>
                <a:cubicBezTo>
                  <a:pt x="6513186" y="580342"/>
                  <a:pt x="6515709" y="580148"/>
                  <a:pt x="6518039" y="580148"/>
                </a:cubicBezTo>
                <a:cubicBezTo>
                  <a:pt x="6518427" y="580148"/>
                  <a:pt x="6518815" y="580148"/>
                  <a:pt x="6519204" y="580148"/>
                </a:cubicBezTo>
                <a:cubicBezTo>
                  <a:pt x="6519204" y="561317"/>
                  <a:pt x="6519204" y="542681"/>
                  <a:pt x="6519204" y="524044"/>
                </a:cubicBezTo>
                <a:cubicBezTo>
                  <a:pt x="6518039" y="523850"/>
                  <a:pt x="6517068" y="524044"/>
                  <a:pt x="6516098" y="523850"/>
                </a:cubicBezTo>
                <a:cubicBezTo>
                  <a:pt x="6514156" y="523462"/>
                  <a:pt x="6513186" y="522297"/>
                  <a:pt x="6513186" y="520550"/>
                </a:cubicBezTo>
                <a:cubicBezTo>
                  <a:pt x="6513186" y="518415"/>
                  <a:pt x="6514156" y="517250"/>
                  <a:pt x="6516292" y="516861"/>
                </a:cubicBezTo>
                <a:cubicBezTo>
                  <a:pt x="6517457" y="516667"/>
                  <a:pt x="6518427" y="516667"/>
                  <a:pt x="6519398" y="516667"/>
                </a:cubicBezTo>
                <a:cubicBezTo>
                  <a:pt x="6519398" y="498225"/>
                  <a:pt x="6519398" y="479977"/>
                  <a:pt x="6519398" y="461728"/>
                </a:cubicBezTo>
                <a:cubicBezTo>
                  <a:pt x="6519204" y="461728"/>
                  <a:pt x="6519010" y="461728"/>
                  <a:pt x="6518815" y="461728"/>
                </a:cubicBezTo>
                <a:cubicBezTo>
                  <a:pt x="6515904" y="461534"/>
                  <a:pt x="6513380" y="460369"/>
                  <a:pt x="6513574" y="457263"/>
                </a:cubicBezTo>
                <a:cubicBezTo>
                  <a:pt x="6513768" y="453963"/>
                  <a:pt x="6517068" y="454740"/>
                  <a:pt x="6519398" y="454545"/>
                </a:cubicBezTo>
                <a:cubicBezTo>
                  <a:pt x="6519398" y="435715"/>
                  <a:pt x="6519398" y="417078"/>
                  <a:pt x="6519398" y="398442"/>
                </a:cubicBezTo>
                <a:cubicBezTo>
                  <a:pt x="6517068" y="398442"/>
                  <a:pt x="6514156" y="399024"/>
                  <a:pt x="6513574" y="395724"/>
                </a:cubicBezTo>
                <a:cubicBezTo>
                  <a:pt x="6513186" y="393589"/>
                  <a:pt x="6515321" y="392036"/>
                  <a:pt x="6519592" y="391259"/>
                </a:cubicBezTo>
                <a:cubicBezTo>
                  <a:pt x="6519592" y="372817"/>
                  <a:pt x="6519592" y="354568"/>
                  <a:pt x="6519592" y="336320"/>
                </a:cubicBezTo>
                <a:cubicBezTo>
                  <a:pt x="6519010" y="336320"/>
                  <a:pt x="6518427" y="336320"/>
                  <a:pt x="6517845" y="336320"/>
                </a:cubicBezTo>
                <a:cubicBezTo>
                  <a:pt x="6515515" y="336320"/>
                  <a:pt x="6513574" y="335543"/>
                  <a:pt x="6513574" y="332826"/>
                </a:cubicBezTo>
                <a:cubicBezTo>
                  <a:pt x="6513574" y="330108"/>
                  <a:pt x="6515321" y="329331"/>
                  <a:pt x="6517845" y="329331"/>
                </a:cubicBezTo>
                <a:cubicBezTo>
                  <a:pt x="6518427" y="329331"/>
                  <a:pt x="6519010" y="329331"/>
                  <a:pt x="6519592" y="329331"/>
                </a:cubicBezTo>
                <a:cubicBezTo>
                  <a:pt x="6519592" y="311083"/>
                  <a:pt x="6519592" y="292835"/>
                  <a:pt x="6519592" y="274586"/>
                </a:cubicBezTo>
                <a:cubicBezTo>
                  <a:pt x="6518621" y="273227"/>
                  <a:pt x="6517068" y="273422"/>
                  <a:pt x="6515709" y="273033"/>
                </a:cubicBezTo>
                <a:cubicBezTo>
                  <a:pt x="6514156" y="272645"/>
                  <a:pt x="6513380" y="271480"/>
                  <a:pt x="6513574" y="269927"/>
                </a:cubicBezTo>
                <a:cubicBezTo>
                  <a:pt x="6513768" y="268374"/>
                  <a:pt x="6514933" y="267598"/>
                  <a:pt x="6516486" y="267404"/>
                </a:cubicBezTo>
                <a:cubicBezTo>
                  <a:pt x="6517651" y="267209"/>
                  <a:pt x="6519010" y="267209"/>
                  <a:pt x="6520174" y="267209"/>
                </a:cubicBezTo>
                <a:cubicBezTo>
                  <a:pt x="6544052" y="267209"/>
                  <a:pt x="6567930" y="267209"/>
                  <a:pt x="6591809" y="267209"/>
                </a:cubicBezTo>
                <a:cubicBezTo>
                  <a:pt x="6592779" y="267209"/>
                  <a:pt x="6593556" y="267209"/>
                  <a:pt x="6594332" y="267209"/>
                </a:cubicBezTo>
                <a:cubicBezTo>
                  <a:pt x="6595885" y="267209"/>
                  <a:pt x="6597632" y="267404"/>
                  <a:pt x="6598409" y="269733"/>
                </a:cubicBezTo>
                <a:cubicBezTo>
                  <a:pt x="6598603" y="271286"/>
                  <a:pt x="6598409" y="273033"/>
                  <a:pt x="6596274" y="273227"/>
                </a:cubicBezTo>
                <a:cubicBezTo>
                  <a:pt x="6593750" y="273616"/>
                  <a:pt x="6593556" y="275169"/>
                  <a:pt x="6593556" y="277110"/>
                </a:cubicBezTo>
                <a:cubicBezTo>
                  <a:pt x="6593556" y="293223"/>
                  <a:pt x="6593556" y="309336"/>
                  <a:pt x="6593556" y="325449"/>
                </a:cubicBezTo>
                <a:cubicBezTo>
                  <a:pt x="6593556" y="327390"/>
                  <a:pt x="6594138" y="328361"/>
                  <a:pt x="6596079" y="329525"/>
                </a:cubicBezTo>
                <a:cubicBezTo>
                  <a:pt x="6599574" y="331467"/>
                  <a:pt x="6599574" y="334185"/>
                  <a:pt x="6595885" y="336126"/>
                </a:cubicBezTo>
                <a:cubicBezTo>
                  <a:pt x="6593750" y="337291"/>
                  <a:pt x="6593556" y="338650"/>
                  <a:pt x="6593556" y="340397"/>
                </a:cubicBezTo>
                <a:cubicBezTo>
                  <a:pt x="6593556" y="355927"/>
                  <a:pt x="6593556" y="371458"/>
                  <a:pt x="6593556" y="386988"/>
                </a:cubicBezTo>
                <a:cubicBezTo>
                  <a:pt x="6593556" y="388929"/>
                  <a:pt x="6593750" y="390482"/>
                  <a:pt x="6596079" y="391647"/>
                </a:cubicBezTo>
                <a:cubicBezTo>
                  <a:pt x="6599768" y="393589"/>
                  <a:pt x="6599574" y="396501"/>
                  <a:pt x="6595691" y="398442"/>
                </a:cubicBezTo>
                <a:cubicBezTo>
                  <a:pt x="6593750" y="399412"/>
                  <a:pt x="6593556" y="400771"/>
                  <a:pt x="6593556" y="402324"/>
                </a:cubicBezTo>
                <a:cubicBezTo>
                  <a:pt x="6593556" y="407954"/>
                  <a:pt x="6593556" y="413390"/>
                  <a:pt x="6593556" y="419020"/>
                </a:cubicBezTo>
                <a:cubicBezTo>
                  <a:pt x="6593556" y="429309"/>
                  <a:pt x="6593556" y="439403"/>
                  <a:pt x="6593556" y="449498"/>
                </a:cubicBezTo>
                <a:cubicBezTo>
                  <a:pt x="6593556" y="451828"/>
                  <a:pt x="6593167" y="453963"/>
                  <a:pt x="6596662" y="454934"/>
                </a:cubicBezTo>
                <a:cubicBezTo>
                  <a:pt x="6599186" y="455516"/>
                  <a:pt x="6599380" y="459981"/>
                  <a:pt x="6596662" y="460952"/>
                </a:cubicBezTo>
                <a:cubicBezTo>
                  <a:pt x="6592779" y="462505"/>
                  <a:pt x="6593362" y="465029"/>
                  <a:pt x="6593362" y="467746"/>
                </a:cubicBezTo>
                <a:cubicBezTo>
                  <a:pt x="6593362" y="482112"/>
                  <a:pt x="6593362" y="496283"/>
                  <a:pt x="6593362" y="510649"/>
                </a:cubicBezTo>
                <a:cubicBezTo>
                  <a:pt x="6593362" y="513367"/>
                  <a:pt x="6592973" y="515891"/>
                  <a:pt x="6596662" y="517444"/>
                </a:cubicBezTo>
                <a:cubicBezTo>
                  <a:pt x="6599380" y="518415"/>
                  <a:pt x="6599186" y="522685"/>
                  <a:pt x="6596468" y="523462"/>
                </a:cubicBezTo>
                <a:cubicBezTo>
                  <a:pt x="6593362" y="524238"/>
                  <a:pt x="6593362" y="525986"/>
                  <a:pt x="6593362" y="528315"/>
                </a:cubicBezTo>
                <a:cubicBezTo>
                  <a:pt x="6593362" y="539381"/>
                  <a:pt x="6593362" y="550640"/>
                  <a:pt x="6593362" y="561706"/>
                </a:cubicBezTo>
                <a:cubicBezTo>
                  <a:pt x="6593362" y="566365"/>
                  <a:pt x="6593362" y="570830"/>
                  <a:pt x="6593362" y="575489"/>
                </a:cubicBezTo>
                <a:cubicBezTo>
                  <a:pt x="6593362" y="577430"/>
                  <a:pt x="6593362" y="578983"/>
                  <a:pt x="6596079" y="579954"/>
                </a:cubicBezTo>
                <a:cubicBezTo>
                  <a:pt x="6598991" y="581119"/>
                  <a:pt x="6599186" y="584613"/>
                  <a:pt x="6596274" y="585584"/>
                </a:cubicBezTo>
                <a:cubicBezTo>
                  <a:pt x="6593167" y="586360"/>
                  <a:pt x="6593167" y="588107"/>
                  <a:pt x="6593167" y="590437"/>
                </a:cubicBezTo>
                <a:cubicBezTo>
                  <a:pt x="6593167" y="600920"/>
                  <a:pt x="6593167" y="611209"/>
                  <a:pt x="6593167" y="621498"/>
                </a:cubicBezTo>
                <a:cubicBezTo>
                  <a:pt x="6593167" y="626934"/>
                  <a:pt x="6593167" y="632175"/>
                  <a:pt x="6593167" y="637611"/>
                </a:cubicBezTo>
                <a:cubicBezTo>
                  <a:pt x="6593167" y="639747"/>
                  <a:pt x="6593556" y="641105"/>
                  <a:pt x="6595885" y="642270"/>
                </a:cubicBezTo>
                <a:cubicBezTo>
                  <a:pt x="6598991" y="644018"/>
                  <a:pt x="6599186" y="647124"/>
                  <a:pt x="6595885" y="648676"/>
                </a:cubicBezTo>
                <a:cubicBezTo>
                  <a:pt x="6593167" y="650036"/>
                  <a:pt x="6593167" y="651783"/>
                  <a:pt x="6593167" y="653918"/>
                </a:cubicBezTo>
                <a:cubicBezTo>
                  <a:pt x="6593167" y="676631"/>
                  <a:pt x="6593167" y="699150"/>
                  <a:pt x="6593167" y="721863"/>
                </a:cubicBezTo>
                <a:cubicBezTo>
                  <a:pt x="6593167" y="726522"/>
                  <a:pt x="6593362" y="726716"/>
                  <a:pt x="6598021" y="726716"/>
                </a:cubicBezTo>
                <a:cubicBezTo>
                  <a:pt x="6631412" y="726716"/>
                  <a:pt x="6664996" y="726716"/>
                  <a:pt x="6698387" y="726716"/>
                </a:cubicBezTo>
                <a:cubicBezTo>
                  <a:pt x="6703434" y="726716"/>
                  <a:pt x="6703434" y="726522"/>
                  <a:pt x="6703434" y="720892"/>
                </a:cubicBezTo>
                <a:cubicBezTo>
                  <a:pt x="6703434" y="682649"/>
                  <a:pt x="6703434" y="644600"/>
                  <a:pt x="6703434" y="606356"/>
                </a:cubicBezTo>
                <a:cubicBezTo>
                  <a:pt x="6703434" y="583836"/>
                  <a:pt x="6703434" y="561511"/>
                  <a:pt x="6703434" y="538992"/>
                </a:cubicBezTo>
                <a:cubicBezTo>
                  <a:pt x="6703434" y="536663"/>
                  <a:pt x="6702658" y="534139"/>
                  <a:pt x="6704405" y="532004"/>
                </a:cubicBezTo>
                <a:cubicBezTo>
                  <a:pt x="6704599" y="534721"/>
                  <a:pt x="6704599" y="537633"/>
                  <a:pt x="6704599" y="540351"/>
                </a:cubicBezTo>
                <a:cubicBezTo>
                  <a:pt x="6704599" y="599949"/>
                  <a:pt x="6704599" y="659548"/>
                  <a:pt x="6704599" y="719145"/>
                </a:cubicBezTo>
                <a:cubicBezTo>
                  <a:pt x="6704599" y="721863"/>
                  <a:pt x="6704405" y="724775"/>
                  <a:pt x="6704405" y="727493"/>
                </a:cubicBezTo>
                <a:cubicBezTo>
                  <a:pt x="6704599" y="727493"/>
                  <a:pt x="6704987" y="727493"/>
                  <a:pt x="6705181" y="727493"/>
                </a:cubicBezTo>
                <a:cubicBezTo>
                  <a:pt x="6705181" y="727493"/>
                  <a:pt x="6704987" y="727299"/>
                  <a:pt x="6704987" y="727299"/>
                </a:cubicBezTo>
                <a:cubicBezTo>
                  <a:pt x="6704987" y="663430"/>
                  <a:pt x="6704987" y="599367"/>
                  <a:pt x="6704987" y="535498"/>
                </a:cubicBezTo>
                <a:cubicBezTo>
                  <a:pt x="6704987" y="534333"/>
                  <a:pt x="6704793" y="533169"/>
                  <a:pt x="6705375" y="532004"/>
                </a:cubicBezTo>
                <a:cubicBezTo>
                  <a:pt x="6708482" y="504049"/>
                  <a:pt x="6734301" y="488518"/>
                  <a:pt x="6753132" y="490460"/>
                </a:cubicBezTo>
                <a:cubicBezTo>
                  <a:pt x="6777592" y="488907"/>
                  <a:pt x="6800111" y="511814"/>
                  <a:pt x="6799917" y="535304"/>
                </a:cubicBezTo>
                <a:cubicBezTo>
                  <a:pt x="6799723" y="583836"/>
                  <a:pt x="6799917" y="632564"/>
                  <a:pt x="6799917" y="681290"/>
                </a:cubicBezTo>
                <a:cubicBezTo>
                  <a:pt x="6799917" y="726522"/>
                  <a:pt x="6799917" y="771949"/>
                  <a:pt x="6799917" y="817181"/>
                </a:cubicBezTo>
                <a:cubicBezTo>
                  <a:pt x="6799917" y="819511"/>
                  <a:pt x="6798558" y="822423"/>
                  <a:pt x="6801858" y="823976"/>
                </a:cubicBezTo>
                <a:cubicBezTo>
                  <a:pt x="6804964" y="815046"/>
                  <a:pt x="6809429" y="806892"/>
                  <a:pt x="6814283" y="798933"/>
                </a:cubicBezTo>
                <a:cubicBezTo>
                  <a:pt x="6816612" y="795244"/>
                  <a:pt x="6817389" y="791750"/>
                  <a:pt x="6817389" y="787673"/>
                </a:cubicBezTo>
                <a:cubicBezTo>
                  <a:pt x="6817389" y="720698"/>
                  <a:pt x="6817389" y="653724"/>
                  <a:pt x="6817389" y="586749"/>
                </a:cubicBezTo>
                <a:cubicBezTo>
                  <a:pt x="6817389" y="570247"/>
                  <a:pt x="6817777" y="553746"/>
                  <a:pt x="6817389" y="537245"/>
                </a:cubicBezTo>
                <a:cubicBezTo>
                  <a:pt x="6816806" y="517055"/>
                  <a:pt x="6831366" y="495313"/>
                  <a:pt x="6856991" y="490460"/>
                </a:cubicBezTo>
                <a:cubicBezTo>
                  <a:pt x="6859709" y="489877"/>
                  <a:pt x="6862621" y="489877"/>
                  <a:pt x="6865339" y="490265"/>
                </a:cubicBezTo>
                <a:cubicBezTo>
                  <a:pt x="6890770" y="489101"/>
                  <a:pt x="6912125" y="512202"/>
                  <a:pt x="6912125" y="535110"/>
                </a:cubicBezTo>
                <a:cubicBezTo>
                  <a:pt x="6911930" y="594708"/>
                  <a:pt x="6912125" y="654306"/>
                  <a:pt x="6912125" y="713904"/>
                </a:cubicBezTo>
                <a:cubicBezTo>
                  <a:pt x="6912125" y="715845"/>
                  <a:pt x="6912125" y="717592"/>
                  <a:pt x="6912125" y="719339"/>
                </a:cubicBezTo>
                <a:cubicBezTo>
                  <a:pt x="6912125" y="721475"/>
                  <a:pt x="6913872" y="721669"/>
                  <a:pt x="6915425" y="721669"/>
                </a:cubicBezTo>
                <a:cubicBezTo>
                  <a:pt x="6936780" y="715068"/>
                  <a:pt x="6958910" y="713321"/>
                  <a:pt x="6980847" y="716039"/>
                </a:cubicBezTo>
                <a:cubicBezTo>
                  <a:pt x="7045687" y="724193"/>
                  <a:pt x="7092666" y="757971"/>
                  <a:pt x="7121398" y="816793"/>
                </a:cubicBezTo>
                <a:cubicBezTo>
                  <a:pt x="7125086" y="824558"/>
                  <a:pt x="7128386" y="832517"/>
                  <a:pt x="7130134" y="840865"/>
                </a:cubicBezTo>
                <a:cubicBezTo>
                  <a:pt x="7131298" y="841447"/>
                  <a:pt x="7132269" y="842030"/>
                  <a:pt x="7133434" y="842224"/>
                </a:cubicBezTo>
                <a:cubicBezTo>
                  <a:pt x="7140423" y="843777"/>
                  <a:pt x="7143140" y="846883"/>
                  <a:pt x="7143140" y="854066"/>
                </a:cubicBezTo>
                <a:lnTo>
                  <a:pt x="7143162" y="858635"/>
                </a:lnTo>
                <a:lnTo>
                  <a:pt x="7363499" y="801441"/>
                </a:lnTo>
                <a:cubicBezTo>
                  <a:pt x="7365074" y="800811"/>
                  <a:pt x="7366334" y="800181"/>
                  <a:pt x="7367909" y="799551"/>
                </a:cubicBezTo>
                <a:cubicBezTo>
                  <a:pt x="7367909" y="797346"/>
                  <a:pt x="7367909" y="795141"/>
                  <a:pt x="7367909" y="792936"/>
                </a:cubicBezTo>
                <a:cubicBezTo>
                  <a:pt x="7368224" y="788211"/>
                  <a:pt x="7367594" y="785061"/>
                  <a:pt x="7362239" y="782541"/>
                </a:cubicBezTo>
                <a:cubicBezTo>
                  <a:pt x="7355625" y="779392"/>
                  <a:pt x="7355625" y="775296"/>
                  <a:pt x="7360349" y="769312"/>
                </a:cubicBezTo>
                <a:cubicBezTo>
                  <a:pt x="7362239" y="767107"/>
                  <a:pt x="7364129" y="766792"/>
                  <a:pt x="7365389" y="769627"/>
                </a:cubicBezTo>
                <a:cubicBezTo>
                  <a:pt x="7366334" y="772462"/>
                  <a:pt x="7366649" y="772777"/>
                  <a:pt x="7368854" y="770257"/>
                </a:cubicBezTo>
                <a:cubicBezTo>
                  <a:pt x="7372319" y="766162"/>
                  <a:pt x="7372634" y="766477"/>
                  <a:pt x="7374839" y="772777"/>
                </a:cubicBezTo>
                <a:cubicBezTo>
                  <a:pt x="7377044" y="772462"/>
                  <a:pt x="7376729" y="769942"/>
                  <a:pt x="7378304" y="768682"/>
                </a:cubicBezTo>
                <a:cubicBezTo>
                  <a:pt x="7379564" y="768052"/>
                  <a:pt x="7381139" y="767107"/>
                  <a:pt x="7381769" y="768367"/>
                </a:cubicBezTo>
                <a:cubicBezTo>
                  <a:pt x="7383659" y="772462"/>
                  <a:pt x="7384289" y="771517"/>
                  <a:pt x="7387439" y="768682"/>
                </a:cubicBezTo>
                <a:cubicBezTo>
                  <a:pt x="7391534" y="764902"/>
                  <a:pt x="7391219" y="770257"/>
                  <a:pt x="7392164" y="772462"/>
                </a:cubicBezTo>
                <a:cubicBezTo>
                  <a:pt x="7395314" y="772147"/>
                  <a:pt x="7396259" y="763327"/>
                  <a:pt x="7401299" y="770257"/>
                </a:cubicBezTo>
                <a:cubicBezTo>
                  <a:pt x="7402244" y="771832"/>
                  <a:pt x="7402874" y="769627"/>
                  <a:pt x="7403819" y="768997"/>
                </a:cubicBezTo>
                <a:cubicBezTo>
                  <a:pt x="7408858" y="764587"/>
                  <a:pt x="7408544" y="769312"/>
                  <a:pt x="7409488" y="772462"/>
                </a:cubicBezTo>
                <a:cubicBezTo>
                  <a:pt x="7412008" y="771517"/>
                  <a:pt x="7412638" y="767737"/>
                  <a:pt x="7416103" y="767737"/>
                </a:cubicBezTo>
                <a:cubicBezTo>
                  <a:pt x="7416733" y="768367"/>
                  <a:pt x="7417678" y="768997"/>
                  <a:pt x="7417993" y="769627"/>
                </a:cubicBezTo>
                <a:cubicBezTo>
                  <a:pt x="7423978" y="780336"/>
                  <a:pt x="7422403" y="778762"/>
                  <a:pt x="7413268" y="784116"/>
                </a:cubicBezTo>
                <a:cubicBezTo>
                  <a:pt x="7410434" y="785691"/>
                  <a:pt x="7411694" y="786636"/>
                  <a:pt x="7413268" y="788211"/>
                </a:cubicBezTo>
                <a:cubicBezTo>
                  <a:pt x="7442563" y="780966"/>
                  <a:pt x="7471857" y="773406"/>
                  <a:pt x="7501152" y="765847"/>
                </a:cubicBezTo>
                <a:cubicBezTo>
                  <a:pt x="7550291" y="753247"/>
                  <a:pt x="7599745" y="740332"/>
                  <a:pt x="7648884" y="727417"/>
                </a:cubicBezTo>
                <a:cubicBezTo>
                  <a:pt x="7653609" y="726157"/>
                  <a:pt x="7657703" y="726157"/>
                  <a:pt x="7662113" y="727417"/>
                </a:cubicBezTo>
                <a:cubicBezTo>
                  <a:pt x="7670303" y="729307"/>
                  <a:pt x="7678493" y="732457"/>
                  <a:pt x="7687313" y="733402"/>
                </a:cubicBezTo>
                <a:cubicBezTo>
                  <a:pt x="7687313" y="667255"/>
                  <a:pt x="7687313" y="601421"/>
                  <a:pt x="7687313" y="535272"/>
                </a:cubicBezTo>
                <a:cubicBezTo>
                  <a:pt x="7687313" y="494323"/>
                  <a:pt x="7687313" y="453059"/>
                  <a:pt x="7687313" y="411795"/>
                </a:cubicBezTo>
                <a:cubicBezTo>
                  <a:pt x="7687313" y="402660"/>
                  <a:pt x="7687313" y="402660"/>
                  <a:pt x="7696133" y="402660"/>
                </a:cubicBezTo>
                <a:cubicBezTo>
                  <a:pt x="7700858" y="402660"/>
                  <a:pt x="7705898" y="402975"/>
                  <a:pt x="7710622" y="402975"/>
                </a:cubicBezTo>
                <a:cubicBezTo>
                  <a:pt x="7715977" y="402975"/>
                  <a:pt x="7721647" y="402660"/>
                  <a:pt x="7727002" y="402660"/>
                </a:cubicBezTo>
                <a:cubicBezTo>
                  <a:pt x="7730467" y="402660"/>
                  <a:pt x="7732042" y="404550"/>
                  <a:pt x="7732042" y="408015"/>
                </a:cubicBezTo>
                <a:cubicBezTo>
                  <a:pt x="7732042" y="409275"/>
                  <a:pt x="7732042" y="410535"/>
                  <a:pt x="7732042" y="411795"/>
                </a:cubicBezTo>
                <a:cubicBezTo>
                  <a:pt x="7732042" y="522673"/>
                  <a:pt x="7732042" y="633865"/>
                  <a:pt x="7732042" y="745057"/>
                </a:cubicBezTo>
                <a:cubicBezTo>
                  <a:pt x="7744012" y="749467"/>
                  <a:pt x="7756926" y="751987"/>
                  <a:pt x="7769211" y="755137"/>
                </a:cubicBezTo>
                <a:cubicBezTo>
                  <a:pt x="7773936" y="756397"/>
                  <a:pt x="7778346" y="760177"/>
                  <a:pt x="7783701" y="758602"/>
                </a:cubicBezTo>
                <a:cubicBezTo>
                  <a:pt x="7783701" y="644260"/>
                  <a:pt x="7783701" y="529917"/>
                  <a:pt x="7783701" y="415575"/>
                </a:cubicBezTo>
                <a:cubicBezTo>
                  <a:pt x="7783701" y="401085"/>
                  <a:pt x="7782126" y="402660"/>
                  <a:pt x="7796616" y="402660"/>
                </a:cubicBezTo>
                <a:cubicBezTo>
                  <a:pt x="7800396" y="402660"/>
                  <a:pt x="7803860" y="402975"/>
                  <a:pt x="7807325" y="402975"/>
                </a:cubicBezTo>
                <a:cubicBezTo>
                  <a:pt x="7812365" y="402975"/>
                  <a:pt x="7817720" y="402975"/>
                  <a:pt x="7822760" y="402660"/>
                </a:cubicBezTo>
                <a:cubicBezTo>
                  <a:pt x="7827485" y="402345"/>
                  <a:pt x="7829060" y="404550"/>
                  <a:pt x="7828745" y="408960"/>
                </a:cubicBezTo>
                <a:cubicBezTo>
                  <a:pt x="7828745" y="411795"/>
                  <a:pt x="7828745" y="414315"/>
                  <a:pt x="7828745" y="416835"/>
                </a:cubicBezTo>
                <a:cubicBezTo>
                  <a:pt x="7828745" y="534642"/>
                  <a:pt x="7828745" y="652765"/>
                  <a:pt x="7828745" y="770572"/>
                </a:cubicBezTo>
                <a:cubicBezTo>
                  <a:pt x="7841660" y="774036"/>
                  <a:pt x="7854260" y="777186"/>
                  <a:pt x="7867174" y="780652"/>
                </a:cubicBezTo>
                <a:cubicBezTo>
                  <a:pt x="7869064" y="780022"/>
                  <a:pt x="7870954" y="779706"/>
                  <a:pt x="7870954" y="777186"/>
                </a:cubicBezTo>
                <a:cubicBezTo>
                  <a:pt x="7870954" y="774036"/>
                  <a:pt x="7870954" y="771202"/>
                  <a:pt x="7870954" y="768367"/>
                </a:cubicBezTo>
                <a:cubicBezTo>
                  <a:pt x="7870954" y="696548"/>
                  <a:pt x="7870954" y="625046"/>
                  <a:pt x="7870954" y="553542"/>
                </a:cubicBezTo>
                <a:cubicBezTo>
                  <a:pt x="7870954" y="549762"/>
                  <a:pt x="7871269" y="545667"/>
                  <a:pt x="7871269" y="541887"/>
                </a:cubicBezTo>
                <a:cubicBezTo>
                  <a:pt x="7870954" y="534327"/>
                  <a:pt x="7870639" y="526452"/>
                  <a:pt x="7870639" y="518892"/>
                </a:cubicBezTo>
                <a:cubicBezTo>
                  <a:pt x="7870639" y="511018"/>
                  <a:pt x="7870954" y="511018"/>
                  <a:pt x="7878514" y="511018"/>
                </a:cubicBezTo>
                <a:cubicBezTo>
                  <a:pt x="7895524" y="511018"/>
                  <a:pt x="7912533" y="511018"/>
                  <a:pt x="7929543" y="511018"/>
                </a:cubicBezTo>
                <a:cubicBezTo>
                  <a:pt x="7942458" y="511018"/>
                  <a:pt x="7955058" y="511018"/>
                  <a:pt x="7967972" y="511018"/>
                </a:cubicBezTo>
                <a:cubicBezTo>
                  <a:pt x="7970807" y="511018"/>
                  <a:pt x="7974272" y="511963"/>
                  <a:pt x="7977107" y="509758"/>
                </a:cubicBezTo>
                <a:cubicBezTo>
                  <a:pt x="7976792" y="500308"/>
                  <a:pt x="7976792" y="490543"/>
                  <a:pt x="7976792" y="481093"/>
                </a:cubicBezTo>
                <a:cubicBezTo>
                  <a:pt x="7976792" y="479203"/>
                  <a:pt x="7976477" y="476683"/>
                  <a:pt x="7979627" y="476368"/>
                </a:cubicBezTo>
                <a:cubicBezTo>
                  <a:pt x="7983722" y="476054"/>
                  <a:pt x="7983407" y="478888"/>
                  <a:pt x="7983407" y="481409"/>
                </a:cubicBezTo>
                <a:cubicBezTo>
                  <a:pt x="7983722" y="491173"/>
                  <a:pt x="7983722" y="501253"/>
                  <a:pt x="7983722" y="511018"/>
                </a:cubicBezTo>
                <a:cubicBezTo>
                  <a:pt x="7986242" y="511018"/>
                  <a:pt x="7988447" y="511018"/>
                  <a:pt x="7990967" y="511018"/>
                </a:cubicBezTo>
                <a:cubicBezTo>
                  <a:pt x="7990967" y="502828"/>
                  <a:pt x="7991282" y="494323"/>
                  <a:pt x="7991282" y="486133"/>
                </a:cubicBezTo>
                <a:cubicBezTo>
                  <a:pt x="7991282" y="484243"/>
                  <a:pt x="7991282" y="482353"/>
                  <a:pt x="7991282" y="480463"/>
                </a:cubicBezTo>
                <a:cubicBezTo>
                  <a:pt x="7991282" y="477944"/>
                  <a:pt x="7992227" y="476054"/>
                  <a:pt x="7995062" y="476054"/>
                </a:cubicBezTo>
                <a:cubicBezTo>
                  <a:pt x="7998212" y="475739"/>
                  <a:pt x="7998842" y="477629"/>
                  <a:pt x="7998842" y="480149"/>
                </a:cubicBezTo>
                <a:cubicBezTo>
                  <a:pt x="7998842" y="488023"/>
                  <a:pt x="7998842" y="496213"/>
                  <a:pt x="7998842" y="504088"/>
                </a:cubicBezTo>
                <a:cubicBezTo>
                  <a:pt x="7998842" y="506293"/>
                  <a:pt x="7999157" y="508498"/>
                  <a:pt x="7999157" y="510703"/>
                </a:cubicBezTo>
                <a:cubicBezTo>
                  <a:pt x="8001676" y="510703"/>
                  <a:pt x="8003881" y="510703"/>
                  <a:pt x="8006401" y="510703"/>
                </a:cubicBezTo>
                <a:cubicBezTo>
                  <a:pt x="8006401" y="502513"/>
                  <a:pt x="8006716" y="494008"/>
                  <a:pt x="8006716" y="485818"/>
                </a:cubicBezTo>
                <a:cubicBezTo>
                  <a:pt x="8006716" y="483929"/>
                  <a:pt x="8006716" y="482039"/>
                  <a:pt x="8006716" y="480149"/>
                </a:cubicBezTo>
                <a:cubicBezTo>
                  <a:pt x="8006716" y="477313"/>
                  <a:pt x="8007661" y="475739"/>
                  <a:pt x="8010497" y="475739"/>
                </a:cubicBezTo>
                <a:cubicBezTo>
                  <a:pt x="8013646" y="475424"/>
                  <a:pt x="8014276" y="477313"/>
                  <a:pt x="8014276" y="479833"/>
                </a:cubicBezTo>
                <a:cubicBezTo>
                  <a:pt x="8014276" y="487709"/>
                  <a:pt x="8014276" y="495898"/>
                  <a:pt x="8014276" y="503773"/>
                </a:cubicBezTo>
                <a:cubicBezTo>
                  <a:pt x="8014276" y="505978"/>
                  <a:pt x="8014591" y="508183"/>
                  <a:pt x="8014591" y="510388"/>
                </a:cubicBezTo>
                <a:cubicBezTo>
                  <a:pt x="8044515" y="510388"/>
                  <a:pt x="8074755" y="510388"/>
                  <a:pt x="8104995" y="510388"/>
                </a:cubicBezTo>
                <a:cubicBezTo>
                  <a:pt x="8104679" y="504718"/>
                  <a:pt x="8107514" y="503143"/>
                  <a:pt x="8113184" y="503143"/>
                </a:cubicBezTo>
                <a:cubicBezTo>
                  <a:pt x="8138384" y="503458"/>
                  <a:pt x="8163898" y="503773"/>
                  <a:pt x="8189098" y="503143"/>
                </a:cubicBezTo>
                <a:cubicBezTo>
                  <a:pt x="8195398" y="502828"/>
                  <a:pt x="8198548" y="505033"/>
                  <a:pt x="8199807" y="510703"/>
                </a:cubicBezTo>
                <a:cubicBezTo>
                  <a:pt x="8213982" y="510703"/>
                  <a:pt x="8213982" y="510703"/>
                  <a:pt x="8213037" y="525192"/>
                </a:cubicBezTo>
                <a:cubicBezTo>
                  <a:pt x="8213037" y="530862"/>
                  <a:pt x="8213037" y="536532"/>
                  <a:pt x="8212722" y="542202"/>
                </a:cubicBezTo>
                <a:cubicBezTo>
                  <a:pt x="8212722" y="545982"/>
                  <a:pt x="8213037" y="549447"/>
                  <a:pt x="8213037" y="552912"/>
                </a:cubicBezTo>
                <a:lnTo>
                  <a:pt x="8213037" y="899839"/>
                </a:lnTo>
                <a:lnTo>
                  <a:pt x="8222585" y="899839"/>
                </a:lnTo>
                <a:lnTo>
                  <a:pt x="8222588" y="899188"/>
                </a:lnTo>
                <a:lnTo>
                  <a:pt x="8361723" y="819757"/>
                </a:lnTo>
                <a:lnTo>
                  <a:pt x="8400660" y="891401"/>
                </a:lnTo>
                <a:lnTo>
                  <a:pt x="8528374" y="819237"/>
                </a:lnTo>
                <a:lnTo>
                  <a:pt x="8564716" y="886728"/>
                </a:lnTo>
                <a:cubicBezTo>
                  <a:pt x="8564716" y="832735"/>
                  <a:pt x="8565754" y="778742"/>
                  <a:pt x="8566273" y="724750"/>
                </a:cubicBezTo>
                <a:cubicBezTo>
                  <a:pt x="8566273" y="702426"/>
                  <a:pt x="8567831" y="700868"/>
                  <a:pt x="8590674" y="700868"/>
                </a:cubicBezTo>
                <a:cubicBezTo>
                  <a:pt x="8620266" y="700868"/>
                  <a:pt x="8617151" y="704503"/>
                  <a:pt x="8617151" y="674910"/>
                </a:cubicBezTo>
                <a:cubicBezTo>
                  <a:pt x="8617151" y="658297"/>
                  <a:pt x="8617151" y="641165"/>
                  <a:pt x="8617151" y="624552"/>
                </a:cubicBezTo>
                <a:cubicBezTo>
                  <a:pt x="8617670" y="600671"/>
                  <a:pt x="8628053" y="582500"/>
                  <a:pt x="8649858" y="572636"/>
                </a:cubicBezTo>
                <a:cubicBezTo>
                  <a:pt x="8659722" y="568483"/>
                  <a:pt x="8663356" y="562771"/>
                  <a:pt x="8662318" y="552388"/>
                </a:cubicBezTo>
                <a:cubicBezTo>
                  <a:pt x="8661280" y="543043"/>
                  <a:pt x="8661799" y="533698"/>
                  <a:pt x="8661799" y="524353"/>
                </a:cubicBezTo>
                <a:cubicBezTo>
                  <a:pt x="8661280" y="514490"/>
                  <a:pt x="8665952" y="509298"/>
                  <a:pt x="8675816" y="509298"/>
                </a:cubicBezTo>
                <a:cubicBezTo>
                  <a:pt x="8715273" y="509298"/>
                  <a:pt x="8754729" y="509298"/>
                  <a:pt x="8794185" y="509298"/>
                </a:cubicBezTo>
                <a:cubicBezTo>
                  <a:pt x="8806645" y="509298"/>
                  <a:pt x="8810279" y="516566"/>
                  <a:pt x="8810279" y="527469"/>
                </a:cubicBezTo>
                <a:cubicBezTo>
                  <a:pt x="8809760" y="563810"/>
                  <a:pt x="8809760" y="600151"/>
                  <a:pt x="8810279" y="636493"/>
                </a:cubicBezTo>
                <a:cubicBezTo>
                  <a:pt x="8810279" y="649991"/>
                  <a:pt x="8811317" y="664008"/>
                  <a:pt x="8811837" y="677506"/>
                </a:cubicBezTo>
                <a:cubicBezTo>
                  <a:pt x="8811837" y="681659"/>
                  <a:pt x="8811837" y="686851"/>
                  <a:pt x="8817547" y="686332"/>
                </a:cubicBezTo>
                <a:cubicBezTo>
                  <a:pt x="8822739" y="685813"/>
                  <a:pt x="8822220" y="681659"/>
                  <a:pt x="8822220" y="678025"/>
                </a:cubicBezTo>
                <a:cubicBezTo>
                  <a:pt x="8822220" y="669200"/>
                  <a:pt x="8822739" y="660893"/>
                  <a:pt x="8822220" y="652587"/>
                </a:cubicBezTo>
                <a:cubicBezTo>
                  <a:pt x="8821701" y="641684"/>
                  <a:pt x="8826373" y="635454"/>
                  <a:pt x="8837795" y="637012"/>
                </a:cubicBezTo>
                <a:cubicBezTo>
                  <a:pt x="8849216" y="638569"/>
                  <a:pt x="8854408" y="634935"/>
                  <a:pt x="8854408" y="621956"/>
                </a:cubicBezTo>
                <a:cubicBezTo>
                  <a:pt x="8854408" y="603786"/>
                  <a:pt x="8863234" y="589249"/>
                  <a:pt x="8877770" y="577828"/>
                </a:cubicBezTo>
                <a:cubicBezTo>
                  <a:pt x="8884000" y="572636"/>
                  <a:pt x="8891268" y="569521"/>
                  <a:pt x="8895941" y="561214"/>
                </a:cubicBezTo>
                <a:cubicBezTo>
                  <a:pt x="8900613" y="552908"/>
                  <a:pt x="8927610" y="556023"/>
                  <a:pt x="8932282" y="564848"/>
                </a:cubicBezTo>
                <a:cubicBezTo>
                  <a:pt x="8934359" y="568483"/>
                  <a:pt x="8936955" y="570559"/>
                  <a:pt x="8940589" y="572636"/>
                </a:cubicBezTo>
                <a:cubicBezTo>
                  <a:pt x="8962394" y="585096"/>
                  <a:pt x="8972258" y="604305"/>
                  <a:pt x="8972258" y="628706"/>
                </a:cubicBezTo>
                <a:cubicBezTo>
                  <a:pt x="8972258" y="659855"/>
                  <a:pt x="8972258" y="691523"/>
                  <a:pt x="8972258" y="722673"/>
                </a:cubicBezTo>
                <a:lnTo>
                  <a:pt x="9035595" y="719558"/>
                </a:lnTo>
                <a:lnTo>
                  <a:pt x="9068822" y="146923"/>
                </a:lnTo>
                <a:lnTo>
                  <a:pt x="9146177" y="146923"/>
                </a:lnTo>
                <a:lnTo>
                  <a:pt x="9180961" y="716962"/>
                </a:lnTo>
                <a:lnTo>
                  <a:pt x="9225090" y="715405"/>
                </a:lnTo>
                <a:close/>
              </a:path>
            </a:pathLst>
          </a:custGeom>
          <a:solidFill>
            <a:schemeClr val="bg1">
              <a:alpha val="10000"/>
            </a:schemeClr>
          </a:solidFill>
          <a:ln>
            <a:noFill/>
          </a:ln>
        </p:spPr>
        <p:txBody>
          <a:bodyPr vert="horz" wrap="square" lIns="75604" tIns="37802" rIns="75604" bIns="37802" numCol="1" anchor="t" anchorCtr="0" compatLnSpc="1">
            <a:noAutofit/>
          </a:bodyPr>
          <a:lstStyle/>
          <a:p>
            <a:endParaRPr lang="en-US" sz="1490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180898" y="2168812"/>
            <a:ext cx="9523007" cy="3263020"/>
            <a:chOff x="218787" y="2622975"/>
            <a:chExt cx="11517590" cy="3946317"/>
          </a:xfrm>
          <a:solidFill>
            <a:schemeClr val="bg1">
              <a:alpha val="5000"/>
            </a:schemeClr>
          </a:solidFill>
        </p:grpSpPr>
        <p:grpSp>
          <p:nvGrpSpPr>
            <p:cNvPr id="4" name="Group 3"/>
            <p:cNvGrpSpPr/>
            <p:nvPr/>
          </p:nvGrpSpPr>
          <p:grpSpPr>
            <a:xfrm rot="12366785">
              <a:off x="10129411" y="5122363"/>
              <a:ext cx="1606966" cy="1446929"/>
              <a:chOff x="6486650" y="2648852"/>
              <a:chExt cx="2745260" cy="2471860"/>
            </a:xfrm>
            <a:grpFill/>
          </p:grpSpPr>
          <p:sp>
            <p:nvSpPr>
              <p:cNvPr id="39" name="Freeform: Shape 38"/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grpSp>
            <p:nvGrpSpPr>
              <p:cNvPr id="40" name="Group 39"/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41" name="Freeform: Shape 40"/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  <p:sp>
              <p:nvSpPr>
                <p:cNvPr id="42" name="Freeform: Shape 41"/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</p:grpSp>
        </p:grpSp>
        <p:sp>
          <p:nvSpPr>
            <p:cNvPr id="5" name="Freeform: Shape 4"/>
            <p:cNvSpPr/>
            <p:nvPr/>
          </p:nvSpPr>
          <p:spPr>
            <a:xfrm>
              <a:off x="10132589" y="4237994"/>
              <a:ext cx="577306" cy="577307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6" name="Group 5"/>
            <p:cNvGrpSpPr/>
            <p:nvPr/>
          </p:nvGrpSpPr>
          <p:grpSpPr>
            <a:xfrm rot="2159485">
              <a:off x="10055501" y="296435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35" name="Freeform: Shape 34"/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7" name="Freeform: Shape 36"/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  <p:sp>
              <p:nvSpPr>
                <p:cNvPr id="38" name="Freeform: Shape 37"/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</p:grpSp>
        </p:grpSp>
        <p:sp>
          <p:nvSpPr>
            <p:cNvPr id="7" name="Freeform: Shape 6"/>
            <p:cNvSpPr/>
            <p:nvPr/>
          </p:nvSpPr>
          <p:spPr>
            <a:xfrm>
              <a:off x="5436819" y="3673417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4032637" y="2622975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4673077" y="4204265"/>
              <a:ext cx="853923" cy="853924"/>
            </a:xfrm>
            <a:custGeom>
              <a:avLst/>
              <a:gdLst>
                <a:gd name="connsiteX0" fmla="*/ 686157 w 1243505"/>
                <a:gd name="connsiteY0" fmla="*/ 1016068 h 1243505"/>
                <a:gd name="connsiteX1" fmla="*/ 560258 w 1243505"/>
                <a:gd name="connsiteY1" fmla="*/ 1016068 h 1243505"/>
                <a:gd name="connsiteX2" fmla="*/ 545811 w 1243505"/>
                <a:gd name="connsiteY2" fmla="*/ 1026903 h 1243505"/>
                <a:gd name="connsiteX3" fmla="*/ 533944 w 1243505"/>
                <a:gd name="connsiteY3" fmla="*/ 1088821 h 1243505"/>
                <a:gd name="connsiteX4" fmla="*/ 505565 w 1243505"/>
                <a:gd name="connsiteY4" fmla="*/ 1169829 h 1243505"/>
                <a:gd name="connsiteX5" fmla="*/ 469447 w 1243505"/>
                <a:gd name="connsiteY5" fmla="*/ 1240002 h 1243505"/>
                <a:gd name="connsiteX6" fmla="*/ 452935 w 1243505"/>
                <a:gd name="connsiteY6" fmla="*/ 1246710 h 1243505"/>
                <a:gd name="connsiteX7" fmla="*/ 305366 w 1243505"/>
                <a:gd name="connsiteY7" fmla="*/ 1185824 h 1243505"/>
                <a:gd name="connsiteX8" fmla="*/ 298142 w 1243505"/>
                <a:gd name="connsiteY8" fmla="*/ 1168281 h 1243505"/>
                <a:gd name="connsiteX9" fmla="*/ 333744 w 1243505"/>
                <a:gd name="connsiteY9" fmla="*/ 1059410 h 1243505"/>
                <a:gd name="connsiteX10" fmla="*/ 342000 w 1243505"/>
                <a:gd name="connsiteY10" fmla="*/ 1043415 h 1243505"/>
                <a:gd name="connsiteX11" fmla="*/ 395662 w 1243505"/>
                <a:gd name="connsiteY11" fmla="*/ 962922 h 1243505"/>
                <a:gd name="connsiteX12" fmla="*/ 393598 w 1243505"/>
                <a:gd name="connsiteY12" fmla="*/ 947959 h 1243505"/>
                <a:gd name="connsiteX13" fmla="*/ 299174 w 1243505"/>
                <a:gd name="connsiteY13" fmla="*/ 853535 h 1243505"/>
                <a:gd name="connsiteX14" fmla="*/ 285243 w 1243505"/>
                <a:gd name="connsiteY14" fmla="*/ 851471 h 1243505"/>
                <a:gd name="connsiteX15" fmla="*/ 230549 w 1243505"/>
                <a:gd name="connsiteY15" fmla="*/ 888106 h 1243505"/>
                <a:gd name="connsiteX16" fmla="*/ 148509 w 1243505"/>
                <a:gd name="connsiteY16" fmla="*/ 926804 h 1243505"/>
                <a:gd name="connsiteX17" fmla="*/ 78852 w 1243505"/>
                <a:gd name="connsiteY17" fmla="*/ 949507 h 1243505"/>
                <a:gd name="connsiteX18" fmla="*/ 62340 w 1243505"/>
                <a:gd name="connsiteY18" fmla="*/ 942799 h 1243505"/>
                <a:gd name="connsiteX19" fmla="*/ 939 w 1243505"/>
                <a:gd name="connsiteY19" fmla="*/ 794198 h 1243505"/>
                <a:gd name="connsiteX20" fmla="*/ 7131 w 1243505"/>
                <a:gd name="connsiteY20" fmla="*/ 778718 h 1243505"/>
                <a:gd name="connsiteX21" fmla="*/ 114454 w 1243505"/>
                <a:gd name="connsiteY21" fmla="*/ 725056 h 1243505"/>
                <a:gd name="connsiteX22" fmla="*/ 189787 w 1243505"/>
                <a:gd name="connsiteY22" fmla="*/ 708545 h 1243505"/>
                <a:gd name="connsiteX23" fmla="*/ 221261 w 1243505"/>
                <a:gd name="connsiteY23" fmla="*/ 702354 h 1243505"/>
                <a:gd name="connsiteX24" fmla="*/ 231581 w 1243505"/>
                <a:gd name="connsiteY24" fmla="*/ 688938 h 1243505"/>
                <a:gd name="connsiteX25" fmla="*/ 225905 w 1243505"/>
                <a:gd name="connsiteY25" fmla="*/ 631149 h 1243505"/>
                <a:gd name="connsiteX26" fmla="*/ 231581 w 1243505"/>
                <a:gd name="connsiteY26" fmla="*/ 559428 h 1243505"/>
                <a:gd name="connsiteX27" fmla="*/ 220745 w 1243505"/>
                <a:gd name="connsiteY27" fmla="*/ 544980 h 1243505"/>
                <a:gd name="connsiteX28" fmla="*/ 172760 w 1243505"/>
                <a:gd name="connsiteY28" fmla="*/ 535693 h 1243505"/>
                <a:gd name="connsiteX29" fmla="*/ 27770 w 1243505"/>
                <a:gd name="connsiteY29" fmla="*/ 478419 h 1243505"/>
                <a:gd name="connsiteX30" fmla="*/ 8163 w 1243505"/>
                <a:gd name="connsiteY30" fmla="*/ 431465 h 1243505"/>
                <a:gd name="connsiteX31" fmla="*/ 62340 w 1243505"/>
                <a:gd name="connsiteY31" fmla="*/ 305051 h 1243505"/>
                <a:gd name="connsiteX32" fmla="*/ 79884 w 1243505"/>
                <a:gd name="connsiteY32" fmla="*/ 297827 h 1243505"/>
                <a:gd name="connsiteX33" fmla="*/ 188755 w 1243505"/>
                <a:gd name="connsiteY33" fmla="*/ 333430 h 1243505"/>
                <a:gd name="connsiteX34" fmla="*/ 204750 w 1243505"/>
                <a:gd name="connsiteY34" fmla="*/ 341685 h 1243505"/>
                <a:gd name="connsiteX35" fmla="*/ 285243 w 1243505"/>
                <a:gd name="connsiteY35" fmla="*/ 395347 h 1243505"/>
                <a:gd name="connsiteX36" fmla="*/ 300206 w 1243505"/>
                <a:gd name="connsiteY36" fmla="*/ 393283 h 1243505"/>
                <a:gd name="connsiteX37" fmla="*/ 393598 w 1243505"/>
                <a:gd name="connsiteY37" fmla="*/ 299891 h 1243505"/>
                <a:gd name="connsiteX38" fmla="*/ 395662 w 1243505"/>
                <a:gd name="connsiteY38" fmla="*/ 283896 h 1243505"/>
                <a:gd name="connsiteX39" fmla="*/ 353352 w 1243505"/>
                <a:gd name="connsiteY39" fmla="*/ 220947 h 1243505"/>
                <a:gd name="connsiteX40" fmla="*/ 325489 w 1243505"/>
                <a:gd name="connsiteY40" fmla="*/ 162125 h 1243505"/>
                <a:gd name="connsiteX41" fmla="*/ 299690 w 1243505"/>
                <a:gd name="connsiteY41" fmla="*/ 82665 h 1243505"/>
                <a:gd name="connsiteX42" fmla="*/ 307946 w 1243505"/>
                <a:gd name="connsiteY42" fmla="*/ 61510 h 1243505"/>
                <a:gd name="connsiteX43" fmla="*/ 451903 w 1243505"/>
                <a:gd name="connsiteY43" fmla="*/ 2172 h 1243505"/>
                <a:gd name="connsiteX44" fmla="*/ 470478 w 1243505"/>
                <a:gd name="connsiteY44" fmla="*/ 9396 h 1243505"/>
                <a:gd name="connsiteX45" fmla="*/ 522076 w 1243505"/>
                <a:gd name="connsiteY45" fmla="*/ 111559 h 1243505"/>
                <a:gd name="connsiteX46" fmla="*/ 537555 w 1243505"/>
                <a:gd name="connsiteY46" fmla="*/ 177605 h 1243505"/>
                <a:gd name="connsiteX47" fmla="*/ 546843 w 1243505"/>
                <a:gd name="connsiteY47" fmla="*/ 223011 h 1243505"/>
                <a:gd name="connsiteX48" fmla="*/ 559227 w 1243505"/>
                <a:gd name="connsiteY48" fmla="*/ 231782 h 1243505"/>
                <a:gd name="connsiteX49" fmla="*/ 688737 w 1243505"/>
                <a:gd name="connsiteY49" fmla="*/ 231782 h 1243505"/>
                <a:gd name="connsiteX50" fmla="*/ 704216 w 1243505"/>
                <a:gd name="connsiteY50" fmla="*/ 220431 h 1243505"/>
                <a:gd name="connsiteX51" fmla="*/ 716600 w 1243505"/>
                <a:gd name="connsiteY51" fmla="*/ 156966 h 1243505"/>
                <a:gd name="connsiteX52" fmla="*/ 743430 w 1243505"/>
                <a:gd name="connsiteY52" fmla="*/ 79569 h 1243505"/>
                <a:gd name="connsiteX53" fmla="*/ 780065 w 1243505"/>
                <a:gd name="connsiteY53" fmla="*/ 8364 h 1243505"/>
                <a:gd name="connsiteX54" fmla="*/ 797092 w 1243505"/>
                <a:gd name="connsiteY54" fmla="*/ 1140 h 1243505"/>
                <a:gd name="connsiteX55" fmla="*/ 944146 w 1243505"/>
                <a:gd name="connsiteY55" fmla="*/ 62542 h 1243505"/>
                <a:gd name="connsiteX56" fmla="*/ 950853 w 1243505"/>
                <a:gd name="connsiteY56" fmla="*/ 79053 h 1243505"/>
                <a:gd name="connsiteX57" fmla="*/ 914735 w 1243505"/>
                <a:gd name="connsiteY57" fmla="*/ 189472 h 1243505"/>
                <a:gd name="connsiteX58" fmla="*/ 906479 w 1243505"/>
                <a:gd name="connsiteY58" fmla="*/ 205467 h 1243505"/>
                <a:gd name="connsiteX59" fmla="*/ 853334 w 1243505"/>
                <a:gd name="connsiteY59" fmla="*/ 284928 h 1243505"/>
                <a:gd name="connsiteX60" fmla="*/ 855398 w 1243505"/>
                <a:gd name="connsiteY60" fmla="*/ 300923 h 1243505"/>
                <a:gd name="connsiteX61" fmla="*/ 948789 w 1243505"/>
                <a:gd name="connsiteY61" fmla="*/ 394315 h 1243505"/>
                <a:gd name="connsiteX62" fmla="*/ 963753 w 1243505"/>
                <a:gd name="connsiteY62" fmla="*/ 396379 h 1243505"/>
                <a:gd name="connsiteX63" fmla="*/ 1015866 w 1243505"/>
                <a:gd name="connsiteY63" fmla="*/ 360777 h 1243505"/>
                <a:gd name="connsiteX64" fmla="*/ 1099971 w 1243505"/>
                <a:gd name="connsiteY64" fmla="*/ 320530 h 1243505"/>
                <a:gd name="connsiteX65" fmla="*/ 1168596 w 1243505"/>
                <a:gd name="connsiteY65" fmla="*/ 298343 h 1243505"/>
                <a:gd name="connsiteX66" fmla="*/ 1186139 w 1243505"/>
                <a:gd name="connsiteY66" fmla="*/ 305567 h 1243505"/>
                <a:gd name="connsiteX67" fmla="*/ 1247024 w 1243505"/>
                <a:gd name="connsiteY67" fmla="*/ 453136 h 1243505"/>
                <a:gd name="connsiteX68" fmla="*/ 1240317 w 1243505"/>
                <a:gd name="connsiteY68" fmla="*/ 469648 h 1243505"/>
                <a:gd name="connsiteX69" fmla="*/ 1135573 w 1243505"/>
                <a:gd name="connsiteY69" fmla="*/ 522277 h 1243505"/>
                <a:gd name="connsiteX70" fmla="*/ 1059209 w 1243505"/>
                <a:gd name="connsiteY70" fmla="*/ 539821 h 1243505"/>
                <a:gd name="connsiteX71" fmla="*/ 1040117 w 1243505"/>
                <a:gd name="connsiteY71" fmla="*/ 543433 h 1243505"/>
                <a:gd name="connsiteX72" fmla="*/ 1017930 w 1243505"/>
                <a:gd name="connsiteY72" fmla="*/ 572843 h 1243505"/>
                <a:gd name="connsiteX73" fmla="*/ 1016383 w 1243505"/>
                <a:gd name="connsiteY73" fmla="*/ 688422 h 1243505"/>
                <a:gd name="connsiteX74" fmla="*/ 1028250 w 1243505"/>
                <a:gd name="connsiteY74" fmla="*/ 703386 h 1243505"/>
                <a:gd name="connsiteX75" fmla="*/ 1118030 w 1243505"/>
                <a:gd name="connsiteY75" fmla="*/ 720929 h 1243505"/>
                <a:gd name="connsiteX76" fmla="*/ 1142281 w 1243505"/>
                <a:gd name="connsiteY76" fmla="*/ 729184 h 1243505"/>
                <a:gd name="connsiteX77" fmla="*/ 1237737 w 1243505"/>
                <a:gd name="connsiteY77" fmla="*/ 777686 h 1243505"/>
                <a:gd name="connsiteX78" fmla="*/ 1246508 w 1243505"/>
                <a:gd name="connsiteY78" fmla="*/ 797809 h 1243505"/>
                <a:gd name="connsiteX79" fmla="*/ 1186655 w 1243505"/>
                <a:gd name="connsiteY79" fmla="*/ 941767 h 1243505"/>
                <a:gd name="connsiteX80" fmla="*/ 1167564 w 1243505"/>
                <a:gd name="connsiteY80" fmla="*/ 950023 h 1243505"/>
                <a:gd name="connsiteX81" fmla="*/ 1062304 w 1243505"/>
                <a:gd name="connsiteY81" fmla="*/ 915452 h 1243505"/>
                <a:gd name="connsiteX82" fmla="*/ 1042697 w 1243505"/>
                <a:gd name="connsiteY82" fmla="*/ 905649 h 1243505"/>
                <a:gd name="connsiteX83" fmla="*/ 963237 w 1243505"/>
                <a:gd name="connsiteY83" fmla="*/ 852503 h 1243505"/>
                <a:gd name="connsiteX84" fmla="*/ 947241 w 1243505"/>
                <a:gd name="connsiteY84" fmla="*/ 855083 h 1243505"/>
                <a:gd name="connsiteX85" fmla="*/ 855914 w 1243505"/>
                <a:gd name="connsiteY85" fmla="*/ 946927 h 1243505"/>
                <a:gd name="connsiteX86" fmla="*/ 853850 w 1243505"/>
                <a:gd name="connsiteY86" fmla="*/ 966018 h 1243505"/>
                <a:gd name="connsiteX87" fmla="*/ 890484 w 1243505"/>
                <a:gd name="connsiteY87" fmla="*/ 1020711 h 1243505"/>
                <a:gd name="connsiteX88" fmla="*/ 925054 w 1243505"/>
                <a:gd name="connsiteY88" fmla="*/ 1093464 h 1243505"/>
                <a:gd name="connsiteX89" fmla="*/ 949821 w 1243505"/>
                <a:gd name="connsiteY89" fmla="*/ 1169313 h 1243505"/>
                <a:gd name="connsiteX90" fmla="*/ 943114 w 1243505"/>
                <a:gd name="connsiteY90" fmla="*/ 1185824 h 1243505"/>
                <a:gd name="connsiteX91" fmla="*/ 794512 w 1243505"/>
                <a:gd name="connsiteY91" fmla="*/ 1247226 h 1243505"/>
                <a:gd name="connsiteX92" fmla="*/ 779033 w 1243505"/>
                <a:gd name="connsiteY92" fmla="*/ 1241034 h 1243505"/>
                <a:gd name="connsiteX93" fmla="*/ 724855 w 1243505"/>
                <a:gd name="connsiteY93" fmla="*/ 1134226 h 1243505"/>
                <a:gd name="connsiteX94" fmla="*/ 718148 w 1243505"/>
                <a:gd name="connsiteY94" fmla="*/ 1105332 h 1243505"/>
                <a:gd name="connsiteX95" fmla="*/ 703184 w 1243505"/>
                <a:gd name="connsiteY95" fmla="*/ 1031031 h 1243505"/>
                <a:gd name="connsiteX96" fmla="*/ 686157 w 1243505"/>
                <a:gd name="connsiteY96" fmla="*/ 1016068 h 1243505"/>
                <a:gd name="connsiteX97" fmla="*/ 624240 w 1243505"/>
                <a:gd name="connsiteY97" fmla="*/ 791102 h 1243505"/>
                <a:gd name="connsiteX98" fmla="*/ 790900 w 1243505"/>
                <a:gd name="connsiteY98" fmla="*/ 623925 h 1243505"/>
                <a:gd name="connsiteX99" fmla="*/ 624240 w 1243505"/>
                <a:gd name="connsiteY99" fmla="*/ 458296 h 1243505"/>
                <a:gd name="connsiteX100" fmla="*/ 458095 w 1243505"/>
                <a:gd name="connsiteY100" fmla="*/ 624441 h 1243505"/>
                <a:gd name="connsiteX101" fmla="*/ 624240 w 1243505"/>
                <a:gd name="connsiteY101" fmla="*/ 791102 h 1243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1243505" h="1243505">
                  <a:moveTo>
                    <a:pt x="686157" y="1016068"/>
                  </a:moveTo>
                  <a:cubicBezTo>
                    <a:pt x="644363" y="1024840"/>
                    <a:pt x="602053" y="1021743"/>
                    <a:pt x="560258" y="1016068"/>
                  </a:cubicBezTo>
                  <a:cubicBezTo>
                    <a:pt x="550455" y="1015036"/>
                    <a:pt x="547359" y="1018132"/>
                    <a:pt x="545811" y="1026903"/>
                  </a:cubicBezTo>
                  <a:cubicBezTo>
                    <a:pt x="542199" y="1047542"/>
                    <a:pt x="537039" y="1068181"/>
                    <a:pt x="533944" y="1088821"/>
                  </a:cubicBezTo>
                  <a:cubicBezTo>
                    <a:pt x="529816" y="1117715"/>
                    <a:pt x="519496" y="1144030"/>
                    <a:pt x="505565" y="1169829"/>
                  </a:cubicBezTo>
                  <a:cubicBezTo>
                    <a:pt x="492666" y="1192532"/>
                    <a:pt x="481314" y="1216267"/>
                    <a:pt x="469447" y="1240002"/>
                  </a:cubicBezTo>
                  <a:cubicBezTo>
                    <a:pt x="465835" y="1247741"/>
                    <a:pt x="461191" y="1249290"/>
                    <a:pt x="452935" y="1246710"/>
                  </a:cubicBezTo>
                  <a:cubicBezTo>
                    <a:pt x="401853" y="1231230"/>
                    <a:pt x="352836" y="1211107"/>
                    <a:pt x="305366" y="1185824"/>
                  </a:cubicBezTo>
                  <a:cubicBezTo>
                    <a:pt x="297110" y="1181696"/>
                    <a:pt x="295562" y="1177053"/>
                    <a:pt x="298142" y="1168281"/>
                  </a:cubicBezTo>
                  <a:cubicBezTo>
                    <a:pt x="310525" y="1132163"/>
                    <a:pt x="321877" y="1095528"/>
                    <a:pt x="333744" y="1059410"/>
                  </a:cubicBezTo>
                  <a:cubicBezTo>
                    <a:pt x="335808" y="1053734"/>
                    <a:pt x="338904" y="1048574"/>
                    <a:pt x="342000" y="1043415"/>
                  </a:cubicBezTo>
                  <a:cubicBezTo>
                    <a:pt x="360059" y="1016584"/>
                    <a:pt x="377602" y="989753"/>
                    <a:pt x="395662" y="962922"/>
                  </a:cubicBezTo>
                  <a:cubicBezTo>
                    <a:pt x="399790" y="956730"/>
                    <a:pt x="399790" y="952603"/>
                    <a:pt x="393598" y="947959"/>
                  </a:cubicBezTo>
                  <a:cubicBezTo>
                    <a:pt x="356963" y="921644"/>
                    <a:pt x="326005" y="889653"/>
                    <a:pt x="299174" y="853535"/>
                  </a:cubicBezTo>
                  <a:cubicBezTo>
                    <a:pt x="295046" y="847859"/>
                    <a:pt x="290918" y="847859"/>
                    <a:pt x="285243" y="851471"/>
                  </a:cubicBezTo>
                  <a:cubicBezTo>
                    <a:pt x="267183" y="863855"/>
                    <a:pt x="248092" y="875206"/>
                    <a:pt x="230549" y="888106"/>
                  </a:cubicBezTo>
                  <a:cubicBezTo>
                    <a:pt x="205782" y="906681"/>
                    <a:pt x="178435" y="918548"/>
                    <a:pt x="148509" y="926804"/>
                  </a:cubicBezTo>
                  <a:cubicBezTo>
                    <a:pt x="124774" y="933511"/>
                    <a:pt x="101555" y="941767"/>
                    <a:pt x="78852" y="949507"/>
                  </a:cubicBezTo>
                  <a:cubicBezTo>
                    <a:pt x="71112" y="952087"/>
                    <a:pt x="66468" y="950539"/>
                    <a:pt x="62340" y="942799"/>
                  </a:cubicBezTo>
                  <a:cubicBezTo>
                    <a:pt x="36541" y="895329"/>
                    <a:pt x="15902" y="845795"/>
                    <a:pt x="939" y="794198"/>
                  </a:cubicBezTo>
                  <a:cubicBezTo>
                    <a:pt x="-1125" y="786458"/>
                    <a:pt x="-93" y="782330"/>
                    <a:pt x="7131" y="778718"/>
                  </a:cubicBezTo>
                  <a:cubicBezTo>
                    <a:pt x="42733" y="760659"/>
                    <a:pt x="77820" y="741052"/>
                    <a:pt x="114454" y="725056"/>
                  </a:cubicBezTo>
                  <a:cubicBezTo>
                    <a:pt x="137673" y="714737"/>
                    <a:pt x="164504" y="714221"/>
                    <a:pt x="189787" y="708545"/>
                  </a:cubicBezTo>
                  <a:cubicBezTo>
                    <a:pt x="200106" y="705965"/>
                    <a:pt x="210942" y="704417"/>
                    <a:pt x="221261" y="702354"/>
                  </a:cubicBezTo>
                  <a:cubicBezTo>
                    <a:pt x="229001" y="700806"/>
                    <a:pt x="233129" y="698226"/>
                    <a:pt x="231581" y="688938"/>
                  </a:cubicBezTo>
                  <a:cubicBezTo>
                    <a:pt x="229001" y="669847"/>
                    <a:pt x="226937" y="650756"/>
                    <a:pt x="225905" y="631149"/>
                  </a:cubicBezTo>
                  <a:cubicBezTo>
                    <a:pt x="224873" y="606898"/>
                    <a:pt x="229517" y="583163"/>
                    <a:pt x="231581" y="559428"/>
                  </a:cubicBezTo>
                  <a:cubicBezTo>
                    <a:pt x="232613" y="549624"/>
                    <a:pt x="229001" y="546528"/>
                    <a:pt x="220745" y="544980"/>
                  </a:cubicBezTo>
                  <a:cubicBezTo>
                    <a:pt x="204750" y="542401"/>
                    <a:pt x="188755" y="537757"/>
                    <a:pt x="172760" y="535693"/>
                  </a:cubicBezTo>
                  <a:cubicBezTo>
                    <a:pt x="118582" y="530533"/>
                    <a:pt x="74208" y="502154"/>
                    <a:pt x="27770" y="478419"/>
                  </a:cubicBezTo>
                  <a:cubicBezTo>
                    <a:pt x="-2157" y="463456"/>
                    <a:pt x="-1125" y="463456"/>
                    <a:pt x="8163" y="431465"/>
                  </a:cubicBezTo>
                  <a:cubicBezTo>
                    <a:pt x="21062" y="387091"/>
                    <a:pt x="41701" y="345813"/>
                    <a:pt x="62340" y="305051"/>
                  </a:cubicBezTo>
                  <a:cubicBezTo>
                    <a:pt x="66468" y="296795"/>
                    <a:pt x="71112" y="295247"/>
                    <a:pt x="79884" y="297827"/>
                  </a:cubicBezTo>
                  <a:cubicBezTo>
                    <a:pt x="116002" y="310211"/>
                    <a:pt x="152636" y="321562"/>
                    <a:pt x="188755" y="333430"/>
                  </a:cubicBezTo>
                  <a:cubicBezTo>
                    <a:pt x="194430" y="335494"/>
                    <a:pt x="199590" y="338589"/>
                    <a:pt x="204750" y="341685"/>
                  </a:cubicBezTo>
                  <a:cubicBezTo>
                    <a:pt x="231581" y="359745"/>
                    <a:pt x="258412" y="377288"/>
                    <a:pt x="285243" y="395347"/>
                  </a:cubicBezTo>
                  <a:cubicBezTo>
                    <a:pt x="291434" y="399475"/>
                    <a:pt x="295562" y="399475"/>
                    <a:pt x="300206" y="393283"/>
                  </a:cubicBezTo>
                  <a:cubicBezTo>
                    <a:pt x="326521" y="357165"/>
                    <a:pt x="357479" y="326206"/>
                    <a:pt x="393598" y="299891"/>
                  </a:cubicBezTo>
                  <a:cubicBezTo>
                    <a:pt x="400305" y="294731"/>
                    <a:pt x="399790" y="290604"/>
                    <a:pt x="395662" y="283896"/>
                  </a:cubicBezTo>
                  <a:cubicBezTo>
                    <a:pt x="381214" y="263257"/>
                    <a:pt x="367799" y="241586"/>
                    <a:pt x="353352" y="220947"/>
                  </a:cubicBezTo>
                  <a:cubicBezTo>
                    <a:pt x="340452" y="202887"/>
                    <a:pt x="331681" y="183280"/>
                    <a:pt x="325489" y="162125"/>
                  </a:cubicBezTo>
                  <a:cubicBezTo>
                    <a:pt x="317749" y="135294"/>
                    <a:pt x="308978" y="108980"/>
                    <a:pt x="299690" y="82665"/>
                  </a:cubicBezTo>
                  <a:cubicBezTo>
                    <a:pt x="296078" y="72345"/>
                    <a:pt x="297626" y="66669"/>
                    <a:pt x="307946" y="61510"/>
                  </a:cubicBezTo>
                  <a:cubicBezTo>
                    <a:pt x="353867" y="37259"/>
                    <a:pt x="401853" y="17136"/>
                    <a:pt x="451903" y="2172"/>
                  </a:cubicBezTo>
                  <a:cubicBezTo>
                    <a:pt x="461191" y="-408"/>
                    <a:pt x="465835" y="624"/>
                    <a:pt x="470478" y="9396"/>
                  </a:cubicBezTo>
                  <a:cubicBezTo>
                    <a:pt x="487506" y="43451"/>
                    <a:pt x="505565" y="77505"/>
                    <a:pt x="522076" y="111559"/>
                  </a:cubicBezTo>
                  <a:cubicBezTo>
                    <a:pt x="531880" y="132199"/>
                    <a:pt x="532396" y="155934"/>
                    <a:pt x="537555" y="177605"/>
                  </a:cubicBezTo>
                  <a:cubicBezTo>
                    <a:pt x="541167" y="192568"/>
                    <a:pt x="543747" y="208047"/>
                    <a:pt x="546843" y="223011"/>
                  </a:cubicBezTo>
                  <a:cubicBezTo>
                    <a:pt x="548391" y="230234"/>
                    <a:pt x="550971" y="232814"/>
                    <a:pt x="559227" y="231782"/>
                  </a:cubicBezTo>
                  <a:cubicBezTo>
                    <a:pt x="602569" y="225590"/>
                    <a:pt x="645395" y="225074"/>
                    <a:pt x="688737" y="231782"/>
                  </a:cubicBezTo>
                  <a:cubicBezTo>
                    <a:pt x="699056" y="233330"/>
                    <a:pt x="702152" y="229718"/>
                    <a:pt x="704216" y="220431"/>
                  </a:cubicBezTo>
                  <a:cubicBezTo>
                    <a:pt x="707828" y="199276"/>
                    <a:pt x="713504" y="178636"/>
                    <a:pt x="716600" y="156966"/>
                  </a:cubicBezTo>
                  <a:cubicBezTo>
                    <a:pt x="720727" y="129103"/>
                    <a:pt x="730531" y="103820"/>
                    <a:pt x="743430" y="79569"/>
                  </a:cubicBezTo>
                  <a:cubicBezTo>
                    <a:pt x="756330" y="56350"/>
                    <a:pt x="768197" y="32099"/>
                    <a:pt x="780065" y="8364"/>
                  </a:cubicBezTo>
                  <a:cubicBezTo>
                    <a:pt x="784193" y="108"/>
                    <a:pt x="788320" y="-1440"/>
                    <a:pt x="797092" y="1140"/>
                  </a:cubicBezTo>
                  <a:cubicBezTo>
                    <a:pt x="848174" y="16620"/>
                    <a:pt x="897192" y="36743"/>
                    <a:pt x="944146" y="62542"/>
                  </a:cubicBezTo>
                  <a:cubicBezTo>
                    <a:pt x="951885" y="66669"/>
                    <a:pt x="953949" y="70797"/>
                    <a:pt x="950853" y="79053"/>
                  </a:cubicBezTo>
                  <a:cubicBezTo>
                    <a:pt x="938470" y="115687"/>
                    <a:pt x="927118" y="152838"/>
                    <a:pt x="914735" y="189472"/>
                  </a:cubicBezTo>
                  <a:cubicBezTo>
                    <a:pt x="912671" y="195148"/>
                    <a:pt x="909575" y="200308"/>
                    <a:pt x="906479" y="205467"/>
                  </a:cubicBezTo>
                  <a:cubicBezTo>
                    <a:pt x="888936" y="231782"/>
                    <a:pt x="871393" y="258613"/>
                    <a:pt x="853334" y="284928"/>
                  </a:cubicBezTo>
                  <a:cubicBezTo>
                    <a:pt x="848690" y="291635"/>
                    <a:pt x="849206" y="296279"/>
                    <a:pt x="855398" y="300923"/>
                  </a:cubicBezTo>
                  <a:cubicBezTo>
                    <a:pt x="891516" y="327238"/>
                    <a:pt x="922475" y="358713"/>
                    <a:pt x="948789" y="394315"/>
                  </a:cubicBezTo>
                  <a:cubicBezTo>
                    <a:pt x="953433" y="401023"/>
                    <a:pt x="957561" y="400507"/>
                    <a:pt x="963753" y="396379"/>
                  </a:cubicBezTo>
                  <a:cubicBezTo>
                    <a:pt x="981296" y="384511"/>
                    <a:pt x="999355" y="373676"/>
                    <a:pt x="1015866" y="360777"/>
                  </a:cubicBezTo>
                  <a:cubicBezTo>
                    <a:pt x="1041149" y="341685"/>
                    <a:pt x="1069528" y="329302"/>
                    <a:pt x="1099971" y="320530"/>
                  </a:cubicBezTo>
                  <a:cubicBezTo>
                    <a:pt x="1123190" y="314339"/>
                    <a:pt x="1145893" y="306083"/>
                    <a:pt x="1168596" y="298343"/>
                  </a:cubicBezTo>
                  <a:cubicBezTo>
                    <a:pt x="1177368" y="295247"/>
                    <a:pt x="1181495" y="297311"/>
                    <a:pt x="1186139" y="305567"/>
                  </a:cubicBezTo>
                  <a:cubicBezTo>
                    <a:pt x="1211422" y="352521"/>
                    <a:pt x="1232061" y="401539"/>
                    <a:pt x="1247024" y="453136"/>
                  </a:cubicBezTo>
                  <a:cubicBezTo>
                    <a:pt x="1249604" y="461392"/>
                    <a:pt x="1247540" y="465520"/>
                    <a:pt x="1240317" y="469648"/>
                  </a:cubicBezTo>
                  <a:cubicBezTo>
                    <a:pt x="1205230" y="487191"/>
                    <a:pt x="1171176" y="506282"/>
                    <a:pt x="1135573" y="522277"/>
                  </a:cubicBezTo>
                  <a:cubicBezTo>
                    <a:pt x="1111838" y="533113"/>
                    <a:pt x="1084492" y="533629"/>
                    <a:pt x="1059209" y="539821"/>
                  </a:cubicBezTo>
                  <a:cubicBezTo>
                    <a:pt x="1053017" y="541369"/>
                    <a:pt x="1046309" y="542401"/>
                    <a:pt x="1040117" y="543433"/>
                  </a:cubicBezTo>
                  <a:cubicBezTo>
                    <a:pt x="1015866" y="548592"/>
                    <a:pt x="1014318" y="548592"/>
                    <a:pt x="1017930" y="572843"/>
                  </a:cubicBezTo>
                  <a:cubicBezTo>
                    <a:pt x="1024122" y="611541"/>
                    <a:pt x="1021542" y="649724"/>
                    <a:pt x="1016383" y="688422"/>
                  </a:cubicBezTo>
                  <a:cubicBezTo>
                    <a:pt x="1014835" y="699258"/>
                    <a:pt x="1019478" y="701837"/>
                    <a:pt x="1028250" y="703386"/>
                  </a:cubicBezTo>
                  <a:cubicBezTo>
                    <a:pt x="1058177" y="709061"/>
                    <a:pt x="1088103" y="715253"/>
                    <a:pt x="1118030" y="720929"/>
                  </a:cubicBezTo>
                  <a:cubicBezTo>
                    <a:pt x="1126802" y="722477"/>
                    <a:pt x="1134541" y="725572"/>
                    <a:pt x="1142281" y="729184"/>
                  </a:cubicBezTo>
                  <a:cubicBezTo>
                    <a:pt x="1173756" y="745696"/>
                    <a:pt x="1205746" y="762207"/>
                    <a:pt x="1237737" y="777686"/>
                  </a:cubicBezTo>
                  <a:cubicBezTo>
                    <a:pt x="1247024" y="782330"/>
                    <a:pt x="1249604" y="786974"/>
                    <a:pt x="1246508" y="797809"/>
                  </a:cubicBezTo>
                  <a:cubicBezTo>
                    <a:pt x="1231545" y="847859"/>
                    <a:pt x="1211422" y="895329"/>
                    <a:pt x="1186655" y="941767"/>
                  </a:cubicBezTo>
                  <a:cubicBezTo>
                    <a:pt x="1182011" y="950539"/>
                    <a:pt x="1177368" y="953634"/>
                    <a:pt x="1167564" y="950023"/>
                  </a:cubicBezTo>
                  <a:cubicBezTo>
                    <a:pt x="1132477" y="938155"/>
                    <a:pt x="1097391" y="926804"/>
                    <a:pt x="1062304" y="915452"/>
                  </a:cubicBezTo>
                  <a:cubicBezTo>
                    <a:pt x="1055081" y="913388"/>
                    <a:pt x="1048889" y="909776"/>
                    <a:pt x="1042697" y="905649"/>
                  </a:cubicBezTo>
                  <a:cubicBezTo>
                    <a:pt x="1016383" y="888106"/>
                    <a:pt x="989552" y="870562"/>
                    <a:pt x="963237" y="852503"/>
                  </a:cubicBezTo>
                  <a:cubicBezTo>
                    <a:pt x="956529" y="847859"/>
                    <a:pt x="952401" y="848375"/>
                    <a:pt x="947241" y="855083"/>
                  </a:cubicBezTo>
                  <a:cubicBezTo>
                    <a:pt x="921443" y="890169"/>
                    <a:pt x="891000" y="921128"/>
                    <a:pt x="855914" y="946927"/>
                  </a:cubicBezTo>
                  <a:cubicBezTo>
                    <a:pt x="847658" y="953119"/>
                    <a:pt x="848174" y="958278"/>
                    <a:pt x="853850" y="966018"/>
                  </a:cubicBezTo>
                  <a:cubicBezTo>
                    <a:pt x="866749" y="984077"/>
                    <a:pt x="877584" y="1002652"/>
                    <a:pt x="890484" y="1020711"/>
                  </a:cubicBezTo>
                  <a:cubicBezTo>
                    <a:pt x="906479" y="1042899"/>
                    <a:pt x="917831" y="1067149"/>
                    <a:pt x="925054" y="1093464"/>
                  </a:cubicBezTo>
                  <a:cubicBezTo>
                    <a:pt x="932278" y="1119263"/>
                    <a:pt x="941050" y="1144030"/>
                    <a:pt x="949821" y="1169313"/>
                  </a:cubicBezTo>
                  <a:cubicBezTo>
                    <a:pt x="952401" y="1177053"/>
                    <a:pt x="950853" y="1181696"/>
                    <a:pt x="943114" y="1185824"/>
                  </a:cubicBezTo>
                  <a:cubicBezTo>
                    <a:pt x="895644" y="1211623"/>
                    <a:pt x="846110" y="1232262"/>
                    <a:pt x="794512" y="1247226"/>
                  </a:cubicBezTo>
                  <a:cubicBezTo>
                    <a:pt x="786773" y="1249290"/>
                    <a:pt x="782645" y="1248258"/>
                    <a:pt x="779033" y="1241034"/>
                  </a:cubicBezTo>
                  <a:cubicBezTo>
                    <a:pt x="760974" y="1205432"/>
                    <a:pt x="742399" y="1169829"/>
                    <a:pt x="724855" y="1134226"/>
                  </a:cubicBezTo>
                  <a:cubicBezTo>
                    <a:pt x="720211" y="1125455"/>
                    <a:pt x="720211" y="1115136"/>
                    <a:pt x="718148" y="1105332"/>
                  </a:cubicBezTo>
                  <a:cubicBezTo>
                    <a:pt x="712988" y="1080565"/>
                    <a:pt x="708344" y="1055798"/>
                    <a:pt x="703184" y="1031031"/>
                  </a:cubicBezTo>
                  <a:cubicBezTo>
                    <a:pt x="700604" y="1015552"/>
                    <a:pt x="701120" y="1015552"/>
                    <a:pt x="686157" y="1016068"/>
                  </a:cubicBezTo>
                  <a:close/>
                  <a:moveTo>
                    <a:pt x="624240" y="791102"/>
                  </a:moveTo>
                  <a:cubicBezTo>
                    <a:pt x="720211" y="788522"/>
                    <a:pt x="791416" y="716801"/>
                    <a:pt x="790900" y="623925"/>
                  </a:cubicBezTo>
                  <a:cubicBezTo>
                    <a:pt x="790384" y="528985"/>
                    <a:pt x="717632" y="457780"/>
                    <a:pt x="624240" y="458296"/>
                  </a:cubicBezTo>
                  <a:cubicBezTo>
                    <a:pt x="530332" y="458296"/>
                    <a:pt x="458095" y="530533"/>
                    <a:pt x="458095" y="624441"/>
                  </a:cubicBezTo>
                  <a:cubicBezTo>
                    <a:pt x="458095" y="718349"/>
                    <a:pt x="530848" y="788522"/>
                    <a:pt x="624240" y="791102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10" name="Group 9"/>
            <p:cNvGrpSpPr/>
            <p:nvPr/>
          </p:nvGrpSpPr>
          <p:grpSpPr>
            <a:xfrm rot="2246763">
              <a:off x="932314" y="2900862"/>
              <a:ext cx="3054679" cy="1218879"/>
              <a:chOff x="1727363" y="3556278"/>
              <a:chExt cx="3054679" cy="1218879"/>
            </a:xfrm>
            <a:grpFill/>
          </p:grpSpPr>
          <p:sp>
            <p:nvSpPr>
              <p:cNvPr id="30" name="Freeform: Shape 29"/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grpSp>
            <p:nvGrpSpPr>
              <p:cNvPr id="31" name="Group 30"/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33" name="Freeform: Shape 32"/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  <p:sp>
              <p:nvSpPr>
                <p:cNvPr id="34" name="Freeform: Shape 33"/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</p:grpSp>
          <p:sp>
            <p:nvSpPr>
              <p:cNvPr id="32" name="Freeform: Shape 31"/>
              <p:cNvSpPr/>
              <p:nvPr/>
            </p:nvSpPr>
            <p:spPr>
              <a:xfrm>
                <a:off x="1727363" y="4086481"/>
                <a:ext cx="683882" cy="686216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6486650" y="2648852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26" name="Freeform: Shape 25"/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grpSp>
            <p:nvGrpSpPr>
              <p:cNvPr id="27" name="Group 26"/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8" name="Freeform: Shape 27"/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  <p:sp>
              <p:nvSpPr>
                <p:cNvPr id="29" name="Freeform: Shape 28"/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</p:grpSp>
        </p:grpSp>
        <p:grpSp>
          <p:nvGrpSpPr>
            <p:cNvPr id="12" name="Group 11"/>
            <p:cNvGrpSpPr/>
            <p:nvPr/>
          </p:nvGrpSpPr>
          <p:grpSpPr>
            <a:xfrm rot="18655185">
              <a:off x="7923365" y="4809769"/>
              <a:ext cx="1639387" cy="985059"/>
              <a:chOff x="2753518" y="3556278"/>
              <a:chExt cx="2028524" cy="1218879"/>
            </a:xfrm>
            <a:grpFill/>
          </p:grpSpPr>
          <p:sp>
            <p:nvSpPr>
              <p:cNvPr id="22" name="Freeform: Shape 21"/>
              <p:cNvSpPr/>
              <p:nvPr/>
            </p:nvSpPr>
            <p:spPr>
              <a:xfrm>
                <a:off x="2753518" y="3683131"/>
                <a:ext cx="796648" cy="799367"/>
              </a:xfrm>
              <a:custGeom>
                <a:avLst/>
                <a:gdLst>
                  <a:gd name="connsiteX0" fmla="*/ 817500 w 1511813"/>
                  <a:gd name="connsiteY0" fmla="*/ 1518710 h 1516973"/>
                  <a:gd name="connsiteX1" fmla="*/ 802537 w 1511813"/>
                  <a:gd name="connsiteY1" fmla="*/ 1507875 h 1516973"/>
                  <a:gd name="connsiteX2" fmla="*/ 780866 w 1511813"/>
                  <a:gd name="connsiteY2" fmla="*/ 1442862 h 1516973"/>
                  <a:gd name="connsiteX3" fmla="*/ 776738 w 1511813"/>
                  <a:gd name="connsiteY3" fmla="*/ 1385072 h 1516973"/>
                  <a:gd name="connsiteX4" fmla="*/ 760227 w 1511813"/>
                  <a:gd name="connsiteY4" fmla="*/ 1369593 h 1516973"/>
                  <a:gd name="connsiteX5" fmla="*/ 694698 w 1511813"/>
                  <a:gd name="connsiteY5" fmla="*/ 1366497 h 1516973"/>
                  <a:gd name="connsiteX6" fmla="*/ 676638 w 1511813"/>
                  <a:gd name="connsiteY6" fmla="*/ 1379912 h 1516973"/>
                  <a:gd name="connsiteX7" fmla="*/ 637940 w 1511813"/>
                  <a:gd name="connsiteY7" fmla="*/ 1501683 h 1516973"/>
                  <a:gd name="connsiteX8" fmla="*/ 622977 w 1511813"/>
                  <a:gd name="connsiteY8" fmla="*/ 1508907 h 1516973"/>
                  <a:gd name="connsiteX9" fmla="*/ 430517 w 1511813"/>
                  <a:gd name="connsiteY9" fmla="*/ 1447505 h 1516973"/>
                  <a:gd name="connsiteX10" fmla="*/ 422262 w 1511813"/>
                  <a:gd name="connsiteY10" fmla="*/ 1431510 h 1516973"/>
                  <a:gd name="connsiteX11" fmla="*/ 435677 w 1511813"/>
                  <a:gd name="connsiteY11" fmla="*/ 1364433 h 1516973"/>
                  <a:gd name="connsiteX12" fmla="*/ 461992 w 1511813"/>
                  <a:gd name="connsiteY12" fmla="*/ 1310255 h 1516973"/>
                  <a:gd name="connsiteX13" fmla="*/ 456316 w 1511813"/>
                  <a:gd name="connsiteY13" fmla="*/ 1290132 h 1516973"/>
                  <a:gd name="connsiteX14" fmla="*/ 395431 w 1511813"/>
                  <a:gd name="connsiteY14" fmla="*/ 1251434 h 1516973"/>
                  <a:gd name="connsiteX15" fmla="*/ 378919 w 1511813"/>
                  <a:gd name="connsiteY15" fmla="*/ 1254014 h 1516973"/>
                  <a:gd name="connsiteX16" fmla="*/ 283464 w 1511813"/>
                  <a:gd name="connsiteY16" fmla="*/ 1342246 h 1516973"/>
                  <a:gd name="connsiteX17" fmla="*/ 265920 w 1511813"/>
                  <a:gd name="connsiteY17" fmla="*/ 1341214 h 1516973"/>
                  <a:gd name="connsiteX18" fmla="*/ 130218 w 1511813"/>
                  <a:gd name="connsiteY18" fmla="*/ 1191580 h 1516973"/>
                  <a:gd name="connsiteX19" fmla="*/ 130734 w 1511813"/>
                  <a:gd name="connsiteY19" fmla="*/ 1174553 h 1516973"/>
                  <a:gd name="connsiteX20" fmla="*/ 177688 w 1511813"/>
                  <a:gd name="connsiteY20" fmla="*/ 1121408 h 1516973"/>
                  <a:gd name="connsiteX21" fmla="*/ 225674 w 1511813"/>
                  <a:gd name="connsiteY21" fmla="*/ 1089417 h 1516973"/>
                  <a:gd name="connsiteX22" fmla="*/ 230834 w 1511813"/>
                  <a:gd name="connsiteY22" fmla="*/ 1067230 h 1516973"/>
                  <a:gd name="connsiteX23" fmla="*/ 198327 w 1511813"/>
                  <a:gd name="connsiteY23" fmla="*/ 1004281 h 1516973"/>
                  <a:gd name="connsiteX24" fmla="*/ 183880 w 1511813"/>
                  <a:gd name="connsiteY24" fmla="*/ 998089 h 1516973"/>
                  <a:gd name="connsiteX25" fmla="*/ 67269 w 1511813"/>
                  <a:gd name="connsiteY25" fmla="*/ 1025952 h 1516973"/>
                  <a:gd name="connsiteX26" fmla="*/ 55918 w 1511813"/>
                  <a:gd name="connsiteY26" fmla="*/ 1027500 h 1516973"/>
                  <a:gd name="connsiteX27" fmla="*/ 41470 w 1511813"/>
                  <a:gd name="connsiteY27" fmla="*/ 1018212 h 1516973"/>
                  <a:gd name="connsiteX28" fmla="*/ 1224 w 1511813"/>
                  <a:gd name="connsiteY28" fmla="*/ 841748 h 1516973"/>
                  <a:gd name="connsiteX29" fmla="*/ 30635 w 1511813"/>
                  <a:gd name="connsiteY29" fmla="*/ 797374 h 1516973"/>
                  <a:gd name="connsiteX30" fmla="*/ 134862 w 1511813"/>
                  <a:gd name="connsiteY30" fmla="*/ 778799 h 1516973"/>
                  <a:gd name="connsiteX31" fmla="*/ 147246 w 1511813"/>
                  <a:gd name="connsiteY31" fmla="*/ 765899 h 1516973"/>
                  <a:gd name="connsiteX32" fmla="*/ 150342 w 1511813"/>
                  <a:gd name="connsiteY32" fmla="*/ 696242 h 1516973"/>
                  <a:gd name="connsiteX33" fmla="*/ 137442 w 1511813"/>
                  <a:gd name="connsiteY33" fmla="*/ 678699 h 1516973"/>
                  <a:gd name="connsiteX34" fmla="*/ 14639 w 1511813"/>
                  <a:gd name="connsiteY34" fmla="*/ 639485 h 1516973"/>
                  <a:gd name="connsiteX35" fmla="*/ 7932 w 1511813"/>
                  <a:gd name="connsiteY35" fmla="*/ 625037 h 1516973"/>
                  <a:gd name="connsiteX36" fmla="*/ 69333 w 1511813"/>
                  <a:gd name="connsiteY36" fmla="*/ 432578 h 1516973"/>
                  <a:gd name="connsiteX37" fmla="*/ 86360 w 1511813"/>
                  <a:gd name="connsiteY37" fmla="*/ 423806 h 1516973"/>
                  <a:gd name="connsiteX38" fmla="*/ 150858 w 1511813"/>
                  <a:gd name="connsiteY38" fmla="*/ 436706 h 1516973"/>
                  <a:gd name="connsiteX39" fmla="*/ 206583 w 1511813"/>
                  <a:gd name="connsiteY39" fmla="*/ 463536 h 1516973"/>
                  <a:gd name="connsiteX40" fmla="*/ 227738 w 1511813"/>
                  <a:gd name="connsiteY40" fmla="*/ 457345 h 1516973"/>
                  <a:gd name="connsiteX41" fmla="*/ 266952 w 1511813"/>
                  <a:gd name="connsiteY41" fmla="*/ 396459 h 1516973"/>
                  <a:gd name="connsiteX42" fmla="*/ 264373 w 1511813"/>
                  <a:gd name="connsiteY42" fmla="*/ 380980 h 1516973"/>
                  <a:gd name="connsiteX43" fmla="*/ 175108 w 1511813"/>
                  <a:gd name="connsiteY43" fmla="*/ 284492 h 1516973"/>
                  <a:gd name="connsiteX44" fmla="*/ 176140 w 1511813"/>
                  <a:gd name="connsiteY44" fmla="*/ 267981 h 1516973"/>
                  <a:gd name="connsiteX45" fmla="*/ 325258 w 1511813"/>
                  <a:gd name="connsiteY45" fmla="*/ 132279 h 1516973"/>
                  <a:gd name="connsiteX46" fmla="*/ 343317 w 1511813"/>
                  <a:gd name="connsiteY46" fmla="*/ 132795 h 1516973"/>
                  <a:gd name="connsiteX47" fmla="*/ 395431 w 1511813"/>
                  <a:gd name="connsiteY47" fmla="*/ 178717 h 1516973"/>
                  <a:gd name="connsiteX48" fmla="*/ 426389 w 1511813"/>
                  <a:gd name="connsiteY48" fmla="*/ 224639 h 1516973"/>
                  <a:gd name="connsiteX49" fmla="*/ 451156 w 1511813"/>
                  <a:gd name="connsiteY49" fmla="*/ 231347 h 1516973"/>
                  <a:gd name="connsiteX50" fmla="*/ 512042 w 1511813"/>
                  <a:gd name="connsiteY50" fmla="*/ 200388 h 1516973"/>
                  <a:gd name="connsiteX51" fmla="*/ 518233 w 1511813"/>
                  <a:gd name="connsiteY51" fmla="*/ 183877 h 1516973"/>
                  <a:gd name="connsiteX52" fmla="*/ 491403 w 1511813"/>
                  <a:gd name="connsiteY52" fmla="*/ 69846 h 1516973"/>
                  <a:gd name="connsiteX53" fmla="*/ 489855 w 1511813"/>
                  <a:gd name="connsiteY53" fmla="*/ 58494 h 1516973"/>
                  <a:gd name="connsiteX54" fmla="*/ 499658 w 1511813"/>
                  <a:gd name="connsiteY54" fmla="*/ 43015 h 1516973"/>
                  <a:gd name="connsiteX55" fmla="*/ 695730 w 1511813"/>
                  <a:gd name="connsiteY55" fmla="*/ 189 h 1516973"/>
                  <a:gd name="connsiteX56" fmla="*/ 713273 w 1511813"/>
                  <a:gd name="connsiteY56" fmla="*/ 12056 h 1516973"/>
                  <a:gd name="connsiteX57" fmla="*/ 721012 w 1511813"/>
                  <a:gd name="connsiteY57" fmla="*/ 35275 h 1516973"/>
                  <a:gd name="connsiteX58" fmla="*/ 738556 w 1511813"/>
                  <a:gd name="connsiteY58" fmla="*/ 134343 h 1516973"/>
                  <a:gd name="connsiteX59" fmla="*/ 753519 w 1511813"/>
                  <a:gd name="connsiteY59" fmla="*/ 148790 h 1516973"/>
                  <a:gd name="connsiteX60" fmla="*/ 820596 w 1511813"/>
                  <a:gd name="connsiteY60" fmla="*/ 151886 h 1516973"/>
                  <a:gd name="connsiteX61" fmla="*/ 838655 w 1511813"/>
                  <a:gd name="connsiteY61" fmla="*/ 138471 h 1516973"/>
                  <a:gd name="connsiteX62" fmla="*/ 877354 w 1511813"/>
                  <a:gd name="connsiteY62" fmla="*/ 16700 h 1516973"/>
                  <a:gd name="connsiteX63" fmla="*/ 892317 w 1511813"/>
                  <a:gd name="connsiteY63" fmla="*/ 9476 h 1516973"/>
                  <a:gd name="connsiteX64" fmla="*/ 1084777 w 1511813"/>
                  <a:gd name="connsiteY64" fmla="*/ 70878 h 1516973"/>
                  <a:gd name="connsiteX65" fmla="*/ 1093032 w 1511813"/>
                  <a:gd name="connsiteY65" fmla="*/ 86873 h 1516973"/>
                  <a:gd name="connsiteX66" fmla="*/ 1079617 w 1511813"/>
                  <a:gd name="connsiteY66" fmla="*/ 152402 h 1516973"/>
                  <a:gd name="connsiteX67" fmla="*/ 1053302 w 1511813"/>
                  <a:gd name="connsiteY67" fmla="*/ 206580 h 1516973"/>
                  <a:gd name="connsiteX68" fmla="*/ 1060010 w 1511813"/>
                  <a:gd name="connsiteY68" fmla="*/ 228251 h 1516973"/>
                  <a:gd name="connsiteX69" fmla="*/ 1118315 w 1511813"/>
                  <a:gd name="connsiteY69" fmla="*/ 265917 h 1516973"/>
                  <a:gd name="connsiteX70" fmla="*/ 1136374 w 1511813"/>
                  <a:gd name="connsiteY70" fmla="*/ 262821 h 1516973"/>
                  <a:gd name="connsiteX71" fmla="*/ 1232346 w 1511813"/>
                  <a:gd name="connsiteY71" fmla="*/ 174589 h 1516973"/>
                  <a:gd name="connsiteX72" fmla="*/ 1247825 w 1511813"/>
                  <a:gd name="connsiteY72" fmla="*/ 175621 h 1516973"/>
                  <a:gd name="connsiteX73" fmla="*/ 1384559 w 1511813"/>
                  <a:gd name="connsiteY73" fmla="*/ 325770 h 1516973"/>
                  <a:gd name="connsiteX74" fmla="*/ 1384043 w 1511813"/>
                  <a:gd name="connsiteY74" fmla="*/ 342798 h 1516973"/>
                  <a:gd name="connsiteX75" fmla="*/ 1336057 w 1511813"/>
                  <a:gd name="connsiteY75" fmla="*/ 396975 h 1516973"/>
                  <a:gd name="connsiteX76" fmla="*/ 1291167 w 1511813"/>
                  <a:gd name="connsiteY76" fmla="*/ 426902 h 1516973"/>
                  <a:gd name="connsiteX77" fmla="*/ 1284976 w 1511813"/>
                  <a:gd name="connsiteY77" fmla="*/ 451153 h 1516973"/>
                  <a:gd name="connsiteX78" fmla="*/ 1316450 w 1511813"/>
                  <a:gd name="connsiteY78" fmla="*/ 513070 h 1516973"/>
                  <a:gd name="connsiteX79" fmla="*/ 1330898 w 1511813"/>
                  <a:gd name="connsiteY79" fmla="*/ 519262 h 1516973"/>
                  <a:gd name="connsiteX80" fmla="*/ 1447509 w 1511813"/>
                  <a:gd name="connsiteY80" fmla="*/ 491399 h 1516973"/>
                  <a:gd name="connsiteX81" fmla="*/ 1458860 w 1511813"/>
                  <a:gd name="connsiteY81" fmla="*/ 489851 h 1516973"/>
                  <a:gd name="connsiteX82" fmla="*/ 1473307 w 1511813"/>
                  <a:gd name="connsiteY82" fmla="*/ 499139 h 1516973"/>
                  <a:gd name="connsiteX83" fmla="*/ 1513554 w 1511813"/>
                  <a:gd name="connsiteY83" fmla="*/ 675603 h 1516973"/>
                  <a:gd name="connsiteX84" fmla="*/ 1514070 w 1511813"/>
                  <a:gd name="connsiteY84" fmla="*/ 679215 h 1516973"/>
                  <a:gd name="connsiteX85" fmla="*/ 1490335 w 1511813"/>
                  <a:gd name="connsiteY85" fmla="*/ 717397 h 1516973"/>
                  <a:gd name="connsiteX86" fmla="*/ 1379916 w 1511813"/>
                  <a:gd name="connsiteY86" fmla="*/ 738036 h 1516973"/>
                  <a:gd name="connsiteX87" fmla="*/ 1367532 w 1511813"/>
                  <a:gd name="connsiteY87" fmla="*/ 749904 h 1516973"/>
                  <a:gd name="connsiteX88" fmla="*/ 1363920 w 1511813"/>
                  <a:gd name="connsiteY88" fmla="*/ 822141 h 1516973"/>
                  <a:gd name="connsiteX89" fmla="*/ 1375788 w 1511813"/>
                  <a:gd name="connsiteY89" fmla="*/ 838136 h 1516973"/>
                  <a:gd name="connsiteX90" fmla="*/ 1498590 w 1511813"/>
                  <a:gd name="connsiteY90" fmla="*/ 876834 h 1516973"/>
                  <a:gd name="connsiteX91" fmla="*/ 1506330 w 1511813"/>
                  <a:gd name="connsiteY91" fmla="*/ 891798 h 1516973"/>
                  <a:gd name="connsiteX92" fmla="*/ 1444413 w 1511813"/>
                  <a:gd name="connsiteY92" fmla="*/ 1085289 h 1516973"/>
                  <a:gd name="connsiteX93" fmla="*/ 1429449 w 1511813"/>
                  <a:gd name="connsiteY93" fmla="*/ 1093029 h 1516973"/>
                  <a:gd name="connsiteX94" fmla="*/ 1306647 w 1511813"/>
                  <a:gd name="connsiteY94" fmla="*/ 1052783 h 1516973"/>
                  <a:gd name="connsiteX95" fmla="*/ 1287556 w 1511813"/>
                  <a:gd name="connsiteY95" fmla="*/ 1057942 h 1516973"/>
                  <a:gd name="connsiteX96" fmla="*/ 1248857 w 1511813"/>
                  <a:gd name="connsiteY96" fmla="*/ 1118828 h 1516973"/>
                  <a:gd name="connsiteX97" fmla="*/ 1250405 w 1511813"/>
                  <a:gd name="connsiteY97" fmla="*/ 1135339 h 1516973"/>
                  <a:gd name="connsiteX98" fmla="*/ 1339153 w 1511813"/>
                  <a:gd name="connsiteY98" fmla="*/ 1230795 h 1516973"/>
                  <a:gd name="connsiteX99" fmla="*/ 1337605 w 1511813"/>
                  <a:gd name="connsiteY99" fmla="*/ 1249370 h 1516973"/>
                  <a:gd name="connsiteX100" fmla="*/ 1189004 w 1511813"/>
                  <a:gd name="connsiteY100" fmla="*/ 1384040 h 1516973"/>
                  <a:gd name="connsiteX101" fmla="*/ 1170945 w 1511813"/>
                  <a:gd name="connsiteY101" fmla="*/ 1383524 h 1516973"/>
                  <a:gd name="connsiteX102" fmla="*/ 1118831 w 1511813"/>
                  <a:gd name="connsiteY102" fmla="*/ 1337602 h 1516973"/>
                  <a:gd name="connsiteX103" fmla="*/ 1086840 w 1511813"/>
                  <a:gd name="connsiteY103" fmla="*/ 1289616 h 1516973"/>
                  <a:gd name="connsiteX104" fmla="*/ 1064137 w 1511813"/>
                  <a:gd name="connsiteY104" fmla="*/ 1284456 h 1516973"/>
                  <a:gd name="connsiteX105" fmla="*/ 1002220 w 1511813"/>
                  <a:gd name="connsiteY105" fmla="*/ 1316447 h 1516973"/>
                  <a:gd name="connsiteX106" fmla="*/ 996028 w 1511813"/>
                  <a:gd name="connsiteY106" fmla="*/ 1332958 h 1516973"/>
                  <a:gd name="connsiteX107" fmla="*/ 1022859 w 1511813"/>
                  <a:gd name="connsiteY107" fmla="*/ 1446989 h 1516973"/>
                  <a:gd name="connsiteX108" fmla="*/ 1024407 w 1511813"/>
                  <a:gd name="connsiteY108" fmla="*/ 1459889 h 1516973"/>
                  <a:gd name="connsiteX109" fmla="*/ 1015636 w 1511813"/>
                  <a:gd name="connsiteY109" fmla="*/ 1473304 h 1516973"/>
                  <a:gd name="connsiteX110" fmla="*/ 817500 w 1511813"/>
                  <a:gd name="connsiteY110" fmla="*/ 1518710 h 1516973"/>
                  <a:gd name="connsiteX111" fmla="*/ 758163 w 1511813"/>
                  <a:gd name="connsiteY111" fmla="*/ 1148238 h 1516973"/>
                  <a:gd name="connsiteX112" fmla="*/ 1145146 w 1511813"/>
                  <a:gd name="connsiteY112" fmla="*/ 758675 h 1516973"/>
                  <a:gd name="connsiteX113" fmla="*/ 757131 w 1511813"/>
                  <a:gd name="connsiteY113" fmla="*/ 371176 h 1516973"/>
                  <a:gd name="connsiteX114" fmla="*/ 368600 w 1511813"/>
                  <a:gd name="connsiteY114" fmla="*/ 759707 h 1516973"/>
                  <a:gd name="connsiteX115" fmla="*/ 758163 w 1511813"/>
                  <a:gd name="connsiteY115" fmla="*/ 1148238 h 15169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511813" h="1516973">
                    <a:moveTo>
                      <a:pt x="817500" y="1518710"/>
                    </a:moveTo>
                    <a:cubicBezTo>
                      <a:pt x="809245" y="1520774"/>
                      <a:pt x="805633" y="1516130"/>
                      <a:pt x="802537" y="1507875"/>
                    </a:cubicBezTo>
                    <a:cubicBezTo>
                      <a:pt x="795829" y="1486204"/>
                      <a:pt x="788090" y="1464532"/>
                      <a:pt x="780866" y="1442862"/>
                    </a:cubicBezTo>
                    <a:cubicBezTo>
                      <a:pt x="774674" y="1424286"/>
                      <a:pt x="777770" y="1404679"/>
                      <a:pt x="776738" y="1385072"/>
                    </a:cubicBezTo>
                    <a:cubicBezTo>
                      <a:pt x="776222" y="1369593"/>
                      <a:pt x="775706" y="1370109"/>
                      <a:pt x="760227" y="1369593"/>
                    </a:cubicBezTo>
                    <a:cubicBezTo>
                      <a:pt x="738556" y="1369593"/>
                      <a:pt x="716369" y="1368045"/>
                      <a:pt x="694698" y="1366497"/>
                    </a:cubicBezTo>
                    <a:cubicBezTo>
                      <a:pt x="683346" y="1365465"/>
                      <a:pt x="676638" y="1365981"/>
                      <a:pt x="676638" y="1379912"/>
                    </a:cubicBezTo>
                    <a:cubicBezTo>
                      <a:pt x="676638" y="1424286"/>
                      <a:pt x="655483" y="1462469"/>
                      <a:pt x="637940" y="1501683"/>
                    </a:cubicBezTo>
                    <a:cubicBezTo>
                      <a:pt x="634844" y="1508907"/>
                      <a:pt x="630716" y="1510454"/>
                      <a:pt x="622977" y="1508907"/>
                    </a:cubicBezTo>
                    <a:cubicBezTo>
                      <a:pt x="556416" y="1496523"/>
                      <a:pt x="492434" y="1475368"/>
                      <a:pt x="430517" y="1447505"/>
                    </a:cubicBezTo>
                    <a:cubicBezTo>
                      <a:pt x="423294" y="1443893"/>
                      <a:pt x="420198" y="1440282"/>
                      <a:pt x="422262" y="1431510"/>
                    </a:cubicBezTo>
                    <a:cubicBezTo>
                      <a:pt x="427421" y="1409323"/>
                      <a:pt x="431033" y="1386620"/>
                      <a:pt x="435677" y="1364433"/>
                    </a:cubicBezTo>
                    <a:cubicBezTo>
                      <a:pt x="439805" y="1344310"/>
                      <a:pt x="452704" y="1327798"/>
                      <a:pt x="461992" y="1310255"/>
                    </a:cubicBezTo>
                    <a:cubicBezTo>
                      <a:pt x="467152" y="1300452"/>
                      <a:pt x="466120" y="1295808"/>
                      <a:pt x="456316" y="1290132"/>
                    </a:cubicBezTo>
                    <a:cubicBezTo>
                      <a:pt x="435677" y="1278265"/>
                      <a:pt x="415554" y="1264849"/>
                      <a:pt x="395431" y="1251434"/>
                    </a:cubicBezTo>
                    <a:cubicBezTo>
                      <a:pt x="388207" y="1246274"/>
                      <a:pt x="383563" y="1246274"/>
                      <a:pt x="378919" y="1254014"/>
                    </a:cubicBezTo>
                    <a:cubicBezTo>
                      <a:pt x="356216" y="1293228"/>
                      <a:pt x="319066" y="1317479"/>
                      <a:pt x="283464" y="1342246"/>
                    </a:cubicBezTo>
                    <a:cubicBezTo>
                      <a:pt x="276240" y="1346890"/>
                      <a:pt x="272112" y="1346374"/>
                      <a:pt x="265920" y="1341214"/>
                    </a:cubicBezTo>
                    <a:cubicBezTo>
                      <a:pt x="214323" y="1297356"/>
                      <a:pt x="169433" y="1246790"/>
                      <a:pt x="130218" y="1191580"/>
                    </a:cubicBezTo>
                    <a:cubicBezTo>
                      <a:pt x="125575" y="1185389"/>
                      <a:pt x="125059" y="1180745"/>
                      <a:pt x="130734" y="1174553"/>
                    </a:cubicBezTo>
                    <a:cubicBezTo>
                      <a:pt x="146730" y="1157010"/>
                      <a:pt x="161177" y="1138435"/>
                      <a:pt x="177688" y="1121408"/>
                    </a:cubicBezTo>
                    <a:cubicBezTo>
                      <a:pt x="191104" y="1107476"/>
                      <a:pt x="209163" y="1099221"/>
                      <a:pt x="225674" y="1089417"/>
                    </a:cubicBezTo>
                    <a:cubicBezTo>
                      <a:pt x="236510" y="1083225"/>
                      <a:pt x="237026" y="1078065"/>
                      <a:pt x="230834" y="1067230"/>
                    </a:cubicBezTo>
                    <a:cubicBezTo>
                      <a:pt x="218967" y="1047107"/>
                      <a:pt x="208647" y="1025436"/>
                      <a:pt x="198327" y="1004281"/>
                    </a:cubicBezTo>
                    <a:cubicBezTo>
                      <a:pt x="194716" y="997057"/>
                      <a:pt x="192136" y="993445"/>
                      <a:pt x="183880" y="998089"/>
                    </a:cubicBezTo>
                    <a:cubicBezTo>
                      <a:pt x="147246" y="1017180"/>
                      <a:pt x="108031" y="1024920"/>
                      <a:pt x="67269" y="1025952"/>
                    </a:cubicBezTo>
                    <a:cubicBezTo>
                      <a:pt x="63657" y="1025952"/>
                      <a:pt x="59529" y="1026984"/>
                      <a:pt x="55918" y="1027500"/>
                    </a:cubicBezTo>
                    <a:cubicBezTo>
                      <a:pt x="48694" y="1028532"/>
                      <a:pt x="44050" y="1025952"/>
                      <a:pt x="41470" y="1018212"/>
                    </a:cubicBezTo>
                    <a:cubicBezTo>
                      <a:pt x="21347" y="960939"/>
                      <a:pt x="6384" y="902117"/>
                      <a:pt x="1224" y="841748"/>
                    </a:cubicBezTo>
                    <a:cubicBezTo>
                      <a:pt x="-1872" y="808725"/>
                      <a:pt x="-1356" y="809241"/>
                      <a:pt x="30635" y="797374"/>
                    </a:cubicBezTo>
                    <a:cubicBezTo>
                      <a:pt x="64173" y="784474"/>
                      <a:pt x="98744" y="775703"/>
                      <a:pt x="134862" y="778799"/>
                    </a:cubicBezTo>
                    <a:cubicBezTo>
                      <a:pt x="144150" y="779315"/>
                      <a:pt x="147246" y="775187"/>
                      <a:pt x="147246" y="765899"/>
                    </a:cubicBezTo>
                    <a:cubicBezTo>
                      <a:pt x="147246" y="742680"/>
                      <a:pt x="148278" y="719461"/>
                      <a:pt x="150342" y="696242"/>
                    </a:cubicBezTo>
                    <a:cubicBezTo>
                      <a:pt x="151373" y="685923"/>
                      <a:pt x="150858" y="678699"/>
                      <a:pt x="137442" y="678699"/>
                    </a:cubicBezTo>
                    <a:cubicBezTo>
                      <a:pt x="92552" y="678699"/>
                      <a:pt x="53854" y="657544"/>
                      <a:pt x="14639" y="639485"/>
                    </a:cubicBezTo>
                    <a:cubicBezTo>
                      <a:pt x="7932" y="636389"/>
                      <a:pt x="6384" y="632261"/>
                      <a:pt x="7932" y="625037"/>
                    </a:cubicBezTo>
                    <a:cubicBezTo>
                      <a:pt x="20315" y="558476"/>
                      <a:pt x="40954" y="494495"/>
                      <a:pt x="69333" y="432578"/>
                    </a:cubicBezTo>
                    <a:cubicBezTo>
                      <a:pt x="72945" y="424838"/>
                      <a:pt x="77073" y="421742"/>
                      <a:pt x="86360" y="423806"/>
                    </a:cubicBezTo>
                    <a:cubicBezTo>
                      <a:pt x="107515" y="428450"/>
                      <a:pt x="129186" y="432578"/>
                      <a:pt x="150858" y="436706"/>
                    </a:cubicBezTo>
                    <a:cubicBezTo>
                      <a:pt x="171497" y="440833"/>
                      <a:pt x="188008" y="453733"/>
                      <a:pt x="206583" y="463536"/>
                    </a:cubicBezTo>
                    <a:cubicBezTo>
                      <a:pt x="216903" y="468696"/>
                      <a:pt x="221546" y="467664"/>
                      <a:pt x="227738" y="457345"/>
                    </a:cubicBezTo>
                    <a:cubicBezTo>
                      <a:pt x="239606" y="436706"/>
                      <a:pt x="253021" y="416582"/>
                      <a:pt x="266952" y="396459"/>
                    </a:cubicBezTo>
                    <a:cubicBezTo>
                      <a:pt x="271596" y="389752"/>
                      <a:pt x="271596" y="385108"/>
                      <a:pt x="264373" y="380980"/>
                    </a:cubicBezTo>
                    <a:cubicBezTo>
                      <a:pt x="225158" y="357761"/>
                      <a:pt x="200391" y="320611"/>
                      <a:pt x="175108" y="284492"/>
                    </a:cubicBezTo>
                    <a:cubicBezTo>
                      <a:pt x="170465" y="277785"/>
                      <a:pt x="170981" y="273657"/>
                      <a:pt x="176140" y="267981"/>
                    </a:cubicBezTo>
                    <a:cubicBezTo>
                      <a:pt x="219998" y="216383"/>
                      <a:pt x="270048" y="171493"/>
                      <a:pt x="325258" y="132279"/>
                    </a:cubicBezTo>
                    <a:cubicBezTo>
                      <a:pt x="331966" y="127635"/>
                      <a:pt x="336609" y="126603"/>
                      <a:pt x="343317" y="132795"/>
                    </a:cubicBezTo>
                    <a:cubicBezTo>
                      <a:pt x="360344" y="148274"/>
                      <a:pt x="378404" y="162722"/>
                      <a:pt x="395431" y="178717"/>
                    </a:cubicBezTo>
                    <a:cubicBezTo>
                      <a:pt x="409362" y="191616"/>
                      <a:pt x="416070" y="209160"/>
                      <a:pt x="426389" y="224639"/>
                    </a:cubicBezTo>
                    <a:cubicBezTo>
                      <a:pt x="437741" y="241666"/>
                      <a:pt x="435161" y="240634"/>
                      <a:pt x="451156" y="231347"/>
                    </a:cubicBezTo>
                    <a:cubicBezTo>
                      <a:pt x="470763" y="219995"/>
                      <a:pt x="491403" y="209676"/>
                      <a:pt x="512042" y="200388"/>
                    </a:cubicBezTo>
                    <a:cubicBezTo>
                      <a:pt x="521329" y="196260"/>
                      <a:pt x="522361" y="192132"/>
                      <a:pt x="518233" y="183877"/>
                    </a:cubicBezTo>
                    <a:cubicBezTo>
                      <a:pt x="499142" y="148274"/>
                      <a:pt x="492434" y="109576"/>
                      <a:pt x="491403" y="69846"/>
                    </a:cubicBezTo>
                    <a:cubicBezTo>
                      <a:pt x="491403" y="66234"/>
                      <a:pt x="490371" y="62106"/>
                      <a:pt x="489855" y="58494"/>
                    </a:cubicBezTo>
                    <a:cubicBezTo>
                      <a:pt x="488307" y="50239"/>
                      <a:pt x="491403" y="46111"/>
                      <a:pt x="499658" y="43015"/>
                    </a:cubicBezTo>
                    <a:cubicBezTo>
                      <a:pt x="563123" y="20312"/>
                      <a:pt x="628653" y="6380"/>
                      <a:pt x="695730" y="189"/>
                    </a:cubicBezTo>
                    <a:cubicBezTo>
                      <a:pt x="706049" y="-843"/>
                      <a:pt x="710693" y="2253"/>
                      <a:pt x="713273" y="12056"/>
                    </a:cubicBezTo>
                    <a:cubicBezTo>
                      <a:pt x="715337" y="19796"/>
                      <a:pt x="717917" y="27536"/>
                      <a:pt x="721012" y="35275"/>
                    </a:cubicBezTo>
                    <a:cubicBezTo>
                      <a:pt x="734428" y="67266"/>
                      <a:pt x="741136" y="99772"/>
                      <a:pt x="738556" y="134343"/>
                    </a:cubicBezTo>
                    <a:cubicBezTo>
                      <a:pt x="737524" y="145694"/>
                      <a:pt x="742168" y="148790"/>
                      <a:pt x="753519" y="148790"/>
                    </a:cubicBezTo>
                    <a:cubicBezTo>
                      <a:pt x="775706" y="148274"/>
                      <a:pt x="797893" y="149822"/>
                      <a:pt x="820596" y="151886"/>
                    </a:cubicBezTo>
                    <a:cubicBezTo>
                      <a:pt x="831948" y="152918"/>
                      <a:pt x="838655" y="152402"/>
                      <a:pt x="838655" y="138471"/>
                    </a:cubicBezTo>
                    <a:cubicBezTo>
                      <a:pt x="838655" y="94097"/>
                      <a:pt x="859810" y="55914"/>
                      <a:pt x="877354" y="16700"/>
                    </a:cubicBezTo>
                    <a:cubicBezTo>
                      <a:pt x="880449" y="9476"/>
                      <a:pt x="885093" y="7928"/>
                      <a:pt x="892317" y="9476"/>
                    </a:cubicBezTo>
                    <a:cubicBezTo>
                      <a:pt x="958878" y="21860"/>
                      <a:pt x="1022859" y="42499"/>
                      <a:pt x="1084777" y="70878"/>
                    </a:cubicBezTo>
                    <a:cubicBezTo>
                      <a:pt x="1092000" y="74489"/>
                      <a:pt x="1095096" y="78617"/>
                      <a:pt x="1093032" y="86873"/>
                    </a:cubicBezTo>
                    <a:cubicBezTo>
                      <a:pt x="1088388" y="108544"/>
                      <a:pt x="1084261" y="130731"/>
                      <a:pt x="1079617" y="152402"/>
                    </a:cubicBezTo>
                    <a:cubicBezTo>
                      <a:pt x="1075489" y="172525"/>
                      <a:pt x="1062590" y="189036"/>
                      <a:pt x="1053302" y="206580"/>
                    </a:cubicBezTo>
                    <a:cubicBezTo>
                      <a:pt x="1047626" y="217415"/>
                      <a:pt x="1048658" y="222575"/>
                      <a:pt x="1060010" y="228251"/>
                    </a:cubicBezTo>
                    <a:cubicBezTo>
                      <a:pt x="1080133" y="239602"/>
                      <a:pt x="1099740" y="252502"/>
                      <a:pt x="1118315" y="265917"/>
                    </a:cubicBezTo>
                    <a:cubicBezTo>
                      <a:pt x="1126571" y="272109"/>
                      <a:pt x="1131214" y="271593"/>
                      <a:pt x="1136374" y="262821"/>
                    </a:cubicBezTo>
                    <a:cubicBezTo>
                      <a:pt x="1159077" y="223607"/>
                      <a:pt x="1196744" y="199872"/>
                      <a:pt x="1232346" y="174589"/>
                    </a:cubicBezTo>
                    <a:cubicBezTo>
                      <a:pt x="1238538" y="170461"/>
                      <a:pt x="1242666" y="170977"/>
                      <a:pt x="1247825" y="175621"/>
                    </a:cubicBezTo>
                    <a:cubicBezTo>
                      <a:pt x="1299939" y="219995"/>
                      <a:pt x="1345345" y="270045"/>
                      <a:pt x="1384559" y="325770"/>
                    </a:cubicBezTo>
                    <a:cubicBezTo>
                      <a:pt x="1389203" y="331962"/>
                      <a:pt x="1389719" y="336606"/>
                      <a:pt x="1384043" y="342798"/>
                    </a:cubicBezTo>
                    <a:cubicBezTo>
                      <a:pt x="1368048" y="360857"/>
                      <a:pt x="1352569" y="379432"/>
                      <a:pt x="1336057" y="396975"/>
                    </a:cubicBezTo>
                    <a:cubicBezTo>
                      <a:pt x="1323674" y="409875"/>
                      <a:pt x="1306131" y="417098"/>
                      <a:pt x="1291167" y="426902"/>
                    </a:cubicBezTo>
                    <a:cubicBezTo>
                      <a:pt x="1276720" y="436706"/>
                      <a:pt x="1276720" y="436190"/>
                      <a:pt x="1284976" y="451153"/>
                    </a:cubicBezTo>
                    <a:cubicBezTo>
                      <a:pt x="1295811" y="471792"/>
                      <a:pt x="1306647" y="492431"/>
                      <a:pt x="1316450" y="513070"/>
                    </a:cubicBezTo>
                    <a:cubicBezTo>
                      <a:pt x="1320062" y="520294"/>
                      <a:pt x="1323158" y="523390"/>
                      <a:pt x="1330898" y="519262"/>
                    </a:cubicBezTo>
                    <a:cubicBezTo>
                      <a:pt x="1367532" y="500171"/>
                      <a:pt x="1406746" y="492431"/>
                      <a:pt x="1447509" y="491399"/>
                    </a:cubicBezTo>
                    <a:cubicBezTo>
                      <a:pt x="1451120" y="491399"/>
                      <a:pt x="1455248" y="490367"/>
                      <a:pt x="1458860" y="489851"/>
                    </a:cubicBezTo>
                    <a:cubicBezTo>
                      <a:pt x="1466600" y="488819"/>
                      <a:pt x="1470728" y="491399"/>
                      <a:pt x="1473307" y="499139"/>
                    </a:cubicBezTo>
                    <a:cubicBezTo>
                      <a:pt x="1493431" y="556412"/>
                      <a:pt x="1508394" y="615234"/>
                      <a:pt x="1513554" y="675603"/>
                    </a:cubicBezTo>
                    <a:cubicBezTo>
                      <a:pt x="1513554" y="676635"/>
                      <a:pt x="1513554" y="678183"/>
                      <a:pt x="1514070" y="679215"/>
                    </a:cubicBezTo>
                    <a:cubicBezTo>
                      <a:pt x="1518713" y="714301"/>
                      <a:pt x="1519745" y="706046"/>
                      <a:pt x="1490335" y="717397"/>
                    </a:cubicBezTo>
                    <a:cubicBezTo>
                      <a:pt x="1454732" y="730813"/>
                      <a:pt x="1418614" y="741648"/>
                      <a:pt x="1379916" y="738036"/>
                    </a:cubicBezTo>
                    <a:cubicBezTo>
                      <a:pt x="1371144" y="737004"/>
                      <a:pt x="1368048" y="740616"/>
                      <a:pt x="1367532" y="749904"/>
                    </a:cubicBezTo>
                    <a:cubicBezTo>
                      <a:pt x="1367016" y="774155"/>
                      <a:pt x="1365984" y="797890"/>
                      <a:pt x="1363920" y="822141"/>
                    </a:cubicBezTo>
                    <a:cubicBezTo>
                      <a:pt x="1363404" y="831944"/>
                      <a:pt x="1363920" y="838136"/>
                      <a:pt x="1375788" y="838136"/>
                    </a:cubicBezTo>
                    <a:cubicBezTo>
                      <a:pt x="1420678" y="838136"/>
                      <a:pt x="1459376" y="858775"/>
                      <a:pt x="1498590" y="876834"/>
                    </a:cubicBezTo>
                    <a:cubicBezTo>
                      <a:pt x="1505298" y="879930"/>
                      <a:pt x="1507878" y="883542"/>
                      <a:pt x="1506330" y="891798"/>
                    </a:cubicBezTo>
                    <a:cubicBezTo>
                      <a:pt x="1493947" y="958875"/>
                      <a:pt x="1472791" y="1023372"/>
                      <a:pt x="1444413" y="1085289"/>
                    </a:cubicBezTo>
                    <a:cubicBezTo>
                      <a:pt x="1441317" y="1092513"/>
                      <a:pt x="1437189" y="1094577"/>
                      <a:pt x="1429449" y="1093029"/>
                    </a:cubicBezTo>
                    <a:cubicBezTo>
                      <a:pt x="1386623" y="1085289"/>
                      <a:pt x="1343797" y="1078581"/>
                      <a:pt x="1306647" y="1052783"/>
                    </a:cubicBezTo>
                    <a:cubicBezTo>
                      <a:pt x="1297875" y="1046591"/>
                      <a:pt x="1293231" y="1048655"/>
                      <a:pt x="1287556" y="1057942"/>
                    </a:cubicBezTo>
                    <a:cubicBezTo>
                      <a:pt x="1275688" y="1078581"/>
                      <a:pt x="1262273" y="1098705"/>
                      <a:pt x="1248857" y="1118828"/>
                    </a:cubicBezTo>
                    <a:cubicBezTo>
                      <a:pt x="1244214" y="1125535"/>
                      <a:pt x="1242150" y="1130179"/>
                      <a:pt x="1250405" y="1135339"/>
                    </a:cubicBezTo>
                    <a:cubicBezTo>
                      <a:pt x="1289620" y="1158558"/>
                      <a:pt x="1313871" y="1194676"/>
                      <a:pt x="1339153" y="1230795"/>
                    </a:cubicBezTo>
                    <a:cubicBezTo>
                      <a:pt x="1344313" y="1238018"/>
                      <a:pt x="1343797" y="1242662"/>
                      <a:pt x="1337605" y="1249370"/>
                    </a:cubicBezTo>
                    <a:cubicBezTo>
                      <a:pt x="1293747" y="1300968"/>
                      <a:pt x="1244214" y="1345342"/>
                      <a:pt x="1189004" y="1384040"/>
                    </a:cubicBezTo>
                    <a:cubicBezTo>
                      <a:pt x="1182296" y="1388684"/>
                      <a:pt x="1177652" y="1389716"/>
                      <a:pt x="1170945" y="1383524"/>
                    </a:cubicBezTo>
                    <a:cubicBezTo>
                      <a:pt x="1153918" y="1368045"/>
                      <a:pt x="1135858" y="1353597"/>
                      <a:pt x="1118831" y="1337602"/>
                    </a:cubicBezTo>
                    <a:cubicBezTo>
                      <a:pt x="1104384" y="1324187"/>
                      <a:pt x="1096644" y="1306128"/>
                      <a:pt x="1086840" y="1289616"/>
                    </a:cubicBezTo>
                    <a:cubicBezTo>
                      <a:pt x="1080133" y="1278265"/>
                      <a:pt x="1074973" y="1277749"/>
                      <a:pt x="1064137" y="1284456"/>
                    </a:cubicBezTo>
                    <a:cubicBezTo>
                      <a:pt x="1044530" y="1296324"/>
                      <a:pt x="1023375" y="1306643"/>
                      <a:pt x="1002220" y="1316447"/>
                    </a:cubicBezTo>
                    <a:cubicBezTo>
                      <a:pt x="993449" y="1320575"/>
                      <a:pt x="991385" y="1324703"/>
                      <a:pt x="996028" y="1332958"/>
                    </a:cubicBezTo>
                    <a:cubicBezTo>
                      <a:pt x="1015120" y="1368561"/>
                      <a:pt x="1021827" y="1407259"/>
                      <a:pt x="1022859" y="1446989"/>
                    </a:cubicBezTo>
                    <a:cubicBezTo>
                      <a:pt x="1022859" y="1451117"/>
                      <a:pt x="1023891" y="1455245"/>
                      <a:pt x="1024407" y="1459889"/>
                    </a:cubicBezTo>
                    <a:cubicBezTo>
                      <a:pt x="1025439" y="1466596"/>
                      <a:pt x="1022859" y="1470724"/>
                      <a:pt x="1015636" y="1473304"/>
                    </a:cubicBezTo>
                    <a:cubicBezTo>
                      <a:pt x="970745" y="1493943"/>
                      <a:pt x="870646" y="1516130"/>
                      <a:pt x="817500" y="1518710"/>
                    </a:cubicBezTo>
                    <a:close/>
                    <a:moveTo>
                      <a:pt x="758163" y="1148238"/>
                    </a:moveTo>
                    <a:cubicBezTo>
                      <a:pt x="974357" y="1144627"/>
                      <a:pt x="1145146" y="976418"/>
                      <a:pt x="1145146" y="758675"/>
                    </a:cubicBezTo>
                    <a:cubicBezTo>
                      <a:pt x="1145146" y="542481"/>
                      <a:pt x="974357" y="371176"/>
                      <a:pt x="757131" y="371176"/>
                    </a:cubicBezTo>
                    <a:cubicBezTo>
                      <a:pt x="539904" y="371176"/>
                      <a:pt x="368600" y="542481"/>
                      <a:pt x="368600" y="759707"/>
                    </a:cubicBezTo>
                    <a:cubicBezTo>
                      <a:pt x="369116" y="977966"/>
                      <a:pt x="541452" y="1145659"/>
                      <a:pt x="758163" y="114823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grpSp>
            <p:nvGrpSpPr>
              <p:cNvPr id="23" name="Group 22"/>
              <p:cNvGrpSpPr/>
              <p:nvPr/>
            </p:nvGrpSpPr>
            <p:grpSpPr>
              <a:xfrm>
                <a:off x="3563163" y="3556278"/>
                <a:ext cx="1218879" cy="1218879"/>
                <a:chOff x="3264582" y="1870309"/>
                <a:chExt cx="1774962" cy="1774962"/>
              </a:xfrm>
              <a:grpFill/>
            </p:grpSpPr>
            <p:sp>
              <p:nvSpPr>
                <p:cNvPr id="24" name="Freeform: Shape 23"/>
                <p:cNvSpPr/>
                <p:nvPr/>
              </p:nvSpPr>
              <p:spPr>
                <a:xfrm>
                  <a:off x="3264582" y="1870309"/>
                  <a:ext cx="1774962" cy="1774962"/>
                </a:xfrm>
                <a:custGeom>
                  <a:avLst/>
                  <a:gdLst>
                    <a:gd name="connsiteX0" fmla="*/ 894776 w 1774962"/>
                    <a:gd name="connsiteY0" fmla="*/ 1775736 h 1774962"/>
                    <a:gd name="connsiteX1" fmla="*/ 852466 w 1774962"/>
                    <a:gd name="connsiteY1" fmla="*/ 1775736 h 1774962"/>
                    <a:gd name="connsiteX2" fmla="*/ 839567 w 1774962"/>
                    <a:gd name="connsiteY2" fmla="*/ 1764901 h 1774962"/>
                    <a:gd name="connsiteX3" fmla="*/ 819960 w 1774962"/>
                    <a:gd name="connsiteY3" fmla="*/ 1666349 h 1774962"/>
                    <a:gd name="connsiteX4" fmla="*/ 822024 w 1774962"/>
                    <a:gd name="connsiteY4" fmla="*/ 1636938 h 1774962"/>
                    <a:gd name="connsiteX5" fmla="*/ 811704 w 1774962"/>
                    <a:gd name="connsiteY5" fmla="*/ 1623523 h 1774962"/>
                    <a:gd name="connsiteX6" fmla="*/ 695093 w 1774962"/>
                    <a:gd name="connsiteY6" fmla="*/ 1601852 h 1774962"/>
                    <a:gd name="connsiteX7" fmla="*/ 680130 w 1774962"/>
                    <a:gd name="connsiteY7" fmla="*/ 1610623 h 1774962"/>
                    <a:gd name="connsiteX8" fmla="*/ 615116 w 1774962"/>
                    <a:gd name="connsiteY8" fmla="*/ 1727234 h 1774962"/>
                    <a:gd name="connsiteX9" fmla="*/ 603765 w 1774962"/>
                    <a:gd name="connsiteY9" fmla="*/ 1730330 h 1774962"/>
                    <a:gd name="connsiteX10" fmla="*/ 512953 w 1774962"/>
                    <a:gd name="connsiteY10" fmla="*/ 1694212 h 1774962"/>
                    <a:gd name="connsiteX11" fmla="*/ 507277 w 1774962"/>
                    <a:gd name="connsiteY11" fmla="*/ 1681828 h 1774962"/>
                    <a:gd name="connsiteX12" fmla="*/ 527400 w 1774962"/>
                    <a:gd name="connsiteY12" fmla="*/ 1583277 h 1774962"/>
                    <a:gd name="connsiteX13" fmla="*/ 541848 w 1774962"/>
                    <a:gd name="connsiteY13" fmla="*/ 1552834 h 1774962"/>
                    <a:gd name="connsiteX14" fmla="*/ 537720 w 1774962"/>
                    <a:gd name="connsiteY14" fmla="*/ 1539418 h 1774962"/>
                    <a:gd name="connsiteX15" fmla="*/ 435041 w 1774962"/>
                    <a:gd name="connsiteY15" fmla="*/ 1472857 h 1774962"/>
                    <a:gd name="connsiteX16" fmla="*/ 420593 w 1774962"/>
                    <a:gd name="connsiteY16" fmla="*/ 1474921 h 1774962"/>
                    <a:gd name="connsiteX17" fmla="*/ 315334 w 1774962"/>
                    <a:gd name="connsiteY17" fmla="*/ 1559026 h 1774962"/>
                    <a:gd name="connsiteX18" fmla="*/ 302950 w 1774962"/>
                    <a:gd name="connsiteY18" fmla="*/ 1557478 h 1774962"/>
                    <a:gd name="connsiteX19" fmla="*/ 233809 w 1774962"/>
                    <a:gd name="connsiteY19" fmla="*/ 1490401 h 1774962"/>
                    <a:gd name="connsiteX20" fmla="*/ 232777 w 1774962"/>
                    <a:gd name="connsiteY20" fmla="*/ 1476985 h 1774962"/>
                    <a:gd name="connsiteX21" fmla="*/ 289019 w 1774962"/>
                    <a:gd name="connsiteY21" fmla="*/ 1393397 h 1774962"/>
                    <a:gd name="connsiteX22" fmla="*/ 312754 w 1774962"/>
                    <a:gd name="connsiteY22" fmla="*/ 1371726 h 1774962"/>
                    <a:gd name="connsiteX23" fmla="*/ 314818 w 1774962"/>
                    <a:gd name="connsiteY23" fmla="*/ 1355731 h 1774962"/>
                    <a:gd name="connsiteX24" fmla="*/ 246193 w 1774962"/>
                    <a:gd name="connsiteY24" fmla="*/ 1255631 h 1774962"/>
                    <a:gd name="connsiteX25" fmla="*/ 230713 w 1774962"/>
                    <a:gd name="connsiteY25" fmla="*/ 1253051 h 1774962"/>
                    <a:gd name="connsiteX26" fmla="*/ 102751 w 1774962"/>
                    <a:gd name="connsiteY26" fmla="*/ 1289685 h 1774962"/>
                    <a:gd name="connsiteX27" fmla="*/ 91916 w 1774962"/>
                    <a:gd name="connsiteY27" fmla="*/ 1282978 h 1774962"/>
                    <a:gd name="connsiteX28" fmla="*/ 53733 w 1774962"/>
                    <a:gd name="connsiteY28" fmla="*/ 1194230 h 1774962"/>
                    <a:gd name="connsiteX29" fmla="*/ 58377 w 1774962"/>
                    <a:gd name="connsiteY29" fmla="*/ 1181330 h 1774962"/>
                    <a:gd name="connsiteX30" fmla="*/ 142481 w 1774962"/>
                    <a:gd name="connsiteY30" fmla="*/ 1125605 h 1774962"/>
                    <a:gd name="connsiteX31" fmla="*/ 173956 w 1774962"/>
                    <a:gd name="connsiteY31" fmla="*/ 1114253 h 1774962"/>
                    <a:gd name="connsiteX32" fmla="*/ 180664 w 1774962"/>
                    <a:gd name="connsiteY32" fmla="*/ 1101870 h 1774962"/>
                    <a:gd name="connsiteX33" fmla="*/ 154865 w 1774962"/>
                    <a:gd name="connsiteY33" fmla="*/ 981131 h 1774962"/>
                    <a:gd name="connsiteX34" fmla="*/ 144029 w 1774962"/>
                    <a:gd name="connsiteY34" fmla="*/ 973391 h 1774962"/>
                    <a:gd name="connsiteX35" fmla="*/ 10391 w 1774962"/>
                    <a:gd name="connsiteY35" fmla="*/ 958428 h 1774962"/>
                    <a:gd name="connsiteX36" fmla="*/ 2135 w 1774962"/>
                    <a:gd name="connsiteY36" fmla="*/ 948624 h 1774962"/>
                    <a:gd name="connsiteX37" fmla="*/ 588 w 1774962"/>
                    <a:gd name="connsiteY37" fmla="*/ 850589 h 1774962"/>
                    <a:gd name="connsiteX38" fmla="*/ 10391 w 1774962"/>
                    <a:gd name="connsiteY38" fmla="*/ 840785 h 1774962"/>
                    <a:gd name="connsiteX39" fmla="*/ 110491 w 1774962"/>
                    <a:gd name="connsiteY39" fmla="*/ 820662 h 1774962"/>
                    <a:gd name="connsiteX40" fmla="*/ 139901 w 1774962"/>
                    <a:gd name="connsiteY40" fmla="*/ 822726 h 1774962"/>
                    <a:gd name="connsiteX41" fmla="*/ 153317 w 1774962"/>
                    <a:gd name="connsiteY41" fmla="*/ 811890 h 1774962"/>
                    <a:gd name="connsiteX42" fmla="*/ 174472 w 1774962"/>
                    <a:gd name="connsiteY42" fmla="*/ 696827 h 1774962"/>
                    <a:gd name="connsiteX43" fmla="*/ 164152 w 1774962"/>
                    <a:gd name="connsiteY43" fmla="*/ 680316 h 1774962"/>
                    <a:gd name="connsiteX44" fmla="*/ 49090 w 1774962"/>
                    <a:gd name="connsiteY44" fmla="*/ 615819 h 1774962"/>
                    <a:gd name="connsiteX45" fmla="*/ 45993 w 1774962"/>
                    <a:gd name="connsiteY45" fmla="*/ 606015 h 1774962"/>
                    <a:gd name="connsiteX46" fmla="*/ 82628 w 1774962"/>
                    <a:gd name="connsiteY46" fmla="*/ 513655 h 1774962"/>
                    <a:gd name="connsiteX47" fmla="*/ 93979 w 1774962"/>
                    <a:gd name="connsiteY47" fmla="*/ 508496 h 1774962"/>
                    <a:gd name="connsiteX48" fmla="*/ 224006 w 1774962"/>
                    <a:gd name="connsiteY48" fmla="*/ 543066 h 1774962"/>
                    <a:gd name="connsiteX49" fmla="*/ 236905 w 1774962"/>
                    <a:gd name="connsiteY49" fmla="*/ 538938 h 1774962"/>
                    <a:gd name="connsiteX50" fmla="*/ 302434 w 1774962"/>
                    <a:gd name="connsiteY50" fmla="*/ 437291 h 1774962"/>
                    <a:gd name="connsiteX51" fmla="*/ 302950 w 1774962"/>
                    <a:gd name="connsiteY51" fmla="*/ 423359 h 1774962"/>
                    <a:gd name="connsiteX52" fmla="*/ 238453 w 1774962"/>
                    <a:gd name="connsiteY52" fmla="*/ 346995 h 1774962"/>
                    <a:gd name="connsiteX53" fmla="*/ 228650 w 1774962"/>
                    <a:gd name="connsiteY53" fmla="*/ 333063 h 1774962"/>
                    <a:gd name="connsiteX54" fmla="*/ 230713 w 1774962"/>
                    <a:gd name="connsiteY54" fmla="*/ 290237 h 1774962"/>
                    <a:gd name="connsiteX55" fmla="*/ 283859 w 1774962"/>
                    <a:gd name="connsiteY55" fmla="*/ 236060 h 1774962"/>
                    <a:gd name="connsiteX56" fmla="*/ 300370 w 1774962"/>
                    <a:gd name="connsiteY56" fmla="*/ 234512 h 1774962"/>
                    <a:gd name="connsiteX57" fmla="*/ 380863 w 1774962"/>
                    <a:gd name="connsiteY57" fmla="*/ 288173 h 1774962"/>
                    <a:gd name="connsiteX58" fmla="*/ 403050 w 1774962"/>
                    <a:gd name="connsiteY58" fmla="*/ 311392 h 1774962"/>
                    <a:gd name="connsiteX59" fmla="*/ 422141 w 1774962"/>
                    <a:gd name="connsiteY59" fmla="*/ 313972 h 1774962"/>
                    <a:gd name="connsiteX60" fmla="*/ 519661 w 1774962"/>
                    <a:gd name="connsiteY60" fmla="*/ 246895 h 1774962"/>
                    <a:gd name="connsiteX61" fmla="*/ 524820 w 1774962"/>
                    <a:gd name="connsiteY61" fmla="*/ 233996 h 1774962"/>
                    <a:gd name="connsiteX62" fmla="*/ 492314 w 1774962"/>
                    <a:gd name="connsiteY62" fmla="*/ 127704 h 1774962"/>
                    <a:gd name="connsiteX63" fmla="*/ 514501 w 1774962"/>
                    <a:gd name="connsiteY63" fmla="*/ 82298 h 1774962"/>
                    <a:gd name="connsiteX64" fmla="*/ 578482 w 1774962"/>
                    <a:gd name="connsiteY64" fmla="*/ 55468 h 1774962"/>
                    <a:gd name="connsiteX65" fmla="*/ 595509 w 1774962"/>
                    <a:gd name="connsiteY65" fmla="*/ 60111 h 1774962"/>
                    <a:gd name="connsiteX66" fmla="*/ 648655 w 1774962"/>
                    <a:gd name="connsiteY66" fmla="*/ 139572 h 1774962"/>
                    <a:gd name="connsiteX67" fmla="*/ 661039 w 1774962"/>
                    <a:gd name="connsiteY67" fmla="*/ 172078 h 1774962"/>
                    <a:gd name="connsiteX68" fmla="*/ 675486 w 1774962"/>
                    <a:gd name="connsiteY68" fmla="*/ 180334 h 1774962"/>
                    <a:gd name="connsiteX69" fmla="*/ 792613 w 1774962"/>
                    <a:gd name="connsiteY69" fmla="*/ 155567 h 1774962"/>
                    <a:gd name="connsiteX70" fmla="*/ 801900 w 1774962"/>
                    <a:gd name="connsiteY70" fmla="*/ 143700 h 1774962"/>
                    <a:gd name="connsiteX71" fmla="*/ 816864 w 1774962"/>
                    <a:gd name="connsiteY71" fmla="*/ 11094 h 1774962"/>
                    <a:gd name="connsiteX72" fmla="*/ 826151 w 1774962"/>
                    <a:gd name="connsiteY72" fmla="*/ 2322 h 1774962"/>
                    <a:gd name="connsiteX73" fmla="*/ 925219 w 1774962"/>
                    <a:gd name="connsiteY73" fmla="*/ 774 h 1774962"/>
                    <a:gd name="connsiteX74" fmla="*/ 934507 w 1774962"/>
                    <a:gd name="connsiteY74" fmla="*/ 10062 h 1774962"/>
                    <a:gd name="connsiteX75" fmla="*/ 954114 w 1774962"/>
                    <a:gd name="connsiteY75" fmla="*/ 111193 h 1774962"/>
                    <a:gd name="connsiteX76" fmla="*/ 952050 w 1774962"/>
                    <a:gd name="connsiteY76" fmla="*/ 140604 h 1774962"/>
                    <a:gd name="connsiteX77" fmla="*/ 962369 w 1774962"/>
                    <a:gd name="connsiteY77" fmla="*/ 152987 h 1774962"/>
                    <a:gd name="connsiteX78" fmla="*/ 1078980 w 1774962"/>
                    <a:gd name="connsiteY78" fmla="*/ 174658 h 1774962"/>
                    <a:gd name="connsiteX79" fmla="*/ 1093428 w 1774962"/>
                    <a:gd name="connsiteY79" fmla="*/ 168467 h 1774962"/>
                    <a:gd name="connsiteX80" fmla="*/ 1147089 w 1774962"/>
                    <a:gd name="connsiteY80" fmla="*/ 69399 h 1774962"/>
                    <a:gd name="connsiteX81" fmla="*/ 1192495 w 1774962"/>
                    <a:gd name="connsiteY81" fmla="*/ 54436 h 1774962"/>
                    <a:gd name="connsiteX82" fmla="*/ 1258024 w 1774962"/>
                    <a:gd name="connsiteY82" fmla="*/ 81266 h 1774962"/>
                    <a:gd name="connsiteX83" fmla="*/ 1267312 w 1774962"/>
                    <a:gd name="connsiteY83" fmla="*/ 96746 h 1774962"/>
                    <a:gd name="connsiteX84" fmla="*/ 1247705 w 1774962"/>
                    <a:gd name="connsiteY84" fmla="*/ 192718 h 1774962"/>
                    <a:gd name="connsiteX85" fmla="*/ 1233258 w 1774962"/>
                    <a:gd name="connsiteY85" fmla="*/ 224192 h 1774962"/>
                    <a:gd name="connsiteX86" fmla="*/ 1237385 w 1774962"/>
                    <a:gd name="connsiteY86" fmla="*/ 237608 h 1774962"/>
                    <a:gd name="connsiteX87" fmla="*/ 1340065 w 1774962"/>
                    <a:gd name="connsiteY87" fmla="*/ 304169 h 1774962"/>
                    <a:gd name="connsiteX88" fmla="*/ 1354512 w 1774962"/>
                    <a:gd name="connsiteY88" fmla="*/ 302621 h 1774962"/>
                    <a:gd name="connsiteX89" fmla="*/ 1459771 w 1774962"/>
                    <a:gd name="connsiteY89" fmla="*/ 218516 h 1774962"/>
                    <a:gd name="connsiteX90" fmla="*/ 1472155 w 1774962"/>
                    <a:gd name="connsiteY90" fmla="*/ 220064 h 1774962"/>
                    <a:gd name="connsiteX91" fmla="*/ 1541296 w 1774962"/>
                    <a:gd name="connsiteY91" fmla="*/ 287657 h 1774962"/>
                    <a:gd name="connsiteX92" fmla="*/ 1542328 w 1774962"/>
                    <a:gd name="connsiteY92" fmla="*/ 301073 h 1774962"/>
                    <a:gd name="connsiteX93" fmla="*/ 1485570 w 1774962"/>
                    <a:gd name="connsiteY93" fmla="*/ 385693 h 1774962"/>
                    <a:gd name="connsiteX94" fmla="*/ 1462868 w 1774962"/>
                    <a:gd name="connsiteY94" fmla="*/ 406332 h 1774962"/>
                    <a:gd name="connsiteX95" fmla="*/ 1460803 w 1774962"/>
                    <a:gd name="connsiteY95" fmla="*/ 422327 h 1774962"/>
                    <a:gd name="connsiteX96" fmla="*/ 1529428 w 1774962"/>
                    <a:gd name="connsiteY96" fmla="*/ 522427 h 1774962"/>
                    <a:gd name="connsiteX97" fmla="*/ 1544908 w 1774962"/>
                    <a:gd name="connsiteY97" fmla="*/ 525007 h 1774962"/>
                    <a:gd name="connsiteX98" fmla="*/ 1672870 w 1774962"/>
                    <a:gd name="connsiteY98" fmla="*/ 488373 h 1774962"/>
                    <a:gd name="connsiteX99" fmla="*/ 1683706 w 1774962"/>
                    <a:gd name="connsiteY99" fmla="*/ 495080 h 1774962"/>
                    <a:gd name="connsiteX100" fmla="*/ 1721888 w 1774962"/>
                    <a:gd name="connsiteY100" fmla="*/ 583828 h 1774962"/>
                    <a:gd name="connsiteX101" fmla="*/ 1717244 w 1774962"/>
                    <a:gd name="connsiteY101" fmla="*/ 596728 h 1774962"/>
                    <a:gd name="connsiteX102" fmla="*/ 1633140 w 1774962"/>
                    <a:gd name="connsiteY102" fmla="*/ 652453 h 1774962"/>
                    <a:gd name="connsiteX103" fmla="*/ 1601665 w 1774962"/>
                    <a:gd name="connsiteY103" fmla="*/ 663805 h 1774962"/>
                    <a:gd name="connsiteX104" fmla="*/ 1594958 w 1774962"/>
                    <a:gd name="connsiteY104" fmla="*/ 676188 h 1774962"/>
                    <a:gd name="connsiteX105" fmla="*/ 1620241 w 1774962"/>
                    <a:gd name="connsiteY105" fmla="*/ 795895 h 1774962"/>
                    <a:gd name="connsiteX106" fmla="*/ 1631076 w 1774962"/>
                    <a:gd name="connsiteY106" fmla="*/ 804667 h 1774962"/>
                    <a:gd name="connsiteX107" fmla="*/ 1763682 w 1774962"/>
                    <a:gd name="connsiteY107" fmla="*/ 819630 h 1774962"/>
                    <a:gd name="connsiteX108" fmla="*/ 1773486 w 1774962"/>
                    <a:gd name="connsiteY108" fmla="*/ 829950 h 1774962"/>
                    <a:gd name="connsiteX109" fmla="*/ 1775034 w 1774962"/>
                    <a:gd name="connsiteY109" fmla="*/ 927985 h 1774962"/>
                    <a:gd name="connsiteX110" fmla="*/ 1766262 w 1774962"/>
                    <a:gd name="connsiteY110" fmla="*/ 937273 h 1774962"/>
                    <a:gd name="connsiteX111" fmla="*/ 1663583 w 1774962"/>
                    <a:gd name="connsiteY111" fmla="*/ 957396 h 1774962"/>
                    <a:gd name="connsiteX112" fmla="*/ 1636752 w 1774962"/>
                    <a:gd name="connsiteY112" fmla="*/ 955332 h 1774962"/>
                    <a:gd name="connsiteX113" fmla="*/ 1622304 w 1774962"/>
                    <a:gd name="connsiteY113" fmla="*/ 966684 h 1774962"/>
                    <a:gd name="connsiteX114" fmla="*/ 1601149 w 1774962"/>
                    <a:gd name="connsiteY114" fmla="*/ 1081746 h 1774962"/>
                    <a:gd name="connsiteX115" fmla="*/ 1610437 w 1774962"/>
                    <a:gd name="connsiteY115" fmla="*/ 1097742 h 1774962"/>
                    <a:gd name="connsiteX116" fmla="*/ 1726016 w 1774962"/>
                    <a:gd name="connsiteY116" fmla="*/ 1161723 h 1774962"/>
                    <a:gd name="connsiteX117" fmla="*/ 1729112 w 1774962"/>
                    <a:gd name="connsiteY117" fmla="*/ 1174107 h 1774962"/>
                    <a:gd name="connsiteX118" fmla="*/ 1693509 w 1774962"/>
                    <a:gd name="connsiteY118" fmla="*/ 1263887 h 1774962"/>
                    <a:gd name="connsiteX119" fmla="*/ 1681126 w 1774962"/>
                    <a:gd name="connsiteY119" fmla="*/ 1270078 h 1774962"/>
                    <a:gd name="connsiteX120" fmla="*/ 1581542 w 1774962"/>
                    <a:gd name="connsiteY120" fmla="*/ 1249955 h 1774962"/>
                    <a:gd name="connsiteX121" fmla="*/ 1552647 w 1774962"/>
                    <a:gd name="connsiteY121" fmla="*/ 1236024 h 1774962"/>
                    <a:gd name="connsiteX122" fmla="*/ 1538200 w 1774962"/>
                    <a:gd name="connsiteY122" fmla="*/ 1240152 h 1774962"/>
                    <a:gd name="connsiteX123" fmla="*/ 1473187 w 1774962"/>
                    <a:gd name="connsiteY123" fmla="*/ 1340767 h 1774962"/>
                    <a:gd name="connsiteX124" fmla="*/ 1475251 w 1774962"/>
                    <a:gd name="connsiteY124" fmla="*/ 1358310 h 1774962"/>
                    <a:gd name="connsiteX125" fmla="*/ 1535104 w 1774962"/>
                    <a:gd name="connsiteY125" fmla="*/ 1430031 h 1774962"/>
                    <a:gd name="connsiteX126" fmla="*/ 1545424 w 1774962"/>
                    <a:gd name="connsiteY126" fmla="*/ 1444995 h 1774962"/>
                    <a:gd name="connsiteX127" fmla="*/ 1542844 w 1774962"/>
                    <a:gd name="connsiteY127" fmla="*/ 1489885 h 1774962"/>
                    <a:gd name="connsiteX128" fmla="*/ 1491246 w 1774962"/>
                    <a:gd name="connsiteY128" fmla="*/ 1542514 h 1774962"/>
                    <a:gd name="connsiteX129" fmla="*/ 1472155 w 1774962"/>
                    <a:gd name="connsiteY129" fmla="*/ 1544062 h 1774962"/>
                    <a:gd name="connsiteX130" fmla="*/ 1393726 w 1774962"/>
                    <a:gd name="connsiteY130" fmla="*/ 1491948 h 1774962"/>
                    <a:gd name="connsiteX131" fmla="*/ 1369992 w 1774962"/>
                    <a:gd name="connsiteY131" fmla="*/ 1466666 h 1774962"/>
                    <a:gd name="connsiteX132" fmla="*/ 1352964 w 1774962"/>
                    <a:gd name="connsiteY132" fmla="*/ 1464602 h 1774962"/>
                    <a:gd name="connsiteX133" fmla="*/ 1254413 w 1774962"/>
                    <a:gd name="connsiteY133" fmla="*/ 1532711 h 1774962"/>
                    <a:gd name="connsiteX134" fmla="*/ 1248737 w 1774962"/>
                    <a:gd name="connsiteY134" fmla="*/ 1544578 h 1774962"/>
                    <a:gd name="connsiteX135" fmla="*/ 1284339 w 1774962"/>
                    <a:gd name="connsiteY135" fmla="*/ 1662221 h 1774962"/>
                    <a:gd name="connsiteX136" fmla="*/ 1268860 w 1774962"/>
                    <a:gd name="connsiteY136" fmla="*/ 1693180 h 1774962"/>
                    <a:gd name="connsiteX137" fmla="*/ 1195591 w 1774962"/>
                    <a:gd name="connsiteY137" fmla="*/ 1724654 h 1774962"/>
                    <a:gd name="connsiteX138" fmla="*/ 1178564 w 1774962"/>
                    <a:gd name="connsiteY138" fmla="*/ 1719495 h 1774962"/>
                    <a:gd name="connsiteX139" fmla="*/ 1125418 w 1774962"/>
                    <a:gd name="connsiteY139" fmla="*/ 1640034 h 1774962"/>
                    <a:gd name="connsiteX140" fmla="*/ 1113035 w 1774962"/>
                    <a:gd name="connsiteY140" fmla="*/ 1606496 h 1774962"/>
                    <a:gd name="connsiteX141" fmla="*/ 1099619 w 1774962"/>
                    <a:gd name="connsiteY141" fmla="*/ 1599272 h 1774962"/>
                    <a:gd name="connsiteX142" fmla="*/ 979913 w 1774962"/>
                    <a:gd name="connsiteY142" fmla="*/ 1624555 h 1774962"/>
                    <a:gd name="connsiteX143" fmla="*/ 972173 w 1774962"/>
                    <a:gd name="connsiteY143" fmla="*/ 1634874 h 1774962"/>
                    <a:gd name="connsiteX144" fmla="*/ 957726 w 1774962"/>
                    <a:gd name="connsiteY144" fmla="*/ 1767481 h 1774962"/>
                    <a:gd name="connsiteX145" fmla="*/ 945858 w 1774962"/>
                    <a:gd name="connsiteY145" fmla="*/ 1777800 h 1774962"/>
                    <a:gd name="connsiteX146" fmla="*/ 895808 w 1774962"/>
                    <a:gd name="connsiteY146" fmla="*/ 1779864 h 1774962"/>
                    <a:gd name="connsiteX147" fmla="*/ 894776 w 1774962"/>
                    <a:gd name="connsiteY147" fmla="*/ 1775736 h 1774962"/>
                    <a:gd name="connsiteX148" fmla="*/ 890648 w 1774962"/>
                    <a:gd name="connsiteY148" fmla="*/ 1454798 h 1774962"/>
                    <a:gd name="connsiteX149" fmla="*/ 1452548 w 1774962"/>
                    <a:gd name="connsiteY149" fmla="*/ 884127 h 1774962"/>
                    <a:gd name="connsiteX150" fmla="*/ 881361 w 1774962"/>
                    <a:gd name="connsiteY150" fmla="*/ 322228 h 1774962"/>
                    <a:gd name="connsiteX151" fmla="*/ 320494 w 1774962"/>
                    <a:gd name="connsiteY151" fmla="*/ 893415 h 1774962"/>
                    <a:gd name="connsiteX152" fmla="*/ 890648 w 1774962"/>
                    <a:gd name="connsiteY152" fmla="*/ 1454798 h 17749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</a:cxnLst>
                  <a:rect l="l" t="t" r="r" b="b"/>
                  <a:pathLst>
                    <a:path w="1774962" h="1774962">
                      <a:moveTo>
                        <a:pt x="894776" y="1775736"/>
                      </a:moveTo>
                      <a:cubicBezTo>
                        <a:pt x="880845" y="1775736"/>
                        <a:pt x="866397" y="1775736"/>
                        <a:pt x="852466" y="1775736"/>
                      </a:cubicBezTo>
                      <a:cubicBezTo>
                        <a:pt x="844726" y="1775736"/>
                        <a:pt x="840599" y="1772640"/>
                        <a:pt x="839567" y="1764901"/>
                      </a:cubicBezTo>
                      <a:cubicBezTo>
                        <a:pt x="833375" y="1731878"/>
                        <a:pt x="826151" y="1699371"/>
                        <a:pt x="819960" y="1666349"/>
                      </a:cubicBezTo>
                      <a:cubicBezTo>
                        <a:pt x="817896" y="1656545"/>
                        <a:pt x="820992" y="1646742"/>
                        <a:pt x="822024" y="1636938"/>
                      </a:cubicBezTo>
                      <a:cubicBezTo>
                        <a:pt x="823056" y="1628682"/>
                        <a:pt x="820992" y="1624555"/>
                        <a:pt x="811704" y="1623523"/>
                      </a:cubicBezTo>
                      <a:cubicBezTo>
                        <a:pt x="772490" y="1619395"/>
                        <a:pt x="733275" y="1612171"/>
                        <a:pt x="695093" y="1601852"/>
                      </a:cubicBezTo>
                      <a:cubicBezTo>
                        <a:pt x="686837" y="1599788"/>
                        <a:pt x="682194" y="1602368"/>
                        <a:pt x="680130" y="1610623"/>
                      </a:cubicBezTo>
                      <a:cubicBezTo>
                        <a:pt x="669294" y="1655513"/>
                        <a:pt x="636788" y="1688020"/>
                        <a:pt x="615116" y="1727234"/>
                      </a:cubicBezTo>
                      <a:cubicBezTo>
                        <a:pt x="612537" y="1731878"/>
                        <a:pt x="608409" y="1731878"/>
                        <a:pt x="603765" y="1730330"/>
                      </a:cubicBezTo>
                      <a:cubicBezTo>
                        <a:pt x="572807" y="1720011"/>
                        <a:pt x="542364" y="1707627"/>
                        <a:pt x="512953" y="1694212"/>
                      </a:cubicBezTo>
                      <a:cubicBezTo>
                        <a:pt x="506761" y="1691632"/>
                        <a:pt x="506245" y="1686988"/>
                        <a:pt x="507277" y="1681828"/>
                      </a:cubicBezTo>
                      <a:cubicBezTo>
                        <a:pt x="513985" y="1648806"/>
                        <a:pt x="519661" y="1615783"/>
                        <a:pt x="527400" y="1583277"/>
                      </a:cubicBezTo>
                      <a:cubicBezTo>
                        <a:pt x="529980" y="1572441"/>
                        <a:pt x="536172" y="1562637"/>
                        <a:pt x="541848" y="1552834"/>
                      </a:cubicBezTo>
                      <a:cubicBezTo>
                        <a:pt x="545460" y="1546642"/>
                        <a:pt x="544428" y="1543030"/>
                        <a:pt x="537720" y="1539418"/>
                      </a:cubicBezTo>
                      <a:cubicBezTo>
                        <a:pt x="501601" y="1520327"/>
                        <a:pt x="467547" y="1497624"/>
                        <a:pt x="435041" y="1472857"/>
                      </a:cubicBezTo>
                      <a:cubicBezTo>
                        <a:pt x="429365" y="1468214"/>
                        <a:pt x="425237" y="1468214"/>
                        <a:pt x="420593" y="1474921"/>
                      </a:cubicBezTo>
                      <a:cubicBezTo>
                        <a:pt x="393762" y="1512588"/>
                        <a:pt x="350936" y="1531163"/>
                        <a:pt x="315334" y="1559026"/>
                      </a:cubicBezTo>
                      <a:cubicBezTo>
                        <a:pt x="310690" y="1562637"/>
                        <a:pt x="307078" y="1561090"/>
                        <a:pt x="302950" y="1557478"/>
                      </a:cubicBezTo>
                      <a:cubicBezTo>
                        <a:pt x="278699" y="1536323"/>
                        <a:pt x="255996" y="1513104"/>
                        <a:pt x="233809" y="1490401"/>
                      </a:cubicBezTo>
                      <a:cubicBezTo>
                        <a:pt x="229682" y="1485757"/>
                        <a:pt x="229165" y="1482145"/>
                        <a:pt x="232777" y="1476985"/>
                      </a:cubicBezTo>
                      <a:cubicBezTo>
                        <a:pt x="251352" y="1449122"/>
                        <a:pt x="269928" y="1421260"/>
                        <a:pt x="289019" y="1393397"/>
                      </a:cubicBezTo>
                      <a:cubicBezTo>
                        <a:pt x="295210" y="1384625"/>
                        <a:pt x="304498" y="1378949"/>
                        <a:pt x="312754" y="1371726"/>
                      </a:cubicBezTo>
                      <a:cubicBezTo>
                        <a:pt x="318946" y="1366566"/>
                        <a:pt x="319978" y="1361922"/>
                        <a:pt x="314818" y="1355731"/>
                      </a:cubicBezTo>
                      <a:cubicBezTo>
                        <a:pt x="289535" y="1324256"/>
                        <a:pt x="266316" y="1291233"/>
                        <a:pt x="246193" y="1255631"/>
                      </a:cubicBezTo>
                      <a:cubicBezTo>
                        <a:pt x="241549" y="1247375"/>
                        <a:pt x="236905" y="1248923"/>
                        <a:pt x="230713" y="1253051"/>
                      </a:cubicBezTo>
                      <a:cubicBezTo>
                        <a:pt x="191499" y="1277302"/>
                        <a:pt x="145577" y="1277818"/>
                        <a:pt x="102751" y="1289685"/>
                      </a:cubicBezTo>
                      <a:cubicBezTo>
                        <a:pt x="97075" y="1291233"/>
                        <a:pt x="93979" y="1288137"/>
                        <a:pt x="91916" y="1282978"/>
                      </a:cubicBezTo>
                      <a:cubicBezTo>
                        <a:pt x="77984" y="1254083"/>
                        <a:pt x="65085" y="1224156"/>
                        <a:pt x="53733" y="1194230"/>
                      </a:cubicBezTo>
                      <a:cubicBezTo>
                        <a:pt x="51669" y="1188038"/>
                        <a:pt x="53217" y="1184426"/>
                        <a:pt x="58377" y="1181330"/>
                      </a:cubicBezTo>
                      <a:cubicBezTo>
                        <a:pt x="86240" y="1162755"/>
                        <a:pt x="113587" y="1143664"/>
                        <a:pt x="142481" y="1125605"/>
                      </a:cubicBezTo>
                      <a:cubicBezTo>
                        <a:pt x="151769" y="1119929"/>
                        <a:pt x="163120" y="1117349"/>
                        <a:pt x="173956" y="1114253"/>
                      </a:cubicBezTo>
                      <a:cubicBezTo>
                        <a:pt x="180664" y="1112189"/>
                        <a:pt x="182727" y="1109093"/>
                        <a:pt x="180664" y="1101870"/>
                      </a:cubicBezTo>
                      <a:cubicBezTo>
                        <a:pt x="168796" y="1062139"/>
                        <a:pt x="160541" y="1021893"/>
                        <a:pt x="154865" y="981131"/>
                      </a:cubicBezTo>
                      <a:cubicBezTo>
                        <a:pt x="153833" y="974423"/>
                        <a:pt x="150737" y="972359"/>
                        <a:pt x="144029" y="973391"/>
                      </a:cubicBezTo>
                      <a:cubicBezTo>
                        <a:pt x="98107" y="981131"/>
                        <a:pt x="54765" y="963588"/>
                        <a:pt x="10391" y="958428"/>
                      </a:cubicBezTo>
                      <a:cubicBezTo>
                        <a:pt x="4715" y="957912"/>
                        <a:pt x="2652" y="954300"/>
                        <a:pt x="2135" y="948624"/>
                      </a:cubicBezTo>
                      <a:cubicBezTo>
                        <a:pt x="-960" y="916118"/>
                        <a:pt x="72" y="883611"/>
                        <a:pt x="588" y="850589"/>
                      </a:cubicBezTo>
                      <a:cubicBezTo>
                        <a:pt x="588" y="844397"/>
                        <a:pt x="4715" y="841817"/>
                        <a:pt x="10391" y="840785"/>
                      </a:cubicBezTo>
                      <a:cubicBezTo>
                        <a:pt x="43930" y="834077"/>
                        <a:pt x="76952" y="827370"/>
                        <a:pt x="110491" y="820662"/>
                      </a:cubicBezTo>
                      <a:cubicBezTo>
                        <a:pt x="120294" y="818598"/>
                        <a:pt x="130098" y="821694"/>
                        <a:pt x="139901" y="822726"/>
                      </a:cubicBezTo>
                      <a:cubicBezTo>
                        <a:pt x="148157" y="823758"/>
                        <a:pt x="152285" y="820662"/>
                        <a:pt x="153317" y="811890"/>
                      </a:cubicBezTo>
                      <a:cubicBezTo>
                        <a:pt x="157445" y="773192"/>
                        <a:pt x="164668" y="734494"/>
                        <a:pt x="174472" y="696827"/>
                      </a:cubicBezTo>
                      <a:cubicBezTo>
                        <a:pt x="177052" y="687024"/>
                        <a:pt x="173440" y="682380"/>
                        <a:pt x="164152" y="680316"/>
                      </a:cubicBezTo>
                      <a:cubicBezTo>
                        <a:pt x="120294" y="668965"/>
                        <a:pt x="87272" y="636974"/>
                        <a:pt x="49090" y="615819"/>
                      </a:cubicBezTo>
                      <a:cubicBezTo>
                        <a:pt x="44961" y="613755"/>
                        <a:pt x="44961" y="610143"/>
                        <a:pt x="45993" y="606015"/>
                      </a:cubicBezTo>
                      <a:cubicBezTo>
                        <a:pt x="56313" y="574541"/>
                        <a:pt x="69212" y="544098"/>
                        <a:pt x="82628" y="513655"/>
                      </a:cubicBezTo>
                      <a:cubicBezTo>
                        <a:pt x="85208" y="507980"/>
                        <a:pt x="89336" y="506948"/>
                        <a:pt x="93979" y="508496"/>
                      </a:cubicBezTo>
                      <a:cubicBezTo>
                        <a:pt x="137322" y="519847"/>
                        <a:pt x="183760" y="518815"/>
                        <a:pt x="224006" y="543066"/>
                      </a:cubicBezTo>
                      <a:cubicBezTo>
                        <a:pt x="230713" y="547194"/>
                        <a:pt x="233809" y="544614"/>
                        <a:pt x="236905" y="538938"/>
                      </a:cubicBezTo>
                      <a:cubicBezTo>
                        <a:pt x="255996" y="503336"/>
                        <a:pt x="278183" y="469281"/>
                        <a:pt x="302434" y="437291"/>
                      </a:cubicBezTo>
                      <a:cubicBezTo>
                        <a:pt x="305530" y="433163"/>
                        <a:pt x="310690" y="428519"/>
                        <a:pt x="302950" y="423359"/>
                      </a:cubicBezTo>
                      <a:cubicBezTo>
                        <a:pt x="273540" y="404268"/>
                        <a:pt x="258576" y="373826"/>
                        <a:pt x="238453" y="346995"/>
                      </a:cubicBezTo>
                      <a:cubicBezTo>
                        <a:pt x="234841" y="342351"/>
                        <a:pt x="232262" y="337707"/>
                        <a:pt x="228650" y="333063"/>
                      </a:cubicBezTo>
                      <a:cubicBezTo>
                        <a:pt x="212654" y="310360"/>
                        <a:pt x="212138" y="309844"/>
                        <a:pt x="230713" y="290237"/>
                      </a:cubicBezTo>
                      <a:cubicBezTo>
                        <a:pt x="248257" y="271662"/>
                        <a:pt x="266316" y="254119"/>
                        <a:pt x="283859" y="236060"/>
                      </a:cubicBezTo>
                      <a:cubicBezTo>
                        <a:pt x="289535" y="230384"/>
                        <a:pt x="294179" y="229868"/>
                        <a:pt x="300370" y="234512"/>
                      </a:cubicBezTo>
                      <a:cubicBezTo>
                        <a:pt x="327201" y="252571"/>
                        <a:pt x="354032" y="270114"/>
                        <a:pt x="380863" y="288173"/>
                      </a:cubicBezTo>
                      <a:cubicBezTo>
                        <a:pt x="390150" y="294365"/>
                        <a:pt x="396342" y="303137"/>
                        <a:pt x="403050" y="311392"/>
                      </a:cubicBezTo>
                      <a:cubicBezTo>
                        <a:pt x="408726" y="319132"/>
                        <a:pt x="413885" y="320680"/>
                        <a:pt x="422141" y="313972"/>
                      </a:cubicBezTo>
                      <a:cubicBezTo>
                        <a:pt x="452584" y="288689"/>
                        <a:pt x="485606" y="266502"/>
                        <a:pt x="519661" y="246895"/>
                      </a:cubicBezTo>
                      <a:cubicBezTo>
                        <a:pt x="524820" y="243799"/>
                        <a:pt x="529464" y="240703"/>
                        <a:pt x="524820" y="233996"/>
                      </a:cubicBezTo>
                      <a:cubicBezTo>
                        <a:pt x="502633" y="202005"/>
                        <a:pt x="501086" y="163823"/>
                        <a:pt x="492314" y="127704"/>
                      </a:cubicBezTo>
                      <a:cubicBezTo>
                        <a:pt x="484574" y="96230"/>
                        <a:pt x="485606" y="96746"/>
                        <a:pt x="514501" y="82298"/>
                      </a:cubicBezTo>
                      <a:cubicBezTo>
                        <a:pt x="535140" y="71979"/>
                        <a:pt x="557327" y="64239"/>
                        <a:pt x="578482" y="55468"/>
                      </a:cubicBezTo>
                      <a:cubicBezTo>
                        <a:pt x="586222" y="52372"/>
                        <a:pt x="590866" y="52888"/>
                        <a:pt x="595509" y="60111"/>
                      </a:cubicBezTo>
                      <a:cubicBezTo>
                        <a:pt x="613053" y="86942"/>
                        <a:pt x="630596" y="113257"/>
                        <a:pt x="648655" y="139572"/>
                      </a:cubicBezTo>
                      <a:cubicBezTo>
                        <a:pt x="655363" y="149375"/>
                        <a:pt x="657427" y="160727"/>
                        <a:pt x="661039" y="172078"/>
                      </a:cubicBezTo>
                      <a:cubicBezTo>
                        <a:pt x="663618" y="180334"/>
                        <a:pt x="667230" y="182914"/>
                        <a:pt x="675486" y="180334"/>
                      </a:cubicBezTo>
                      <a:cubicBezTo>
                        <a:pt x="713668" y="168983"/>
                        <a:pt x="752882" y="160727"/>
                        <a:pt x="792613" y="155567"/>
                      </a:cubicBezTo>
                      <a:cubicBezTo>
                        <a:pt x="800352" y="154535"/>
                        <a:pt x="802932" y="151439"/>
                        <a:pt x="801900" y="143700"/>
                      </a:cubicBezTo>
                      <a:cubicBezTo>
                        <a:pt x="795193" y="98294"/>
                        <a:pt x="811704" y="55468"/>
                        <a:pt x="816864" y="11094"/>
                      </a:cubicBezTo>
                      <a:cubicBezTo>
                        <a:pt x="817380" y="5934"/>
                        <a:pt x="820476" y="2838"/>
                        <a:pt x="826151" y="2322"/>
                      </a:cubicBezTo>
                      <a:cubicBezTo>
                        <a:pt x="859174" y="-1290"/>
                        <a:pt x="892196" y="258"/>
                        <a:pt x="925219" y="774"/>
                      </a:cubicBezTo>
                      <a:cubicBezTo>
                        <a:pt x="930895" y="774"/>
                        <a:pt x="933475" y="4902"/>
                        <a:pt x="934507" y="10062"/>
                      </a:cubicBezTo>
                      <a:cubicBezTo>
                        <a:pt x="941214" y="43600"/>
                        <a:pt x="948438" y="77139"/>
                        <a:pt x="954114" y="111193"/>
                      </a:cubicBezTo>
                      <a:cubicBezTo>
                        <a:pt x="955662" y="120481"/>
                        <a:pt x="953082" y="130800"/>
                        <a:pt x="952050" y="140604"/>
                      </a:cubicBezTo>
                      <a:cubicBezTo>
                        <a:pt x="951018" y="148343"/>
                        <a:pt x="954114" y="151955"/>
                        <a:pt x="962369" y="152987"/>
                      </a:cubicBezTo>
                      <a:cubicBezTo>
                        <a:pt x="1001584" y="157115"/>
                        <a:pt x="1040798" y="164339"/>
                        <a:pt x="1078980" y="174658"/>
                      </a:cubicBezTo>
                      <a:cubicBezTo>
                        <a:pt x="1085172" y="176206"/>
                        <a:pt x="1091364" y="176722"/>
                        <a:pt x="1093428" y="168467"/>
                      </a:cubicBezTo>
                      <a:cubicBezTo>
                        <a:pt x="1101683" y="130284"/>
                        <a:pt x="1127482" y="101390"/>
                        <a:pt x="1147089" y="69399"/>
                      </a:cubicBezTo>
                      <a:cubicBezTo>
                        <a:pt x="1162569" y="43084"/>
                        <a:pt x="1163601" y="43600"/>
                        <a:pt x="1192495" y="54436"/>
                      </a:cubicBezTo>
                      <a:cubicBezTo>
                        <a:pt x="1214682" y="62691"/>
                        <a:pt x="1236353" y="71979"/>
                        <a:pt x="1258024" y="81266"/>
                      </a:cubicBezTo>
                      <a:cubicBezTo>
                        <a:pt x="1265764" y="84362"/>
                        <a:pt x="1268860" y="88490"/>
                        <a:pt x="1267312" y="96746"/>
                      </a:cubicBezTo>
                      <a:cubicBezTo>
                        <a:pt x="1260604" y="128736"/>
                        <a:pt x="1254928" y="160727"/>
                        <a:pt x="1247705" y="192718"/>
                      </a:cubicBezTo>
                      <a:cubicBezTo>
                        <a:pt x="1245125" y="203553"/>
                        <a:pt x="1238417" y="213873"/>
                        <a:pt x="1233258" y="224192"/>
                      </a:cubicBezTo>
                      <a:cubicBezTo>
                        <a:pt x="1229646" y="230384"/>
                        <a:pt x="1230678" y="233996"/>
                        <a:pt x="1237385" y="237608"/>
                      </a:cubicBezTo>
                      <a:cubicBezTo>
                        <a:pt x="1273504" y="256699"/>
                        <a:pt x="1307558" y="279402"/>
                        <a:pt x="1340065" y="304169"/>
                      </a:cubicBezTo>
                      <a:cubicBezTo>
                        <a:pt x="1345741" y="308812"/>
                        <a:pt x="1349868" y="309328"/>
                        <a:pt x="1354512" y="302621"/>
                      </a:cubicBezTo>
                      <a:cubicBezTo>
                        <a:pt x="1381343" y="264954"/>
                        <a:pt x="1424169" y="246379"/>
                        <a:pt x="1459771" y="218516"/>
                      </a:cubicBezTo>
                      <a:cubicBezTo>
                        <a:pt x="1464415" y="214905"/>
                        <a:pt x="1468027" y="216452"/>
                        <a:pt x="1472155" y="220064"/>
                      </a:cubicBezTo>
                      <a:cubicBezTo>
                        <a:pt x="1496406" y="241219"/>
                        <a:pt x="1519109" y="264438"/>
                        <a:pt x="1541296" y="287657"/>
                      </a:cubicBezTo>
                      <a:cubicBezTo>
                        <a:pt x="1545424" y="292301"/>
                        <a:pt x="1545940" y="296429"/>
                        <a:pt x="1542328" y="301073"/>
                      </a:cubicBezTo>
                      <a:cubicBezTo>
                        <a:pt x="1523237" y="329452"/>
                        <a:pt x="1505177" y="357830"/>
                        <a:pt x="1485570" y="385693"/>
                      </a:cubicBezTo>
                      <a:cubicBezTo>
                        <a:pt x="1479895" y="393949"/>
                        <a:pt x="1470607" y="400140"/>
                        <a:pt x="1462868" y="406332"/>
                      </a:cubicBezTo>
                      <a:cubicBezTo>
                        <a:pt x="1456676" y="411492"/>
                        <a:pt x="1455644" y="416136"/>
                        <a:pt x="1460803" y="422327"/>
                      </a:cubicBezTo>
                      <a:cubicBezTo>
                        <a:pt x="1486086" y="453802"/>
                        <a:pt x="1509305" y="487341"/>
                        <a:pt x="1529428" y="522427"/>
                      </a:cubicBezTo>
                      <a:cubicBezTo>
                        <a:pt x="1534072" y="530167"/>
                        <a:pt x="1538716" y="529135"/>
                        <a:pt x="1544908" y="525007"/>
                      </a:cubicBezTo>
                      <a:cubicBezTo>
                        <a:pt x="1584122" y="500756"/>
                        <a:pt x="1630044" y="500240"/>
                        <a:pt x="1672870" y="488373"/>
                      </a:cubicBezTo>
                      <a:cubicBezTo>
                        <a:pt x="1678546" y="486825"/>
                        <a:pt x="1681642" y="489921"/>
                        <a:pt x="1683706" y="495080"/>
                      </a:cubicBezTo>
                      <a:cubicBezTo>
                        <a:pt x="1697637" y="523975"/>
                        <a:pt x="1710537" y="553902"/>
                        <a:pt x="1721888" y="583828"/>
                      </a:cubicBezTo>
                      <a:cubicBezTo>
                        <a:pt x="1723952" y="590020"/>
                        <a:pt x="1722404" y="593632"/>
                        <a:pt x="1717244" y="596728"/>
                      </a:cubicBezTo>
                      <a:cubicBezTo>
                        <a:pt x="1689381" y="615303"/>
                        <a:pt x="1662035" y="634394"/>
                        <a:pt x="1633140" y="652453"/>
                      </a:cubicBezTo>
                      <a:cubicBezTo>
                        <a:pt x="1623852" y="658129"/>
                        <a:pt x="1612501" y="660709"/>
                        <a:pt x="1601665" y="663805"/>
                      </a:cubicBezTo>
                      <a:cubicBezTo>
                        <a:pt x="1594958" y="665869"/>
                        <a:pt x="1592894" y="668965"/>
                        <a:pt x="1594958" y="676188"/>
                      </a:cubicBezTo>
                      <a:cubicBezTo>
                        <a:pt x="1606309" y="715403"/>
                        <a:pt x="1615081" y="755133"/>
                        <a:pt x="1620241" y="795895"/>
                      </a:cubicBezTo>
                      <a:cubicBezTo>
                        <a:pt x="1621272" y="803119"/>
                        <a:pt x="1624368" y="805699"/>
                        <a:pt x="1631076" y="804667"/>
                      </a:cubicBezTo>
                      <a:cubicBezTo>
                        <a:pt x="1676482" y="797959"/>
                        <a:pt x="1719308" y="814470"/>
                        <a:pt x="1763682" y="819630"/>
                      </a:cubicBezTo>
                      <a:cubicBezTo>
                        <a:pt x="1769874" y="820146"/>
                        <a:pt x="1772454" y="823758"/>
                        <a:pt x="1773486" y="829950"/>
                      </a:cubicBezTo>
                      <a:cubicBezTo>
                        <a:pt x="1776582" y="862456"/>
                        <a:pt x="1775034" y="895479"/>
                        <a:pt x="1775034" y="927985"/>
                      </a:cubicBezTo>
                      <a:cubicBezTo>
                        <a:pt x="1775034" y="933661"/>
                        <a:pt x="1771422" y="936241"/>
                        <a:pt x="1766262" y="937273"/>
                      </a:cubicBezTo>
                      <a:cubicBezTo>
                        <a:pt x="1732207" y="943981"/>
                        <a:pt x="1698153" y="951204"/>
                        <a:pt x="1663583" y="957396"/>
                      </a:cubicBezTo>
                      <a:cubicBezTo>
                        <a:pt x="1654811" y="958944"/>
                        <a:pt x="1645523" y="956364"/>
                        <a:pt x="1636752" y="955332"/>
                      </a:cubicBezTo>
                      <a:cubicBezTo>
                        <a:pt x="1627980" y="954300"/>
                        <a:pt x="1623336" y="956364"/>
                        <a:pt x="1622304" y="966684"/>
                      </a:cubicBezTo>
                      <a:cubicBezTo>
                        <a:pt x="1618177" y="1005382"/>
                        <a:pt x="1610953" y="1044080"/>
                        <a:pt x="1601149" y="1081746"/>
                      </a:cubicBezTo>
                      <a:cubicBezTo>
                        <a:pt x="1598569" y="1091034"/>
                        <a:pt x="1601665" y="1095678"/>
                        <a:pt x="1610437" y="1097742"/>
                      </a:cubicBezTo>
                      <a:cubicBezTo>
                        <a:pt x="1654811" y="1108577"/>
                        <a:pt x="1687318" y="1140568"/>
                        <a:pt x="1726016" y="1161723"/>
                      </a:cubicBezTo>
                      <a:cubicBezTo>
                        <a:pt x="1731176" y="1164819"/>
                        <a:pt x="1731176" y="1168947"/>
                        <a:pt x="1729112" y="1174107"/>
                      </a:cubicBezTo>
                      <a:cubicBezTo>
                        <a:pt x="1718792" y="1204549"/>
                        <a:pt x="1706409" y="1234476"/>
                        <a:pt x="1693509" y="1263887"/>
                      </a:cubicBezTo>
                      <a:cubicBezTo>
                        <a:pt x="1690929" y="1269562"/>
                        <a:pt x="1687318" y="1271626"/>
                        <a:pt x="1681126" y="1270078"/>
                      </a:cubicBezTo>
                      <a:cubicBezTo>
                        <a:pt x="1648103" y="1263371"/>
                        <a:pt x="1614565" y="1257179"/>
                        <a:pt x="1581542" y="1249955"/>
                      </a:cubicBezTo>
                      <a:cubicBezTo>
                        <a:pt x="1571223" y="1247375"/>
                        <a:pt x="1561935" y="1241184"/>
                        <a:pt x="1552647" y="1236024"/>
                      </a:cubicBezTo>
                      <a:cubicBezTo>
                        <a:pt x="1545940" y="1232412"/>
                        <a:pt x="1542328" y="1232928"/>
                        <a:pt x="1538200" y="1240152"/>
                      </a:cubicBezTo>
                      <a:cubicBezTo>
                        <a:pt x="1519109" y="1275238"/>
                        <a:pt x="1497954" y="1309293"/>
                        <a:pt x="1473187" y="1340767"/>
                      </a:cubicBezTo>
                      <a:cubicBezTo>
                        <a:pt x="1467511" y="1347991"/>
                        <a:pt x="1466479" y="1352635"/>
                        <a:pt x="1475251" y="1358310"/>
                      </a:cubicBezTo>
                      <a:cubicBezTo>
                        <a:pt x="1502598" y="1375854"/>
                        <a:pt x="1516013" y="1405264"/>
                        <a:pt x="1535104" y="1430031"/>
                      </a:cubicBezTo>
                      <a:cubicBezTo>
                        <a:pt x="1538716" y="1434675"/>
                        <a:pt x="1541812" y="1439835"/>
                        <a:pt x="1545424" y="1444995"/>
                      </a:cubicBezTo>
                      <a:cubicBezTo>
                        <a:pt x="1566063" y="1474921"/>
                        <a:pt x="1565031" y="1464602"/>
                        <a:pt x="1542844" y="1489885"/>
                      </a:cubicBezTo>
                      <a:cubicBezTo>
                        <a:pt x="1526849" y="1508460"/>
                        <a:pt x="1508273" y="1524971"/>
                        <a:pt x="1491246" y="1542514"/>
                      </a:cubicBezTo>
                      <a:cubicBezTo>
                        <a:pt x="1485054" y="1549222"/>
                        <a:pt x="1479895" y="1549222"/>
                        <a:pt x="1472155" y="1544062"/>
                      </a:cubicBezTo>
                      <a:cubicBezTo>
                        <a:pt x="1446356" y="1526519"/>
                        <a:pt x="1420041" y="1508976"/>
                        <a:pt x="1393726" y="1491948"/>
                      </a:cubicBezTo>
                      <a:cubicBezTo>
                        <a:pt x="1383923" y="1485241"/>
                        <a:pt x="1377215" y="1475437"/>
                        <a:pt x="1369992" y="1466666"/>
                      </a:cubicBezTo>
                      <a:cubicBezTo>
                        <a:pt x="1364316" y="1459958"/>
                        <a:pt x="1359672" y="1458926"/>
                        <a:pt x="1352964" y="1464602"/>
                      </a:cubicBezTo>
                      <a:cubicBezTo>
                        <a:pt x="1322005" y="1489885"/>
                        <a:pt x="1288983" y="1512588"/>
                        <a:pt x="1254413" y="1532711"/>
                      </a:cubicBezTo>
                      <a:cubicBezTo>
                        <a:pt x="1249769" y="1535291"/>
                        <a:pt x="1244609" y="1537871"/>
                        <a:pt x="1248737" y="1544578"/>
                      </a:cubicBezTo>
                      <a:cubicBezTo>
                        <a:pt x="1272472" y="1580181"/>
                        <a:pt x="1274020" y="1622491"/>
                        <a:pt x="1284339" y="1662221"/>
                      </a:cubicBezTo>
                      <a:cubicBezTo>
                        <a:pt x="1290531" y="1685440"/>
                        <a:pt x="1292079" y="1682344"/>
                        <a:pt x="1268860" y="1693180"/>
                      </a:cubicBezTo>
                      <a:cubicBezTo>
                        <a:pt x="1244609" y="1704531"/>
                        <a:pt x="1219842" y="1714335"/>
                        <a:pt x="1195591" y="1724654"/>
                      </a:cubicBezTo>
                      <a:cubicBezTo>
                        <a:pt x="1187851" y="1727750"/>
                        <a:pt x="1183208" y="1726718"/>
                        <a:pt x="1178564" y="1719495"/>
                      </a:cubicBezTo>
                      <a:cubicBezTo>
                        <a:pt x="1161021" y="1692664"/>
                        <a:pt x="1142962" y="1666865"/>
                        <a:pt x="1125418" y="1640034"/>
                      </a:cubicBezTo>
                      <a:cubicBezTo>
                        <a:pt x="1118711" y="1629715"/>
                        <a:pt x="1116131" y="1617847"/>
                        <a:pt x="1113035" y="1606496"/>
                      </a:cubicBezTo>
                      <a:cubicBezTo>
                        <a:pt x="1110971" y="1599272"/>
                        <a:pt x="1107359" y="1597208"/>
                        <a:pt x="1099619" y="1599272"/>
                      </a:cubicBezTo>
                      <a:cubicBezTo>
                        <a:pt x="1060405" y="1611139"/>
                        <a:pt x="1020675" y="1619395"/>
                        <a:pt x="979913" y="1624555"/>
                      </a:cubicBezTo>
                      <a:cubicBezTo>
                        <a:pt x="973205" y="1625587"/>
                        <a:pt x="971141" y="1628682"/>
                        <a:pt x="972173" y="1634874"/>
                      </a:cubicBezTo>
                      <a:cubicBezTo>
                        <a:pt x="979397" y="1680280"/>
                        <a:pt x="962885" y="1723106"/>
                        <a:pt x="957726" y="1767481"/>
                      </a:cubicBezTo>
                      <a:cubicBezTo>
                        <a:pt x="956694" y="1775220"/>
                        <a:pt x="952566" y="1777800"/>
                        <a:pt x="945858" y="1777800"/>
                      </a:cubicBezTo>
                      <a:cubicBezTo>
                        <a:pt x="929347" y="1778316"/>
                        <a:pt x="912320" y="1779348"/>
                        <a:pt x="895808" y="1779864"/>
                      </a:cubicBezTo>
                      <a:cubicBezTo>
                        <a:pt x="894776" y="1776252"/>
                        <a:pt x="894776" y="1776252"/>
                        <a:pt x="894776" y="1775736"/>
                      </a:cubicBezTo>
                      <a:close/>
                      <a:moveTo>
                        <a:pt x="890648" y="1454798"/>
                      </a:moveTo>
                      <a:cubicBezTo>
                        <a:pt x="1199203" y="1449638"/>
                        <a:pt x="1454096" y="1207645"/>
                        <a:pt x="1452548" y="884127"/>
                      </a:cubicBezTo>
                      <a:cubicBezTo>
                        <a:pt x="1451516" y="575057"/>
                        <a:pt x="1205395" y="320164"/>
                        <a:pt x="881361" y="322228"/>
                      </a:cubicBezTo>
                      <a:cubicBezTo>
                        <a:pt x="571775" y="324292"/>
                        <a:pt x="318429" y="570929"/>
                        <a:pt x="320494" y="893415"/>
                      </a:cubicBezTo>
                      <a:cubicBezTo>
                        <a:pt x="323073" y="1202485"/>
                        <a:pt x="569195" y="1452218"/>
                        <a:pt x="890648" y="145479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  <p:sp>
              <p:nvSpPr>
                <p:cNvPr id="25" name="Freeform: Shape 24"/>
                <p:cNvSpPr/>
                <p:nvPr/>
              </p:nvSpPr>
              <p:spPr>
                <a:xfrm>
                  <a:off x="3733675" y="2339591"/>
                  <a:ext cx="835883" cy="835883"/>
                </a:xfrm>
                <a:custGeom>
                  <a:avLst/>
                  <a:gdLst>
                    <a:gd name="connsiteX0" fmla="*/ 836916 w 835883"/>
                    <a:gd name="connsiteY0" fmla="*/ 418458 h 835883"/>
                    <a:gd name="connsiteX1" fmla="*/ 418459 w 835883"/>
                    <a:gd name="connsiteY1" fmla="*/ 836399 h 835883"/>
                    <a:gd name="connsiteX2" fmla="*/ 1 w 835883"/>
                    <a:gd name="connsiteY2" fmla="*/ 417426 h 835883"/>
                    <a:gd name="connsiteX3" fmla="*/ 418975 w 835883"/>
                    <a:gd name="connsiteY3" fmla="*/ 0 h 835883"/>
                    <a:gd name="connsiteX4" fmla="*/ 836916 w 835883"/>
                    <a:gd name="connsiteY4" fmla="*/ 418458 h 835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35883" h="835883">
                      <a:moveTo>
                        <a:pt x="836916" y="418458"/>
                      </a:moveTo>
                      <a:cubicBezTo>
                        <a:pt x="833821" y="651679"/>
                        <a:pt x="651165" y="836915"/>
                        <a:pt x="418459" y="836399"/>
                      </a:cubicBezTo>
                      <a:cubicBezTo>
                        <a:pt x="182657" y="836399"/>
                        <a:pt x="-515" y="649615"/>
                        <a:pt x="1" y="417426"/>
                      </a:cubicBezTo>
                      <a:cubicBezTo>
                        <a:pt x="517" y="181624"/>
                        <a:pt x="187301" y="0"/>
                        <a:pt x="418975" y="0"/>
                      </a:cubicBezTo>
                      <a:cubicBezTo>
                        <a:pt x="651680" y="516"/>
                        <a:pt x="833821" y="186268"/>
                        <a:pt x="836916" y="418458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</p:grpSp>
        </p:grpSp>
        <p:grpSp>
          <p:nvGrpSpPr>
            <p:cNvPr id="13" name="Group 12"/>
            <p:cNvGrpSpPr/>
            <p:nvPr/>
          </p:nvGrpSpPr>
          <p:grpSpPr>
            <a:xfrm>
              <a:off x="218787" y="4076953"/>
              <a:ext cx="2745260" cy="2471860"/>
              <a:chOff x="6486650" y="2648852"/>
              <a:chExt cx="2745260" cy="2471860"/>
            </a:xfrm>
            <a:grpFill/>
          </p:grpSpPr>
          <p:sp>
            <p:nvSpPr>
              <p:cNvPr id="18" name="Freeform: Shape 17"/>
              <p:cNvSpPr/>
              <p:nvPr/>
            </p:nvSpPr>
            <p:spPr>
              <a:xfrm>
                <a:off x="6486650" y="3806165"/>
                <a:ext cx="1318090" cy="1314547"/>
              </a:xfrm>
              <a:custGeom>
                <a:avLst/>
                <a:gdLst>
                  <a:gd name="connsiteX0" fmla="*/ 0 w 1919435"/>
                  <a:gd name="connsiteY0" fmla="*/ 987194 h 1914275"/>
                  <a:gd name="connsiteX1" fmla="*/ 37667 w 1919435"/>
                  <a:gd name="connsiteY1" fmla="*/ 959846 h 1914275"/>
                  <a:gd name="connsiteX2" fmla="*/ 169757 w 1919435"/>
                  <a:gd name="connsiteY2" fmla="*/ 922696 h 1914275"/>
                  <a:gd name="connsiteX3" fmla="*/ 215163 w 1919435"/>
                  <a:gd name="connsiteY3" fmla="*/ 872130 h 1914275"/>
                  <a:gd name="connsiteX4" fmla="*/ 217743 w 1919435"/>
                  <a:gd name="connsiteY4" fmla="*/ 850459 h 1914275"/>
                  <a:gd name="connsiteX5" fmla="*/ 189364 w 1919435"/>
                  <a:gd name="connsiteY5" fmla="*/ 797830 h 1914275"/>
                  <a:gd name="connsiteX6" fmla="*/ 69657 w 1919435"/>
                  <a:gd name="connsiteY6" fmla="*/ 727657 h 1914275"/>
                  <a:gd name="connsiteX7" fmla="*/ 43858 w 1919435"/>
                  <a:gd name="connsiteY7" fmla="*/ 664708 h 1914275"/>
                  <a:gd name="connsiteX8" fmla="*/ 46438 w 1919435"/>
                  <a:gd name="connsiteY8" fmla="*/ 655936 h 1914275"/>
                  <a:gd name="connsiteX9" fmla="*/ 114547 w 1919435"/>
                  <a:gd name="connsiteY9" fmla="*/ 608982 h 1914275"/>
                  <a:gd name="connsiteX10" fmla="*/ 241478 w 1919435"/>
                  <a:gd name="connsiteY10" fmla="*/ 623429 h 1914275"/>
                  <a:gd name="connsiteX11" fmla="*/ 306491 w 1919435"/>
                  <a:gd name="connsiteY11" fmla="*/ 593503 h 1914275"/>
                  <a:gd name="connsiteX12" fmla="*/ 301331 w 1919435"/>
                  <a:gd name="connsiteY12" fmla="*/ 505271 h 1914275"/>
                  <a:gd name="connsiteX13" fmla="*/ 222386 w 1919435"/>
                  <a:gd name="connsiteY13" fmla="*/ 400527 h 1914275"/>
                  <a:gd name="connsiteX14" fmla="*/ 222386 w 1919435"/>
                  <a:gd name="connsiteY14" fmla="*/ 342222 h 1914275"/>
                  <a:gd name="connsiteX15" fmla="*/ 248185 w 1919435"/>
                  <a:gd name="connsiteY15" fmla="*/ 313327 h 1914275"/>
                  <a:gd name="connsiteX16" fmla="*/ 303395 w 1919435"/>
                  <a:gd name="connsiteY16" fmla="*/ 307135 h 1914275"/>
                  <a:gd name="connsiteX17" fmla="*/ 420522 w 1919435"/>
                  <a:gd name="connsiteY17" fmla="*/ 373180 h 1914275"/>
                  <a:gd name="connsiteX18" fmla="*/ 525265 w 1919435"/>
                  <a:gd name="connsiteY18" fmla="*/ 343770 h 1914275"/>
                  <a:gd name="connsiteX19" fmla="*/ 527845 w 1919435"/>
                  <a:gd name="connsiteY19" fmla="*/ 298364 h 1914275"/>
                  <a:gd name="connsiteX20" fmla="*/ 493791 w 1919435"/>
                  <a:gd name="connsiteY20" fmla="*/ 166789 h 1914275"/>
                  <a:gd name="connsiteX21" fmla="*/ 518557 w 1919435"/>
                  <a:gd name="connsiteY21" fmla="*/ 105904 h 1914275"/>
                  <a:gd name="connsiteX22" fmla="*/ 537649 w 1919435"/>
                  <a:gd name="connsiteY22" fmla="*/ 95585 h 1914275"/>
                  <a:gd name="connsiteX23" fmla="*/ 608853 w 1919435"/>
                  <a:gd name="connsiteY23" fmla="*/ 113128 h 1914275"/>
                  <a:gd name="connsiteX24" fmla="*/ 690894 w 1919435"/>
                  <a:gd name="connsiteY24" fmla="*/ 217355 h 1914275"/>
                  <a:gd name="connsiteX25" fmla="*/ 802861 w 1919435"/>
                  <a:gd name="connsiteY25" fmla="*/ 216839 h 1914275"/>
                  <a:gd name="connsiteX26" fmla="*/ 816277 w 1919435"/>
                  <a:gd name="connsiteY26" fmla="*/ 169369 h 1914275"/>
                  <a:gd name="connsiteX27" fmla="*/ 832788 w 1919435"/>
                  <a:gd name="connsiteY27" fmla="*/ 48631 h 1914275"/>
                  <a:gd name="connsiteX28" fmla="*/ 877677 w 1919435"/>
                  <a:gd name="connsiteY28" fmla="*/ 2193 h 1914275"/>
                  <a:gd name="connsiteX29" fmla="*/ 917924 w 1919435"/>
                  <a:gd name="connsiteY29" fmla="*/ 645 h 1914275"/>
                  <a:gd name="connsiteX30" fmla="*/ 956106 w 1919435"/>
                  <a:gd name="connsiteY30" fmla="*/ 31603 h 1914275"/>
                  <a:gd name="connsiteX31" fmla="*/ 993772 w 1919435"/>
                  <a:gd name="connsiteY31" fmla="*/ 163693 h 1914275"/>
                  <a:gd name="connsiteX32" fmla="*/ 1089745 w 1919435"/>
                  <a:gd name="connsiteY32" fmla="*/ 217871 h 1914275"/>
                  <a:gd name="connsiteX33" fmla="*/ 1120703 w 1919435"/>
                  <a:gd name="connsiteY33" fmla="*/ 191040 h 1914275"/>
                  <a:gd name="connsiteX34" fmla="*/ 1192940 w 1919435"/>
                  <a:gd name="connsiteY34" fmla="*/ 68754 h 1914275"/>
                  <a:gd name="connsiteX35" fmla="*/ 1251245 w 1919435"/>
                  <a:gd name="connsiteY35" fmla="*/ 44503 h 1914275"/>
                  <a:gd name="connsiteX36" fmla="*/ 1309035 w 1919435"/>
                  <a:gd name="connsiteY36" fmla="*/ 137895 h 1914275"/>
                  <a:gd name="connsiteX37" fmla="*/ 1294587 w 1919435"/>
                  <a:gd name="connsiteY37" fmla="*/ 255538 h 1914275"/>
                  <a:gd name="connsiteX38" fmla="*/ 1294587 w 1919435"/>
                  <a:gd name="connsiteY38" fmla="*/ 267921 h 1914275"/>
                  <a:gd name="connsiteX39" fmla="*/ 1399331 w 1919435"/>
                  <a:gd name="connsiteY39" fmla="*/ 314359 h 1914275"/>
                  <a:gd name="connsiteX40" fmla="*/ 1514394 w 1919435"/>
                  <a:gd name="connsiteY40" fmla="*/ 228191 h 1914275"/>
                  <a:gd name="connsiteX41" fmla="*/ 1584050 w 1919435"/>
                  <a:gd name="connsiteY41" fmla="*/ 229223 h 1914275"/>
                  <a:gd name="connsiteX42" fmla="*/ 1594886 w 1919435"/>
                  <a:gd name="connsiteY42" fmla="*/ 238510 h 1914275"/>
                  <a:gd name="connsiteX43" fmla="*/ 1606754 w 1919435"/>
                  <a:gd name="connsiteY43" fmla="*/ 317971 h 1914275"/>
                  <a:gd name="connsiteX44" fmla="*/ 1543288 w 1919435"/>
                  <a:gd name="connsiteY44" fmla="*/ 430970 h 1914275"/>
                  <a:gd name="connsiteX45" fmla="*/ 1552060 w 1919435"/>
                  <a:gd name="connsiteY45" fmla="*/ 504239 h 1914275"/>
                  <a:gd name="connsiteX46" fmla="*/ 1619137 w 1919435"/>
                  <a:gd name="connsiteY46" fmla="*/ 531069 h 1914275"/>
                  <a:gd name="connsiteX47" fmla="*/ 1754839 w 1919435"/>
                  <a:gd name="connsiteY47" fmla="*/ 495467 h 1914275"/>
                  <a:gd name="connsiteX48" fmla="*/ 1812629 w 1919435"/>
                  <a:gd name="connsiteY48" fmla="*/ 517654 h 1914275"/>
                  <a:gd name="connsiteX49" fmla="*/ 1830172 w 1919435"/>
                  <a:gd name="connsiteY49" fmla="*/ 552225 h 1914275"/>
                  <a:gd name="connsiteX50" fmla="*/ 1815724 w 1919435"/>
                  <a:gd name="connsiteY50" fmla="*/ 603306 h 1914275"/>
                  <a:gd name="connsiteX51" fmla="*/ 1699630 w 1919435"/>
                  <a:gd name="connsiteY51" fmla="*/ 695666 h 1914275"/>
                  <a:gd name="connsiteX52" fmla="*/ 1678990 w 1919435"/>
                  <a:gd name="connsiteY52" fmla="*/ 751908 h 1914275"/>
                  <a:gd name="connsiteX53" fmla="*/ 1685182 w 1919435"/>
                  <a:gd name="connsiteY53" fmla="*/ 774611 h 1914275"/>
                  <a:gd name="connsiteX54" fmla="*/ 1732652 w 1919435"/>
                  <a:gd name="connsiteY54" fmla="*/ 815373 h 1914275"/>
                  <a:gd name="connsiteX55" fmla="*/ 1872998 w 1919435"/>
                  <a:gd name="connsiteY55" fmla="*/ 834464 h 1914275"/>
                  <a:gd name="connsiteX56" fmla="*/ 1918404 w 1919435"/>
                  <a:gd name="connsiteY56" fmla="*/ 879354 h 1914275"/>
                  <a:gd name="connsiteX57" fmla="*/ 1919952 w 1919435"/>
                  <a:gd name="connsiteY57" fmla="*/ 919600 h 1914275"/>
                  <a:gd name="connsiteX58" fmla="*/ 1886930 w 1919435"/>
                  <a:gd name="connsiteY58" fmla="*/ 958299 h 1914275"/>
                  <a:gd name="connsiteX59" fmla="*/ 1754839 w 1919435"/>
                  <a:gd name="connsiteY59" fmla="*/ 995965 h 1914275"/>
                  <a:gd name="connsiteX60" fmla="*/ 1701178 w 1919435"/>
                  <a:gd name="connsiteY60" fmla="*/ 1085229 h 1914275"/>
                  <a:gd name="connsiteX61" fmla="*/ 1728524 w 1919435"/>
                  <a:gd name="connsiteY61" fmla="*/ 1121348 h 1914275"/>
                  <a:gd name="connsiteX62" fmla="*/ 1849779 w 1919435"/>
                  <a:gd name="connsiteY62" fmla="*/ 1192552 h 1914275"/>
                  <a:gd name="connsiteX63" fmla="*/ 1876094 w 1919435"/>
                  <a:gd name="connsiteY63" fmla="*/ 1253954 h 1914275"/>
                  <a:gd name="connsiteX64" fmla="*/ 1875062 w 1919435"/>
                  <a:gd name="connsiteY64" fmla="*/ 1260145 h 1914275"/>
                  <a:gd name="connsiteX65" fmla="*/ 1802309 w 1919435"/>
                  <a:gd name="connsiteY65" fmla="*/ 1312259 h 1914275"/>
                  <a:gd name="connsiteX66" fmla="*/ 1675379 w 1919435"/>
                  <a:gd name="connsiteY66" fmla="*/ 1296264 h 1914275"/>
                  <a:gd name="connsiteX67" fmla="*/ 1611398 w 1919435"/>
                  <a:gd name="connsiteY67" fmla="*/ 1329286 h 1914275"/>
                  <a:gd name="connsiteX68" fmla="*/ 1610365 w 1919435"/>
                  <a:gd name="connsiteY68" fmla="*/ 1405651 h 1914275"/>
                  <a:gd name="connsiteX69" fmla="*/ 1692406 w 1919435"/>
                  <a:gd name="connsiteY69" fmla="*/ 1514006 h 1914275"/>
                  <a:gd name="connsiteX70" fmla="*/ 1692406 w 1919435"/>
                  <a:gd name="connsiteY70" fmla="*/ 1584695 h 1914275"/>
                  <a:gd name="connsiteX71" fmla="*/ 1689310 w 1919435"/>
                  <a:gd name="connsiteY71" fmla="*/ 1588307 h 1914275"/>
                  <a:gd name="connsiteX72" fmla="*/ 1600562 w 1919435"/>
                  <a:gd name="connsiteY72" fmla="*/ 1605850 h 1914275"/>
                  <a:gd name="connsiteX73" fmla="*/ 1490659 w 1919435"/>
                  <a:gd name="connsiteY73" fmla="*/ 1543933 h 1914275"/>
                  <a:gd name="connsiteX74" fmla="*/ 1415326 w 1919435"/>
                  <a:gd name="connsiteY74" fmla="*/ 1554769 h 1914275"/>
                  <a:gd name="connsiteX75" fmla="*/ 1391075 w 1919435"/>
                  <a:gd name="connsiteY75" fmla="*/ 1622877 h 1914275"/>
                  <a:gd name="connsiteX76" fmla="*/ 1426677 w 1919435"/>
                  <a:gd name="connsiteY76" fmla="*/ 1760128 h 1914275"/>
                  <a:gd name="connsiteX77" fmla="*/ 1406554 w 1919435"/>
                  <a:gd name="connsiteY77" fmla="*/ 1811725 h 1914275"/>
                  <a:gd name="connsiteX78" fmla="*/ 1370436 w 1919435"/>
                  <a:gd name="connsiteY78" fmla="*/ 1830300 h 1914275"/>
                  <a:gd name="connsiteX79" fmla="*/ 1316258 w 1919435"/>
                  <a:gd name="connsiteY79" fmla="*/ 1815337 h 1914275"/>
                  <a:gd name="connsiteX80" fmla="*/ 1231122 w 1919435"/>
                  <a:gd name="connsiteY80" fmla="*/ 1707498 h 1914275"/>
                  <a:gd name="connsiteX81" fmla="*/ 1121219 w 1919435"/>
                  <a:gd name="connsiteY81" fmla="*/ 1698210 h 1914275"/>
                  <a:gd name="connsiteX82" fmla="*/ 1106771 w 1919435"/>
                  <a:gd name="connsiteY82" fmla="*/ 1727105 h 1914275"/>
                  <a:gd name="connsiteX83" fmla="*/ 1087165 w 1919435"/>
                  <a:gd name="connsiteY83" fmla="*/ 1868999 h 1914275"/>
                  <a:gd name="connsiteX84" fmla="*/ 1050014 w 1919435"/>
                  <a:gd name="connsiteY84" fmla="*/ 1919049 h 1914275"/>
                  <a:gd name="connsiteX85" fmla="*/ 987581 w 1919435"/>
                  <a:gd name="connsiteY85" fmla="*/ 1919049 h 1914275"/>
                  <a:gd name="connsiteX86" fmla="*/ 960234 w 1919435"/>
                  <a:gd name="connsiteY86" fmla="*/ 1880866 h 1914275"/>
                  <a:gd name="connsiteX87" fmla="*/ 921535 w 1919435"/>
                  <a:gd name="connsiteY87" fmla="*/ 1744132 h 1914275"/>
                  <a:gd name="connsiteX88" fmla="*/ 875614 w 1919435"/>
                  <a:gd name="connsiteY88" fmla="*/ 1703886 h 1914275"/>
                  <a:gd name="connsiteX89" fmla="*/ 847751 w 1919435"/>
                  <a:gd name="connsiteY89" fmla="*/ 1700790 h 1914275"/>
                  <a:gd name="connsiteX90" fmla="*/ 800281 w 1919435"/>
                  <a:gd name="connsiteY90" fmla="*/ 1727105 h 1914275"/>
                  <a:gd name="connsiteX91" fmla="*/ 788414 w 1919435"/>
                  <a:gd name="connsiteY91" fmla="*/ 1747228 h 1914275"/>
                  <a:gd name="connsiteX92" fmla="*/ 723401 w 1919435"/>
                  <a:gd name="connsiteY92" fmla="*/ 1857131 h 1914275"/>
                  <a:gd name="connsiteX93" fmla="*/ 674383 w 1919435"/>
                  <a:gd name="connsiteY93" fmla="*/ 1877254 h 1914275"/>
                  <a:gd name="connsiteX94" fmla="*/ 634652 w 1919435"/>
                  <a:gd name="connsiteY94" fmla="*/ 1863839 h 1914275"/>
                  <a:gd name="connsiteX95" fmla="*/ 607822 w 1919435"/>
                  <a:gd name="connsiteY95" fmla="*/ 1813789 h 1914275"/>
                  <a:gd name="connsiteX96" fmla="*/ 624848 w 1919435"/>
                  <a:gd name="connsiteY96" fmla="*/ 1672927 h 1914275"/>
                  <a:gd name="connsiteX97" fmla="*/ 586150 w 1919435"/>
                  <a:gd name="connsiteY97" fmla="*/ 1607398 h 1914275"/>
                  <a:gd name="connsiteX98" fmla="*/ 514430 w 1919435"/>
                  <a:gd name="connsiteY98" fmla="*/ 1611010 h 1914275"/>
                  <a:gd name="connsiteX99" fmla="*/ 413814 w 1919435"/>
                  <a:gd name="connsiteY99" fmla="*/ 1687375 h 1914275"/>
                  <a:gd name="connsiteX100" fmla="*/ 324550 w 1919435"/>
                  <a:gd name="connsiteY100" fmla="*/ 1682215 h 1914275"/>
                  <a:gd name="connsiteX101" fmla="*/ 316810 w 1919435"/>
                  <a:gd name="connsiteY101" fmla="*/ 1674475 h 1914275"/>
                  <a:gd name="connsiteX102" fmla="*/ 309071 w 1919435"/>
                  <a:gd name="connsiteY102" fmla="*/ 1612558 h 1914275"/>
                  <a:gd name="connsiteX103" fmla="*/ 376148 w 1919435"/>
                  <a:gd name="connsiteY103" fmla="*/ 1492851 h 1914275"/>
                  <a:gd name="connsiteX104" fmla="*/ 387499 w 1919435"/>
                  <a:gd name="connsiteY104" fmla="*/ 1456217 h 1914275"/>
                  <a:gd name="connsiteX105" fmla="*/ 297203 w 1919435"/>
                  <a:gd name="connsiteY105" fmla="*/ 1391720 h 1914275"/>
                  <a:gd name="connsiteX106" fmla="*/ 158405 w 1919435"/>
                  <a:gd name="connsiteY106" fmla="*/ 1427838 h 1914275"/>
                  <a:gd name="connsiteX107" fmla="*/ 114031 w 1919435"/>
                  <a:gd name="connsiteY107" fmla="*/ 1412875 h 1914275"/>
                  <a:gd name="connsiteX108" fmla="*/ 91844 w 1919435"/>
                  <a:gd name="connsiteY108" fmla="*/ 1373660 h 1914275"/>
                  <a:gd name="connsiteX109" fmla="*/ 106808 w 1919435"/>
                  <a:gd name="connsiteY109" fmla="*/ 1315871 h 1914275"/>
                  <a:gd name="connsiteX110" fmla="*/ 209487 w 1919435"/>
                  <a:gd name="connsiteY110" fmla="*/ 1234347 h 1914275"/>
                  <a:gd name="connsiteX111" fmla="*/ 236834 w 1919435"/>
                  <a:gd name="connsiteY111" fmla="*/ 1151274 h 1914275"/>
                  <a:gd name="connsiteX112" fmla="*/ 181624 w 1919435"/>
                  <a:gd name="connsiteY112" fmla="*/ 1104836 h 1914275"/>
                  <a:gd name="connsiteX113" fmla="*/ 52114 w 1919435"/>
                  <a:gd name="connsiteY113" fmla="*/ 1087293 h 1914275"/>
                  <a:gd name="connsiteX114" fmla="*/ 1032 w 1919435"/>
                  <a:gd name="connsiteY114" fmla="*/ 1051175 h 1914275"/>
                  <a:gd name="connsiteX115" fmla="*/ 0 w 1919435"/>
                  <a:gd name="connsiteY115" fmla="*/ 987194 h 1914275"/>
                  <a:gd name="connsiteX116" fmla="*/ 1198616 w 1919435"/>
                  <a:gd name="connsiteY116" fmla="*/ 960879 h 1914275"/>
                  <a:gd name="connsiteX117" fmla="*/ 958686 w 1919435"/>
                  <a:gd name="connsiteY117" fmla="*/ 720949 h 1914275"/>
                  <a:gd name="connsiteX118" fmla="*/ 720304 w 1919435"/>
                  <a:gd name="connsiteY118" fmla="*/ 959331 h 1914275"/>
                  <a:gd name="connsiteX119" fmla="*/ 957654 w 1919435"/>
                  <a:gd name="connsiteY119" fmla="*/ 1198744 h 1914275"/>
                  <a:gd name="connsiteX120" fmla="*/ 1198616 w 1919435"/>
                  <a:gd name="connsiteY120" fmla="*/ 960879 h 1914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1919435" h="1914275">
                    <a:moveTo>
                      <a:pt x="0" y="987194"/>
                    </a:moveTo>
                    <a:cubicBezTo>
                      <a:pt x="8256" y="971714"/>
                      <a:pt x="21155" y="963975"/>
                      <a:pt x="37667" y="959846"/>
                    </a:cubicBezTo>
                    <a:cubicBezTo>
                      <a:pt x="82041" y="947979"/>
                      <a:pt x="125383" y="934564"/>
                      <a:pt x="169757" y="922696"/>
                    </a:cubicBezTo>
                    <a:cubicBezTo>
                      <a:pt x="196587" y="915473"/>
                      <a:pt x="212583" y="900509"/>
                      <a:pt x="215163" y="872130"/>
                    </a:cubicBezTo>
                    <a:cubicBezTo>
                      <a:pt x="215679" y="864907"/>
                      <a:pt x="216710" y="857683"/>
                      <a:pt x="217743" y="850459"/>
                    </a:cubicBezTo>
                    <a:cubicBezTo>
                      <a:pt x="220323" y="826209"/>
                      <a:pt x="209487" y="809697"/>
                      <a:pt x="189364" y="797830"/>
                    </a:cubicBezTo>
                    <a:cubicBezTo>
                      <a:pt x="149118" y="774611"/>
                      <a:pt x="109388" y="750876"/>
                      <a:pt x="69657" y="727657"/>
                    </a:cubicBezTo>
                    <a:cubicBezTo>
                      <a:pt x="40246" y="710629"/>
                      <a:pt x="35087" y="697730"/>
                      <a:pt x="43858" y="664708"/>
                    </a:cubicBezTo>
                    <a:cubicBezTo>
                      <a:pt x="44890" y="661612"/>
                      <a:pt x="45406" y="658516"/>
                      <a:pt x="46438" y="655936"/>
                    </a:cubicBezTo>
                    <a:cubicBezTo>
                      <a:pt x="59337" y="613110"/>
                      <a:pt x="70689" y="604854"/>
                      <a:pt x="114547" y="608982"/>
                    </a:cubicBezTo>
                    <a:cubicBezTo>
                      <a:pt x="156857" y="613110"/>
                      <a:pt x="199167" y="617754"/>
                      <a:pt x="241478" y="623429"/>
                    </a:cubicBezTo>
                    <a:cubicBezTo>
                      <a:pt x="275016" y="627557"/>
                      <a:pt x="289463" y="621881"/>
                      <a:pt x="306491" y="593503"/>
                    </a:cubicBezTo>
                    <a:cubicBezTo>
                      <a:pt x="330741" y="554288"/>
                      <a:pt x="329710" y="541905"/>
                      <a:pt x="301331" y="505271"/>
                    </a:cubicBezTo>
                    <a:cubicBezTo>
                      <a:pt x="274500" y="470700"/>
                      <a:pt x="248185" y="435614"/>
                      <a:pt x="222386" y="400527"/>
                    </a:cubicBezTo>
                    <a:cubicBezTo>
                      <a:pt x="206907" y="379888"/>
                      <a:pt x="206907" y="362861"/>
                      <a:pt x="222386" y="342222"/>
                    </a:cubicBezTo>
                    <a:cubicBezTo>
                      <a:pt x="230126" y="331902"/>
                      <a:pt x="238382" y="321583"/>
                      <a:pt x="248185" y="313327"/>
                    </a:cubicBezTo>
                    <a:cubicBezTo>
                      <a:pt x="267792" y="296816"/>
                      <a:pt x="281208" y="294752"/>
                      <a:pt x="303395" y="307135"/>
                    </a:cubicBezTo>
                    <a:cubicBezTo>
                      <a:pt x="342609" y="328806"/>
                      <a:pt x="382856" y="348929"/>
                      <a:pt x="420522" y="373180"/>
                    </a:cubicBezTo>
                    <a:cubicBezTo>
                      <a:pt x="463864" y="401043"/>
                      <a:pt x="493791" y="382468"/>
                      <a:pt x="525265" y="343770"/>
                    </a:cubicBezTo>
                    <a:cubicBezTo>
                      <a:pt x="535585" y="330870"/>
                      <a:pt x="531973" y="313843"/>
                      <a:pt x="527845" y="298364"/>
                    </a:cubicBezTo>
                    <a:cubicBezTo>
                      <a:pt x="516493" y="254506"/>
                      <a:pt x="505142" y="210647"/>
                      <a:pt x="493791" y="166789"/>
                    </a:cubicBezTo>
                    <a:cubicBezTo>
                      <a:pt x="485535" y="135315"/>
                      <a:pt x="490694" y="122415"/>
                      <a:pt x="518557" y="105904"/>
                    </a:cubicBezTo>
                    <a:cubicBezTo>
                      <a:pt x="524749" y="102292"/>
                      <a:pt x="530941" y="98680"/>
                      <a:pt x="537649" y="95585"/>
                    </a:cubicBezTo>
                    <a:cubicBezTo>
                      <a:pt x="571187" y="80105"/>
                      <a:pt x="586150" y="83717"/>
                      <a:pt x="608853" y="113128"/>
                    </a:cubicBezTo>
                    <a:cubicBezTo>
                      <a:pt x="636200" y="147698"/>
                      <a:pt x="663547" y="182785"/>
                      <a:pt x="690894" y="217355"/>
                    </a:cubicBezTo>
                    <a:cubicBezTo>
                      <a:pt x="716693" y="249346"/>
                      <a:pt x="777062" y="249346"/>
                      <a:pt x="802861" y="216839"/>
                    </a:cubicBezTo>
                    <a:cubicBezTo>
                      <a:pt x="813697" y="202908"/>
                      <a:pt x="813697" y="185365"/>
                      <a:pt x="816277" y="169369"/>
                    </a:cubicBezTo>
                    <a:cubicBezTo>
                      <a:pt x="822468" y="129123"/>
                      <a:pt x="827628" y="88877"/>
                      <a:pt x="832788" y="48631"/>
                    </a:cubicBezTo>
                    <a:cubicBezTo>
                      <a:pt x="836916" y="16640"/>
                      <a:pt x="845687" y="7868"/>
                      <a:pt x="877677" y="2193"/>
                    </a:cubicBezTo>
                    <a:cubicBezTo>
                      <a:pt x="891093" y="-387"/>
                      <a:pt x="904509" y="-387"/>
                      <a:pt x="917924" y="645"/>
                    </a:cubicBezTo>
                    <a:cubicBezTo>
                      <a:pt x="937531" y="1677"/>
                      <a:pt x="950947" y="11996"/>
                      <a:pt x="956106" y="31603"/>
                    </a:cubicBezTo>
                    <a:cubicBezTo>
                      <a:pt x="968490" y="75461"/>
                      <a:pt x="981389" y="119835"/>
                      <a:pt x="993772" y="163693"/>
                    </a:cubicBezTo>
                    <a:cubicBezTo>
                      <a:pt x="1006672" y="208584"/>
                      <a:pt x="1043822" y="229739"/>
                      <a:pt x="1089745" y="217871"/>
                    </a:cubicBezTo>
                    <a:cubicBezTo>
                      <a:pt x="1104707" y="214259"/>
                      <a:pt x="1113479" y="203424"/>
                      <a:pt x="1120703" y="191040"/>
                    </a:cubicBezTo>
                    <a:cubicBezTo>
                      <a:pt x="1144438" y="150278"/>
                      <a:pt x="1168689" y="109516"/>
                      <a:pt x="1192940" y="68754"/>
                    </a:cubicBezTo>
                    <a:cubicBezTo>
                      <a:pt x="1208419" y="42439"/>
                      <a:pt x="1221835" y="36763"/>
                      <a:pt x="1251245" y="44503"/>
                    </a:cubicBezTo>
                    <a:cubicBezTo>
                      <a:pt x="1310067" y="59466"/>
                      <a:pt x="1317806" y="72366"/>
                      <a:pt x="1309035" y="137895"/>
                    </a:cubicBezTo>
                    <a:cubicBezTo>
                      <a:pt x="1303875" y="177109"/>
                      <a:pt x="1299231" y="216323"/>
                      <a:pt x="1294587" y="255538"/>
                    </a:cubicBezTo>
                    <a:cubicBezTo>
                      <a:pt x="1294071" y="259665"/>
                      <a:pt x="1294071" y="263793"/>
                      <a:pt x="1294587" y="267921"/>
                    </a:cubicBezTo>
                    <a:cubicBezTo>
                      <a:pt x="1301295" y="309715"/>
                      <a:pt x="1364760" y="338610"/>
                      <a:pt x="1399331" y="314359"/>
                    </a:cubicBezTo>
                    <a:cubicBezTo>
                      <a:pt x="1438545" y="286496"/>
                      <a:pt x="1476211" y="257085"/>
                      <a:pt x="1514394" y="228191"/>
                    </a:cubicBezTo>
                    <a:cubicBezTo>
                      <a:pt x="1542256" y="207036"/>
                      <a:pt x="1556188" y="207552"/>
                      <a:pt x="1584050" y="229223"/>
                    </a:cubicBezTo>
                    <a:cubicBezTo>
                      <a:pt x="1587663" y="232319"/>
                      <a:pt x="1591274" y="234898"/>
                      <a:pt x="1594886" y="238510"/>
                    </a:cubicBezTo>
                    <a:cubicBezTo>
                      <a:pt x="1627393" y="269469"/>
                      <a:pt x="1628941" y="278757"/>
                      <a:pt x="1606754" y="317971"/>
                    </a:cubicBezTo>
                    <a:cubicBezTo>
                      <a:pt x="1585599" y="355637"/>
                      <a:pt x="1565475" y="393819"/>
                      <a:pt x="1543288" y="430970"/>
                    </a:cubicBezTo>
                    <a:cubicBezTo>
                      <a:pt x="1527293" y="458317"/>
                      <a:pt x="1534517" y="481020"/>
                      <a:pt x="1552060" y="504239"/>
                    </a:cubicBezTo>
                    <a:cubicBezTo>
                      <a:pt x="1569604" y="527458"/>
                      <a:pt x="1589726" y="538809"/>
                      <a:pt x="1619137" y="531069"/>
                    </a:cubicBezTo>
                    <a:cubicBezTo>
                      <a:pt x="1664543" y="519202"/>
                      <a:pt x="1709949" y="507850"/>
                      <a:pt x="1754839" y="495467"/>
                    </a:cubicBezTo>
                    <a:cubicBezTo>
                      <a:pt x="1783734" y="487727"/>
                      <a:pt x="1796634" y="492371"/>
                      <a:pt x="1812629" y="517654"/>
                    </a:cubicBezTo>
                    <a:cubicBezTo>
                      <a:pt x="1819853" y="528490"/>
                      <a:pt x="1826044" y="539841"/>
                      <a:pt x="1830172" y="552225"/>
                    </a:cubicBezTo>
                    <a:cubicBezTo>
                      <a:pt x="1837912" y="574412"/>
                      <a:pt x="1834299" y="588343"/>
                      <a:pt x="1815724" y="603306"/>
                    </a:cubicBezTo>
                    <a:cubicBezTo>
                      <a:pt x="1777026" y="634265"/>
                      <a:pt x="1738844" y="665224"/>
                      <a:pt x="1699630" y="695666"/>
                    </a:cubicBezTo>
                    <a:cubicBezTo>
                      <a:pt x="1680022" y="710629"/>
                      <a:pt x="1674862" y="729205"/>
                      <a:pt x="1678990" y="751908"/>
                    </a:cubicBezTo>
                    <a:cubicBezTo>
                      <a:pt x="1680539" y="759647"/>
                      <a:pt x="1683119" y="766871"/>
                      <a:pt x="1685182" y="774611"/>
                    </a:cubicBezTo>
                    <a:cubicBezTo>
                      <a:pt x="1691890" y="798862"/>
                      <a:pt x="1707885" y="812277"/>
                      <a:pt x="1732652" y="815373"/>
                    </a:cubicBezTo>
                    <a:cubicBezTo>
                      <a:pt x="1779606" y="821565"/>
                      <a:pt x="1826560" y="828272"/>
                      <a:pt x="1872998" y="834464"/>
                    </a:cubicBezTo>
                    <a:cubicBezTo>
                      <a:pt x="1900861" y="838076"/>
                      <a:pt x="1915308" y="851491"/>
                      <a:pt x="1918404" y="879354"/>
                    </a:cubicBezTo>
                    <a:cubicBezTo>
                      <a:pt x="1919952" y="892770"/>
                      <a:pt x="1921500" y="906185"/>
                      <a:pt x="1919952" y="919600"/>
                    </a:cubicBezTo>
                    <a:cubicBezTo>
                      <a:pt x="1917372" y="940755"/>
                      <a:pt x="1906536" y="952623"/>
                      <a:pt x="1886930" y="958299"/>
                    </a:cubicBezTo>
                    <a:cubicBezTo>
                      <a:pt x="1843071" y="970682"/>
                      <a:pt x="1798697" y="983065"/>
                      <a:pt x="1754839" y="995965"/>
                    </a:cubicBezTo>
                    <a:cubicBezTo>
                      <a:pt x="1712013" y="1008348"/>
                      <a:pt x="1692406" y="1040855"/>
                      <a:pt x="1701178" y="1085229"/>
                    </a:cubicBezTo>
                    <a:cubicBezTo>
                      <a:pt x="1704273" y="1102256"/>
                      <a:pt x="1714077" y="1113092"/>
                      <a:pt x="1728524" y="1121348"/>
                    </a:cubicBezTo>
                    <a:cubicBezTo>
                      <a:pt x="1768771" y="1145083"/>
                      <a:pt x="1809016" y="1168817"/>
                      <a:pt x="1849779" y="1192552"/>
                    </a:cubicBezTo>
                    <a:cubicBezTo>
                      <a:pt x="1879706" y="1210096"/>
                      <a:pt x="1884350" y="1220415"/>
                      <a:pt x="1876094" y="1253954"/>
                    </a:cubicBezTo>
                    <a:cubicBezTo>
                      <a:pt x="1875578" y="1256018"/>
                      <a:pt x="1875578" y="1258082"/>
                      <a:pt x="1875062" y="1260145"/>
                    </a:cubicBezTo>
                    <a:cubicBezTo>
                      <a:pt x="1862678" y="1300908"/>
                      <a:pt x="1848747" y="1321031"/>
                      <a:pt x="1802309" y="1312259"/>
                    </a:cubicBezTo>
                    <a:cubicBezTo>
                      <a:pt x="1760515" y="1304003"/>
                      <a:pt x="1717689" y="1302456"/>
                      <a:pt x="1675379" y="1296264"/>
                    </a:cubicBezTo>
                    <a:cubicBezTo>
                      <a:pt x="1645452" y="1292136"/>
                      <a:pt x="1625845" y="1304003"/>
                      <a:pt x="1611398" y="1329286"/>
                    </a:cubicBezTo>
                    <a:cubicBezTo>
                      <a:pt x="1596434" y="1355085"/>
                      <a:pt x="1589726" y="1379336"/>
                      <a:pt x="1610365" y="1405651"/>
                    </a:cubicBezTo>
                    <a:cubicBezTo>
                      <a:pt x="1638228" y="1441254"/>
                      <a:pt x="1665059" y="1477888"/>
                      <a:pt x="1692406" y="1514006"/>
                    </a:cubicBezTo>
                    <a:cubicBezTo>
                      <a:pt x="1715109" y="1543417"/>
                      <a:pt x="1715109" y="1555285"/>
                      <a:pt x="1692406" y="1584695"/>
                    </a:cubicBezTo>
                    <a:cubicBezTo>
                      <a:pt x="1691374" y="1585727"/>
                      <a:pt x="1690342" y="1587275"/>
                      <a:pt x="1689310" y="1588307"/>
                    </a:cubicBezTo>
                    <a:cubicBezTo>
                      <a:pt x="1659383" y="1620298"/>
                      <a:pt x="1647516" y="1634229"/>
                      <a:pt x="1600562" y="1605850"/>
                    </a:cubicBezTo>
                    <a:cubicBezTo>
                      <a:pt x="1564444" y="1584179"/>
                      <a:pt x="1526261" y="1565604"/>
                      <a:pt x="1490659" y="1543933"/>
                    </a:cubicBezTo>
                    <a:cubicBezTo>
                      <a:pt x="1461248" y="1526390"/>
                      <a:pt x="1438545" y="1536709"/>
                      <a:pt x="1415326" y="1554769"/>
                    </a:cubicBezTo>
                    <a:cubicBezTo>
                      <a:pt x="1392107" y="1572312"/>
                      <a:pt x="1382819" y="1593467"/>
                      <a:pt x="1391075" y="1622877"/>
                    </a:cubicBezTo>
                    <a:cubicBezTo>
                      <a:pt x="1403974" y="1668284"/>
                      <a:pt x="1415326" y="1714205"/>
                      <a:pt x="1426677" y="1760128"/>
                    </a:cubicBezTo>
                    <a:cubicBezTo>
                      <a:pt x="1432870" y="1784894"/>
                      <a:pt x="1427710" y="1798310"/>
                      <a:pt x="1406554" y="1811725"/>
                    </a:cubicBezTo>
                    <a:cubicBezTo>
                      <a:pt x="1395203" y="1818949"/>
                      <a:pt x="1383335" y="1825657"/>
                      <a:pt x="1370436" y="1830300"/>
                    </a:cubicBezTo>
                    <a:cubicBezTo>
                      <a:pt x="1347733" y="1838556"/>
                      <a:pt x="1331222" y="1834428"/>
                      <a:pt x="1316258" y="1815337"/>
                    </a:cubicBezTo>
                    <a:cubicBezTo>
                      <a:pt x="1287879" y="1779735"/>
                      <a:pt x="1259501" y="1743616"/>
                      <a:pt x="1231122" y="1707498"/>
                    </a:cubicBezTo>
                    <a:cubicBezTo>
                      <a:pt x="1203775" y="1673443"/>
                      <a:pt x="1154242" y="1668800"/>
                      <a:pt x="1121219" y="1698210"/>
                    </a:cubicBezTo>
                    <a:cubicBezTo>
                      <a:pt x="1112447" y="1705950"/>
                      <a:pt x="1108320" y="1715753"/>
                      <a:pt x="1106771" y="1727105"/>
                    </a:cubicBezTo>
                    <a:cubicBezTo>
                      <a:pt x="1100064" y="1774575"/>
                      <a:pt x="1092324" y="1821529"/>
                      <a:pt x="1087165" y="1868999"/>
                    </a:cubicBezTo>
                    <a:cubicBezTo>
                      <a:pt x="1084068" y="1893766"/>
                      <a:pt x="1074265" y="1911309"/>
                      <a:pt x="1050014" y="1919049"/>
                    </a:cubicBezTo>
                    <a:cubicBezTo>
                      <a:pt x="1029375" y="1919049"/>
                      <a:pt x="1008220" y="1919049"/>
                      <a:pt x="987581" y="1919049"/>
                    </a:cubicBezTo>
                    <a:cubicBezTo>
                      <a:pt x="973133" y="1910277"/>
                      <a:pt x="964878" y="1897377"/>
                      <a:pt x="960234" y="1880866"/>
                    </a:cubicBezTo>
                    <a:cubicBezTo>
                      <a:pt x="947851" y="1835460"/>
                      <a:pt x="933919" y="1790054"/>
                      <a:pt x="921535" y="1744132"/>
                    </a:cubicBezTo>
                    <a:cubicBezTo>
                      <a:pt x="914828" y="1719881"/>
                      <a:pt x="899865" y="1706982"/>
                      <a:pt x="875614" y="1703886"/>
                    </a:cubicBezTo>
                    <a:cubicBezTo>
                      <a:pt x="866326" y="1702854"/>
                      <a:pt x="857038" y="1701306"/>
                      <a:pt x="847751" y="1700790"/>
                    </a:cubicBezTo>
                    <a:cubicBezTo>
                      <a:pt x="826080" y="1699242"/>
                      <a:pt x="811117" y="1709046"/>
                      <a:pt x="800281" y="1727105"/>
                    </a:cubicBezTo>
                    <a:cubicBezTo>
                      <a:pt x="796153" y="1733813"/>
                      <a:pt x="792541" y="1740520"/>
                      <a:pt x="788414" y="1747228"/>
                    </a:cubicBezTo>
                    <a:cubicBezTo>
                      <a:pt x="766742" y="1783862"/>
                      <a:pt x="745587" y="1821013"/>
                      <a:pt x="723401" y="1857131"/>
                    </a:cubicBezTo>
                    <a:cubicBezTo>
                      <a:pt x="711533" y="1877254"/>
                      <a:pt x="697085" y="1882414"/>
                      <a:pt x="674383" y="1877254"/>
                    </a:cubicBezTo>
                    <a:cubicBezTo>
                      <a:pt x="660451" y="1874158"/>
                      <a:pt x="647552" y="1869515"/>
                      <a:pt x="634652" y="1863839"/>
                    </a:cubicBezTo>
                    <a:cubicBezTo>
                      <a:pt x="611949" y="1853003"/>
                      <a:pt x="604726" y="1839072"/>
                      <a:pt x="607822" y="1813789"/>
                    </a:cubicBezTo>
                    <a:cubicBezTo>
                      <a:pt x="613497" y="1766835"/>
                      <a:pt x="618141" y="1719881"/>
                      <a:pt x="624848" y="1672927"/>
                    </a:cubicBezTo>
                    <a:cubicBezTo>
                      <a:pt x="629492" y="1639905"/>
                      <a:pt x="611949" y="1621846"/>
                      <a:pt x="586150" y="1607398"/>
                    </a:cubicBezTo>
                    <a:cubicBezTo>
                      <a:pt x="560868" y="1593467"/>
                      <a:pt x="538165" y="1591403"/>
                      <a:pt x="514430" y="1611010"/>
                    </a:cubicBezTo>
                    <a:cubicBezTo>
                      <a:pt x="481407" y="1637325"/>
                      <a:pt x="446836" y="1661576"/>
                      <a:pt x="413814" y="1687375"/>
                    </a:cubicBezTo>
                    <a:cubicBezTo>
                      <a:pt x="380276" y="1713690"/>
                      <a:pt x="365828" y="1719365"/>
                      <a:pt x="324550" y="1682215"/>
                    </a:cubicBezTo>
                    <a:cubicBezTo>
                      <a:pt x="321970" y="1679635"/>
                      <a:pt x="319390" y="1677055"/>
                      <a:pt x="316810" y="1674475"/>
                    </a:cubicBezTo>
                    <a:cubicBezTo>
                      <a:pt x="296687" y="1653836"/>
                      <a:pt x="294623" y="1637841"/>
                      <a:pt x="309071" y="1612558"/>
                    </a:cubicBezTo>
                    <a:cubicBezTo>
                      <a:pt x="331258" y="1572828"/>
                      <a:pt x="353960" y="1532581"/>
                      <a:pt x="376148" y="1492851"/>
                    </a:cubicBezTo>
                    <a:cubicBezTo>
                      <a:pt x="382339" y="1481500"/>
                      <a:pt x="389047" y="1470148"/>
                      <a:pt x="387499" y="1456217"/>
                    </a:cubicBezTo>
                    <a:cubicBezTo>
                      <a:pt x="383887" y="1414423"/>
                      <a:pt x="337449" y="1381400"/>
                      <a:pt x="297203" y="1391720"/>
                    </a:cubicBezTo>
                    <a:cubicBezTo>
                      <a:pt x="250765" y="1403587"/>
                      <a:pt x="204327" y="1415455"/>
                      <a:pt x="158405" y="1427838"/>
                    </a:cubicBezTo>
                    <a:cubicBezTo>
                      <a:pt x="139830" y="1432998"/>
                      <a:pt x="125899" y="1427322"/>
                      <a:pt x="114031" y="1412875"/>
                    </a:cubicBezTo>
                    <a:cubicBezTo>
                      <a:pt x="104228" y="1401007"/>
                      <a:pt x="98036" y="1387592"/>
                      <a:pt x="91844" y="1373660"/>
                    </a:cubicBezTo>
                    <a:cubicBezTo>
                      <a:pt x="81525" y="1349409"/>
                      <a:pt x="86169" y="1331866"/>
                      <a:pt x="106808" y="1315871"/>
                    </a:cubicBezTo>
                    <a:cubicBezTo>
                      <a:pt x="140862" y="1288524"/>
                      <a:pt x="175432" y="1261693"/>
                      <a:pt x="209487" y="1234347"/>
                    </a:cubicBezTo>
                    <a:cubicBezTo>
                      <a:pt x="245605" y="1206484"/>
                      <a:pt x="248701" y="1194616"/>
                      <a:pt x="236834" y="1151274"/>
                    </a:cubicBezTo>
                    <a:cubicBezTo>
                      <a:pt x="228578" y="1122896"/>
                      <a:pt x="211551" y="1107932"/>
                      <a:pt x="181624" y="1104836"/>
                    </a:cubicBezTo>
                    <a:cubicBezTo>
                      <a:pt x="138282" y="1100192"/>
                      <a:pt x="95456" y="1091937"/>
                      <a:pt x="52114" y="1087293"/>
                    </a:cubicBezTo>
                    <a:cubicBezTo>
                      <a:pt x="27347" y="1084713"/>
                      <a:pt x="9804" y="1074910"/>
                      <a:pt x="1032" y="1051175"/>
                    </a:cubicBezTo>
                    <a:cubicBezTo>
                      <a:pt x="0" y="1028988"/>
                      <a:pt x="0" y="1008348"/>
                      <a:pt x="0" y="987194"/>
                    </a:cubicBezTo>
                    <a:close/>
                    <a:moveTo>
                      <a:pt x="1198616" y="960879"/>
                    </a:moveTo>
                    <a:cubicBezTo>
                      <a:pt x="1200163" y="838592"/>
                      <a:pt x="1104192" y="720433"/>
                      <a:pt x="958686" y="720949"/>
                    </a:cubicBezTo>
                    <a:cubicBezTo>
                      <a:pt x="824016" y="721465"/>
                      <a:pt x="720821" y="824145"/>
                      <a:pt x="720304" y="959331"/>
                    </a:cubicBezTo>
                    <a:cubicBezTo>
                      <a:pt x="719788" y="1096581"/>
                      <a:pt x="827628" y="1197712"/>
                      <a:pt x="957654" y="1198744"/>
                    </a:cubicBezTo>
                    <a:cubicBezTo>
                      <a:pt x="1090776" y="1199776"/>
                      <a:pt x="1198100" y="1092969"/>
                      <a:pt x="1198616" y="960879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grpSp>
            <p:nvGrpSpPr>
              <p:cNvPr id="19" name="Group 18"/>
              <p:cNvGrpSpPr/>
              <p:nvPr/>
            </p:nvGrpSpPr>
            <p:grpSpPr>
              <a:xfrm>
                <a:off x="7392963" y="2648852"/>
                <a:ext cx="1838947" cy="1835405"/>
                <a:chOff x="7167947" y="1624190"/>
                <a:chExt cx="2677922" cy="2672763"/>
              </a:xfrm>
              <a:grpFill/>
            </p:grpSpPr>
            <p:sp>
              <p:nvSpPr>
                <p:cNvPr id="20" name="Freeform: Shape 19"/>
                <p:cNvSpPr/>
                <p:nvPr/>
              </p:nvSpPr>
              <p:spPr>
                <a:xfrm>
                  <a:off x="7167947" y="1624190"/>
                  <a:ext cx="2677922" cy="2672763"/>
                </a:xfrm>
                <a:custGeom>
                  <a:avLst/>
                  <a:gdLst>
                    <a:gd name="connsiteX0" fmla="*/ 2538684 w 2677922"/>
                    <a:gd name="connsiteY0" fmla="*/ 1897505 h 2672762"/>
                    <a:gd name="connsiteX1" fmla="*/ 2456643 w 2677922"/>
                    <a:gd name="connsiteY1" fmla="*/ 1879446 h 2672762"/>
                    <a:gd name="connsiteX2" fmla="*/ 2389566 w 2677922"/>
                    <a:gd name="connsiteY2" fmla="*/ 1863966 h 2672762"/>
                    <a:gd name="connsiteX3" fmla="*/ 2354479 w 2677922"/>
                    <a:gd name="connsiteY3" fmla="*/ 1874802 h 2672762"/>
                    <a:gd name="connsiteX4" fmla="*/ 2312170 w 2677922"/>
                    <a:gd name="connsiteY4" fmla="*/ 1950651 h 2672762"/>
                    <a:gd name="connsiteX5" fmla="*/ 2322489 w 2677922"/>
                    <a:gd name="connsiteY5" fmla="*/ 1983157 h 2672762"/>
                    <a:gd name="connsiteX6" fmla="*/ 2412785 w 2677922"/>
                    <a:gd name="connsiteY6" fmla="*/ 2080161 h 2672762"/>
                    <a:gd name="connsiteX7" fmla="*/ 2418461 w 2677922"/>
                    <a:gd name="connsiteY7" fmla="*/ 2146722 h 2672762"/>
                    <a:gd name="connsiteX8" fmla="*/ 2414849 w 2677922"/>
                    <a:gd name="connsiteY8" fmla="*/ 2151882 h 2672762"/>
                    <a:gd name="connsiteX9" fmla="*/ 2324037 w 2677922"/>
                    <a:gd name="connsiteY9" fmla="*/ 2174585 h 2672762"/>
                    <a:gd name="connsiteX10" fmla="*/ 2219294 w 2677922"/>
                    <a:gd name="connsiteY10" fmla="*/ 2118859 h 2672762"/>
                    <a:gd name="connsiteX11" fmla="*/ 2178531 w 2677922"/>
                    <a:gd name="connsiteY11" fmla="*/ 2120407 h 2672762"/>
                    <a:gd name="connsiteX12" fmla="*/ 2125386 w 2677922"/>
                    <a:gd name="connsiteY12" fmla="*/ 2172521 h 2672762"/>
                    <a:gd name="connsiteX13" fmla="*/ 2122806 w 2677922"/>
                    <a:gd name="connsiteY13" fmla="*/ 2217411 h 2672762"/>
                    <a:gd name="connsiteX14" fmla="*/ 2184723 w 2677922"/>
                    <a:gd name="connsiteY14" fmla="*/ 2334538 h 2672762"/>
                    <a:gd name="connsiteX15" fmla="*/ 2174404 w 2677922"/>
                    <a:gd name="connsiteY15" fmla="*/ 2395423 h 2672762"/>
                    <a:gd name="connsiteX16" fmla="*/ 2164084 w 2677922"/>
                    <a:gd name="connsiteY16" fmla="*/ 2404711 h 2672762"/>
                    <a:gd name="connsiteX17" fmla="*/ 2075336 w 2677922"/>
                    <a:gd name="connsiteY17" fmla="*/ 2401615 h 2672762"/>
                    <a:gd name="connsiteX18" fmla="*/ 1988652 w 2677922"/>
                    <a:gd name="connsiteY18" fmla="*/ 2320606 h 2672762"/>
                    <a:gd name="connsiteX19" fmla="*/ 1944277 w 2677922"/>
                    <a:gd name="connsiteY19" fmla="*/ 2311835 h 2672762"/>
                    <a:gd name="connsiteX20" fmla="*/ 1883392 w 2677922"/>
                    <a:gd name="connsiteY20" fmla="*/ 2346405 h 2672762"/>
                    <a:gd name="connsiteX21" fmla="*/ 1868429 w 2677922"/>
                    <a:gd name="connsiteY21" fmla="*/ 2391811 h 2672762"/>
                    <a:gd name="connsiteX22" fmla="*/ 1899388 w 2677922"/>
                    <a:gd name="connsiteY22" fmla="*/ 2526997 h 2672762"/>
                    <a:gd name="connsiteX23" fmla="*/ 1879264 w 2677922"/>
                    <a:gd name="connsiteY23" fmla="*/ 2571887 h 2672762"/>
                    <a:gd name="connsiteX24" fmla="*/ 1841082 w 2677922"/>
                    <a:gd name="connsiteY24" fmla="*/ 2588915 h 2672762"/>
                    <a:gd name="connsiteX25" fmla="*/ 1782777 w 2677922"/>
                    <a:gd name="connsiteY25" fmla="*/ 2568276 h 2672762"/>
                    <a:gd name="connsiteX26" fmla="*/ 1715184 w 2677922"/>
                    <a:gd name="connsiteY26" fmla="*/ 2459404 h 2672762"/>
                    <a:gd name="connsiteX27" fmla="*/ 1664618 w 2677922"/>
                    <a:gd name="connsiteY27" fmla="*/ 2435669 h 2672762"/>
                    <a:gd name="connsiteX28" fmla="*/ 1610440 w 2677922"/>
                    <a:gd name="connsiteY28" fmla="*/ 2450117 h 2672762"/>
                    <a:gd name="connsiteX29" fmla="*/ 1577418 w 2677922"/>
                    <a:gd name="connsiteY29" fmla="*/ 2495007 h 2672762"/>
                    <a:gd name="connsiteX30" fmla="*/ 1573806 w 2677922"/>
                    <a:gd name="connsiteY30" fmla="*/ 2616777 h 2672762"/>
                    <a:gd name="connsiteX31" fmla="*/ 1526852 w 2677922"/>
                    <a:gd name="connsiteY31" fmla="*/ 2672503 h 2672762"/>
                    <a:gd name="connsiteX32" fmla="*/ 1497441 w 2677922"/>
                    <a:gd name="connsiteY32" fmla="*/ 2676115 h 2672762"/>
                    <a:gd name="connsiteX33" fmla="*/ 1449972 w 2677922"/>
                    <a:gd name="connsiteY33" fmla="*/ 2644124 h 2672762"/>
                    <a:gd name="connsiteX34" fmla="*/ 1410241 w 2677922"/>
                    <a:gd name="connsiteY34" fmla="*/ 2514614 h 2672762"/>
                    <a:gd name="connsiteX35" fmla="*/ 1373091 w 2677922"/>
                    <a:gd name="connsiteY35" fmla="*/ 2482623 h 2672762"/>
                    <a:gd name="connsiteX36" fmla="*/ 1304982 w 2677922"/>
                    <a:gd name="connsiteY36" fmla="*/ 2483139 h 2672762"/>
                    <a:gd name="connsiteX37" fmla="*/ 1271959 w 2677922"/>
                    <a:gd name="connsiteY37" fmla="*/ 2511518 h 2672762"/>
                    <a:gd name="connsiteX38" fmla="*/ 1234293 w 2677922"/>
                    <a:gd name="connsiteY38" fmla="*/ 2633805 h 2672762"/>
                    <a:gd name="connsiteX39" fmla="*/ 1170828 w 2677922"/>
                    <a:gd name="connsiteY39" fmla="*/ 2674567 h 2672762"/>
                    <a:gd name="connsiteX40" fmla="*/ 1106847 w 2677922"/>
                    <a:gd name="connsiteY40" fmla="*/ 2602330 h 2672762"/>
                    <a:gd name="connsiteX41" fmla="*/ 1103751 w 2677922"/>
                    <a:gd name="connsiteY41" fmla="*/ 2491395 h 2672762"/>
                    <a:gd name="connsiteX42" fmla="*/ 1080532 w 2677922"/>
                    <a:gd name="connsiteY42" fmla="*/ 2454244 h 2672762"/>
                    <a:gd name="connsiteX43" fmla="*/ 1005199 w 2677922"/>
                    <a:gd name="connsiteY43" fmla="*/ 2435153 h 2672762"/>
                    <a:gd name="connsiteX44" fmla="*/ 969080 w 2677922"/>
                    <a:gd name="connsiteY44" fmla="*/ 2454244 h 2672762"/>
                    <a:gd name="connsiteX45" fmla="*/ 900456 w 2677922"/>
                    <a:gd name="connsiteY45" fmla="*/ 2564148 h 2672762"/>
                    <a:gd name="connsiteX46" fmla="*/ 836474 w 2677922"/>
                    <a:gd name="connsiteY46" fmla="*/ 2587367 h 2672762"/>
                    <a:gd name="connsiteX47" fmla="*/ 831830 w 2677922"/>
                    <a:gd name="connsiteY47" fmla="*/ 2585819 h 2672762"/>
                    <a:gd name="connsiteX48" fmla="*/ 785392 w 2677922"/>
                    <a:gd name="connsiteY48" fmla="*/ 2504810 h 2672762"/>
                    <a:gd name="connsiteX49" fmla="*/ 811707 w 2677922"/>
                    <a:gd name="connsiteY49" fmla="*/ 2390779 h 2672762"/>
                    <a:gd name="connsiteX50" fmla="*/ 794680 w 2677922"/>
                    <a:gd name="connsiteY50" fmla="*/ 2344341 h 2672762"/>
                    <a:gd name="connsiteX51" fmla="*/ 739470 w 2677922"/>
                    <a:gd name="connsiteY51" fmla="*/ 2312351 h 2672762"/>
                    <a:gd name="connsiteX52" fmla="*/ 689421 w 2677922"/>
                    <a:gd name="connsiteY52" fmla="*/ 2321638 h 2672762"/>
                    <a:gd name="connsiteX53" fmla="*/ 596029 w 2677922"/>
                    <a:gd name="connsiteY53" fmla="*/ 2408838 h 2672762"/>
                    <a:gd name="connsiteX54" fmla="*/ 530500 w 2677922"/>
                    <a:gd name="connsiteY54" fmla="*/ 2415030 h 2672762"/>
                    <a:gd name="connsiteX55" fmla="*/ 521212 w 2677922"/>
                    <a:gd name="connsiteY55" fmla="*/ 2408838 h 2672762"/>
                    <a:gd name="connsiteX56" fmla="*/ 500573 w 2677922"/>
                    <a:gd name="connsiteY56" fmla="*/ 2322670 h 2672762"/>
                    <a:gd name="connsiteX57" fmla="*/ 556298 w 2677922"/>
                    <a:gd name="connsiteY57" fmla="*/ 2217927 h 2672762"/>
                    <a:gd name="connsiteX58" fmla="*/ 552171 w 2677922"/>
                    <a:gd name="connsiteY58" fmla="*/ 2168909 h 2672762"/>
                    <a:gd name="connsiteX59" fmla="*/ 505733 w 2677922"/>
                    <a:gd name="connsiteY59" fmla="*/ 2122987 h 2672762"/>
                    <a:gd name="connsiteX60" fmla="*/ 457747 w 2677922"/>
                    <a:gd name="connsiteY60" fmla="*/ 2119375 h 2672762"/>
                    <a:gd name="connsiteX61" fmla="*/ 341652 w 2677922"/>
                    <a:gd name="connsiteY61" fmla="*/ 2180777 h 2672762"/>
                    <a:gd name="connsiteX62" fmla="*/ 278187 w 2677922"/>
                    <a:gd name="connsiteY62" fmla="*/ 2168909 h 2672762"/>
                    <a:gd name="connsiteX63" fmla="*/ 274059 w 2677922"/>
                    <a:gd name="connsiteY63" fmla="*/ 2164265 h 2672762"/>
                    <a:gd name="connsiteX64" fmla="*/ 276639 w 2677922"/>
                    <a:gd name="connsiteY64" fmla="*/ 2069325 h 2672762"/>
                    <a:gd name="connsiteX65" fmla="*/ 354551 w 2677922"/>
                    <a:gd name="connsiteY65" fmla="*/ 1986253 h 2672762"/>
                    <a:gd name="connsiteX66" fmla="*/ 363839 w 2677922"/>
                    <a:gd name="connsiteY66" fmla="*/ 1940847 h 2672762"/>
                    <a:gd name="connsiteX67" fmla="*/ 328237 w 2677922"/>
                    <a:gd name="connsiteY67" fmla="*/ 1878930 h 2672762"/>
                    <a:gd name="connsiteX68" fmla="*/ 283347 w 2677922"/>
                    <a:gd name="connsiteY68" fmla="*/ 1866030 h 2672762"/>
                    <a:gd name="connsiteX69" fmla="*/ 170864 w 2677922"/>
                    <a:gd name="connsiteY69" fmla="*/ 1891829 h 2672762"/>
                    <a:gd name="connsiteX70" fmla="*/ 155900 w 2677922"/>
                    <a:gd name="connsiteY70" fmla="*/ 1895441 h 2672762"/>
                    <a:gd name="connsiteX71" fmla="*/ 100175 w 2677922"/>
                    <a:gd name="connsiteY71" fmla="*/ 1868094 h 2672762"/>
                    <a:gd name="connsiteX72" fmla="*/ 87275 w 2677922"/>
                    <a:gd name="connsiteY72" fmla="*/ 1838168 h 2672762"/>
                    <a:gd name="connsiteX73" fmla="*/ 107915 w 2677922"/>
                    <a:gd name="connsiteY73" fmla="*/ 1779862 h 2672762"/>
                    <a:gd name="connsiteX74" fmla="*/ 213690 w 2677922"/>
                    <a:gd name="connsiteY74" fmla="*/ 1713817 h 2672762"/>
                    <a:gd name="connsiteX75" fmla="*/ 238972 w 2677922"/>
                    <a:gd name="connsiteY75" fmla="*/ 1654480 h 2672762"/>
                    <a:gd name="connsiteX76" fmla="*/ 222977 w 2677922"/>
                    <a:gd name="connsiteY76" fmla="*/ 1600818 h 2672762"/>
                    <a:gd name="connsiteX77" fmla="*/ 184279 w 2677922"/>
                    <a:gd name="connsiteY77" fmla="*/ 1575019 h 2672762"/>
                    <a:gd name="connsiteX78" fmla="*/ 59413 w 2677922"/>
                    <a:gd name="connsiteY78" fmla="*/ 1571407 h 2672762"/>
                    <a:gd name="connsiteX79" fmla="*/ 3687 w 2677922"/>
                    <a:gd name="connsiteY79" fmla="*/ 1524453 h 2672762"/>
                    <a:gd name="connsiteX80" fmla="*/ 1623 w 2677922"/>
                    <a:gd name="connsiteY80" fmla="*/ 1513618 h 2672762"/>
                    <a:gd name="connsiteX81" fmla="*/ 48577 w 2677922"/>
                    <a:gd name="connsiteY81" fmla="*/ 1442413 h 2672762"/>
                    <a:gd name="connsiteX82" fmla="*/ 160544 w 2677922"/>
                    <a:gd name="connsiteY82" fmla="*/ 1408358 h 2672762"/>
                    <a:gd name="connsiteX83" fmla="*/ 194083 w 2677922"/>
                    <a:gd name="connsiteY83" fmla="*/ 1370692 h 2672762"/>
                    <a:gd name="connsiteX84" fmla="*/ 192534 w 2677922"/>
                    <a:gd name="connsiteY84" fmla="*/ 1298971 h 2672762"/>
                    <a:gd name="connsiteX85" fmla="*/ 166220 w 2677922"/>
                    <a:gd name="connsiteY85" fmla="*/ 1269560 h 2672762"/>
                    <a:gd name="connsiteX86" fmla="*/ 47029 w 2677922"/>
                    <a:gd name="connsiteY86" fmla="*/ 1232926 h 2672762"/>
                    <a:gd name="connsiteX87" fmla="*/ 1623 w 2677922"/>
                    <a:gd name="connsiteY87" fmla="*/ 1166881 h 2672762"/>
                    <a:gd name="connsiteX88" fmla="*/ 6267 w 2677922"/>
                    <a:gd name="connsiteY88" fmla="*/ 1139534 h 2672762"/>
                    <a:gd name="connsiteX89" fmla="*/ 49093 w 2677922"/>
                    <a:gd name="connsiteY89" fmla="*/ 1105480 h 2672762"/>
                    <a:gd name="connsiteX90" fmla="*/ 164672 w 2677922"/>
                    <a:gd name="connsiteY90" fmla="*/ 1101868 h 2672762"/>
                    <a:gd name="connsiteX91" fmla="*/ 181699 w 2677922"/>
                    <a:gd name="connsiteY91" fmla="*/ 1101352 h 2672762"/>
                    <a:gd name="connsiteX92" fmla="*/ 227621 w 2677922"/>
                    <a:gd name="connsiteY92" fmla="*/ 1065233 h 2672762"/>
                    <a:gd name="connsiteX93" fmla="*/ 241036 w 2677922"/>
                    <a:gd name="connsiteY93" fmla="*/ 1014152 h 2672762"/>
                    <a:gd name="connsiteX94" fmla="*/ 219366 w 2677922"/>
                    <a:gd name="connsiteY94" fmla="*/ 965650 h 2672762"/>
                    <a:gd name="connsiteX95" fmla="*/ 113590 w 2677922"/>
                    <a:gd name="connsiteY95" fmla="*/ 899605 h 2672762"/>
                    <a:gd name="connsiteX96" fmla="*/ 89855 w 2677922"/>
                    <a:gd name="connsiteY96" fmla="*/ 832012 h 2672762"/>
                    <a:gd name="connsiteX97" fmla="*/ 104818 w 2677922"/>
                    <a:gd name="connsiteY97" fmla="*/ 799505 h 2672762"/>
                    <a:gd name="connsiteX98" fmla="*/ 151256 w 2677922"/>
                    <a:gd name="connsiteY98" fmla="*/ 779898 h 2672762"/>
                    <a:gd name="connsiteX99" fmla="*/ 283347 w 2677922"/>
                    <a:gd name="connsiteY99" fmla="*/ 810341 h 2672762"/>
                    <a:gd name="connsiteX100" fmla="*/ 331332 w 2677922"/>
                    <a:gd name="connsiteY100" fmla="*/ 794345 h 2672762"/>
                    <a:gd name="connsiteX101" fmla="*/ 363839 w 2677922"/>
                    <a:gd name="connsiteY101" fmla="*/ 737588 h 2672762"/>
                    <a:gd name="connsiteX102" fmla="*/ 354551 w 2677922"/>
                    <a:gd name="connsiteY102" fmla="*/ 689086 h 2672762"/>
                    <a:gd name="connsiteX103" fmla="*/ 266835 w 2677922"/>
                    <a:gd name="connsiteY103" fmla="*/ 595694 h 2672762"/>
                    <a:gd name="connsiteX104" fmla="*/ 261675 w 2677922"/>
                    <a:gd name="connsiteY104" fmla="*/ 529133 h 2672762"/>
                    <a:gd name="connsiteX105" fmla="*/ 270447 w 2677922"/>
                    <a:gd name="connsiteY105" fmla="*/ 516233 h 2672762"/>
                    <a:gd name="connsiteX106" fmla="*/ 349907 w 2677922"/>
                    <a:gd name="connsiteY106" fmla="*/ 498690 h 2672762"/>
                    <a:gd name="connsiteX107" fmla="*/ 457231 w 2677922"/>
                    <a:gd name="connsiteY107" fmla="*/ 555964 h 2672762"/>
                    <a:gd name="connsiteX108" fmla="*/ 507797 w 2677922"/>
                    <a:gd name="connsiteY108" fmla="*/ 551320 h 2672762"/>
                    <a:gd name="connsiteX109" fmla="*/ 551139 w 2677922"/>
                    <a:gd name="connsiteY109" fmla="*/ 508494 h 2672762"/>
                    <a:gd name="connsiteX110" fmla="*/ 556815 w 2677922"/>
                    <a:gd name="connsiteY110" fmla="*/ 456896 h 2672762"/>
                    <a:gd name="connsiteX111" fmla="*/ 494381 w 2677922"/>
                    <a:gd name="connsiteY111" fmla="*/ 339769 h 2672762"/>
                    <a:gd name="connsiteX112" fmla="*/ 505217 w 2677922"/>
                    <a:gd name="connsiteY112" fmla="*/ 280432 h 2672762"/>
                    <a:gd name="connsiteX113" fmla="*/ 537723 w 2677922"/>
                    <a:gd name="connsiteY113" fmla="*/ 256181 h 2672762"/>
                    <a:gd name="connsiteX114" fmla="*/ 590353 w 2677922"/>
                    <a:gd name="connsiteY114" fmla="*/ 261857 h 2672762"/>
                    <a:gd name="connsiteX115" fmla="*/ 679617 w 2677922"/>
                    <a:gd name="connsiteY115" fmla="*/ 344929 h 2672762"/>
                    <a:gd name="connsiteX116" fmla="*/ 754950 w 2677922"/>
                    <a:gd name="connsiteY116" fmla="*/ 355765 h 2672762"/>
                    <a:gd name="connsiteX117" fmla="*/ 797260 w 2677922"/>
                    <a:gd name="connsiteY117" fmla="*/ 329450 h 2672762"/>
                    <a:gd name="connsiteX118" fmla="*/ 811707 w 2677922"/>
                    <a:gd name="connsiteY118" fmla="*/ 285076 h 2672762"/>
                    <a:gd name="connsiteX119" fmla="*/ 781781 w 2677922"/>
                    <a:gd name="connsiteY119" fmla="*/ 156081 h 2672762"/>
                    <a:gd name="connsiteX120" fmla="*/ 807064 w 2677922"/>
                    <a:gd name="connsiteY120" fmla="*/ 100872 h 2672762"/>
                    <a:gd name="connsiteX121" fmla="*/ 841634 w 2677922"/>
                    <a:gd name="connsiteY121" fmla="*/ 86424 h 2672762"/>
                    <a:gd name="connsiteX122" fmla="*/ 896328 w 2677922"/>
                    <a:gd name="connsiteY122" fmla="*/ 106031 h 2672762"/>
                    <a:gd name="connsiteX123" fmla="*/ 965469 w 2677922"/>
                    <a:gd name="connsiteY123" fmla="*/ 217483 h 2672762"/>
                    <a:gd name="connsiteX124" fmla="*/ 1013455 w 2677922"/>
                    <a:gd name="connsiteY124" fmla="*/ 240702 h 2672762"/>
                    <a:gd name="connsiteX125" fmla="*/ 1077952 w 2677922"/>
                    <a:gd name="connsiteY125" fmla="*/ 222642 h 2672762"/>
                    <a:gd name="connsiteX126" fmla="*/ 1101687 w 2677922"/>
                    <a:gd name="connsiteY126" fmla="*/ 188072 h 2672762"/>
                    <a:gd name="connsiteX127" fmla="*/ 1106847 w 2677922"/>
                    <a:gd name="connsiteY127" fmla="*/ 53918 h 2672762"/>
                    <a:gd name="connsiteX128" fmla="*/ 1145029 w 2677922"/>
                    <a:gd name="connsiteY128" fmla="*/ 4900 h 2672762"/>
                    <a:gd name="connsiteX129" fmla="*/ 1158960 w 2677922"/>
                    <a:gd name="connsiteY129" fmla="*/ 1804 h 2672762"/>
                    <a:gd name="connsiteX130" fmla="*/ 1235841 w 2677922"/>
                    <a:gd name="connsiteY130" fmla="*/ 48758 h 2672762"/>
                    <a:gd name="connsiteX131" fmla="*/ 1269895 w 2677922"/>
                    <a:gd name="connsiteY131" fmla="*/ 162273 h 2672762"/>
                    <a:gd name="connsiteX132" fmla="*/ 1303434 w 2677922"/>
                    <a:gd name="connsiteY132" fmla="*/ 192716 h 2672762"/>
                    <a:gd name="connsiteX133" fmla="*/ 1376702 w 2677922"/>
                    <a:gd name="connsiteY133" fmla="*/ 192716 h 2672762"/>
                    <a:gd name="connsiteX134" fmla="*/ 1409209 w 2677922"/>
                    <a:gd name="connsiteY134" fmla="*/ 163305 h 2672762"/>
                    <a:gd name="connsiteX135" fmla="*/ 1447392 w 2677922"/>
                    <a:gd name="connsiteY135" fmla="*/ 37922 h 2672762"/>
                    <a:gd name="connsiteX136" fmla="*/ 1499505 w 2677922"/>
                    <a:gd name="connsiteY136" fmla="*/ 256 h 2672762"/>
                    <a:gd name="connsiteX137" fmla="*/ 1513436 w 2677922"/>
                    <a:gd name="connsiteY137" fmla="*/ 772 h 2672762"/>
                    <a:gd name="connsiteX138" fmla="*/ 1573290 w 2677922"/>
                    <a:gd name="connsiteY138" fmla="*/ 65269 h 2672762"/>
                    <a:gd name="connsiteX139" fmla="*/ 1576902 w 2677922"/>
                    <a:gd name="connsiteY139" fmla="*/ 185492 h 2672762"/>
                    <a:gd name="connsiteX140" fmla="*/ 1598057 w 2677922"/>
                    <a:gd name="connsiteY140" fmla="*/ 220578 h 2672762"/>
                    <a:gd name="connsiteX141" fmla="*/ 1674422 w 2677922"/>
                    <a:gd name="connsiteY141" fmla="*/ 240702 h 2672762"/>
                    <a:gd name="connsiteX142" fmla="*/ 1710540 w 2677922"/>
                    <a:gd name="connsiteY142" fmla="*/ 221610 h 2672762"/>
                    <a:gd name="connsiteX143" fmla="*/ 1779165 w 2677922"/>
                    <a:gd name="connsiteY143" fmla="*/ 111707 h 2672762"/>
                    <a:gd name="connsiteX144" fmla="*/ 1845726 w 2677922"/>
                    <a:gd name="connsiteY144" fmla="*/ 88488 h 2672762"/>
                    <a:gd name="connsiteX145" fmla="*/ 1857594 w 2677922"/>
                    <a:gd name="connsiteY145" fmla="*/ 92616 h 2672762"/>
                    <a:gd name="connsiteX146" fmla="*/ 1895260 w 2677922"/>
                    <a:gd name="connsiteY146" fmla="*/ 166401 h 2672762"/>
                    <a:gd name="connsiteX147" fmla="*/ 1868429 w 2677922"/>
                    <a:gd name="connsiteY147" fmla="*/ 281980 h 2672762"/>
                    <a:gd name="connsiteX148" fmla="*/ 1887004 w 2677922"/>
                    <a:gd name="connsiteY148" fmla="*/ 332030 h 2672762"/>
                    <a:gd name="connsiteX149" fmla="*/ 1946857 w 2677922"/>
                    <a:gd name="connsiteY149" fmla="*/ 365052 h 2672762"/>
                    <a:gd name="connsiteX150" fmla="*/ 1986588 w 2677922"/>
                    <a:gd name="connsiteY150" fmla="*/ 355765 h 2672762"/>
                    <a:gd name="connsiteX151" fmla="*/ 2081528 w 2677922"/>
                    <a:gd name="connsiteY151" fmla="*/ 267532 h 2672762"/>
                    <a:gd name="connsiteX152" fmla="*/ 2151701 w 2677922"/>
                    <a:gd name="connsiteY152" fmla="*/ 261857 h 2672762"/>
                    <a:gd name="connsiteX153" fmla="*/ 2155312 w 2677922"/>
                    <a:gd name="connsiteY153" fmla="*/ 264437 h 2672762"/>
                    <a:gd name="connsiteX154" fmla="*/ 2177500 w 2677922"/>
                    <a:gd name="connsiteY154" fmla="*/ 353701 h 2672762"/>
                    <a:gd name="connsiteX155" fmla="*/ 2122290 w 2677922"/>
                    <a:gd name="connsiteY155" fmla="*/ 456896 h 2672762"/>
                    <a:gd name="connsiteX156" fmla="*/ 2126934 w 2677922"/>
                    <a:gd name="connsiteY156" fmla="*/ 505914 h 2672762"/>
                    <a:gd name="connsiteX157" fmla="*/ 2173372 w 2677922"/>
                    <a:gd name="connsiteY157" fmla="*/ 551836 h 2672762"/>
                    <a:gd name="connsiteX158" fmla="*/ 2219810 w 2677922"/>
                    <a:gd name="connsiteY158" fmla="*/ 555964 h 2672762"/>
                    <a:gd name="connsiteX159" fmla="*/ 2336937 w 2677922"/>
                    <a:gd name="connsiteY159" fmla="*/ 494046 h 2672762"/>
                    <a:gd name="connsiteX160" fmla="*/ 2400917 w 2677922"/>
                    <a:gd name="connsiteY160" fmla="*/ 507462 h 2672762"/>
                    <a:gd name="connsiteX161" fmla="*/ 2420525 w 2677922"/>
                    <a:gd name="connsiteY161" fmla="*/ 533777 h 2672762"/>
                    <a:gd name="connsiteX162" fmla="*/ 2415365 w 2677922"/>
                    <a:gd name="connsiteY162" fmla="*/ 591566 h 2672762"/>
                    <a:gd name="connsiteX163" fmla="*/ 2321973 w 2677922"/>
                    <a:gd name="connsiteY163" fmla="*/ 692182 h 2672762"/>
                    <a:gd name="connsiteX164" fmla="*/ 2313718 w 2677922"/>
                    <a:gd name="connsiteY164" fmla="*/ 733460 h 2672762"/>
                    <a:gd name="connsiteX165" fmla="*/ 2349320 w 2677922"/>
                    <a:gd name="connsiteY165" fmla="*/ 795377 h 2672762"/>
                    <a:gd name="connsiteX166" fmla="*/ 2394726 w 2677922"/>
                    <a:gd name="connsiteY166" fmla="*/ 810341 h 2672762"/>
                    <a:gd name="connsiteX167" fmla="*/ 2526816 w 2677922"/>
                    <a:gd name="connsiteY167" fmla="*/ 780414 h 2672762"/>
                    <a:gd name="connsiteX168" fmla="*/ 2575834 w 2677922"/>
                    <a:gd name="connsiteY168" fmla="*/ 803117 h 2672762"/>
                    <a:gd name="connsiteX169" fmla="*/ 2591313 w 2677922"/>
                    <a:gd name="connsiteY169" fmla="*/ 838719 h 2672762"/>
                    <a:gd name="connsiteX170" fmla="*/ 2570158 w 2677922"/>
                    <a:gd name="connsiteY170" fmla="*/ 896509 h 2672762"/>
                    <a:gd name="connsiteX171" fmla="*/ 2461287 w 2677922"/>
                    <a:gd name="connsiteY171" fmla="*/ 964102 h 2672762"/>
                    <a:gd name="connsiteX172" fmla="*/ 2438068 w 2677922"/>
                    <a:gd name="connsiteY172" fmla="*/ 1014668 h 2672762"/>
                    <a:gd name="connsiteX173" fmla="*/ 2454063 w 2677922"/>
                    <a:gd name="connsiteY173" fmla="*/ 1073489 h 2672762"/>
                    <a:gd name="connsiteX174" fmla="*/ 2492762 w 2677922"/>
                    <a:gd name="connsiteY174" fmla="*/ 1100836 h 2672762"/>
                    <a:gd name="connsiteX175" fmla="*/ 2628464 w 2677922"/>
                    <a:gd name="connsiteY175" fmla="*/ 1105996 h 2672762"/>
                    <a:gd name="connsiteX176" fmla="*/ 2672322 w 2677922"/>
                    <a:gd name="connsiteY176" fmla="*/ 1140566 h 2672762"/>
                    <a:gd name="connsiteX177" fmla="*/ 2677998 w 2677922"/>
                    <a:gd name="connsiteY177" fmla="*/ 1182360 h 2672762"/>
                    <a:gd name="connsiteX178" fmla="*/ 2644459 w 2677922"/>
                    <a:gd name="connsiteY178" fmla="*/ 1229830 h 2672762"/>
                    <a:gd name="connsiteX179" fmla="*/ 2522172 w 2677922"/>
                    <a:gd name="connsiteY179" fmla="*/ 1267497 h 2672762"/>
                    <a:gd name="connsiteX180" fmla="*/ 2483990 w 2677922"/>
                    <a:gd name="connsiteY180" fmla="*/ 1315998 h 2672762"/>
                    <a:gd name="connsiteX181" fmla="*/ 2486570 w 2677922"/>
                    <a:gd name="connsiteY181" fmla="*/ 1379980 h 2672762"/>
                    <a:gd name="connsiteX182" fmla="*/ 2512885 w 2677922"/>
                    <a:gd name="connsiteY182" fmla="*/ 1407842 h 2672762"/>
                    <a:gd name="connsiteX183" fmla="*/ 2641363 w 2677922"/>
                    <a:gd name="connsiteY183" fmla="*/ 1447057 h 2672762"/>
                    <a:gd name="connsiteX184" fmla="*/ 2677998 w 2677922"/>
                    <a:gd name="connsiteY184" fmla="*/ 1498138 h 2672762"/>
                    <a:gd name="connsiteX185" fmla="*/ 2677998 w 2677922"/>
                    <a:gd name="connsiteY185" fmla="*/ 1507426 h 2672762"/>
                    <a:gd name="connsiteX186" fmla="*/ 2611952 w 2677922"/>
                    <a:gd name="connsiteY186" fmla="*/ 1572955 h 2672762"/>
                    <a:gd name="connsiteX187" fmla="*/ 2490182 w 2677922"/>
                    <a:gd name="connsiteY187" fmla="*/ 1576567 h 2672762"/>
                    <a:gd name="connsiteX188" fmla="*/ 2457675 w 2677922"/>
                    <a:gd name="connsiteY188" fmla="*/ 1596690 h 2672762"/>
                    <a:gd name="connsiteX189" fmla="*/ 2437036 w 2677922"/>
                    <a:gd name="connsiteY189" fmla="*/ 1673055 h 2672762"/>
                    <a:gd name="connsiteX190" fmla="*/ 2457159 w 2677922"/>
                    <a:gd name="connsiteY190" fmla="*/ 1710205 h 2672762"/>
                    <a:gd name="connsiteX191" fmla="*/ 2564483 w 2677922"/>
                    <a:gd name="connsiteY191" fmla="*/ 1777282 h 2672762"/>
                    <a:gd name="connsiteX192" fmla="*/ 2588733 w 2677922"/>
                    <a:gd name="connsiteY192" fmla="*/ 1845907 h 2672762"/>
                    <a:gd name="connsiteX193" fmla="*/ 2571706 w 2677922"/>
                    <a:gd name="connsiteY193" fmla="*/ 1880994 h 2672762"/>
                    <a:gd name="connsiteX194" fmla="*/ 2538684 w 2677922"/>
                    <a:gd name="connsiteY194" fmla="*/ 1897505 h 2672762"/>
                    <a:gd name="connsiteX195" fmla="*/ 1338521 w 2677922"/>
                    <a:gd name="connsiteY195" fmla="*/ 2312867 h 2672762"/>
                    <a:gd name="connsiteX196" fmla="*/ 2316814 w 2677922"/>
                    <a:gd name="connsiteY196" fmla="*/ 1335605 h 2672762"/>
                    <a:gd name="connsiteX197" fmla="*/ 1340068 w 2677922"/>
                    <a:gd name="connsiteY197" fmla="*/ 359376 h 2672762"/>
                    <a:gd name="connsiteX198" fmla="*/ 361775 w 2677922"/>
                    <a:gd name="connsiteY198" fmla="*/ 1331994 h 2672762"/>
                    <a:gd name="connsiteX199" fmla="*/ 1338521 w 2677922"/>
                    <a:gd name="connsiteY199" fmla="*/ 2312867 h 2672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  <a:cxn ang="0">
                      <a:pos x="connsiteX191" y="connsiteY191"/>
                    </a:cxn>
                    <a:cxn ang="0">
                      <a:pos x="connsiteX192" y="connsiteY192"/>
                    </a:cxn>
                    <a:cxn ang="0">
                      <a:pos x="connsiteX193" y="connsiteY193"/>
                    </a:cxn>
                    <a:cxn ang="0">
                      <a:pos x="connsiteX194" y="connsiteY194"/>
                    </a:cxn>
                    <a:cxn ang="0">
                      <a:pos x="connsiteX195" y="connsiteY195"/>
                    </a:cxn>
                    <a:cxn ang="0">
                      <a:pos x="connsiteX196" y="connsiteY196"/>
                    </a:cxn>
                    <a:cxn ang="0">
                      <a:pos x="connsiteX197" y="connsiteY197"/>
                    </a:cxn>
                    <a:cxn ang="0">
                      <a:pos x="connsiteX198" y="connsiteY198"/>
                    </a:cxn>
                    <a:cxn ang="0">
                      <a:pos x="connsiteX199" y="connsiteY199"/>
                    </a:cxn>
                  </a:cxnLst>
                  <a:rect l="l" t="t" r="r" b="b"/>
                  <a:pathLst>
                    <a:path w="2677922" h="2672762">
                      <a:moveTo>
                        <a:pt x="2538684" y="1897505"/>
                      </a:moveTo>
                      <a:cubicBezTo>
                        <a:pt x="2511337" y="1891313"/>
                        <a:pt x="2483990" y="1885121"/>
                        <a:pt x="2456643" y="1879446"/>
                      </a:cubicBezTo>
                      <a:cubicBezTo>
                        <a:pt x="2434456" y="1874286"/>
                        <a:pt x="2411753" y="1869642"/>
                        <a:pt x="2389566" y="1863966"/>
                      </a:cubicBezTo>
                      <a:cubicBezTo>
                        <a:pt x="2375119" y="1860354"/>
                        <a:pt x="2363767" y="1864482"/>
                        <a:pt x="2354479" y="1874802"/>
                      </a:cubicBezTo>
                      <a:cubicBezTo>
                        <a:pt x="2335389" y="1896989"/>
                        <a:pt x="2320425" y="1922272"/>
                        <a:pt x="2312170" y="1950651"/>
                      </a:cubicBezTo>
                      <a:cubicBezTo>
                        <a:pt x="2308042" y="1964066"/>
                        <a:pt x="2314234" y="1973869"/>
                        <a:pt x="2322489" y="1983157"/>
                      </a:cubicBezTo>
                      <a:cubicBezTo>
                        <a:pt x="2352416" y="2015664"/>
                        <a:pt x="2382858" y="2048170"/>
                        <a:pt x="2412785" y="2080161"/>
                      </a:cubicBezTo>
                      <a:cubicBezTo>
                        <a:pt x="2435488" y="2104412"/>
                        <a:pt x="2436520" y="2118859"/>
                        <a:pt x="2418461" y="2146722"/>
                      </a:cubicBezTo>
                      <a:cubicBezTo>
                        <a:pt x="2417429" y="2148270"/>
                        <a:pt x="2416397" y="2150334"/>
                        <a:pt x="2414849" y="2151882"/>
                      </a:cubicBezTo>
                      <a:cubicBezTo>
                        <a:pt x="2380795" y="2197804"/>
                        <a:pt x="2365831" y="2198320"/>
                        <a:pt x="2324037" y="2174585"/>
                      </a:cubicBezTo>
                      <a:cubicBezTo>
                        <a:pt x="2289982" y="2154978"/>
                        <a:pt x="2253864" y="2137434"/>
                        <a:pt x="2219294" y="2118859"/>
                      </a:cubicBezTo>
                      <a:cubicBezTo>
                        <a:pt x="2204846" y="2111120"/>
                        <a:pt x="2191431" y="2111120"/>
                        <a:pt x="2178531" y="2120407"/>
                      </a:cubicBezTo>
                      <a:cubicBezTo>
                        <a:pt x="2157892" y="2134855"/>
                        <a:pt x="2140349" y="2152398"/>
                        <a:pt x="2125386" y="2172521"/>
                      </a:cubicBezTo>
                      <a:cubicBezTo>
                        <a:pt x="2114550" y="2186968"/>
                        <a:pt x="2114034" y="2201416"/>
                        <a:pt x="2122806" y="2217411"/>
                      </a:cubicBezTo>
                      <a:cubicBezTo>
                        <a:pt x="2143961" y="2256109"/>
                        <a:pt x="2164600" y="2295323"/>
                        <a:pt x="2184723" y="2334538"/>
                      </a:cubicBezTo>
                      <a:cubicBezTo>
                        <a:pt x="2198655" y="2361885"/>
                        <a:pt x="2196591" y="2374268"/>
                        <a:pt x="2174404" y="2395423"/>
                      </a:cubicBezTo>
                      <a:cubicBezTo>
                        <a:pt x="2170792" y="2398519"/>
                        <a:pt x="2167696" y="2402131"/>
                        <a:pt x="2164084" y="2404711"/>
                      </a:cubicBezTo>
                      <a:cubicBezTo>
                        <a:pt x="2131062" y="2428962"/>
                        <a:pt x="2114034" y="2440829"/>
                        <a:pt x="2075336" y="2401615"/>
                      </a:cubicBezTo>
                      <a:cubicBezTo>
                        <a:pt x="2047473" y="2373236"/>
                        <a:pt x="2017547" y="2347953"/>
                        <a:pt x="1988652" y="2320606"/>
                      </a:cubicBezTo>
                      <a:cubicBezTo>
                        <a:pt x="1975236" y="2307707"/>
                        <a:pt x="1960789" y="2305127"/>
                        <a:pt x="1944277" y="2311835"/>
                      </a:cubicBezTo>
                      <a:cubicBezTo>
                        <a:pt x="1922607" y="2320606"/>
                        <a:pt x="1901968" y="2331958"/>
                        <a:pt x="1883392" y="2346405"/>
                      </a:cubicBezTo>
                      <a:cubicBezTo>
                        <a:pt x="1867913" y="2358273"/>
                        <a:pt x="1863785" y="2373236"/>
                        <a:pt x="1868429" y="2391811"/>
                      </a:cubicBezTo>
                      <a:cubicBezTo>
                        <a:pt x="1879264" y="2436701"/>
                        <a:pt x="1889584" y="2482107"/>
                        <a:pt x="1899388" y="2526997"/>
                      </a:cubicBezTo>
                      <a:cubicBezTo>
                        <a:pt x="1903516" y="2546604"/>
                        <a:pt x="1896808" y="2561568"/>
                        <a:pt x="1879264" y="2571887"/>
                      </a:cubicBezTo>
                      <a:cubicBezTo>
                        <a:pt x="1867397" y="2579111"/>
                        <a:pt x="1854498" y="2584787"/>
                        <a:pt x="1841082" y="2588915"/>
                      </a:cubicBezTo>
                      <a:cubicBezTo>
                        <a:pt x="1813736" y="2597686"/>
                        <a:pt x="1798256" y="2592526"/>
                        <a:pt x="1782777" y="2568276"/>
                      </a:cubicBezTo>
                      <a:cubicBezTo>
                        <a:pt x="1760074" y="2532157"/>
                        <a:pt x="1736855" y="2496555"/>
                        <a:pt x="1715184" y="2459404"/>
                      </a:cubicBezTo>
                      <a:cubicBezTo>
                        <a:pt x="1703316" y="2439281"/>
                        <a:pt x="1687837" y="2431542"/>
                        <a:pt x="1664618" y="2435669"/>
                      </a:cubicBezTo>
                      <a:cubicBezTo>
                        <a:pt x="1646043" y="2439281"/>
                        <a:pt x="1627984" y="2443925"/>
                        <a:pt x="1610440" y="2450117"/>
                      </a:cubicBezTo>
                      <a:cubicBezTo>
                        <a:pt x="1586190" y="2458888"/>
                        <a:pt x="1578450" y="2469208"/>
                        <a:pt x="1577418" y="2495007"/>
                      </a:cubicBezTo>
                      <a:cubicBezTo>
                        <a:pt x="1575870" y="2535769"/>
                        <a:pt x="1574838" y="2576015"/>
                        <a:pt x="1573806" y="2616777"/>
                      </a:cubicBezTo>
                      <a:cubicBezTo>
                        <a:pt x="1572774" y="2653928"/>
                        <a:pt x="1563487" y="2665795"/>
                        <a:pt x="1526852" y="2672503"/>
                      </a:cubicBezTo>
                      <a:cubicBezTo>
                        <a:pt x="1517049" y="2674567"/>
                        <a:pt x="1507245" y="2675599"/>
                        <a:pt x="1497441" y="2676115"/>
                      </a:cubicBezTo>
                      <a:cubicBezTo>
                        <a:pt x="1473191" y="2677663"/>
                        <a:pt x="1457711" y="2667859"/>
                        <a:pt x="1449972" y="2644124"/>
                      </a:cubicBezTo>
                      <a:cubicBezTo>
                        <a:pt x="1436040" y="2600782"/>
                        <a:pt x="1422624" y="2557956"/>
                        <a:pt x="1410241" y="2514614"/>
                      </a:cubicBezTo>
                      <a:cubicBezTo>
                        <a:pt x="1404565" y="2495007"/>
                        <a:pt x="1392698" y="2485719"/>
                        <a:pt x="1373091" y="2482623"/>
                      </a:cubicBezTo>
                      <a:cubicBezTo>
                        <a:pt x="1350388" y="2479527"/>
                        <a:pt x="1327685" y="2479527"/>
                        <a:pt x="1304982" y="2483139"/>
                      </a:cubicBezTo>
                      <a:cubicBezTo>
                        <a:pt x="1287955" y="2485719"/>
                        <a:pt x="1277119" y="2494491"/>
                        <a:pt x="1271959" y="2511518"/>
                      </a:cubicBezTo>
                      <a:cubicBezTo>
                        <a:pt x="1260092" y="2552280"/>
                        <a:pt x="1247192" y="2593042"/>
                        <a:pt x="1234293" y="2633805"/>
                      </a:cubicBezTo>
                      <a:cubicBezTo>
                        <a:pt x="1222941" y="2670439"/>
                        <a:pt x="1208494" y="2679727"/>
                        <a:pt x="1170828" y="2674567"/>
                      </a:cubicBezTo>
                      <a:cubicBezTo>
                        <a:pt x="1114070" y="2666827"/>
                        <a:pt x="1107362" y="2659087"/>
                        <a:pt x="1106847" y="2602330"/>
                      </a:cubicBezTo>
                      <a:cubicBezTo>
                        <a:pt x="1106331" y="2565180"/>
                        <a:pt x="1104783" y="2528545"/>
                        <a:pt x="1103751" y="2491395"/>
                      </a:cubicBezTo>
                      <a:cubicBezTo>
                        <a:pt x="1103234" y="2474368"/>
                        <a:pt x="1096527" y="2460952"/>
                        <a:pt x="1080532" y="2454244"/>
                      </a:cubicBezTo>
                      <a:cubicBezTo>
                        <a:pt x="1056281" y="2443925"/>
                        <a:pt x="1031514" y="2436701"/>
                        <a:pt x="1005199" y="2435153"/>
                      </a:cubicBezTo>
                      <a:cubicBezTo>
                        <a:pt x="989203" y="2434121"/>
                        <a:pt x="977852" y="2440313"/>
                        <a:pt x="969080" y="2454244"/>
                      </a:cubicBezTo>
                      <a:cubicBezTo>
                        <a:pt x="946894" y="2491395"/>
                        <a:pt x="923159" y="2527513"/>
                        <a:pt x="900456" y="2564148"/>
                      </a:cubicBezTo>
                      <a:cubicBezTo>
                        <a:pt x="882396" y="2593042"/>
                        <a:pt x="868465" y="2598202"/>
                        <a:pt x="836474" y="2587367"/>
                      </a:cubicBezTo>
                      <a:cubicBezTo>
                        <a:pt x="834926" y="2586851"/>
                        <a:pt x="833379" y="2586335"/>
                        <a:pt x="831830" y="2585819"/>
                      </a:cubicBezTo>
                      <a:cubicBezTo>
                        <a:pt x="782297" y="2565696"/>
                        <a:pt x="772493" y="2554344"/>
                        <a:pt x="785392" y="2504810"/>
                      </a:cubicBezTo>
                      <a:cubicBezTo>
                        <a:pt x="795196" y="2467144"/>
                        <a:pt x="802420" y="2428962"/>
                        <a:pt x="811707" y="2390779"/>
                      </a:cubicBezTo>
                      <a:cubicBezTo>
                        <a:pt x="816351" y="2371172"/>
                        <a:pt x="811191" y="2356209"/>
                        <a:pt x="794680" y="2344341"/>
                      </a:cubicBezTo>
                      <a:cubicBezTo>
                        <a:pt x="777137" y="2331958"/>
                        <a:pt x="759078" y="2321122"/>
                        <a:pt x="739470" y="2312351"/>
                      </a:cubicBezTo>
                      <a:cubicBezTo>
                        <a:pt x="720895" y="2304095"/>
                        <a:pt x="704900" y="2307191"/>
                        <a:pt x="689421" y="2321638"/>
                      </a:cubicBezTo>
                      <a:cubicBezTo>
                        <a:pt x="658462" y="2351049"/>
                        <a:pt x="626988" y="2379944"/>
                        <a:pt x="596029" y="2408838"/>
                      </a:cubicBezTo>
                      <a:cubicBezTo>
                        <a:pt x="572810" y="2431026"/>
                        <a:pt x="557847" y="2432057"/>
                        <a:pt x="530500" y="2415030"/>
                      </a:cubicBezTo>
                      <a:cubicBezTo>
                        <a:pt x="527404" y="2412966"/>
                        <a:pt x="524308" y="2410902"/>
                        <a:pt x="521212" y="2408838"/>
                      </a:cubicBezTo>
                      <a:cubicBezTo>
                        <a:pt x="481482" y="2380460"/>
                        <a:pt x="477870" y="2365496"/>
                        <a:pt x="500573" y="2322670"/>
                      </a:cubicBezTo>
                      <a:cubicBezTo>
                        <a:pt x="519148" y="2287584"/>
                        <a:pt x="537207" y="2252497"/>
                        <a:pt x="556298" y="2217927"/>
                      </a:cubicBezTo>
                      <a:cubicBezTo>
                        <a:pt x="566102" y="2199868"/>
                        <a:pt x="564555" y="2184388"/>
                        <a:pt x="552171" y="2168909"/>
                      </a:cubicBezTo>
                      <a:cubicBezTo>
                        <a:pt x="538756" y="2151882"/>
                        <a:pt x="523276" y="2136402"/>
                        <a:pt x="505733" y="2122987"/>
                      </a:cubicBezTo>
                      <a:cubicBezTo>
                        <a:pt x="490254" y="2111120"/>
                        <a:pt x="474774" y="2110088"/>
                        <a:pt x="457747" y="2119375"/>
                      </a:cubicBezTo>
                      <a:cubicBezTo>
                        <a:pt x="419564" y="2140014"/>
                        <a:pt x="380866" y="2160653"/>
                        <a:pt x="341652" y="2180777"/>
                      </a:cubicBezTo>
                      <a:cubicBezTo>
                        <a:pt x="314305" y="2195224"/>
                        <a:pt x="298310" y="2191612"/>
                        <a:pt x="278187" y="2168909"/>
                      </a:cubicBezTo>
                      <a:cubicBezTo>
                        <a:pt x="276639" y="2167361"/>
                        <a:pt x="275607" y="2165813"/>
                        <a:pt x="274059" y="2164265"/>
                      </a:cubicBezTo>
                      <a:cubicBezTo>
                        <a:pt x="238456" y="2122987"/>
                        <a:pt x="238972" y="2108540"/>
                        <a:pt x="276639" y="2069325"/>
                      </a:cubicBezTo>
                      <a:cubicBezTo>
                        <a:pt x="302954" y="2041463"/>
                        <a:pt x="327721" y="2013084"/>
                        <a:pt x="354551" y="1986253"/>
                      </a:cubicBezTo>
                      <a:cubicBezTo>
                        <a:pt x="367967" y="1972322"/>
                        <a:pt x="370547" y="1957874"/>
                        <a:pt x="363839" y="1940847"/>
                      </a:cubicBezTo>
                      <a:cubicBezTo>
                        <a:pt x="355067" y="1918660"/>
                        <a:pt x="342684" y="1898021"/>
                        <a:pt x="328237" y="1878930"/>
                      </a:cubicBezTo>
                      <a:cubicBezTo>
                        <a:pt x="316369" y="1863450"/>
                        <a:pt x="300374" y="1861902"/>
                        <a:pt x="283347" y="1866030"/>
                      </a:cubicBezTo>
                      <a:cubicBezTo>
                        <a:pt x="245680" y="1874802"/>
                        <a:pt x="208530" y="1883573"/>
                        <a:pt x="170864" y="1891829"/>
                      </a:cubicBezTo>
                      <a:cubicBezTo>
                        <a:pt x="165704" y="1892861"/>
                        <a:pt x="160544" y="1894409"/>
                        <a:pt x="155900" y="1895441"/>
                      </a:cubicBezTo>
                      <a:cubicBezTo>
                        <a:pt x="127521" y="1900601"/>
                        <a:pt x="113074" y="1893893"/>
                        <a:pt x="100175" y="1868094"/>
                      </a:cubicBezTo>
                      <a:cubicBezTo>
                        <a:pt x="95531" y="1858291"/>
                        <a:pt x="90887" y="1848487"/>
                        <a:pt x="87275" y="1838168"/>
                      </a:cubicBezTo>
                      <a:cubicBezTo>
                        <a:pt x="77988" y="1810821"/>
                        <a:pt x="83147" y="1795341"/>
                        <a:pt x="107915" y="1779862"/>
                      </a:cubicBezTo>
                      <a:cubicBezTo>
                        <a:pt x="143001" y="1757675"/>
                        <a:pt x="178603" y="1735488"/>
                        <a:pt x="213690" y="1713817"/>
                      </a:cubicBezTo>
                      <a:cubicBezTo>
                        <a:pt x="241552" y="1696274"/>
                        <a:pt x="245680" y="1686470"/>
                        <a:pt x="238972" y="1654480"/>
                      </a:cubicBezTo>
                      <a:cubicBezTo>
                        <a:pt x="234845" y="1636420"/>
                        <a:pt x="230201" y="1617845"/>
                        <a:pt x="222977" y="1600818"/>
                      </a:cubicBezTo>
                      <a:cubicBezTo>
                        <a:pt x="215753" y="1583791"/>
                        <a:pt x="203370" y="1575535"/>
                        <a:pt x="184279" y="1575019"/>
                      </a:cubicBezTo>
                      <a:cubicBezTo>
                        <a:pt x="142485" y="1574503"/>
                        <a:pt x="101207" y="1572955"/>
                        <a:pt x="59413" y="1571407"/>
                      </a:cubicBezTo>
                      <a:cubicBezTo>
                        <a:pt x="21746" y="1570375"/>
                        <a:pt x="10395" y="1560572"/>
                        <a:pt x="3687" y="1524453"/>
                      </a:cubicBezTo>
                      <a:cubicBezTo>
                        <a:pt x="3171" y="1520841"/>
                        <a:pt x="2139" y="1517230"/>
                        <a:pt x="1623" y="1513618"/>
                      </a:cubicBezTo>
                      <a:cubicBezTo>
                        <a:pt x="-4053" y="1467696"/>
                        <a:pt x="3687" y="1455828"/>
                        <a:pt x="48577" y="1442413"/>
                      </a:cubicBezTo>
                      <a:cubicBezTo>
                        <a:pt x="85727" y="1431061"/>
                        <a:pt x="122877" y="1418678"/>
                        <a:pt x="160544" y="1408358"/>
                      </a:cubicBezTo>
                      <a:cubicBezTo>
                        <a:pt x="181183" y="1402683"/>
                        <a:pt x="192018" y="1390815"/>
                        <a:pt x="194083" y="1370692"/>
                      </a:cubicBezTo>
                      <a:cubicBezTo>
                        <a:pt x="196147" y="1346957"/>
                        <a:pt x="197178" y="1322706"/>
                        <a:pt x="192534" y="1298971"/>
                      </a:cubicBezTo>
                      <a:cubicBezTo>
                        <a:pt x="189954" y="1283492"/>
                        <a:pt x="181183" y="1274204"/>
                        <a:pt x="166220" y="1269560"/>
                      </a:cubicBezTo>
                      <a:cubicBezTo>
                        <a:pt x="126490" y="1257693"/>
                        <a:pt x="86759" y="1245310"/>
                        <a:pt x="47029" y="1232926"/>
                      </a:cubicBezTo>
                      <a:cubicBezTo>
                        <a:pt x="3687" y="1219511"/>
                        <a:pt x="-957" y="1212287"/>
                        <a:pt x="1623" y="1166881"/>
                      </a:cubicBezTo>
                      <a:cubicBezTo>
                        <a:pt x="2139" y="1157593"/>
                        <a:pt x="4203" y="1148306"/>
                        <a:pt x="6267" y="1139534"/>
                      </a:cubicBezTo>
                      <a:cubicBezTo>
                        <a:pt x="12459" y="1116831"/>
                        <a:pt x="25358" y="1106512"/>
                        <a:pt x="49093" y="1105480"/>
                      </a:cubicBezTo>
                      <a:cubicBezTo>
                        <a:pt x="87791" y="1103932"/>
                        <a:pt x="125974" y="1102900"/>
                        <a:pt x="164672" y="1101868"/>
                      </a:cubicBezTo>
                      <a:cubicBezTo>
                        <a:pt x="170348" y="1101868"/>
                        <a:pt x="176023" y="1101352"/>
                        <a:pt x="181699" y="1101352"/>
                      </a:cubicBezTo>
                      <a:cubicBezTo>
                        <a:pt x="207498" y="1102384"/>
                        <a:pt x="220913" y="1087936"/>
                        <a:pt x="227621" y="1065233"/>
                      </a:cubicBezTo>
                      <a:cubicBezTo>
                        <a:pt x="232781" y="1048206"/>
                        <a:pt x="237425" y="1031179"/>
                        <a:pt x="241036" y="1014152"/>
                      </a:cubicBezTo>
                      <a:cubicBezTo>
                        <a:pt x="245680" y="990417"/>
                        <a:pt x="240005" y="979065"/>
                        <a:pt x="219366" y="965650"/>
                      </a:cubicBezTo>
                      <a:cubicBezTo>
                        <a:pt x="184279" y="943463"/>
                        <a:pt x="148676" y="921276"/>
                        <a:pt x="113590" y="899605"/>
                      </a:cubicBezTo>
                      <a:cubicBezTo>
                        <a:pt x="82116" y="879997"/>
                        <a:pt x="77472" y="867614"/>
                        <a:pt x="89855" y="832012"/>
                      </a:cubicBezTo>
                      <a:cubicBezTo>
                        <a:pt x="93467" y="820660"/>
                        <a:pt x="98111" y="809309"/>
                        <a:pt x="104818" y="799505"/>
                      </a:cubicBezTo>
                      <a:cubicBezTo>
                        <a:pt x="115654" y="782994"/>
                        <a:pt x="130617" y="774738"/>
                        <a:pt x="151256" y="779898"/>
                      </a:cubicBezTo>
                      <a:cubicBezTo>
                        <a:pt x="195114" y="790217"/>
                        <a:pt x="239489" y="799505"/>
                        <a:pt x="283347" y="810341"/>
                      </a:cubicBezTo>
                      <a:cubicBezTo>
                        <a:pt x="303469" y="815500"/>
                        <a:pt x="318949" y="810857"/>
                        <a:pt x="331332" y="794345"/>
                      </a:cubicBezTo>
                      <a:cubicBezTo>
                        <a:pt x="344232" y="776802"/>
                        <a:pt x="355584" y="757711"/>
                        <a:pt x="363839" y="737588"/>
                      </a:cubicBezTo>
                      <a:cubicBezTo>
                        <a:pt x="371063" y="719529"/>
                        <a:pt x="368999" y="704049"/>
                        <a:pt x="354551" y="689086"/>
                      </a:cubicBezTo>
                      <a:cubicBezTo>
                        <a:pt x="324625" y="658643"/>
                        <a:pt x="296246" y="627169"/>
                        <a:pt x="266835" y="595694"/>
                      </a:cubicBezTo>
                      <a:cubicBezTo>
                        <a:pt x="244132" y="570927"/>
                        <a:pt x="243100" y="556996"/>
                        <a:pt x="261675" y="529133"/>
                      </a:cubicBezTo>
                      <a:cubicBezTo>
                        <a:pt x="264771" y="525005"/>
                        <a:pt x="267351" y="520361"/>
                        <a:pt x="270447" y="516233"/>
                      </a:cubicBezTo>
                      <a:cubicBezTo>
                        <a:pt x="296762" y="481663"/>
                        <a:pt x="311209" y="478567"/>
                        <a:pt x="349907" y="498690"/>
                      </a:cubicBezTo>
                      <a:cubicBezTo>
                        <a:pt x="386026" y="517781"/>
                        <a:pt x="422144" y="536357"/>
                        <a:pt x="457231" y="555964"/>
                      </a:cubicBezTo>
                      <a:cubicBezTo>
                        <a:pt x="475806" y="566283"/>
                        <a:pt x="492318" y="564219"/>
                        <a:pt x="507797" y="551320"/>
                      </a:cubicBezTo>
                      <a:cubicBezTo>
                        <a:pt x="523276" y="538421"/>
                        <a:pt x="537723" y="523973"/>
                        <a:pt x="551139" y="508494"/>
                      </a:cubicBezTo>
                      <a:cubicBezTo>
                        <a:pt x="564555" y="492499"/>
                        <a:pt x="567650" y="476503"/>
                        <a:pt x="556815" y="456896"/>
                      </a:cubicBezTo>
                      <a:cubicBezTo>
                        <a:pt x="535143" y="418198"/>
                        <a:pt x="515020" y="378983"/>
                        <a:pt x="494381" y="339769"/>
                      </a:cubicBezTo>
                      <a:cubicBezTo>
                        <a:pt x="480966" y="313970"/>
                        <a:pt x="484062" y="300039"/>
                        <a:pt x="505217" y="280432"/>
                      </a:cubicBezTo>
                      <a:cubicBezTo>
                        <a:pt x="515020" y="271144"/>
                        <a:pt x="525856" y="263405"/>
                        <a:pt x="537723" y="256181"/>
                      </a:cubicBezTo>
                      <a:cubicBezTo>
                        <a:pt x="558362" y="244313"/>
                        <a:pt x="572810" y="245861"/>
                        <a:pt x="590353" y="261857"/>
                      </a:cubicBezTo>
                      <a:cubicBezTo>
                        <a:pt x="620280" y="289203"/>
                        <a:pt x="650207" y="317066"/>
                        <a:pt x="679617" y="344929"/>
                      </a:cubicBezTo>
                      <a:cubicBezTo>
                        <a:pt x="710576" y="374340"/>
                        <a:pt x="717284" y="375372"/>
                        <a:pt x="754950" y="355765"/>
                      </a:cubicBezTo>
                      <a:cubicBezTo>
                        <a:pt x="769913" y="348025"/>
                        <a:pt x="783845" y="339769"/>
                        <a:pt x="797260" y="329450"/>
                      </a:cubicBezTo>
                      <a:cubicBezTo>
                        <a:pt x="811707" y="317582"/>
                        <a:pt x="816351" y="303651"/>
                        <a:pt x="811707" y="285076"/>
                      </a:cubicBezTo>
                      <a:cubicBezTo>
                        <a:pt x="800872" y="242249"/>
                        <a:pt x="791585" y="198907"/>
                        <a:pt x="781781" y="156081"/>
                      </a:cubicBezTo>
                      <a:cubicBezTo>
                        <a:pt x="775589" y="128218"/>
                        <a:pt x="782297" y="114287"/>
                        <a:pt x="807064" y="100872"/>
                      </a:cubicBezTo>
                      <a:cubicBezTo>
                        <a:pt x="818415" y="95196"/>
                        <a:pt x="829766" y="90552"/>
                        <a:pt x="841634" y="86424"/>
                      </a:cubicBezTo>
                      <a:cubicBezTo>
                        <a:pt x="866917" y="78685"/>
                        <a:pt x="881364" y="83328"/>
                        <a:pt x="896328" y="106031"/>
                      </a:cubicBezTo>
                      <a:cubicBezTo>
                        <a:pt x="920062" y="142666"/>
                        <a:pt x="943798" y="179300"/>
                        <a:pt x="965469" y="217483"/>
                      </a:cubicBezTo>
                      <a:cubicBezTo>
                        <a:pt x="976820" y="237090"/>
                        <a:pt x="992299" y="243797"/>
                        <a:pt x="1013455" y="240702"/>
                      </a:cubicBezTo>
                      <a:cubicBezTo>
                        <a:pt x="1035641" y="237090"/>
                        <a:pt x="1057313" y="231414"/>
                        <a:pt x="1077952" y="222642"/>
                      </a:cubicBezTo>
                      <a:cubicBezTo>
                        <a:pt x="1092915" y="215935"/>
                        <a:pt x="1101171" y="205615"/>
                        <a:pt x="1101687" y="188072"/>
                      </a:cubicBezTo>
                      <a:cubicBezTo>
                        <a:pt x="1102719" y="143182"/>
                        <a:pt x="1105298" y="98808"/>
                        <a:pt x="1106847" y="53918"/>
                      </a:cubicBezTo>
                      <a:cubicBezTo>
                        <a:pt x="1107878" y="25023"/>
                        <a:pt x="1117166" y="12640"/>
                        <a:pt x="1145029" y="4900"/>
                      </a:cubicBezTo>
                      <a:cubicBezTo>
                        <a:pt x="1149672" y="3868"/>
                        <a:pt x="1154316" y="2320"/>
                        <a:pt x="1158960" y="1804"/>
                      </a:cubicBezTo>
                      <a:cubicBezTo>
                        <a:pt x="1210042" y="-3872"/>
                        <a:pt x="1222426" y="1804"/>
                        <a:pt x="1235841" y="48758"/>
                      </a:cubicBezTo>
                      <a:cubicBezTo>
                        <a:pt x="1246676" y="86940"/>
                        <a:pt x="1259576" y="124091"/>
                        <a:pt x="1269895" y="162273"/>
                      </a:cubicBezTo>
                      <a:cubicBezTo>
                        <a:pt x="1275055" y="180332"/>
                        <a:pt x="1285890" y="190136"/>
                        <a:pt x="1303434" y="192716"/>
                      </a:cubicBezTo>
                      <a:cubicBezTo>
                        <a:pt x="1327685" y="195812"/>
                        <a:pt x="1352452" y="195812"/>
                        <a:pt x="1376702" y="192716"/>
                      </a:cubicBezTo>
                      <a:cubicBezTo>
                        <a:pt x="1393730" y="190652"/>
                        <a:pt x="1404049" y="180332"/>
                        <a:pt x="1409209" y="163305"/>
                      </a:cubicBezTo>
                      <a:cubicBezTo>
                        <a:pt x="1421593" y="121511"/>
                        <a:pt x="1434492" y="79717"/>
                        <a:pt x="1447392" y="37922"/>
                      </a:cubicBezTo>
                      <a:cubicBezTo>
                        <a:pt x="1457195" y="6964"/>
                        <a:pt x="1466998" y="-260"/>
                        <a:pt x="1499505" y="256"/>
                      </a:cubicBezTo>
                      <a:cubicBezTo>
                        <a:pt x="1504149" y="256"/>
                        <a:pt x="1508793" y="256"/>
                        <a:pt x="1513436" y="772"/>
                      </a:cubicBezTo>
                      <a:cubicBezTo>
                        <a:pt x="1559358" y="5416"/>
                        <a:pt x="1572258" y="19347"/>
                        <a:pt x="1573290" y="65269"/>
                      </a:cubicBezTo>
                      <a:cubicBezTo>
                        <a:pt x="1574322" y="105515"/>
                        <a:pt x="1575870" y="145246"/>
                        <a:pt x="1576902" y="185492"/>
                      </a:cubicBezTo>
                      <a:cubicBezTo>
                        <a:pt x="1577418" y="201487"/>
                        <a:pt x="1583093" y="213871"/>
                        <a:pt x="1598057" y="220578"/>
                      </a:cubicBezTo>
                      <a:cubicBezTo>
                        <a:pt x="1622308" y="231414"/>
                        <a:pt x="1647590" y="238638"/>
                        <a:pt x="1674422" y="240702"/>
                      </a:cubicBezTo>
                      <a:cubicBezTo>
                        <a:pt x="1690933" y="241733"/>
                        <a:pt x="1702285" y="235026"/>
                        <a:pt x="1710540" y="221610"/>
                      </a:cubicBezTo>
                      <a:cubicBezTo>
                        <a:pt x="1733243" y="184976"/>
                        <a:pt x="1756462" y="148342"/>
                        <a:pt x="1779165" y="111707"/>
                      </a:cubicBezTo>
                      <a:cubicBezTo>
                        <a:pt x="1798772" y="80749"/>
                        <a:pt x="1810640" y="76621"/>
                        <a:pt x="1845726" y="88488"/>
                      </a:cubicBezTo>
                      <a:cubicBezTo>
                        <a:pt x="1849854" y="90036"/>
                        <a:pt x="1853466" y="91068"/>
                        <a:pt x="1857594" y="92616"/>
                      </a:cubicBezTo>
                      <a:cubicBezTo>
                        <a:pt x="1898356" y="110159"/>
                        <a:pt x="1905063" y="123059"/>
                        <a:pt x="1895260" y="166401"/>
                      </a:cubicBezTo>
                      <a:cubicBezTo>
                        <a:pt x="1886488" y="205099"/>
                        <a:pt x="1877717" y="243281"/>
                        <a:pt x="1868429" y="281980"/>
                      </a:cubicBezTo>
                      <a:cubicBezTo>
                        <a:pt x="1863269" y="303135"/>
                        <a:pt x="1868429" y="319646"/>
                        <a:pt x="1887004" y="332030"/>
                      </a:cubicBezTo>
                      <a:cubicBezTo>
                        <a:pt x="1906096" y="344929"/>
                        <a:pt x="1925187" y="356796"/>
                        <a:pt x="1946857" y="365052"/>
                      </a:cubicBezTo>
                      <a:cubicBezTo>
                        <a:pt x="1962337" y="370728"/>
                        <a:pt x="1974720" y="367116"/>
                        <a:pt x="1986588" y="355765"/>
                      </a:cubicBezTo>
                      <a:cubicBezTo>
                        <a:pt x="2018062" y="325838"/>
                        <a:pt x="2049537" y="296943"/>
                        <a:pt x="2081528" y="267532"/>
                      </a:cubicBezTo>
                      <a:cubicBezTo>
                        <a:pt x="2107843" y="242765"/>
                        <a:pt x="2122290" y="241733"/>
                        <a:pt x="2151701" y="261857"/>
                      </a:cubicBezTo>
                      <a:cubicBezTo>
                        <a:pt x="2153248" y="262889"/>
                        <a:pt x="2154281" y="263405"/>
                        <a:pt x="2155312" y="264437"/>
                      </a:cubicBezTo>
                      <a:cubicBezTo>
                        <a:pt x="2205363" y="300555"/>
                        <a:pt x="2198139" y="316034"/>
                        <a:pt x="2177500" y="353701"/>
                      </a:cubicBezTo>
                      <a:cubicBezTo>
                        <a:pt x="2158925" y="387755"/>
                        <a:pt x="2141381" y="422842"/>
                        <a:pt x="2122290" y="456896"/>
                      </a:cubicBezTo>
                      <a:cubicBezTo>
                        <a:pt x="2112487" y="474955"/>
                        <a:pt x="2114550" y="490435"/>
                        <a:pt x="2126934" y="505914"/>
                      </a:cubicBezTo>
                      <a:cubicBezTo>
                        <a:pt x="2140865" y="522941"/>
                        <a:pt x="2156345" y="538421"/>
                        <a:pt x="2173372" y="551836"/>
                      </a:cubicBezTo>
                      <a:cubicBezTo>
                        <a:pt x="2187819" y="563187"/>
                        <a:pt x="2202783" y="564735"/>
                        <a:pt x="2219810" y="555964"/>
                      </a:cubicBezTo>
                      <a:cubicBezTo>
                        <a:pt x="2258508" y="534809"/>
                        <a:pt x="2297722" y="514170"/>
                        <a:pt x="2336937" y="494046"/>
                      </a:cubicBezTo>
                      <a:cubicBezTo>
                        <a:pt x="2364799" y="479599"/>
                        <a:pt x="2380795" y="482695"/>
                        <a:pt x="2400917" y="507462"/>
                      </a:cubicBezTo>
                      <a:cubicBezTo>
                        <a:pt x="2408141" y="515717"/>
                        <a:pt x="2414849" y="524489"/>
                        <a:pt x="2420525" y="533777"/>
                      </a:cubicBezTo>
                      <a:cubicBezTo>
                        <a:pt x="2434972" y="556480"/>
                        <a:pt x="2433424" y="571443"/>
                        <a:pt x="2415365" y="591566"/>
                      </a:cubicBezTo>
                      <a:cubicBezTo>
                        <a:pt x="2384406" y="625105"/>
                        <a:pt x="2353448" y="659159"/>
                        <a:pt x="2321973" y="692182"/>
                      </a:cubicBezTo>
                      <a:cubicBezTo>
                        <a:pt x="2310106" y="704565"/>
                        <a:pt x="2307526" y="717981"/>
                        <a:pt x="2313718" y="733460"/>
                      </a:cubicBezTo>
                      <a:cubicBezTo>
                        <a:pt x="2323005" y="755647"/>
                        <a:pt x="2334357" y="776286"/>
                        <a:pt x="2349320" y="795377"/>
                      </a:cubicBezTo>
                      <a:cubicBezTo>
                        <a:pt x="2361187" y="810857"/>
                        <a:pt x="2375635" y="814984"/>
                        <a:pt x="2394726" y="810341"/>
                      </a:cubicBezTo>
                      <a:cubicBezTo>
                        <a:pt x="2438584" y="799505"/>
                        <a:pt x="2482958" y="789701"/>
                        <a:pt x="2526816" y="780414"/>
                      </a:cubicBezTo>
                      <a:cubicBezTo>
                        <a:pt x="2550035" y="775254"/>
                        <a:pt x="2563967" y="781962"/>
                        <a:pt x="2575834" y="803117"/>
                      </a:cubicBezTo>
                      <a:cubicBezTo>
                        <a:pt x="2582026" y="814468"/>
                        <a:pt x="2587186" y="826336"/>
                        <a:pt x="2591313" y="838719"/>
                      </a:cubicBezTo>
                      <a:cubicBezTo>
                        <a:pt x="2600085" y="867098"/>
                        <a:pt x="2595441" y="880514"/>
                        <a:pt x="2570158" y="896509"/>
                      </a:cubicBezTo>
                      <a:cubicBezTo>
                        <a:pt x="2534040" y="919212"/>
                        <a:pt x="2498437" y="942947"/>
                        <a:pt x="2461287" y="964102"/>
                      </a:cubicBezTo>
                      <a:cubicBezTo>
                        <a:pt x="2440132" y="976485"/>
                        <a:pt x="2434456" y="992997"/>
                        <a:pt x="2438068" y="1014668"/>
                      </a:cubicBezTo>
                      <a:cubicBezTo>
                        <a:pt x="2441164" y="1034791"/>
                        <a:pt x="2446840" y="1054398"/>
                        <a:pt x="2454063" y="1073489"/>
                      </a:cubicBezTo>
                      <a:cubicBezTo>
                        <a:pt x="2460771" y="1091032"/>
                        <a:pt x="2472638" y="1100320"/>
                        <a:pt x="2492762" y="1100836"/>
                      </a:cubicBezTo>
                      <a:cubicBezTo>
                        <a:pt x="2538168" y="1101352"/>
                        <a:pt x="2583058" y="1104448"/>
                        <a:pt x="2628464" y="1105996"/>
                      </a:cubicBezTo>
                      <a:cubicBezTo>
                        <a:pt x="2653230" y="1107028"/>
                        <a:pt x="2665614" y="1116831"/>
                        <a:pt x="2672322" y="1140566"/>
                      </a:cubicBezTo>
                      <a:cubicBezTo>
                        <a:pt x="2676449" y="1153982"/>
                        <a:pt x="2677998" y="1167913"/>
                        <a:pt x="2677998" y="1182360"/>
                      </a:cubicBezTo>
                      <a:cubicBezTo>
                        <a:pt x="2677998" y="1210223"/>
                        <a:pt x="2670258" y="1221575"/>
                        <a:pt x="2644459" y="1229830"/>
                      </a:cubicBezTo>
                      <a:cubicBezTo>
                        <a:pt x="2603697" y="1242730"/>
                        <a:pt x="2562934" y="1255113"/>
                        <a:pt x="2522172" y="1267497"/>
                      </a:cubicBezTo>
                      <a:cubicBezTo>
                        <a:pt x="2492762" y="1276268"/>
                        <a:pt x="2485022" y="1285556"/>
                        <a:pt x="2483990" y="1315998"/>
                      </a:cubicBezTo>
                      <a:cubicBezTo>
                        <a:pt x="2483474" y="1337153"/>
                        <a:pt x="2481926" y="1358824"/>
                        <a:pt x="2486570" y="1379980"/>
                      </a:cubicBezTo>
                      <a:cubicBezTo>
                        <a:pt x="2489666" y="1394427"/>
                        <a:pt x="2498437" y="1403199"/>
                        <a:pt x="2512885" y="1407842"/>
                      </a:cubicBezTo>
                      <a:cubicBezTo>
                        <a:pt x="2555711" y="1420742"/>
                        <a:pt x="2598537" y="1433641"/>
                        <a:pt x="2641363" y="1447057"/>
                      </a:cubicBezTo>
                      <a:cubicBezTo>
                        <a:pt x="2671290" y="1456344"/>
                        <a:pt x="2678514" y="1466664"/>
                        <a:pt x="2677998" y="1498138"/>
                      </a:cubicBezTo>
                      <a:cubicBezTo>
                        <a:pt x="2677998" y="1501234"/>
                        <a:pt x="2677998" y="1504330"/>
                        <a:pt x="2677998" y="1507426"/>
                      </a:cubicBezTo>
                      <a:cubicBezTo>
                        <a:pt x="2675934" y="1555928"/>
                        <a:pt x="2660454" y="1571407"/>
                        <a:pt x="2611952" y="1572955"/>
                      </a:cubicBezTo>
                      <a:cubicBezTo>
                        <a:pt x="2571190" y="1573987"/>
                        <a:pt x="2530944" y="1576051"/>
                        <a:pt x="2490182" y="1576567"/>
                      </a:cubicBezTo>
                      <a:cubicBezTo>
                        <a:pt x="2474702" y="1577083"/>
                        <a:pt x="2463867" y="1583791"/>
                        <a:pt x="2457675" y="1596690"/>
                      </a:cubicBezTo>
                      <a:cubicBezTo>
                        <a:pt x="2446324" y="1620941"/>
                        <a:pt x="2439100" y="1646224"/>
                        <a:pt x="2437036" y="1673055"/>
                      </a:cubicBezTo>
                      <a:cubicBezTo>
                        <a:pt x="2435488" y="1690082"/>
                        <a:pt x="2442712" y="1701434"/>
                        <a:pt x="2457159" y="1710205"/>
                      </a:cubicBezTo>
                      <a:cubicBezTo>
                        <a:pt x="2493278" y="1732392"/>
                        <a:pt x="2528880" y="1754579"/>
                        <a:pt x="2564483" y="1777282"/>
                      </a:cubicBezTo>
                      <a:cubicBezTo>
                        <a:pt x="2596989" y="1797405"/>
                        <a:pt x="2601117" y="1809789"/>
                        <a:pt x="2588733" y="1845907"/>
                      </a:cubicBezTo>
                      <a:cubicBezTo>
                        <a:pt x="2584606" y="1858291"/>
                        <a:pt x="2578930" y="1870158"/>
                        <a:pt x="2571706" y="1880994"/>
                      </a:cubicBezTo>
                      <a:cubicBezTo>
                        <a:pt x="2564998" y="1890797"/>
                        <a:pt x="2554163" y="1897505"/>
                        <a:pt x="2538684" y="1897505"/>
                      </a:cubicBezTo>
                      <a:close/>
                      <a:moveTo>
                        <a:pt x="1338521" y="2312867"/>
                      </a:moveTo>
                      <a:cubicBezTo>
                        <a:pt x="1869461" y="2314931"/>
                        <a:pt x="2317329" y="1887701"/>
                        <a:pt x="2316814" y="1335605"/>
                      </a:cubicBezTo>
                      <a:cubicBezTo>
                        <a:pt x="2316298" y="792797"/>
                        <a:pt x="1880813" y="359892"/>
                        <a:pt x="1340068" y="359376"/>
                      </a:cubicBezTo>
                      <a:cubicBezTo>
                        <a:pt x="796228" y="358860"/>
                        <a:pt x="363839" y="794861"/>
                        <a:pt x="361775" y="1331994"/>
                      </a:cubicBezTo>
                      <a:cubicBezTo>
                        <a:pt x="359711" y="1882026"/>
                        <a:pt x="806032" y="2314415"/>
                        <a:pt x="1338521" y="2312867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  <p:sp>
              <p:nvSpPr>
                <p:cNvPr id="21" name="Freeform: Shape 20"/>
                <p:cNvSpPr/>
                <p:nvPr/>
              </p:nvSpPr>
              <p:spPr>
                <a:xfrm>
                  <a:off x="7558586" y="2011427"/>
                  <a:ext cx="1898797" cy="1893637"/>
                </a:xfrm>
                <a:custGeom>
                  <a:avLst/>
                  <a:gdLst>
                    <a:gd name="connsiteX0" fmla="*/ 30 w 1898796"/>
                    <a:gd name="connsiteY0" fmla="*/ 947852 h 1893636"/>
                    <a:gd name="connsiteX1" fmla="*/ 950461 w 1898796"/>
                    <a:gd name="connsiteY1" fmla="*/ 2 h 1893636"/>
                    <a:gd name="connsiteX2" fmla="*/ 1898827 w 1898796"/>
                    <a:gd name="connsiteY2" fmla="*/ 950948 h 1893636"/>
                    <a:gd name="connsiteX3" fmla="*/ 946849 w 1898796"/>
                    <a:gd name="connsiteY3" fmla="*/ 1898283 h 1893636"/>
                    <a:gd name="connsiteX4" fmla="*/ 30 w 1898796"/>
                    <a:gd name="connsiteY4" fmla="*/ 947852 h 1893636"/>
                    <a:gd name="connsiteX5" fmla="*/ 1187811 w 1898796"/>
                    <a:gd name="connsiteY5" fmla="*/ 949916 h 1893636"/>
                    <a:gd name="connsiteX6" fmla="*/ 949429 w 1898796"/>
                    <a:gd name="connsiteY6" fmla="*/ 710503 h 1893636"/>
                    <a:gd name="connsiteX7" fmla="*/ 710532 w 1898796"/>
                    <a:gd name="connsiteY7" fmla="*/ 948368 h 1893636"/>
                    <a:gd name="connsiteX8" fmla="*/ 948397 w 1898796"/>
                    <a:gd name="connsiteY8" fmla="*/ 1188298 h 1893636"/>
                    <a:gd name="connsiteX9" fmla="*/ 1187811 w 1898796"/>
                    <a:gd name="connsiteY9" fmla="*/ 949916 h 1893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8796" h="1893636">
                      <a:moveTo>
                        <a:pt x="30" y="947852"/>
                      </a:moveTo>
                      <a:cubicBezTo>
                        <a:pt x="-3065" y="428263"/>
                        <a:pt x="426228" y="-1030"/>
                        <a:pt x="950461" y="2"/>
                      </a:cubicBezTo>
                      <a:cubicBezTo>
                        <a:pt x="1472114" y="1034"/>
                        <a:pt x="1899859" y="427747"/>
                        <a:pt x="1898827" y="950948"/>
                      </a:cubicBezTo>
                      <a:cubicBezTo>
                        <a:pt x="1897795" y="1468473"/>
                        <a:pt x="1477790" y="1899315"/>
                        <a:pt x="946849" y="1898283"/>
                      </a:cubicBezTo>
                      <a:cubicBezTo>
                        <a:pt x="411781" y="1896735"/>
                        <a:pt x="-4097" y="1460218"/>
                        <a:pt x="30" y="947852"/>
                      </a:cubicBezTo>
                      <a:close/>
                      <a:moveTo>
                        <a:pt x="1187811" y="949916"/>
                      </a:moveTo>
                      <a:cubicBezTo>
                        <a:pt x="1188327" y="817310"/>
                        <a:pt x="1084099" y="710503"/>
                        <a:pt x="949429" y="710503"/>
                      </a:cubicBezTo>
                      <a:cubicBezTo>
                        <a:pt x="805987" y="710503"/>
                        <a:pt x="710015" y="828146"/>
                        <a:pt x="710532" y="948368"/>
                      </a:cubicBezTo>
                      <a:cubicBezTo>
                        <a:pt x="711048" y="1081490"/>
                        <a:pt x="815791" y="1188298"/>
                        <a:pt x="948397" y="1188298"/>
                      </a:cubicBezTo>
                      <a:cubicBezTo>
                        <a:pt x="1081003" y="1188298"/>
                        <a:pt x="1187294" y="1083038"/>
                        <a:pt x="1187811" y="949916"/>
                      </a:cubicBezTo>
                      <a:close/>
                    </a:path>
                  </a:pathLst>
                </a:custGeom>
                <a:grpFill/>
                <a:ln w="515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sz="1490"/>
                </a:p>
              </p:txBody>
            </p:sp>
          </p:grpSp>
        </p:grpSp>
        <p:sp>
          <p:nvSpPr>
            <p:cNvPr id="14" name="Freeform: Shape 13"/>
            <p:cNvSpPr/>
            <p:nvPr/>
          </p:nvSpPr>
          <p:spPr>
            <a:xfrm>
              <a:off x="4309443" y="5224203"/>
              <a:ext cx="936646" cy="931442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3167084" y="4595897"/>
              <a:ext cx="1051669" cy="1070562"/>
            </a:xfrm>
            <a:custGeom>
              <a:avLst/>
              <a:gdLst>
                <a:gd name="connsiteX0" fmla="*/ 879664 w 1723364"/>
                <a:gd name="connsiteY0" fmla="*/ 267 h 1754322"/>
                <a:gd name="connsiteX1" fmla="*/ 964801 w 1723364"/>
                <a:gd name="connsiteY1" fmla="*/ 5943 h 1754322"/>
                <a:gd name="connsiteX2" fmla="*/ 979248 w 1723364"/>
                <a:gd name="connsiteY2" fmla="*/ 18843 h 1754322"/>
                <a:gd name="connsiteX3" fmla="*/ 977700 w 1723364"/>
                <a:gd name="connsiteY3" fmla="*/ 158673 h 1754322"/>
                <a:gd name="connsiteX4" fmla="*/ 968928 w 1723364"/>
                <a:gd name="connsiteY4" fmla="*/ 213366 h 1754322"/>
                <a:gd name="connsiteX5" fmla="*/ 979764 w 1723364"/>
                <a:gd name="connsiteY5" fmla="*/ 229877 h 1754322"/>
                <a:gd name="connsiteX6" fmla="*/ 1149520 w 1723364"/>
                <a:gd name="connsiteY6" fmla="*/ 285087 h 1754322"/>
                <a:gd name="connsiteX7" fmla="*/ 1166548 w 1723364"/>
                <a:gd name="connsiteY7" fmla="*/ 278379 h 1754322"/>
                <a:gd name="connsiteX8" fmla="*/ 1210406 w 1723364"/>
                <a:gd name="connsiteY8" fmla="*/ 190663 h 1754322"/>
                <a:gd name="connsiteX9" fmla="*/ 1263035 w 1723364"/>
                <a:gd name="connsiteY9" fmla="*/ 123070 h 1754322"/>
                <a:gd name="connsiteX10" fmla="*/ 1304314 w 1723364"/>
                <a:gd name="connsiteY10" fmla="*/ 119458 h 1754322"/>
                <a:gd name="connsiteX11" fmla="*/ 1458075 w 1723364"/>
                <a:gd name="connsiteY11" fmla="*/ 231941 h 1754322"/>
                <a:gd name="connsiteX12" fmla="*/ 1462203 w 1723364"/>
                <a:gd name="connsiteY12" fmla="*/ 251549 h 1754322"/>
                <a:gd name="connsiteX13" fmla="*/ 1461171 w 1723364"/>
                <a:gd name="connsiteY13" fmla="*/ 254128 h 1754322"/>
                <a:gd name="connsiteX14" fmla="*/ 1396158 w 1723364"/>
                <a:gd name="connsiteY14" fmla="*/ 347004 h 1754322"/>
                <a:gd name="connsiteX15" fmla="*/ 1337336 w 1723364"/>
                <a:gd name="connsiteY15" fmla="*/ 404794 h 1754322"/>
                <a:gd name="connsiteX16" fmla="*/ 1336304 w 1723364"/>
                <a:gd name="connsiteY16" fmla="*/ 419757 h 1754322"/>
                <a:gd name="connsiteX17" fmla="*/ 1369327 w 1723364"/>
                <a:gd name="connsiteY17" fmla="*/ 457939 h 1754322"/>
                <a:gd name="connsiteX18" fmla="*/ 1442596 w 1723364"/>
                <a:gd name="connsiteY18" fmla="*/ 565263 h 1754322"/>
                <a:gd name="connsiteX19" fmla="*/ 1462719 w 1723364"/>
                <a:gd name="connsiteY19" fmla="*/ 570938 h 1754322"/>
                <a:gd name="connsiteX20" fmla="*/ 1573138 w 1723364"/>
                <a:gd name="connsiteY20" fmla="*/ 514697 h 1754322"/>
                <a:gd name="connsiteX21" fmla="*/ 1650018 w 1723364"/>
                <a:gd name="connsiteY21" fmla="*/ 501281 h 1754322"/>
                <a:gd name="connsiteX22" fmla="*/ 1659822 w 1723364"/>
                <a:gd name="connsiteY22" fmla="*/ 509537 h 1754322"/>
                <a:gd name="connsiteX23" fmla="*/ 1724835 w 1723364"/>
                <a:gd name="connsiteY23" fmla="*/ 709220 h 1754322"/>
                <a:gd name="connsiteX24" fmla="*/ 1717611 w 1723364"/>
                <a:gd name="connsiteY24" fmla="*/ 723668 h 1754322"/>
                <a:gd name="connsiteX25" fmla="*/ 1671173 w 1723364"/>
                <a:gd name="connsiteY25" fmla="*/ 748950 h 1754322"/>
                <a:gd name="connsiteX26" fmla="*/ 1618544 w 1723364"/>
                <a:gd name="connsiteY26" fmla="*/ 760302 h 1754322"/>
                <a:gd name="connsiteX27" fmla="*/ 1529280 w 1723364"/>
                <a:gd name="connsiteY27" fmla="*/ 774234 h 1754322"/>
                <a:gd name="connsiteX28" fmla="*/ 1515349 w 1723364"/>
                <a:gd name="connsiteY28" fmla="*/ 791777 h 1754322"/>
                <a:gd name="connsiteX29" fmla="*/ 1521024 w 1723364"/>
                <a:gd name="connsiteY29" fmla="*/ 857306 h 1754322"/>
                <a:gd name="connsiteX30" fmla="*/ 1516380 w 1723364"/>
                <a:gd name="connsiteY30" fmla="*/ 953794 h 1754322"/>
                <a:gd name="connsiteX31" fmla="*/ 1538567 w 1723364"/>
                <a:gd name="connsiteY31" fmla="*/ 983720 h 1754322"/>
                <a:gd name="connsiteX32" fmla="*/ 1653114 w 1723364"/>
                <a:gd name="connsiteY32" fmla="*/ 1001779 h 1754322"/>
                <a:gd name="connsiteX33" fmla="*/ 1700584 w 1723364"/>
                <a:gd name="connsiteY33" fmla="*/ 1024483 h 1754322"/>
                <a:gd name="connsiteX34" fmla="*/ 1719675 w 1723364"/>
                <a:gd name="connsiteY34" fmla="*/ 1067825 h 1754322"/>
                <a:gd name="connsiteX35" fmla="*/ 1661370 w 1723364"/>
                <a:gd name="connsiteY35" fmla="*/ 1243773 h 1754322"/>
                <a:gd name="connsiteX36" fmla="*/ 1641763 w 1723364"/>
                <a:gd name="connsiteY36" fmla="*/ 1255124 h 1754322"/>
                <a:gd name="connsiteX37" fmla="*/ 1541663 w 1723364"/>
                <a:gd name="connsiteY37" fmla="*/ 1226230 h 1754322"/>
                <a:gd name="connsiteX38" fmla="*/ 1461687 w 1723364"/>
                <a:gd name="connsiteY38" fmla="*/ 1184436 h 1754322"/>
                <a:gd name="connsiteX39" fmla="*/ 1444143 w 1723364"/>
                <a:gd name="connsiteY39" fmla="*/ 1189079 h 1754322"/>
                <a:gd name="connsiteX40" fmla="*/ 1339400 w 1723364"/>
                <a:gd name="connsiteY40" fmla="*/ 1333553 h 1754322"/>
                <a:gd name="connsiteX41" fmla="*/ 1339916 w 1723364"/>
                <a:gd name="connsiteY41" fmla="*/ 1353160 h 1754322"/>
                <a:gd name="connsiteX42" fmla="*/ 1430212 w 1723364"/>
                <a:gd name="connsiteY42" fmla="*/ 1443456 h 1754322"/>
                <a:gd name="connsiteX43" fmla="*/ 1465814 w 1723364"/>
                <a:gd name="connsiteY43" fmla="*/ 1511565 h 1754322"/>
                <a:gd name="connsiteX44" fmla="*/ 1461171 w 1723364"/>
                <a:gd name="connsiteY44" fmla="*/ 1521369 h 1754322"/>
                <a:gd name="connsiteX45" fmla="*/ 1290382 w 1723364"/>
                <a:gd name="connsiteY45" fmla="*/ 1645203 h 1754322"/>
                <a:gd name="connsiteX46" fmla="*/ 1275419 w 1723364"/>
                <a:gd name="connsiteY46" fmla="*/ 1643655 h 1754322"/>
                <a:gd name="connsiteX47" fmla="*/ 1207310 w 1723364"/>
                <a:gd name="connsiteY47" fmla="*/ 1558003 h 1754322"/>
                <a:gd name="connsiteX48" fmla="*/ 1167064 w 1723364"/>
                <a:gd name="connsiteY48" fmla="*/ 1477511 h 1754322"/>
                <a:gd name="connsiteX49" fmla="*/ 1150036 w 1723364"/>
                <a:gd name="connsiteY49" fmla="*/ 1470803 h 1754322"/>
                <a:gd name="connsiteX50" fmla="*/ 981312 w 1723364"/>
                <a:gd name="connsiteY50" fmla="*/ 1526013 h 1754322"/>
                <a:gd name="connsiteX51" fmla="*/ 969960 w 1723364"/>
                <a:gd name="connsiteY51" fmla="*/ 1544072 h 1754322"/>
                <a:gd name="connsiteX52" fmla="*/ 989052 w 1723364"/>
                <a:gd name="connsiteY52" fmla="*/ 1663779 h 1754322"/>
                <a:gd name="connsiteX53" fmla="*/ 978216 w 1723364"/>
                <a:gd name="connsiteY53" fmla="*/ 1743755 h 1754322"/>
                <a:gd name="connsiteX54" fmla="*/ 966864 w 1723364"/>
                <a:gd name="connsiteY54" fmla="*/ 1749947 h 1754322"/>
                <a:gd name="connsiteX55" fmla="*/ 758410 w 1723364"/>
                <a:gd name="connsiteY55" fmla="*/ 1749947 h 1754322"/>
                <a:gd name="connsiteX56" fmla="*/ 745510 w 1723364"/>
                <a:gd name="connsiteY56" fmla="*/ 1737047 h 1754322"/>
                <a:gd name="connsiteX57" fmla="*/ 747058 w 1723364"/>
                <a:gd name="connsiteY57" fmla="*/ 1598249 h 1754322"/>
                <a:gd name="connsiteX58" fmla="*/ 756346 w 1723364"/>
                <a:gd name="connsiteY58" fmla="*/ 1543556 h 1754322"/>
                <a:gd name="connsiteX59" fmla="*/ 744478 w 1723364"/>
                <a:gd name="connsiteY59" fmla="*/ 1525496 h 1754322"/>
                <a:gd name="connsiteX60" fmla="*/ 575754 w 1723364"/>
                <a:gd name="connsiteY60" fmla="*/ 1470287 h 1754322"/>
                <a:gd name="connsiteX61" fmla="*/ 559758 w 1723364"/>
                <a:gd name="connsiteY61" fmla="*/ 1475963 h 1754322"/>
                <a:gd name="connsiteX62" fmla="*/ 504549 w 1723364"/>
                <a:gd name="connsiteY62" fmla="*/ 1585350 h 1754322"/>
                <a:gd name="connsiteX63" fmla="*/ 447275 w 1723364"/>
                <a:gd name="connsiteY63" fmla="*/ 1645719 h 1754322"/>
                <a:gd name="connsiteX64" fmla="*/ 434376 w 1723364"/>
                <a:gd name="connsiteY64" fmla="*/ 1643655 h 1754322"/>
                <a:gd name="connsiteX65" fmla="*/ 290418 w 1723364"/>
                <a:gd name="connsiteY65" fmla="*/ 1542008 h 1754322"/>
                <a:gd name="connsiteX66" fmla="*/ 265651 w 1723364"/>
                <a:gd name="connsiteY66" fmla="*/ 1521369 h 1754322"/>
                <a:gd name="connsiteX67" fmla="*/ 262039 w 1723364"/>
                <a:gd name="connsiteY67" fmla="*/ 1505889 h 1754322"/>
                <a:gd name="connsiteX68" fmla="*/ 321893 w 1723364"/>
                <a:gd name="connsiteY68" fmla="*/ 1415593 h 1754322"/>
                <a:gd name="connsiteX69" fmla="*/ 386906 w 1723364"/>
                <a:gd name="connsiteY69" fmla="*/ 1351096 h 1754322"/>
                <a:gd name="connsiteX70" fmla="*/ 387938 w 1723364"/>
                <a:gd name="connsiteY70" fmla="*/ 1334069 h 1754322"/>
                <a:gd name="connsiteX71" fmla="*/ 354915 w 1723364"/>
                <a:gd name="connsiteY71" fmla="*/ 1295887 h 1754322"/>
                <a:gd name="connsiteX72" fmla="*/ 282678 w 1723364"/>
                <a:gd name="connsiteY72" fmla="*/ 1189595 h 1754322"/>
                <a:gd name="connsiteX73" fmla="*/ 262555 w 1723364"/>
                <a:gd name="connsiteY73" fmla="*/ 1183920 h 1754322"/>
                <a:gd name="connsiteX74" fmla="*/ 152136 w 1723364"/>
                <a:gd name="connsiteY74" fmla="*/ 1240161 h 1754322"/>
                <a:gd name="connsiteX75" fmla="*/ 75256 w 1723364"/>
                <a:gd name="connsiteY75" fmla="*/ 1253577 h 1754322"/>
                <a:gd name="connsiteX76" fmla="*/ 65452 w 1723364"/>
                <a:gd name="connsiteY76" fmla="*/ 1245321 h 1754322"/>
                <a:gd name="connsiteX77" fmla="*/ 439 w 1723364"/>
                <a:gd name="connsiteY77" fmla="*/ 1045637 h 1754322"/>
                <a:gd name="connsiteX78" fmla="*/ 7663 w 1723364"/>
                <a:gd name="connsiteY78" fmla="*/ 1031190 h 1754322"/>
                <a:gd name="connsiteX79" fmla="*/ 54101 w 1723364"/>
                <a:gd name="connsiteY79" fmla="*/ 1005907 h 1754322"/>
                <a:gd name="connsiteX80" fmla="*/ 106730 w 1723364"/>
                <a:gd name="connsiteY80" fmla="*/ 994556 h 1754322"/>
                <a:gd name="connsiteX81" fmla="*/ 197026 w 1723364"/>
                <a:gd name="connsiteY81" fmla="*/ 980109 h 1754322"/>
                <a:gd name="connsiteX82" fmla="*/ 209410 w 1723364"/>
                <a:gd name="connsiteY82" fmla="*/ 964113 h 1754322"/>
                <a:gd name="connsiteX83" fmla="*/ 203734 w 1723364"/>
                <a:gd name="connsiteY83" fmla="*/ 897552 h 1754322"/>
                <a:gd name="connsiteX84" fmla="*/ 208378 w 1723364"/>
                <a:gd name="connsiteY84" fmla="*/ 801064 h 1754322"/>
                <a:gd name="connsiteX85" fmla="*/ 185159 w 1723364"/>
                <a:gd name="connsiteY85" fmla="*/ 770622 h 1754322"/>
                <a:gd name="connsiteX86" fmla="*/ 73192 w 1723364"/>
                <a:gd name="connsiteY86" fmla="*/ 753079 h 1754322"/>
                <a:gd name="connsiteX87" fmla="*/ 24690 w 1723364"/>
                <a:gd name="connsiteY87" fmla="*/ 730375 h 1754322"/>
                <a:gd name="connsiteX88" fmla="*/ 5599 w 1723364"/>
                <a:gd name="connsiteY88" fmla="*/ 687033 h 1754322"/>
                <a:gd name="connsiteX89" fmla="*/ 63904 w 1723364"/>
                <a:gd name="connsiteY89" fmla="*/ 511085 h 1754322"/>
                <a:gd name="connsiteX90" fmla="*/ 83511 w 1723364"/>
                <a:gd name="connsiteY90" fmla="*/ 499733 h 1754322"/>
                <a:gd name="connsiteX91" fmla="*/ 183611 w 1723364"/>
                <a:gd name="connsiteY91" fmla="*/ 528628 h 1754322"/>
                <a:gd name="connsiteX92" fmla="*/ 262555 w 1723364"/>
                <a:gd name="connsiteY92" fmla="*/ 569390 h 1754322"/>
                <a:gd name="connsiteX93" fmla="*/ 282163 w 1723364"/>
                <a:gd name="connsiteY93" fmla="*/ 564231 h 1754322"/>
                <a:gd name="connsiteX94" fmla="*/ 386906 w 1723364"/>
                <a:gd name="connsiteY94" fmla="*/ 419757 h 1754322"/>
                <a:gd name="connsiteX95" fmla="*/ 386390 w 1723364"/>
                <a:gd name="connsiteY95" fmla="*/ 402214 h 1754322"/>
                <a:gd name="connsiteX96" fmla="*/ 296094 w 1723364"/>
                <a:gd name="connsiteY96" fmla="*/ 311918 h 1754322"/>
                <a:gd name="connsiteX97" fmla="*/ 259975 w 1723364"/>
                <a:gd name="connsiteY97" fmla="*/ 242777 h 1754322"/>
                <a:gd name="connsiteX98" fmla="*/ 264619 w 1723364"/>
                <a:gd name="connsiteY98" fmla="*/ 232973 h 1754322"/>
                <a:gd name="connsiteX99" fmla="*/ 435408 w 1723364"/>
                <a:gd name="connsiteY99" fmla="*/ 109139 h 1754322"/>
                <a:gd name="connsiteX100" fmla="*/ 450371 w 1723364"/>
                <a:gd name="connsiteY100" fmla="*/ 110687 h 1754322"/>
                <a:gd name="connsiteX101" fmla="*/ 518480 w 1723364"/>
                <a:gd name="connsiteY101" fmla="*/ 196339 h 1754322"/>
                <a:gd name="connsiteX102" fmla="*/ 559758 w 1723364"/>
                <a:gd name="connsiteY102" fmla="*/ 277863 h 1754322"/>
                <a:gd name="connsiteX103" fmla="*/ 574722 w 1723364"/>
                <a:gd name="connsiteY103" fmla="*/ 283539 h 1754322"/>
                <a:gd name="connsiteX104" fmla="*/ 746026 w 1723364"/>
                <a:gd name="connsiteY104" fmla="*/ 227813 h 1754322"/>
                <a:gd name="connsiteX105" fmla="*/ 756346 w 1723364"/>
                <a:gd name="connsiteY105" fmla="*/ 211302 h 1754322"/>
                <a:gd name="connsiteX106" fmla="*/ 737254 w 1723364"/>
                <a:gd name="connsiteY106" fmla="*/ 91596 h 1754322"/>
                <a:gd name="connsiteX107" fmla="*/ 748090 w 1723364"/>
                <a:gd name="connsiteY107" fmla="*/ 10587 h 1754322"/>
                <a:gd name="connsiteX108" fmla="*/ 758410 w 1723364"/>
                <a:gd name="connsiteY108" fmla="*/ 4395 h 1754322"/>
                <a:gd name="connsiteX109" fmla="*/ 879664 w 1723364"/>
                <a:gd name="connsiteY109" fmla="*/ 267 h 1754322"/>
                <a:gd name="connsiteX110" fmla="*/ 861605 w 1723364"/>
                <a:gd name="connsiteY110" fmla="*/ 1409918 h 1754322"/>
                <a:gd name="connsiteX111" fmla="*/ 1392546 w 1723364"/>
                <a:gd name="connsiteY111" fmla="*/ 879493 h 1754322"/>
                <a:gd name="connsiteX112" fmla="*/ 862637 w 1723364"/>
                <a:gd name="connsiteY112" fmla="*/ 348552 h 1754322"/>
                <a:gd name="connsiteX113" fmla="*/ 331180 w 1723364"/>
                <a:gd name="connsiteY113" fmla="*/ 879493 h 1754322"/>
                <a:gd name="connsiteX114" fmla="*/ 861605 w 1723364"/>
                <a:gd name="connsiteY114" fmla="*/ 1409918 h 1754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</a:cxnLst>
              <a:rect l="l" t="t" r="r" b="b"/>
              <a:pathLst>
                <a:path w="1723364" h="1754322">
                  <a:moveTo>
                    <a:pt x="879664" y="267"/>
                  </a:moveTo>
                  <a:cubicBezTo>
                    <a:pt x="907527" y="2332"/>
                    <a:pt x="935906" y="4395"/>
                    <a:pt x="964801" y="5943"/>
                  </a:cubicBezTo>
                  <a:cubicBezTo>
                    <a:pt x="974088" y="6459"/>
                    <a:pt x="976668" y="11103"/>
                    <a:pt x="979248" y="18843"/>
                  </a:cubicBezTo>
                  <a:cubicBezTo>
                    <a:pt x="994727" y="65797"/>
                    <a:pt x="985956" y="112235"/>
                    <a:pt x="977700" y="158673"/>
                  </a:cubicBezTo>
                  <a:cubicBezTo>
                    <a:pt x="974604" y="176732"/>
                    <a:pt x="972024" y="195307"/>
                    <a:pt x="968928" y="213366"/>
                  </a:cubicBezTo>
                  <a:cubicBezTo>
                    <a:pt x="967380" y="222654"/>
                    <a:pt x="969960" y="227813"/>
                    <a:pt x="979764" y="229877"/>
                  </a:cubicBezTo>
                  <a:cubicBezTo>
                    <a:pt x="1038585" y="240713"/>
                    <a:pt x="1095343" y="259804"/>
                    <a:pt x="1149520" y="285087"/>
                  </a:cubicBezTo>
                  <a:cubicBezTo>
                    <a:pt x="1158808" y="289215"/>
                    <a:pt x="1162420" y="286119"/>
                    <a:pt x="1166548" y="278379"/>
                  </a:cubicBezTo>
                  <a:cubicBezTo>
                    <a:pt x="1180995" y="248969"/>
                    <a:pt x="1197506" y="220590"/>
                    <a:pt x="1210406" y="190663"/>
                  </a:cubicBezTo>
                  <a:cubicBezTo>
                    <a:pt x="1222273" y="163316"/>
                    <a:pt x="1240848" y="142161"/>
                    <a:pt x="1263035" y="123070"/>
                  </a:cubicBezTo>
                  <a:cubicBezTo>
                    <a:pt x="1282643" y="106043"/>
                    <a:pt x="1282127" y="106559"/>
                    <a:pt x="1304314" y="119458"/>
                  </a:cubicBezTo>
                  <a:cubicBezTo>
                    <a:pt x="1359523" y="151449"/>
                    <a:pt x="1409573" y="190663"/>
                    <a:pt x="1458075" y="231941"/>
                  </a:cubicBezTo>
                  <a:cubicBezTo>
                    <a:pt x="1465299" y="238133"/>
                    <a:pt x="1467362" y="243809"/>
                    <a:pt x="1462203" y="251549"/>
                  </a:cubicBezTo>
                  <a:cubicBezTo>
                    <a:pt x="1461687" y="252064"/>
                    <a:pt x="1461171" y="253096"/>
                    <a:pt x="1461171" y="254128"/>
                  </a:cubicBezTo>
                  <a:cubicBezTo>
                    <a:pt x="1448271" y="291279"/>
                    <a:pt x="1425052" y="320689"/>
                    <a:pt x="1396158" y="347004"/>
                  </a:cubicBezTo>
                  <a:cubicBezTo>
                    <a:pt x="1375518" y="365064"/>
                    <a:pt x="1356943" y="385703"/>
                    <a:pt x="1337336" y="404794"/>
                  </a:cubicBezTo>
                  <a:cubicBezTo>
                    <a:pt x="1332177" y="409954"/>
                    <a:pt x="1330628" y="413565"/>
                    <a:pt x="1336304" y="419757"/>
                  </a:cubicBezTo>
                  <a:cubicBezTo>
                    <a:pt x="1347656" y="432141"/>
                    <a:pt x="1357459" y="445556"/>
                    <a:pt x="1369327" y="457939"/>
                  </a:cubicBezTo>
                  <a:cubicBezTo>
                    <a:pt x="1399769" y="489930"/>
                    <a:pt x="1419893" y="528628"/>
                    <a:pt x="1442596" y="565263"/>
                  </a:cubicBezTo>
                  <a:cubicBezTo>
                    <a:pt x="1448271" y="574550"/>
                    <a:pt x="1452915" y="576098"/>
                    <a:pt x="1462719" y="570938"/>
                  </a:cubicBezTo>
                  <a:cubicBezTo>
                    <a:pt x="1499353" y="551847"/>
                    <a:pt x="1535988" y="533272"/>
                    <a:pt x="1573138" y="514697"/>
                  </a:cubicBezTo>
                  <a:cubicBezTo>
                    <a:pt x="1597389" y="502830"/>
                    <a:pt x="1624220" y="504893"/>
                    <a:pt x="1650018" y="501281"/>
                  </a:cubicBezTo>
                  <a:cubicBezTo>
                    <a:pt x="1655694" y="500250"/>
                    <a:pt x="1658274" y="505409"/>
                    <a:pt x="1659822" y="509537"/>
                  </a:cubicBezTo>
                  <a:cubicBezTo>
                    <a:pt x="1687685" y="574034"/>
                    <a:pt x="1709872" y="640595"/>
                    <a:pt x="1724835" y="709220"/>
                  </a:cubicBezTo>
                  <a:cubicBezTo>
                    <a:pt x="1726383" y="716444"/>
                    <a:pt x="1723803" y="720572"/>
                    <a:pt x="1717611" y="723668"/>
                  </a:cubicBezTo>
                  <a:cubicBezTo>
                    <a:pt x="1702132" y="731923"/>
                    <a:pt x="1686653" y="740695"/>
                    <a:pt x="1671173" y="748950"/>
                  </a:cubicBezTo>
                  <a:cubicBezTo>
                    <a:pt x="1654662" y="757722"/>
                    <a:pt x="1636087" y="757206"/>
                    <a:pt x="1618544" y="760302"/>
                  </a:cubicBezTo>
                  <a:cubicBezTo>
                    <a:pt x="1589133" y="765462"/>
                    <a:pt x="1559207" y="770106"/>
                    <a:pt x="1529280" y="774234"/>
                  </a:cubicBezTo>
                  <a:cubicBezTo>
                    <a:pt x="1517412" y="775781"/>
                    <a:pt x="1514316" y="780941"/>
                    <a:pt x="1515349" y="791777"/>
                  </a:cubicBezTo>
                  <a:cubicBezTo>
                    <a:pt x="1517412" y="813448"/>
                    <a:pt x="1518444" y="835635"/>
                    <a:pt x="1521024" y="857306"/>
                  </a:cubicBezTo>
                  <a:cubicBezTo>
                    <a:pt x="1524636" y="889813"/>
                    <a:pt x="1518960" y="921803"/>
                    <a:pt x="1516380" y="953794"/>
                  </a:cubicBezTo>
                  <a:cubicBezTo>
                    <a:pt x="1514316" y="980109"/>
                    <a:pt x="1513284" y="980109"/>
                    <a:pt x="1538567" y="983720"/>
                  </a:cubicBezTo>
                  <a:cubicBezTo>
                    <a:pt x="1576750" y="989912"/>
                    <a:pt x="1614932" y="995588"/>
                    <a:pt x="1653114" y="1001779"/>
                  </a:cubicBezTo>
                  <a:cubicBezTo>
                    <a:pt x="1671173" y="1004875"/>
                    <a:pt x="1685105" y="1016227"/>
                    <a:pt x="1700584" y="1024483"/>
                  </a:cubicBezTo>
                  <a:cubicBezTo>
                    <a:pt x="1726899" y="1038414"/>
                    <a:pt x="1725867" y="1038930"/>
                    <a:pt x="1719675" y="1067825"/>
                  </a:cubicBezTo>
                  <a:cubicBezTo>
                    <a:pt x="1706260" y="1128710"/>
                    <a:pt x="1685105" y="1186500"/>
                    <a:pt x="1661370" y="1243773"/>
                  </a:cubicBezTo>
                  <a:cubicBezTo>
                    <a:pt x="1657242" y="1253577"/>
                    <a:pt x="1651566" y="1256157"/>
                    <a:pt x="1641763" y="1255124"/>
                  </a:cubicBezTo>
                  <a:cubicBezTo>
                    <a:pt x="1606160" y="1252028"/>
                    <a:pt x="1572622" y="1244805"/>
                    <a:pt x="1541663" y="1226230"/>
                  </a:cubicBezTo>
                  <a:cubicBezTo>
                    <a:pt x="1515864" y="1210750"/>
                    <a:pt x="1488001" y="1198883"/>
                    <a:pt x="1461687" y="1184436"/>
                  </a:cubicBezTo>
                  <a:cubicBezTo>
                    <a:pt x="1453947" y="1180308"/>
                    <a:pt x="1448787" y="1180308"/>
                    <a:pt x="1444143" y="1189079"/>
                  </a:cubicBezTo>
                  <a:cubicBezTo>
                    <a:pt x="1415249" y="1241709"/>
                    <a:pt x="1380162" y="1290211"/>
                    <a:pt x="1339400" y="1333553"/>
                  </a:cubicBezTo>
                  <a:cubicBezTo>
                    <a:pt x="1332177" y="1341293"/>
                    <a:pt x="1332177" y="1345936"/>
                    <a:pt x="1339916" y="1353160"/>
                  </a:cubicBezTo>
                  <a:cubicBezTo>
                    <a:pt x="1370359" y="1382571"/>
                    <a:pt x="1400801" y="1412498"/>
                    <a:pt x="1430212" y="1443456"/>
                  </a:cubicBezTo>
                  <a:cubicBezTo>
                    <a:pt x="1448271" y="1462547"/>
                    <a:pt x="1453947" y="1488862"/>
                    <a:pt x="1465814" y="1511565"/>
                  </a:cubicBezTo>
                  <a:cubicBezTo>
                    <a:pt x="1467879" y="1515693"/>
                    <a:pt x="1464267" y="1518789"/>
                    <a:pt x="1461171" y="1521369"/>
                  </a:cubicBezTo>
                  <a:cubicBezTo>
                    <a:pt x="1408025" y="1568323"/>
                    <a:pt x="1351784" y="1610117"/>
                    <a:pt x="1290382" y="1645203"/>
                  </a:cubicBezTo>
                  <a:cubicBezTo>
                    <a:pt x="1284707" y="1648815"/>
                    <a:pt x="1280579" y="1648299"/>
                    <a:pt x="1275419" y="1643655"/>
                  </a:cubicBezTo>
                  <a:cubicBezTo>
                    <a:pt x="1247040" y="1619404"/>
                    <a:pt x="1221757" y="1593606"/>
                    <a:pt x="1207310" y="1558003"/>
                  </a:cubicBezTo>
                  <a:cubicBezTo>
                    <a:pt x="1195958" y="1530140"/>
                    <a:pt x="1179963" y="1504341"/>
                    <a:pt x="1167064" y="1477511"/>
                  </a:cubicBezTo>
                  <a:cubicBezTo>
                    <a:pt x="1162936" y="1469255"/>
                    <a:pt x="1158808" y="1467191"/>
                    <a:pt x="1150036" y="1470803"/>
                  </a:cubicBezTo>
                  <a:cubicBezTo>
                    <a:pt x="1096375" y="1496086"/>
                    <a:pt x="1040133" y="1514661"/>
                    <a:pt x="981312" y="1526013"/>
                  </a:cubicBezTo>
                  <a:cubicBezTo>
                    <a:pt x="969960" y="1528076"/>
                    <a:pt x="967896" y="1534268"/>
                    <a:pt x="969960" y="1544072"/>
                  </a:cubicBezTo>
                  <a:cubicBezTo>
                    <a:pt x="976668" y="1583802"/>
                    <a:pt x="982860" y="1623532"/>
                    <a:pt x="989052" y="1663779"/>
                  </a:cubicBezTo>
                  <a:cubicBezTo>
                    <a:pt x="993179" y="1691641"/>
                    <a:pt x="982344" y="1716924"/>
                    <a:pt x="978216" y="1743755"/>
                  </a:cubicBezTo>
                  <a:cubicBezTo>
                    <a:pt x="977184" y="1749431"/>
                    <a:pt x="971508" y="1749431"/>
                    <a:pt x="966864" y="1749947"/>
                  </a:cubicBezTo>
                  <a:cubicBezTo>
                    <a:pt x="897207" y="1757170"/>
                    <a:pt x="828067" y="1756655"/>
                    <a:pt x="758410" y="1749947"/>
                  </a:cubicBezTo>
                  <a:cubicBezTo>
                    <a:pt x="749638" y="1748915"/>
                    <a:pt x="748090" y="1744271"/>
                    <a:pt x="745510" y="1737047"/>
                  </a:cubicBezTo>
                  <a:cubicBezTo>
                    <a:pt x="730031" y="1690609"/>
                    <a:pt x="738286" y="1644687"/>
                    <a:pt x="747058" y="1598249"/>
                  </a:cubicBezTo>
                  <a:cubicBezTo>
                    <a:pt x="750154" y="1580190"/>
                    <a:pt x="752734" y="1561615"/>
                    <a:pt x="756346" y="1543556"/>
                  </a:cubicBezTo>
                  <a:cubicBezTo>
                    <a:pt x="758410" y="1533236"/>
                    <a:pt x="755314" y="1527560"/>
                    <a:pt x="744478" y="1525496"/>
                  </a:cubicBezTo>
                  <a:cubicBezTo>
                    <a:pt x="685657" y="1514661"/>
                    <a:pt x="629931" y="1496086"/>
                    <a:pt x="575754" y="1470287"/>
                  </a:cubicBezTo>
                  <a:cubicBezTo>
                    <a:pt x="568014" y="1466675"/>
                    <a:pt x="563886" y="1467707"/>
                    <a:pt x="559758" y="1475963"/>
                  </a:cubicBezTo>
                  <a:cubicBezTo>
                    <a:pt x="541699" y="1512597"/>
                    <a:pt x="522608" y="1548715"/>
                    <a:pt x="504549" y="1585350"/>
                  </a:cubicBezTo>
                  <a:cubicBezTo>
                    <a:pt x="491649" y="1611149"/>
                    <a:pt x="466882" y="1626112"/>
                    <a:pt x="447275" y="1645719"/>
                  </a:cubicBezTo>
                  <a:cubicBezTo>
                    <a:pt x="442631" y="1650363"/>
                    <a:pt x="438504" y="1646235"/>
                    <a:pt x="434376" y="1643655"/>
                  </a:cubicBezTo>
                  <a:cubicBezTo>
                    <a:pt x="384326" y="1612697"/>
                    <a:pt x="334276" y="1581738"/>
                    <a:pt x="290418" y="1542008"/>
                  </a:cubicBezTo>
                  <a:cubicBezTo>
                    <a:pt x="282678" y="1534784"/>
                    <a:pt x="273907" y="1528076"/>
                    <a:pt x="265651" y="1521369"/>
                  </a:cubicBezTo>
                  <a:cubicBezTo>
                    <a:pt x="259975" y="1516725"/>
                    <a:pt x="259459" y="1512597"/>
                    <a:pt x="262039" y="1505889"/>
                  </a:cubicBezTo>
                  <a:cubicBezTo>
                    <a:pt x="276487" y="1472351"/>
                    <a:pt x="292998" y="1440360"/>
                    <a:pt x="321893" y="1415593"/>
                  </a:cubicBezTo>
                  <a:cubicBezTo>
                    <a:pt x="345112" y="1395986"/>
                    <a:pt x="365235" y="1372767"/>
                    <a:pt x="386906" y="1351096"/>
                  </a:cubicBezTo>
                  <a:cubicBezTo>
                    <a:pt x="393098" y="1345421"/>
                    <a:pt x="394129" y="1341293"/>
                    <a:pt x="387938" y="1334069"/>
                  </a:cubicBezTo>
                  <a:cubicBezTo>
                    <a:pt x="376586" y="1321685"/>
                    <a:pt x="366783" y="1308270"/>
                    <a:pt x="354915" y="1295887"/>
                  </a:cubicBezTo>
                  <a:cubicBezTo>
                    <a:pt x="324989" y="1264412"/>
                    <a:pt x="305382" y="1225714"/>
                    <a:pt x="282678" y="1189595"/>
                  </a:cubicBezTo>
                  <a:cubicBezTo>
                    <a:pt x="277003" y="1180308"/>
                    <a:pt x="272359" y="1178760"/>
                    <a:pt x="262555" y="1183920"/>
                  </a:cubicBezTo>
                  <a:cubicBezTo>
                    <a:pt x="225921" y="1203011"/>
                    <a:pt x="189287" y="1221586"/>
                    <a:pt x="152136" y="1240161"/>
                  </a:cubicBezTo>
                  <a:cubicBezTo>
                    <a:pt x="127885" y="1252545"/>
                    <a:pt x="101054" y="1249965"/>
                    <a:pt x="75256" y="1253577"/>
                  </a:cubicBezTo>
                  <a:cubicBezTo>
                    <a:pt x="69580" y="1254608"/>
                    <a:pt x="67000" y="1249965"/>
                    <a:pt x="65452" y="1245321"/>
                  </a:cubicBezTo>
                  <a:cubicBezTo>
                    <a:pt x="37589" y="1180824"/>
                    <a:pt x="15402" y="1114263"/>
                    <a:pt x="439" y="1045637"/>
                  </a:cubicBezTo>
                  <a:cubicBezTo>
                    <a:pt x="-1109" y="1038414"/>
                    <a:pt x="1471" y="1034286"/>
                    <a:pt x="7663" y="1031190"/>
                  </a:cubicBezTo>
                  <a:cubicBezTo>
                    <a:pt x="23142" y="1022935"/>
                    <a:pt x="38621" y="1014163"/>
                    <a:pt x="54101" y="1005907"/>
                  </a:cubicBezTo>
                  <a:cubicBezTo>
                    <a:pt x="70612" y="997136"/>
                    <a:pt x="89187" y="997652"/>
                    <a:pt x="106730" y="994556"/>
                  </a:cubicBezTo>
                  <a:cubicBezTo>
                    <a:pt x="136657" y="989396"/>
                    <a:pt x="167099" y="984236"/>
                    <a:pt x="197026" y="980109"/>
                  </a:cubicBezTo>
                  <a:cubicBezTo>
                    <a:pt x="207346" y="978560"/>
                    <a:pt x="210442" y="973917"/>
                    <a:pt x="209410" y="964113"/>
                  </a:cubicBezTo>
                  <a:cubicBezTo>
                    <a:pt x="207346" y="941926"/>
                    <a:pt x="206314" y="919739"/>
                    <a:pt x="203734" y="897552"/>
                  </a:cubicBezTo>
                  <a:cubicBezTo>
                    <a:pt x="200122" y="865045"/>
                    <a:pt x="205798" y="833055"/>
                    <a:pt x="208378" y="801064"/>
                  </a:cubicBezTo>
                  <a:cubicBezTo>
                    <a:pt x="210442" y="774749"/>
                    <a:pt x="211474" y="774749"/>
                    <a:pt x="185159" y="770622"/>
                  </a:cubicBezTo>
                  <a:cubicBezTo>
                    <a:pt x="148009" y="764430"/>
                    <a:pt x="110342" y="758754"/>
                    <a:pt x="73192" y="753079"/>
                  </a:cubicBezTo>
                  <a:cubicBezTo>
                    <a:pt x="54616" y="750499"/>
                    <a:pt x="40169" y="738631"/>
                    <a:pt x="24690" y="730375"/>
                  </a:cubicBezTo>
                  <a:cubicBezTo>
                    <a:pt x="-1625" y="715928"/>
                    <a:pt x="-593" y="715928"/>
                    <a:pt x="5599" y="687033"/>
                  </a:cubicBezTo>
                  <a:cubicBezTo>
                    <a:pt x="19014" y="626148"/>
                    <a:pt x="40169" y="568358"/>
                    <a:pt x="63904" y="511085"/>
                  </a:cubicBezTo>
                  <a:cubicBezTo>
                    <a:pt x="68032" y="501281"/>
                    <a:pt x="73192" y="498701"/>
                    <a:pt x="83511" y="499733"/>
                  </a:cubicBezTo>
                  <a:cubicBezTo>
                    <a:pt x="119114" y="502830"/>
                    <a:pt x="152652" y="510053"/>
                    <a:pt x="183611" y="528628"/>
                  </a:cubicBezTo>
                  <a:cubicBezTo>
                    <a:pt x="208894" y="543592"/>
                    <a:pt x="236241" y="555459"/>
                    <a:pt x="262555" y="569390"/>
                  </a:cubicBezTo>
                  <a:cubicBezTo>
                    <a:pt x="271327" y="574034"/>
                    <a:pt x="277003" y="574034"/>
                    <a:pt x="282163" y="564231"/>
                  </a:cubicBezTo>
                  <a:cubicBezTo>
                    <a:pt x="311057" y="511601"/>
                    <a:pt x="346144" y="463615"/>
                    <a:pt x="386906" y="419757"/>
                  </a:cubicBezTo>
                  <a:cubicBezTo>
                    <a:pt x="393614" y="412534"/>
                    <a:pt x="393098" y="408922"/>
                    <a:pt x="386390" y="402214"/>
                  </a:cubicBezTo>
                  <a:cubicBezTo>
                    <a:pt x="355947" y="372287"/>
                    <a:pt x="325505" y="342360"/>
                    <a:pt x="296094" y="311918"/>
                  </a:cubicBezTo>
                  <a:cubicBezTo>
                    <a:pt x="277519" y="292827"/>
                    <a:pt x="271843" y="265996"/>
                    <a:pt x="259975" y="242777"/>
                  </a:cubicBezTo>
                  <a:cubicBezTo>
                    <a:pt x="257912" y="238649"/>
                    <a:pt x="261524" y="235553"/>
                    <a:pt x="264619" y="232973"/>
                  </a:cubicBezTo>
                  <a:cubicBezTo>
                    <a:pt x="317765" y="186019"/>
                    <a:pt x="374007" y="144225"/>
                    <a:pt x="435408" y="109139"/>
                  </a:cubicBezTo>
                  <a:cubicBezTo>
                    <a:pt x="441084" y="105527"/>
                    <a:pt x="445211" y="106043"/>
                    <a:pt x="450371" y="110687"/>
                  </a:cubicBezTo>
                  <a:cubicBezTo>
                    <a:pt x="478750" y="134937"/>
                    <a:pt x="504033" y="160736"/>
                    <a:pt x="518480" y="196339"/>
                  </a:cubicBezTo>
                  <a:cubicBezTo>
                    <a:pt x="530348" y="224202"/>
                    <a:pt x="545827" y="250516"/>
                    <a:pt x="559758" y="277863"/>
                  </a:cubicBezTo>
                  <a:cubicBezTo>
                    <a:pt x="563370" y="285087"/>
                    <a:pt x="566982" y="287151"/>
                    <a:pt x="574722" y="283539"/>
                  </a:cubicBezTo>
                  <a:cubicBezTo>
                    <a:pt x="629415" y="257740"/>
                    <a:pt x="686173" y="238649"/>
                    <a:pt x="746026" y="227813"/>
                  </a:cubicBezTo>
                  <a:cubicBezTo>
                    <a:pt x="756346" y="225750"/>
                    <a:pt x="757893" y="220074"/>
                    <a:pt x="756346" y="211302"/>
                  </a:cubicBezTo>
                  <a:cubicBezTo>
                    <a:pt x="749638" y="171572"/>
                    <a:pt x="743446" y="131326"/>
                    <a:pt x="737254" y="91596"/>
                  </a:cubicBezTo>
                  <a:cubicBezTo>
                    <a:pt x="732611" y="63217"/>
                    <a:pt x="743446" y="37418"/>
                    <a:pt x="748090" y="10587"/>
                  </a:cubicBezTo>
                  <a:cubicBezTo>
                    <a:pt x="749122" y="5427"/>
                    <a:pt x="753766" y="4395"/>
                    <a:pt x="758410" y="4395"/>
                  </a:cubicBezTo>
                  <a:cubicBezTo>
                    <a:pt x="797624" y="4395"/>
                    <a:pt x="837870" y="-1280"/>
                    <a:pt x="879664" y="267"/>
                  </a:cubicBezTo>
                  <a:close/>
                  <a:moveTo>
                    <a:pt x="861605" y="1409918"/>
                  </a:moveTo>
                  <a:cubicBezTo>
                    <a:pt x="1155712" y="1407338"/>
                    <a:pt x="1392030" y="1176180"/>
                    <a:pt x="1392546" y="879493"/>
                  </a:cubicBezTo>
                  <a:cubicBezTo>
                    <a:pt x="1393062" y="585902"/>
                    <a:pt x="1160356" y="349068"/>
                    <a:pt x="862637" y="348552"/>
                  </a:cubicBezTo>
                  <a:cubicBezTo>
                    <a:pt x="568014" y="348036"/>
                    <a:pt x="331180" y="581774"/>
                    <a:pt x="331180" y="879493"/>
                  </a:cubicBezTo>
                  <a:cubicBezTo>
                    <a:pt x="331180" y="1173600"/>
                    <a:pt x="565950" y="1406822"/>
                    <a:pt x="861605" y="140991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6" name="Freeform: Shape 15"/>
            <p:cNvSpPr/>
            <p:nvPr/>
          </p:nvSpPr>
          <p:spPr>
            <a:xfrm rot="2246763">
              <a:off x="322349" y="3332008"/>
              <a:ext cx="1218879" cy="1218879"/>
            </a:xfrm>
            <a:custGeom>
              <a:avLst/>
              <a:gdLst>
                <a:gd name="connsiteX0" fmla="*/ 894776 w 1774962"/>
                <a:gd name="connsiteY0" fmla="*/ 1775736 h 1774962"/>
                <a:gd name="connsiteX1" fmla="*/ 852466 w 1774962"/>
                <a:gd name="connsiteY1" fmla="*/ 1775736 h 1774962"/>
                <a:gd name="connsiteX2" fmla="*/ 839567 w 1774962"/>
                <a:gd name="connsiteY2" fmla="*/ 1764901 h 1774962"/>
                <a:gd name="connsiteX3" fmla="*/ 819960 w 1774962"/>
                <a:gd name="connsiteY3" fmla="*/ 1666349 h 1774962"/>
                <a:gd name="connsiteX4" fmla="*/ 822024 w 1774962"/>
                <a:gd name="connsiteY4" fmla="*/ 1636938 h 1774962"/>
                <a:gd name="connsiteX5" fmla="*/ 811704 w 1774962"/>
                <a:gd name="connsiteY5" fmla="*/ 1623523 h 1774962"/>
                <a:gd name="connsiteX6" fmla="*/ 695093 w 1774962"/>
                <a:gd name="connsiteY6" fmla="*/ 1601852 h 1774962"/>
                <a:gd name="connsiteX7" fmla="*/ 680130 w 1774962"/>
                <a:gd name="connsiteY7" fmla="*/ 1610623 h 1774962"/>
                <a:gd name="connsiteX8" fmla="*/ 615116 w 1774962"/>
                <a:gd name="connsiteY8" fmla="*/ 1727234 h 1774962"/>
                <a:gd name="connsiteX9" fmla="*/ 603765 w 1774962"/>
                <a:gd name="connsiteY9" fmla="*/ 1730330 h 1774962"/>
                <a:gd name="connsiteX10" fmla="*/ 512953 w 1774962"/>
                <a:gd name="connsiteY10" fmla="*/ 1694212 h 1774962"/>
                <a:gd name="connsiteX11" fmla="*/ 507277 w 1774962"/>
                <a:gd name="connsiteY11" fmla="*/ 1681828 h 1774962"/>
                <a:gd name="connsiteX12" fmla="*/ 527400 w 1774962"/>
                <a:gd name="connsiteY12" fmla="*/ 1583277 h 1774962"/>
                <a:gd name="connsiteX13" fmla="*/ 541848 w 1774962"/>
                <a:gd name="connsiteY13" fmla="*/ 1552834 h 1774962"/>
                <a:gd name="connsiteX14" fmla="*/ 537720 w 1774962"/>
                <a:gd name="connsiteY14" fmla="*/ 1539418 h 1774962"/>
                <a:gd name="connsiteX15" fmla="*/ 435041 w 1774962"/>
                <a:gd name="connsiteY15" fmla="*/ 1472857 h 1774962"/>
                <a:gd name="connsiteX16" fmla="*/ 420593 w 1774962"/>
                <a:gd name="connsiteY16" fmla="*/ 1474921 h 1774962"/>
                <a:gd name="connsiteX17" fmla="*/ 315334 w 1774962"/>
                <a:gd name="connsiteY17" fmla="*/ 1559026 h 1774962"/>
                <a:gd name="connsiteX18" fmla="*/ 302950 w 1774962"/>
                <a:gd name="connsiteY18" fmla="*/ 1557478 h 1774962"/>
                <a:gd name="connsiteX19" fmla="*/ 233809 w 1774962"/>
                <a:gd name="connsiteY19" fmla="*/ 1490401 h 1774962"/>
                <a:gd name="connsiteX20" fmla="*/ 232777 w 1774962"/>
                <a:gd name="connsiteY20" fmla="*/ 1476985 h 1774962"/>
                <a:gd name="connsiteX21" fmla="*/ 289019 w 1774962"/>
                <a:gd name="connsiteY21" fmla="*/ 1393397 h 1774962"/>
                <a:gd name="connsiteX22" fmla="*/ 312754 w 1774962"/>
                <a:gd name="connsiteY22" fmla="*/ 1371726 h 1774962"/>
                <a:gd name="connsiteX23" fmla="*/ 314818 w 1774962"/>
                <a:gd name="connsiteY23" fmla="*/ 1355731 h 1774962"/>
                <a:gd name="connsiteX24" fmla="*/ 246193 w 1774962"/>
                <a:gd name="connsiteY24" fmla="*/ 1255631 h 1774962"/>
                <a:gd name="connsiteX25" fmla="*/ 230713 w 1774962"/>
                <a:gd name="connsiteY25" fmla="*/ 1253051 h 1774962"/>
                <a:gd name="connsiteX26" fmla="*/ 102751 w 1774962"/>
                <a:gd name="connsiteY26" fmla="*/ 1289685 h 1774962"/>
                <a:gd name="connsiteX27" fmla="*/ 91916 w 1774962"/>
                <a:gd name="connsiteY27" fmla="*/ 1282978 h 1774962"/>
                <a:gd name="connsiteX28" fmla="*/ 53733 w 1774962"/>
                <a:gd name="connsiteY28" fmla="*/ 1194230 h 1774962"/>
                <a:gd name="connsiteX29" fmla="*/ 58377 w 1774962"/>
                <a:gd name="connsiteY29" fmla="*/ 1181330 h 1774962"/>
                <a:gd name="connsiteX30" fmla="*/ 142481 w 1774962"/>
                <a:gd name="connsiteY30" fmla="*/ 1125605 h 1774962"/>
                <a:gd name="connsiteX31" fmla="*/ 173956 w 1774962"/>
                <a:gd name="connsiteY31" fmla="*/ 1114253 h 1774962"/>
                <a:gd name="connsiteX32" fmla="*/ 180664 w 1774962"/>
                <a:gd name="connsiteY32" fmla="*/ 1101870 h 1774962"/>
                <a:gd name="connsiteX33" fmla="*/ 154865 w 1774962"/>
                <a:gd name="connsiteY33" fmla="*/ 981131 h 1774962"/>
                <a:gd name="connsiteX34" fmla="*/ 144029 w 1774962"/>
                <a:gd name="connsiteY34" fmla="*/ 973391 h 1774962"/>
                <a:gd name="connsiteX35" fmla="*/ 10391 w 1774962"/>
                <a:gd name="connsiteY35" fmla="*/ 958428 h 1774962"/>
                <a:gd name="connsiteX36" fmla="*/ 2135 w 1774962"/>
                <a:gd name="connsiteY36" fmla="*/ 948624 h 1774962"/>
                <a:gd name="connsiteX37" fmla="*/ 588 w 1774962"/>
                <a:gd name="connsiteY37" fmla="*/ 850589 h 1774962"/>
                <a:gd name="connsiteX38" fmla="*/ 10391 w 1774962"/>
                <a:gd name="connsiteY38" fmla="*/ 840785 h 1774962"/>
                <a:gd name="connsiteX39" fmla="*/ 110491 w 1774962"/>
                <a:gd name="connsiteY39" fmla="*/ 820662 h 1774962"/>
                <a:gd name="connsiteX40" fmla="*/ 139901 w 1774962"/>
                <a:gd name="connsiteY40" fmla="*/ 822726 h 1774962"/>
                <a:gd name="connsiteX41" fmla="*/ 153317 w 1774962"/>
                <a:gd name="connsiteY41" fmla="*/ 811890 h 1774962"/>
                <a:gd name="connsiteX42" fmla="*/ 174472 w 1774962"/>
                <a:gd name="connsiteY42" fmla="*/ 696827 h 1774962"/>
                <a:gd name="connsiteX43" fmla="*/ 164152 w 1774962"/>
                <a:gd name="connsiteY43" fmla="*/ 680316 h 1774962"/>
                <a:gd name="connsiteX44" fmla="*/ 49090 w 1774962"/>
                <a:gd name="connsiteY44" fmla="*/ 615819 h 1774962"/>
                <a:gd name="connsiteX45" fmla="*/ 45993 w 1774962"/>
                <a:gd name="connsiteY45" fmla="*/ 606015 h 1774962"/>
                <a:gd name="connsiteX46" fmla="*/ 82628 w 1774962"/>
                <a:gd name="connsiteY46" fmla="*/ 513655 h 1774962"/>
                <a:gd name="connsiteX47" fmla="*/ 93979 w 1774962"/>
                <a:gd name="connsiteY47" fmla="*/ 508496 h 1774962"/>
                <a:gd name="connsiteX48" fmla="*/ 224006 w 1774962"/>
                <a:gd name="connsiteY48" fmla="*/ 543066 h 1774962"/>
                <a:gd name="connsiteX49" fmla="*/ 236905 w 1774962"/>
                <a:gd name="connsiteY49" fmla="*/ 538938 h 1774962"/>
                <a:gd name="connsiteX50" fmla="*/ 302434 w 1774962"/>
                <a:gd name="connsiteY50" fmla="*/ 437291 h 1774962"/>
                <a:gd name="connsiteX51" fmla="*/ 302950 w 1774962"/>
                <a:gd name="connsiteY51" fmla="*/ 423359 h 1774962"/>
                <a:gd name="connsiteX52" fmla="*/ 238453 w 1774962"/>
                <a:gd name="connsiteY52" fmla="*/ 346995 h 1774962"/>
                <a:gd name="connsiteX53" fmla="*/ 228650 w 1774962"/>
                <a:gd name="connsiteY53" fmla="*/ 333063 h 1774962"/>
                <a:gd name="connsiteX54" fmla="*/ 230713 w 1774962"/>
                <a:gd name="connsiteY54" fmla="*/ 290237 h 1774962"/>
                <a:gd name="connsiteX55" fmla="*/ 283859 w 1774962"/>
                <a:gd name="connsiteY55" fmla="*/ 236060 h 1774962"/>
                <a:gd name="connsiteX56" fmla="*/ 300370 w 1774962"/>
                <a:gd name="connsiteY56" fmla="*/ 234512 h 1774962"/>
                <a:gd name="connsiteX57" fmla="*/ 380863 w 1774962"/>
                <a:gd name="connsiteY57" fmla="*/ 288173 h 1774962"/>
                <a:gd name="connsiteX58" fmla="*/ 403050 w 1774962"/>
                <a:gd name="connsiteY58" fmla="*/ 311392 h 1774962"/>
                <a:gd name="connsiteX59" fmla="*/ 422141 w 1774962"/>
                <a:gd name="connsiteY59" fmla="*/ 313972 h 1774962"/>
                <a:gd name="connsiteX60" fmla="*/ 519661 w 1774962"/>
                <a:gd name="connsiteY60" fmla="*/ 246895 h 1774962"/>
                <a:gd name="connsiteX61" fmla="*/ 524820 w 1774962"/>
                <a:gd name="connsiteY61" fmla="*/ 233996 h 1774962"/>
                <a:gd name="connsiteX62" fmla="*/ 492314 w 1774962"/>
                <a:gd name="connsiteY62" fmla="*/ 127704 h 1774962"/>
                <a:gd name="connsiteX63" fmla="*/ 514501 w 1774962"/>
                <a:gd name="connsiteY63" fmla="*/ 82298 h 1774962"/>
                <a:gd name="connsiteX64" fmla="*/ 578482 w 1774962"/>
                <a:gd name="connsiteY64" fmla="*/ 55468 h 1774962"/>
                <a:gd name="connsiteX65" fmla="*/ 595509 w 1774962"/>
                <a:gd name="connsiteY65" fmla="*/ 60111 h 1774962"/>
                <a:gd name="connsiteX66" fmla="*/ 648655 w 1774962"/>
                <a:gd name="connsiteY66" fmla="*/ 139572 h 1774962"/>
                <a:gd name="connsiteX67" fmla="*/ 661039 w 1774962"/>
                <a:gd name="connsiteY67" fmla="*/ 172078 h 1774962"/>
                <a:gd name="connsiteX68" fmla="*/ 675486 w 1774962"/>
                <a:gd name="connsiteY68" fmla="*/ 180334 h 1774962"/>
                <a:gd name="connsiteX69" fmla="*/ 792613 w 1774962"/>
                <a:gd name="connsiteY69" fmla="*/ 155567 h 1774962"/>
                <a:gd name="connsiteX70" fmla="*/ 801900 w 1774962"/>
                <a:gd name="connsiteY70" fmla="*/ 143700 h 1774962"/>
                <a:gd name="connsiteX71" fmla="*/ 816864 w 1774962"/>
                <a:gd name="connsiteY71" fmla="*/ 11094 h 1774962"/>
                <a:gd name="connsiteX72" fmla="*/ 826151 w 1774962"/>
                <a:gd name="connsiteY72" fmla="*/ 2322 h 1774962"/>
                <a:gd name="connsiteX73" fmla="*/ 925219 w 1774962"/>
                <a:gd name="connsiteY73" fmla="*/ 774 h 1774962"/>
                <a:gd name="connsiteX74" fmla="*/ 934507 w 1774962"/>
                <a:gd name="connsiteY74" fmla="*/ 10062 h 1774962"/>
                <a:gd name="connsiteX75" fmla="*/ 954114 w 1774962"/>
                <a:gd name="connsiteY75" fmla="*/ 111193 h 1774962"/>
                <a:gd name="connsiteX76" fmla="*/ 952050 w 1774962"/>
                <a:gd name="connsiteY76" fmla="*/ 140604 h 1774962"/>
                <a:gd name="connsiteX77" fmla="*/ 962369 w 1774962"/>
                <a:gd name="connsiteY77" fmla="*/ 152987 h 1774962"/>
                <a:gd name="connsiteX78" fmla="*/ 1078980 w 1774962"/>
                <a:gd name="connsiteY78" fmla="*/ 174658 h 1774962"/>
                <a:gd name="connsiteX79" fmla="*/ 1093428 w 1774962"/>
                <a:gd name="connsiteY79" fmla="*/ 168467 h 1774962"/>
                <a:gd name="connsiteX80" fmla="*/ 1147089 w 1774962"/>
                <a:gd name="connsiteY80" fmla="*/ 69399 h 1774962"/>
                <a:gd name="connsiteX81" fmla="*/ 1192495 w 1774962"/>
                <a:gd name="connsiteY81" fmla="*/ 54436 h 1774962"/>
                <a:gd name="connsiteX82" fmla="*/ 1258024 w 1774962"/>
                <a:gd name="connsiteY82" fmla="*/ 81266 h 1774962"/>
                <a:gd name="connsiteX83" fmla="*/ 1267312 w 1774962"/>
                <a:gd name="connsiteY83" fmla="*/ 96746 h 1774962"/>
                <a:gd name="connsiteX84" fmla="*/ 1247705 w 1774962"/>
                <a:gd name="connsiteY84" fmla="*/ 192718 h 1774962"/>
                <a:gd name="connsiteX85" fmla="*/ 1233258 w 1774962"/>
                <a:gd name="connsiteY85" fmla="*/ 224192 h 1774962"/>
                <a:gd name="connsiteX86" fmla="*/ 1237385 w 1774962"/>
                <a:gd name="connsiteY86" fmla="*/ 237608 h 1774962"/>
                <a:gd name="connsiteX87" fmla="*/ 1340065 w 1774962"/>
                <a:gd name="connsiteY87" fmla="*/ 304169 h 1774962"/>
                <a:gd name="connsiteX88" fmla="*/ 1354512 w 1774962"/>
                <a:gd name="connsiteY88" fmla="*/ 302621 h 1774962"/>
                <a:gd name="connsiteX89" fmla="*/ 1459771 w 1774962"/>
                <a:gd name="connsiteY89" fmla="*/ 218516 h 1774962"/>
                <a:gd name="connsiteX90" fmla="*/ 1472155 w 1774962"/>
                <a:gd name="connsiteY90" fmla="*/ 220064 h 1774962"/>
                <a:gd name="connsiteX91" fmla="*/ 1541296 w 1774962"/>
                <a:gd name="connsiteY91" fmla="*/ 287657 h 1774962"/>
                <a:gd name="connsiteX92" fmla="*/ 1542328 w 1774962"/>
                <a:gd name="connsiteY92" fmla="*/ 301073 h 1774962"/>
                <a:gd name="connsiteX93" fmla="*/ 1485570 w 1774962"/>
                <a:gd name="connsiteY93" fmla="*/ 385693 h 1774962"/>
                <a:gd name="connsiteX94" fmla="*/ 1462868 w 1774962"/>
                <a:gd name="connsiteY94" fmla="*/ 406332 h 1774962"/>
                <a:gd name="connsiteX95" fmla="*/ 1460803 w 1774962"/>
                <a:gd name="connsiteY95" fmla="*/ 422327 h 1774962"/>
                <a:gd name="connsiteX96" fmla="*/ 1529428 w 1774962"/>
                <a:gd name="connsiteY96" fmla="*/ 522427 h 1774962"/>
                <a:gd name="connsiteX97" fmla="*/ 1544908 w 1774962"/>
                <a:gd name="connsiteY97" fmla="*/ 525007 h 1774962"/>
                <a:gd name="connsiteX98" fmla="*/ 1672870 w 1774962"/>
                <a:gd name="connsiteY98" fmla="*/ 488373 h 1774962"/>
                <a:gd name="connsiteX99" fmla="*/ 1683706 w 1774962"/>
                <a:gd name="connsiteY99" fmla="*/ 495080 h 1774962"/>
                <a:gd name="connsiteX100" fmla="*/ 1721888 w 1774962"/>
                <a:gd name="connsiteY100" fmla="*/ 583828 h 1774962"/>
                <a:gd name="connsiteX101" fmla="*/ 1717244 w 1774962"/>
                <a:gd name="connsiteY101" fmla="*/ 596728 h 1774962"/>
                <a:gd name="connsiteX102" fmla="*/ 1633140 w 1774962"/>
                <a:gd name="connsiteY102" fmla="*/ 652453 h 1774962"/>
                <a:gd name="connsiteX103" fmla="*/ 1601665 w 1774962"/>
                <a:gd name="connsiteY103" fmla="*/ 663805 h 1774962"/>
                <a:gd name="connsiteX104" fmla="*/ 1594958 w 1774962"/>
                <a:gd name="connsiteY104" fmla="*/ 676188 h 1774962"/>
                <a:gd name="connsiteX105" fmla="*/ 1620241 w 1774962"/>
                <a:gd name="connsiteY105" fmla="*/ 795895 h 1774962"/>
                <a:gd name="connsiteX106" fmla="*/ 1631076 w 1774962"/>
                <a:gd name="connsiteY106" fmla="*/ 804667 h 1774962"/>
                <a:gd name="connsiteX107" fmla="*/ 1763682 w 1774962"/>
                <a:gd name="connsiteY107" fmla="*/ 819630 h 1774962"/>
                <a:gd name="connsiteX108" fmla="*/ 1773486 w 1774962"/>
                <a:gd name="connsiteY108" fmla="*/ 829950 h 1774962"/>
                <a:gd name="connsiteX109" fmla="*/ 1775034 w 1774962"/>
                <a:gd name="connsiteY109" fmla="*/ 927985 h 1774962"/>
                <a:gd name="connsiteX110" fmla="*/ 1766262 w 1774962"/>
                <a:gd name="connsiteY110" fmla="*/ 937273 h 1774962"/>
                <a:gd name="connsiteX111" fmla="*/ 1663583 w 1774962"/>
                <a:gd name="connsiteY111" fmla="*/ 957396 h 1774962"/>
                <a:gd name="connsiteX112" fmla="*/ 1636752 w 1774962"/>
                <a:gd name="connsiteY112" fmla="*/ 955332 h 1774962"/>
                <a:gd name="connsiteX113" fmla="*/ 1622304 w 1774962"/>
                <a:gd name="connsiteY113" fmla="*/ 966684 h 1774962"/>
                <a:gd name="connsiteX114" fmla="*/ 1601149 w 1774962"/>
                <a:gd name="connsiteY114" fmla="*/ 1081746 h 1774962"/>
                <a:gd name="connsiteX115" fmla="*/ 1610437 w 1774962"/>
                <a:gd name="connsiteY115" fmla="*/ 1097742 h 1774962"/>
                <a:gd name="connsiteX116" fmla="*/ 1726016 w 1774962"/>
                <a:gd name="connsiteY116" fmla="*/ 1161723 h 1774962"/>
                <a:gd name="connsiteX117" fmla="*/ 1729112 w 1774962"/>
                <a:gd name="connsiteY117" fmla="*/ 1174107 h 1774962"/>
                <a:gd name="connsiteX118" fmla="*/ 1693509 w 1774962"/>
                <a:gd name="connsiteY118" fmla="*/ 1263887 h 1774962"/>
                <a:gd name="connsiteX119" fmla="*/ 1681126 w 1774962"/>
                <a:gd name="connsiteY119" fmla="*/ 1270078 h 1774962"/>
                <a:gd name="connsiteX120" fmla="*/ 1581542 w 1774962"/>
                <a:gd name="connsiteY120" fmla="*/ 1249955 h 1774962"/>
                <a:gd name="connsiteX121" fmla="*/ 1552647 w 1774962"/>
                <a:gd name="connsiteY121" fmla="*/ 1236024 h 1774962"/>
                <a:gd name="connsiteX122" fmla="*/ 1538200 w 1774962"/>
                <a:gd name="connsiteY122" fmla="*/ 1240152 h 1774962"/>
                <a:gd name="connsiteX123" fmla="*/ 1473187 w 1774962"/>
                <a:gd name="connsiteY123" fmla="*/ 1340767 h 1774962"/>
                <a:gd name="connsiteX124" fmla="*/ 1475251 w 1774962"/>
                <a:gd name="connsiteY124" fmla="*/ 1358310 h 1774962"/>
                <a:gd name="connsiteX125" fmla="*/ 1535104 w 1774962"/>
                <a:gd name="connsiteY125" fmla="*/ 1430031 h 1774962"/>
                <a:gd name="connsiteX126" fmla="*/ 1545424 w 1774962"/>
                <a:gd name="connsiteY126" fmla="*/ 1444995 h 1774962"/>
                <a:gd name="connsiteX127" fmla="*/ 1542844 w 1774962"/>
                <a:gd name="connsiteY127" fmla="*/ 1489885 h 1774962"/>
                <a:gd name="connsiteX128" fmla="*/ 1491246 w 1774962"/>
                <a:gd name="connsiteY128" fmla="*/ 1542514 h 1774962"/>
                <a:gd name="connsiteX129" fmla="*/ 1472155 w 1774962"/>
                <a:gd name="connsiteY129" fmla="*/ 1544062 h 1774962"/>
                <a:gd name="connsiteX130" fmla="*/ 1393726 w 1774962"/>
                <a:gd name="connsiteY130" fmla="*/ 1491948 h 1774962"/>
                <a:gd name="connsiteX131" fmla="*/ 1369992 w 1774962"/>
                <a:gd name="connsiteY131" fmla="*/ 1466666 h 1774962"/>
                <a:gd name="connsiteX132" fmla="*/ 1352964 w 1774962"/>
                <a:gd name="connsiteY132" fmla="*/ 1464602 h 1774962"/>
                <a:gd name="connsiteX133" fmla="*/ 1254413 w 1774962"/>
                <a:gd name="connsiteY133" fmla="*/ 1532711 h 1774962"/>
                <a:gd name="connsiteX134" fmla="*/ 1248737 w 1774962"/>
                <a:gd name="connsiteY134" fmla="*/ 1544578 h 1774962"/>
                <a:gd name="connsiteX135" fmla="*/ 1284339 w 1774962"/>
                <a:gd name="connsiteY135" fmla="*/ 1662221 h 1774962"/>
                <a:gd name="connsiteX136" fmla="*/ 1268860 w 1774962"/>
                <a:gd name="connsiteY136" fmla="*/ 1693180 h 1774962"/>
                <a:gd name="connsiteX137" fmla="*/ 1195591 w 1774962"/>
                <a:gd name="connsiteY137" fmla="*/ 1724654 h 1774962"/>
                <a:gd name="connsiteX138" fmla="*/ 1178564 w 1774962"/>
                <a:gd name="connsiteY138" fmla="*/ 1719495 h 1774962"/>
                <a:gd name="connsiteX139" fmla="*/ 1125418 w 1774962"/>
                <a:gd name="connsiteY139" fmla="*/ 1640034 h 1774962"/>
                <a:gd name="connsiteX140" fmla="*/ 1113035 w 1774962"/>
                <a:gd name="connsiteY140" fmla="*/ 1606496 h 1774962"/>
                <a:gd name="connsiteX141" fmla="*/ 1099619 w 1774962"/>
                <a:gd name="connsiteY141" fmla="*/ 1599272 h 1774962"/>
                <a:gd name="connsiteX142" fmla="*/ 979913 w 1774962"/>
                <a:gd name="connsiteY142" fmla="*/ 1624555 h 1774962"/>
                <a:gd name="connsiteX143" fmla="*/ 972173 w 1774962"/>
                <a:gd name="connsiteY143" fmla="*/ 1634874 h 1774962"/>
                <a:gd name="connsiteX144" fmla="*/ 957726 w 1774962"/>
                <a:gd name="connsiteY144" fmla="*/ 1767481 h 1774962"/>
                <a:gd name="connsiteX145" fmla="*/ 945858 w 1774962"/>
                <a:gd name="connsiteY145" fmla="*/ 1777800 h 1774962"/>
                <a:gd name="connsiteX146" fmla="*/ 895808 w 1774962"/>
                <a:gd name="connsiteY146" fmla="*/ 1779864 h 1774962"/>
                <a:gd name="connsiteX147" fmla="*/ 894776 w 1774962"/>
                <a:gd name="connsiteY147" fmla="*/ 1775736 h 1774962"/>
                <a:gd name="connsiteX148" fmla="*/ 890648 w 1774962"/>
                <a:gd name="connsiteY148" fmla="*/ 1454798 h 1774962"/>
                <a:gd name="connsiteX149" fmla="*/ 1452548 w 1774962"/>
                <a:gd name="connsiteY149" fmla="*/ 884127 h 1774962"/>
                <a:gd name="connsiteX150" fmla="*/ 881361 w 1774962"/>
                <a:gd name="connsiteY150" fmla="*/ 322228 h 1774962"/>
                <a:gd name="connsiteX151" fmla="*/ 320494 w 1774962"/>
                <a:gd name="connsiteY151" fmla="*/ 893415 h 1774962"/>
                <a:gd name="connsiteX152" fmla="*/ 890648 w 1774962"/>
                <a:gd name="connsiteY152" fmla="*/ 1454798 h 1774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1774962" h="1774962">
                  <a:moveTo>
                    <a:pt x="894776" y="1775736"/>
                  </a:moveTo>
                  <a:cubicBezTo>
                    <a:pt x="880845" y="1775736"/>
                    <a:pt x="866397" y="1775736"/>
                    <a:pt x="852466" y="1775736"/>
                  </a:cubicBezTo>
                  <a:cubicBezTo>
                    <a:pt x="844726" y="1775736"/>
                    <a:pt x="840599" y="1772640"/>
                    <a:pt x="839567" y="1764901"/>
                  </a:cubicBezTo>
                  <a:cubicBezTo>
                    <a:pt x="833375" y="1731878"/>
                    <a:pt x="826151" y="1699371"/>
                    <a:pt x="819960" y="1666349"/>
                  </a:cubicBezTo>
                  <a:cubicBezTo>
                    <a:pt x="817896" y="1656545"/>
                    <a:pt x="820992" y="1646742"/>
                    <a:pt x="822024" y="1636938"/>
                  </a:cubicBezTo>
                  <a:cubicBezTo>
                    <a:pt x="823056" y="1628682"/>
                    <a:pt x="820992" y="1624555"/>
                    <a:pt x="811704" y="1623523"/>
                  </a:cubicBezTo>
                  <a:cubicBezTo>
                    <a:pt x="772490" y="1619395"/>
                    <a:pt x="733275" y="1612171"/>
                    <a:pt x="695093" y="1601852"/>
                  </a:cubicBezTo>
                  <a:cubicBezTo>
                    <a:pt x="686837" y="1599788"/>
                    <a:pt x="682194" y="1602368"/>
                    <a:pt x="680130" y="1610623"/>
                  </a:cubicBezTo>
                  <a:cubicBezTo>
                    <a:pt x="669294" y="1655513"/>
                    <a:pt x="636788" y="1688020"/>
                    <a:pt x="615116" y="1727234"/>
                  </a:cubicBezTo>
                  <a:cubicBezTo>
                    <a:pt x="612537" y="1731878"/>
                    <a:pt x="608409" y="1731878"/>
                    <a:pt x="603765" y="1730330"/>
                  </a:cubicBezTo>
                  <a:cubicBezTo>
                    <a:pt x="572807" y="1720011"/>
                    <a:pt x="542364" y="1707627"/>
                    <a:pt x="512953" y="1694212"/>
                  </a:cubicBezTo>
                  <a:cubicBezTo>
                    <a:pt x="506761" y="1691632"/>
                    <a:pt x="506245" y="1686988"/>
                    <a:pt x="507277" y="1681828"/>
                  </a:cubicBezTo>
                  <a:cubicBezTo>
                    <a:pt x="513985" y="1648806"/>
                    <a:pt x="519661" y="1615783"/>
                    <a:pt x="527400" y="1583277"/>
                  </a:cubicBezTo>
                  <a:cubicBezTo>
                    <a:pt x="529980" y="1572441"/>
                    <a:pt x="536172" y="1562637"/>
                    <a:pt x="541848" y="1552834"/>
                  </a:cubicBezTo>
                  <a:cubicBezTo>
                    <a:pt x="545460" y="1546642"/>
                    <a:pt x="544428" y="1543030"/>
                    <a:pt x="537720" y="1539418"/>
                  </a:cubicBezTo>
                  <a:cubicBezTo>
                    <a:pt x="501601" y="1520327"/>
                    <a:pt x="467547" y="1497624"/>
                    <a:pt x="435041" y="1472857"/>
                  </a:cubicBezTo>
                  <a:cubicBezTo>
                    <a:pt x="429365" y="1468214"/>
                    <a:pt x="425237" y="1468214"/>
                    <a:pt x="420593" y="1474921"/>
                  </a:cubicBezTo>
                  <a:cubicBezTo>
                    <a:pt x="393762" y="1512588"/>
                    <a:pt x="350936" y="1531163"/>
                    <a:pt x="315334" y="1559026"/>
                  </a:cubicBezTo>
                  <a:cubicBezTo>
                    <a:pt x="310690" y="1562637"/>
                    <a:pt x="307078" y="1561090"/>
                    <a:pt x="302950" y="1557478"/>
                  </a:cubicBezTo>
                  <a:cubicBezTo>
                    <a:pt x="278699" y="1536323"/>
                    <a:pt x="255996" y="1513104"/>
                    <a:pt x="233809" y="1490401"/>
                  </a:cubicBezTo>
                  <a:cubicBezTo>
                    <a:pt x="229682" y="1485757"/>
                    <a:pt x="229165" y="1482145"/>
                    <a:pt x="232777" y="1476985"/>
                  </a:cubicBezTo>
                  <a:cubicBezTo>
                    <a:pt x="251352" y="1449122"/>
                    <a:pt x="269928" y="1421260"/>
                    <a:pt x="289019" y="1393397"/>
                  </a:cubicBezTo>
                  <a:cubicBezTo>
                    <a:pt x="295210" y="1384625"/>
                    <a:pt x="304498" y="1378949"/>
                    <a:pt x="312754" y="1371726"/>
                  </a:cubicBezTo>
                  <a:cubicBezTo>
                    <a:pt x="318946" y="1366566"/>
                    <a:pt x="319978" y="1361922"/>
                    <a:pt x="314818" y="1355731"/>
                  </a:cubicBezTo>
                  <a:cubicBezTo>
                    <a:pt x="289535" y="1324256"/>
                    <a:pt x="266316" y="1291233"/>
                    <a:pt x="246193" y="1255631"/>
                  </a:cubicBezTo>
                  <a:cubicBezTo>
                    <a:pt x="241549" y="1247375"/>
                    <a:pt x="236905" y="1248923"/>
                    <a:pt x="230713" y="1253051"/>
                  </a:cubicBezTo>
                  <a:cubicBezTo>
                    <a:pt x="191499" y="1277302"/>
                    <a:pt x="145577" y="1277818"/>
                    <a:pt x="102751" y="1289685"/>
                  </a:cubicBezTo>
                  <a:cubicBezTo>
                    <a:pt x="97075" y="1291233"/>
                    <a:pt x="93979" y="1288137"/>
                    <a:pt x="91916" y="1282978"/>
                  </a:cubicBezTo>
                  <a:cubicBezTo>
                    <a:pt x="77984" y="1254083"/>
                    <a:pt x="65085" y="1224156"/>
                    <a:pt x="53733" y="1194230"/>
                  </a:cubicBezTo>
                  <a:cubicBezTo>
                    <a:pt x="51669" y="1188038"/>
                    <a:pt x="53217" y="1184426"/>
                    <a:pt x="58377" y="1181330"/>
                  </a:cubicBezTo>
                  <a:cubicBezTo>
                    <a:pt x="86240" y="1162755"/>
                    <a:pt x="113587" y="1143664"/>
                    <a:pt x="142481" y="1125605"/>
                  </a:cubicBezTo>
                  <a:cubicBezTo>
                    <a:pt x="151769" y="1119929"/>
                    <a:pt x="163120" y="1117349"/>
                    <a:pt x="173956" y="1114253"/>
                  </a:cubicBezTo>
                  <a:cubicBezTo>
                    <a:pt x="180664" y="1112189"/>
                    <a:pt x="182727" y="1109093"/>
                    <a:pt x="180664" y="1101870"/>
                  </a:cubicBezTo>
                  <a:cubicBezTo>
                    <a:pt x="168796" y="1062139"/>
                    <a:pt x="160541" y="1021893"/>
                    <a:pt x="154865" y="981131"/>
                  </a:cubicBezTo>
                  <a:cubicBezTo>
                    <a:pt x="153833" y="974423"/>
                    <a:pt x="150737" y="972359"/>
                    <a:pt x="144029" y="973391"/>
                  </a:cubicBezTo>
                  <a:cubicBezTo>
                    <a:pt x="98107" y="981131"/>
                    <a:pt x="54765" y="963588"/>
                    <a:pt x="10391" y="958428"/>
                  </a:cubicBezTo>
                  <a:cubicBezTo>
                    <a:pt x="4715" y="957912"/>
                    <a:pt x="2652" y="954300"/>
                    <a:pt x="2135" y="948624"/>
                  </a:cubicBezTo>
                  <a:cubicBezTo>
                    <a:pt x="-960" y="916118"/>
                    <a:pt x="72" y="883611"/>
                    <a:pt x="588" y="850589"/>
                  </a:cubicBezTo>
                  <a:cubicBezTo>
                    <a:pt x="588" y="844397"/>
                    <a:pt x="4715" y="841817"/>
                    <a:pt x="10391" y="840785"/>
                  </a:cubicBezTo>
                  <a:cubicBezTo>
                    <a:pt x="43930" y="834077"/>
                    <a:pt x="76952" y="827370"/>
                    <a:pt x="110491" y="820662"/>
                  </a:cubicBezTo>
                  <a:cubicBezTo>
                    <a:pt x="120294" y="818598"/>
                    <a:pt x="130098" y="821694"/>
                    <a:pt x="139901" y="822726"/>
                  </a:cubicBezTo>
                  <a:cubicBezTo>
                    <a:pt x="148157" y="823758"/>
                    <a:pt x="152285" y="820662"/>
                    <a:pt x="153317" y="811890"/>
                  </a:cubicBezTo>
                  <a:cubicBezTo>
                    <a:pt x="157445" y="773192"/>
                    <a:pt x="164668" y="734494"/>
                    <a:pt x="174472" y="696827"/>
                  </a:cubicBezTo>
                  <a:cubicBezTo>
                    <a:pt x="177052" y="687024"/>
                    <a:pt x="173440" y="682380"/>
                    <a:pt x="164152" y="680316"/>
                  </a:cubicBezTo>
                  <a:cubicBezTo>
                    <a:pt x="120294" y="668965"/>
                    <a:pt x="87272" y="636974"/>
                    <a:pt x="49090" y="615819"/>
                  </a:cubicBezTo>
                  <a:cubicBezTo>
                    <a:pt x="44961" y="613755"/>
                    <a:pt x="44961" y="610143"/>
                    <a:pt x="45993" y="606015"/>
                  </a:cubicBezTo>
                  <a:cubicBezTo>
                    <a:pt x="56313" y="574541"/>
                    <a:pt x="69212" y="544098"/>
                    <a:pt x="82628" y="513655"/>
                  </a:cubicBezTo>
                  <a:cubicBezTo>
                    <a:pt x="85208" y="507980"/>
                    <a:pt x="89336" y="506948"/>
                    <a:pt x="93979" y="508496"/>
                  </a:cubicBezTo>
                  <a:cubicBezTo>
                    <a:pt x="137322" y="519847"/>
                    <a:pt x="183760" y="518815"/>
                    <a:pt x="224006" y="543066"/>
                  </a:cubicBezTo>
                  <a:cubicBezTo>
                    <a:pt x="230713" y="547194"/>
                    <a:pt x="233809" y="544614"/>
                    <a:pt x="236905" y="538938"/>
                  </a:cubicBezTo>
                  <a:cubicBezTo>
                    <a:pt x="255996" y="503336"/>
                    <a:pt x="278183" y="469281"/>
                    <a:pt x="302434" y="437291"/>
                  </a:cubicBezTo>
                  <a:cubicBezTo>
                    <a:pt x="305530" y="433163"/>
                    <a:pt x="310690" y="428519"/>
                    <a:pt x="302950" y="423359"/>
                  </a:cubicBezTo>
                  <a:cubicBezTo>
                    <a:pt x="273540" y="404268"/>
                    <a:pt x="258576" y="373826"/>
                    <a:pt x="238453" y="346995"/>
                  </a:cubicBezTo>
                  <a:cubicBezTo>
                    <a:pt x="234841" y="342351"/>
                    <a:pt x="232262" y="337707"/>
                    <a:pt x="228650" y="333063"/>
                  </a:cubicBezTo>
                  <a:cubicBezTo>
                    <a:pt x="212654" y="310360"/>
                    <a:pt x="212138" y="309844"/>
                    <a:pt x="230713" y="290237"/>
                  </a:cubicBezTo>
                  <a:cubicBezTo>
                    <a:pt x="248257" y="271662"/>
                    <a:pt x="266316" y="254119"/>
                    <a:pt x="283859" y="236060"/>
                  </a:cubicBezTo>
                  <a:cubicBezTo>
                    <a:pt x="289535" y="230384"/>
                    <a:pt x="294179" y="229868"/>
                    <a:pt x="300370" y="234512"/>
                  </a:cubicBezTo>
                  <a:cubicBezTo>
                    <a:pt x="327201" y="252571"/>
                    <a:pt x="354032" y="270114"/>
                    <a:pt x="380863" y="288173"/>
                  </a:cubicBezTo>
                  <a:cubicBezTo>
                    <a:pt x="390150" y="294365"/>
                    <a:pt x="396342" y="303137"/>
                    <a:pt x="403050" y="311392"/>
                  </a:cubicBezTo>
                  <a:cubicBezTo>
                    <a:pt x="408726" y="319132"/>
                    <a:pt x="413885" y="320680"/>
                    <a:pt x="422141" y="313972"/>
                  </a:cubicBezTo>
                  <a:cubicBezTo>
                    <a:pt x="452584" y="288689"/>
                    <a:pt x="485606" y="266502"/>
                    <a:pt x="519661" y="246895"/>
                  </a:cubicBezTo>
                  <a:cubicBezTo>
                    <a:pt x="524820" y="243799"/>
                    <a:pt x="529464" y="240703"/>
                    <a:pt x="524820" y="233996"/>
                  </a:cubicBezTo>
                  <a:cubicBezTo>
                    <a:pt x="502633" y="202005"/>
                    <a:pt x="501086" y="163823"/>
                    <a:pt x="492314" y="127704"/>
                  </a:cubicBezTo>
                  <a:cubicBezTo>
                    <a:pt x="484574" y="96230"/>
                    <a:pt x="485606" y="96746"/>
                    <a:pt x="514501" y="82298"/>
                  </a:cubicBezTo>
                  <a:cubicBezTo>
                    <a:pt x="535140" y="71979"/>
                    <a:pt x="557327" y="64239"/>
                    <a:pt x="578482" y="55468"/>
                  </a:cubicBezTo>
                  <a:cubicBezTo>
                    <a:pt x="586222" y="52372"/>
                    <a:pt x="590866" y="52888"/>
                    <a:pt x="595509" y="60111"/>
                  </a:cubicBezTo>
                  <a:cubicBezTo>
                    <a:pt x="613053" y="86942"/>
                    <a:pt x="630596" y="113257"/>
                    <a:pt x="648655" y="139572"/>
                  </a:cubicBezTo>
                  <a:cubicBezTo>
                    <a:pt x="655363" y="149375"/>
                    <a:pt x="657427" y="160727"/>
                    <a:pt x="661039" y="172078"/>
                  </a:cubicBezTo>
                  <a:cubicBezTo>
                    <a:pt x="663618" y="180334"/>
                    <a:pt x="667230" y="182914"/>
                    <a:pt x="675486" y="180334"/>
                  </a:cubicBezTo>
                  <a:cubicBezTo>
                    <a:pt x="713668" y="168983"/>
                    <a:pt x="752882" y="160727"/>
                    <a:pt x="792613" y="155567"/>
                  </a:cubicBezTo>
                  <a:cubicBezTo>
                    <a:pt x="800352" y="154535"/>
                    <a:pt x="802932" y="151439"/>
                    <a:pt x="801900" y="143700"/>
                  </a:cubicBezTo>
                  <a:cubicBezTo>
                    <a:pt x="795193" y="98294"/>
                    <a:pt x="811704" y="55468"/>
                    <a:pt x="816864" y="11094"/>
                  </a:cubicBezTo>
                  <a:cubicBezTo>
                    <a:pt x="817380" y="5934"/>
                    <a:pt x="820476" y="2838"/>
                    <a:pt x="826151" y="2322"/>
                  </a:cubicBezTo>
                  <a:cubicBezTo>
                    <a:pt x="859174" y="-1290"/>
                    <a:pt x="892196" y="258"/>
                    <a:pt x="925219" y="774"/>
                  </a:cubicBezTo>
                  <a:cubicBezTo>
                    <a:pt x="930895" y="774"/>
                    <a:pt x="933475" y="4902"/>
                    <a:pt x="934507" y="10062"/>
                  </a:cubicBezTo>
                  <a:cubicBezTo>
                    <a:pt x="941214" y="43600"/>
                    <a:pt x="948438" y="77139"/>
                    <a:pt x="954114" y="111193"/>
                  </a:cubicBezTo>
                  <a:cubicBezTo>
                    <a:pt x="955662" y="120481"/>
                    <a:pt x="953082" y="130800"/>
                    <a:pt x="952050" y="140604"/>
                  </a:cubicBezTo>
                  <a:cubicBezTo>
                    <a:pt x="951018" y="148343"/>
                    <a:pt x="954114" y="151955"/>
                    <a:pt x="962369" y="152987"/>
                  </a:cubicBezTo>
                  <a:cubicBezTo>
                    <a:pt x="1001584" y="157115"/>
                    <a:pt x="1040798" y="164339"/>
                    <a:pt x="1078980" y="174658"/>
                  </a:cubicBezTo>
                  <a:cubicBezTo>
                    <a:pt x="1085172" y="176206"/>
                    <a:pt x="1091364" y="176722"/>
                    <a:pt x="1093428" y="168467"/>
                  </a:cubicBezTo>
                  <a:cubicBezTo>
                    <a:pt x="1101683" y="130284"/>
                    <a:pt x="1127482" y="101390"/>
                    <a:pt x="1147089" y="69399"/>
                  </a:cubicBezTo>
                  <a:cubicBezTo>
                    <a:pt x="1162569" y="43084"/>
                    <a:pt x="1163601" y="43600"/>
                    <a:pt x="1192495" y="54436"/>
                  </a:cubicBezTo>
                  <a:cubicBezTo>
                    <a:pt x="1214682" y="62691"/>
                    <a:pt x="1236353" y="71979"/>
                    <a:pt x="1258024" y="81266"/>
                  </a:cubicBezTo>
                  <a:cubicBezTo>
                    <a:pt x="1265764" y="84362"/>
                    <a:pt x="1268860" y="88490"/>
                    <a:pt x="1267312" y="96746"/>
                  </a:cubicBezTo>
                  <a:cubicBezTo>
                    <a:pt x="1260604" y="128736"/>
                    <a:pt x="1254928" y="160727"/>
                    <a:pt x="1247705" y="192718"/>
                  </a:cubicBezTo>
                  <a:cubicBezTo>
                    <a:pt x="1245125" y="203553"/>
                    <a:pt x="1238417" y="213873"/>
                    <a:pt x="1233258" y="224192"/>
                  </a:cubicBezTo>
                  <a:cubicBezTo>
                    <a:pt x="1229646" y="230384"/>
                    <a:pt x="1230678" y="233996"/>
                    <a:pt x="1237385" y="237608"/>
                  </a:cubicBezTo>
                  <a:cubicBezTo>
                    <a:pt x="1273504" y="256699"/>
                    <a:pt x="1307558" y="279402"/>
                    <a:pt x="1340065" y="304169"/>
                  </a:cubicBezTo>
                  <a:cubicBezTo>
                    <a:pt x="1345741" y="308812"/>
                    <a:pt x="1349868" y="309328"/>
                    <a:pt x="1354512" y="302621"/>
                  </a:cubicBezTo>
                  <a:cubicBezTo>
                    <a:pt x="1381343" y="264954"/>
                    <a:pt x="1424169" y="246379"/>
                    <a:pt x="1459771" y="218516"/>
                  </a:cubicBezTo>
                  <a:cubicBezTo>
                    <a:pt x="1464415" y="214905"/>
                    <a:pt x="1468027" y="216452"/>
                    <a:pt x="1472155" y="220064"/>
                  </a:cubicBezTo>
                  <a:cubicBezTo>
                    <a:pt x="1496406" y="241219"/>
                    <a:pt x="1519109" y="264438"/>
                    <a:pt x="1541296" y="287657"/>
                  </a:cubicBezTo>
                  <a:cubicBezTo>
                    <a:pt x="1545424" y="292301"/>
                    <a:pt x="1545940" y="296429"/>
                    <a:pt x="1542328" y="301073"/>
                  </a:cubicBezTo>
                  <a:cubicBezTo>
                    <a:pt x="1523237" y="329452"/>
                    <a:pt x="1505177" y="357830"/>
                    <a:pt x="1485570" y="385693"/>
                  </a:cubicBezTo>
                  <a:cubicBezTo>
                    <a:pt x="1479895" y="393949"/>
                    <a:pt x="1470607" y="400140"/>
                    <a:pt x="1462868" y="406332"/>
                  </a:cubicBezTo>
                  <a:cubicBezTo>
                    <a:pt x="1456676" y="411492"/>
                    <a:pt x="1455644" y="416136"/>
                    <a:pt x="1460803" y="422327"/>
                  </a:cubicBezTo>
                  <a:cubicBezTo>
                    <a:pt x="1486086" y="453802"/>
                    <a:pt x="1509305" y="487341"/>
                    <a:pt x="1529428" y="522427"/>
                  </a:cubicBezTo>
                  <a:cubicBezTo>
                    <a:pt x="1534072" y="530167"/>
                    <a:pt x="1538716" y="529135"/>
                    <a:pt x="1544908" y="525007"/>
                  </a:cubicBezTo>
                  <a:cubicBezTo>
                    <a:pt x="1584122" y="500756"/>
                    <a:pt x="1630044" y="500240"/>
                    <a:pt x="1672870" y="488373"/>
                  </a:cubicBezTo>
                  <a:cubicBezTo>
                    <a:pt x="1678546" y="486825"/>
                    <a:pt x="1681642" y="489921"/>
                    <a:pt x="1683706" y="495080"/>
                  </a:cubicBezTo>
                  <a:cubicBezTo>
                    <a:pt x="1697637" y="523975"/>
                    <a:pt x="1710537" y="553902"/>
                    <a:pt x="1721888" y="583828"/>
                  </a:cubicBezTo>
                  <a:cubicBezTo>
                    <a:pt x="1723952" y="590020"/>
                    <a:pt x="1722404" y="593632"/>
                    <a:pt x="1717244" y="596728"/>
                  </a:cubicBezTo>
                  <a:cubicBezTo>
                    <a:pt x="1689381" y="615303"/>
                    <a:pt x="1662035" y="634394"/>
                    <a:pt x="1633140" y="652453"/>
                  </a:cubicBezTo>
                  <a:cubicBezTo>
                    <a:pt x="1623852" y="658129"/>
                    <a:pt x="1612501" y="660709"/>
                    <a:pt x="1601665" y="663805"/>
                  </a:cubicBezTo>
                  <a:cubicBezTo>
                    <a:pt x="1594958" y="665869"/>
                    <a:pt x="1592894" y="668965"/>
                    <a:pt x="1594958" y="676188"/>
                  </a:cubicBezTo>
                  <a:cubicBezTo>
                    <a:pt x="1606309" y="715403"/>
                    <a:pt x="1615081" y="755133"/>
                    <a:pt x="1620241" y="795895"/>
                  </a:cubicBezTo>
                  <a:cubicBezTo>
                    <a:pt x="1621272" y="803119"/>
                    <a:pt x="1624368" y="805699"/>
                    <a:pt x="1631076" y="804667"/>
                  </a:cubicBezTo>
                  <a:cubicBezTo>
                    <a:pt x="1676482" y="797959"/>
                    <a:pt x="1719308" y="814470"/>
                    <a:pt x="1763682" y="819630"/>
                  </a:cubicBezTo>
                  <a:cubicBezTo>
                    <a:pt x="1769874" y="820146"/>
                    <a:pt x="1772454" y="823758"/>
                    <a:pt x="1773486" y="829950"/>
                  </a:cubicBezTo>
                  <a:cubicBezTo>
                    <a:pt x="1776582" y="862456"/>
                    <a:pt x="1775034" y="895479"/>
                    <a:pt x="1775034" y="927985"/>
                  </a:cubicBezTo>
                  <a:cubicBezTo>
                    <a:pt x="1775034" y="933661"/>
                    <a:pt x="1771422" y="936241"/>
                    <a:pt x="1766262" y="937273"/>
                  </a:cubicBezTo>
                  <a:cubicBezTo>
                    <a:pt x="1732207" y="943981"/>
                    <a:pt x="1698153" y="951204"/>
                    <a:pt x="1663583" y="957396"/>
                  </a:cubicBezTo>
                  <a:cubicBezTo>
                    <a:pt x="1654811" y="958944"/>
                    <a:pt x="1645523" y="956364"/>
                    <a:pt x="1636752" y="955332"/>
                  </a:cubicBezTo>
                  <a:cubicBezTo>
                    <a:pt x="1627980" y="954300"/>
                    <a:pt x="1623336" y="956364"/>
                    <a:pt x="1622304" y="966684"/>
                  </a:cubicBezTo>
                  <a:cubicBezTo>
                    <a:pt x="1618177" y="1005382"/>
                    <a:pt x="1610953" y="1044080"/>
                    <a:pt x="1601149" y="1081746"/>
                  </a:cubicBezTo>
                  <a:cubicBezTo>
                    <a:pt x="1598569" y="1091034"/>
                    <a:pt x="1601665" y="1095678"/>
                    <a:pt x="1610437" y="1097742"/>
                  </a:cubicBezTo>
                  <a:cubicBezTo>
                    <a:pt x="1654811" y="1108577"/>
                    <a:pt x="1687318" y="1140568"/>
                    <a:pt x="1726016" y="1161723"/>
                  </a:cubicBezTo>
                  <a:cubicBezTo>
                    <a:pt x="1731176" y="1164819"/>
                    <a:pt x="1731176" y="1168947"/>
                    <a:pt x="1729112" y="1174107"/>
                  </a:cubicBezTo>
                  <a:cubicBezTo>
                    <a:pt x="1718792" y="1204549"/>
                    <a:pt x="1706409" y="1234476"/>
                    <a:pt x="1693509" y="1263887"/>
                  </a:cubicBezTo>
                  <a:cubicBezTo>
                    <a:pt x="1690929" y="1269562"/>
                    <a:pt x="1687318" y="1271626"/>
                    <a:pt x="1681126" y="1270078"/>
                  </a:cubicBezTo>
                  <a:cubicBezTo>
                    <a:pt x="1648103" y="1263371"/>
                    <a:pt x="1614565" y="1257179"/>
                    <a:pt x="1581542" y="1249955"/>
                  </a:cubicBezTo>
                  <a:cubicBezTo>
                    <a:pt x="1571223" y="1247375"/>
                    <a:pt x="1561935" y="1241184"/>
                    <a:pt x="1552647" y="1236024"/>
                  </a:cubicBezTo>
                  <a:cubicBezTo>
                    <a:pt x="1545940" y="1232412"/>
                    <a:pt x="1542328" y="1232928"/>
                    <a:pt x="1538200" y="1240152"/>
                  </a:cubicBezTo>
                  <a:cubicBezTo>
                    <a:pt x="1519109" y="1275238"/>
                    <a:pt x="1497954" y="1309293"/>
                    <a:pt x="1473187" y="1340767"/>
                  </a:cubicBezTo>
                  <a:cubicBezTo>
                    <a:pt x="1467511" y="1347991"/>
                    <a:pt x="1466479" y="1352635"/>
                    <a:pt x="1475251" y="1358310"/>
                  </a:cubicBezTo>
                  <a:cubicBezTo>
                    <a:pt x="1502598" y="1375854"/>
                    <a:pt x="1516013" y="1405264"/>
                    <a:pt x="1535104" y="1430031"/>
                  </a:cubicBezTo>
                  <a:cubicBezTo>
                    <a:pt x="1538716" y="1434675"/>
                    <a:pt x="1541812" y="1439835"/>
                    <a:pt x="1545424" y="1444995"/>
                  </a:cubicBezTo>
                  <a:cubicBezTo>
                    <a:pt x="1566063" y="1474921"/>
                    <a:pt x="1565031" y="1464602"/>
                    <a:pt x="1542844" y="1489885"/>
                  </a:cubicBezTo>
                  <a:cubicBezTo>
                    <a:pt x="1526849" y="1508460"/>
                    <a:pt x="1508273" y="1524971"/>
                    <a:pt x="1491246" y="1542514"/>
                  </a:cubicBezTo>
                  <a:cubicBezTo>
                    <a:pt x="1485054" y="1549222"/>
                    <a:pt x="1479895" y="1549222"/>
                    <a:pt x="1472155" y="1544062"/>
                  </a:cubicBezTo>
                  <a:cubicBezTo>
                    <a:pt x="1446356" y="1526519"/>
                    <a:pt x="1420041" y="1508976"/>
                    <a:pt x="1393726" y="1491948"/>
                  </a:cubicBezTo>
                  <a:cubicBezTo>
                    <a:pt x="1383923" y="1485241"/>
                    <a:pt x="1377215" y="1475437"/>
                    <a:pt x="1369992" y="1466666"/>
                  </a:cubicBezTo>
                  <a:cubicBezTo>
                    <a:pt x="1364316" y="1459958"/>
                    <a:pt x="1359672" y="1458926"/>
                    <a:pt x="1352964" y="1464602"/>
                  </a:cubicBezTo>
                  <a:cubicBezTo>
                    <a:pt x="1322005" y="1489885"/>
                    <a:pt x="1288983" y="1512588"/>
                    <a:pt x="1254413" y="1532711"/>
                  </a:cubicBezTo>
                  <a:cubicBezTo>
                    <a:pt x="1249769" y="1535291"/>
                    <a:pt x="1244609" y="1537871"/>
                    <a:pt x="1248737" y="1544578"/>
                  </a:cubicBezTo>
                  <a:cubicBezTo>
                    <a:pt x="1272472" y="1580181"/>
                    <a:pt x="1274020" y="1622491"/>
                    <a:pt x="1284339" y="1662221"/>
                  </a:cubicBezTo>
                  <a:cubicBezTo>
                    <a:pt x="1290531" y="1685440"/>
                    <a:pt x="1292079" y="1682344"/>
                    <a:pt x="1268860" y="1693180"/>
                  </a:cubicBezTo>
                  <a:cubicBezTo>
                    <a:pt x="1244609" y="1704531"/>
                    <a:pt x="1219842" y="1714335"/>
                    <a:pt x="1195591" y="1724654"/>
                  </a:cubicBezTo>
                  <a:cubicBezTo>
                    <a:pt x="1187851" y="1727750"/>
                    <a:pt x="1183208" y="1726718"/>
                    <a:pt x="1178564" y="1719495"/>
                  </a:cubicBezTo>
                  <a:cubicBezTo>
                    <a:pt x="1161021" y="1692664"/>
                    <a:pt x="1142962" y="1666865"/>
                    <a:pt x="1125418" y="1640034"/>
                  </a:cubicBezTo>
                  <a:cubicBezTo>
                    <a:pt x="1118711" y="1629715"/>
                    <a:pt x="1116131" y="1617847"/>
                    <a:pt x="1113035" y="1606496"/>
                  </a:cubicBezTo>
                  <a:cubicBezTo>
                    <a:pt x="1110971" y="1599272"/>
                    <a:pt x="1107359" y="1597208"/>
                    <a:pt x="1099619" y="1599272"/>
                  </a:cubicBezTo>
                  <a:cubicBezTo>
                    <a:pt x="1060405" y="1611139"/>
                    <a:pt x="1020675" y="1619395"/>
                    <a:pt x="979913" y="1624555"/>
                  </a:cubicBezTo>
                  <a:cubicBezTo>
                    <a:pt x="973205" y="1625587"/>
                    <a:pt x="971141" y="1628682"/>
                    <a:pt x="972173" y="1634874"/>
                  </a:cubicBezTo>
                  <a:cubicBezTo>
                    <a:pt x="979397" y="1680280"/>
                    <a:pt x="962885" y="1723106"/>
                    <a:pt x="957726" y="1767481"/>
                  </a:cubicBezTo>
                  <a:cubicBezTo>
                    <a:pt x="956694" y="1775220"/>
                    <a:pt x="952566" y="1777800"/>
                    <a:pt x="945858" y="1777800"/>
                  </a:cubicBezTo>
                  <a:cubicBezTo>
                    <a:pt x="929347" y="1778316"/>
                    <a:pt x="912320" y="1779348"/>
                    <a:pt x="895808" y="1779864"/>
                  </a:cubicBezTo>
                  <a:cubicBezTo>
                    <a:pt x="894776" y="1776252"/>
                    <a:pt x="894776" y="1776252"/>
                    <a:pt x="894776" y="1775736"/>
                  </a:cubicBezTo>
                  <a:close/>
                  <a:moveTo>
                    <a:pt x="890648" y="1454798"/>
                  </a:moveTo>
                  <a:cubicBezTo>
                    <a:pt x="1199203" y="1449638"/>
                    <a:pt x="1454096" y="1207645"/>
                    <a:pt x="1452548" y="884127"/>
                  </a:cubicBezTo>
                  <a:cubicBezTo>
                    <a:pt x="1451516" y="575057"/>
                    <a:pt x="1205395" y="320164"/>
                    <a:pt x="881361" y="322228"/>
                  </a:cubicBezTo>
                  <a:cubicBezTo>
                    <a:pt x="571775" y="324292"/>
                    <a:pt x="318429" y="570929"/>
                    <a:pt x="320494" y="893415"/>
                  </a:cubicBezTo>
                  <a:cubicBezTo>
                    <a:pt x="323073" y="1202485"/>
                    <a:pt x="569195" y="1452218"/>
                    <a:pt x="890648" y="145479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6408280" y="6041992"/>
              <a:ext cx="494433" cy="491686"/>
            </a:xfrm>
            <a:custGeom>
              <a:avLst/>
              <a:gdLst>
                <a:gd name="connsiteX0" fmla="*/ 959201 w 1857518"/>
                <a:gd name="connsiteY0" fmla="*/ 1852264 h 1847198"/>
                <a:gd name="connsiteX1" fmla="*/ 910700 w 1857518"/>
                <a:gd name="connsiteY1" fmla="*/ 1852264 h 1847198"/>
                <a:gd name="connsiteX2" fmla="*/ 891608 w 1857518"/>
                <a:gd name="connsiteY2" fmla="*/ 1830593 h 1847198"/>
                <a:gd name="connsiteX3" fmla="*/ 838463 w 1857518"/>
                <a:gd name="connsiteY3" fmla="*/ 1669608 h 1847198"/>
                <a:gd name="connsiteX4" fmla="*/ 813180 w 1857518"/>
                <a:gd name="connsiteY4" fmla="*/ 1646905 h 1847198"/>
                <a:gd name="connsiteX5" fmla="*/ 730624 w 1857518"/>
                <a:gd name="connsiteY5" fmla="*/ 1628330 h 1847198"/>
                <a:gd name="connsiteX6" fmla="*/ 693990 w 1857518"/>
                <a:gd name="connsiteY6" fmla="*/ 1639165 h 1847198"/>
                <a:gd name="connsiteX7" fmla="*/ 573251 w 1857518"/>
                <a:gd name="connsiteY7" fmla="*/ 1761452 h 1847198"/>
                <a:gd name="connsiteX8" fmla="*/ 542292 w 1857518"/>
                <a:gd name="connsiteY8" fmla="*/ 1766612 h 1847198"/>
                <a:gd name="connsiteX9" fmla="*/ 412782 w 1857518"/>
                <a:gd name="connsiteY9" fmla="*/ 1693859 h 1847198"/>
                <a:gd name="connsiteX10" fmla="*/ 398334 w 1857518"/>
                <a:gd name="connsiteY10" fmla="*/ 1660836 h 1847198"/>
                <a:gd name="connsiteX11" fmla="*/ 440644 w 1857518"/>
                <a:gd name="connsiteY11" fmla="*/ 1494176 h 1847198"/>
                <a:gd name="connsiteX12" fmla="*/ 432904 w 1857518"/>
                <a:gd name="connsiteY12" fmla="*/ 1462185 h 1847198"/>
                <a:gd name="connsiteX13" fmla="*/ 370471 w 1857518"/>
                <a:gd name="connsiteY13" fmla="*/ 1397172 h 1847198"/>
                <a:gd name="connsiteX14" fmla="*/ 340545 w 1857518"/>
                <a:gd name="connsiteY14" fmla="*/ 1388400 h 1847198"/>
                <a:gd name="connsiteX15" fmla="*/ 310618 w 1857518"/>
                <a:gd name="connsiteY15" fmla="*/ 1395108 h 1847198"/>
                <a:gd name="connsiteX16" fmla="*/ 170273 w 1857518"/>
                <a:gd name="connsiteY16" fmla="*/ 1426583 h 1847198"/>
                <a:gd name="connsiteX17" fmla="*/ 141377 w 1857518"/>
                <a:gd name="connsiteY17" fmla="*/ 1413683 h 1847198"/>
                <a:gd name="connsiteX18" fmla="*/ 70689 w 1857518"/>
                <a:gd name="connsiteY18" fmla="*/ 1276949 h 1847198"/>
                <a:gd name="connsiteX19" fmla="*/ 75848 w 1857518"/>
                <a:gd name="connsiteY19" fmla="*/ 1247539 h 1847198"/>
                <a:gd name="connsiteX20" fmla="*/ 206391 w 1857518"/>
                <a:gd name="connsiteY20" fmla="*/ 1126284 h 1847198"/>
                <a:gd name="connsiteX21" fmla="*/ 216710 w 1857518"/>
                <a:gd name="connsiteY21" fmla="*/ 1096873 h 1847198"/>
                <a:gd name="connsiteX22" fmla="*/ 201231 w 1857518"/>
                <a:gd name="connsiteY22" fmla="*/ 1012769 h 1847198"/>
                <a:gd name="connsiteX23" fmla="*/ 181108 w 1857518"/>
                <a:gd name="connsiteY23" fmla="*/ 989034 h 1847198"/>
                <a:gd name="connsiteX24" fmla="*/ 67077 w 1857518"/>
                <a:gd name="connsiteY24" fmla="*/ 947240 h 1847198"/>
                <a:gd name="connsiteX25" fmla="*/ 0 w 1857518"/>
                <a:gd name="connsiteY25" fmla="*/ 921957 h 1847198"/>
                <a:gd name="connsiteX26" fmla="*/ 0 w 1857518"/>
                <a:gd name="connsiteY26" fmla="*/ 893062 h 1847198"/>
                <a:gd name="connsiteX27" fmla="*/ 4643 w 1857518"/>
                <a:gd name="connsiteY27" fmla="*/ 842496 h 1847198"/>
                <a:gd name="connsiteX28" fmla="*/ 17543 w 1857518"/>
                <a:gd name="connsiteY28" fmla="*/ 743945 h 1847198"/>
                <a:gd name="connsiteX29" fmla="*/ 38182 w 1857518"/>
                <a:gd name="connsiteY29" fmla="*/ 723305 h 1847198"/>
                <a:gd name="connsiteX30" fmla="*/ 214131 w 1857518"/>
                <a:gd name="connsiteY30" fmla="*/ 691315 h 1847198"/>
                <a:gd name="connsiteX31" fmla="*/ 239929 w 1857518"/>
                <a:gd name="connsiteY31" fmla="*/ 671192 h 1847198"/>
                <a:gd name="connsiteX32" fmla="*/ 266760 w 1857518"/>
                <a:gd name="connsiteY32" fmla="*/ 606695 h 1847198"/>
                <a:gd name="connsiteX33" fmla="*/ 262116 w 1857518"/>
                <a:gd name="connsiteY33" fmla="*/ 570060 h 1847198"/>
                <a:gd name="connsiteX34" fmla="*/ 159437 w 1857518"/>
                <a:gd name="connsiteY34" fmla="*/ 434874 h 1847198"/>
                <a:gd name="connsiteX35" fmla="*/ 159953 w 1857518"/>
                <a:gd name="connsiteY35" fmla="*/ 401336 h 1847198"/>
                <a:gd name="connsiteX36" fmla="*/ 259536 w 1857518"/>
                <a:gd name="connsiteY36" fmla="*/ 278017 h 1847198"/>
                <a:gd name="connsiteX37" fmla="*/ 294623 w 1857518"/>
                <a:gd name="connsiteY37" fmla="*/ 268729 h 1847198"/>
                <a:gd name="connsiteX38" fmla="*/ 457672 w 1857518"/>
                <a:gd name="connsiteY38" fmla="*/ 336322 h 1847198"/>
                <a:gd name="connsiteX39" fmla="*/ 489146 w 1857518"/>
                <a:gd name="connsiteY39" fmla="*/ 333743 h 1847198"/>
                <a:gd name="connsiteX40" fmla="*/ 540744 w 1857518"/>
                <a:gd name="connsiteY40" fmla="*/ 298140 h 1847198"/>
                <a:gd name="connsiteX41" fmla="*/ 553127 w 1857518"/>
                <a:gd name="connsiteY41" fmla="*/ 273889 h 1847198"/>
                <a:gd name="connsiteX42" fmla="*/ 552096 w 1857518"/>
                <a:gd name="connsiteY42" fmla="*/ 255830 h 1847198"/>
                <a:gd name="connsiteX43" fmla="*/ 545904 w 1857518"/>
                <a:gd name="connsiteY43" fmla="*/ 175854 h 1847198"/>
                <a:gd name="connsiteX44" fmla="*/ 539712 w 1857518"/>
                <a:gd name="connsiteY44" fmla="*/ 95877 h 1847198"/>
                <a:gd name="connsiteX45" fmla="*/ 556739 w 1857518"/>
                <a:gd name="connsiteY45" fmla="*/ 69562 h 1847198"/>
                <a:gd name="connsiteX46" fmla="*/ 716176 w 1857518"/>
                <a:gd name="connsiteY46" fmla="*/ 15901 h 1847198"/>
                <a:gd name="connsiteX47" fmla="*/ 726496 w 1857518"/>
                <a:gd name="connsiteY47" fmla="*/ 14353 h 1847198"/>
                <a:gd name="connsiteX48" fmla="*/ 748167 w 1857518"/>
                <a:gd name="connsiteY48" fmla="*/ 28800 h 1847198"/>
                <a:gd name="connsiteX49" fmla="*/ 847750 w 1857518"/>
                <a:gd name="connsiteY49" fmla="*/ 172758 h 1847198"/>
                <a:gd name="connsiteX50" fmla="*/ 878709 w 1857518"/>
                <a:gd name="connsiteY50" fmla="*/ 187721 h 1847198"/>
                <a:gd name="connsiteX51" fmla="*/ 931855 w 1857518"/>
                <a:gd name="connsiteY51" fmla="*/ 185657 h 1847198"/>
                <a:gd name="connsiteX52" fmla="*/ 948366 w 1857518"/>
                <a:gd name="connsiteY52" fmla="*/ 177401 h 1847198"/>
                <a:gd name="connsiteX53" fmla="*/ 954042 w 1857518"/>
                <a:gd name="connsiteY53" fmla="*/ 169146 h 1847198"/>
                <a:gd name="connsiteX54" fmla="*/ 979840 w 1857518"/>
                <a:gd name="connsiteY54" fmla="*/ 121676 h 1847198"/>
                <a:gd name="connsiteX55" fmla="*/ 1037630 w 1857518"/>
                <a:gd name="connsiteY55" fmla="*/ 13837 h 1847198"/>
                <a:gd name="connsiteX56" fmla="*/ 1066525 w 1857518"/>
                <a:gd name="connsiteY56" fmla="*/ 937 h 1847198"/>
                <a:gd name="connsiteX57" fmla="*/ 1233702 w 1857518"/>
                <a:gd name="connsiteY57" fmla="*/ 40667 h 1847198"/>
                <a:gd name="connsiteX58" fmla="*/ 1253309 w 1857518"/>
                <a:gd name="connsiteY58" fmla="*/ 64918 h 1847198"/>
                <a:gd name="connsiteX59" fmla="*/ 1254341 w 1857518"/>
                <a:gd name="connsiteY59" fmla="*/ 85042 h 1847198"/>
                <a:gd name="connsiteX60" fmla="*/ 1258468 w 1857518"/>
                <a:gd name="connsiteY60" fmla="*/ 209908 h 1847198"/>
                <a:gd name="connsiteX61" fmla="*/ 1260016 w 1857518"/>
                <a:gd name="connsiteY61" fmla="*/ 244478 h 1847198"/>
                <a:gd name="connsiteX62" fmla="*/ 1276012 w 1857518"/>
                <a:gd name="connsiteY62" fmla="*/ 270277 h 1847198"/>
                <a:gd name="connsiteX63" fmla="*/ 1313678 w 1857518"/>
                <a:gd name="connsiteY63" fmla="*/ 291948 h 1847198"/>
                <a:gd name="connsiteX64" fmla="*/ 1349797 w 1857518"/>
                <a:gd name="connsiteY64" fmla="*/ 291948 h 1847198"/>
                <a:gd name="connsiteX65" fmla="*/ 1502526 w 1857518"/>
                <a:gd name="connsiteY65" fmla="*/ 206812 h 1847198"/>
                <a:gd name="connsiteX66" fmla="*/ 1535033 w 1857518"/>
                <a:gd name="connsiteY66" fmla="*/ 211456 h 1847198"/>
                <a:gd name="connsiteX67" fmla="*/ 1653707 w 1857518"/>
                <a:gd name="connsiteY67" fmla="*/ 332711 h 1847198"/>
                <a:gd name="connsiteX68" fmla="*/ 1657835 w 1857518"/>
                <a:gd name="connsiteY68" fmla="*/ 366249 h 1847198"/>
                <a:gd name="connsiteX69" fmla="*/ 1569087 w 1857518"/>
                <a:gd name="connsiteY69" fmla="*/ 515883 h 1847198"/>
                <a:gd name="connsiteX70" fmla="*/ 1568571 w 1857518"/>
                <a:gd name="connsiteY70" fmla="*/ 550453 h 1847198"/>
                <a:gd name="connsiteX71" fmla="*/ 1591274 w 1857518"/>
                <a:gd name="connsiteY71" fmla="*/ 592247 h 1847198"/>
                <a:gd name="connsiteX72" fmla="*/ 1617589 w 1857518"/>
                <a:gd name="connsiteY72" fmla="*/ 608759 h 1847198"/>
                <a:gd name="connsiteX73" fmla="*/ 1676926 w 1857518"/>
                <a:gd name="connsiteY73" fmla="*/ 612886 h 1847198"/>
                <a:gd name="connsiteX74" fmla="*/ 1797665 w 1857518"/>
                <a:gd name="connsiteY74" fmla="*/ 620626 h 1847198"/>
                <a:gd name="connsiteX75" fmla="*/ 1820884 w 1857518"/>
                <a:gd name="connsiteY75" fmla="*/ 640233 h 1847198"/>
                <a:gd name="connsiteX76" fmla="*/ 1857518 w 1857518"/>
                <a:gd name="connsiteY76" fmla="*/ 808442 h 1847198"/>
                <a:gd name="connsiteX77" fmla="*/ 1851842 w 1857518"/>
                <a:gd name="connsiteY77" fmla="*/ 829081 h 1847198"/>
                <a:gd name="connsiteX78" fmla="*/ 1841523 w 1857518"/>
                <a:gd name="connsiteY78" fmla="*/ 836305 h 1847198"/>
                <a:gd name="connsiteX79" fmla="*/ 1686214 w 1857518"/>
                <a:gd name="connsiteY79" fmla="*/ 913701 h 1847198"/>
                <a:gd name="connsiteX80" fmla="*/ 1668670 w 1857518"/>
                <a:gd name="connsiteY80" fmla="*/ 940016 h 1847198"/>
                <a:gd name="connsiteX81" fmla="*/ 1665059 w 1857518"/>
                <a:gd name="connsiteY81" fmla="*/ 998322 h 1847198"/>
                <a:gd name="connsiteX82" fmla="*/ 1678474 w 1857518"/>
                <a:gd name="connsiteY82" fmla="*/ 1026184 h 1847198"/>
                <a:gd name="connsiteX83" fmla="*/ 1821916 w 1857518"/>
                <a:gd name="connsiteY83" fmla="*/ 1131960 h 1847198"/>
                <a:gd name="connsiteX84" fmla="*/ 1831720 w 1857518"/>
                <a:gd name="connsiteY84" fmla="*/ 1163950 h 1847198"/>
                <a:gd name="connsiteX85" fmla="*/ 1805404 w 1857518"/>
                <a:gd name="connsiteY85" fmla="*/ 1236703 h 1847198"/>
                <a:gd name="connsiteX86" fmla="*/ 1775478 w 1857518"/>
                <a:gd name="connsiteY86" fmla="*/ 1317711 h 1847198"/>
                <a:gd name="connsiteX87" fmla="*/ 1750195 w 1857518"/>
                <a:gd name="connsiteY87" fmla="*/ 1334223 h 1847198"/>
                <a:gd name="connsiteX88" fmla="*/ 1685698 w 1857518"/>
                <a:gd name="connsiteY88" fmla="*/ 1327515 h 1847198"/>
                <a:gd name="connsiteX89" fmla="*/ 1574247 w 1857518"/>
                <a:gd name="connsiteY89" fmla="*/ 1315648 h 1847198"/>
                <a:gd name="connsiteX90" fmla="*/ 1545868 w 1857518"/>
                <a:gd name="connsiteY90" fmla="*/ 1328547 h 1847198"/>
                <a:gd name="connsiteX91" fmla="*/ 1505622 w 1857518"/>
                <a:gd name="connsiteY91" fmla="*/ 1383241 h 1847198"/>
                <a:gd name="connsiteX92" fmla="*/ 1500978 w 1857518"/>
                <a:gd name="connsiteY92" fmla="*/ 1417811 h 1847198"/>
                <a:gd name="connsiteX93" fmla="*/ 1563411 w 1857518"/>
                <a:gd name="connsiteY93" fmla="*/ 1581892 h 1847198"/>
                <a:gd name="connsiteX94" fmla="*/ 1554124 w 1857518"/>
                <a:gd name="connsiteY94" fmla="*/ 1615430 h 1847198"/>
                <a:gd name="connsiteX95" fmla="*/ 1430805 w 1857518"/>
                <a:gd name="connsiteY95" fmla="*/ 1708822 h 1847198"/>
                <a:gd name="connsiteX96" fmla="*/ 1397266 w 1857518"/>
                <a:gd name="connsiteY96" fmla="*/ 1708306 h 1847198"/>
                <a:gd name="connsiteX97" fmla="*/ 1263628 w 1857518"/>
                <a:gd name="connsiteY97" fmla="*/ 1600467 h 1847198"/>
                <a:gd name="connsiteX98" fmla="*/ 1232154 w 1857518"/>
                <a:gd name="connsiteY98" fmla="*/ 1594275 h 1847198"/>
                <a:gd name="connsiteX99" fmla="*/ 1153725 w 1857518"/>
                <a:gd name="connsiteY99" fmla="*/ 1624202 h 1847198"/>
                <a:gd name="connsiteX100" fmla="*/ 1134634 w 1857518"/>
                <a:gd name="connsiteY100" fmla="*/ 1646905 h 1847198"/>
                <a:gd name="connsiteX101" fmla="*/ 1123798 w 1857518"/>
                <a:gd name="connsiteY101" fmla="*/ 1698503 h 1847198"/>
                <a:gd name="connsiteX102" fmla="*/ 1097999 w 1857518"/>
                <a:gd name="connsiteY102" fmla="*/ 1821821 h 1847198"/>
                <a:gd name="connsiteX103" fmla="*/ 1076329 w 1857518"/>
                <a:gd name="connsiteY103" fmla="*/ 1842460 h 1847198"/>
                <a:gd name="connsiteX104" fmla="*/ 994288 w 1857518"/>
                <a:gd name="connsiteY104" fmla="*/ 1851232 h 1847198"/>
                <a:gd name="connsiteX105" fmla="*/ 959201 w 1857518"/>
                <a:gd name="connsiteY105" fmla="*/ 1852264 h 1847198"/>
                <a:gd name="connsiteX106" fmla="*/ 928759 w 1857518"/>
                <a:gd name="connsiteY106" fmla="*/ 382245 h 1847198"/>
                <a:gd name="connsiteX107" fmla="*/ 386983 w 1857518"/>
                <a:gd name="connsiteY107" fmla="*/ 921957 h 1847198"/>
                <a:gd name="connsiteX108" fmla="*/ 926695 w 1857518"/>
                <a:gd name="connsiteY108" fmla="*/ 1465797 h 1847198"/>
                <a:gd name="connsiteX109" fmla="*/ 1470535 w 1857518"/>
                <a:gd name="connsiteY109" fmla="*/ 924537 h 1847198"/>
                <a:gd name="connsiteX110" fmla="*/ 928759 w 1857518"/>
                <a:gd name="connsiteY110" fmla="*/ 382245 h 18471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</a:cxnLst>
              <a:rect l="l" t="t" r="r" b="b"/>
              <a:pathLst>
                <a:path w="1857518" h="1847198">
                  <a:moveTo>
                    <a:pt x="959201" y="1852264"/>
                  </a:moveTo>
                  <a:cubicBezTo>
                    <a:pt x="943206" y="1852264"/>
                    <a:pt x="927211" y="1852264"/>
                    <a:pt x="910700" y="1852264"/>
                  </a:cubicBezTo>
                  <a:cubicBezTo>
                    <a:pt x="900380" y="1848652"/>
                    <a:pt x="894704" y="1840913"/>
                    <a:pt x="891608" y="1830593"/>
                  </a:cubicBezTo>
                  <a:cubicBezTo>
                    <a:pt x="874065" y="1776931"/>
                    <a:pt x="856006" y="1723270"/>
                    <a:pt x="838463" y="1669608"/>
                  </a:cubicBezTo>
                  <a:cubicBezTo>
                    <a:pt x="834335" y="1657224"/>
                    <a:pt x="826080" y="1649485"/>
                    <a:pt x="813180" y="1646905"/>
                  </a:cubicBezTo>
                  <a:cubicBezTo>
                    <a:pt x="785833" y="1640713"/>
                    <a:pt x="757970" y="1635037"/>
                    <a:pt x="730624" y="1628330"/>
                  </a:cubicBezTo>
                  <a:cubicBezTo>
                    <a:pt x="716176" y="1624718"/>
                    <a:pt x="704309" y="1628330"/>
                    <a:pt x="693990" y="1639165"/>
                  </a:cubicBezTo>
                  <a:cubicBezTo>
                    <a:pt x="654259" y="1680443"/>
                    <a:pt x="613497" y="1720690"/>
                    <a:pt x="573251" y="1761452"/>
                  </a:cubicBezTo>
                  <a:cubicBezTo>
                    <a:pt x="563963" y="1770739"/>
                    <a:pt x="553127" y="1772804"/>
                    <a:pt x="542292" y="1766612"/>
                  </a:cubicBezTo>
                  <a:cubicBezTo>
                    <a:pt x="498950" y="1742361"/>
                    <a:pt x="456123" y="1718110"/>
                    <a:pt x="412782" y="1693859"/>
                  </a:cubicBezTo>
                  <a:cubicBezTo>
                    <a:pt x="397818" y="1685603"/>
                    <a:pt x="394206" y="1676832"/>
                    <a:pt x="398334" y="1660836"/>
                  </a:cubicBezTo>
                  <a:cubicBezTo>
                    <a:pt x="412265" y="1605111"/>
                    <a:pt x="426713" y="1549901"/>
                    <a:pt x="440644" y="1494176"/>
                  </a:cubicBezTo>
                  <a:cubicBezTo>
                    <a:pt x="443741" y="1482308"/>
                    <a:pt x="441676" y="1471473"/>
                    <a:pt x="432904" y="1462185"/>
                  </a:cubicBezTo>
                  <a:cubicBezTo>
                    <a:pt x="412265" y="1440514"/>
                    <a:pt x="391110" y="1418843"/>
                    <a:pt x="370471" y="1397172"/>
                  </a:cubicBezTo>
                  <a:cubicBezTo>
                    <a:pt x="362216" y="1388400"/>
                    <a:pt x="351896" y="1385820"/>
                    <a:pt x="340545" y="1388400"/>
                  </a:cubicBezTo>
                  <a:cubicBezTo>
                    <a:pt x="330226" y="1390464"/>
                    <a:pt x="320422" y="1393044"/>
                    <a:pt x="310618" y="1395108"/>
                  </a:cubicBezTo>
                  <a:cubicBezTo>
                    <a:pt x="263664" y="1405428"/>
                    <a:pt x="217226" y="1416263"/>
                    <a:pt x="170273" y="1426583"/>
                  </a:cubicBezTo>
                  <a:cubicBezTo>
                    <a:pt x="157373" y="1429679"/>
                    <a:pt x="147054" y="1425035"/>
                    <a:pt x="141377" y="1413683"/>
                  </a:cubicBezTo>
                  <a:cubicBezTo>
                    <a:pt x="117642" y="1368277"/>
                    <a:pt x="94423" y="1322355"/>
                    <a:pt x="70689" y="1276949"/>
                  </a:cubicBezTo>
                  <a:cubicBezTo>
                    <a:pt x="65529" y="1266630"/>
                    <a:pt x="67593" y="1255278"/>
                    <a:pt x="75848" y="1247539"/>
                  </a:cubicBezTo>
                  <a:cubicBezTo>
                    <a:pt x="119191" y="1207292"/>
                    <a:pt x="163049" y="1166530"/>
                    <a:pt x="206391" y="1126284"/>
                  </a:cubicBezTo>
                  <a:cubicBezTo>
                    <a:pt x="215162" y="1118544"/>
                    <a:pt x="218258" y="1108225"/>
                    <a:pt x="216710" y="1096873"/>
                  </a:cubicBezTo>
                  <a:cubicBezTo>
                    <a:pt x="211551" y="1069010"/>
                    <a:pt x="206391" y="1040631"/>
                    <a:pt x="201231" y="1012769"/>
                  </a:cubicBezTo>
                  <a:cubicBezTo>
                    <a:pt x="199167" y="1000901"/>
                    <a:pt x="192459" y="993162"/>
                    <a:pt x="181108" y="989034"/>
                  </a:cubicBezTo>
                  <a:cubicBezTo>
                    <a:pt x="142925" y="975103"/>
                    <a:pt x="104743" y="961171"/>
                    <a:pt x="67077" y="947240"/>
                  </a:cubicBezTo>
                  <a:cubicBezTo>
                    <a:pt x="44890" y="938984"/>
                    <a:pt x="22187" y="931760"/>
                    <a:pt x="0" y="921957"/>
                  </a:cubicBezTo>
                  <a:cubicBezTo>
                    <a:pt x="0" y="912153"/>
                    <a:pt x="0" y="902866"/>
                    <a:pt x="0" y="893062"/>
                  </a:cubicBezTo>
                  <a:cubicBezTo>
                    <a:pt x="1548" y="876035"/>
                    <a:pt x="3096" y="859524"/>
                    <a:pt x="4643" y="842496"/>
                  </a:cubicBezTo>
                  <a:cubicBezTo>
                    <a:pt x="7740" y="809474"/>
                    <a:pt x="12383" y="776451"/>
                    <a:pt x="17543" y="743945"/>
                  </a:cubicBezTo>
                  <a:cubicBezTo>
                    <a:pt x="19091" y="733109"/>
                    <a:pt x="26831" y="725369"/>
                    <a:pt x="38182" y="723305"/>
                  </a:cubicBezTo>
                  <a:cubicBezTo>
                    <a:pt x="97003" y="712470"/>
                    <a:pt x="155309" y="702150"/>
                    <a:pt x="214131" y="691315"/>
                  </a:cubicBezTo>
                  <a:cubicBezTo>
                    <a:pt x="226514" y="689251"/>
                    <a:pt x="234770" y="682543"/>
                    <a:pt x="239929" y="671192"/>
                  </a:cubicBezTo>
                  <a:cubicBezTo>
                    <a:pt x="248701" y="649521"/>
                    <a:pt x="257989" y="627850"/>
                    <a:pt x="266760" y="606695"/>
                  </a:cubicBezTo>
                  <a:cubicBezTo>
                    <a:pt x="272436" y="593279"/>
                    <a:pt x="270888" y="581928"/>
                    <a:pt x="262116" y="570060"/>
                  </a:cubicBezTo>
                  <a:cubicBezTo>
                    <a:pt x="227546" y="525170"/>
                    <a:pt x="193492" y="479764"/>
                    <a:pt x="159437" y="434874"/>
                  </a:cubicBezTo>
                  <a:cubicBezTo>
                    <a:pt x="150665" y="423007"/>
                    <a:pt x="150665" y="412687"/>
                    <a:pt x="159953" y="401336"/>
                  </a:cubicBezTo>
                  <a:cubicBezTo>
                    <a:pt x="192975" y="360058"/>
                    <a:pt x="225998" y="319295"/>
                    <a:pt x="259536" y="278017"/>
                  </a:cubicBezTo>
                  <a:cubicBezTo>
                    <a:pt x="270372" y="265118"/>
                    <a:pt x="279144" y="262538"/>
                    <a:pt x="294623" y="268729"/>
                  </a:cubicBezTo>
                  <a:cubicBezTo>
                    <a:pt x="348801" y="291433"/>
                    <a:pt x="402978" y="313620"/>
                    <a:pt x="457672" y="336322"/>
                  </a:cubicBezTo>
                  <a:cubicBezTo>
                    <a:pt x="468507" y="340966"/>
                    <a:pt x="479342" y="340450"/>
                    <a:pt x="489146" y="333743"/>
                  </a:cubicBezTo>
                  <a:cubicBezTo>
                    <a:pt x="506690" y="321875"/>
                    <a:pt x="523717" y="310008"/>
                    <a:pt x="540744" y="298140"/>
                  </a:cubicBezTo>
                  <a:cubicBezTo>
                    <a:pt x="548999" y="292464"/>
                    <a:pt x="553127" y="284209"/>
                    <a:pt x="553127" y="273889"/>
                  </a:cubicBezTo>
                  <a:cubicBezTo>
                    <a:pt x="553127" y="267697"/>
                    <a:pt x="552612" y="261506"/>
                    <a:pt x="552096" y="255830"/>
                  </a:cubicBezTo>
                  <a:cubicBezTo>
                    <a:pt x="550032" y="228999"/>
                    <a:pt x="547968" y="202684"/>
                    <a:pt x="545904" y="175854"/>
                  </a:cubicBezTo>
                  <a:cubicBezTo>
                    <a:pt x="543840" y="149023"/>
                    <a:pt x="541776" y="122708"/>
                    <a:pt x="539712" y="95877"/>
                  </a:cubicBezTo>
                  <a:cubicBezTo>
                    <a:pt x="538680" y="83493"/>
                    <a:pt x="544872" y="73690"/>
                    <a:pt x="556739" y="69562"/>
                  </a:cubicBezTo>
                  <a:cubicBezTo>
                    <a:pt x="609885" y="51503"/>
                    <a:pt x="663031" y="33444"/>
                    <a:pt x="716176" y="15901"/>
                  </a:cubicBezTo>
                  <a:cubicBezTo>
                    <a:pt x="719788" y="14869"/>
                    <a:pt x="722884" y="14353"/>
                    <a:pt x="726496" y="14353"/>
                  </a:cubicBezTo>
                  <a:cubicBezTo>
                    <a:pt x="736299" y="14869"/>
                    <a:pt x="742491" y="21060"/>
                    <a:pt x="748167" y="28800"/>
                  </a:cubicBezTo>
                  <a:cubicBezTo>
                    <a:pt x="781189" y="76786"/>
                    <a:pt x="814728" y="124772"/>
                    <a:pt x="847750" y="172758"/>
                  </a:cubicBezTo>
                  <a:cubicBezTo>
                    <a:pt x="855490" y="183593"/>
                    <a:pt x="865810" y="188753"/>
                    <a:pt x="878709" y="187721"/>
                  </a:cubicBezTo>
                  <a:cubicBezTo>
                    <a:pt x="896252" y="186173"/>
                    <a:pt x="914312" y="185657"/>
                    <a:pt x="931855" y="185657"/>
                  </a:cubicBezTo>
                  <a:cubicBezTo>
                    <a:pt x="939079" y="185657"/>
                    <a:pt x="944239" y="183077"/>
                    <a:pt x="948366" y="177401"/>
                  </a:cubicBezTo>
                  <a:cubicBezTo>
                    <a:pt x="950430" y="174822"/>
                    <a:pt x="952494" y="171726"/>
                    <a:pt x="954042" y="169146"/>
                  </a:cubicBezTo>
                  <a:cubicBezTo>
                    <a:pt x="962814" y="153150"/>
                    <a:pt x="971069" y="137155"/>
                    <a:pt x="979840" y="121676"/>
                  </a:cubicBezTo>
                  <a:cubicBezTo>
                    <a:pt x="998932" y="85558"/>
                    <a:pt x="1018539" y="49955"/>
                    <a:pt x="1037630" y="13837"/>
                  </a:cubicBezTo>
                  <a:cubicBezTo>
                    <a:pt x="1043822" y="2485"/>
                    <a:pt x="1053626" y="-2159"/>
                    <a:pt x="1066525" y="937"/>
                  </a:cubicBezTo>
                  <a:cubicBezTo>
                    <a:pt x="1122251" y="14353"/>
                    <a:pt x="1177976" y="27252"/>
                    <a:pt x="1233702" y="40667"/>
                  </a:cubicBezTo>
                  <a:cubicBezTo>
                    <a:pt x="1245569" y="43763"/>
                    <a:pt x="1252793" y="52535"/>
                    <a:pt x="1253309" y="64918"/>
                  </a:cubicBezTo>
                  <a:cubicBezTo>
                    <a:pt x="1253825" y="71626"/>
                    <a:pt x="1253825" y="78334"/>
                    <a:pt x="1254341" y="85042"/>
                  </a:cubicBezTo>
                  <a:cubicBezTo>
                    <a:pt x="1255888" y="126836"/>
                    <a:pt x="1256921" y="168630"/>
                    <a:pt x="1258468" y="209908"/>
                  </a:cubicBezTo>
                  <a:cubicBezTo>
                    <a:pt x="1258985" y="221260"/>
                    <a:pt x="1259501" y="233127"/>
                    <a:pt x="1260016" y="244478"/>
                  </a:cubicBezTo>
                  <a:cubicBezTo>
                    <a:pt x="1260532" y="255830"/>
                    <a:pt x="1266208" y="264602"/>
                    <a:pt x="1276012" y="270277"/>
                  </a:cubicBezTo>
                  <a:cubicBezTo>
                    <a:pt x="1288395" y="277501"/>
                    <a:pt x="1301295" y="284209"/>
                    <a:pt x="1313678" y="291948"/>
                  </a:cubicBezTo>
                  <a:cubicBezTo>
                    <a:pt x="1326062" y="299172"/>
                    <a:pt x="1337413" y="298656"/>
                    <a:pt x="1349797" y="291948"/>
                  </a:cubicBezTo>
                  <a:cubicBezTo>
                    <a:pt x="1400879" y="263570"/>
                    <a:pt x="1451444" y="235191"/>
                    <a:pt x="1502526" y="206812"/>
                  </a:cubicBezTo>
                  <a:cubicBezTo>
                    <a:pt x="1514394" y="200105"/>
                    <a:pt x="1525745" y="202168"/>
                    <a:pt x="1535033" y="211456"/>
                  </a:cubicBezTo>
                  <a:cubicBezTo>
                    <a:pt x="1574763" y="251702"/>
                    <a:pt x="1613977" y="292464"/>
                    <a:pt x="1653707" y="332711"/>
                  </a:cubicBezTo>
                  <a:cubicBezTo>
                    <a:pt x="1664027" y="343546"/>
                    <a:pt x="1665575" y="353350"/>
                    <a:pt x="1657835" y="366249"/>
                  </a:cubicBezTo>
                  <a:cubicBezTo>
                    <a:pt x="1628424" y="416299"/>
                    <a:pt x="1598497" y="465833"/>
                    <a:pt x="1569087" y="515883"/>
                  </a:cubicBezTo>
                  <a:cubicBezTo>
                    <a:pt x="1562379" y="527234"/>
                    <a:pt x="1561863" y="539102"/>
                    <a:pt x="1568571" y="550453"/>
                  </a:cubicBezTo>
                  <a:cubicBezTo>
                    <a:pt x="1576311" y="564384"/>
                    <a:pt x="1583534" y="578316"/>
                    <a:pt x="1591274" y="592247"/>
                  </a:cubicBezTo>
                  <a:cubicBezTo>
                    <a:pt x="1596950" y="602567"/>
                    <a:pt x="1605721" y="608243"/>
                    <a:pt x="1617589" y="608759"/>
                  </a:cubicBezTo>
                  <a:cubicBezTo>
                    <a:pt x="1637196" y="610307"/>
                    <a:pt x="1657319" y="611339"/>
                    <a:pt x="1676926" y="612886"/>
                  </a:cubicBezTo>
                  <a:cubicBezTo>
                    <a:pt x="1717172" y="615466"/>
                    <a:pt x="1757419" y="618046"/>
                    <a:pt x="1797665" y="620626"/>
                  </a:cubicBezTo>
                  <a:cubicBezTo>
                    <a:pt x="1809016" y="621142"/>
                    <a:pt x="1818304" y="628882"/>
                    <a:pt x="1820884" y="640233"/>
                  </a:cubicBezTo>
                  <a:cubicBezTo>
                    <a:pt x="1833267" y="695959"/>
                    <a:pt x="1845135" y="752200"/>
                    <a:pt x="1857518" y="808442"/>
                  </a:cubicBezTo>
                  <a:cubicBezTo>
                    <a:pt x="1859066" y="816181"/>
                    <a:pt x="1857002" y="822889"/>
                    <a:pt x="1851842" y="829081"/>
                  </a:cubicBezTo>
                  <a:cubicBezTo>
                    <a:pt x="1849262" y="832177"/>
                    <a:pt x="1845135" y="834241"/>
                    <a:pt x="1841523" y="836305"/>
                  </a:cubicBezTo>
                  <a:cubicBezTo>
                    <a:pt x="1789925" y="862103"/>
                    <a:pt x="1738327" y="887902"/>
                    <a:pt x="1686214" y="913701"/>
                  </a:cubicBezTo>
                  <a:cubicBezTo>
                    <a:pt x="1675378" y="919377"/>
                    <a:pt x="1669187" y="927633"/>
                    <a:pt x="1668670" y="940016"/>
                  </a:cubicBezTo>
                  <a:cubicBezTo>
                    <a:pt x="1667639" y="959623"/>
                    <a:pt x="1666090" y="978714"/>
                    <a:pt x="1665059" y="998322"/>
                  </a:cubicBezTo>
                  <a:cubicBezTo>
                    <a:pt x="1664543" y="1009673"/>
                    <a:pt x="1668670" y="1019477"/>
                    <a:pt x="1678474" y="1026184"/>
                  </a:cubicBezTo>
                  <a:cubicBezTo>
                    <a:pt x="1726460" y="1061271"/>
                    <a:pt x="1773930" y="1096873"/>
                    <a:pt x="1821916" y="1131960"/>
                  </a:cubicBezTo>
                  <a:cubicBezTo>
                    <a:pt x="1833267" y="1140215"/>
                    <a:pt x="1836879" y="1150535"/>
                    <a:pt x="1831720" y="1163950"/>
                  </a:cubicBezTo>
                  <a:cubicBezTo>
                    <a:pt x="1822948" y="1188201"/>
                    <a:pt x="1814176" y="1212452"/>
                    <a:pt x="1805404" y="1236703"/>
                  </a:cubicBezTo>
                  <a:cubicBezTo>
                    <a:pt x="1795601" y="1263534"/>
                    <a:pt x="1785798" y="1290881"/>
                    <a:pt x="1775478" y="1317711"/>
                  </a:cubicBezTo>
                  <a:cubicBezTo>
                    <a:pt x="1771350" y="1329063"/>
                    <a:pt x="1761546" y="1335255"/>
                    <a:pt x="1750195" y="1334223"/>
                  </a:cubicBezTo>
                  <a:cubicBezTo>
                    <a:pt x="1728524" y="1332159"/>
                    <a:pt x="1707369" y="1329579"/>
                    <a:pt x="1685698" y="1327515"/>
                  </a:cubicBezTo>
                  <a:cubicBezTo>
                    <a:pt x="1648548" y="1323387"/>
                    <a:pt x="1611397" y="1319259"/>
                    <a:pt x="1574247" y="1315648"/>
                  </a:cubicBezTo>
                  <a:cubicBezTo>
                    <a:pt x="1562379" y="1314616"/>
                    <a:pt x="1553092" y="1318743"/>
                    <a:pt x="1545868" y="1328547"/>
                  </a:cubicBezTo>
                  <a:cubicBezTo>
                    <a:pt x="1532453" y="1346606"/>
                    <a:pt x="1519553" y="1365181"/>
                    <a:pt x="1505622" y="1383241"/>
                  </a:cubicBezTo>
                  <a:cubicBezTo>
                    <a:pt x="1497366" y="1394076"/>
                    <a:pt x="1496334" y="1405428"/>
                    <a:pt x="1500978" y="1417811"/>
                  </a:cubicBezTo>
                  <a:cubicBezTo>
                    <a:pt x="1521617" y="1472505"/>
                    <a:pt x="1542772" y="1527198"/>
                    <a:pt x="1563411" y="1581892"/>
                  </a:cubicBezTo>
                  <a:cubicBezTo>
                    <a:pt x="1569087" y="1596339"/>
                    <a:pt x="1565991" y="1606143"/>
                    <a:pt x="1554124" y="1615430"/>
                  </a:cubicBezTo>
                  <a:cubicBezTo>
                    <a:pt x="1512845" y="1646389"/>
                    <a:pt x="1472083" y="1677864"/>
                    <a:pt x="1430805" y="1708822"/>
                  </a:cubicBezTo>
                  <a:cubicBezTo>
                    <a:pt x="1418938" y="1717594"/>
                    <a:pt x="1408618" y="1717594"/>
                    <a:pt x="1397266" y="1708306"/>
                  </a:cubicBezTo>
                  <a:cubicBezTo>
                    <a:pt x="1352892" y="1672704"/>
                    <a:pt x="1308003" y="1636585"/>
                    <a:pt x="1263628" y="1600467"/>
                  </a:cubicBezTo>
                  <a:cubicBezTo>
                    <a:pt x="1253825" y="1592727"/>
                    <a:pt x="1243505" y="1590147"/>
                    <a:pt x="1232154" y="1594275"/>
                  </a:cubicBezTo>
                  <a:cubicBezTo>
                    <a:pt x="1205839" y="1604079"/>
                    <a:pt x="1179524" y="1613883"/>
                    <a:pt x="1153725" y="1624202"/>
                  </a:cubicBezTo>
                  <a:cubicBezTo>
                    <a:pt x="1143406" y="1628330"/>
                    <a:pt x="1137214" y="1636070"/>
                    <a:pt x="1134634" y="1646905"/>
                  </a:cubicBezTo>
                  <a:cubicBezTo>
                    <a:pt x="1131022" y="1663932"/>
                    <a:pt x="1127411" y="1681475"/>
                    <a:pt x="1123798" y="1698503"/>
                  </a:cubicBezTo>
                  <a:cubicBezTo>
                    <a:pt x="1115027" y="1739781"/>
                    <a:pt x="1106771" y="1780543"/>
                    <a:pt x="1097999" y="1821821"/>
                  </a:cubicBezTo>
                  <a:cubicBezTo>
                    <a:pt x="1095420" y="1833689"/>
                    <a:pt x="1088196" y="1840913"/>
                    <a:pt x="1076329" y="1842460"/>
                  </a:cubicBezTo>
                  <a:cubicBezTo>
                    <a:pt x="1048982" y="1846072"/>
                    <a:pt x="1021635" y="1848652"/>
                    <a:pt x="994288" y="1851232"/>
                  </a:cubicBezTo>
                  <a:cubicBezTo>
                    <a:pt x="980873" y="1850200"/>
                    <a:pt x="970037" y="1851232"/>
                    <a:pt x="959201" y="1852264"/>
                  </a:cubicBezTo>
                  <a:close/>
                  <a:moveTo>
                    <a:pt x="928759" y="382245"/>
                  </a:moveTo>
                  <a:cubicBezTo>
                    <a:pt x="633620" y="381729"/>
                    <a:pt x="388015" y="619594"/>
                    <a:pt x="386983" y="921957"/>
                  </a:cubicBezTo>
                  <a:cubicBezTo>
                    <a:pt x="385951" y="1222772"/>
                    <a:pt x="627428" y="1464765"/>
                    <a:pt x="926695" y="1465797"/>
                  </a:cubicBezTo>
                  <a:cubicBezTo>
                    <a:pt x="1229058" y="1466829"/>
                    <a:pt x="1470019" y="1222772"/>
                    <a:pt x="1470535" y="924537"/>
                  </a:cubicBezTo>
                  <a:cubicBezTo>
                    <a:pt x="1470535" y="625270"/>
                    <a:pt x="1228026" y="381729"/>
                    <a:pt x="928759" y="382245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</p:grp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 rot="12366785">
            <a:off x="8375229" y="4235435"/>
            <a:ext cx="1328676" cy="1196396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38" name="Freeform: Shape 37"/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0" name="Freeform: Shape 39"/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41" name="Freeform: Shape 40"/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sp>
        <p:nvSpPr>
          <p:cNvPr id="4" name="Freeform: Shape 3"/>
          <p:cNvSpPr/>
          <p:nvPr/>
        </p:nvSpPr>
        <p:spPr>
          <a:xfrm>
            <a:off x="8377857" y="3504193"/>
            <a:ext cx="477330" cy="47734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grpSp>
        <p:nvGrpSpPr>
          <p:cNvPr id="5" name="Group 4"/>
          <p:cNvGrpSpPr/>
          <p:nvPr/>
        </p:nvGrpSpPr>
        <p:grpSpPr>
          <a:xfrm rot="2159485">
            <a:off x="8314119" y="2451086"/>
            <a:ext cx="1355483" cy="814498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34" name="Freeform: Shape 33"/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6" name="Freeform: Shape 35"/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37" name="Freeform: Shape 36"/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sp>
        <p:nvSpPr>
          <p:cNvPr id="6" name="Freeform: Shape 5"/>
          <p:cNvSpPr/>
          <p:nvPr/>
        </p:nvSpPr>
        <p:spPr>
          <a:xfrm>
            <a:off x="7414743" y="2796364"/>
            <a:ext cx="774440" cy="770165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sp>
        <p:nvSpPr>
          <p:cNvPr id="7" name="Freeform: Shape 6"/>
          <p:cNvSpPr/>
          <p:nvPr/>
        </p:nvSpPr>
        <p:spPr>
          <a:xfrm>
            <a:off x="2500413" y="1395991"/>
            <a:ext cx="869544" cy="885196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sp>
        <p:nvSpPr>
          <p:cNvPr id="8" name="Freeform: Shape 7"/>
          <p:cNvSpPr/>
          <p:nvPr/>
        </p:nvSpPr>
        <p:spPr>
          <a:xfrm>
            <a:off x="9193336" y="182113"/>
            <a:ext cx="706043" cy="706069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grpSp>
        <p:nvGrpSpPr>
          <p:cNvPr id="9" name="Group 8"/>
          <p:cNvGrpSpPr/>
          <p:nvPr/>
        </p:nvGrpSpPr>
        <p:grpSpPr>
          <a:xfrm rot="1212279">
            <a:off x="3379370" y="204647"/>
            <a:ext cx="2525679" cy="1007832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29" name="Freeform: Shape 28"/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32" name="Freeform: Shape 31"/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33" name="Freeform: Shape 32"/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  <p:sp>
          <p:nvSpPr>
            <p:cNvPr id="31" name="Freeform: Shape 30"/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034170" y="437902"/>
            <a:ext cx="2269844" cy="2043862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25" name="Freeform: Shape 24"/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27" name="Freeform: Shape 26"/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28" name="Freeform: Shape 27"/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grpSp>
        <p:nvGrpSpPr>
          <p:cNvPr id="11" name="Group 10"/>
          <p:cNvGrpSpPr/>
          <p:nvPr/>
        </p:nvGrpSpPr>
        <p:grpSpPr>
          <a:xfrm rot="18655185">
            <a:off x="6551220" y="3976966"/>
            <a:ext cx="1355483" cy="814498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21" name="Freeform: Shape 20"/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23" name="Freeform: Shape 22"/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24" name="Freeform: Shape 23"/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180898" y="3371036"/>
            <a:ext cx="2269844" cy="2043862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7" name="Freeform: Shape 16"/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9" name="Freeform: Shape 18"/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20" name="Freeform: Shape 19"/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sp>
        <p:nvSpPr>
          <p:cNvPr id="13" name="Freeform: Shape 12"/>
          <p:cNvSpPr/>
          <p:nvPr/>
        </p:nvSpPr>
        <p:spPr>
          <a:xfrm>
            <a:off x="3174788" y="4582219"/>
            <a:ext cx="774440" cy="770165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sp>
        <p:nvSpPr>
          <p:cNvPr id="14" name="Freeform: Shape 13"/>
          <p:cNvSpPr/>
          <p:nvPr/>
        </p:nvSpPr>
        <p:spPr>
          <a:xfrm>
            <a:off x="2500413" y="3956971"/>
            <a:ext cx="869544" cy="885196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 dirty="0"/>
          </a:p>
        </p:txBody>
      </p:sp>
      <p:sp>
        <p:nvSpPr>
          <p:cNvPr id="15" name="Freeform: Shape 14"/>
          <p:cNvSpPr/>
          <p:nvPr/>
        </p:nvSpPr>
        <p:spPr>
          <a:xfrm rot="2246763">
            <a:off x="266526" y="2755077"/>
            <a:ext cx="1007797" cy="1007832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sp>
        <p:nvSpPr>
          <p:cNvPr id="16" name="Freeform: Shape 15"/>
          <p:cNvSpPr/>
          <p:nvPr/>
        </p:nvSpPr>
        <p:spPr>
          <a:xfrm>
            <a:off x="5298513" y="4995832"/>
            <a:ext cx="408809" cy="406551"/>
          </a:xfrm>
          <a:custGeom>
            <a:avLst/>
            <a:gdLst>
              <a:gd name="connsiteX0" fmla="*/ 959201 w 1857518"/>
              <a:gd name="connsiteY0" fmla="*/ 1852264 h 1847198"/>
              <a:gd name="connsiteX1" fmla="*/ 910700 w 1857518"/>
              <a:gd name="connsiteY1" fmla="*/ 1852264 h 1847198"/>
              <a:gd name="connsiteX2" fmla="*/ 891608 w 1857518"/>
              <a:gd name="connsiteY2" fmla="*/ 1830593 h 1847198"/>
              <a:gd name="connsiteX3" fmla="*/ 838463 w 1857518"/>
              <a:gd name="connsiteY3" fmla="*/ 1669608 h 1847198"/>
              <a:gd name="connsiteX4" fmla="*/ 813180 w 1857518"/>
              <a:gd name="connsiteY4" fmla="*/ 1646905 h 1847198"/>
              <a:gd name="connsiteX5" fmla="*/ 730624 w 1857518"/>
              <a:gd name="connsiteY5" fmla="*/ 1628330 h 1847198"/>
              <a:gd name="connsiteX6" fmla="*/ 693990 w 1857518"/>
              <a:gd name="connsiteY6" fmla="*/ 1639165 h 1847198"/>
              <a:gd name="connsiteX7" fmla="*/ 573251 w 1857518"/>
              <a:gd name="connsiteY7" fmla="*/ 1761452 h 1847198"/>
              <a:gd name="connsiteX8" fmla="*/ 542292 w 1857518"/>
              <a:gd name="connsiteY8" fmla="*/ 1766612 h 1847198"/>
              <a:gd name="connsiteX9" fmla="*/ 412782 w 1857518"/>
              <a:gd name="connsiteY9" fmla="*/ 1693859 h 1847198"/>
              <a:gd name="connsiteX10" fmla="*/ 398334 w 1857518"/>
              <a:gd name="connsiteY10" fmla="*/ 1660836 h 1847198"/>
              <a:gd name="connsiteX11" fmla="*/ 440644 w 1857518"/>
              <a:gd name="connsiteY11" fmla="*/ 1494176 h 1847198"/>
              <a:gd name="connsiteX12" fmla="*/ 432904 w 1857518"/>
              <a:gd name="connsiteY12" fmla="*/ 1462185 h 1847198"/>
              <a:gd name="connsiteX13" fmla="*/ 370471 w 1857518"/>
              <a:gd name="connsiteY13" fmla="*/ 1397172 h 1847198"/>
              <a:gd name="connsiteX14" fmla="*/ 340545 w 1857518"/>
              <a:gd name="connsiteY14" fmla="*/ 1388400 h 1847198"/>
              <a:gd name="connsiteX15" fmla="*/ 310618 w 1857518"/>
              <a:gd name="connsiteY15" fmla="*/ 1395108 h 1847198"/>
              <a:gd name="connsiteX16" fmla="*/ 170273 w 1857518"/>
              <a:gd name="connsiteY16" fmla="*/ 1426583 h 1847198"/>
              <a:gd name="connsiteX17" fmla="*/ 141377 w 1857518"/>
              <a:gd name="connsiteY17" fmla="*/ 1413683 h 1847198"/>
              <a:gd name="connsiteX18" fmla="*/ 70689 w 1857518"/>
              <a:gd name="connsiteY18" fmla="*/ 1276949 h 1847198"/>
              <a:gd name="connsiteX19" fmla="*/ 75848 w 1857518"/>
              <a:gd name="connsiteY19" fmla="*/ 1247539 h 1847198"/>
              <a:gd name="connsiteX20" fmla="*/ 206391 w 1857518"/>
              <a:gd name="connsiteY20" fmla="*/ 1126284 h 1847198"/>
              <a:gd name="connsiteX21" fmla="*/ 216710 w 1857518"/>
              <a:gd name="connsiteY21" fmla="*/ 1096873 h 1847198"/>
              <a:gd name="connsiteX22" fmla="*/ 201231 w 1857518"/>
              <a:gd name="connsiteY22" fmla="*/ 1012769 h 1847198"/>
              <a:gd name="connsiteX23" fmla="*/ 181108 w 1857518"/>
              <a:gd name="connsiteY23" fmla="*/ 989034 h 1847198"/>
              <a:gd name="connsiteX24" fmla="*/ 67077 w 1857518"/>
              <a:gd name="connsiteY24" fmla="*/ 947240 h 1847198"/>
              <a:gd name="connsiteX25" fmla="*/ 0 w 1857518"/>
              <a:gd name="connsiteY25" fmla="*/ 921957 h 1847198"/>
              <a:gd name="connsiteX26" fmla="*/ 0 w 1857518"/>
              <a:gd name="connsiteY26" fmla="*/ 893062 h 1847198"/>
              <a:gd name="connsiteX27" fmla="*/ 4643 w 1857518"/>
              <a:gd name="connsiteY27" fmla="*/ 842496 h 1847198"/>
              <a:gd name="connsiteX28" fmla="*/ 17543 w 1857518"/>
              <a:gd name="connsiteY28" fmla="*/ 743945 h 1847198"/>
              <a:gd name="connsiteX29" fmla="*/ 38182 w 1857518"/>
              <a:gd name="connsiteY29" fmla="*/ 723305 h 1847198"/>
              <a:gd name="connsiteX30" fmla="*/ 214131 w 1857518"/>
              <a:gd name="connsiteY30" fmla="*/ 691315 h 1847198"/>
              <a:gd name="connsiteX31" fmla="*/ 239929 w 1857518"/>
              <a:gd name="connsiteY31" fmla="*/ 671192 h 1847198"/>
              <a:gd name="connsiteX32" fmla="*/ 266760 w 1857518"/>
              <a:gd name="connsiteY32" fmla="*/ 606695 h 1847198"/>
              <a:gd name="connsiteX33" fmla="*/ 262116 w 1857518"/>
              <a:gd name="connsiteY33" fmla="*/ 570060 h 1847198"/>
              <a:gd name="connsiteX34" fmla="*/ 159437 w 1857518"/>
              <a:gd name="connsiteY34" fmla="*/ 434874 h 1847198"/>
              <a:gd name="connsiteX35" fmla="*/ 159953 w 1857518"/>
              <a:gd name="connsiteY35" fmla="*/ 401336 h 1847198"/>
              <a:gd name="connsiteX36" fmla="*/ 259536 w 1857518"/>
              <a:gd name="connsiteY36" fmla="*/ 278017 h 1847198"/>
              <a:gd name="connsiteX37" fmla="*/ 294623 w 1857518"/>
              <a:gd name="connsiteY37" fmla="*/ 268729 h 1847198"/>
              <a:gd name="connsiteX38" fmla="*/ 457672 w 1857518"/>
              <a:gd name="connsiteY38" fmla="*/ 336322 h 1847198"/>
              <a:gd name="connsiteX39" fmla="*/ 489146 w 1857518"/>
              <a:gd name="connsiteY39" fmla="*/ 333743 h 1847198"/>
              <a:gd name="connsiteX40" fmla="*/ 540744 w 1857518"/>
              <a:gd name="connsiteY40" fmla="*/ 298140 h 1847198"/>
              <a:gd name="connsiteX41" fmla="*/ 553127 w 1857518"/>
              <a:gd name="connsiteY41" fmla="*/ 273889 h 1847198"/>
              <a:gd name="connsiteX42" fmla="*/ 552096 w 1857518"/>
              <a:gd name="connsiteY42" fmla="*/ 255830 h 1847198"/>
              <a:gd name="connsiteX43" fmla="*/ 545904 w 1857518"/>
              <a:gd name="connsiteY43" fmla="*/ 175854 h 1847198"/>
              <a:gd name="connsiteX44" fmla="*/ 539712 w 1857518"/>
              <a:gd name="connsiteY44" fmla="*/ 95877 h 1847198"/>
              <a:gd name="connsiteX45" fmla="*/ 556739 w 1857518"/>
              <a:gd name="connsiteY45" fmla="*/ 69562 h 1847198"/>
              <a:gd name="connsiteX46" fmla="*/ 716176 w 1857518"/>
              <a:gd name="connsiteY46" fmla="*/ 15901 h 1847198"/>
              <a:gd name="connsiteX47" fmla="*/ 726496 w 1857518"/>
              <a:gd name="connsiteY47" fmla="*/ 14353 h 1847198"/>
              <a:gd name="connsiteX48" fmla="*/ 748167 w 1857518"/>
              <a:gd name="connsiteY48" fmla="*/ 28800 h 1847198"/>
              <a:gd name="connsiteX49" fmla="*/ 847750 w 1857518"/>
              <a:gd name="connsiteY49" fmla="*/ 172758 h 1847198"/>
              <a:gd name="connsiteX50" fmla="*/ 878709 w 1857518"/>
              <a:gd name="connsiteY50" fmla="*/ 187721 h 1847198"/>
              <a:gd name="connsiteX51" fmla="*/ 931855 w 1857518"/>
              <a:gd name="connsiteY51" fmla="*/ 185657 h 1847198"/>
              <a:gd name="connsiteX52" fmla="*/ 948366 w 1857518"/>
              <a:gd name="connsiteY52" fmla="*/ 177401 h 1847198"/>
              <a:gd name="connsiteX53" fmla="*/ 954042 w 1857518"/>
              <a:gd name="connsiteY53" fmla="*/ 169146 h 1847198"/>
              <a:gd name="connsiteX54" fmla="*/ 979840 w 1857518"/>
              <a:gd name="connsiteY54" fmla="*/ 121676 h 1847198"/>
              <a:gd name="connsiteX55" fmla="*/ 1037630 w 1857518"/>
              <a:gd name="connsiteY55" fmla="*/ 13837 h 1847198"/>
              <a:gd name="connsiteX56" fmla="*/ 1066525 w 1857518"/>
              <a:gd name="connsiteY56" fmla="*/ 937 h 1847198"/>
              <a:gd name="connsiteX57" fmla="*/ 1233702 w 1857518"/>
              <a:gd name="connsiteY57" fmla="*/ 40667 h 1847198"/>
              <a:gd name="connsiteX58" fmla="*/ 1253309 w 1857518"/>
              <a:gd name="connsiteY58" fmla="*/ 64918 h 1847198"/>
              <a:gd name="connsiteX59" fmla="*/ 1254341 w 1857518"/>
              <a:gd name="connsiteY59" fmla="*/ 85042 h 1847198"/>
              <a:gd name="connsiteX60" fmla="*/ 1258468 w 1857518"/>
              <a:gd name="connsiteY60" fmla="*/ 209908 h 1847198"/>
              <a:gd name="connsiteX61" fmla="*/ 1260016 w 1857518"/>
              <a:gd name="connsiteY61" fmla="*/ 244478 h 1847198"/>
              <a:gd name="connsiteX62" fmla="*/ 1276012 w 1857518"/>
              <a:gd name="connsiteY62" fmla="*/ 270277 h 1847198"/>
              <a:gd name="connsiteX63" fmla="*/ 1313678 w 1857518"/>
              <a:gd name="connsiteY63" fmla="*/ 291948 h 1847198"/>
              <a:gd name="connsiteX64" fmla="*/ 1349797 w 1857518"/>
              <a:gd name="connsiteY64" fmla="*/ 291948 h 1847198"/>
              <a:gd name="connsiteX65" fmla="*/ 1502526 w 1857518"/>
              <a:gd name="connsiteY65" fmla="*/ 206812 h 1847198"/>
              <a:gd name="connsiteX66" fmla="*/ 1535033 w 1857518"/>
              <a:gd name="connsiteY66" fmla="*/ 211456 h 1847198"/>
              <a:gd name="connsiteX67" fmla="*/ 1653707 w 1857518"/>
              <a:gd name="connsiteY67" fmla="*/ 332711 h 1847198"/>
              <a:gd name="connsiteX68" fmla="*/ 1657835 w 1857518"/>
              <a:gd name="connsiteY68" fmla="*/ 366249 h 1847198"/>
              <a:gd name="connsiteX69" fmla="*/ 1569087 w 1857518"/>
              <a:gd name="connsiteY69" fmla="*/ 515883 h 1847198"/>
              <a:gd name="connsiteX70" fmla="*/ 1568571 w 1857518"/>
              <a:gd name="connsiteY70" fmla="*/ 550453 h 1847198"/>
              <a:gd name="connsiteX71" fmla="*/ 1591274 w 1857518"/>
              <a:gd name="connsiteY71" fmla="*/ 592247 h 1847198"/>
              <a:gd name="connsiteX72" fmla="*/ 1617589 w 1857518"/>
              <a:gd name="connsiteY72" fmla="*/ 608759 h 1847198"/>
              <a:gd name="connsiteX73" fmla="*/ 1676926 w 1857518"/>
              <a:gd name="connsiteY73" fmla="*/ 612886 h 1847198"/>
              <a:gd name="connsiteX74" fmla="*/ 1797665 w 1857518"/>
              <a:gd name="connsiteY74" fmla="*/ 620626 h 1847198"/>
              <a:gd name="connsiteX75" fmla="*/ 1820884 w 1857518"/>
              <a:gd name="connsiteY75" fmla="*/ 640233 h 1847198"/>
              <a:gd name="connsiteX76" fmla="*/ 1857518 w 1857518"/>
              <a:gd name="connsiteY76" fmla="*/ 808442 h 1847198"/>
              <a:gd name="connsiteX77" fmla="*/ 1851842 w 1857518"/>
              <a:gd name="connsiteY77" fmla="*/ 829081 h 1847198"/>
              <a:gd name="connsiteX78" fmla="*/ 1841523 w 1857518"/>
              <a:gd name="connsiteY78" fmla="*/ 836305 h 1847198"/>
              <a:gd name="connsiteX79" fmla="*/ 1686214 w 1857518"/>
              <a:gd name="connsiteY79" fmla="*/ 913701 h 1847198"/>
              <a:gd name="connsiteX80" fmla="*/ 1668670 w 1857518"/>
              <a:gd name="connsiteY80" fmla="*/ 940016 h 1847198"/>
              <a:gd name="connsiteX81" fmla="*/ 1665059 w 1857518"/>
              <a:gd name="connsiteY81" fmla="*/ 998322 h 1847198"/>
              <a:gd name="connsiteX82" fmla="*/ 1678474 w 1857518"/>
              <a:gd name="connsiteY82" fmla="*/ 1026184 h 1847198"/>
              <a:gd name="connsiteX83" fmla="*/ 1821916 w 1857518"/>
              <a:gd name="connsiteY83" fmla="*/ 1131960 h 1847198"/>
              <a:gd name="connsiteX84" fmla="*/ 1831720 w 1857518"/>
              <a:gd name="connsiteY84" fmla="*/ 1163950 h 1847198"/>
              <a:gd name="connsiteX85" fmla="*/ 1805404 w 1857518"/>
              <a:gd name="connsiteY85" fmla="*/ 1236703 h 1847198"/>
              <a:gd name="connsiteX86" fmla="*/ 1775478 w 1857518"/>
              <a:gd name="connsiteY86" fmla="*/ 1317711 h 1847198"/>
              <a:gd name="connsiteX87" fmla="*/ 1750195 w 1857518"/>
              <a:gd name="connsiteY87" fmla="*/ 1334223 h 1847198"/>
              <a:gd name="connsiteX88" fmla="*/ 1685698 w 1857518"/>
              <a:gd name="connsiteY88" fmla="*/ 1327515 h 1847198"/>
              <a:gd name="connsiteX89" fmla="*/ 1574247 w 1857518"/>
              <a:gd name="connsiteY89" fmla="*/ 1315648 h 1847198"/>
              <a:gd name="connsiteX90" fmla="*/ 1545868 w 1857518"/>
              <a:gd name="connsiteY90" fmla="*/ 1328547 h 1847198"/>
              <a:gd name="connsiteX91" fmla="*/ 1505622 w 1857518"/>
              <a:gd name="connsiteY91" fmla="*/ 1383241 h 1847198"/>
              <a:gd name="connsiteX92" fmla="*/ 1500978 w 1857518"/>
              <a:gd name="connsiteY92" fmla="*/ 1417811 h 1847198"/>
              <a:gd name="connsiteX93" fmla="*/ 1563411 w 1857518"/>
              <a:gd name="connsiteY93" fmla="*/ 1581892 h 1847198"/>
              <a:gd name="connsiteX94" fmla="*/ 1554124 w 1857518"/>
              <a:gd name="connsiteY94" fmla="*/ 1615430 h 1847198"/>
              <a:gd name="connsiteX95" fmla="*/ 1430805 w 1857518"/>
              <a:gd name="connsiteY95" fmla="*/ 1708822 h 1847198"/>
              <a:gd name="connsiteX96" fmla="*/ 1397266 w 1857518"/>
              <a:gd name="connsiteY96" fmla="*/ 1708306 h 1847198"/>
              <a:gd name="connsiteX97" fmla="*/ 1263628 w 1857518"/>
              <a:gd name="connsiteY97" fmla="*/ 1600467 h 1847198"/>
              <a:gd name="connsiteX98" fmla="*/ 1232154 w 1857518"/>
              <a:gd name="connsiteY98" fmla="*/ 1594275 h 1847198"/>
              <a:gd name="connsiteX99" fmla="*/ 1153725 w 1857518"/>
              <a:gd name="connsiteY99" fmla="*/ 1624202 h 1847198"/>
              <a:gd name="connsiteX100" fmla="*/ 1134634 w 1857518"/>
              <a:gd name="connsiteY100" fmla="*/ 1646905 h 1847198"/>
              <a:gd name="connsiteX101" fmla="*/ 1123798 w 1857518"/>
              <a:gd name="connsiteY101" fmla="*/ 1698503 h 1847198"/>
              <a:gd name="connsiteX102" fmla="*/ 1097999 w 1857518"/>
              <a:gd name="connsiteY102" fmla="*/ 1821821 h 1847198"/>
              <a:gd name="connsiteX103" fmla="*/ 1076329 w 1857518"/>
              <a:gd name="connsiteY103" fmla="*/ 1842460 h 1847198"/>
              <a:gd name="connsiteX104" fmla="*/ 994288 w 1857518"/>
              <a:gd name="connsiteY104" fmla="*/ 1851232 h 1847198"/>
              <a:gd name="connsiteX105" fmla="*/ 959201 w 1857518"/>
              <a:gd name="connsiteY105" fmla="*/ 1852264 h 1847198"/>
              <a:gd name="connsiteX106" fmla="*/ 928759 w 1857518"/>
              <a:gd name="connsiteY106" fmla="*/ 382245 h 1847198"/>
              <a:gd name="connsiteX107" fmla="*/ 386983 w 1857518"/>
              <a:gd name="connsiteY107" fmla="*/ 921957 h 1847198"/>
              <a:gd name="connsiteX108" fmla="*/ 926695 w 1857518"/>
              <a:gd name="connsiteY108" fmla="*/ 1465797 h 1847198"/>
              <a:gd name="connsiteX109" fmla="*/ 1470535 w 1857518"/>
              <a:gd name="connsiteY109" fmla="*/ 924537 h 1847198"/>
              <a:gd name="connsiteX110" fmla="*/ 928759 w 1857518"/>
              <a:gd name="connsiteY110" fmla="*/ 382245 h 184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1857518" h="1847198">
                <a:moveTo>
                  <a:pt x="959201" y="1852264"/>
                </a:moveTo>
                <a:cubicBezTo>
                  <a:pt x="943206" y="1852264"/>
                  <a:pt x="927211" y="1852264"/>
                  <a:pt x="910700" y="1852264"/>
                </a:cubicBezTo>
                <a:cubicBezTo>
                  <a:pt x="900380" y="1848652"/>
                  <a:pt x="894704" y="1840913"/>
                  <a:pt x="891608" y="1830593"/>
                </a:cubicBezTo>
                <a:cubicBezTo>
                  <a:pt x="874065" y="1776931"/>
                  <a:pt x="856006" y="1723270"/>
                  <a:pt x="838463" y="1669608"/>
                </a:cubicBezTo>
                <a:cubicBezTo>
                  <a:pt x="834335" y="1657224"/>
                  <a:pt x="826080" y="1649485"/>
                  <a:pt x="813180" y="1646905"/>
                </a:cubicBezTo>
                <a:cubicBezTo>
                  <a:pt x="785833" y="1640713"/>
                  <a:pt x="757970" y="1635037"/>
                  <a:pt x="730624" y="1628330"/>
                </a:cubicBezTo>
                <a:cubicBezTo>
                  <a:pt x="716176" y="1624718"/>
                  <a:pt x="704309" y="1628330"/>
                  <a:pt x="693990" y="1639165"/>
                </a:cubicBezTo>
                <a:cubicBezTo>
                  <a:pt x="654259" y="1680443"/>
                  <a:pt x="613497" y="1720690"/>
                  <a:pt x="573251" y="1761452"/>
                </a:cubicBezTo>
                <a:cubicBezTo>
                  <a:pt x="563963" y="1770739"/>
                  <a:pt x="553127" y="1772804"/>
                  <a:pt x="542292" y="1766612"/>
                </a:cubicBezTo>
                <a:cubicBezTo>
                  <a:pt x="498950" y="1742361"/>
                  <a:pt x="456123" y="1718110"/>
                  <a:pt x="412782" y="1693859"/>
                </a:cubicBezTo>
                <a:cubicBezTo>
                  <a:pt x="397818" y="1685603"/>
                  <a:pt x="394206" y="1676832"/>
                  <a:pt x="398334" y="1660836"/>
                </a:cubicBezTo>
                <a:cubicBezTo>
                  <a:pt x="412265" y="1605111"/>
                  <a:pt x="426713" y="1549901"/>
                  <a:pt x="440644" y="1494176"/>
                </a:cubicBezTo>
                <a:cubicBezTo>
                  <a:pt x="443741" y="1482308"/>
                  <a:pt x="441676" y="1471473"/>
                  <a:pt x="432904" y="1462185"/>
                </a:cubicBezTo>
                <a:cubicBezTo>
                  <a:pt x="412265" y="1440514"/>
                  <a:pt x="391110" y="1418843"/>
                  <a:pt x="370471" y="1397172"/>
                </a:cubicBezTo>
                <a:cubicBezTo>
                  <a:pt x="362216" y="1388400"/>
                  <a:pt x="351896" y="1385820"/>
                  <a:pt x="340545" y="1388400"/>
                </a:cubicBezTo>
                <a:cubicBezTo>
                  <a:pt x="330226" y="1390464"/>
                  <a:pt x="320422" y="1393044"/>
                  <a:pt x="310618" y="1395108"/>
                </a:cubicBezTo>
                <a:cubicBezTo>
                  <a:pt x="263664" y="1405428"/>
                  <a:pt x="217226" y="1416263"/>
                  <a:pt x="170273" y="1426583"/>
                </a:cubicBezTo>
                <a:cubicBezTo>
                  <a:pt x="157373" y="1429679"/>
                  <a:pt x="147054" y="1425035"/>
                  <a:pt x="141377" y="1413683"/>
                </a:cubicBezTo>
                <a:cubicBezTo>
                  <a:pt x="117642" y="1368277"/>
                  <a:pt x="94423" y="1322355"/>
                  <a:pt x="70689" y="1276949"/>
                </a:cubicBezTo>
                <a:cubicBezTo>
                  <a:pt x="65529" y="1266630"/>
                  <a:pt x="67593" y="1255278"/>
                  <a:pt x="75848" y="1247539"/>
                </a:cubicBezTo>
                <a:cubicBezTo>
                  <a:pt x="119191" y="1207292"/>
                  <a:pt x="163049" y="1166530"/>
                  <a:pt x="206391" y="1126284"/>
                </a:cubicBezTo>
                <a:cubicBezTo>
                  <a:pt x="215162" y="1118544"/>
                  <a:pt x="218258" y="1108225"/>
                  <a:pt x="216710" y="1096873"/>
                </a:cubicBezTo>
                <a:cubicBezTo>
                  <a:pt x="211551" y="1069010"/>
                  <a:pt x="206391" y="1040631"/>
                  <a:pt x="201231" y="1012769"/>
                </a:cubicBezTo>
                <a:cubicBezTo>
                  <a:pt x="199167" y="1000901"/>
                  <a:pt x="192459" y="993162"/>
                  <a:pt x="181108" y="989034"/>
                </a:cubicBezTo>
                <a:cubicBezTo>
                  <a:pt x="142925" y="975103"/>
                  <a:pt x="104743" y="961171"/>
                  <a:pt x="67077" y="947240"/>
                </a:cubicBezTo>
                <a:cubicBezTo>
                  <a:pt x="44890" y="938984"/>
                  <a:pt x="22187" y="931760"/>
                  <a:pt x="0" y="921957"/>
                </a:cubicBezTo>
                <a:cubicBezTo>
                  <a:pt x="0" y="912153"/>
                  <a:pt x="0" y="902866"/>
                  <a:pt x="0" y="893062"/>
                </a:cubicBezTo>
                <a:cubicBezTo>
                  <a:pt x="1548" y="876035"/>
                  <a:pt x="3096" y="859524"/>
                  <a:pt x="4643" y="842496"/>
                </a:cubicBezTo>
                <a:cubicBezTo>
                  <a:pt x="7740" y="809474"/>
                  <a:pt x="12383" y="776451"/>
                  <a:pt x="17543" y="743945"/>
                </a:cubicBezTo>
                <a:cubicBezTo>
                  <a:pt x="19091" y="733109"/>
                  <a:pt x="26831" y="725369"/>
                  <a:pt x="38182" y="723305"/>
                </a:cubicBezTo>
                <a:cubicBezTo>
                  <a:pt x="97003" y="712470"/>
                  <a:pt x="155309" y="702150"/>
                  <a:pt x="214131" y="691315"/>
                </a:cubicBezTo>
                <a:cubicBezTo>
                  <a:pt x="226514" y="689251"/>
                  <a:pt x="234770" y="682543"/>
                  <a:pt x="239929" y="671192"/>
                </a:cubicBezTo>
                <a:cubicBezTo>
                  <a:pt x="248701" y="649521"/>
                  <a:pt x="257989" y="627850"/>
                  <a:pt x="266760" y="606695"/>
                </a:cubicBezTo>
                <a:cubicBezTo>
                  <a:pt x="272436" y="593279"/>
                  <a:pt x="270888" y="581928"/>
                  <a:pt x="262116" y="570060"/>
                </a:cubicBezTo>
                <a:cubicBezTo>
                  <a:pt x="227546" y="525170"/>
                  <a:pt x="193492" y="479764"/>
                  <a:pt x="159437" y="434874"/>
                </a:cubicBezTo>
                <a:cubicBezTo>
                  <a:pt x="150665" y="423007"/>
                  <a:pt x="150665" y="412687"/>
                  <a:pt x="159953" y="401336"/>
                </a:cubicBezTo>
                <a:cubicBezTo>
                  <a:pt x="192975" y="360058"/>
                  <a:pt x="225998" y="319295"/>
                  <a:pt x="259536" y="278017"/>
                </a:cubicBezTo>
                <a:cubicBezTo>
                  <a:pt x="270372" y="265118"/>
                  <a:pt x="279144" y="262538"/>
                  <a:pt x="294623" y="268729"/>
                </a:cubicBezTo>
                <a:cubicBezTo>
                  <a:pt x="348801" y="291433"/>
                  <a:pt x="402978" y="313620"/>
                  <a:pt x="457672" y="336322"/>
                </a:cubicBezTo>
                <a:cubicBezTo>
                  <a:pt x="468507" y="340966"/>
                  <a:pt x="479342" y="340450"/>
                  <a:pt x="489146" y="333743"/>
                </a:cubicBezTo>
                <a:cubicBezTo>
                  <a:pt x="506690" y="321875"/>
                  <a:pt x="523717" y="310008"/>
                  <a:pt x="540744" y="298140"/>
                </a:cubicBezTo>
                <a:cubicBezTo>
                  <a:pt x="548999" y="292464"/>
                  <a:pt x="553127" y="284209"/>
                  <a:pt x="553127" y="273889"/>
                </a:cubicBezTo>
                <a:cubicBezTo>
                  <a:pt x="553127" y="267697"/>
                  <a:pt x="552612" y="261506"/>
                  <a:pt x="552096" y="255830"/>
                </a:cubicBezTo>
                <a:cubicBezTo>
                  <a:pt x="550032" y="228999"/>
                  <a:pt x="547968" y="202684"/>
                  <a:pt x="545904" y="175854"/>
                </a:cubicBezTo>
                <a:cubicBezTo>
                  <a:pt x="543840" y="149023"/>
                  <a:pt x="541776" y="122708"/>
                  <a:pt x="539712" y="95877"/>
                </a:cubicBezTo>
                <a:cubicBezTo>
                  <a:pt x="538680" y="83493"/>
                  <a:pt x="544872" y="73690"/>
                  <a:pt x="556739" y="69562"/>
                </a:cubicBezTo>
                <a:cubicBezTo>
                  <a:pt x="609885" y="51503"/>
                  <a:pt x="663031" y="33444"/>
                  <a:pt x="716176" y="15901"/>
                </a:cubicBezTo>
                <a:cubicBezTo>
                  <a:pt x="719788" y="14869"/>
                  <a:pt x="722884" y="14353"/>
                  <a:pt x="726496" y="14353"/>
                </a:cubicBezTo>
                <a:cubicBezTo>
                  <a:pt x="736299" y="14869"/>
                  <a:pt x="742491" y="21060"/>
                  <a:pt x="748167" y="28800"/>
                </a:cubicBezTo>
                <a:cubicBezTo>
                  <a:pt x="781189" y="76786"/>
                  <a:pt x="814728" y="124772"/>
                  <a:pt x="847750" y="172758"/>
                </a:cubicBezTo>
                <a:cubicBezTo>
                  <a:pt x="855490" y="183593"/>
                  <a:pt x="865810" y="188753"/>
                  <a:pt x="878709" y="187721"/>
                </a:cubicBezTo>
                <a:cubicBezTo>
                  <a:pt x="896252" y="186173"/>
                  <a:pt x="914312" y="185657"/>
                  <a:pt x="931855" y="185657"/>
                </a:cubicBezTo>
                <a:cubicBezTo>
                  <a:pt x="939079" y="185657"/>
                  <a:pt x="944239" y="183077"/>
                  <a:pt x="948366" y="177401"/>
                </a:cubicBezTo>
                <a:cubicBezTo>
                  <a:pt x="950430" y="174822"/>
                  <a:pt x="952494" y="171726"/>
                  <a:pt x="954042" y="169146"/>
                </a:cubicBezTo>
                <a:cubicBezTo>
                  <a:pt x="962814" y="153150"/>
                  <a:pt x="971069" y="137155"/>
                  <a:pt x="979840" y="121676"/>
                </a:cubicBezTo>
                <a:cubicBezTo>
                  <a:pt x="998932" y="85558"/>
                  <a:pt x="1018539" y="49955"/>
                  <a:pt x="1037630" y="13837"/>
                </a:cubicBezTo>
                <a:cubicBezTo>
                  <a:pt x="1043822" y="2485"/>
                  <a:pt x="1053626" y="-2159"/>
                  <a:pt x="1066525" y="937"/>
                </a:cubicBezTo>
                <a:cubicBezTo>
                  <a:pt x="1122251" y="14353"/>
                  <a:pt x="1177976" y="27252"/>
                  <a:pt x="1233702" y="40667"/>
                </a:cubicBezTo>
                <a:cubicBezTo>
                  <a:pt x="1245569" y="43763"/>
                  <a:pt x="1252793" y="52535"/>
                  <a:pt x="1253309" y="64918"/>
                </a:cubicBezTo>
                <a:cubicBezTo>
                  <a:pt x="1253825" y="71626"/>
                  <a:pt x="1253825" y="78334"/>
                  <a:pt x="1254341" y="85042"/>
                </a:cubicBezTo>
                <a:cubicBezTo>
                  <a:pt x="1255888" y="126836"/>
                  <a:pt x="1256921" y="168630"/>
                  <a:pt x="1258468" y="209908"/>
                </a:cubicBezTo>
                <a:cubicBezTo>
                  <a:pt x="1258985" y="221260"/>
                  <a:pt x="1259501" y="233127"/>
                  <a:pt x="1260016" y="244478"/>
                </a:cubicBezTo>
                <a:cubicBezTo>
                  <a:pt x="1260532" y="255830"/>
                  <a:pt x="1266208" y="264602"/>
                  <a:pt x="1276012" y="270277"/>
                </a:cubicBezTo>
                <a:cubicBezTo>
                  <a:pt x="1288395" y="277501"/>
                  <a:pt x="1301295" y="284209"/>
                  <a:pt x="1313678" y="291948"/>
                </a:cubicBezTo>
                <a:cubicBezTo>
                  <a:pt x="1326062" y="299172"/>
                  <a:pt x="1337413" y="298656"/>
                  <a:pt x="1349797" y="291948"/>
                </a:cubicBezTo>
                <a:cubicBezTo>
                  <a:pt x="1400879" y="263570"/>
                  <a:pt x="1451444" y="235191"/>
                  <a:pt x="1502526" y="206812"/>
                </a:cubicBezTo>
                <a:cubicBezTo>
                  <a:pt x="1514394" y="200105"/>
                  <a:pt x="1525745" y="202168"/>
                  <a:pt x="1535033" y="211456"/>
                </a:cubicBezTo>
                <a:cubicBezTo>
                  <a:pt x="1574763" y="251702"/>
                  <a:pt x="1613977" y="292464"/>
                  <a:pt x="1653707" y="332711"/>
                </a:cubicBezTo>
                <a:cubicBezTo>
                  <a:pt x="1664027" y="343546"/>
                  <a:pt x="1665575" y="353350"/>
                  <a:pt x="1657835" y="366249"/>
                </a:cubicBezTo>
                <a:cubicBezTo>
                  <a:pt x="1628424" y="416299"/>
                  <a:pt x="1598497" y="465833"/>
                  <a:pt x="1569087" y="515883"/>
                </a:cubicBezTo>
                <a:cubicBezTo>
                  <a:pt x="1562379" y="527234"/>
                  <a:pt x="1561863" y="539102"/>
                  <a:pt x="1568571" y="550453"/>
                </a:cubicBezTo>
                <a:cubicBezTo>
                  <a:pt x="1576311" y="564384"/>
                  <a:pt x="1583534" y="578316"/>
                  <a:pt x="1591274" y="592247"/>
                </a:cubicBezTo>
                <a:cubicBezTo>
                  <a:pt x="1596950" y="602567"/>
                  <a:pt x="1605721" y="608243"/>
                  <a:pt x="1617589" y="608759"/>
                </a:cubicBezTo>
                <a:cubicBezTo>
                  <a:pt x="1637196" y="610307"/>
                  <a:pt x="1657319" y="611339"/>
                  <a:pt x="1676926" y="612886"/>
                </a:cubicBezTo>
                <a:cubicBezTo>
                  <a:pt x="1717172" y="615466"/>
                  <a:pt x="1757419" y="618046"/>
                  <a:pt x="1797665" y="620626"/>
                </a:cubicBezTo>
                <a:cubicBezTo>
                  <a:pt x="1809016" y="621142"/>
                  <a:pt x="1818304" y="628882"/>
                  <a:pt x="1820884" y="640233"/>
                </a:cubicBezTo>
                <a:cubicBezTo>
                  <a:pt x="1833267" y="695959"/>
                  <a:pt x="1845135" y="752200"/>
                  <a:pt x="1857518" y="808442"/>
                </a:cubicBezTo>
                <a:cubicBezTo>
                  <a:pt x="1859066" y="816181"/>
                  <a:pt x="1857002" y="822889"/>
                  <a:pt x="1851842" y="829081"/>
                </a:cubicBezTo>
                <a:cubicBezTo>
                  <a:pt x="1849262" y="832177"/>
                  <a:pt x="1845135" y="834241"/>
                  <a:pt x="1841523" y="836305"/>
                </a:cubicBezTo>
                <a:cubicBezTo>
                  <a:pt x="1789925" y="862103"/>
                  <a:pt x="1738327" y="887902"/>
                  <a:pt x="1686214" y="913701"/>
                </a:cubicBezTo>
                <a:cubicBezTo>
                  <a:pt x="1675378" y="919377"/>
                  <a:pt x="1669187" y="927633"/>
                  <a:pt x="1668670" y="940016"/>
                </a:cubicBezTo>
                <a:cubicBezTo>
                  <a:pt x="1667639" y="959623"/>
                  <a:pt x="1666090" y="978714"/>
                  <a:pt x="1665059" y="998322"/>
                </a:cubicBezTo>
                <a:cubicBezTo>
                  <a:pt x="1664543" y="1009673"/>
                  <a:pt x="1668670" y="1019477"/>
                  <a:pt x="1678474" y="1026184"/>
                </a:cubicBezTo>
                <a:cubicBezTo>
                  <a:pt x="1726460" y="1061271"/>
                  <a:pt x="1773930" y="1096873"/>
                  <a:pt x="1821916" y="1131960"/>
                </a:cubicBezTo>
                <a:cubicBezTo>
                  <a:pt x="1833267" y="1140215"/>
                  <a:pt x="1836879" y="1150535"/>
                  <a:pt x="1831720" y="1163950"/>
                </a:cubicBezTo>
                <a:cubicBezTo>
                  <a:pt x="1822948" y="1188201"/>
                  <a:pt x="1814176" y="1212452"/>
                  <a:pt x="1805404" y="1236703"/>
                </a:cubicBezTo>
                <a:cubicBezTo>
                  <a:pt x="1795601" y="1263534"/>
                  <a:pt x="1785798" y="1290881"/>
                  <a:pt x="1775478" y="1317711"/>
                </a:cubicBezTo>
                <a:cubicBezTo>
                  <a:pt x="1771350" y="1329063"/>
                  <a:pt x="1761546" y="1335255"/>
                  <a:pt x="1750195" y="1334223"/>
                </a:cubicBezTo>
                <a:cubicBezTo>
                  <a:pt x="1728524" y="1332159"/>
                  <a:pt x="1707369" y="1329579"/>
                  <a:pt x="1685698" y="1327515"/>
                </a:cubicBezTo>
                <a:cubicBezTo>
                  <a:pt x="1648548" y="1323387"/>
                  <a:pt x="1611397" y="1319259"/>
                  <a:pt x="1574247" y="1315648"/>
                </a:cubicBezTo>
                <a:cubicBezTo>
                  <a:pt x="1562379" y="1314616"/>
                  <a:pt x="1553092" y="1318743"/>
                  <a:pt x="1545868" y="1328547"/>
                </a:cubicBezTo>
                <a:cubicBezTo>
                  <a:pt x="1532453" y="1346606"/>
                  <a:pt x="1519553" y="1365181"/>
                  <a:pt x="1505622" y="1383241"/>
                </a:cubicBezTo>
                <a:cubicBezTo>
                  <a:pt x="1497366" y="1394076"/>
                  <a:pt x="1496334" y="1405428"/>
                  <a:pt x="1500978" y="1417811"/>
                </a:cubicBezTo>
                <a:cubicBezTo>
                  <a:pt x="1521617" y="1472505"/>
                  <a:pt x="1542772" y="1527198"/>
                  <a:pt x="1563411" y="1581892"/>
                </a:cubicBezTo>
                <a:cubicBezTo>
                  <a:pt x="1569087" y="1596339"/>
                  <a:pt x="1565991" y="1606143"/>
                  <a:pt x="1554124" y="1615430"/>
                </a:cubicBezTo>
                <a:cubicBezTo>
                  <a:pt x="1512845" y="1646389"/>
                  <a:pt x="1472083" y="1677864"/>
                  <a:pt x="1430805" y="1708822"/>
                </a:cubicBezTo>
                <a:cubicBezTo>
                  <a:pt x="1418938" y="1717594"/>
                  <a:pt x="1408618" y="1717594"/>
                  <a:pt x="1397266" y="1708306"/>
                </a:cubicBezTo>
                <a:cubicBezTo>
                  <a:pt x="1352892" y="1672704"/>
                  <a:pt x="1308003" y="1636585"/>
                  <a:pt x="1263628" y="1600467"/>
                </a:cubicBezTo>
                <a:cubicBezTo>
                  <a:pt x="1253825" y="1592727"/>
                  <a:pt x="1243505" y="1590147"/>
                  <a:pt x="1232154" y="1594275"/>
                </a:cubicBezTo>
                <a:cubicBezTo>
                  <a:pt x="1205839" y="1604079"/>
                  <a:pt x="1179524" y="1613883"/>
                  <a:pt x="1153725" y="1624202"/>
                </a:cubicBezTo>
                <a:cubicBezTo>
                  <a:pt x="1143406" y="1628330"/>
                  <a:pt x="1137214" y="1636070"/>
                  <a:pt x="1134634" y="1646905"/>
                </a:cubicBezTo>
                <a:cubicBezTo>
                  <a:pt x="1131022" y="1663932"/>
                  <a:pt x="1127411" y="1681475"/>
                  <a:pt x="1123798" y="1698503"/>
                </a:cubicBezTo>
                <a:cubicBezTo>
                  <a:pt x="1115027" y="1739781"/>
                  <a:pt x="1106771" y="1780543"/>
                  <a:pt x="1097999" y="1821821"/>
                </a:cubicBezTo>
                <a:cubicBezTo>
                  <a:pt x="1095420" y="1833689"/>
                  <a:pt x="1088196" y="1840913"/>
                  <a:pt x="1076329" y="1842460"/>
                </a:cubicBezTo>
                <a:cubicBezTo>
                  <a:pt x="1048982" y="1846072"/>
                  <a:pt x="1021635" y="1848652"/>
                  <a:pt x="994288" y="1851232"/>
                </a:cubicBezTo>
                <a:cubicBezTo>
                  <a:pt x="980873" y="1850200"/>
                  <a:pt x="970037" y="1851232"/>
                  <a:pt x="959201" y="1852264"/>
                </a:cubicBezTo>
                <a:close/>
                <a:moveTo>
                  <a:pt x="928759" y="382245"/>
                </a:moveTo>
                <a:cubicBezTo>
                  <a:pt x="633620" y="381729"/>
                  <a:pt x="388015" y="619594"/>
                  <a:pt x="386983" y="921957"/>
                </a:cubicBezTo>
                <a:cubicBezTo>
                  <a:pt x="385951" y="1222772"/>
                  <a:pt x="627428" y="1464765"/>
                  <a:pt x="926695" y="1465797"/>
                </a:cubicBezTo>
                <a:cubicBezTo>
                  <a:pt x="1229058" y="1466829"/>
                  <a:pt x="1470019" y="1222772"/>
                  <a:pt x="1470535" y="924537"/>
                </a:cubicBezTo>
                <a:cubicBezTo>
                  <a:pt x="1470535" y="625270"/>
                  <a:pt x="1228026" y="381729"/>
                  <a:pt x="928759" y="382245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grpSp>
        <p:nvGrpSpPr>
          <p:cNvPr id="42" name="Group 41"/>
          <p:cNvGrpSpPr/>
          <p:nvPr userDrawn="1"/>
        </p:nvGrpSpPr>
        <p:grpSpPr>
          <a:xfrm rot="14140429">
            <a:off x="1034871" y="1596870"/>
            <a:ext cx="1584536" cy="1426782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43" name="Freeform: Shape 42"/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45" name="Freeform: Shape 44"/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46" name="Freeform: Shape 45"/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sp>
        <p:nvSpPr>
          <p:cNvPr id="47" name="Freeform: Shape 46"/>
          <p:cNvSpPr/>
          <p:nvPr userDrawn="1"/>
        </p:nvSpPr>
        <p:spPr>
          <a:xfrm>
            <a:off x="438063" y="205507"/>
            <a:ext cx="477330" cy="47734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sp>
        <p:nvSpPr>
          <p:cNvPr id="48" name="Freeform: Shape 47"/>
          <p:cNvSpPr/>
          <p:nvPr userDrawn="1"/>
        </p:nvSpPr>
        <p:spPr>
          <a:xfrm>
            <a:off x="6255512" y="356938"/>
            <a:ext cx="1044916" cy="1063725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grpSp>
        <p:nvGrpSpPr>
          <p:cNvPr id="61" name="Group 60"/>
          <p:cNvGrpSpPr/>
          <p:nvPr userDrawn="1"/>
        </p:nvGrpSpPr>
        <p:grpSpPr>
          <a:xfrm rot="19800000">
            <a:off x="170710" y="614568"/>
            <a:ext cx="2525679" cy="1007832"/>
            <a:chOff x="1727363" y="3556278"/>
            <a:chExt cx="3054679" cy="1218879"/>
          </a:xfrm>
          <a:solidFill>
            <a:schemeClr val="bg1">
              <a:alpha val="5000"/>
            </a:schemeClr>
          </a:solidFill>
        </p:grpSpPr>
        <p:sp>
          <p:nvSpPr>
            <p:cNvPr id="62" name="Freeform: Shape 61"/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63" name="Group 62"/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65" name="Freeform: Shape 64"/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66" name="Freeform: Shape 65"/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  <p:sp>
          <p:nvSpPr>
            <p:cNvPr id="64" name="Freeform: Shape 63"/>
            <p:cNvSpPr/>
            <p:nvPr/>
          </p:nvSpPr>
          <p:spPr>
            <a:xfrm>
              <a:off x="1727363" y="4086481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</p:grpSp>
      <p:grpSp>
        <p:nvGrpSpPr>
          <p:cNvPr id="67" name="Group 66"/>
          <p:cNvGrpSpPr/>
          <p:nvPr userDrawn="1"/>
        </p:nvGrpSpPr>
        <p:grpSpPr>
          <a:xfrm rot="13107797">
            <a:off x="5631320" y="4777228"/>
            <a:ext cx="1056475" cy="634827"/>
            <a:chOff x="2753518" y="3556278"/>
            <a:chExt cx="2028524" cy="1218879"/>
          </a:xfrm>
          <a:solidFill>
            <a:schemeClr val="bg1">
              <a:alpha val="5000"/>
            </a:schemeClr>
          </a:solidFill>
        </p:grpSpPr>
        <p:sp>
          <p:nvSpPr>
            <p:cNvPr id="68" name="Freeform: Shape 67"/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70" name="Freeform: Shape 69"/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71" name="Freeform: Shape 70"/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sp>
        <p:nvSpPr>
          <p:cNvPr id="72" name="Freeform: Shape 71"/>
          <p:cNvSpPr/>
          <p:nvPr userDrawn="1"/>
        </p:nvSpPr>
        <p:spPr>
          <a:xfrm>
            <a:off x="7283561" y="290561"/>
            <a:ext cx="477330" cy="477347"/>
          </a:xfrm>
          <a:custGeom>
            <a:avLst/>
            <a:gdLst>
              <a:gd name="connsiteX0" fmla="*/ 686157 w 1243505"/>
              <a:gd name="connsiteY0" fmla="*/ 1016068 h 1243505"/>
              <a:gd name="connsiteX1" fmla="*/ 560258 w 1243505"/>
              <a:gd name="connsiteY1" fmla="*/ 1016068 h 1243505"/>
              <a:gd name="connsiteX2" fmla="*/ 545811 w 1243505"/>
              <a:gd name="connsiteY2" fmla="*/ 1026903 h 1243505"/>
              <a:gd name="connsiteX3" fmla="*/ 533944 w 1243505"/>
              <a:gd name="connsiteY3" fmla="*/ 1088821 h 1243505"/>
              <a:gd name="connsiteX4" fmla="*/ 505565 w 1243505"/>
              <a:gd name="connsiteY4" fmla="*/ 1169829 h 1243505"/>
              <a:gd name="connsiteX5" fmla="*/ 469447 w 1243505"/>
              <a:gd name="connsiteY5" fmla="*/ 1240002 h 1243505"/>
              <a:gd name="connsiteX6" fmla="*/ 452935 w 1243505"/>
              <a:gd name="connsiteY6" fmla="*/ 1246710 h 1243505"/>
              <a:gd name="connsiteX7" fmla="*/ 305366 w 1243505"/>
              <a:gd name="connsiteY7" fmla="*/ 1185824 h 1243505"/>
              <a:gd name="connsiteX8" fmla="*/ 298142 w 1243505"/>
              <a:gd name="connsiteY8" fmla="*/ 1168281 h 1243505"/>
              <a:gd name="connsiteX9" fmla="*/ 333744 w 1243505"/>
              <a:gd name="connsiteY9" fmla="*/ 1059410 h 1243505"/>
              <a:gd name="connsiteX10" fmla="*/ 342000 w 1243505"/>
              <a:gd name="connsiteY10" fmla="*/ 1043415 h 1243505"/>
              <a:gd name="connsiteX11" fmla="*/ 395662 w 1243505"/>
              <a:gd name="connsiteY11" fmla="*/ 962922 h 1243505"/>
              <a:gd name="connsiteX12" fmla="*/ 393598 w 1243505"/>
              <a:gd name="connsiteY12" fmla="*/ 947959 h 1243505"/>
              <a:gd name="connsiteX13" fmla="*/ 299174 w 1243505"/>
              <a:gd name="connsiteY13" fmla="*/ 853535 h 1243505"/>
              <a:gd name="connsiteX14" fmla="*/ 285243 w 1243505"/>
              <a:gd name="connsiteY14" fmla="*/ 851471 h 1243505"/>
              <a:gd name="connsiteX15" fmla="*/ 230549 w 1243505"/>
              <a:gd name="connsiteY15" fmla="*/ 888106 h 1243505"/>
              <a:gd name="connsiteX16" fmla="*/ 148509 w 1243505"/>
              <a:gd name="connsiteY16" fmla="*/ 926804 h 1243505"/>
              <a:gd name="connsiteX17" fmla="*/ 78852 w 1243505"/>
              <a:gd name="connsiteY17" fmla="*/ 949507 h 1243505"/>
              <a:gd name="connsiteX18" fmla="*/ 62340 w 1243505"/>
              <a:gd name="connsiteY18" fmla="*/ 942799 h 1243505"/>
              <a:gd name="connsiteX19" fmla="*/ 939 w 1243505"/>
              <a:gd name="connsiteY19" fmla="*/ 794198 h 1243505"/>
              <a:gd name="connsiteX20" fmla="*/ 7131 w 1243505"/>
              <a:gd name="connsiteY20" fmla="*/ 778718 h 1243505"/>
              <a:gd name="connsiteX21" fmla="*/ 114454 w 1243505"/>
              <a:gd name="connsiteY21" fmla="*/ 725056 h 1243505"/>
              <a:gd name="connsiteX22" fmla="*/ 189787 w 1243505"/>
              <a:gd name="connsiteY22" fmla="*/ 708545 h 1243505"/>
              <a:gd name="connsiteX23" fmla="*/ 221261 w 1243505"/>
              <a:gd name="connsiteY23" fmla="*/ 702354 h 1243505"/>
              <a:gd name="connsiteX24" fmla="*/ 231581 w 1243505"/>
              <a:gd name="connsiteY24" fmla="*/ 688938 h 1243505"/>
              <a:gd name="connsiteX25" fmla="*/ 225905 w 1243505"/>
              <a:gd name="connsiteY25" fmla="*/ 631149 h 1243505"/>
              <a:gd name="connsiteX26" fmla="*/ 231581 w 1243505"/>
              <a:gd name="connsiteY26" fmla="*/ 559428 h 1243505"/>
              <a:gd name="connsiteX27" fmla="*/ 220745 w 1243505"/>
              <a:gd name="connsiteY27" fmla="*/ 544980 h 1243505"/>
              <a:gd name="connsiteX28" fmla="*/ 172760 w 1243505"/>
              <a:gd name="connsiteY28" fmla="*/ 535693 h 1243505"/>
              <a:gd name="connsiteX29" fmla="*/ 27770 w 1243505"/>
              <a:gd name="connsiteY29" fmla="*/ 478419 h 1243505"/>
              <a:gd name="connsiteX30" fmla="*/ 8163 w 1243505"/>
              <a:gd name="connsiteY30" fmla="*/ 431465 h 1243505"/>
              <a:gd name="connsiteX31" fmla="*/ 62340 w 1243505"/>
              <a:gd name="connsiteY31" fmla="*/ 305051 h 1243505"/>
              <a:gd name="connsiteX32" fmla="*/ 79884 w 1243505"/>
              <a:gd name="connsiteY32" fmla="*/ 297827 h 1243505"/>
              <a:gd name="connsiteX33" fmla="*/ 188755 w 1243505"/>
              <a:gd name="connsiteY33" fmla="*/ 333430 h 1243505"/>
              <a:gd name="connsiteX34" fmla="*/ 204750 w 1243505"/>
              <a:gd name="connsiteY34" fmla="*/ 341685 h 1243505"/>
              <a:gd name="connsiteX35" fmla="*/ 285243 w 1243505"/>
              <a:gd name="connsiteY35" fmla="*/ 395347 h 1243505"/>
              <a:gd name="connsiteX36" fmla="*/ 300206 w 1243505"/>
              <a:gd name="connsiteY36" fmla="*/ 393283 h 1243505"/>
              <a:gd name="connsiteX37" fmla="*/ 393598 w 1243505"/>
              <a:gd name="connsiteY37" fmla="*/ 299891 h 1243505"/>
              <a:gd name="connsiteX38" fmla="*/ 395662 w 1243505"/>
              <a:gd name="connsiteY38" fmla="*/ 283896 h 1243505"/>
              <a:gd name="connsiteX39" fmla="*/ 353352 w 1243505"/>
              <a:gd name="connsiteY39" fmla="*/ 220947 h 1243505"/>
              <a:gd name="connsiteX40" fmla="*/ 325489 w 1243505"/>
              <a:gd name="connsiteY40" fmla="*/ 162125 h 1243505"/>
              <a:gd name="connsiteX41" fmla="*/ 299690 w 1243505"/>
              <a:gd name="connsiteY41" fmla="*/ 82665 h 1243505"/>
              <a:gd name="connsiteX42" fmla="*/ 307946 w 1243505"/>
              <a:gd name="connsiteY42" fmla="*/ 61510 h 1243505"/>
              <a:gd name="connsiteX43" fmla="*/ 451903 w 1243505"/>
              <a:gd name="connsiteY43" fmla="*/ 2172 h 1243505"/>
              <a:gd name="connsiteX44" fmla="*/ 470478 w 1243505"/>
              <a:gd name="connsiteY44" fmla="*/ 9396 h 1243505"/>
              <a:gd name="connsiteX45" fmla="*/ 522076 w 1243505"/>
              <a:gd name="connsiteY45" fmla="*/ 111559 h 1243505"/>
              <a:gd name="connsiteX46" fmla="*/ 537555 w 1243505"/>
              <a:gd name="connsiteY46" fmla="*/ 177605 h 1243505"/>
              <a:gd name="connsiteX47" fmla="*/ 546843 w 1243505"/>
              <a:gd name="connsiteY47" fmla="*/ 223011 h 1243505"/>
              <a:gd name="connsiteX48" fmla="*/ 559227 w 1243505"/>
              <a:gd name="connsiteY48" fmla="*/ 231782 h 1243505"/>
              <a:gd name="connsiteX49" fmla="*/ 688737 w 1243505"/>
              <a:gd name="connsiteY49" fmla="*/ 231782 h 1243505"/>
              <a:gd name="connsiteX50" fmla="*/ 704216 w 1243505"/>
              <a:gd name="connsiteY50" fmla="*/ 220431 h 1243505"/>
              <a:gd name="connsiteX51" fmla="*/ 716600 w 1243505"/>
              <a:gd name="connsiteY51" fmla="*/ 156966 h 1243505"/>
              <a:gd name="connsiteX52" fmla="*/ 743430 w 1243505"/>
              <a:gd name="connsiteY52" fmla="*/ 79569 h 1243505"/>
              <a:gd name="connsiteX53" fmla="*/ 780065 w 1243505"/>
              <a:gd name="connsiteY53" fmla="*/ 8364 h 1243505"/>
              <a:gd name="connsiteX54" fmla="*/ 797092 w 1243505"/>
              <a:gd name="connsiteY54" fmla="*/ 1140 h 1243505"/>
              <a:gd name="connsiteX55" fmla="*/ 944146 w 1243505"/>
              <a:gd name="connsiteY55" fmla="*/ 62542 h 1243505"/>
              <a:gd name="connsiteX56" fmla="*/ 950853 w 1243505"/>
              <a:gd name="connsiteY56" fmla="*/ 79053 h 1243505"/>
              <a:gd name="connsiteX57" fmla="*/ 914735 w 1243505"/>
              <a:gd name="connsiteY57" fmla="*/ 189472 h 1243505"/>
              <a:gd name="connsiteX58" fmla="*/ 906479 w 1243505"/>
              <a:gd name="connsiteY58" fmla="*/ 205467 h 1243505"/>
              <a:gd name="connsiteX59" fmla="*/ 853334 w 1243505"/>
              <a:gd name="connsiteY59" fmla="*/ 284928 h 1243505"/>
              <a:gd name="connsiteX60" fmla="*/ 855398 w 1243505"/>
              <a:gd name="connsiteY60" fmla="*/ 300923 h 1243505"/>
              <a:gd name="connsiteX61" fmla="*/ 948789 w 1243505"/>
              <a:gd name="connsiteY61" fmla="*/ 394315 h 1243505"/>
              <a:gd name="connsiteX62" fmla="*/ 963753 w 1243505"/>
              <a:gd name="connsiteY62" fmla="*/ 396379 h 1243505"/>
              <a:gd name="connsiteX63" fmla="*/ 1015866 w 1243505"/>
              <a:gd name="connsiteY63" fmla="*/ 360777 h 1243505"/>
              <a:gd name="connsiteX64" fmla="*/ 1099971 w 1243505"/>
              <a:gd name="connsiteY64" fmla="*/ 320530 h 1243505"/>
              <a:gd name="connsiteX65" fmla="*/ 1168596 w 1243505"/>
              <a:gd name="connsiteY65" fmla="*/ 298343 h 1243505"/>
              <a:gd name="connsiteX66" fmla="*/ 1186139 w 1243505"/>
              <a:gd name="connsiteY66" fmla="*/ 305567 h 1243505"/>
              <a:gd name="connsiteX67" fmla="*/ 1247024 w 1243505"/>
              <a:gd name="connsiteY67" fmla="*/ 453136 h 1243505"/>
              <a:gd name="connsiteX68" fmla="*/ 1240317 w 1243505"/>
              <a:gd name="connsiteY68" fmla="*/ 469648 h 1243505"/>
              <a:gd name="connsiteX69" fmla="*/ 1135573 w 1243505"/>
              <a:gd name="connsiteY69" fmla="*/ 522277 h 1243505"/>
              <a:gd name="connsiteX70" fmla="*/ 1059209 w 1243505"/>
              <a:gd name="connsiteY70" fmla="*/ 539821 h 1243505"/>
              <a:gd name="connsiteX71" fmla="*/ 1040117 w 1243505"/>
              <a:gd name="connsiteY71" fmla="*/ 543433 h 1243505"/>
              <a:gd name="connsiteX72" fmla="*/ 1017930 w 1243505"/>
              <a:gd name="connsiteY72" fmla="*/ 572843 h 1243505"/>
              <a:gd name="connsiteX73" fmla="*/ 1016383 w 1243505"/>
              <a:gd name="connsiteY73" fmla="*/ 688422 h 1243505"/>
              <a:gd name="connsiteX74" fmla="*/ 1028250 w 1243505"/>
              <a:gd name="connsiteY74" fmla="*/ 703386 h 1243505"/>
              <a:gd name="connsiteX75" fmla="*/ 1118030 w 1243505"/>
              <a:gd name="connsiteY75" fmla="*/ 720929 h 1243505"/>
              <a:gd name="connsiteX76" fmla="*/ 1142281 w 1243505"/>
              <a:gd name="connsiteY76" fmla="*/ 729184 h 1243505"/>
              <a:gd name="connsiteX77" fmla="*/ 1237737 w 1243505"/>
              <a:gd name="connsiteY77" fmla="*/ 777686 h 1243505"/>
              <a:gd name="connsiteX78" fmla="*/ 1246508 w 1243505"/>
              <a:gd name="connsiteY78" fmla="*/ 797809 h 1243505"/>
              <a:gd name="connsiteX79" fmla="*/ 1186655 w 1243505"/>
              <a:gd name="connsiteY79" fmla="*/ 941767 h 1243505"/>
              <a:gd name="connsiteX80" fmla="*/ 1167564 w 1243505"/>
              <a:gd name="connsiteY80" fmla="*/ 950023 h 1243505"/>
              <a:gd name="connsiteX81" fmla="*/ 1062304 w 1243505"/>
              <a:gd name="connsiteY81" fmla="*/ 915452 h 1243505"/>
              <a:gd name="connsiteX82" fmla="*/ 1042697 w 1243505"/>
              <a:gd name="connsiteY82" fmla="*/ 905649 h 1243505"/>
              <a:gd name="connsiteX83" fmla="*/ 963237 w 1243505"/>
              <a:gd name="connsiteY83" fmla="*/ 852503 h 1243505"/>
              <a:gd name="connsiteX84" fmla="*/ 947241 w 1243505"/>
              <a:gd name="connsiteY84" fmla="*/ 855083 h 1243505"/>
              <a:gd name="connsiteX85" fmla="*/ 855914 w 1243505"/>
              <a:gd name="connsiteY85" fmla="*/ 946927 h 1243505"/>
              <a:gd name="connsiteX86" fmla="*/ 853850 w 1243505"/>
              <a:gd name="connsiteY86" fmla="*/ 966018 h 1243505"/>
              <a:gd name="connsiteX87" fmla="*/ 890484 w 1243505"/>
              <a:gd name="connsiteY87" fmla="*/ 1020711 h 1243505"/>
              <a:gd name="connsiteX88" fmla="*/ 925054 w 1243505"/>
              <a:gd name="connsiteY88" fmla="*/ 1093464 h 1243505"/>
              <a:gd name="connsiteX89" fmla="*/ 949821 w 1243505"/>
              <a:gd name="connsiteY89" fmla="*/ 1169313 h 1243505"/>
              <a:gd name="connsiteX90" fmla="*/ 943114 w 1243505"/>
              <a:gd name="connsiteY90" fmla="*/ 1185824 h 1243505"/>
              <a:gd name="connsiteX91" fmla="*/ 794512 w 1243505"/>
              <a:gd name="connsiteY91" fmla="*/ 1247226 h 1243505"/>
              <a:gd name="connsiteX92" fmla="*/ 779033 w 1243505"/>
              <a:gd name="connsiteY92" fmla="*/ 1241034 h 1243505"/>
              <a:gd name="connsiteX93" fmla="*/ 724855 w 1243505"/>
              <a:gd name="connsiteY93" fmla="*/ 1134226 h 1243505"/>
              <a:gd name="connsiteX94" fmla="*/ 718148 w 1243505"/>
              <a:gd name="connsiteY94" fmla="*/ 1105332 h 1243505"/>
              <a:gd name="connsiteX95" fmla="*/ 703184 w 1243505"/>
              <a:gd name="connsiteY95" fmla="*/ 1031031 h 1243505"/>
              <a:gd name="connsiteX96" fmla="*/ 686157 w 1243505"/>
              <a:gd name="connsiteY96" fmla="*/ 1016068 h 1243505"/>
              <a:gd name="connsiteX97" fmla="*/ 624240 w 1243505"/>
              <a:gd name="connsiteY97" fmla="*/ 791102 h 1243505"/>
              <a:gd name="connsiteX98" fmla="*/ 790900 w 1243505"/>
              <a:gd name="connsiteY98" fmla="*/ 623925 h 1243505"/>
              <a:gd name="connsiteX99" fmla="*/ 624240 w 1243505"/>
              <a:gd name="connsiteY99" fmla="*/ 458296 h 1243505"/>
              <a:gd name="connsiteX100" fmla="*/ 458095 w 1243505"/>
              <a:gd name="connsiteY100" fmla="*/ 624441 h 1243505"/>
              <a:gd name="connsiteX101" fmla="*/ 624240 w 1243505"/>
              <a:gd name="connsiteY101" fmla="*/ 791102 h 1243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243505" h="1243505">
                <a:moveTo>
                  <a:pt x="686157" y="1016068"/>
                </a:moveTo>
                <a:cubicBezTo>
                  <a:pt x="644363" y="1024840"/>
                  <a:pt x="602053" y="1021743"/>
                  <a:pt x="560258" y="1016068"/>
                </a:cubicBezTo>
                <a:cubicBezTo>
                  <a:pt x="550455" y="1015036"/>
                  <a:pt x="547359" y="1018132"/>
                  <a:pt x="545811" y="1026903"/>
                </a:cubicBezTo>
                <a:cubicBezTo>
                  <a:pt x="542199" y="1047542"/>
                  <a:pt x="537039" y="1068181"/>
                  <a:pt x="533944" y="1088821"/>
                </a:cubicBezTo>
                <a:cubicBezTo>
                  <a:pt x="529816" y="1117715"/>
                  <a:pt x="519496" y="1144030"/>
                  <a:pt x="505565" y="1169829"/>
                </a:cubicBezTo>
                <a:cubicBezTo>
                  <a:pt x="492666" y="1192532"/>
                  <a:pt x="481314" y="1216267"/>
                  <a:pt x="469447" y="1240002"/>
                </a:cubicBezTo>
                <a:cubicBezTo>
                  <a:pt x="465835" y="1247741"/>
                  <a:pt x="461191" y="1249290"/>
                  <a:pt x="452935" y="1246710"/>
                </a:cubicBezTo>
                <a:cubicBezTo>
                  <a:pt x="401853" y="1231230"/>
                  <a:pt x="352836" y="1211107"/>
                  <a:pt x="305366" y="1185824"/>
                </a:cubicBezTo>
                <a:cubicBezTo>
                  <a:pt x="297110" y="1181696"/>
                  <a:pt x="295562" y="1177053"/>
                  <a:pt x="298142" y="1168281"/>
                </a:cubicBezTo>
                <a:cubicBezTo>
                  <a:pt x="310525" y="1132163"/>
                  <a:pt x="321877" y="1095528"/>
                  <a:pt x="333744" y="1059410"/>
                </a:cubicBezTo>
                <a:cubicBezTo>
                  <a:pt x="335808" y="1053734"/>
                  <a:pt x="338904" y="1048574"/>
                  <a:pt x="342000" y="1043415"/>
                </a:cubicBezTo>
                <a:cubicBezTo>
                  <a:pt x="360059" y="1016584"/>
                  <a:pt x="377602" y="989753"/>
                  <a:pt x="395662" y="962922"/>
                </a:cubicBezTo>
                <a:cubicBezTo>
                  <a:pt x="399790" y="956730"/>
                  <a:pt x="399790" y="952603"/>
                  <a:pt x="393598" y="947959"/>
                </a:cubicBezTo>
                <a:cubicBezTo>
                  <a:pt x="356963" y="921644"/>
                  <a:pt x="326005" y="889653"/>
                  <a:pt x="299174" y="853535"/>
                </a:cubicBezTo>
                <a:cubicBezTo>
                  <a:pt x="295046" y="847859"/>
                  <a:pt x="290918" y="847859"/>
                  <a:pt x="285243" y="851471"/>
                </a:cubicBezTo>
                <a:cubicBezTo>
                  <a:pt x="267183" y="863855"/>
                  <a:pt x="248092" y="875206"/>
                  <a:pt x="230549" y="888106"/>
                </a:cubicBezTo>
                <a:cubicBezTo>
                  <a:pt x="205782" y="906681"/>
                  <a:pt x="178435" y="918548"/>
                  <a:pt x="148509" y="926804"/>
                </a:cubicBezTo>
                <a:cubicBezTo>
                  <a:pt x="124774" y="933511"/>
                  <a:pt x="101555" y="941767"/>
                  <a:pt x="78852" y="949507"/>
                </a:cubicBezTo>
                <a:cubicBezTo>
                  <a:pt x="71112" y="952087"/>
                  <a:pt x="66468" y="950539"/>
                  <a:pt x="62340" y="942799"/>
                </a:cubicBezTo>
                <a:cubicBezTo>
                  <a:pt x="36541" y="895329"/>
                  <a:pt x="15902" y="845795"/>
                  <a:pt x="939" y="794198"/>
                </a:cubicBezTo>
                <a:cubicBezTo>
                  <a:pt x="-1125" y="786458"/>
                  <a:pt x="-93" y="782330"/>
                  <a:pt x="7131" y="778718"/>
                </a:cubicBezTo>
                <a:cubicBezTo>
                  <a:pt x="42733" y="760659"/>
                  <a:pt x="77820" y="741052"/>
                  <a:pt x="114454" y="725056"/>
                </a:cubicBezTo>
                <a:cubicBezTo>
                  <a:pt x="137673" y="714737"/>
                  <a:pt x="164504" y="714221"/>
                  <a:pt x="189787" y="708545"/>
                </a:cubicBezTo>
                <a:cubicBezTo>
                  <a:pt x="200106" y="705965"/>
                  <a:pt x="210942" y="704417"/>
                  <a:pt x="221261" y="702354"/>
                </a:cubicBezTo>
                <a:cubicBezTo>
                  <a:pt x="229001" y="700806"/>
                  <a:pt x="233129" y="698226"/>
                  <a:pt x="231581" y="688938"/>
                </a:cubicBezTo>
                <a:cubicBezTo>
                  <a:pt x="229001" y="669847"/>
                  <a:pt x="226937" y="650756"/>
                  <a:pt x="225905" y="631149"/>
                </a:cubicBezTo>
                <a:cubicBezTo>
                  <a:pt x="224873" y="606898"/>
                  <a:pt x="229517" y="583163"/>
                  <a:pt x="231581" y="559428"/>
                </a:cubicBezTo>
                <a:cubicBezTo>
                  <a:pt x="232613" y="549624"/>
                  <a:pt x="229001" y="546528"/>
                  <a:pt x="220745" y="544980"/>
                </a:cubicBezTo>
                <a:cubicBezTo>
                  <a:pt x="204750" y="542401"/>
                  <a:pt x="188755" y="537757"/>
                  <a:pt x="172760" y="535693"/>
                </a:cubicBezTo>
                <a:cubicBezTo>
                  <a:pt x="118582" y="530533"/>
                  <a:pt x="74208" y="502154"/>
                  <a:pt x="27770" y="478419"/>
                </a:cubicBezTo>
                <a:cubicBezTo>
                  <a:pt x="-2157" y="463456"/>
                  <a:pt x="-1125" y="463456"/>
                  <a:pt x="8163" y="431465"/>
                </a:cubicBezTo>
                <a:cubicBezTo>
                  <a:pt x="21062" y="387091"/>
                  <a:pt x="41701" y="345813"/>
                  <a:pt x="62340" y="305051"/>
                </a:cubicBezTo>
                <a:cubicBezTo>
                  <a:pt x="66468" y="296795"/>
                  <a:pt x="71112" y="295247"/>
                  <a:pt x="79884" y="297827"/>
                </a:cubicBezTo>
                <a:cubicBezTo>
                  <a:pt x="116002" y="310211"/>
                  <a:pt x="152636" y="321562"/>
                  <a:pt x="188755" y="333430"/>
                </a:cubicBezTo>
                <a:cubicBezTo>
                  <a:pt x="194430" y="335494"/>
                  <a:pt x="199590" y="338589"/>
                  <a:pt x="204750" y="341685"/>
                </a:cubicBezTo>
                <a:cubicBezTo>
                  <a:pt x="231581" y="359745"/>
                  <a:pt x="258412" y="377288"/>
                  <a:pt x="285243" y="395347"/>
                </a:cubicBezTo>
                <a:cubicBezTo>
                  <a:pt x="291434" y="399475"/>
                  <a:pt x="295562" y="399475"/>
                  <a:pt x="300206" y="393283"/>
                </a:cubicBezTo>
                <a:cubicBezTo>
                  <a:pt x="326521" y="357165"/>
                  <a:pt x="357479" y="326206"/>
                  <a:pt x="393598" y="299891"/>
                </a:cubicBezTo>
                <a:cubicBezTo>
                  <a:pt x="400305" y="294731"/>
                  <a:pt x="399790" y="290604"/>
                  <a:pt x="395662" y="283896"/>
                </a:cubicBezTo>
                <a:cubicBezTo>
                  <a:pt x="381214" y="263257"/>
                  <a:pt x="367799" y="241586"/>
                  <a:pt x="353352" y="220947"/>
                </a:cubicBezTo>
                <a:cubicBezTo>
                  <a:pt x="340452" y="202887"/>
                  <a:pt x="331681" y="183280"/>
                  <a:pt x="325489" y="162125"/>
                </a:cubicBezTo>
                <a:cubicBezTo>
                  <a:pt x="317749" y="135294"/>
                  <a:pt x="308978" y="108980"/>
                  <a:pt x="299690" y="82665"/>
                </a:cubicBezTo>
                <a:cubicBezTo>
                  <a:pt x="296078" y="72345"/>
                  <a:pt x="297626" y="66669"/>
                  <a:pt x="307946" y="61510"/>
                </a:cubicBezTo>
                <a:cubicBezTo>
                  <a:pt x="353867" y="37259"/>
                  <a:pt x="401853" y="17136"/>
                  <a:pt x="451903" y="2172"/>
                </a:cubicBezTo>
                <a:cubicBezTo>
                  <a:pt x="461191" y="-408"/>
                  <a:pt x="465835" y="624"/>
                  <a:pt x="470478" y="9396"/>
                </a:cubicBezTo>
                <a:cubicBezTo>
                  <a:pt x="487506" y="43451"/>
                  <a:pt x="505565" y="77505"/>
                  <a:pt x="522076" y="111559"/>
                </a:cubicBezTo>
                <a:cubicBezTo>
                  <a:pt x="531880" y="132199"/>
                  <a:pt x="532396" y="155934"/>
                  <a:pt x="537555" y="177605"/>
                </a:cubicBezTo>
                <a:cubicBezTo>
                  <a:pt x="541167" y="192568"/>
                  <a:pt x="543747" y="208047"/>
                  <a:pt x="546843" y="223011"/>
                </a:cubicBezTo>
                <a:cubicBezTo>
                  <a:pt x="548391" y="230234"/>
                  <a:pt x="550971" y="232814"/>
                  <a:pt x="559227" y="231782"/>
                </a:cubicBezTo>
                <a:cubicBezTo>
                  <a:pt x="602569" y="225590"/>
                  <a:pt x="645395" y="225074"/>
                  <a:pt x="688737" y="231782"/>
                </a:cubicBezTo>
                <a:cubicBezTo>
                  <a:pt x="699056" y="233330"/>
                  <a:pt x="702152" y="229718"/>
                  <a:pt x="704216" y="220431"/>
                </a:cubicBezTo>
                <a:cubicBezTo>
                  <a:pt x="707828" y="199276"/>
                  <a:pt x="713504" y="178636"/>
                  <a:pt x="716600" y="156966"/>
                </a:cubicBezTo>
                <a:cubicBezTo>
                  <a:pt x="720727" y="129103"/>
                  <a:pt x="730531" y="103820"/>
                  <a:pt x="743430" y="79569"/>
                </a:cubicBezTo>
                <a:cubicBezTo>
                  <a:pt x="756330" y="56350"/>
                  <a:pt x="768197" y="32099"/>
                  <a:pt x="780065" y="8364"/>
                </a:cubicBezTo>
                <a:cubicBezTo>
                  <a:pt x="784193" y="108"/>
                  <a:pt x="788320" y="-1440"/>
                  <a:pt x="797092" y="1140"/>
                </a:cubicBezTo>
                <a:cubicBezTo>
                  <a:pt x="848174" y="16620"/>
                  <a:pt x="897192" y="36743"/>
                  <a:pt x="944146" y="62542"/>
                </a:cubicBezTo>
                <a:cubicBezTo>
                  <a:pt x="951885" y="66669"/>
                  <a:pt x="953949" y="70797"/>
                  <a:pt x="950853" y="79053"/>
                </a:cubicBezTo>
                <a:cubicBezTo>
                  <a:pt x="938470" y="115687"/>
                  <a:pt x="927118" y="152838"/>
                  <a:pt x="914735" y="189472"/>
                </a:cubicBezTo>
                <a:cubicBezTo>
                  <a:pt x="912671" y="195148"/>
                  <a:pt x="909575" y="200308"/>
                  <a:pt x="906479" y="205467"/>
                </a:cubicBezTo>
                <a:cubicBezTo>
                  <a:pt x="888936" y="231782"/>
                  <a:pt x="871393" y="258613"/>
                  <a:pt x="853334" y="284928"/>
                </a:cubicBezTo>
                <a:cubicBezTo>
                  <a:pt x="848690" y="291635"/>
                  <a:pt x="849206" y="296279"/>
                  <a:pt x="855398" y="300923"/>
                </a:cubicBezTo>
                <a:cubicBezTo>
                  <a:pt x="891516" y="327238"/>
                  <a:pt x="922475" y="358713"/>
                  <a:pt x="948789" y="394315"/>
                </a:cubicBezTo>
                <a:cubicBezTo>
                  <a:pt x="953433" y="401023"/>
                  <a:pt x="957561" y="400507"/>
                  <a:pt x="963753" y="396379"/>
                </a:cubicBezTo>
                <a:cubicBezTo>
                  <a:pt x="981296" y="384511"/>
                  <a:pt x="999355" y="373676"/>
                  <a:pt x="1015866" y="360777"/>
                </a:cubicBezTo>
                <a:cubicBezTo>
                  <a:pt x="1041149" y="341685"/>
                  <a:pt x="1069528" y="329302"/>
                  <a:pt x="1099971" y="320530"/>
                </a:cubicBezTo>
                <a:cubicBezTo>
                  <a:pt x="1123190" y="314339"/>
                  <a:pt x="1145893" y="306083"/>
                  <a:pt x="1168596" y="298343"/>
                </a:cubicBezTo>
                <a:cubicBezTo>
                  <a:pt x="1177368" y="295247"/>
                  <a:pt x="1181495" y="297311"/>
                  <a:pt x="1186139" y="305567"/>
                </a:cubicBezTo>
                <a:cubicBezTo>
                  <a:pt x="1211422" y="352521"/>
                  <a:pt x="1232061" y="401539"/>
                  <a:pt x="1247024" y="453136"/>
                </a:cubicBezTo>
                <a:cubicBezTo>
                  <a:pt x="1249604" y="461392"/>
                  <a:pt x="1247540" y="465520"/>
                  <a:pt x="1240317" y="469648"/>
                </a:cubicBezTo>
                <a:cubicBezTo>
                  <a:pt x="1205230" y="487191"/>
                  <a:pt x="1171176" y="506282"/>
                  <a:pt x="1135573" y="522277"/>
                </a:cubicBezTo>
                <a:cubicBezTo>
                  <a:pt x="1111838" y="533113"/>
                  <a:pt x="1084492" y="533629"/>
                  <a:pt x="1059209" y="539821"/>
                </a:cubicBezTo>
                <a:cubicBezTo>
                  <a:pt x="1053017" y="541369"/>
                  <a:pt x="1046309" y="542401"/>
                  <a:pt x="1040117" y="543433"/>
                </a:cubicBezTo>
                <a:cubicBezTo>
                  <a:pt x="1015866" y="548592"/>
                  <a:pt x="1014318" y="548592"/>
                  <a:pt x="1017930" y="572843"/>
                </a:cubicBezTo>
                <a:cubicBezTo>
                  <a:pt x="1024122" y="611541"/>
                  <a:pt x="1021542" y="649724"/>
                  <a:pt x="1016383" y="688422"/>
                </a:cubicBezTo>
                <a:cubicBezTo>
                  <a:pt x="1014835" y="699258"/>
                  <a:pt x="1019478" y="701837"/>
                  <a:pt x="1028250" y="703386"/>
                </a:cubicBezTo>
                <a:cubicBezTo>
                  <a:pt x="1058177" y="709061"/>
                  <a:pt x="1088103" y="715253"/>
                  <a:pt x="1118030" y="720929"/>
                </a:cubicBezTo>
                <a:cubicBezTo>
                  <a:pt x="1126802" y="722477"/>
                  <a:pt x="1134541" y="725572"/>
                  <a:pt x="1142281" y="729184"/>
                </a:cubicBezTo>
                <a:cubicBezTo>
                  <a:pt x="1173756" y="745696"/>
                  <a:pt x="1205746" y="762207"/>
                  <a:pt x="1237737" y="777686"/>
                </a:cubicBezTo>
                <a:cubicBezTo>
                  <a:pt x="1247024" y="782330"/>
                  <a:pt x="1249604" y="786974"/>
                  <a:pt x="1246508" y="797809"/>
                </a:cubicBezTo>
                <a:cubicBezTo>
                  <a:pt x="1231545" y="847859"/>
                  <a:pt x="1211422" y="895329"/>
                  <a:pt x="1186655" y="941767"/>
                </a:cubicBezTo>
                <a:cubicBezTo>
                  <a:pt x="1182011" y="950539"/>
                  <a:pt x="1177368" y="953634"/>
                  <a:pt x="1167564" y="950023"/>
                </a:cubicBezTo>
                <a:cubicBezTo>
                  <a:pt x="1132477" y="938155"/>
                  <a:pt x="1097391" y="926804"/>
                  <a:pt x="1062304" y="915452"/>
                </a:cubicBezTo>
                <a:cubicBezTo>
                  <a:pt x="1055081" y="913388"/>
                  <a:pt x="1048889" y="909776"/>
                  <a:pt x="1042697" y="905649"/>
                </a:cubicBezTo>
                <a:cubicBezTo>
                  <a:pt x="1016383" y="888106"/>
                  <a:pt x="989552" y="870562"/>
                  <a:pt x="963237" y="852503"/>
                </a:cubicBezTo>
                <a:cubicBezTo>
                  <a:pt x="956529" y="847859"/>
                  <a:pt x="952401" y="848375"/>
                  <a:pt x="947241" y="855083"/>
                </a:cubicBezTo>
                <a:cubicBezTo>
                  <a:pt x="921443" y="890169"/>
                  <a:pt x="891000" y="921128"/>
                  <a:pt x="855914" y="946927"/>
                </a:cubicBezTo>
                <a:cubicBezTo>
                  <a:pt x="847658" y="953119"/>
                  <a:pt x="848174" y="958278"/>
                  <a:pt x="853850" y="966018"/>
                </a:cubicBezTo>
                <a:cubicBezTo>
                  <a:pt x="866749" y="984077"/>
                  <a:pt x="877584" y="1002652"/>
                  <a:pt x="890484" y="1020711"/>
                </a:cubicBezTo>
                <a:cubicBezTo>
                  <a:pt x="906479" y="1042899"/>
                  <a:pt x="917831" y="1067149"/>
                  <a:pt x="925054" y="1093464"/>
                </a:cubicBezTo>
                <a:cubicBezTo>
                  <a:pt x="932278" y="1119263"/>
                  <a:pt x="941050" y="1144030"/>
                  <a:pt x="949821" y="1169313"/>
                </a:cubicBezTo>
                <a:cubicBezTo>
                  <a:pt x="952401" y="1177053"/>
                  <a:pt x="950853" y="1181696"/>
                  <a:pt x="943114" y="1185824"/>
                </a:cubicBezTo>
                <a:cubicBezTo>
                  <a:pt x="895644" y="1211623"/>
                  <a:pt x="846110" y="1232262"/>
                  <a:pt x="794512" y="1247226"/>
                </a:cubicBezTo>
                <a:cubicBezTo>
                  <a:pt x="786773" y="1249290"/>
                  <a:pt x="782645" y="1248258"/>
                  <a:pt x="779033" y="1241034"/>
                </a:cubicBezTo>
                <a:cubicBezTo>
                  <a:pt x="760974" y="1205432"/>
                  <a:pt x="742399" y="1169829"/>
                  <a:pt x="724855" y="1134226"/>
                </a:cubicBezTo>
                <a:cubicBezTo>
                  <a:pt x="720211" y="1125455"/>
                  <a:pt x="720211" y="1115136"/>
                  <a:pt x="718148" y="1105332"/>
                </a:cubicBezTo>
                <a:cubicBezTo>
                  <a:pt x="712988" y="1080565"/>
                  <a:pt x="708344" y="1055798"/>
                  <a:pt x="703184" y="1031031"/>
                </a:cubicBezTo>
                <a:cubicBezTo>
                  <a:pt x="700604" y="1015552"/>
                  <a:pt x="701120" y="1015552"/>
                  <a:pt x="686157" y="1016068"/>
                </a:cubicBezTo>
                <a:close/>
                <a:moveTo>
                  <a:pt x="624240" y="791102"/>
                </a:moveTo>
                <a:cubicBezTo>
                  <a:pt x="720211" y="788522"/>
                  <a:pt x="791416" y="716801"/>
                  <a:pt x="790900" y="623925"/>
                </a:cubicBezTo>
                <a:cubicBezTo>
                  <a:pt x="790384" y="528985"/>
                  <a:pt x="717632" y="457780"/>
                  <a:pt x="624240" y="458296"/>
                </a:cubicBezTo>
                <a:cubicBezTo>
                  <a:pt x="530332" y="458296"/>
                  <a:pt x="458095" y="530533"/>
                  <a:pt x="458095" y="624441"/>
                </a:cubicBezTo>
                <a:cubicBezTo>
                  <a:pt x="458095" y="718349"/>
                  <a:pt x="530848" y="788522"/>
                  <a:pt x="624240" y="791102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0" y="5455447"/>
            <a:ext cx="10080625" cy="215103"/>
            <a:chOff x="4379494" y="697832"/>
            <a:chExt cx="2586787" cy="168442"/>
          </a:xfrm>
        </p:grpSpPr>
        <p:sp>
          <p:nvSpPr>
            <p:cNvPr id="3" name="Rectangle 2"/>
            <p:cNvSpPr/>
            <p:nvPr/>
          </p:nvSpPr>
          <p:spPr>
            <a:xfrm>
              <a:off x="4379494" y="697832"/>
              <a:ext cx="517358" cy="1684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896852" y="697832"/>
              <a:ext cx="517358" cy="1684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5414209" y="697832"/>
              <a:ext cx="517358" cy="16844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5931566" y="697832"/>
              <a:ext cx="517358" cy="1684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6448923" y="697832"/>
              <a:ext cx="517358" cy="1684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</p:grp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123969"/>
            <a:ext cx="10080624" cy="1422612"/>
          </a:xfrm>
          <a:prstGeom prst="rect">
            <a:avLst/>
          </a:prstGeom>
          <a:gradFill flip="none" rotWithShape="1">
            <a:gsLst>
              <a:gs pos="65000">
                <a:schemeClr val="bg1">
                  <a:alpha val="75000"/>
                </a:schemeClr>
              </a:gs>
              <a:gs pos="39000">
                <a:schemeClr val="bg1">
                  <a:alpha val="75000"/>
                </a:schemeClr>
              </a:gs>
              <a:gs pos="8000">
                <a:schemeClr val="accent1">
                  <a:alpha val="0"/>
                </a:schemeClr>
              </a:gs>
              <a:gs pos="96000">
                <a:schemeClr val="accent5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3291954" cy="56705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grpSp>
        <p:nvGrpSpPr>
          <p:cNvPr id="17" name="Group 16"/>
          <p:cNvGrpSpPr/>
          <p:nvPr userDrawn="1"/>
        </p:nvGrpSpPr>
        <p:grpSpPr>
          <a:xfrm rot="12911792" flipH="1" flipV="1">
            <a:off x="2307110" y="3493889"/>
            <a:ext cx="584093" cy="407567"/>
            <a:chOff x="5405974" y="1533288"/>
            <a:chExt cx="608646" cy="424685"/>
          </a:xfrm>
        </p:grpSpPr>
        <p:sp>
          <p:nvSpPr>
            <p:cNvPr id="18" name="Trapezoid 17"/>
            <p:cNvSpPr/>
            <p:nvPr/>
          </p:nvSpPr>
          <p:spPr>
            <a:xfrm rot="5912136" flipH="1">
              <a:off x="5633173" y="1617814"/>
              <a:ext cx="141626" cy="93186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19" name="Trapezoid 18"/>
            <p:cNvSpPr/>
            <p:nvPr/>
          </p:nvSpPr>
          <p:spPr>
            <a:xfrm rot="7277434" flipH="1">
              <a:off x="5857778" y="1735728"/>
              <a:ext cx="103331" cy="96694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20" name="Trapezoid 19"/>
            <p:cNvSpPr/>
            <p:nvPr/>
          </p:nvSpPr>
          <p:spPr>
            <a:xfrm rot="5912136" flipH="1">
              <a:off x="5438996" y="1500266"/>
              <a:ext cx="200130" cy="266173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21" name="Trapezoid 20"/>
            <p:cNvSpPr/>
            <p:nvPr/>
          </p:nvSpPr>
          <p:spPr>
            <a:xfrm rot="7277434" flipH="1">
              <a:off x="5727739" y="1619233"/>
              <a:ext cx="146016" cy="194202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22" name="Trapezoid 21"/>
            <p:cNvSpPr/>
            <p:nvPr/>
          </p:nvSpPr>
          <p:spPr>
            <a:xfrm rot="8867088" flipH="1">
              <a:off x="5921123" y="1778027"/>
              <a:ext cx="93497" cy="179946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 rot="20269720">
            <a:off x="2305879" y="3801110"/>
            <a:ext cx="639188" cy="637979"/>
            <a:chOff x="7167947" y="1624190"/>
            <a:chExt cx="2677920" cy="2672764"/>
          </a:xfrm>
          <a:solidFill>
            <a:schemeClr val="bg1"/>
          </a:solidFill>
        </p:grpSpPr>
        <p:sp>
          <p:nvSpPr>
            <p:cNvPr id="24" name="Freeform: Shape 23"/>
            <p:cNvSpPr/>
            <p:nvPr/>
          </p:nvSpPr>
          <p:spPr>
            <a:xfrm>
              <a:off x="7167947" y="1624190"/>
              <a:ext cx="2677920" cy="2672764"/>
            </a:xfrm>
            <a:custGeom>
              <a:avLst/>
              <a:gdLst>
                <a:gd name="connsiteX0" fmla="*/ 2538684 w 2677922"/>
                <a:gd name="connsiteY0" fmla="*/ 1897505 h 2672762"/>
                <a:gd name="connsiteX1" fmla="*/ 2456643 w 2677922"/>
                <a:gd name="connsiteY1" fmla="*/ 1879446 h 2672762"/>
                <a:gd name="connsiteX2" fmla="*/ 2389566 w 2677922"/>
                <a:gd name="connsiteY2" fmla="*/ 1863966 h 2672762"/>
                <a:gd name="connsiteX3" fmla="*/ 2354479 w 2677922"/>
                <a:gd name="connsiteY3" fmla="*/ 1874802 h 2672762"/>
                <a:gd name="connsiteX4" fmla="*/ 2312170 w 2677922"/>
                <a:gd name="connsiteY4" fmla="*/ 1950651 h 2672762"/>
                <a:gd name="connsiteX5" fmla="*/ 2322489 w 2677922"/>
                <a:gd name="connsiteY5" fmla="*/ 1983157 h 2672762"/>
                <a:gd name="connsiteX6" fmla="*/ 2412785 w 2677922"/>
                <a:gd name="connsiteY6" fmla="*/ 2080161 h 2672762"/>
                <a:gd name="connsiteX7" fmla="*/ 2418461 w 2677922"/>
                <a:gd name="connsiteY7" fmla="*/ 2146722 h 2672762"/>
                <a:gd name="connsiteX8" fmla="*/ 2414849 w 2677922"/>
                <a:gd name="connsiteY8" fmla="*/ 2151882 h 2672762"/>
                <a:gd name="connsiteX9" fmla="*/ 2324037 w 2677922"/>
                <a:gd name="connsiteY9" fmla="*/ 2174585 h 2672762"/>
                <a:gd name="connsiteX10" fmla="*/ 2219294 w 2677922"/>
                <a:gd name="connsiteY10" fmla="*/ 2118859 h 2672762"/>
                <a:gd name="connsiteX11" fmla="*/ 2178531 w 2677922"/>
                <a:gd name="connsiteY11" fmla="*/ 2120407 h 2672762"/>
                <a:gd name="connsiteX12" fmla="*/ 2125386 w 2677922"/>
                <a:gd name="connsiteY12" fmla="*/ 2172521 h 2672762"/>
                <a:gd name="connsiteX13" fmla="*/ 2122806 w 2677922"/>
                <a:gd name="connsiteY13" fmla="*/ 2217411 h 2672762"/>
                <a:gd name="connsiteX14" fmla="*/ 2184723 w 2677922"/>
                <a:gd name="connsiteY14" fmla="*/ 2334538 h 2672762"/>
                <a:gd name="connsiteX15" fmla="*/ 2174404 w 2677922"/>
                <a:gd name="connsiteY15" fmla="*/ 2395423 h 2672762"/>
                <a:gd name="connsiteX16" fmla="*/ 2164084 w 2677922"/>
                <a:gd name="connsiteY16" fmla="*/ 2404711 h 2672762"/>
                <a:gd name="connsiteX17" fmla="*/ 2075336 w 2677922"/>
                <a:gd name="connsiteY17" fmla="*/ 2401615 h 2672762"/>
                <a:gd name="connsiteX18" fmla="*/ 1988652 w 2677922"/>
                <a:gd name="connsiteY18" fmla="*/ 2320606 h 2672762"/>
                <a:gd name="connsiteX19" fmla="*/ 1944277 w 2677922"/>
                <a:gd name="connsiteY19" fmla="*/ 2311835 h 2672762"/>
                <a:gd name="connsiteX20" fmla="*/ 1883392 w 2677922"/>
                <a:gd name="connsiteY20" fmla="*/ 2346405 h 2672762"/>
                <a:gd name="connsiteX21" fmla="*/ 1868429 w 2677922"/>
                <a:gd name="connsiteY21" fmla="*/ 2391811 h 2672762"/>
                <a:gd name="connsiteX22" fmla="*/ 1899388 w 2677922"/>
                <a:gd name="connsiteY22" fmla="*/ 2526997 h 2672762"/>
                <a:gd name="connsiteX23" fmla="*/ 1879264 w 2677922"/>
                <a:gd name="connsiteY23" fmla="*/ 2571887 h 2672762"/>
                <a:gd name="connsiteX24" fmla="*/ 1841082 w 2677922"/>
                <a:gd name="connsiteY24" fmla="*/ 2588915 h 2672762"/>
                <a:gd name="connsiteX25" fmla="*/ 1782777 w 2677922"/>
                <a:gd name="connsiteY25" fmla="*/ 2568276 h 2672762"/>
                <a:gd name="connsiteX26" fmla="*/ 1715184 w 2677922"/>
                <a:gd name="connsiteY26" fmla="*/ 2459404 h 2672762"/>
                <a:gd name="connsiteX27" fmla="*/ 1664618 w 2677922"/>
                <a:gd name="connsiteY27" fmla="*/ 2435669 h 2672762"/>
                <a:gd name="connsiteX28" fmla="*/ 1610440 w 2677922"/>
                <a:gd name="connsiteY28" fmla="*/ 2450117 h 2672762"/>
                <a:gd name="connsiteX29" fmla="*/ 1577418 w 2677922"/>
                <a:gd name="connsiteY29" fmla="*/ 2495007 h 2672762"/>
                <a:gd name="connsiteX30" fmla="*/ 1573806 w 2677922"/>
                <a:gd name="connsiteY30" fmla="*/ 2616777 h 2672762"/>
                <a:gd name="connsiteX31" fmla="*/ 1526852 w 2677922"/>
                <a:gd name="connsiteY31" fmla="*/ 2672503 h 2672762"/>
                <a:gd name="connsiteX32" fmla="*/ 1497441 w 2677922"/>
                <a:gd name="connsiteY32" fmla="*/ 2676115 h 2672762"/>
                <a:gd name="connsiteX33" fmla="*/ 1449972 w 2677922"/>
                <a:gd name="connsiteY33" fmla="*/ 2644124 h 2672762"/>
                <a:gd name="connsiteX34" fmla="*/ 1410241 w 2677922"/>
                <a:gd name="connsiteY34" fmla="*/ 2514614 h 2672762"/>
                <a:gd name="connsiteX35" fmla="*/ 1373091 w 2677922"/>
                <a:gd name="connsiteY35" fmla="*/ 2482623 h 2672762"/>
                <a:gd name="connsiteX36" fmla="*/ 1304982 w 2677922"/>
                <a:gd name="connsiteY36" fmla="*/ 2483139 h 2672762"/>
                <a:gd name="connsiteX37" fmla="*/ 1271959 w 2677922"/>
                <a:gd name="connsiteY37" fmla="*/ 2511518 h 2672762"/>
                <a:gd name="connsiteX38" fmla="*/ 1234293 w 2677922"/>
                <a:gd name="connsiteY38" fmla="*/ 2633805 h 2672762"/>
                <a:gd name="connsiteX39" fmla="*/ 1170828 w 2677922"/>
                <a:gd name="connsiteY39" fmla="*/ 2674567 h 2672762"/>
                <a:gd name="connsiteX40" fmla="*/ 1106847 w 2677922"/>
                <a:gd name="connsiteY40" fmla="*/ 2602330 h 2672762"/>
                <a:gd name="connsiteX41" fmla="*/ 1103751 w 2677922"/>
                <a:gd name="connsiteY41" fmla="*/ 2491395 h 2672762"/>
                <a:gd name="connsiteX42" fmla="*/ 1080532 w 2677922"/>
                <a:gd name="connsiteY42" fmla="*/ 2454244 h 2672762"/>
                <a:gd name="connsiteX43" fmla="*/ 1005199 w 2677922"/>
                <a:gd name="connsiteY43" fmla="*/ 2435153 h 2672762"/>
                <a:gd name="connsiteX44" fmla="*/ 969080 w 2677922"/>
                <a:gd name="connsiteY44" fmla="*/ 2454244 h 2672762"/>
                <a:gd name="connsiteX45" fmla="*/ 900456 w 2677922"/>
                <a:gd name="connsiteY45" fmla="*/ 2564148 h 2672762"/>
                <a:gd name="connsiteX46" fmla="*/ 836474 w 2677922"/>
                <a:gd name="connsiteY46" fmla="*/ 2587367 h 2672762"/>
                <a:gd name="connsiteX47" fmla="*/ 831830 w 2677922"/>
                <a:gd name="connsiteY47" fmla="*/ 2585819 h 2672762"/>
                <a:gd name="connsiteX48" fmla="*/ 785392 w 2677922"/>
                <a:gd name="connsiteY48" fmla="*/ 2504810 h 2672762"/>
                <a:gd name="connsiteX49" fmla="*/ 811707 w 2677922"/>
                <a:gd name="connsiteY49" fmla="*/ 2390779 h 2672762"/>
                <a:gd name="connsiteX50" fmla="*/ 794680 w 2677922"/>
                <a:gd name="connsiteY50" fmla="*/ 2344341 h 2672762"/>
                <a:gd name="connsiteX51" fmla="*/ 739470 w 2677922"/>
                <a:gd name="connsiteY51" fmla="*/ 2312351 h 2672762"/>
                <a:gd name="connsiteX52" fmla="*/ 689421 w 2677922"/>
                <a:gd name="connsiteY52" fmla="*/ 2321638 h 2672762"/>
                <a:gd name="connsiteX53" fmla="*/ 596029 w 2677922"/>
                <a:gd name="connsiteY53" fmla="*/ 2408838 h 2672762"/>
                <a:gd name="connsiteX54" fmla="*/ 530500 w 2677922"/>
                <a:gd name="connsiteY54" fmla="*/ 2415030 h 2672762"/>
                <a:gd name="connsiteX55" fmla="*/ 521212 w 2677922"/>
                <a:gd name="connsiteY55" fmla="*/ 2408838 h 2672762"/>
                <a:gd name="connsiteX56" fmla="*/ 500573 w 2677922"/>
                <a:gd name="connsiteY56" fmla="*/ 2322670 h 2672762"/>
                <a:gd name="connsiteX57" fmla="*/ 556298 w 2677922"/>
                <a:gd name="connsiteY57" fmla="*/ 2217927 h 2672762"/>
                <a:gd name="connsiteX58" fmla="*/ 552171 w 2677922"/>
                <a:gd name="connsiteY58" fmla="*/ 2168909 h 2672762"/>
                <a:gd name="connsiteX59" fmla="*/ 505733 w 2677922"/>
                <a:gd name="connsiteY59" fmla="*/ 2122987 h 2672762"/>
                <a:gd name="connsiteX60" fmla="*/ 457747 w 2677922"/>
                <a:gd name="connsiteY60" fmla="*/ 2119375 h 2672762"/>
                <a:gd name="connsiteX61" fmla="*/ 341652 w 2677922"/>
                <a:gd name="connsiteY61" fmla="*/ 2180777 h 2672762"/>
                <a:gd name="connsiteX62" fmla="*/ 278187 w 2677922"/>
                <a:gd name="connsiteY62" fmla="*/ 2168909 h 2672762"/>
                <a:gd name="connsiteX63" fmla="*/ 274059 w 2677922"/>
                <a:gd name="connsiteY63" fmla="*/ 2164265 h 2672762"/>
                <a:gd name="connsiteX64" fmla="*/ 276639 w 2677922"/>
                <a:gd name="connsiteY64" fmla="*/ 2069325 h 2672762"/>
                <a:gd name="connsiteX65" fmla="*/ 354551 w 2677922"/>
                <a:gd name="connsiteY65" fmla="*/ 1986253 h 2672762"/>
                <a:gd name="connsiteX66" fmla="*/ 363839 w 2677922"/>
                <a:gd name="connsiteY66" fmla="*/ 1940847 h 2672762"/>
                <a:gd name="connsiteX67" fmla="*/ 328237 w 2677922"/>
                <a:gd name="connsiteY67" fmla="*/ 1878930 h 2672762"/>
                <a:gd name="connsiteX68" fmla="*/ 283347 w 2677922"/>
                <a:gd name="connsiteY68" fmla="*/ 1866030 h 2672762"/>
                <a:gd name="connsiteX69" fmla="*/ 170864 w 2677922"/>
                <a:gd name="connsiteY69" fmla="*/ 1891829 h 2672762"/>
                <a:gd name="connsiteX70" fmla="*/ 155900 w 2677922"/>
                <a:gd name="connsiteY70" fmla="*/ 1895441 h 2672762"/>
                <a:gd name="connsiteX71" fmla="*/ 100175 w 2677922"/>
                <a:gd name="connsiteY71" fmla="*/ 1868094 h 2672762"/>
                <a:gd name="connsiteX72" fmla="*/ 87275 w 2677922"/>
                <a:gd name="connsiteY72" fmla="*/ 1838168 h 2672762"/>
                <a:gd name="connsiteX73" fmla="*/ 107915 w 2677922"/>
                <a:gd name="connsiteY73" fmla="*/ 1779862 h 2672762"/>
                <a:gd name="connsiteX74" fmla="*/ 213690 w 2677922"/>
                <a:gd name="connsiteY74" fmla="*/ 1713817 h 2672762"/>
                <a:gd name="connsiteX75" fmla="*/ 238972 w 2677922"/>
                <a:gd name="connsiteY75" fmla="*/ 1654480 h 2672762"/>
                <a:gd name="connsiteX76" fmla="*/ 222977 w 2677922"/>
                <a:gd name="connsiteY76" fmla="*/ 1600818 h 2672762"/>
                <a:gd name="connsiteX77" fmla="*/ 184279 w 2677922"/>
                <a:gd name="connsiteY77" fmla="*/ 1575019 h 2672762"/>
                <a:gd name="connsiteX78" fmla="*/ 59413 w 2677922"/>
                <a:gd name="connsiteY78" fmla="*/ 1571407 h 2672762"/>
                <a:gd name="connsiteX79" fmla="*/ 3687 w 2677922"/>
                <a:gd name="connsiteY79" fmla="*/ 1524453 h 2672762"/>
                <a:gd name="connsiteX80" fmla="*/ 1623 w 2677922"/>
                <a:gd name="connsiteY80" fmla="*/ 1513618 h 2672762"/>
                <a:gd name="connsiteX81" fmla="*/ 48577 w 2677922"/>
                <a:gd name="connsiteY81" fmla="*/ 1442413 h 2672762"/>
                <a:gd name="connsiteX82" fmla="*/ 160544 w 2677922"/>
                <a:gd name="connsiteY82" fmla="*/ 1408358 h 2672762"/>
                <a:gd name="connsiteX83" fmla="*/ 194083 w 2677922"/>
                <a:gd name="connsiteY83" fmla="*/ 1370692 h 2672762"/>
                <a:gd name="connsiteX84" fmla="*/ 192534 w 2677922"/>
                <a:gd name="connsiteY84" fmla="*/ 1298971 h 2672762"/>
                <a:gd name="connsiteX85" fmla="*/ 166220 w 2677922"/>
                <a:gd name="connsiteY85" fmla="*/ 1269560 h 2672762"/>
                <a:gd name="connsiteX86" fmla="*/ 47029 w 2677922"/>
                <a:gd name="connsiteY86" fmla="*/ 1232926 h 2672762"/>
                <a:gd name="connsiteX87" fmla="*/ 1623 w 2677922"/>
                <a:gd name="connsiteY87" fmla="*/ 1166881 h 2672762"/>
                <a:gd name="connsiteX88" fmla="*/ 6267 w 2677922"/>
                <a:gd name="connsiteY88" fmla="*/ 1139534 h 2672762"/>
                <a:gd name="connsiteX89" fmla="*/ 49093 w 2677922"/>
                <a:gd name="connsiteY89" fmla="*/ 1105480 h 2672762"/>
                <a:gd name="connsiteX90" fmla="*/ 164672 w 2677922"/>
                <a:gd name="connsiteY90" fmla="*/ 1101868 h 2672762"/>
                <a:gd name="connsiteX91" fmla="*/ 181699 w 2677922"/>
                <a:gd name="connsiteY91" fmla="*/ 1101352 h 2672762"/>
                <a:gd name="connsiteX92" fmla="*/ 227621 w 2677922"/>
                <a:gd name="connsiteY92" fmla="*/ 1065233 h 2672762"/>
                <a:gd name="connsiteX93" fmla="*/ 241036 w 2677922"/>
                <a:gd name="connsiteY93" fmla="*/ 1014152 h 2672762"/>
                <a:gd name="connsiteX94" fmla="*/ 219366 w 2677922"/>
                <a:gd name="connsiteY94" fmla="*/ 965650 h 2672762"/>
                <a:gd name="connsiteX95" fmla="*/ 113590 w 2677922"/>
                <a:gd name="connsiteY95" fmla="*/ 899605 h 2672762"/>
                <a:gd name="connsiteX96" fmla="*/ 89855 w 2677922"/>
                <a:gd name="connsiteY96" fmla="*/ 832012 h 2672762"/>
                <a:gd name="connsiteX97" fmla="*/ 104818 w 2677922"/>
                <a:gd name="connsiteY97" fmla="*/ 799505 h 2672762"/>
                <a:gd name="connsiteX98" fmla="*/ 151256 w 2677922"/>
                <a:gd name="connsiteY98" fmla="*/ 779898 h 2672762"/>
                <a:gd name="connsiteX99" fmla="*/ 283347 w 2677922"/>
                <a:gd name="connsiteY99" fmla="*/ 810341 h 2672762"/>
                <a:gd name="connsiteX100" fmla="*/ 331332 w 2677922"/>
                <a:gd name="connsiteY100" fmla="*/ 794345 h 2672762"/>
                <a:gd name="connsiteX101" fmla="*/ 363839 w 2677922"/>
                <a:gd name="connsiteY101" fmla="*/ 737588 h 2672762"/>
                <a:gd name="connsiteX102" fmla="*/ 354551 w 2677922"/>
                <a:gd name="connsiteY102" fmla="*/ 689086 h 2672762"/>
                <a:gd name="connsiteX103" fmla="*/ 266835 w 2677922"/>
                <a:gd name="connsiteY103" fmla="*/ 595694 h 2672762"/>
                <a:gd name="connsiteX104" fmla="*/ 261675 w 2677922"/>
                <a:gd name="connsiteY104" fmla="*/ 529133 h 2672762"/>
                <a:gd name="connsiteX105" fmla="*/ 270447 w 2677922"/>
                <a:gd name="connsiteY105" fmla="*/ 516233 h 2672762"/>
                <a:gd name="connsiteX106" fmla="*/ 349907 w 2677922"/>
                <a:gd name="connsiteY106" fmla="*/ 498690 h 2672762"/>
                <a:gd name="connsiteX107" fmla="*/ 457231 w 2677922"/>
                <a:gd name="connsiteY107" fmla="*/ 555964 h 2672762"/>
                <a:gd name="connsiteX108" fmla="*/ 507797 w 2677922"/>
                <a:gd name="connsiteY108" fmla="*/ 551320 h 2672762"/>
                <a:gd name="connsiteX109" fmla="*/ 551139 w 2677922"/>
                <a:gd name="connsiteY109" fmla="*/ 508494 h 2672762"/>
                <a:gd name="connsiteX110" fmla="*/ 556815 w 2677922"/>
                <a:gd name="connsiteY110" fmla="*/ 456896 h 2672762"/>
                <a:gd name="connsiteX111" fmla="*/ 494381 w 2677922"/>
                <a:gd name="connsiteY111" fmla="*/ 339769 h 2672762"/>
                <a:gd name="connsiteX112" fmla="*/ 505217 w 2677922"/>
                <a:gd name="connsiteY112" fmla="*/ 280432 h 2672762"/>
                <a:gd name="connsiteX113" fmla="*/ 537723 w 2677922"/>
                <a:gd name="connsiteY113" fmla="*/ 256181 h 2672762"/>
                <a:gd name="connsiteX114" fmla="*/ 590353 w 2677922"/>
                <a:gd name="connsiteY114" fmla="*/ 261857 h 2672762"/>
                <a:gd name="connsiteX115" fmla="*/ 679617 w 2677922"/>
                <a:gd name="connsiteY115" fmla="*/ 344929 h 2672762"/>
                <a:gd name="connsiteX116" fmla="*/ 754950 w 2677922"/>
                <a:gd name="connsiteY116" fmla="*/ 355765 h 2672762"/>
                <a:gd name="connsiteX117" fmla="*/ 797260 w 2677922"/>
                <a:gd name="connsiteY117" fmla="*/ 329450 h 2672762"/>
                <a:gd name="connsiteX118" fmla="*/ 811707 w 2677922"/>
                <a:gd name="connsiteY118" fmla="*/ 285076 h 2672762"/>
                <a:gd name="connsiteX119" fmla="*/ 781781 w 2677922"/>
                <a:gd name="connsiteY119" fmla="*/ 156081 h 2672762"/>
                <a:gd name="connsiteX120" fmla="*/ 807064 w 2677922"/>
                <a:gd name="connsiteY120" fmla="*/ 100872 h 2672762"/>
                <a:gd name="connsiteX121" fmla="*/ 841634 w 2677922"/>
                <a:gd name="connsiteY121" fmla="*/ 86424 h 2672762"/>
                <a:gd name="connsiteX122" fmla="*/ 896328 w 2677922"/>
                <a:gd name="connsiteY122" fmla="*/ 106031 h 2672762"/>
                <a:gd name="connsiteX123" fmla="*/ 965469 w 2677922"/>
                <a:gd name="connsiteY123" fmla="*/ 217483 h 2672762"/>
                <a:gd name="connsiteX124" fmla="*/ 1013455 w 2677922"/>
                <a:gd name="connsiteY124" fmla="*/ 240702 h 2672762"/>
                <a:gd name="connsiteX125" fmla="*/ 1077952 w 2677922"/>
                <a:gd name="connsiteY125" fmla="*/ 222642 h 2672762"/>
                <a:gd name="connsiteX126" fmla="*/ 1101687 w 2677922"/>
                <a:gd name="connsiteY126" fmla="*/ 188072 h 2672762"/>
                <a:gd name="connsiteX127" fmla="*/ 1106847 w 2677922"/>
                <a:gd name="connsiteY127" fmla="*/ 53918 h 2672762"/>
                <a:gd name="connsiteX128" fmla="*/ 1145029 w 2677922"/>
                <a:gd name="connsiteY128" fmla="*/ 4900 h 2672762"/>
                <a:gd name="connsiteX129" fmla="*/ 1158960 w 2677922"/>
                <a:gd name="connsiteY129" fmla="*/ 1804 h 2672762"/>
                <a:gd name="connsiteX130" fmla="*/ 1235841 w 2677922"/>
                <a:gd name="connsiteY130" fmla="*/ 48758 h 2672762"/>
                <a:gd name="connsiteX131" fmla="*/ 1269895 w 2677922"/>
                <a:gd name="connsiteY131" fmla="*/ 162273 h 2672762"/>
                <a:gd name="connsiteX132" fmla="*/ 1303434 w 2677922"/>
                <a:gd name="connsiteY132" fmla="*/ 192716 h 2672762"/>
                <a:gd name="connsiteX133" fmla="*/ 1376702 w 2677922"/>
                <a:gd name="connsiteY133" fmla="*/ 192716 h 2672762"/>
                <a:gd name="connsiteX134" fmla="*/ 1409209 w 2677922"/>
                <a:gd name="connsiteY134" fmla="*/ 163305 h 2672762"/>
                <a:gd name="connsiteX135" fmla="*/ 1447392 w 2677922"/>
                <a:gd name="connsiteY135" fmla="*/ 37922 h 2672762"/>
                <a:gd name="connsiteX136" fmla="*/ 1499505 w 2677922"/>
                <a:gd name="connsiteY136" fmla="*/ 256 h 2672762"/>
                <a:gd name="connsiteX137" fmla="*/ 1513436 w 2677922"/>
                <a:gd name="connsiteY137" fmla="*/ 772 h 2672762"/>
                <a:gd name="connsiteX138" fmla="*/ 1573290 w 2677922"/>
                <a:gd name="connsiteY138" fmla="*/ 65269 h 2672762"/>
                <a:gd name="connsiteX139" fmla="*/ 1576902 w 2677922"/>
                <a:gd name="connsiteY139" fmla="*/ 185492 h 2672762"/>
                <a:gd name="connsiteX140" fmla="*/ 1598057 w 2677922"/>
                <a:gd name="connsiteY140" fmla="*/ 220578 h 2672762"/>
                <a:gd name="connsiteX141" fmla="*/ 1674422 w 2677922"/>
                <a:gd name="connsiteY141" fmla="*/ 240702 h 2672762"/>
                <a:gd name="connsiteX142" fmla="*/ 1710540 w 2677922"/>
                <a:gd name="connsiteY142" fmla="*/ 221610 h 2672762"/>
                <a:gd name="connsiteX143" fmla="*/ 1779165 w 2677922"/>
                <a:gd name="connsiteY143" fmla="*/ 111707 h 2672762"/>
                <a:gd name="connsiteX144" fmla="*/ 1845726 w 2677922"/>
                <a:gd name="connsiteY144" fmla="*/ 88488 h 2672762"/>
                <a:gd name="connsiteX145" fmla="*/ 1857594 w 2677922"/>
                <a:gd name="connsiteY145" fmla="*/ 92616 h 2672762"/>
                <a:gd name="connsiteX146" fmla="*/ 1895260 w 2677922"/>
                <a:gd name="connsiteY146" fmla="*/ 166401 h 2672762"/>
                <a:gd name="connsiteX147" fmla="*/ 1868429 w 2677922"/>
                <a:gd name="connsiteY147" fmla="*/ 281980 h 2672762"/>
                <a:gd name="connsiteX148" fmla="*/ 1887004 w 2677922"/>
                <a:gd name="connsiteY148" fmla="*/ 332030 h 2672762"/>
                <a:gd name="connsiteX149" fmla="*/ 1946857 w 2677922"/>
                <a:gd name="connsiteY149" fmla="*/ 365052 h 2672762"/>
                <a:gd name="connsiteX150" fmla="*/ 1986588 w 2677922"/>
                <a:gd name="connsiteY150" fmla="*/ 355765 h 2672762"/>
                <a:gd name="connsiteX151" fmla="*/ 2081528 w 2677922"/>
                <a:gd name="connsiteY151" fmla="*/ 267532 h 2672762"/>
                <a:gd name="connsiteX152" fmla="*/ 2151701 w 2677922"/>
                <a:gd name="connsiteY152" fmla="*/ 261857 h 2672762"/>
                <a:gd name="connsiteX153" fmla="*/ 2155312 w 2677922"/>
                <a:gd name="connsiteY153" fmla="*/ 264437 h 2672762"/>
                <a:gd name="connsiteX154" fmla="*/ 2177500 w 2677922"/>
                <a:gd name="connsiteY154" fmla="*/ 353701 h 2672762"/>
                <a:gd name="connsiteX155" fmla="*/ 2122290 w 2677922"/>
                <a:gd name="connsiteY155" fmla="*/ 456896 h 2672762"/>
                <a:gd name="connsiteX156" fmla="*/ 2126934 w 2677922"/>
                <a:gd name="connsiteY156" fmla="*/ 505914 h 2672762"/>
                <a:gd name="connsiteX157" fmla="*/ 2173372 w 2677922"/>
                <a:gd name="connsiteY157" fmla="*/ 551836 h 2672762"/>
                <a:gd name="connsiteX158" fmla="*/ 2219810 w 2677922"/>
                <a:gd name="connsiteY158" fmla="*/ 555964 h 2672762"/>
                <a:gd name="connsiteX159" fmla="*/ 2336937 w 2677922"/>
                <a:gd name="connsiteY159" fmla="*/ 494046 h 2672762"/>
                <a:gd name="connsiteX160" fmla="*/ 2400917 w 2677922"/>
                <a:gd name="connsiteY160" fmla="*/ 507462 h 2672762"/>
                <a:gd name="connsiteX161" fmla="*/ 2420525 w 2677922"/>
                <a:gd name="connsiteY161" fmla="*/ 533777 h 2672762"/>
                <a:gd name="connsiteX162" fmla="*/ 2415365 w 2677922"/>
                <a:gd name="connsiteY162" fmla="*/ 591566 h 2672762"/>
                <a:gd name="connsiteX163" fmla="*/ 2321973 w 2677922"/>
                <a:gd name="connsiteY163" fmla="*/ 692182 h 2672762"/>
                <a:gd name="connsiteX164" fmla="*/ 2313718 w 2677922"/>
                <a:gd name="connsiteY164" fmla="*/ 733460 h 2672762"/>
                <a:gd name="connsiteX165" fmla="*/ 2349320 w 2677922"/>
                <a:gd name="connsiteY165" fmla="*/ 795377 h 2672762"/>
                <a:gd name="connsiteX166" fmla="*/ 2394726 w 2677922"/>
                <a:gd name="connsiteY166" fmla="*/ 810341 h 2672762"/>
                <a:gd name="connsiteX167" fmla="*/ 2526816 w 2677922"/>
                <a:gd name="connsiteY167" fmla="*/ 780414 h 2672762"/>
                <a:gd name="connsiteX168" fmla="*/ 2575834 w 2677922"/>
                <a:gd name="connsiteY168" fmla="*/ 803117 h 2672762"/>
                <a:gd name="connsiteX169" fmla="*/ 2591313 w 2677922"/>
                <a:gd name="connsiteY169" fmla="*/ 838719 h 2672762"/>
                <a:gd name="connsiteX170" fmla="*/ 2570158 w 2677922"/>
                <a:gd name="connsiteY170" fmla="*/ 896509 h 2672762"/>
                <a:gd name="connsiteX171" fmla="*/ 2461287 w 2677922"/>
                <a:gd name="connsiteY171" fmla="*/ 964102 h 2672762"/>
                <a:gd name="connsiteX172" fmla="*/ 2438068 w 2677922"/>
                <a:gd name="connsiteY172" fmla="*/ 1014668 h 2672762"/>
                <a:gd name="connsiteX173" fmla="*/ 2454063 w 2677922"/>
                <a:gd name="connsiteY173" fmla="*/ 1073489 h 2672762"/>
                <a:gd name="connsiteX174" fmla="*/ 2492762 w 2677922"/>
                <a:gd name="connsiteY174" fmla="*/ 1100836 h 2672762"/>
                <a:gd name="connsiteX175" fmla="*/ 2628464 w 2677922"/>
                <a:gd name="connsiteY175" fmla="*/ 1105996 h 2672762"/>
                <a:gd name="connsiteX176" fmla="*/ 2672322 w 2677922"/>
                <a:gd name="connsiteY176" fmla="*/ 1140566 h 2672762"/>
                <a:gd name="connsiteX177" fmla="*/ 2677998 w 2677922"/>
                <a:gd name="connsiteY177" fmla="*/ 1182360 h 2672762"/>
                <a:gd name="connsiteX178" fmla="*/ 2644459 w 2677922"/>
                <a:gd name="connsiteY178" fmla="*/ 1229830 h 2672762"/>
                <a:gd name="connsiteX179" fmla="*/ 2522172 w 2677922"/>
                <a:gd name="connsiteY179" fmla="*/ 1267497 h 2672762"/>
                <a:gd name="connsiteX180" fmla="*/ 2483990 w 2677922"/>
                <a:gd name="connsiteY180" fmla="*/ 1315998 h 2672762"/>
                <a:gd name="connsiteX181" fmla="*/ 2486570 w 2677922"/>
                <a:gd name="connsiteY181" fmla="*/ 1379980 h 2672762"/>
                <a:gd name="connsiteX182" fmla="*/ 2512885 w 2677922"/>
                <a:gd name="connsiteY182" fmla="*/ 1407842 h 2672762"/>
                <a:gd name="connsiteX183" fmla="*/ 2641363 w 2677922"/>
                <a:gd name="connsiteY183" fmla="*/ 1447057 h 2672762"/>
                <a:gd name="connsiteX184" fmla="*/ 2677998 w 2677922"/>
                <a:gd name="connsiteY184" fmla="*/ 1498138 h 2672762"/>
                <a:gd name="connsiteX185" fmla="*/ 2677998 w 2677922"/>
                <a:gd name="connsiteY185" fmla="*/ 1507426 h 2672762"/>
                <a:gd name="connsiteX186" fmla="*/ 2611952 w 2677922"/>
                <a:gd name="connsiteY186" fmla="*/ 1572955 h 2672762"/>
                <a:gd name="connsiteX187" fmla="*/ 2490182 w 2677922"/>
                <a:gd name="connsiteY187" fmla="*/ 1576567 h 2672762"/>
                <a:gd name="connsiteX188" fmla="*/ 2457675 w 2677922"/>
                <a:gd name="connsiteY188" fmla="*/ 1596690 h 2672762"/>
                <a:gd name="connsiteX189" fmla="*/ 2437036 w 2677922"/>
                <a:gd name="connsiteY189" fmla="*/ 1673055 h 2672762"/>
                <a:gd name="connsiteX190" fmla="*/ 2457159 w 2677922"/>
                <a:gd name="connsiteY190" fmla="*/ 1710205 h 2672762"/>
                <a:gd name="connsiteX191" fmla="*/ 2564483 w 2677922"/>
                <a:gd name="connsiteY191" fmla="*/ 1777282 h 2672762"/>
                <a:gd name="connsiteX192" fmla="*/ 2588733 w 2677922"/>
                <a:gd name="connsiteY192" fmla="*/ 1845907 h 2672762"/>
                <a:gd name="connsiteX193" fmla="*/ 2571706 w 2677922"/>
                <a:gd name="connsiteY193" fmla="*/ 1880994 h 2672762"/>
                <a:gd name="connsiteX194" fmla="*/ 2538684 w 2677922"/>
                <a:gd name="connsiteY194" fmla="*/ 1897505 h 2672762"/>
                <a:gd name="connsiteX195" fmla="*/ 1338521 w 2677922"/>
                <a:gd name="connsiteY195" fmla="*/ 2312867 h 2672762"/>
                <a:gd name="connsiteX196" fmla="*/ 2316814 w 2677922"/>
                <a:gd name="connsiteY196" fmla="*/ 1335605 h 2672762"/>
                <a:gd name="connsiteX197" fmla="*/ 1340068 w 2677922"/>
                <a:gd name="connsiteY197" fmla="*/ 359376 h 2672762"/>
                <a:gd name="connsiteX198" fmla="*/ 361775 w 2677922"/>
                <a:gd name="connsiteY198" fmla="*/ 1331994 h 2672762"/>
                <a:gd name="connsiteX199" fmla="*/ 1338521 w 2677922"/>
                <a:gd name="connsiteY199" fmla="*/ 2312867 h 2672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2677922" h="2672762">
                  <a:moveTo>
                    <a:pt x="2538684" y="1897505"/>
                  </a:moveTo>
                  <a:cubicBezTo>
                    <a:pt x="2511337" y="1891313"/>
                    <a:pt x="2483990" y="1885121"/>
                    <a:pt x="2456643" y="1879446"/>
                  </a:cubicBezTo>
                  <a:cubicBezTo>
                    <a:pt x="2434456" y="1874286"/>
                    <a:pt x="2411753" y="1869642"/>
                    <a:pt x="2389566" y="1863966"/>
                  </a:cubicBezTo>
                  <a:cubicBezTo>
                    <a:pt x="2375119" y="1860354"/>
                    <a:pt x="2363767" y="1864482"/>
                    <a:pt x="2354479" y="1874802"/>
                  </a:cubicBezTo>
                  <a:cubicBezTo>
                    <a:pt x="2335389" y="1896989"/>
                    <a:pt x="2320425" y="1922272"/>
                    <a:pt x="2312170" y="1950651"/>
                  </a:cubicBezTo>
                  <a:cubicBezTo>
                    <a:pt x="2308042" y="1964066"/>
                    <a:pt x="2314234" y="1973869"/>
                    <a:pt x="2322489" y="1983157"/>
                  </a:cubicBezTo>
                  <a:cubicBezTo>
                    <a:pt x="2352416" y="2015664"/>
                    <a:pt x="2382858" y="2048170"/>
                    <a:pt x="2412785" y="2080161"/>
                  </a:cubicBezTo>
                  <a:cubicBezTo>
                    <a:pt x="2435488" y="2104412"/>
                    <a:pt x="2436520" y="2118859"/>
                    <a:pt x="2418461" y="2146722"/>
                  </a:cubicBezTo>
                  <a:cubicBezTo>
                    <a:pt x="2417429" y="2148270"/>
                    <a:pt x="2416397" y="2150334"/>
                    <a:pt x="2414849" y="2151882"/>
                  </a:cubicBezTo>
                  <a:cubicBezTo>
                    <a:pt x="2380795" y="2197804"/>
                    <a:pt x="2365831" y="2198320"/>
                    <a:pt x="2324037" y="2174585"/>
                  </a:cubicBezTo>
                  <a:cubicBezTo>
                    <a:pt x="2289982" y="2154978"/>
                    <a:pt x="2253864" y="2137434"/>
                    <a:pt x="2219294" y="2118859"/>
                  </a:cubicBezTo>
                  <a:cubicBezTo>
                    <a:pt x="2204846" y="2111120"/>
                    <a:pt x="2191431" y="2111120"/>
                    <a:pt x="2178531" y="2120407"/>
                  </a:cubicBezTo>
                  <a:cubicBezTo>
                    <a:pt x="2157892" y="2134855"/>
                    <a:pt x="2140349" y="2152398"/>
                    <a:pt x="2125386" y="2172521"/>
                  </a:cubicBezTo>
                  <a:cubicBezTo>
                    <a:pt x="2114550" y="2186968"/>
                    <a:pt x="2114034" y="2201416"/>
                    <a:pt x="2122806" y="2217411"/>
                  </a:cubicBezTo>
                  <a:cubicBezTo>
                    <a:pt x="2143961" y="2256109"/>
                    <a:pt x="2164600" y="2295323"/>
                    <a:pt x="2184723" y="2334538"/>
                  </a:cubicBezTo>
                  <a:cubicBezTo>
                    <a:pt x="2198655" y="2361885"/>
                    <a:pt x="2196591" y="2374268"/>
                    <a:pt x="2174404" y="2395423"/>
                  </a:cubicBezTo>
                  <a:cubicBezTo>
                    <a:pt x="2170792" y="2398519"/>
                    <a:pt x="2167696" y="2402131"/>
                    <a:pt x="2164084" y="2404711"/>
                  </a:cubicBezTo>
                  <a:cubicBezTo>
                    <a:pt x="2131062" y="2428962"/>
                    <a:pt x="2114034" y="2440829"/>
                    <a:pt x="2075336" y="2401615"/>
                  </a:cubicBezTo>
                  <a:cubicBezTo>
                    <a:pt x="2047473" y="2373236"/>
                    <a:pt x="2017547" y="2347953"/>
                    <a:pt x="1988652" y="2320606"/>
                  </a:cubicBezTo>
                  <a:cubicBezTo>
                    <a:pt x="1975236" y="2307707"/>
                    <a:pt x="1960789" y="2305127"/>
                    <a:pt x="1944277" y="2311835"/>
                  </a:cubicBezTo>
                  <a:cubicBezTo>
                    <a:pt x="1922607" y="2320606"/>
                    <a:pt x="1901968" y="2331958"/>
                    <a:pt x="1883392" y="2346405"/>
                  </a:cubicBezTo>
                  <a:cubicBezTo>
                    <a:pt x="1867913" y="2358273"/>
                    <a:pt x="1863785" y="2373236"/>
                    <a:pt x="1868429" y="2391811"/>
                  </a:cubicBezTo>
                  <a:cubicBezTo>
                    <a:pt x="1879264" y="2436701"/>
                    <a:pt x="1889584" y="2482107"/>
                    <a:pt x="1899388" y="2526997"/>
                  </a:cubicBezTo>
                  <a:cubicBezTo>
                    <a:pt x="1903516" y="2546604"/>
                    <a:pt x="1896808" y="2561568"/>
                    <a:pt x="1879264" y="2571887"/>
                  </a:cubicBezTo>
                  <a:cubicBezTo>
                    <a:pt x="1867397" y="2579111"/>
                    <a:pt x="1854498" y="2584787"/>
                    <a:pt x="1841082" y="2588915"/>
                  </a:cubicBezTo>
                  <a:cubicBezTo>
                    <a:pt x="1813736" y="2597686"/>
                    <a:pt x="1798256" y="2592526"/>
                    <a:pt x="1782777" y="2568276"/>
                  </a:cubicBezTo>
                  <a:cubicBezTo>
                    <a:pt x="1760074" y="2532157"/>
                    <a:pt x="1736855" y="2496555"/>
                    <a:pt x="1715184" y="2459404"/>
                  </a:cubicBezTo>
                  <a:cubicBezTo>
                    <a:pt x="1703316" y="2439281"/>
                    <a:pt x="1687837" y="2431542"/>
                    <a:pt x="1664618" y="2435669"/>
                  </a:cubicBezTo>
                  <a:cubicBezTo>
                    <a:pt x="1646043" y="2439281"/>
                    <a:pt x="1627984" y="2443925"/>
                    <a:pt x="1610440" y="2450117"/>
                  </a:cubicBezTo>
                  <a:cubicBezTo>
                    <a:pt x="1586190" y="2458888"/>
                    <a:pt x="1578450" y="2469208"/>
                    <a:pt x="1577418" y="2495007"/>
                  </a:cubicBezTo>
                  <a:cubicBezTo>
                    <a:pt x="1575870" y="2535769"/>
                    <a:pt x="1574838" y="2576015"/>
                    <a:pt x="1573806" y="2616777"/>
                  </a:cubicBezTo>
                  <a:cubicBezTo>
                    <a:pt x="1572774" y="2653928"/>
                    <a:pt x="1563487" y="2665795"/>
                    <a:pt x="1526852" y="2672503"/>
                  </a:cubicBezTo>
                  <a:cubicBezTo>
                    <a:pt x="1517049" y="2674567"/>
                    <a:pt x="1507245" y="2675599"/>
                    <a:pt x="1497441" y="2676115"/>
                  </a:cubicBezTo>
                  <a:cubicBezTo>
                    <a:pt x="1473191" y="2677663"/>
                    <a:pt x="1457711" y="2667859"/>
                    <a:pt x="1449972" y="2644124"/>
                  </a:cubicBezTo>
                  <a:cubicBezTo>
                    <a:pt x="1436040" y="2600782"/>
                    <a:pt x="1422624" y="2557956"/>
                    <a:pt x="1410241" y="2514614"/>
                  </a:cubicBezTo>
                  <a:cubicBezTo>
                    <a:pt x="1404565" y="2495007"/>
                    <a:pt x="1392698" y="2485719"/>
                    <a:pt x="1373091" y="2482623"/>
                  </a:cubicBezTo>
                  <a:cubicBezTo>
                    <a:pt x="1350388" y="2479527"/>
                    <a:pt x="1327685" y="2479527"/>
                    <a:pt x="1304982" y="2483139"/>
                  </a:cubicBezTo>
                  <a:cubicBezTo>
                    <a:pt x="1287955" y="2485719"/>
                    <a:pt x="1277119" y="2494491"/>
                    <a:pt x="1271959" y="2511518"/>
                  </a:cubicBezTo>
                  <a:cubicBezTo>
                    <a:pt x="1260092" y="2552280"/>
                    <a:pt x="1247192" y="2593042"/>
                    <a:pt x="1234293" y="2633805"/>
                  </a:cubicBezTo>
                  <a:cubicBezTo>
                    <a:pt x="1222941" y="2670439"/>
                    <a:pt x="1208494" y="2679727"/>
                    <a:pt x="1170828" y="2674567"/>
                  </a:cubicBezTo>
                  <a:cubicBezTo>
                    <a:pt x="1114070" y="2666827"/>
                    <a:pt x="1107362" y="2659087"/>
                    <a:pt x="1106847" y="2602330"/>
                  </a:cubicBezTo>
                  <a:cubicBezTo>
                    <a:pt x="1106331" y="2565180"/>
                    <a:pt x="1104783" y="2528545"/>
                    <a:pt x="1103751" y="2491395"/>
                  </a:cubicBezTo>
                  <a:cubicBezTo>
                    <a:pt x="1103234" y="2474368"/>
                    <a:pt x="1096527" y="2460952"/>
                    <a:pt x="1080532" y="2454244"/>
                  </a:cubicBezTo>
                  <a:cubicBezTo>
                    <a:pt x="1056281" y="2443925"/>
                    <a:pt x="1031514" y="2436701"/>
                    <a:pt x="1005199" y="2435153"/>
                  </a:cubicBezTo>
                  <a:cubicBezTo>
                    <a:pt x="989203" y="2434121"/>
                    <a:pt x="977852" y="2440313"/>
                    <a:pt x="969080" y="2454244"/>
                  </a:cubicBezTo>
                  <a:cubicBezTo>
                    <a:pt x="946894" y="2491395"/>
                    <a:pt x="923159" y="2527513"/>
                    <a:pt x="900456" y="2564148"/>
                  </a:cubicBezTo>
                  <a:cubicBezTo>
                    <a:pt x="882396" y="2593042"/>
                    <a:pt x="868465" y="2598202"/>
                    <a:pt x="836474" y="2587367"/>
                  </a:cubicBezTo>
                  <a:cubicBezTo>
                    <a:pt x="834926" y="2586851"/>
                    <a:pt x="833379" y="2586335"/>
                    <a:pt x="831830" y="2585819"/>
                  </a:cubicBezTo>
                  <a:cubicBezTo>
                    <a:pt x="782297" y="2565696"/>
                    <a:pt x="772493" y="2554344"/>
                    <a:pt x="785392" y="2504810"/>
                  </a:cubicBezTo>
                  <a:cubicBezTo>
                    <a:pt x="795196" y="2467144"/>
                    <a:pt x="802420" y="2428962"/>
                    <a:pt x="811707" y="2390779"/>
                  </a:cubicBezTo>
                  <a:cubicBezTo>
                    <a:pt x="816351" y="2371172"/>
                    <a:pt x="811191" y="2356209"/>
                    <a:pt x="794680" y="2344341"/>
                  </a:cubicBezTo>
                  <a:cubicBezTo>
                    <a:pt x="777137" y="2331958"/>
                    <a:pt x="759078" y="2321122"/>
                    <a:pt x="739470" y="2312351"/>
                  </a:cubicBezTo>
                  <a:cubicBezTo>
                    <a:pt x="720895" y="2304095"/>
                    <a:pt x="704900" y="2307191"/>
                    <a:pt x="689421" y="2321638"/>
                  </a:cubicBezTo>
                  <a:cubicBezTo>
                    <a:pt x="658462" y="2351049"/>
                    <a:pt x="626988" y="2379944"/>
                    <a:pt x="596029" y="2408838"/>
                  </a:cubicBezTo>
                  <a:cubicBezTo>
                    <a:pt x="572810" y="2431026"/>
                    <a:pt x="557847" y="2432057"/>
                    <a:pt x="530500" y="2415030"/>
                  </a:cubicBezTo>
                  <a:cubicBezTo>
                    <a:pt x="527404" y="2412966"/>
                    <a:pt x="524308" y="2410902"/>
                    <a:pt x="521212" y="2408838"/>
                  </a:cubicBezTo>
                  <a:cubicBezTo>
                    <a:pt x="481482" y="2380460"/>
                    <a:pt x="477870" y="2365496"/>
                    <a:pt x="500573" y="2322670"/>
                  </a:cubicBezTo>
                  <a:cubicBezTo>
                    <a:pt x="519148" y="2287584"/>
                    <a:pt x="537207" y="2252497"/>
                    <a:pt x="556298" y="2217927"/>
                  </a:cubicBezTo>
                  <a:cubicBezTo>
                    <a:pt x="566102" y="2199868"/>
                    <a:pt x="564555" y="2184388"/>
                    <a:pt x="552171" y="2168909"/>
                  </a:cubicBezTo>
                  <a:cubicBezTo>
                    <a:pt x="538756" y="2151882"/>
                    <a:pt x="523276" y="2136402"/>
                    <a:pt x="505733" y="2122987"/>
                  </a:cubicBezTo>
                  <a:cubicBezTo>
                    <a:pt x="490254" y="2111120"/>
                    <a:pt x="474774" y="2110088"/>
                    <a:pt x="457747" y="2119375"/>
                  </a:cubicBezTo>
                  <a:cubicBezTo>
                    <a:pt x="419564" y="2140014"/>
                    <a:pt x="380866" y="2160653"/>
                    <a:pt x="341652" y="2180777"/>
                  </a:cubicBezTo>
                  <a:cubicBezTo>
                    <a:pt x="314305" y="2195224"/>
                    <a:pt x="298310" y="2191612"/>
                    <a:pt x="278187" y="2168909"/>
                  </a:cubicBezTo>
                  <a:cubicBezTo>
                    <a:pt x="276639" y="2167361"/>
                    <a:pt x="275607" y="2165813"/>
                    <a:pt x="274059" y="2164265"/>
                  </a:cubicBezTo>
                  <a:cubicBezTo>
                    <a:pt x="238456" y="2122987"/>
                    <a:pt x="238972" y="2108540"/>
                    <a:pt x="276639" y="2069325"/>
                  </a:cubicBezTo>
                  <a:cubicBezTo>
                    <a:pt x="302954" y="2041463"/>
                    <a:pt x="327721" y="2013084"/>
                    <a:pt x="354551" y="1986253"/>
                  </a:cubicBezTo>
                  <a:cubicBezTo>
                    <a:pt x="367967" y="1972322"/>
                    <a:pt x="370547" y="1957874"/>
                    <a:pt x="363839" y="1940847"/>
                  </a:cubicBezTo>
                  <a:cubicBezTo>
                    <a:pt x="355067" y="1918660"/>
                    <a:pt x="342684" y="1898021"/>
                    <a:pt x="328237" y="1878930"/>
                  </a:cubicBezTo>
                  <a:cubicBezTo>
                    <a:pt x="316369" y="1863450"/>
                    <a:pt x="300374" y="1861902"/>
                    <a:pt x="283347" y="1866030"/>
                  </a:cubicBezTo>
                  <a:cubicBezTo>
                    <a:pt x="245680" y="1874802"/>
                    <a:pt x="208530" y="1883573"/>
                    <a:pt x="170864" y="1891829"/>
                  </a:cubicBezTo>
                  <a:cubicBezTo>
                    <a:pt x="165704" y="1892861"/>
                    <a:pt x="160544" y="1894409"/>
                    <a:pt x="155900" y="1895441"/>
                  </a:cubicBezTo>
                  <a:cubicBezTo>
                    <a:pt x="127521" y="1900601"/>
                    <a:pt x="113074" y="1893893"/>
                    <a:pt x="100175" y="1868094"/>
                  </a:cubicBezTo>
                  <a:cubicBezTo>
                    <a:pt x="95531" y="1858291"/>
                    <a:pt x="90887" y="1848487"/>
                    <a:pt x="87275" y="1838168"/>
                  </a:cubicBezTo>
                  <a:cubicBezTo>
                    <a:pt x="77988" y="1810821"/>
                    <a:pt x="83147" y="1795341"/>
                    <a:pt x="107915" y="1779862"/>
                  </a:cubicBezTo>
                  <a:cubicBezTo>
                    <a:pt x="143001" y="1757675"/>
                    <a:pt x="178603" y="1735488"/>
                    <a:pt x="213690" y="1713817"/>
                  </a:cubicBezTo>
                  <a:cubicBezTo>
                    <a:pt x="241552" y="1696274"/>
                    <a:pt x="245680" y="1686470"/>
                    <a:pt x="238972" y="1654480"/>
                  </a:cubicBezTo>
                  <a:cubicBezTo>
                    <a:pt x="234845" y="1636420"/>
                    <a:pt x="230201" y="1617845"/>
                    <a:pt x="222977" y="1600818"/>
                  </a:cubicBezTo>
                  <a:cubicBezTo>
                    <a:pt x="215753" y="1583791"/>
                    <a:pt x="203370" y="1575535"/>
                    <a:pt x="184279" y="1575019"/>
                  </a:cubicBezTo>
                  <a:cubicBezTo>
                    <a:pt x="142485" y="1574503"/>
                    <a:pt x="101207" y="1572955"/>
                    <a:pt x="59413" y="1571407"/>
                  </a:cubicBezTo>
                  <a:cubicBezTo>
                    <a:pt x="21746" y="1570375"/>
                    <a:pt x="10395" y="1560572"/>
                    <a:pt x="3687" y="1524453"/>
                  </a:cubicBezTo>
                  <a:cubicBezTo>
                    <a:pt x="3171" y="1520841"/>
                    <a:pt x="2139" y="1517230"/>
                    <a:pt x="1623" y="1513618"/>
                  </a:cubicBezTo>
                  <a:cubicBezTo>
                    <a:pt x="-4053" y="1467696"/>
                    <a:pt x="3687" y="1455828"/>
                    <a:pt x="48577" y="1442413"/>
                  </a:cubicBezTo>
                  <a:cubicBezTo>
                    <a:pt x="85727" y="1431061"/>
                    <a:pt x="122877" y="1418678"/>
                    <a:pt x="160544" y="1408358"/>
                  </a:cubicBezTo>
                  <a:cubicBezTo>
                    <a:pt x="181183" y="1402683"/>
                    <a:pt x="192018" y="1390815"/>
                    <a:pt x="194083" y="1370692"/>
                  </a:cubicBezTo>
                  <a:cubicBezTo>
                    <a:pt x="196147" y="1346957"/>
                    <a:pt x="197178" y="1322706"/>
                    <a:pt x="192534" y="1298971"/>
                  </a:cubicBezTo>
                  <a:cubicBezTo>
                    <a:pt x="189954" y="1283492"/>
                    <a:pt x="181183" y="1274204"/>
                    <a:pt x="166220" y="1269560"/>
                  </a:cubicBezTo>
                  <a:cubicBezTo>
                    <a:pt x="126490" y="1257693"/>
                    <a:pt x="86759" y="1245310"/>
                    <a:pt x="47029" y="1232926"/>
                  </a:cubicBezTo>
                  <a:cubicBezTo>
                    <a:pt x="3687" y="1219511"/>
                    <a:pt x="-957" y="1212287"/>
                    <a:pt x="1623" y="1166881"/>
                  </a:cubicBezTo>
                  <a:cubicBezTo>
                    <a:pt x="2139" y="1157593"/>
                    <a:pt x="4203" y="1148306"/>
                    <a:pt x="6267" y="1139534"/>
                  </a:cubicBezTo>
                  <a:cubicBezTo>
                    <a:pt x="12459" y="1116831"/>
                    <a:pt x="25358" y="1106512"/>
                    <a:pt x="49093" y="1105480"/>
                  </a:cubicBezTo>
                  <a:cubicBezTo>
                    <a:pt x="87791" y="1103932"/>
                    <a:pt x="125974" y="1102900"/>
                    <a:pt x="164672" y="1101868"/>
                  </a:cubicBezTo>
                  <a:cubicBezTo>
                    <a:pt x="170348" y="1101868"/>
                    <a:pt x="176023" y="1101352"/>
                    <a:pt x="181699" y="1101352"/>
                  </a:cubicBezTo>
                  <a:cubicBezTo>
                    <a:pt x="207498" y="1102384"/>
                    <a:pt x="220913" y="1087936"/>
                    <a:pt x="227621" y="1065233"/>
                  </a:cubicBezTo>
                  <a:cubicBezTo>
                    <a:pt x="232781" y="1048206"/>
                    <a:pt x="237425" y="1031179"/>
                    <a:pt x="241036" y="1014152"/>
                  </a:cubicBezTo>
                  <a:cubicBezTo>
                    <a:pt x="245680" y="990417"/>
                    <a:pt x="240005" y="979065"/>
                    <a:pt x="219366" y="965650"/>
                  </a:cubicBezTo>
                  <a:cubicBezTo>
                    <a:pt x="184279" y="943463"/>
                    <a:pt x="148676" y="921276"/>
                    <a:pt x="113590" y="899605"/>
                  </a:cubicBezTo>
                  <a:cubicBezTo>
                    <a:pt x="82116" y="879997"/>
                    <a:pt x="77472" y="867614"/>
                    <a:pt x="89855" y="832012"/>
                  </a:cubicBezTo>
                  <a:cubicBezTo>
                    <a:pt x="93467" y="820660"/>
                    <a:pt x="98111" y="809309"/>
                    <a:pt x="104818" y="799505"/>
                  </a:cubicBezTo>
                  <a:cubicBezTo>
                    <a:pt x="115654" y="782994"/>
                    <a:pt x="130617" y="774738"/>
                    <a:pt x="151256" y="779898"/>
                  </a:cubicBezTo>
                  <a:cubicBezTo>
                    <a:pt x="195114" y="790217"/>
                    <a:pt x="239489" y="799505"/>
                    <a:pt x="283347" y="810341"/>
                  </a:cubicBezTo>
                  <a:cubicBezTo>
                    <a:pt x="303469" y="815500"/>
                    <a:pt x="318949" y="810857"/>
                    <a:pt x="331332" y="794345"/>
                  </a:cubicBezTo>
                  <a:cubicBezTo>
                    <a:pt x="344232" y="776802"/>
                    <a:pt x="355584" y="757711"/>
                    <a:pt x="363839" y="737588"/>
                  </a:cubicBezTo>
                  <a:cubicBezTo>
                    <a:pt x="371063" y="719529"/>
                    <a:pt x="368999" y="704049"/>
                    <a:pt x="354551" y="689086"/>
                  </a:cubicBezTo>
                  <a:cubicBezTo>
                    <a:pt x="324625" y="658643"/>
                    <a:pt x="296246" y="627169"/>
                    <a:pt x="266835" y="595694"/>
                  </a:cubicBezTo>
                  <a:cubicBezTo>
                    <a:pt x="244132" y="570927"/>
                    <a:pt x="243100" y="556996"/>
                    <a:pt x="261675" y="529133"/>
                  </a:cubicBezTo>
                  <a:cubicBezTo>
                    <a:pt x="264771" y="525005"/>
                    <a:pt x="267351" y="520361"/>
                    <a:pt x="270447" y="516233"/>
                  </a:cubicBezTo>
                  <a:cubicBezTo>
                    <a:pt x="296762" y="481663"/>
                    <a:pt x="311209" y="478567"/>
                    <a:pt x="349907" y="498690"/>
                  </a:cubicBezTo>
                  <a:cubicBezTo>
                    <a:pt x="386026" y="517781"/>
                    <a:pt x="422144" y="536357"/>
                    <a:pt x="457231" y="555964"/>
                  </a:cubicBezTo>
                  <a:cubicBezTo>
                    <a:pt x="475806" y="566283"/>
                    <a:pt x="492318" y="564219"/>
                    <a:pt x="507797" y="551320"/>
                  </a:cubicBezTo>
                  <a:cubicBezTo>
                    <a:pt x="523276" y="538421"/>
                    <a:pt x="537723" y="523973"/>
                    <a:pt x="551139" y="508494"/>
                  </a:cubicBezTo>
                  <a:cubicBezTo>
                    <a:pt x="564555" y="492499"/>
                    <a:pt x="567650" y="476503"/>
                    <a:pt x="556815" y="456896"/>
                  </a:cubicBezTo>
                  <a:cubicBezTo>
                    <a:pt x="535143" y="418198"/>
                    <a:pt x="515020" y="378983"/>
                    <a:pt x="494381" y="339769"/>
                  </a:cubicBezTo>
                  <a:cubicBezTo>
                    <a:pt x="480966" y="313970"/>
                    <a:pt x="484062" y="300039"/>
                    <a:pt x="505217" y="280432"/>
                  </a:cubicBezTo>
                  <a:cubicBezTo>
                    <a:pt x="515020" y="271144"/>
                    <a:pt x="525856" y="263405"/>
                    <a:pt x="537723" y="256181"/>
                  </a:cubicBezTo>
                  <a:cubicBezTo>
                    <a:pt x="558362" y="244313"/>
                    <a:pt x="572810" y="245861"/>
                    <a:pt x="590353" y="261857"/>
                  </a:cubicBezTo>
                  <a:cubicBezTo>
                    <a:pt x="620280" y="289203"/>
                    <a:pt x="650207" y="317066"/>
                    <a:pt x="679617" y="344929"/>
                  </a:cubicBezTo>
                  <a:cubicBezTo>
                    <a:pt x="710576" y="374340"/>
                    <a:pt x="717284" y="375372"/>
                    <a:pt x="754950" y="355765"/>
                  </a:cubicBezTo>
                  <a:cubicBezTo>
                    <a:pt x="769913" y="348025"/>
                    <a:pt x="783845" y="339769"/>
                    <a:pt x="797260" y="329450"/>
                  </a:cubicBezTo>
                  <a:cubicBezTo>
                    <a:pt x="811707" y="317582"/>
                    <a:pt x="816351" y="303651"/>
                    <a:pt x="811707" y="285076"/>
                  </a:cubicBezTo>
                  <a:cubicBezTo>
                    <a:pt x="800872" y="242249"/>
                    <a:pt x="791585" y="198907"/>
                    <a:pt x="781781" y="156081"/>
                  </a:cubicBezTo>
                  <a:cubicBezTo>
                    <a:pt x="775589" y="128218"/>
                    <a:pt x="782297" y="114287"/>
                    <a:pt x="807064" y="100872"/>
                  </a:cubicBezTo>
                  <a:cubicBezTo>
                    <a:pt x="818415" y="95196"/>
                    <a:pt x="829766" y="90552"/>
                    <a:pt x="841634" y="86424"/>
                  </a:cubicBezTo>
                  <a:cubicBezTo>
                    <a:pt x="866917" y="78685"/>
                    <a:pt x="881364" y="83328"/>
                    <a:pt x="896328" y="106031"/>
                  </a:cubicBezTo>
                  <a:cubicBezTo>
                    <a:pt x="920062" y="142666"/>
                    <a:pt x="943798" y="179300"/>
                    <a:pt x="965469" y="217483"/>
                  </a:cubicBezTo>
                  <a:cubicBezTo>
                    <a:pt x="976820" y="237090"/>
                    <a:pt x="992299" y="243797"/>
                    <a:pt x="1013455" y="240702"/>
                  </a:cubicBezTo>
                  <a:cubicBezTo>
                    <a:pt x="1035641" y="237090"/>
                    <a:pt x="1057313" y="231414"/>
                    <a:pt x="1077952" y="222642"/>
                  </a:cubicBezTo>
                  <a:cubicBezTo>
                    <a:pt x="1092915" y="215935"/>
                    <a:pt x="1101171" y="205615"/>
                    <a:pt x="1101687" y="188072"/>
                  </a:cubicBezTo>
                  <a:cubicBezTo>
                    <a:pt x="1102719" y="143182"/>
                    <a:pt x="1105298" y="98808"/>
                    <a:pt x="1106847" y="53918"/>
                  </a:cubicBezTo>
                  <a:cubicBezTo>
                    <a:pt x="1107878" y="25023"/>
                    <a:pt x="1117166" y="12640"/>
                    <a:pt x="1145029" y="4900"/>
                  </a:cubicBezTo>
                  <a:cubicBezTo>
                    <a:pt x="1149672" y="3868"/>
                    <a:pt x="1154316" y="2320"/>
                    <a:pt x="1158960" y="1804"/>
                  </a:cubicBezTo>
                  <a:cubicBezTo>
                    <a:pt x="1210042" y="-3872"/>
                    <a:pt x="1222426" y="1804"/>
                    <a:pt x="1235841" y="48758"/>
                  </a:cubicBezTo>
                  <a:cubicBezTo>
                    <a:pt x="1246676" y="86940"/>
                    <a:pt x="1259576" y="124091"/>
                    <a:pt x="1269895" y="162273"/>
                  </a:cubicBezTo>
                  <a:cubicBezTo>
                    <a:pt x="1275055" y="180332"/>
                    <a:pt x="1285890" y="190136"/>
                    <a:pt x="1303434" y="192716"/>
                  </a:cubicBezTo>
                  <a:cubicBezTo>
                    <a:pt x="1327685" y="195812"/>
                    <a:pt x="1352452" y="195812"/>
                    <a:pt x="1376702" y="192716"/>
                  </a:cubicBezTo>
                  <a:cubicBezTo>
                    <a:pt x="1393730" y="190652"/>
                    <a:pt x="1404049" y="180332"/>
                    <a:pt x="1409209" y="163305"/>
                  </a:cubicBezTo>
                  <a:cubicBezTo>
                    <a:pt x="1421593" y="121511"/>
                    <a:pt x="1434492" y="79717"/>
                    <a:pt x="1447392" y="37922"/>
                  </a:cubicBezTo>
                  <a:cubicBezTo>
                    <a:pt x="1457195" y="6964"/>
                    <a:pt x="1466998" y="-260"/>
                    <a:pt x="1499505" y="256"/>
                  </a:cubicBezTo>
                  <a:cubicBezTo>
                    <a:pt x="1504149" y="256"/>
                    <a:pt x="1508793" y="256"/>
                    <a:pt x="1513436" y="772"/>
                  </a:cubicBezTo>
                  <a:cubicBezTo>
                    <a:pt x="1559358" y="5416"/>
                    <a:pt x="1572258" y="19347"/>
                    <a:pt x="1573290" y="65269"/>
                  </a:cubicBezTo>
                  <a:cubicBezTo>
                    <a:pt x="1574322" y="105515"/>
                    <a:pt x="1575870" y="145246"/>
                    <a:pt x="1576902" y="185492"/>
                  </a:cubicBezTo>
                  <a:cubicBezTo>
                    <a:pt x="1577418" y="201487"/>
                    <a:pt x="1583093" y="213871"/>
                    <a:pt x="1598057" y="220578"/>
                  </a:cubicBezTo>
                  <a:cubicBezTo>
                    <a:pt x="1622308" y="231414"/>
                    <a:pt x="1647590" y="238638"/>
                    <a:pt x="1674422" y="240702"/>
                  </a:cubicBezTo>
                  <a:cubicBezTo>
                    <a:pt x="1690933" y="241733"/>
                    <a:pt x="1702285" y="235026"/>
                    <a:pt x="1710540" y="221610"/>
                  </a:cubicBezTo>
                  <a:cubicBezTo>
                    <a:pt x="1733243" y="184976"/>
                    <a:pt x="1756462" y="148342"/>
                    <a:pt x="1779165" y="111707"/>
                  </a:cubicBezTo>
                  <a:cubicBezTo>
                    <a:pt x="1798772" y="80749"/>
                    <a:pt x="1810640" y="76621"/>
                    <a:pt x="1845726" y="88488"/>
                  </a:cubicBezTo>
                  <a:cubicBezTo>
                    <a:pt x="1849854" y="90036"/>
                    <a:pt x="1853466" y="91068"/>
                    <a:pt x="1857594" y="92616"/>
                  </a:cubicBezTo>
                  <a:cubicBezTo>
                    <a:pt x="1898356" y="110159"/>
                    <a:pt x="1905063" y="123059"/>
                    <a:pt x="1895260" y="166401"/>
                  </a:cubicBezTo>
                  <a:cubicBezTo>
                    <a:pt x="1886488" y="205099"/>
                    <a:pt x="1877717" y="243281"/>
                    <a:pt x="1868429" y="281980"/>
                  </a:cubicBezTo>
                  <a:cubicBezTo>
                    <a:pt x="1863269" y="303135"/>
                    <a:pt x="1868429" y="319646"/>
                    <a:pt x="1887004" y="332030"/>
                  </a:cubicBezTo>
                  <a:cubicBezTo>
                    <a:pt x="1906096" y="344929"/>
                    <a:pt x="1925187" y="356796"/>
                    <a:pt x="1946857" y="365052"/>
                  </a:cubicBezTo>
                  <a:cubicBezTo>
                    <a:pt x="1962337" y="370728"/>
                    <a:pt x="1974720" y="367116"/>
                    <a:pt x="1986588" y="355765"/>
                  </a:cubicBezTo>
                  <a:cubicBezTo>
                    <a:pt x="2018062" y="325838"/>
                    <a:pt x="2049537" y="296943"/>
                    <a:pt x="2081528" y="267532"/>
                  </a:cubicBezTo>
                  <a:cubicBezTo>
                    <a:pt x="2107843" y="242765"/>
                    <a:pt x="2122290" y="241733"/>
                    <a:pt x="2151701" y="261857"/>
                  </a:cubicBezTo>
                  <a:cubicBezTo>
                    <a:pt x="2153248" y="262889"/>
                    <a:pt x="2154281" y="263405"/>
                    <a:pt x="2155312" y="264437"/>
                  </a:cubicBezTo>
                  <a:cubicBezTo>
                    <a:pt x="2205363" y="300555"/>
                    <a:pt x="2198139" y="316034"/>
                    <a:pt x="2177500" y="353701"/>
                  </a:cubicBezTo>
                  <a:cubicBezTo>
                    <a:pt x="2158925" y="387755"/>
                    <a:pt x="2141381" y="422842"/>
                    <a:pt x="2122290" y="456896"/>
                  </a:cubicBezTo>
                  <a:cubicBezTo>
                    <a:pt x="2112487" y="474955"/>
                    <a:pt x="2114550" y="490435"/>
                    <a:pt x="2126934" y="505914"/>
                  </a:cubicBezTo>
                  <a:cubicBezTo>
                    <a:pt x="2140865" y="522941"/>
                    <a:pt x="2156345" y="538421"/>
                    <a:pt x="2173372" y="551836"/>
                  </a:cubicBezTo>
                  <a:cubicBezTo>
                    <a:pt x="2187819" y="563187"/>
                    <a:pt x="2202783" y="564735"/>
                    <a:pt x="2219810" y="555964"/>
                  </a:cubicBezTo>
                  <a:cubicBezTo>
                    <a:pt x="2258508" y="534809"/>
                    <a:pt x="2297722" y="514170"/>
                    <a:pt x="2336937" y="494046"/>
                  </a:cubicBezTo>
                  <a:cubicBezTo>
                    <a:pt x="2364799" y="479599"/>
                    <a:pt x="2380795" y="482695"/>
                    <a:pt x="2400917" y="507462"/>
                  </a:cubicBezTo>
                  <a:cubicBezTo>
                    <a:pt x="2408141" y="515717"/>
                    <a:pt x="2414849" y="524489"/>
                    <a:pt x="2420525" y="533777"/>
                  </a:cubicBezTo>
                  <a:cubicBezTo>
                    <a:pt x="2434972" y="556480"/>
                    <a:pt x="2433424" y="571443"/>
                    <a:pt x="2415365" y="591566"/>
                  </a:cubicBezTo>
                  <a:cubicBezTo>
                    <a:pt x="2384406" y="625105"/>
                    <a:pt x="2353448" y="659159"/>
                    <a:pt x="2321973" y="692182"/>
                  </a:cubicBezTo>
                  <a:cubicBezTo>
                    <a:pt x="2310106" y="704565"/>
                    <a:pt x="2307526" y="717981"/>
                    <a:pt x="2313718" y="733460"/>
                  </a:cubicBezTo>
                  <a:cubicBezTo>
                    <a:pt x="2323005" y="755647"/>
                    <a:pt x="2334357" y="776286"/>
                    <a:pt x="2349320" y="795377"/>
                  </a:cubicBezTo>
                  <a:cubicBezTo>
                    <a:pt x="2361187" y="810857"/>
                    <a:pt x="2375635" y="814984"/>
                    <a:pt x="2394726" y="810341"/>
                  </a:cubicBezTo>
                  <a:cubicBezTo>
                    <a:pt x="2438584" y="799505"/>
                    <a:pt x="2482958" y="789701"/>
                    <a:pt x="2526816" y="780414"/>
                  </a:cubicBezTo>
                  <a:cubicBezTo>
                    <a:pt x="2550035" y="775254"/>
                    <a:pt x="2563967" y="781962"/>
                    <a:pt x="2575834" y="803117"/>
                  </a:cubicBezTo>
                  <a:cubicBezTo>
                    <a:pt x="2582026" y="814468"/>
                    <a:pt x="2587186" y="826336"/>
                    <a:pt x="2591313" y="838719"/>
                  </a:cubicBezTo>
                  <a:cubicBezTo>
                    <a:pt x="2600085" y="867098"/>
                    <a:pt x="2595441" y="880514"/>
                    <a:pt x="2570158" y="896509"/>
                  </a:cubicBezTo>
                  <a:cubicBezTo>
                    <a:pt x="2534040" y="919212"/>
                    <a:pt x="2498437" y="942947"/>
                    <a:pt x="2461287" y="964102"/>
                  </a:cubicBezTo>
                  <a:cubicBezTo>
                    <a:pt x="2440132" y="976485"/>
                    <a:pt x="2434456" y="992997"/>
                    <a:pt x="2438068" y="1014668"/>
                  </a:cubicBezTo>
                  <a:cubicBezTo>
                    <a:pt x="2441164" y="1034791"/>
                    <a:pt x="2446840" y="1054398"/>
                    <a:pt x="2454063" y="1073489"/>
                  </a:cubicBezTo>
                  <a:cubicBezTo>
                    <a:pt x="2460771" y="1091032"/>
                    <a:pt x="2472638" y="1100320"/>
                    <a:pt x="2492762" y="1100836"/>
                  </a:cubicBezTo>
                  <a:cubicBezTo>
                    <a:pt x="2538168" y="1101352"/>
                    <a:pt x="2583058" y="1104448"/>
                    <a:pt x="2628464" y="1105996"/>
                  </a:cubicBezTo>
                  <a:cubicBezTo>
                    <a:pt x="2653230" y="1107028"/>
                    <a:pt x="2665614" y="1116831"/>
                    <a:pt x="2672322" y="1140566"/>
                  </a:cubicBezTo>
                  <a:cubicBezTo>
                    <a:pt x="2676449" y="1153982"/>
                    <a:pt x="2677998" y="1167913"/>
                    <a:pt x="2677998" y="1182360"/>
                  </a:cubicBezTo>
                  <a:cubicBezTo>
                    <a:pt x="2677998" y="1210223"/>
                    <a:pt x="2670258" y="1221575"/>
                    <a:pt x="2644459" y="1229830"/>
                  </a:cubicBezTo>
                  <a:cubicBezTo>
                    <a:pt x="2603697" y="1242730"/>
                    <a:pt x="2562934" y="1255113"/>
                    <a:pt x="2522172" y="1267497"/>
                  </a:cubicBezTo>
                  <a:cubicBezTo>
                    <a:pt x="2492762" y="1276268"/>
                    <a:pt x="2485022" y="1285556"/>
                    <a:pt x="2483990" y="1315998"/>
                  </a:cubicBezTo>
                  <a:cubicBezTo>
                    <a:pt x="2483474" y="1337153"/>
                    <a:pt x="2481926" y="1358824"/>
                    <a:pt x="2486570" y="1379980"/>
                  </a:cubicBezTo>
                  <a:cubicBezTo>
                    <a:pt x="2489666" y="1394427"/>
                    <a:pt x="2498437" y="1403199"/>
                    <a:pt x="2512885" y="1407842"/>
                  </a:cubicBezTo>
                  <a:cubicBezTo>
                    <a:pt x="2555711" y="1420742"/>
                    <a:pt x="2598537" y="1433641"/>
                    <a:pt x="2641363" y="1447057"/>
                  </a:cubicBezTo>
                  <a:cubicBezTo>
                    <a:pt x="2671290" y="1456344"/>
                    <a:pt x="2678514" y="1466664"/>
                    <a:pt x="2677998" y="1498138"/>
                  </a:cubicBezTo>
                  <a:cubicBezTo>
                    <a:pt x="2677998" y="1501234"/>
                    <a:pt x="2677998" y="1504330"/>
                    <a:pt x="2677998" y="1507426"/>
                  </a:cubicBezTo>
                  <a:cubicBezTo>
                    <a:pt x="2675934" y="1555928"/>
                    <a:pt x="2660454" y="1571407"/>
                    <a:pt x="2611952" y="1572955"/>
                  </a:cubicBezTo>
                  <a:cubicBezTo>
                    <a:pt x="2571190" y="1573987"/>
                    <a:pt x="2530944" y="1576051"/>
                    <a:pt x="2490182" y="1576567"/>
                  </a:cubicBezTo>
                  <a:cubicBezTo>
                    <a:pt x="2474702" y="1577083"/>
                    <a:pt x="2463867" y="1583791"/>
                    <a:pt x="2457675" y="1596690"/>
                  </a:cubicBezTo>
                  <a:cubicBezTo>
                    <a:pt x="2446324" y="1620941"/>
                    <a:pt x="2439100" y="1646224"/>
                    <a:pt x="2437036" y="1673055"/>
                  </a:cubicBezTo>
                  <a:cubicBezTo>
                    <a:pt x="2435488" y="1690082"/>
                    <a:pt x="2442712" y="1701434"/>
                    <a:pt x="2457159" y="1710205"/>
                  </a:cubicBezTo>
                  <a:cubicBezTo>
                    <a:pt x="2493278" y="1732392"/>
                    <a:pt x="2528880" y="1754579"/>
                    <a:pt x="2564483" y="1777282"/>
                  </a:cubicBezTo>
                  <a:cubicBezTo>
                    <a:pt x="2596989" y="1797405"/>
                    <a:pt x="2601117" y="1809789"/>
                    <a:pt x="2588733" y="1845907"/>
                  </a:cubicBezTo>
                  <a:cubicBezTo>
                    <a:pt x="2584606" y="1858291"/>
                    <a:pt x="2578930" y="1870158"/>
                    <a:pt x="2571706" y="1880994"/>
                  </a:cubicBezTo>
                  <a:cubicBezTo>
                    <a:pt x="2564998" y="1890797"/>
                    <a:pt x="2554163" y="1897505"/>
                    <a:pt x="2538684" y="1897505"/>
                  </a:cubicBezTo>
                  <a:close/>
                  <a:moveTo>
                    <a:pt x="1338521" y="2312867"/>
                  </a:moveTo>
                  <a:cubicBezTo>
                    <a:pt x="1869461" y="2314931"/>
                    <a:pt x="2317329" y="1887701"/>
                    <a:pt x="2316814" y="1335605"/>
                  </a:cubicBezTo>
                  <a:cubicBezTo>
                    <a:pt x="2316298" y="792797"/>
                    <a:pt x="1880813" y="359892"/>
                    <a:pt x="1340068" y="359376"/>
                  </a:cubicBezTo>
                  <a:cubicBezTo>
                    <a:pt x="796228" y="358860"/>
                    <a:pt x="363839" y="794861"/>
                    <a:pt x="361775" y="1331994"/>
                  </a:cubicBezTo>
                  <a:cubicBezTo>
                    <a:pt x="359711" y="1882026"/>
                    <a:pt x="806032" y="2314415"/>
                    <a:pt x="1338521" y="231286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25" name="Freeform: Shape 24"/>
            <p:cNvSpPr/>
            <p:nvPr/>
          </p:nvSpPr>
          <p:spPr>
            <a:xfrm>
              <a:off x="7628244" y="2084297"/>
              <a:ext cx="1757326" cy="1752551"/>
            </a:xfrm>
            <a:custGeom>
              <a:avLst/>
              <a:gdLst>
                <a:gd name="connsiteX0" fmla="*/ 30 w 1898796"/>
                <a:gd name="connsiteY0" fmla="*/ 947852 h 1893636"/>
                <a:gd name="connsiteX1" fmla="*/ 950461 w 1898796"/>
                <a:gd name="connsiteY1" fmla="*/ 2 h 1893636"/>
                <a:gd name="connsiteX2" fmla="*/ 1898827 w 1898796"/>
                <a:gd name="connsiteY2" fmla="*/ 950948 h 1893636"/>
                <a:gd name="connsiteX3" fmla="*/ 946849 w 1898796"/>
                <a:gd name="connsiteY3" fmla="*/ 1898283 h 1893636"/>
                <a:gd name="connsiteX4" fmla="*/ 30 w 1898796"/>
                <a:gd name="connsiteY4" fmla="*/ 947852 h 1893636"/>
                <a:gd name="connsiteX5" fmla="*/ 1187811 w 1898796"/>
                <a:gd name="connsiteY5" fmla="*/ 949916 h 1893636"/>
                <a:gd name="connsiteX6" fmla="*/ 949429 w 1898796"/>
                <a:gd name="connsiteY6" fmla="*/ 710503 h 1893636"/>
                <a:gd name="connsiteX7" fmla="*/ 710532 w 1898796"/>
                <a:gd name="connsiteY7" fmla="*/ 948368 h 1893636"/>
                <a:gd name="connsiteX8" fmla="*/ 948397 w 1898796"/>
                <a:gd name="connsiteY8" fmla="*/ 1188298 h 1893636"/>
                <a:gd name="connsiteX9" fmla="*/ 1187811 w 1898796"/>
                <a:gd name="connsiteY9" fmla="*/ 949916 h 1893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98796" h="1893636">
                  <a:moveTo>
                    <a:pt x="30" y="947852"/>
                  </a:moveTo>
                  <a:cubicBezTo>
                    <a:pt x="-3065" y="428263"/>
                    <a:pt x="426228" y="-1030"/>
                    <a:pt x="950461" y="2"/>
                  </a:cubicBezTo>
                  <a:cubicBezTo>
                    <a:pt x="1472114" y="1034"/>
                    <a:pt x="1899859" y="427747"/>
                    <a:pt x="1898827" y="950948"/>
                  </a:cubicBezTo>
                  <a:cubicBezTo>
                    <a:pt x="1897795" y="1468473"/>
                    <a:pt x="1477790" y="1899315"/>
                    <a:pt x="946849" y="1898283"/>
                  </a:cubicBezTo>
                  <a:cubicBezTo>
                    <a:pt x="411781" y="1896735"/>
                    <a:pt x="-4097" y="1460218"/>
                    <a:pt x="30" y="947852"/>
                  </a:cubicBezTo>
                  <a:close/>
                  <a:moveTo>
                    <a:pt x="1187811" y="949916"/>
                  </a:moveTo>
                  <a:cubicBezTo>
                    <a:pt x="1188327" y="817310"/>
                    <a:pt x="1084099" y="710503"/>
                    <a:pt x="949429" y="710503"/>
                  </a:cubicBezTo>
                  <a:cubicBezTo>
                    <a:pt x="805987" y="710503"/>
                    <a:pt x="710015" y="828146"/>
                    <a:pt x="710532" y="948368"/>
                  </a:cubicBezTo>
                  <a:cubicBezTo>
                    <a:pt x="711048" y="1081490"/>
                    <a:pt x="815791" y="1188298"/>
                    <a:pt x="948397" y="1188298"/>
                  </a:cubicBezTo>
                  <a:cubicBezTo>
                    <a:pt x="1081003" y="1188298"/>
                    <a:pt x="1187294" y="1083038"/>
                    <a:pt x="1187811" y="949916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 dirty="0"/>
            </a:p>
          </p:txBody>
        </p:sp>
      </p:grpSp>
      <p:grpSp>
        <p:nvGrpSpPr>
          <p:cNvPr id="26" name="Group 25"/>
          <p:cNvGrpSpPr/>
          <p:nvPr userDrawn="1"/>
        </p:nvGrpSpPr>
        <p:grpSpPr>
          <a:xfrm rot="6679697" flipV="1">
            <a:off x="2078790" y="3514736"/>
            <a:ext cx="586390" cy="407836"/>
            <a:chOff x="5405974" y="1533288"/>
            <a:chExt cx="611040" cy="424965"/>
          </a:xfrm>
        </p:grpSpPr>
        <p:sp>
          <p:nvSpPr>
            <p:cNvPr id="27" name="Trapezoid 26"/>
            <p:cNvSpPr/>
            <p:nvPr/>
          </p:nvSpPr>
          <p:spPr>
            <a:xfrm rot="5912136" flipH="1">
              <a:off x="5633173" y="1617814"/>
              <a:ext cx="141626" cy="93186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 dirty="0"/>
            </a:p>
          </p:txBody>
        </p:sp>
        <p:sp>
          <p:nvSpPr>
            <p:cNvPr id="28" name="Trapezoid 27"/>
            <p:cNvSpPr/>
            <p:nvPr/>
          </p:nvSpPr>
          <p:spPr>
            <a:xfrm rot="5912136" flipH="1">
              <a:off x="5438996" y="1500266"/>
              <a:ext cx="200130" cy="266173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29" name="Trapezoid 28"/>
            <p:cNvSpPr/>
            <p:nvPr/>
          </p:nvSpPr>
          <p:spPr>
            <a:xfrm rot="7277434" flipH="1">
              <a:off x="5857778" y="1735728"/>
              <a:ext cx="103331" cy="96694"/>
            </a:xfrm>
            <a:prstGeom prst="trapezoid">
              <a:avLst>
                <a:gd name="adj" fmla="val 12383"/>
              </a:avLst>
            </a:prstGeom>
            <a:solidFill>
              <a:schemeClr val="accent2">
                <a:lumMod val="50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30" name="Trapezoid 29"/>
            <p:cNvSpPr/>
            <p:nvPr/>
          </p:nvSpPr>
          <p:spPr>
            <a:xfrm rot="7277434" flipH="1">
              <a:off x="5727739" y="1619233"/>
              <a:ext cx="146016" cy="194202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31" name="Trapezoid 30"/>
            <p:cNvSpPr/>
            <p:nvPr/>
          </p:nvSpPr>
          <p:spPr>
            <a:xfrm rot="8867088" flipH="1">
              <a:off x="5923517" y="1775373"/>
              <a:ext cx="93497" cy="182880"/>
            </a:xfrm>
            <a:prstGeom prst="trapezoid">
              <a:avLst>
                <a:gd name="adj" fmla="val 12383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 dirty="0"/>
            </a:p>
          </p:txBody>
        </p:sp>
      </p:grpSp>
      <p:grpSp>
        <p:nvGrpSpPr>
          <p:cNvPr id="4" name="Group 3"/>
          <p:cNvGrpSpPr/>
          <p:nvPr userDrawn="1"/>
        </p:nvGrpSpPr>
        <p:grpSpPr>
          <a:xfrm rot="2246763">
            <a:off x="1632253" y="1126380"/>
            <a:ext cx="1677230" cy="1470157"/>
            <a:chOff x="2753518" y="2997140"/>
            <a:chExt cx="2028524" cy="1778017"/>
          </a:xfrm>
          <a:solidFill>
            <a:schemeClr val="bg1">
              <a:alpha val="5000"/>
            </a:schemeClr>
          </a:solidFill>
        </p:grpSpPr>
        <p:sp>
          <p:nvSpPr>
            <p:cNvPr id="5" name="Freeform: Shape 4"/>
            <p:cNvSpPr/>
            <p:nvPr/>
          </p:nvSpPr>
          <p:spPr>
            <a:xfrm>
              <a:off x="2753518" y="3683131"/>
              <a:ext cx="796648" cy="799367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3563163" y="3556278"/>
              <a:ext cx="1218879" cy="1218879"/>
              <a:chOff x="3264582" y="1870309"/>
              <a:chExt cx="1774962" cy="1774962"/>
            </a:xfrm>
            <a:grpFill/>
          </p:grpSpPr>
          <p:sp>
            <p:nvSpPr>
              <p:cNvPr id="8" name="Freeform: Shape 7"/>
              <p:cNvSpPr/>
              <p:nvPr/>
            </p:nvSpPr>
            <p:spPr>
              <a:xfrm>
                <a:off x="3264582" y="1870309"/>
                <a:ext cx="1774962" cy="1774962"/>
              </a:xfrm>
              <a:custGeom>
                <a:avLst/>
                <a:gdLst>
                  <a:gd name="connsiteX0" fmla="*/ 894776 w 1774962"/>
                  <a:gd name="connsiteY0" fmla="*/ 1775736 h 1774962"/>
                  <a:gd name="connsiteX1" fmla="*/ 852466 w 1774962"/>
                  <a:gd name="connsiteY1" fmla="*/ 1775736 h 1774962"/>
                  <a:gd name="connsiteX2" fmla="*/ 839567 w 1774962"/>
                  <a:gd name="connsiteY2" fmla="*/ 1764901 h 1774962"/>
                  <a:gd name="connsiteX3" fmla="*/ 819960 w 1774962"/>
                  <a:gd name="connsiteY3" fmla="*/ 1666349 h 1774962"/>
                  <a:gd name="connsiteX4" fmla="*/ 822024 w 1774962"/>
                  <a:gd name="connsiteY4" fmla="*/ 1636938 h 1774962"/>
                  <a:gd name="connsiteX5" fmla="*/ 811704 w 1774962"/>
                  <a:gd name="connsiteY5" fmla="*/ 1623523 h 1774962"/>
                  <a:gd name="connsiteX6" fmla="*/ 695093 w 1774962"/>
                  <a:gd name="connsiteY6" fmla="*/ 1601852 h 1774962"/>
                  <a:gd name="connsiteX7" fmla="*/ 680130 w 1774962"/>
                  <a:gd name="connsiteY7" fmla="*/ 1610623 h 1774962"/>
                  <a:gd name="connsiteX8" fmla="*/ 615116 w 1774962"/>
                  <a:gd name="connsiteY8" fmla="*/ 1727234 h 1774962"/>
                  <a:gd name="connsiteX9" fmla="*/ 603765 w 1774962"/>
                  <a:gd name="connsiteY9" fmla="*/ 1730330 h 1774962"/>
                  <a:gd name="connsiteX10" fmla="*/ 512953 w 1774962"/>
                  <a:gd name="connsiteY10" fmla="*/ 1694212 h 1774962"/>
                  <a:gd name="connsiteX11" fmla="*/ 507277 w 1774962"/>
                  <a:gd name="connsiteY11" fmla="*/ 1681828 h 1774962"/>
                  <a:gd name="connsiteX12" fmla="*/ 527400 w 1774962"/>
                  <a:gd name="connsiteY12" fmla="*/ 1583277 h 1774962"/>
                  <a:gd name="connsiteX13" fmla="*/ 541848 w 1774962"/>
                  <a:gd name="connsiteY13" fmla="*/ 1552834 h 1774962"/>
                  <a:gd name="connsiteX14" fmla="*/ 537720 w 1774962"/>
                  <a:gd name="connsiteY14" fmla="*/ 1539418 h 1774962"/>
                  <a:gd name="connsiteX15" fmla="*/ 435041 w 1774962"/>
                  <a:gd name="connsiteY15" fmla="*/ 1472857 h 1774962"/>
                  <a:gd name="connsiteX16" fmla="*/ 420593 w 1774962"/>
                  <a:gd name="connsiteY16" fmla="*/ 1474921 h 1774962"/>
                  <a:gd name="connsiteX17" fmla="*/ 315334 w 1774962"/>
                  <a:gd name="connsiteY17" fmla="*/ 1559026 h 1774962"/>
                  <a:gd name="connsiteX18" fmla="*/ 302950 w 1774962"/>
                  <a:gd name="connsiteY18" fmla="*/ 1557478 h 1774962"/>
                  <a:gd name="connsiteX19" fmla="*/ 233809 w 1774962"/>
                  <a:gd name="connsiteY19" fmla="*/ 1490401 h 1774962"/>
                  <a:gd name="connsiteX20" fmla="*/ 232777 w 1774962"/>
                  <a:gd name="connsiteY20" fmla="*/ 1476985 h 1774962"/>
                  <a:gd name="connsiteX21" fmla="*/ 289019 w 1774962"/>
                  <a:gd name="connsiteY21" fmla="*/ 1393397 h 1774962"/>
                  <a:gd name="connsiteX22" fmla="*/ 312754 w 1774962"/>
                  <a:gd name="connsiteY22" fmla="*/ 1371726 h 1774962"/>
                  <a:gd name="connsiteX23" fmla="*/ 314818 w 1774962"/>
                  <a:gd name="connsiteY23" fmla="*/ 1355731 h 1774962"/>
                  <a:gd name="connsiteX24" fmla="*/ 246193 w 1774962"/>
                  <a:gd name="connsiteY24" fmla="*/ 1255631 h 1774962"/>
                  <a:gd name="connsiteX25" fmla="*/ 230713 w 1774962"/>
                  <a:gd name="connsiteY25" fmla="*/ 1253051 h 1774962"/>
                  <a:gd name="connsiteX26" fmla="*/ 102751 w 1774962"/>
                  <a:gd name="connsiteY26" fmla="*/ 1289685 h 1774962"/>
                  <a:gd name="connsiteX27" fmla="*/ 91916 w 1774962"/>
                  <a:gd name="connsiteY27" fmla="*/ 1282978 h 1774962"/>
                  <a:gd name="connsiteX28" fmla="*/ 53733 w 1774962"/>
                  <a:gd name="connsiteY28" fmla="*/ 1194230 h 1774962"/>
                  <a:gd name="connsiteX29" fmla="*/ 58377 w 1774962"/>
                  <a:gd name="connsiteY29" fmla="*/ 1181330 h 1774962"/>
                  <a:gd name="connsiteX30" fmla="*/ 142481 w 1774962"/>
                  <a:gd name="connsiteY30" fmla="*/ 1125605 h 1774962"/>
                  <a:gd name="connsiteX31" fmla="*/ 173956 w 1774962"/>
                  <a:gd name="connsiteY31" fmla="*/ 1114253 h 1774962"/>
                  <a:gd name="connsiteX32" fmla="*/ 180664 w 1774962"/>
                  <a:gd name="connsiteY32" fmla="*/ 1101870 h 1774962"/>
                  <a:gd name="connsiteX33" fmla="*/ 154865 w 1774962"/>
                  <a:gd name="connsiteY33" fmla="*/ 981131 h 1774962"/>
                  <a:gd name="connsiteX34" fmla="*/ 144029 w 1774962"/>
                  <a:gd name="connsiteY34" fmla="*/ 973391 h 1774962"/>
                  <a:gd name="connsiteX35" fmla="*/ 10391 w 1774962"/>
                  <a:gd name="connsiteY35" fmla="*/ 958428 h 1774962"/>
                  <a:gd name="connsiteX36" fmla="*/ 2135 w 1774962"/>
                  <a:gd name="connsiteY36" fmla="*/ 948624 h 1774962"/>
                  <a:gd name="connsiteX37" fmla="*/ 588 w 1774962"/>
                  <a:gd name="connsiteY37" fmla="*/ 850589 h 1774962"/>
                  <a:gd name="connsiteX38" fmla="*/ 10391 w 1774962"/>
                  <a:gd name="connsiteY38" fmla="*/ 840785 h 1774962"/>
                  <a:gd name="connsiteX39" fmla="*/ 110491 w 1774962"/>
                  <a:gd name="connsiteY39" fmla="*/ 820662 h 1774962"/>
                  <a:gd name="connsiteX40" fmla="*/ 139901 w 1774962"/>
                  <a:gd name="connsiteY40" fmla="*/ 822726 h 1774962"/>
                  <a:gd name="connsiteX41" fmla="*/ 153317 w 1774962"/>
                  <a:gd name="connsiteY41" fmla="*/ 811890 h 1774962"/>
                  <a:gd name="connsiteX42" fmla="*/ 174472 w 1774962"/>
                  <a:gd name="connsiteY42" fmla="*/ 696827 h 1774962"/>
                  <a:gd name="connsiteX43" fmla="*/ 164152 w 1774962"/>
                  <a:gd name="connsiteY43" fmla="*/ 680316 h 1774962"/>
                  <a:gd name="connsiteX44" fmla="*/ 49090 w 1774962"/>
                  <a:gd name="connsiteY44" fmla="*/ 615819 h 1774962"/>
                  <a:gd name="connsiteX45" fmla="*/ 45993 w 1774962"/>
                  <a:gd name="connsiteY45" fmla="*/ 606015 h 1774962"/>
                  <a:gd name="connsiteX46" fmla="*/ 82628 w 1774962"/>
                  <a:gd name="connsiteY46" fmla="*/ 513655 h 1774962"/>
                  <a:gd name="connsiteX47" fmla="*/ 93979 w 1774962"/>
                  <a:gd name="connsiteY47" fmla="*/ 508496 h 1774962"/>
                  <a:gd name="connsiteX48" fmla="*/ 224006 w 1774962"/>
                  <a:gd name="connsiteY48" fmla="*/ 543066 h 1774962"/>
                  <a:gd name="connsiteX49" fmla="*/ 236905 w 1774962"/>
                  <a:gd name="connsiteY49" fmla="*/ 538938 h 1774962"/>
                  <a:gd name="connsiteX50" fmla="*/ 302434 w 1774962"/>
                  <a:gd name="connsiteY50" fmla="*/ 437291 h 1774962"/>
                  <a:gd name="connsiteX51" fmla="*/ 302950 w 1774962"/>
                  <a:gd name="connsiteY51" fmla="*/ 423359 h 1774962"/>
                  <a:gd name="connsiteX52" fmla="*/ 238453 w 1774962"/>
                  <a:gd name="connsiteY52" fmla="*/ 346995 h 1774962"/>
                  <a:gd name="connsiteX53" fmla="*/ 228650 w 1774962"/>
                  <a:gd name="connsiteY53" fmla="*/ 333063 h 1774962"/>
                  <a:gd name="connsiteX54" fmla="*/ 230713 w 1774962"/>
                  <a:gd name="connsiteY54" fmla="*/ 290237 h 1774962"/>
                  <a:gd name="connsiteX55" fmla="*/ 283859 w 1774962"/>
                  <a:gd name="connsiteY55" fmla="*/ 236060 h 1774962"/>
                  <a:gd name="connsiteX56" fmla="*/ 300370 w 1774962"/>
                  <a:gd name="connsiteY56" fmla="*/ 234512 h 1774962"/>
                  <a:gd name="connsiteX57" fmla="*/ 380863 w 1774962"/>
                  <a:gd name="connsiteY57" fmla="*/ 288173 h 1774962"/>
                  <a:gd name="connsiteX58" fmla="*/ 403050 w 1774962"/>
                  <a:gd name="connsiteY58" fmla="*/ 311392 h 1774962"/>
                  <a:gd name="connsiteX59" fmla="*/ 422141 w 1774962"/>
                  <a:gd name="connsiteY59" fmla="*/ 313972 h 1774962"/>
                  <a:gd name="connsiteX60" fmla="*/ 519661 w 1774962"/>
                  <a:gd name="connsiteY60" fmla="*/ 246895 h 1774962"/>
                  <a:gd name="connsiteX61" fmla="*/ 524820 w 1774962"/>
                  <a:gd name="connsiteY61" fmla="*/ 233996 h 1774962"/>
                  <a:gd name="connsiteX62" fmla="*/ 492314 w 1774962"/>
                  <a:gd name="connsiteY62" fmla="*/ 127704 h 1774962"/>
                  <a:gd name="connsiteX63" fmla="*/ 514501 w 1774962"/>
                  <a:gd name="connsiteY63" fmla="*/ 82298 h 1774962"/>
                  <a:gd name="connsiteX64" fmla="*/ 578482 w 1774962"/>
                  <a:gd name="connsiteY64" fmla="*/ 55468 h 1774962"/>
                  <a:gd name="connsiteX65" fmla="*/ 595509 w 1774962"/>
                  <a:gd name="connsiteY65" fmla="*/ 60111 h 1774962"/>
                  <a:gd name="connsiteX66" fmla="*/ 648655 w 1774962"/>
                  <a:gd name="connsiteY66" fmla="*/ 139572 h 1774962"/>
                  <a:gd name="connsiteX67" fmla="*/ 661039 w 1774962"/>
                  <a:gd name="connsiteY67" fmla="*/ 172078 h 1774962"/>
                  <a:gd name="connsiteX68" fmla="*/ 675486 w 1774962"/>
                  <a:gd name="connsiteY68" fmla="*/ 180334 h 1774962"/>
                  <a:gd name="connsiteX69" fmla="*/ 792613 w 1774962"/>
                  <a:gd name="connsiteY69" fmla="*/ 155567 h 1774962"/>
                  <a:gd name="connsiteX70" fmla="*/ 801900 w 1774962"/>
                  <a:gd name="connsiteY70" fmla="*/ 143700 h 1774962"/>
                  <a:gd name="connsiteX71" fmla="*/ 816864 w 1774962"/>
                  <a:gd name="connsiteY71" fmla="*/ 11094 h 1774962"/>
                  <a:gd name="connsiteX72" fmla="*/ 826151 w 1774962"/>
                  <a:gd name="connsiteY72" fmla="*/ 2322 h 1774962"/>
                  <a:gd name="connsiteX73" fmla="*/ 925219 w 1774962"/>
                  <a:gd name="connsiteY73" fmla="*/ 774 h 1774962"/>
                  <a:gd name="connsiteX74" fmla="*/ 934507 w 1774962"/>
                  <a:gd name="connsiteY74" fmla="*/ 10062 h 1774962"/>
                  <a:gd name="connsiteX75" fmla="*/ 954114 w 1774962"/>
                  <a:gd name="connsiteY75" fmla="*/ 111193 h 1774962"/>
                  <a:gd name="connsiteX76" fmla="*/ 952050 w 1774962"/>
                  <a:gd name="connsiteY76" fmla="*/ 140604 h 1774962"/>
                  <a:gd name="connsiteX77" fmla="*/ 962369 w 1774962"/>
                  <a:gd name="connsiteY77" fmla="*/ 152987 h 1774962"/>
                  <a:gd name="connsiteX78" fmla="*/ 1078980 w 1774962"/>
                  <a:gd name="connsiteY78" fmla="*/ 174658 h 1774962"/>
                  <a:gd name="connsiteX79" fmla="*/ 1093428 w 1774962"/>
                  <a:gd name="connsiteY79" fmla="*/ 168467 h 1774962"/>
                  <a:gd name="connsiteX80" fmla="*/ 1147089 w 1774962"/>
                  <a:gd name="connsiteY80" fmla="*/ 69399 h 1774962"/>
                  <a:gd name="connsiteX81" fmla="*/ 1192495 w 1774962"/>
                  <a:gd name="connsiteY81" fmla="*/ 54436 h 1774962"/>
                  <a:gd name="connsiteX82" fmla="*/ 1258024 w 1774962"/>
                  <a:gd name="connsiteY82" fmla="*/ 81266 h 1774962"/>
                  <a:gd name="connsiteX83" fmla="*/ 1267312 w 1774962"/>
                  <a:gd name="connsiteY83" fmla="*/ 96746 h 1774962"/>
                  <a:gd name="connsiteX84" fmla="*/ 1247705 w 1774962"/>
                  <a:gd name="connsiteY84" fmla="*/ 192718 h 1774962"/>
                  <a:gd name="connsiteX85" fmla="*/ 1233258 w 1774962"/>
                  <a:gd name="connsiteY85" fmla="*/ 224192 h 1774962"/>
                  <a:gd name="connsiteX86" fmla="*/ 1237385 w 1774962"/>
                  <a:gd name="connsiteY86" fmla="*/ 237608 h 1774962"/>
                  <a:gd name="connsiteX87" fmla="*/ 1340065 w 1774962"/>
                  <a:gd name="connsiteY87" fmla="*/ 304169 h 1774962"/>
                  <a:gd name="connsiteX88" fmla="*/ 1354512 w 1774962"/>
                  <a:gd name="connsiteY88" fmla="*/ 302621 h 1774962"/>
                  <a:gd name="connsiteX89" fmla="*/ 1459771 w 1774962"/>
                  <a:gd name="connsiteY89" fmla="*/ 218516 h 1774962"/>
                  <a:gd name="connsiteX90" fmla="*/ 1472155 w 1774962"/>
                  <a:gd name="connsiteY90" fmla="*/ 220064 h 1774962"/>
                  <a:gd name="connsiteX91" fmla="*/ 1541296 w 1774962"/>
                  <a:gd name="connsiteY91" fmla="*/ 287657 h 1774962"/>
                  <a:gd name="connsiteX92" fmla="*/ 1542328 w 1774962"/>
                  <a:gd name="connsiteY92" fmla="*/ 301073 h 1774962"/>
                  <a:gd name="connsiteX93" fmla="*/ 1485570 w 1774962"/>
                  <a:gd name="connsiteY93" fmla="*/ 385693 h 1774962"/>
                  <a:gd name="connsiteX94" fmla="*/ 1462868 w 1774962"/>
                  <a:gd name="connsiteY94" fmla="*/ 406332 h 1774962"/>
                  <a:gd name="connsiteX95" fmla="*/ 1460803 w 1774962"/>
                  <a:gd name="connsiteY95" fmla="*/ 422327 h 1774962"/>
                  <a:gd name="connsiteX96" fmla="*/ 1529428 w 1774962"/>
                  <a:gd name="connsiteY96" fmla="*/ 522427 h 1774962"/>
                  <a:gd name="connsiteX97" fmla="*/ 1544908 w 1774962"/>
                  <a:gd name="connsiteY97" fmla="*/ 525007 h 1774962"/>
                  <a:gd name="connsiteX98" fmla="*/ 1672870 w 1774962"/>
                  <a:gd name="connsiteY98" fmla="*/ 488373 h 1774962"/>
                  <a:gd name="connsiteX99" fmla="*/ 1683706 w 1774962"/>
                  <a:gd name="connsiteY99" fmla="*/ 495080 h 1774962"/>
                  <a:gd name="connsiteX100" fmla="*/ 1721888 w 1774962"/>
                  <a:gd name="connsiteY100" fmla="*/ 583828 h 1774962"/>
                  <a:gd name="connsiteX101" fmla="*/ 1717244 w 1774962"/>
                  <a:gd name="connsiteY101" fmla="*/ 596728 h 1774962"/>
                  <a:gd name="connsiteX102" fmla="*/ 1633140 w 1774962"/>
                  <a:gd name="connsiteY102" fmla="*/ 652453 h 1774962"/>
                  <a:gd name="connsiteX103" fmla="*/ 1601665 w 1774962"/>
                  <a:gd name="connsiteY103" fmla="*/ 663805 h 1774962"/>
                  <a:gd name="connsiteX104" fmla="*/ 1594958 w 1774962"/>
                  <a:gd name="connsiteY104" fmla="*/ 676188 h 1774962"/>
                  <a:gd name="connsiteX105" fmla="*/ 1620241 w 1774962"/>
                  <a:gd name="connsiteY105" fmla="*/ 795895 h 1774962"/>
                  <a:gd name="connsiteX106" fmla="*/ 1631076 w 1774962"/>
                  <a:gd name="connsiteY106" fmla="*/ 804667 h 1774962"/>
                  <a:gd name="connsiteX107" fmla="*/ 1763682 w 1774962"/>
                  <a:gd name="connsiteY107" fmla="*/ 819630 h 1774962"/>
                  <a:gd name="connsiteX108" fmla="*/ 1773486 w 1774962"/>
                  <a:gd name="connsiteY108" fmla="*/ 829950 h 1774962"/>
                  <a:gd name="connsiteX109" fmla="*/ 1775034 w 1774962"/>
                  <a:gd name="connsiteY109" fmla="*/ 927985 h 1774962"/>
                  <a:gd name="connsiteX110" fmla="*/ 1766262 w 1774962"/>
                  <a:gd name="connsiteY110" fmla="*/ 937273 h 1774962"/>
                  <a:gd name="connsiteX111" fmla="*/ 1663583 w 1774962"/>
                  <a:gd name="connsiteY111" fmla="*/ 957396 h 1774962"/>
                  <a:gd name="connsiteX112" fmla="*/ 1636752 w 1774962"/>
                  <a:gd name="connsiteY112" fmla="*/ 955332 h 1774962"/>
                  <a:gd name="connsiteX113" fmla="*/ 1622304 w 1774962"/>
                  <a:gd name="connsiteY113" fmla="*/ 966684 h 1774962"/>
                  <a:gd name="connsiteX114" fmla="*/ 1601149 w 1774962"/>
                  <a:gd name="connsiteY114" fmla="*/ 1081746 h 1774962"/>
                  <a:gd name="connsiteX115" fmla="*/ 1610437 w 1774962"/>
                  <a:gd name="connsiteY115" fmla="*/ 1097742 h 1774962"/>
                  <a:gd name="connsiteX116" fmla="*/ 1726016 w 1774962"/>
                  <a:gd name="connsiteY116" fmla="*/ 1161723 h 1774962"/>
                  <a:gd name="connsiteX117" fmla="*/ 1729112 w 1774962"/>
                  <a:gd name="connsiteY117" fmla="*/ 1174107 h 1774962"/>
                  <a:gd name="connsiteX118" fmla="*/ 1693509 w 1774962"/>
                  <a:gd name="connsiteY118" fmla="*/ 1263887 h 1774962"/>
                  <a:gd name="connsiteX119" fmla="*/ 1681126 w 1774962"/>
                  <a:gd name="connsiteY119" fmla="*/ 1270078 h 1774962"/>
                  <a:gd name="connsiteX120" fmla="*/ 1581542 w 1774962"/>
                  <a:gd name="connsiteY120" fmla="*/ 1249955 h 1774962"/>
                  <a:gd name="connsiteX121" fmla="*/ 1552647 w 1774962"/>
                  <a:gd name="connsiteY121" fmla="*/ 1236024 h 1774962"/>
                  <a:gd name="connsiteX122" fmla="*/ 1538200 w 1774962"/>
                  <a:gd name="connsiteY122" fmla="*/ 1240152 h 1774962"/>
                  <a:gd name="connsiteX123" fmla="*/ 1473187 w 1774962"/>
                  <a:gd name="connsiteY123" fmla="*/ 1340767 h 1774962"/>
                  <a:gd name="connsiteX124" fmla="*/ 1475251 w 1774962"/>
                  <a:gd name="connsiteY124" fmla="*/ 1358310 h 1774962"/>
                  <a:gd name="connsiteX125" fmla="*/ 1535104 w 1774962"/>
                  <a:gd name="connsiteY125" fmla="*/ 1430031 h 1774962"/>
                  <a:gd name="connsiteX126" fmla="*/ 1545424 w 1774962"/>
                  <a:gd name="connsiteY126" fmla="*/ 1444995 h 1774962"/>
                  <a:gd name="connsiteX127" fmla="*/ 1542844 w 1774962"/>
                  <a:gd name="connsiteY127" fmla="*/ 1489885 h 1774962"/>
                  <a:gd name="connsiteX128" fmla="*/ 1491246 w 1774962"/>
                  <a:gd name="connsiteY128" fmla="*/ 1542514 h 1774962"/>
                  <a:gd name="connsiteX129" fmla="*/ 1472155 w 1774962"/>
                  <a:gd name="connsiteY129" fmla="*/ 1544062 h 1774962"/>
                  <a:gd name="connsiteX130" fmla="*/ 1393726 w 1774962"/>
                  <a:gd name="connsiteY130" fmla="*/ 1491948 h 1774962"/>
                  <a:gd name="connsiteX131" fmla="*/ 1369992 w 1774962"/>
                  <a:gd name="connsiteY131" fmla="*/ 1466666 h 1774962"/>
                  <a:gd name="connsiteX132" fmla="*/ 1352964 w 1774962"/>
                  <a:gd name="connsiteY132" fmla="*/ 1464602 h 1774962"/>
                  <a:gd name="connsiteX133" fmla="*/ 1254413 w 1774962"/>
                  <a:gd name="connsiteY133" fmla="*/ 1532711 h 1774962"/>
                  <a:gd name="connsiteX134" fmla="*/ 1248737 w 1774962"/>
                  <a:gd name="connsiteY134" fmla="*/ 1544578 h 1774962"/>
                  <a:gd name="connsiteX135" fmla="*/ 1284339 w 1774962"/>
                  <a:gd name="connsiteY135" fmla="*/ 1662221 h 1774962"/>
                  <a:gd name="connsiteX136" fmla="*/ 1268860 w 1774962"/>
                  <a:gd name="connsiteY136" fmla="*/ 1693180 h 1774962"/>
                  <a:gd name="connsiteX137" fmla="*/ 1195591 w 1774962"/>
                  <a:gd name="connsiteY137" fmla="*/ 1724654 h 1774962"/>
                  <a:gd name="connsiteX138" fmla="*/ 1178564 w 1774962"/>
                  <a:gd name="connsiteY138" fmla="*/ 1719495 h 1774962"/>
                  <a:gd name="connsiteX139" fmla="*/ 1125418 w 1774962"/>
                  <a:gd name="connsiteY139" fmla="*/ 1640034 h 1774962"/>
                  <a:gd name="connsiteX140" fmla="*/ 1113035 w 1774962"/>
                  <a:gd name="connsiteY140" fmla="*/ 1606496 h 1774962"/>
                  <a:gd name="connsiteX141" fmla="*/ 1099619 w 1774962"/>
                  <a:gd name="connsiteY141" fmla="*/ 1599272 h 1774962"/>
                  <a:gd name="connsiteX142" fmla="*/ 979913 w 1774962"/>
                  <a:gd name="connsiteY142" fmla="*/ 1624555 h 1774962"/>
                  <a:gd name="connsiteX143" fmla="*/ 972173 w 1774962"/>
                  <a:gd name="connsiteY143" fmla="*/ 1634874 h 1774962"/>
                  <a:gd name="connsiteX144" fmla="*/ 957726 w 1774962"/>
                  <a:gd name="connsiteY144" fmla="*/ 1767481 h 1774962"/>
                  <a:gd name="connsiteX145" fmla="*/ 945858 w 1774962"/>
                  <a:gd name="connsiteY145" fmla="*/ 1777800 h 1774962"/>
                  <a:gd name="connsiteX146" fmla="*/ 895808 w 1774962"/>
                  <a:gd name="connsiteY146" fmla="*/ 1779864 h 1774962"/>
                  <a:gd name="connsiteX147" fmla="*/ 894776 w 1774962"/>
                  <a:gd name="connsiteY147" fmla="*/ 1775736 h 1774962"/>
                  <a:gd name="connsiteX148" fmla="*/ 890648 w 1774962"/>
                  <a:gd name="connsiteY148" fmla="*/ 1454798 h 1774962"/>
                  <a:gd name="connsiteX149" fmla="*/ 1452548 w 1774962"/>
                  <a:gd name="connsiteY149" fmla="*/ 884127 h 1774962"/>
                  <a:gd name="connsiteX150" fmla="*/ 881361 w 1774962"/>
                  <a:gd name="connsiteY150" fmla="*/ 322228 h 1774962"/>
                  <a:gd name="connsiteX151" fmla="*/ 320494 w 1774962"/>
                  <a:gd name="connsiteY151" fmla="*/ 893415 h 1774962"/>
                  <a:gd name="connsiteX152" fmla="*/ 890648 w 1774962"/>
                  <a:gd name="connsiteY152" fmla="*/ 1454798 h 177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774962" h="1774962">
                    <a:moveTo>
                      <a:pt x="894776" y="1775736"/>
                    </a:moveTo>
                    <a:cubicBezTo>
                      <a:pt x="880845" y="1775736"/>
                      <a:pt x="866397" y="1775736"/>
                      <a:pt x="852466" y="1775736"/>
                    </a:cubicBezTo>
                    <a:cubicBezTo>
                      <a:pt x="844726" y="1775736"/>
                      <a:pt x="840599" y="1772640"/>
                      <a:pt x="839567" y="1764901"/>
                    </a:cubicBezTo>
                    <a:cubicBezTo>
                      <a:pt x="833375" y="1731878"/>
                      <a:pt x="826151" y="1699371"/>
                      <a:pt x="819960" y="1666349"/>
                    </a:cubicBezTo>
                    <a:cubicBezTo>
                      <a:pt x="817896" y="1656545"/>
                      <a:pt x="820992" y="1646742"/>
                      <a:pt x="822024" y="1636938"/>
                    </a:cubicBezTo>
                    <a:cubicBezTo>
                      <a:pt x="823056" y="1628682"/>
                      <a:pt x="820992" y="1624555"/>
                      <a:pt x="811704" y="1623523"/>
                    </a:cubicBezTo>
                    <a:cubicBezTo>
                      <a:pt x="772490" y="1619395"/>
                      <a:pt x="733275" y="1612171"/>
                      <a:pt x="695093" y="1601852"/>
                    </a:cubicBezTo>
                    <a:cubicBezTo>
                      <a:pt x="686837" y="1599788"/>
                      <a:pt x="682194" y="1602368"/>
                      <a:pt x="680130" y="1610623"/>
                    </a:cubicBezTo>
                    <a:cubicBezTo>
                      <a:pt x="669294" y="1655513"/>
                      <a:pt x="636788" y="1688020"/>
                      <a:pt x="615116" y="1727234"/>
                    </a:cubicBezTo>
                    <a:cubicBezTo>
                      <a:pt x="612537" y="1731878"/>
                      <a:pt x="608409" y="1731878"/>
                      <a:pt x="603765" y="1730330"/>
                    </a:cubicBezTo>
                    <a:cubicBezTo>
                      <a:pt x="572807" y="1720011"/>
                      <a:pt x="542364" y="1707627"/>
                      <a:pt x="512953" y="1694212"/>
                    </a:cubicBezTo>
                    <a:cubicBezTo>
                      <a:pt x="506761" y="1691632"/>
                      <a:pt x="506245" y="1686988"/>
                      <a:pt x="507277" y="1681828"/>
                    </a:cubicBezTo>
                    <a:cubicBezTo>
                      <a:pt x="513985" y="1648806"/>
                      <a:pt x="519661" y="1615783"/>
                      <a:pt x="527400" y="1583277"/>
                    </a:cubicBezTo>
                    <a:cubicBezTo>
                      <a:pt x="529980" y="1572441"/>
                      <a:pt x="536172" y="1562637"/>
                      <a:pt x="541848" y="1552834"/>
                    </a:cubicBezTo>
                    <a:cubicBezTo>
                      <a:pt x="545460" y="1546642"/>
                      <a:pt x="544428" y="1543030"/>
                      <a:pt x="537720" y="1539418"/>
                    </a:cubicBezTo>
                    <a:cubicBezTo>
                      <a:pt x="501601" y="1520327"/>
                      <a:pt x="467547" y="1497624"/>
                      <a:pt x="435041" y="1472857"/>
                    </a:cubicBezTo>
                    <a:cubicBezTo>
                      <a:pt x="429365" y="1468214"/>
                      <a:pt x="425237" y="1468214"/>
                      <a:pt x="420593" y="1474921"/>
                    </a:cubicBezTo>
                    <a:cubicBezTo>
                      <a:pt x="393762" y="1512588"/>
                      <a:pt x="350936" y="1531163"/>
                      <a:pt x="315334" y="1559026"/>
                    </a:cubicBezTo>
                    <a:cubicBezTo>
                      <a:pt x="310690" y="1562637"/>
                      <a:pt x="307078" y="1561090"/>
                      <a:pt x="302950" y="1557478"/>
                    </a:cubicBezTo>
                    <a:cubicBezTo>
                      <a:pt x="278699" y="1536323"/>
                      <a:pt x="255996" y="1513104"/>
                      <a:pt x="233809" y="1490401"/>
                    </a:cubicBezTo>
                    <a:cubicBezTo>
                      <a:pt x="229682" y="1485757"/>
                      <a:pt x="229165" y="1482145"/>
                      <a:pt x="232777" y="1476985"/>
                    </a:cubicBezTo>
                    <a:cubicBezTo>
                      <a:pt x="251352" y="1449122"/>
                      <a:pt x="269928" y="1421260"/>
                      <a:pt x="289019" y="1393397"/>
                    </a:cubicBezTo>
                    <a:cubicBezTo>
                      <a:pt x="295210" y="1384625"/>
                      <a:pt x="304498" y="1378949"/>
                      <a:pt x="312754" y="1371726"/>
                    </a:cubicBezTo>
                    <a:cubicBezTo>
                      <a:pt x="318946" y="1366566"/>
                      <a:pt x="319978" y="1361922"/>
                      <a:pt x="314818" y="1355731"/>
                    </a:cubicBezTo>
                    <a:cubicBezTo>
                      <a:pt x="289535" y="1324256"/>
                      <a:pt x="266316" y="1291233"/>
                      <a:pt x="246193" y="1255631"/>
                    </a:cubicBezTo>
                    <a:cubicBezTo>
                      <a:pt x="241549" y="1247375"/>
                      <a:pt x="236905" y="1248923"/>
                      <a:pt x="230713" y="1253051"/>
                    </a:cubicBezTo>
                    <a:cubicBezTo>
                      <a:pt x="191499" y="1277302"/>
                      <a:pt x="145577" y="1277818"/>
                      <a:pt x="102751" y="1289685"/>
                    </a:cubicBezTo>
                    <a:cubicBezTo>
                      <a:pt x="97075" y="1291233"/>
                      <a:pt x="93979" y="1288137"/>
                      <a:pt x="91916" y="1282978"/>
                    </a:cubicBezTo>
                    <a:cubicBezTo>
                      <a:pt x="77984" y="1254083"/>
                      <a:pt x="65085" y="1224156"/>
                      <a:pt x="53733" y="1194230"/>
                    </a:cubicBezTo>
                    <a:cubicBezTo>
                      <a:pt x="51669" y="1188038"/>
                      <a:pt x="53217" y="1184426"/>
                      <a:pt x="58377" y="1181330"/>
                    </a:cubicBezTo>
                    <a:cubicBezTo>
                      <a:pt x="86240" y="1162755"/>
                      <a:pt x="113587" y="1143664"/>
                      <a:pt x="142481" y="1125605"/>
                    </a:cubicBezTo>
                    <a:cubicBezTo>
                      <a:pt x="151769" y="1119929"/>
                      <a:pt x="163120" y="1117349"/>
                      <a:pt x="173956" y="1114253"/>
                    </a:cubicBezTo>
                    <a:cubicBezTo>
                      <a:pt x="180664" y="1112189"/>
                      <a:pt x="182727" y="1109093"/>
                      <a:pt x="180664" y="1101870"/>
                    </a:cubicBezTo>
                    <a:cubicBezTo>
                      <a:pt x="168796" y="1062139"/>
                      <a:pt x="160541" y="1021893"/>
                      <a:pt x="154865" y="981131"/>
                    </a:cubicBezTo>
                    <a:cubicBezTo>
                      <a:pt x="153833" y="974423"/>
                      <a:pt x="150737" y="972359"/>
                      <a:pt x="144029" y="973391"/>
                    </a:cubicBezTo>
                    <a:cubicBezTo>
                      <a:pt x="98107" y="981131"/>
                      <a:pt x="54765" y="963588"/>
                      <a:pt x="10391" y="958428"/>
                    </a:cubicBezTo>
                    <a:cubicBezTo>
                      <a:pt x="4715" y="957912"/>
                      <a:pt x="2652" y="954300"/>
                      <a:pt x="2135" y="948624"/>
                    </a:cubicBezTo>
                    <a:cubicBezTo>
                      <a:pt x="-960" y="916118"/>
                      <a:pt x="72" y="883611"/>
                      <a:pt x="588" y="850589"/>
                    </a:cubicBezTo>
                    <a:cubicBezTo>
                      <a:pt x="588" y="844397"/>
                      <a:pt x="4715" y="841817"/>
                      <a:pt x="10391" y="840785"/>
                    </a:cubicBezTo>
                    <a:cubicBezTo>
                      <a:pt x="43930" y="834077"/>
                      <a:pt x="76952" y="827370"/>
                      <a:pt x="110491" y="820662"/>
                    </a:cubicBezTo>
                    <a:cubicBezTo>
                      <a:pt x="120294" y="818598"/>
                      <a:pt x="130098" y="821694"/>
                      <a:pt x="139901" y="822726"/>
                    </a:cubicBezTo>
                    <a:cubicBezTo>
                      <a:pt x="148157" y="823758"/>
                      <a:pt x="152285" y="820662"/>
                      <a:pt x="153317" y="811890"/>
                    </a:cubicBezTo>
                    <a:cubicBezTo>
                      <a:pt x="157445" y="773192"/>
                      <a:pt x="164668" y="734494"/>
                      <a:pt x="174472" y="696827"/>
                    </a:cubicBezTo>
                    <a:cubicBezTo>
                      <a:pt x="177052" y="687024"/>
                      <a:pt x="173440" y="682380"/>
                      <a:pt x="164152" y="680316"/>
                    </a:cubicBezTo>
                    <a:cubicBezTo>
                      <a:pt x="120294" y="668965"/>
                      <a:pt x="87272" y="636974"/>
                      <a:pt x="49090" y="615819"/>
                    </a:cubicBezTo>
                    <a:cubicBezTo>
                      <a:pt x="44961" y="613755"/>
                      <a:pt x="44961" y="610143"/>
                      <a:pt x="45993" y="606015"/>
                    </a:cubicBezTo>
                    <a:cubicBezTo>
                      <a:pt x="56313" y="574541"/>
                      <a:pt x="69212" y="544098"/>
                      <a:pt x="82628" y="513655"/>
                    </a:cubicBezTo>
                    <a:cubicBezTo>
                      <a:pt x="85208" y="507980"/>
                      <a:pt x="89336" y="506948"/>
                      <a:pt x="93979" y="508496"/>
                    </a:cubicBezTo>
                    <a:cubicBezTo>
                      <a:pt x="137322" y="519847"/>
                      <a:pt x="183760" y="518815"/>
                      <a:pt x="224006" y="543066"/>
                    </a:cubicBezTo>
                    <a:cubicBezTo>
                      <a:pt x="230713" y="547194"/>
                      <a:pt x="233809" y="544614"/>
                      <a:pt x="236905" y="538938"/>
                    </a:cubicBezTo>
                    <a:cubicBezTo>
                      <a:pt x="255996" y="503336"/>
                      <a:pt x="278183" y="469281"/>
                      <a:pt x="302434" y="437291"/>
                    </a:cubicBezTo>
                    <a:cubicBezTo>
                      <a:pt x="305530" y="433163"/>
                      <a:pt x="310690" y="428519"/>
                      <a:pt x="302950" y="423359"/>
                    </a:cubicBezTo>
                    <a:cubicBezTo>
                      <a:pt x="273540" y="404268"/>
                      <a:pt x="258576" y="373826"/>
                      <a:pt x="238453" y="346995"/>
                    </a:cubicBezTo>
                    <a:cubicBezTo>
                      <a:pt x="234841" y="342351"/>
                      <a:pt x="232262" y="337707"/>
                      <a:pt x="228650" y="333063"/>
                    </a:cubicBezTo>
                    <a:cubicBezTo>
                      <a:pt x="212654" y="310360"/>
                      <a:pt x="212138" y="309844"/>
                      <a:pt x="230713" y="290237"/>
                    </a:cubicBezTo>
                    <a:cubicBezTo>
                      <a:pt x="248257" y="271662"/>
                      <a:pt x="266316" y="254119"/>
                      <a:pt x="283859" y="236060"/>
                    </a:cubicBezTo>
                    <a:cubicBezTo>
                      <a:pt x="289535" y="230384"/>
                      <a:pt x="294179" y="229868"/>
                      <a:pt x="300370" y="234512"/>
                    </a:cubicBezTo>
                    <a:cubicBezTo>
                      <a:pt x="327201" y="252571"/>
                      <a:pt x="354032" y="270114"/>
                      <a:pt x="380863" y="288173"/>
                    </a:cubicBezTo>
                    <a:cubicBezTo>
                      <a:pt x="390150" y="294365"/>
                      <a:pt x="396342" y="303137"/>
                      <a:pt x="403050" y="311392"/>
                    </a:cubicBezTo>
                    <a:cubicBezTo>
                      <a:pt x="408726" y="319132"/>
                      <a:pt x="413885" y="320680"/>
                      <a:pt x="422141" y="313972"/>
                    </a:cubicBezTo>
                    <a:cubicBezTo>
                      <a:pt x="452584" y="288689"/>
                      <a:pt x="485606" y="266502"/>
                      <a:pt x="519661" y="246895"/>
                    </a:cubicBezTo>
                    <a:cubicBezTo>
                      <a:pt x="524820" y="243799"/>
                      <a:pt x="529464" y="240703"/>
                      <a:pt x="524820" y="233996"/>
                    </a:cubicBezTo>
                    <a:cubicBezTo>
                      <a:pt x="502633" y="202005"/>
                      <a:pt x="501086" y="163823"/>
                      <a:pt x="492314" y="127704"/>
                    </a:cubicBezTo>
                    <a:cubicBezTo>
                      <a:pt x="484574" y="96230"/>
                      <a:pt x="485606" y="96746"/>
                      <a:pt x="514501" y="82298"/>
                    </a:cubicBezTo>
                    <a:cubicBezTo>
                      <a:pt x="535140" y="71979"/>
                      <a:pt x="557327" y="64239"/>
                      <a:pt x="578482" y="55468"/>
                    </a:cubicBezTo>
                    <a:cubicBezTo>
                      <a:pt x="586222" y="52372"/>
                      <a:pt x="590866" y="52888"/>
                      <a:pt x="595509" y="60111"/>
                    </a:cubicBezTo>
                    <a:cubicBezTo>
                      <a:pt x="613053" y="86942"/>
                      <a:pt x="630596" y="113257"/>
                      <a:pt x="648655" y="139572"/>
                    </a:cubicBezTo>
                    <a:cubicBezTo>
                      <a:pt x="655363" y="149375"/>
                      <a:pt x="657427" y="160727"/>
                      <a:pt x="661039" y="172078"/>
                    </a:cubicBezTo>
                    <a:cubicBezTo>
                      <a:pt x="663618" y="180334"/>
                      <a:pt x="667230" y="182914"/>
                      <a:pt x="675486" y="180334"/>
                    </a:cubicBezTo>
                    <a:cubicBezTo>
                      <a:pt x="713668" y="168983"/>
                      <a:pt x="752882" y="160727"/>
                      <a:pt x="792613" y="155567"/>
                    </a:cubicBezTo>
                    <a:cubicBezTo>
                      <a:pt x="800352" y="154535"/>
                      <a:pt x="802932" y="151439"/>
                      <a:pt x="801900" y="143700"/>
                    </a:cubicBezTo>
                    <a:cubicBezTo>
                      <a:pt x="795193" y="98294"/>
                      <a:pt x="811704" y="55468"/>
                      <a:pt x="816864" y="11094"/>
                    </a:cubicBezTo>
                    <a:cubicBezTo>
                      <a:pt x="817380" y="5934"/>
                      <a:pt x="820476" y="2838"/>
                      <a:pt x="826151" y="2322"/>
                    </a:cubicBezTo>
                    <a:cubicBezTo>
                      <a:pt x="859174" y="-1290"/>
                      <a:pt x="892196" y="258"/>
                      <a:pt x="925219" y="774"/>
                    </a:cubicBezTo>
                    <a:cubicBezTo>
                      <a:pt x="930895" y="774"/>
                      <a:pt x="933475" y="4902"/>
                      <a:pt x="934507" y="10062"/>
                    </a:cubicBezTo>
                    <a:cubicBezTo>
                      <a:pt x="941214" y="43600"/>
                      <a:pt x="948438" y="77139"/>
                      <a:pt x="954114" y="111193"/>
                    </a:cubicBezTo>
                    <a:cubicBezTo>
                      <a:pt x="955662" y="120481"/>
                      <a:pt x="953082" y="130800"/>
                      <a:pt x="952050" y="140604"/>
                    </a:cubicBezTo>
                    <a:cubicBezTo>
                      <a:pt x="951018" y="148343"/>
                      <a:pt x="954114" y="151955"/>
                      <a:pt x="962369" y="152987"/>
                    </a:cubicBezTo>
                    <a:cubicBezTo>
                      <a:pt x="1001584" y="157115"/>
                      <a:pt x="1040798" y="164339"/>
                      <a:pt x="1078980" y="174658"/>
                    </a:cubicBezTo>
                    <a:cubicBezTo>
                      <a:pt x="1085172" y="176206"/>
                      <a:pt x="1091364" y="176722"/>
                      <a:pt x="1093428" y="168467"/>
                    </a:cubicBezTo>
                    <a:cubicBezTo>
                      <a:pt x="1101683" y="130284"/>
                      <a:pt x="1127482" y="101390"/>
                      <a:pt x="1147089" y="69399"/>
                    </a:cubicBezTo>
                    <a:cubicBezTo>
                      <a:pt x="1162569" y="43084"/>
                      <a:pt x="1163601" y="43600"/>
                      <a:pt x="1192495" y="54436"/>
                    </a:cubicBezTo>
                    <a:cubicBezTo>
                      <a:pt x="1214682" y="62691"/>
                      <a:pt x="1236353" y="71979"/>
                      <a:pt x="1258024" y="81266"/>
                    </a:cubicBezTo>
                    <a:cubicBezTo>
                      <a:pt x="1265764" y="84362"/>
                      <a:pt x="1268860" y="88490"/>
                      <a:pt x="1267312" y="96746"/>
                    </a:cubicBezTo>
                    <a:cubicBezTo>
                      <a:pt x="1260604" y="128736"/>
                      <a:pt x="1254928" y="160727"/>
                      <a:pt x="1247705" y="192718"/>
                    </a:cubicBezTo>
                    <a:cubicBezTo>
                      <a:pt x="1245125" y="203553"/>
                      <a:pt x="1238417" y="213873"/>
                      <a:pt x="1233258" y="224192"/>
                    </a:cubicBezTo>
                    <a:cubicBezTo>
                      <a:pt x="1229646" y="230384"/>
                      <a:pt x="1230678" y="233996"/>
                      <a:pt x="1237385" y="237608"/>
                    </a:cubicBezTo>
                    <a:cubicBezTo>
                      <a:pt x="1273504" y="256699"/>
                      <a:pt x="1307558" y="279402"/>
                      <a:pt x="1340065" y="304169"/>
                    </a:cubicBezTo>
                    <a:cubicBezTo>
                      <a:pt x="1345741" y="308812"/>
                      <a:pt x="1349868" y="309328"/>
                      <a:pt x="1354512" y="302621"/>
                    </a:cubicBezTo>
                    <a:cubicBezTo>
                      <a:pt x="1381343" y="264954"/>
                      <a:pt x="1424169" y="246379"/>
                      <a:pt x="1459771" y="218516"/>
                    </a:cubicBezTo>
                    <a:cubicBezTo>
                      <a:pt x="1464415" y="214905"/>
                      <a:pt x="1468027" y="216452"/>
                      <a:pt x="1472155" y="220064"/>
                    </a:cubicBezTo>
                    <a:cubicBezTo>
                      <a:pt x="1496406" y="241219"/>
                      <a:pt x="1519109" y="264438"/>
                      <a:pt x="1541296" y="287657"/>
                    </a:cubicBezTo>
                    <a:cubicBezTo>
                      <a:pt x="1545424" y="292301"/>
                      <a:pt x="1545940" y="296429"/>
                      <a:pt x="1542328" y="301073"/>
                    </a:cubicBezTo>
                    <a:cubicBezTo>
                      <a:pt x="1523237" y="329452"/>
                      <a:pt x="1505177" y="357830"/>
                      <a:pt x="1485570" y="385693"/>
                    </a:cubicBezTo>
                    <a:cubicBezTo>
                      <a:pt x="1479895" y="393949"/>
                      <a:pt x="1470607" y="400140"/>
                      <a:pt x="1462868" y="406332"/>
                    </a:cubicBezTo>
                    <a:cubicBezTo>
                      <a:pt x="1456676" y="411492"/>
                      <a:pt x="1455644" y="416136"/>
                      <a:pt x="1460803" y="422327"/>
                    </a:cubicBezTo>
                    <a:cubicBezTo>
                      <a:pt x="1486086" y="453802"/>
                      <a:pt x="1509305" y="487341"/>
                      <a:pt x="1529428" y="522427"/>
                    </a:cubicBezTo>
                    <a:cubicBezTo>
                      <a:pt x="1534072" y="530167"/>
                      <a:pt x="1538716" y="529135"/>
                      <a:pt x="1544908" y="525007"/>
                    </a:cubicBezTo>
                    <a:cubicBezTo>
                      <a:pt x="1584122" y="500756"/>
                      <a:pt x="1630044" y="500240"/>
                      <a:pt x="1672870" y="488373"/>
                    </a:cubicBezTo>
                    <a:cubicBezTo>
                      <a:pt x="1678546" y="486825"/>
                      <a:pt x="1681642" y="489921"/>
                      <a:pt x="1683706" y="495080"/>
                    </a:cubicBezTo>
                    <a:cubicBezTo>
                      <a:pt x="1697637" y="523975"/>
                      <a:pt x="1710537" y="553902"/>
                      <a:pt x="1721888" y="583828"/>
                    </a:cubicBezTo>
                    <a:cubicBezTo>
                      <a:pt x="1723952" y="590020"/>
                      <a:pt x="1722404" y="593632"/>
                      <a:pt x="1717244" y="596728"/>
                    </a:cubicBezTo>
                    <a:cubicBezTo>
                      <a:pt x="1689381" y="615303"/>
                      <a:pt x="1662035" y="634394"/>
                      <a:pt x="1633140" y="652453"/>
                    </a:cubicBezTo>
                    <a:cubicBezTo>
                      <a:pt x="1623852" y="658129"/>
                      <a:pt x="1612501" y="660709"/>
                      <a:pt x="1601665" y="663805"/>
                    </a:cubicBezTo>
                    <a:cubicBezTo>
                      <a:pt x="1594958" y="665869"/>
                      <a:pt x="1592894" y="668965"/>
                      <a:pt x="1594958" y="676188"/>
                    </a:cubicBezTo>
                    <a:cubicBezTo>
                      <a:pt x="1606309" y="715403"/>
                      <a:pt x="1615081" y="755133"/>
                      <a:pt x="1620241" y="795895"/>
                    </a:cubicBezTo>
                    <a:cubicBezTo>
                      <a:pt x="1621272" y="803119"/>
                      <a:pt x="1624368" y="805699"/>
                      <a:pt x="1631076" y="804667"/>
                    </a:cubicBezTo>
                    <a:cubicBezTo>
                      <a:pt x="1676482" y="797959"/>
                      <a:pt x="1719308" y="814470"/>
                      <a:pt x="1763682" y="819630"/>
                    </a:cubicBezTo>
                    <a:cubicBezTo>
                      <a:pt x="1769874" y="820146"/>
                      <a:pt x="1772454" y="823758"/>
                      <a:pt x="1773486" y="829950"/>
                    </a:cubicBezTo>
                    <a:cubicBezTo>
                      <a:pt x="1776582" y="862456"/>
                      <a:pt x="1775034" y="895479"/>
                      <a:pt x="1775034" y="927985"/>
                    </a:cubicBezTo>
                    <a:cubicBezTo>
                      <a:pt x="1775034" y="933661"/>
                      <a:pt x="1771422" y="936241"/>
                      <a:pt x="1766262" y="937273"/>
                    </a:cubicBezTo>
                    <a:cubicBezTo>
                      <a:pt x="1732207" y="943981"/>
                      <a:pt x="1698153" y="951204"/>
                      <a:pt x="1663583" y="957396"/>
                    </a:cubicBezTo>
                    <a:cubicBezTo>
                      <a:pt x="1654811" y="958944"/>
                      <a:pt x="1645523" y="956364"/>
                      <a:pt x="1636752" y="955332"/>
                    </a:cubicBezTo>
                    <a:cubicBezTo>
                      <a:pt x="1627980" y="954300"/>
                      <a:pt x="1623336" y="956364"/>
                      <a:pt x="1622304" y="966684"/>
                    </a:cubicBezTo>
                    <a:cubicBezTo>
                      <a:pt x="1618177" y="1005382"/>
                      <a:pt x="1610953" y="1044080"/>
                      <a:pt x="1601149" y="1081746"/>
                    </a:cubicBezTo>
                    <a:cubicBezTo>
                      <a:pt x="1598569" y="1091034"/>
                      <a:pt x="1601665" y="1095678"/>
                      <a:pt x="1610437" y="1097742"/>
                    </a:cubicBezTo>
                    <a:cubicBezTo>
                      <a:pt x="1654811" y="1108577"/>
                      <a:pt x="1687318" y="1140568"/>
                      <a:pt x="1726016" y="1161723"/>
                    </a:cubicBezTo>
                    <a:cubicBezTo>
                      <a:pt x="1731176" y="1164819"/>
                      <a:pt x="1731176" y="1168947"/>
                      <a:pt x="1729112" y="1174107"/>
                    </a:cubicBezTo>
                    <a:cubicBezTo>
                      <a:pt x="1718792" y="1204549"/>
                      <a:pt x="1706409" y="1234476"/>
                      <a:pt x="1693509" y="1263887"/>
                    </a:cubicBezTo>
                    <a:cubicBezTo>
                      <a:pt x="1690929" y="1269562"/>
                      <a:pt x="1687318" y="1271626"/>
                      <a:pt x="1681126" y="1270078"/>
                    </a:cubicBezTo>
                    <a:cubicBezTo>
                      <a:pt x="1648103" y="1263371"/>
                      <a:pt x="1614565" y="1257179"/>
                      <a:pt x="1581542" y="1249955"/>
                    </a:cubicBezTo>
                    <a:cubicBezTo>
                      <a:pt x="1571223" y="1247375"/>
                      <a:pt x="1561935" y="1241184"/>
                      <a:pt x="1552647" y="1236024"/>
                    </a:cubicBezTo>
                    <a:cubicBezTo>
                      <a:pt x="1545940" y="1232412"/>
                      <a:pt x="1542328" y="1232928"/>
                      <a:pt x="1538200" y="1240152"/>
                    </a:cubicBezTo>
                    <a:cubicBezTo>
                      <a:pt x="1519109" y="1275238"/>
                      <a:pt x="1497954" y="1309293"/>
                      <a:pt x="1473187" y="1340767"/>
                    </a:cubicBezTo>
                    <a:cubicBezTo>
                      <a:pt x="1467511" y="1347991"/>
                      <a:pt x="1466479" y="1352635"/>
                      <a:pt x="1475251" y="1358310"/>
                    </a:cubicBezTo>
                    <a:cubicBezTo>
                      <a:pt x="1502598" y="1375854"/>
                      <a:pt x="1516013" y="1405264"/>
                      <a:pt x="1535104" y="1430031"/>
                    </a:cubicBezTo>
                    <a:cubicBezTo>
                      <a:pt x="1538716" y="1434675"/>
                      <a:pt x="1541812" y="1439835"/>
                      <a:pt x="1545424" y="1444995"/>
                    </a:cubicBezTo>
                    <a:cubicBezTo>
                      <a:pt x="1566063" y="1474921"/>
                      <a:pt x="1565031" y="1464602"/>
                      <a:pt x="1542844" y="1489885"/>
                    </a:cubicBezTo>
                    <a:cubicBezTo>
                      <a:pt x="1526849" y="1508460"/>
                      <a:pt x="1508273" y="1524971"/>
                      <a:pt x="1491246" y="1542514"/>
                    </a:cubicBezTo>
                    <a:cubicBezTo>
                      <a:pt x="1485054" y="1549222"/>
                      <a:pt x="1479895" y="1549222"/>
                      <a:pt x="1472155" y="1544062"/>
                    </a:cubicBezTo>
                    <a:cubicBezTo>
                      <a:pt x="1446356" y="1526519"/>
                      <a:pt x="1420041" y="1508976"/>
                      <a:pt x="1393726" y="1491948"/>
                    </a:cubicBezTo>
                    <a:cubicBezTo>
                      <a:pt x="1383923" y="1485241"/>
                      <a:pt x="1377215" y="1475437"/>
                      <a:pt x="1369992" y="1466666"/>
                    </a:cubicBezTo>
                    <a:cubicBezTo>
                      <a:pt x="1364316" y="1459958"/>
                      <a:pt x="1359672" y="1458926"/>
                      <a:pt x="1352964" y="1464602"/>
                    </a:cubicBezTo>
                    <a:cubicBezTo>
                      <a:pt x="1322005" y="1489885"/>
                      <a:pt x="1288983" y="1512588"/>
                      <a:pt x="1254413" y="1532711"/>
                    </a:cubicBezTo>
                    <a:cubicBezTo>
                      <a:pt x="1249769" y="1535291"/>
                      <a:pt x="1244609" y="1537871"/>
                      <a:pt x="1248737" y="1544578"/>
                    </a:cubicBezTo>
                    <a:cubicBezTo>
                      <a:pt x="1272472" y="1580181"/>
                      <a:pt x="1274020" y="1622491"/>
                      <a:pt x="1284339" y="1662221"/>
                    </a:cubicBezTo>
                    <a:cubicBezTo>
                      <a:pt x="1290531" y="1685440"/>
                      <a:pt x="1292079" y="1682344"/>
                      <a:pt x="1268860" y="1693180"/>
                    </a:cubicBezTo>
                    <a:cubicBezTo>
                      <a:pt x="1244609" y="1704531"/>
                      <a:pt x="1219842" y="1714335"/>
                      <a:pt x="1195591" y="1724654"/>
                    </a:cubicBezTo>
                    <a:cubicBezTo>
                      <a:pt x="1187851" y="1727750"/>
                      <a:pt x="1183208" y="1726718"/>
                      <a:pt x="1178564" y="1719495"/>
                    </a:cubicBezTo>
                    <a:cubicBezTo>
                      <a:pt x="1161021" y="1692664"/>
                      <a:pt x="1142962" y="1666865"/>
                      <a:pt x="1125418" y="1640034"/>
                    </a:cubicBezTo>
                    <a:cubicBezTo>
                      <a:pt x="1118711" y="1629715"/>
                      <a:pt x="1116131" y="1617847"/>
                      <a:pt x="1113035" y="1606496"/>
                    </a:cubicBezTo>
                    <a:cubicBezTo>
                      <a:pt x="1110971" y="1599272"/>
                      <a:pt x="1107359" y="1597208"/>
                      <a:pt x="1099619" y="1599272"/>
                    </a:cubicBezTo>
                    <a:cubicBezTo>
                      <a:pt x="1060405" y="1611139"/>
                      <a:pt x="1020675" y="1619395"/>
                      <a:pt x="979913" y="1624555"/>
                    </a:cubicBezTo>
                    <a:cubicBezTo>
                      <a:pt x="973205" y="1625587"/>
                      <a:pt x="971141" y="1628682"/>
                      <a:pt x="972173" y="1634874"/>
                    </a:cubicBezTo>
                    <a:cubicBezTo>
                      <a:pt x="979397" y="1680280"/>
                      <a:pt x="962885" y="1723106"/>
                      <a:pt x="957726" y="1767481"/>
                    </a:cubicBezTo>
                    <a:cubicBezTo>
                      <a:pt x="956694" y="1775220"/>
                      <a:pt x="952566" y="1777800"/>
                      <a:pt x="945858" y="1777800"/>
                    </a:cubicBezTo>
                    <a:cubicBezTo>
                      <a:pt x="929347" y="1778316"/>
                      <a:pt x="912320" y="1779348"/>
                      <a:pt x="895808" y="1779864"/>
                    </a:cubicBezTo>
                    <a:cubicBezTo>
                      <a:pt x="894776" y="1776252"/>
                      <a:pt x="894776" y="1776252"/>
                      <a:pt x="894776" y="1775736"/>
                    </a:cubicBezTo>
                    <a:close/>
                    <a:moveTo>
                      <a:pt x="890648" y="1454798"/>
                    </a:moveTo>
                    <a:cubicBezTo>
                      <a:pt x="1199203" y="1449638"/>
                      <a:pt x="1454096" y="1207645"/>
                      <a:pt x="1452548" y="884127"/>
                    </a:cubicBezTo>
                    <a:cubicBezTo>
                      <a:pt x="1451516" y="575057"/>
                      <a:pt x="1205395" y="320164"/>
                      <a:pt x="881361" y="322228"/>
                    </a:cubicBezTo>
                    <a:cubicBezTo>
                      <a:pt x="571775" y="324292"/>
                      <a:pt x="318429" y="570929"/>
                      <a:pt x="320494" y="893415"/>
                    </a:cubicBezTo>
                    <a:cubicBezTo>
                      <a:pt x="323073" y="1202485"/>
                      <a:pt x="569195" y="1452218"/>
                      <a:pt x="890648" y="145479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3733675" y="2339591"/>
                <a:ext cx="835883" cy="835883"/>
              </a:xfrm>
              <a:custGeom>
                <a:avLst/>
                <a:gdLst>
                  <a:gd name="connsiteX0" fmla="*/ 836916 w 835883"/>
                  <a:gd name="connsiteY0" fmla="*/ 418458 h 835883"/>
                  <a:gd name="connsiteX1" fmla="*/ 418459 w 835883"/>
                  <a:gd name="connsiteY1" fmla="*/ 836399 h 835883"/>
                  <a:gd name="connsiteX2" fmla="*/ 1 w 835883"/>
                  <a:gd name="connsiteY2" fmla="*/ 417426 h 835883"/>
                  <a:gd name="connsiteX3" fmla="*/ 418975 w 835883"/>
                  <a:gd name="connsiteY3" fmla="*/ 0 h 835883"/>
                  <a:gd name="connsiteX4" fmla="*/ 836916 w 835883"/>
                  <a:gd name="connsiteY4" fmla="*/ 418458 h 835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35883" h="835883">
                    <a:moveTo>
                      <a:pt x="836916" y="418458"/>
                    </a:moveTo>
                    <a:cubicBezTo>
                      <a:pt x="833821" y="651679"/>
                      <a:pt x="651165" y="836915"/>
                      <a:pt x="418459" y="836399"/>
                    </a:cubicBezTo>
                    <a:cubicBezTo>
                      <a:pt x="182657" y="836399"/>
                      <a:pt x="-515" y="649615"/>
                      <a:pt x="1" y="417426"/>
                    </a:cubicBezTo>
                    <a:cubicBezTo>
                      <a:pt x="517" y="181624"/>
                      <a:pt x="187301" y="0"/>
                      <a:pt x="418975" y="0"/>
                    </a:cubicBezTo>
                    <a:cubicBezTo>
                      <a:pt x="651680" y="516"/>
                      <a:pt x="833821" y="186268"/>
                      <a:pt x="836916" y="418458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  <p:sp>
          <p:nvSpPr>
            <p:cNvPr id="7" name="Freeform: Shape 6"/>
            <p:cNvSpPr/>
            <p:nvPr/>
          </p:nvSpPr>
          <p:spPr>
            <a:xfrm>
              <a:off x="3308806" y="2997140"/>
              <a:ext cx="683882" cy="686216"/>
            </a:xfrm>
            <a:custGeom>
              <a:avLst/>
              <a:gdLst>
                <a:gd name="connsiteX0" fmla="*/ 817500 w 1511813"/>
                <a:gd name="connsiteY0" fmla="*/ 1518710 h 1516973"/>
                <a:gd name="connsiteX1" fmla="*/ 802537 w 1511813"/>
                <a:gd name="connsiteY1" fmla="*/ 1507875 h 1516973"/>
                <a:gd name="connsiteX2" fmla="*/ 780866 w 1511813"/>
                <a:gd name="connsiteY2" fmla="*/ 1442862 h 1516973"/>
                <a:gd name="connsiteX3" fmla="*/ 776738 w 1511813"/>
                <a:gd name="connsiteY3" fmla="*/ 1385072 h 1516973"/>
                <a:gd name="connsiteX4" fmla="*/ 760227 w 1511813"/>
                <a:gd name="connsiteY4" fmla="*/ 1369593 h 1516973"/>
                <a:gd name="connsiteX5" fmla="*/ 694698 w 1511813"/>
                <a:gd name="connsiteY5" fmla="*/ 1366497 h 1516973"/>
                <a:gd name="connsiteX6" fmla="*/ 676638 w 1511813"/>
                <a:gd name="connsiteY6" fmla="*/ 1379912 h 1516973"/>
                <a:gd name="connsiteX7" fmla="*/ 637940 w 1511813"/>
                <a:gd name="connsiteY7" fmla="*/ 1501683 h 1516973"/>
                <a:gd name="connsiteX8" fmla="*/ 622977 w 1511813"/>
                <a:gd name="connsiteY8" fmla="*/ 1508907 h 1516973"/>
                <a:gd name="connsiteX9" fmla="*/ 430517 w 1511813"/>
                <a:gd name="connsiteY9" fmla="*/ 1447505 h 1516973"/>
                <a:gd name="connsiteX10" fmla="*/ 422262 w 1511813"/>
                <a:gd name="connsiteY10" fmla="*/ 1431510 h 1516973"/>
                <a:gd name="connsiteX11" fmla="*/ 435677 w 1511813"/>
                <a:gd name="connsiteY11" fmla="*/ 1364433 h 1516973"/>
                <a:gd name="connsiteX12" fmla="*/ 461992 w 1511813"/>
                <a:gd name="connsiteY12" fmla="*/ 1310255 h 1516973"/>
                <a:gd name="connsiteX13" fmla="*/ 456316 w 1511813"/>
                <a:gd name="connsiteY13" fmla="*/ 1290132 h 1516973"/>
                <a:gd name="connsiteX14" fmla="*/ 395431 w 1511813"/>
                <a:gd name="connsiteY14" fmla="*/ 1251434 h 1516973"/>
                <a:gd name="connsiteX15" fmla="*/ 378919 w 1511813"/>
                <a:gd name="connsiteY15" fmla="*/ 1254014 h 1516973"/>
                <a:gd name="connsiteX16" fmla="*/ 283464 w 1511813"/>
                <a:gd name="connsiteY16" fmla="*/ 1342246 h 1516973"/>
                <a:gd name="connsiteX17" fmla="*/ 265920 w 1511813"/>
                <a:gd name="connsiteY17" fmla="*/ 1341214 h 1516973"/>
                <a:gd name="connsiteX18" fmla="*/ 130218 w 1511813"/>
                <a:gd name="connsiteY18" fmla="*/ 1191580 h 1516973"/>
                <a:gd name="connsiteX19" fmla="*/ 130734 w 1511813"/>
                <a:gd name="connsiteY19" fmla="*/ 1174553 h 1516973"/>
                <a:gd name="connsiteX20" fmla="*/ 177688 w 1511813"/>
                <a:gd name="connsiteY20" fmla="*/ 1121408 h 1516973"/>
                <a:gd name="connsiteX21" fmla="*/ 225674 w 1511813"/>
                <a:gd name="connsiteY21" fmla="*/ 1089417 h 1516973"/>
                <a:gd name="connsiteX22" fmla="*/ 230834 w 1511813"/>
                <a:gd name="connsiteY22" fmla="*/ 1067230 h 1516973"/>
                <a:gd name="connsiteX23" fmla="*/ 198327 w 1511813"/>
                <a:gd name="connsiteY23" fmla="*/ 1004281 h 1516973"/>
                <a:gd name="connsiteX24" fmla="*/ 183880 w 1511813"/>
                <a:gd name="connsiteY24" fmla="*/ 998089 h 1516973"/>
                <a:gd name="connsiteX25" fmla="*/ 67269 w 1511813"/>
                <a:gd name="connsiteY25" fmla="*/ 1025952 h 1516973"/>
                <a:gd name="connsiteX26" fmla="*/ 55918 w 1511813"/>
                <a:gd name="connsiteY26" fmla="*/ 1027500 h 1516973"/>
                <a:gd name="connsiteX27" fmla="*/ 41470 w 1511813"/>
                <a:gd name="connsiteY27" fmla="*/ 1018212 h 1516973"/>
                <a:gd name="connsiteX28" fmla="*/ 1224 w 1511813"/>
                <a:gd name="connsiteY28" fmla="*/ 841748 h 1516973"/>
                <a:gd name="connsiteX29" fmla="*/ 30635 w 1511813"/>
                <a:gd name="connsiteY29" fmla="*/ 797374 h 1516973"/>
                <a:gd name="connsiteX30" fmla="*/ 134862 w 1511813"/>
                <a:gd name="connsiteY30" fmla="*/ 778799 h 1516973"/>
                <a:gd name="connsiteX31" fmla="*/ 147246 w 1511813"/>
                <a:gd name="connsiteY31" fmla="*/ 765899 h 1516973"/>
                <a:gd name="connsiteX32" fmla="*/ 150342 w 1511813"/>
                <a:gd name="connsiteY32" fmla="*/ 696242 h 1516973"/>
                <a:gd name="connsiteX33" fmla="*/ 137442 w 1511813"/>
                <a:gd name="connsiteY33" fmla="*/ 678699 h 1516973"/>
                <a:gd name="connsiteX34" fmla="*/ 14639 w 1511813"/>
                <a:gd name="connsiteY34" fmla="*/ 639485 h 1516973"/>
                <a:gd name="connsiteX35" fmla="*/ 7932 w 1511813"/>
                <a:gd name="connsiteY35" fmla="*/ 625037 h 1516973"/>
                <a:gd name="connsiteX36" fmla="*/ 69333 w 1511813"/>
                <a:gd name="connsiteY36" fmla="*/ 432578 h 1516973"/>
                <a:gd name="connsiteX37" fmla="*/ 86360 w 1511813"/>
                <a:gd name="connsiteY37" fmla="*/ 423806 h 1516973"/>
                <a:gd name="connsiteX38" fmla="*/ 150858 w 1511813"/>
                <a:gd name="connsiteY38" fmla="*/ 436706 h 1516973"/>
                <a:gd name="connsiteX39" fmla="*/ 206583 w 1511813"/>
                <a:gd name="connsiteY39" fmla="*/ 463536 h 1516973"/>
                <a:gd name="connsiteX40" fmla="*/ 227738 w 1511813"/>
                <a:gd name="connsiteY40" fmla="*/ 457345 h 1516973"/>
                <a:gd name="connsiteX41" fmla="*/ 266952 w 1511813"/>
                <a:gd name="connsiteY41" fmla="*/ 396459 h 1516973"/>
                <a:gd name="connsiteX42" fmla="*/ 264373 w 1511813"/>
                <a:gd name="connsiteY42" fmla="*/ 380980 h 1516973"/>
                <a:gd name="connsiteX43" fmla="*/ 175108 w 1511813"/>
                <a:gd name="connsiteY43" fmla="*/ 284492 h 1516973"/>
                <a:gd name="connsiteX44" fmla="*/ 176140 w 1511813"/>
                <a:gd name="connsiteY44" fmla="*/ 267981 h 1516973"/>
                <a:gd name="connsiteX45" fmla="*/ 325258 w 1511813"/>
                <a:gd name="connsiteY45" fmla="*/ 132279 h 1516973"/>
                <a:gd name="connsiteX46" fmla="*/ 343317 w 1511813"/>
                <a:gd name="connsiteY46" fmla="*/ 132795 h 1516973"/>
                <a:gd name="connsiteX47" fmla="*/ 395431 w 1511813"/>
                <a:gd name="connsiteY47" fmla="*/ 178717 h 1516973"/>
                <a:gd name="connsiteX48" fmla="*/ 426389 w 1511813"/>
                <a:gd name="connsiteY48" fmla="*/ 224639 h 1516973"/>
                <a:gd name="connsiteX49" fmla="*/ 451156 w 1511813"/>
                <a:gd name="connsiteY49" fmla="*/ 231347 h 1516973"/>
                <a:gd name="connsiteX50" fmla="*/ 512042 w 1511813"/>
                <a:gd name="connsiteY50" fmla="*/ 200388 h 1516973"/>
                <a:gd name="connsiteX51" fmla="*/ 518233 w 1511813"/>
                <a:gd name="connsiteY51" fmla="*/ 183877 h 1516973"/>
                <a:gd name="connsiteX52" fmla="*/ 491403 w 1511813"/>
                <a:gd name="connsiteY52" fmla="*/ 69846 h 1516973"/>
                <a:gd name="connsiteX53" fmla="*/ 489855 w 1511813"/>
                <a:gd name="connsiteY53" fmla="*/ 58494 h 1516973"/>
                <a:gd name="connsiteX54" fmla="*/ 499658 w 1511813"/>
                <a:gd name="connsiteY54" fmla="*/ 43015 h 1516973"/>
                <a:gd name="connsiteX55" fmla="*/ 695730 w 1511813"/>
                <a:gd name="connsiteY55" fmla="*/ 189 h 1516973"/>
                <a:gd name="connsiteX56" fmla="*/ 713273 w 1511813"/>
                <a:gd name="connsiteY56" fmla="*/ 12056 h 1516973"/>
                <a:gd name="connsiteX57" fmla="*/ 721012 w 1511813"/>
                <a:gd name="connsiteY57" fmla="*/ 35275 h 1516973"/>
                <a:gd name="connsiteX58" fmla="*/ 738556 w 1511813"/>
                <a:gd name="connsiteY58" fmla="*/ 134343 h 1516973"/>
                <a:gd name="connsiteX59" fmla="*/ 753519 w 1511813"/>
                <a:gd name="connsiteY59" fmla="*/ 148790 h 1516973"/>
                <a:gd name="connsiteX60" fmla="*/ 820596 w 1511813"/>
                <a:gd name="connsiteY60" fmla="*/ 151886 h 1516973"/>
                <a:gd name="connsiteX61" fmla="*/ 838655 w 1511813"/>
                <a:gd name="connsiteY61" fmla="*/ 138471 h 1516973"/>
                <a:gd name="connsiteX62" fmla="*/ 877354 w 1511813"/>
                <a:gd name="connsiteY62" fmla="*/ 16700 h 1516973"/>
                <a:gd name="connsiteX63" fmla="*/ 892317 w 1511813"/>
                <a:gd name="connsiteY63" fmla="*/ 9476 h 1516973"/>
                <a:gd name="connsiteX64" fmla="*/ 1084777 w 1511813"/>
                <a:gd name="connsiteY64" fmla="*/ 70878 h 1516973"/>
                <a:gd name="connsiteX65" fmla="*/ 1093032 w 1511813"/>
                <a:gd name="connsiteY65" fmla="*/ 86873 h 1516973"/>
                <a:gd name="connsiteX66" fmla="*/ 1079617 w 1511813"/>
                <a:gd name="connsiteY66" fmla="*/ 152402 h 1516973"/>
                <a:gd name="connsiteX67" fmla="*/ 1053302 w 1511813"/>
                <a:gd name="connsiteY67" fmla="*/ 206580 h 1516973"/>
                <a:gd name="connsiteX68" fmla="*/ 1060010 w 1511813"/>
                <a:gd name="connsiteY68" fmla="*/ 228251 h 1516973"/>
                <a:gd name="connsiteX69" fmla="*/ 1118315 w 1511813"/>
                <a:gd name="connsiteY69" fmla="*/ 265917 h 1516973"/>
                <a:gd name="connsiteX70" fmla="*/ 1136374 w 1511813"/>
                <a:gd name="connsiteY70" fmla="*/ 262821 h 1516973"/>
                <a:gd name="connsiteX71" fmla="*/ 1232346 w 1511813"/>
                <a:gd name="connsiteY71" fmla="*/ 174589 h 1516973"/>
                <a:gd name="connsiteX72" fmla="*/ 1247825 w 1511813"/>
                <a:gd name="connsiteY72" fmla="*/ 175621 h 1516973"/>
                <a:gd name="connsiteX73" fmla="*/ 1384559 w 1511813"/>
                <a:gd name="connsiteY73" fmla="*/ 325770 h 1516973"/>
                <a:gd name="connsiteX74" fmla="*/ 1384043 w 1511813"/>
                <a:gd name="connsiteY74" fmla="*/ 342798 h 1516973"/>
                <a:gd name="connsiteX75" fmla="*/ 1336057 w 1511813"/>
                <a:gd name="connsiteY75" fmla="*/ 396975 h 1516973"/>
                <a:gd name="connsiteX76" fmla="*/ 1291167 w 1511813"/>
                <a:gd name="connsiteY76" fmla="*/ 426902 h 1516973"/>
                <a:gd name="connsiteX77" fmla="*/ 1284976 w 1511813"/>
                <a:gd name="connsiteY77" fmla="*/ 451153 h 1516973"/>
                <a:gd name="connsiteX78" fmla="*/ 1316450 w 1511813"/>
                <a:gd name="connsiteY78" fmla="*/ 513070 h 1516973"/>
                <a:gd name="connsiteX79" fmla="*/ 1330898 w 1511813"/>
                <a:gd name="connsiteY79" fmla="*/ 519262 h 1516973"/>
                <a:gd name="connsiteX80" fmla="*/ 1447509 w 1511813"/>
                <a:gd name="connsiteY80" fmla="*/ 491399 h 1516973"/>
                <a:gd name="connsiteX81" fmla="*/ 1458860 w 1511813"/>
                <a:gd name="connsiteY81" fmla="*/ 489851 h 1516973"/>
                <a:gd name="connsiteX82" fmla="*/ 1473307 w 1511813"/>
                <a:gd name="connsiteY82" fmla="*/ 499139 h 1516973"/>
                <a:gd name="connsiteX83" fmla="*/ 1513554 w 1511813"/>
                <a:gd name="connsiteY83" fmla="*/ 675603 h 1516973"/>
                <a:gd name="connsiteX84" fmla="*/ 1514070 w 1511813"/>
                <a:gd name="connsiteY84" fmla="*/ 679215 h 1516973"/>
                <a:gd name="connsiteX85" fmla="*/ 1490335 w 1511813"/>
                <a:gd name="connsiteY85" fmla="*/ 717397 h 1516973"/>
                <a:gd name="connsiteX86" fmla="*/ 1379916 w 1511813"/>
                <a:gd name="connsiteY86" fmla="*/ 738036 h 1516973"/>
                <a:gd name="connsiteX87" fmla="*/ 1367532 w 1511813"/>
                <a:gd name="connsiteY87" fmla="*/ 749904 h 1516973"/>
                <a:gd name="connsiteX88" fmla="*/ 1363920 w 1511813"/>
                <a:gd name="connsiteY88" fmla="*/ 822141 h 1516973"/>
                <a:gd name="connsiteX89" fmla="*/ 1375788 w 1511813"/>
                <a:gd name="connsiteY89" fmla="*/ 838136 h 1516973"/>
                <a:gd name="connsiteX90" fmla="*/ 1498590 w 1511813"/>
                <a:gd name="connsiteY90" fmla="*/ 876834 h 1516973"/>
                <a:gd name="connsiteX91" fmla="*/ 1506330 w 1511813"/>
                <a:gd name="connsiteY91" fmla="*/ 891798 h 1516973"/>
                <a:gd name="connsiteX92" fmla="*/ 1444413 w 1511813"/>
                <a:gd name="connsiteY92" fmla="*/ 1085289 h 1516973"/>
                <a:gd name="connsiteX93" fmla="*/ 1429449 w 1511813"/>
                <a:gd name="connsiteY93" fmla="*/ 1093029 h 1516973"/>
                <a:gd name="connsiteX94" fmla="*/ 1306647 w 1511813"/>
                <a:gd name="connsiteY94" fmla="*/ 1052783 h 1516973"/>
                <a:gd name="connsiteX95" fmla="*/ 1287556 w 1511813"/>
                <a:gd name="connsiteY95" fmla="*/ 1057942 h 1516973"/>
                <a:gd name="connsiteX96" fmla="*/ 1248857 w 1511813"/>
                <a:gd name="connsiteY96" fmla="*/ 1118828 h 1516973"/>
                <a:gd name="connsiteX97" fmla="*/ 1250405 w 1511813"/>
                <a:gd name="connsiteY97" fmla="*/ 1135339 h 1516973"/>
                <a:gd name="connsiteX98" fmla="*/ 1339153 w 1511813"/>
                <a:gd name="connsiteY98" fmla="*/ 1230795 h 1516973"/>
                <a:gd name="connsiteX99" fmla="*/ 1337605 w 1511813"/>
                <a:gd name="connsiteY99" fmla="*/ 1249370 h 1516973"/>
                <a:gd name="connsiteX100" fmla="*/ 1189004 w 1511813"/>
                <a:gd name="connsiteY100" fmla="*/ 1384040 h 1516973"/>
                <a:gd name="connsiteX101" fmla="*/ 1170945 w 1511813"/>
                <a:gd name="connsiteY101" fmla="*/ 1383524 h 1516973"/>
                <a:gd name="connsiteX102" fmla="*/ 1118831 w 1511813"/>
                <a:gd name="connsiteY102" fmla="*/ 1337602 h 1516973"/>
                <a:gd name="connsiteX103" fmla="*/ 1086840 w 1511813"/>
                <a:gd name="connsiteY103" fmla="*/ 1289616 h 1516973"/>
                <a:gd name="connsiteX104" fmla="*/ 1064137 w 1511813"/>
                <a:gd name="connsiteY104" fmla="*/ 1284456 h 1516973"/>
                <a:gd name="connsiteX105" fmla="*/ 1002220 w 1511813"/>
                <a:gd name="connsiteY105" fmla="*/ 1316447 h 1516973"/>
                <a:gd name="connsiteX106" fmla="*/ 996028 w 1511813"/>
                <a:gd name="connsiteY106" fmla="*/ 1332958 h 1516973"/>
                <a:gd name="connsiteX107" fmla="*/ 1022859 w 1511813"/>
                <a:gd name="connsiteY107" fmla="*/ 1446989 h 1516973"/>
                <a:gd name="connsiteX108" fmla="*/ 1024407 w 1511813"/>
                <a:gd name="connsiteY108" fmla="*/ 1459889 h 1516973"/>
                <a:gd name="connsiteX109" fmla="*/ 1015636 w 1511813"/>
                <a:gd name="connsiteY109" fmla="*/ 1473304 h 1516973"/>
                <a:gd name="connsiteX110" fmla="*/ 817500 w 1511813"/>
                <a:gd name="connsiteY110" fmla="*/ 1518710 h 1516973"/>
                <a:gd name="connsiteX111" fmla="*/ 758163 w 1511813"/>
                <a:gd name="connsiteY111" fmla="*/ 1148238 h 1516973"/>
                <a:gd name="connsiteX112" fmla="*/ 1145146 w 1511813"/>
                <a:gd name="connsiteY112" fmla="*/ 758675 h 1516973"/>
                <a:gd name="connsiteX113" fmla="*/ 757131 w 1511813"/>
                <a:gd name="connsiteY113" fmla="*/ 371176 h 1516973"/>
                <a:gd name="connsiteX114" fmla="*/ 368600 w 1511813"/>
                <a:gd name="connsiteY114" fmla="*/ 759707 h 1516973"/>
                <a:gd name="connsiteX115" fmla="*/ 758163 w 1511813"/>
                <a:gd name="connsiteY115" fmla="*/ 1148238 h 1516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1511813" h="1516973">
                  <a:moveTo>
                    <a:pt x="817500" y="1518710"/>
                  </a:moveTo>
                  <a:cubicBezTo>
                    <a:pt x="809245" y="1520774"/>
                    <a:pt x="805633" y="1516130"/>
                    <a:pt x="802537" y="1507875"/>
                  </a:cubicBezTo>
                  <a:cubicBezTo>
                    <a:pt x="795829" y="1486204"/>
                    <a:pt x="788090" y="1464532"/>
                    <a:pt x="780866" y="1442862"/>
                  </a:cubicBezTo>
                  <a:cubicBezTo>
                    <a:pt x="774674" y="1424286"/>
                    <a:pt x="777770" y="1404679"/>
                    <a:pt x="776738" y="1385072"/>
                  </a:cubicBezTo>
                  <a:cubicBezTo>
                    <a:pt x="776222" y="1369593"/>
                    <a:pt x="775706" y="1370109"/>
                    <a:pt x="760227" y="1369593"/>
                  </a:cubicBezTo>
                  <a:cubicBezTo>
                    <a:pt x="738556" y="1369593"/>
                    <a:pt x="716369" y="1368045"/>
                    <a:pt x="694698" y="1366497"/>
                  </a:cubicBezTo>
                  <a:cubicBezTo>
                    <a:pt x="683346" y="1365465"/>
                    <a:pt x="676638" y="1365981"/>
                    <a:pt x="676638" y="1379912"/>
                  </a:cubicBezTo>
                  <a:cubicBezTo>
                    <a:pt x="676638" y="1424286"/>
                    <a:pt x="655483" y="1462469"/>
                    <a:pt x="637940" y="1501683"/>
                  </a:cubicBezTo>
                  <a:cubicBezTo>
                    <a:pt x="634844" y="1508907"/>
                    <a:pt x="630716" y="1510454"/>
                    <a:pt x="622977" y="1508907"/>
                  </a:cubicBezTo>
                  <a:cubicBezTo>
                    <a:pt x="556416" y="1496523"/>
                    <a:pt x="492434" y="1475368"/>
                    <a:pt x="430517" y="1447505"/>
                  </a:cubicBezTo>
                  <a:cubicBezTo>
                    <a:pt x="423294" y="1443893"/>
                    <a:pt x="420198" y="1440282"/>
                    <a:pt x="422262" y="1431510"/>
                  </a:cubicBezTo>
                  <a:cubicBezTo>
                    <a:pt x="427421" y="1409323"/>
                    <a:pt x="431033" y="1386620"/>
                    <a:pt x="435677" y="1364433"/>
                  </a:cubicBezTo>
                  <a:cubicBezTo>
                    <a:pt x="439805" y="1344310"/>
                    <a:pt x="452704" y="1327798"/>
                    <a:pt x="461992" y="1310255"/>
                  </a:cubicBezTo>
                  <a:cubicBezTo>
                    <a:pt x="467152" y="1300452"/>
                    <a:pt x="466120" y="1295808"/>
                    <a:pt x="456316" y="1290132"/>
                  </a:cubicBezTo>
                  <a:cubicBezTo>
                    <a:pt x="435677" y="1278265"/>
                    <a:pt x="415554" y="1264849"/>
                    <a:pt x="395431" y="1251434"/>
                  </a:cubicBezTo>
                  <a:cubicBezTo>
                    <a:pt x="388207" y="1246274"/>
                    <a:pt x="383563" y="1246274"/>
                    <a:pt x="378919" y="1254014"/>
                  </a:cubicBezTo>
                  <a:cubicBezTo>
                    <a:pt x="356216" y="1293228"/>
                    <a:pt x="319066" y="1317479"/>
                    <a:pt x="283464" y="1342246"/>
                  </a:cubicBezTo>
                  <a:cubicBezTo>
                    <a:pt x="276240" y="1346890"/>
                    <a:pt x="272112" y="1346374"/>
                    <a:pt x="265920" y="1341214"/>
                  </a:cubicBezTo>
                  <a:cubicBezTo>
                    <a:pt x="214323" y="1297356"/>
                    <a:pt x="169433" y="1246790"/>
                    <a:pt x="130218" y="1191580"/>
                  </a:cubicBezTo>
                  <a:cubicBezTo>
                    <a:pt x="125575" y="1185389"/>
                    <a:pt x="125059" y="1180745"/>
                    <a:pt x="130734" y="1174553"/>
                  </a:cubicBezTo>
                  <a:cubicBezTo>
                    <a:pt x="146730" y="1157010"/>
                    <a:pt x="161177" y="1138435"/>
                    <a:pt x="177688" y="1121408"/>
                  </a:cubicBezTo>
                  <a:cubicBezTo>
                    <a:pt x="191104" y="1107476"/>
                    <a:pt x="209163" y="1099221"/>
                    <a:pt x="225674" y="1089417"/>
                  </a:cubicBezTo>
                  <a:cubicBezTo>
                    <a:pt x="236510" y="1083225"/>
                    <a:pt x="237026" y="1078065"/>
                    <a:pt x="230834" y="1067230"/>
                  </a:cubicBezTo>
                  <a:cubicBezTo>
                    <a:pt x="218967" y="1047107"/>
                    <a:pt x="208647" y="1025436"/>
                    <a:pt x="198327" y="1004281"/>
                  </a:cubicBezTo>
                  <a:cubicBezTo>
                    <a:pt x="194716" y="997057"/>
                    <a:pt x="192136" y="993445"/>
                    <a:pt x="183880" y="998089"/>
                  </a:cubicBezTo>
                  <a:cubicBezTo>
                    <a:pt x="147246" y="1017180"/>
                    <a:pt x="108031" y="1024920"/>
                    <a:pt x="67269" y="1025952"/>
                  </a:cubicBezTo>
                  <a:cubicBezTo>
                    <a:pt x="63657" y="1025952"/>
                    <a:pt x="59529" y="1026984"/>
                    <a:pt x="55918" y="1027500"/>
                  </a:cubicBezTo>
                  <a:cubicBezTo>
                    <a:pt x="48694" y="1028532"/>
                    <a:pt x="44050" y="1025952"/>
                    <a:pt x="41470" y="1018212"/>
                  </a:cubicBezTo>
                  <a:cubicBezTo>
                    <a:pt x="21347" y="960939"/>
                    <a:pt x="6384" y="902117"/>
                    <a:pt x="1224" y="841748"/>
                  </a:cubicBezTo>
                  <a:cubicBezTo>
                    <a:pt x="-1872" y="808725"/>
                    <a:pt x="-1356" y="809241"/>
                    <a:pt x="30635" y="797374"/>
                  </a:cubicBezTo>
                  <a:cubicBezTo>
                    <a:pt x="64173" y="784474"/>
                    <a:pt x="98744" y="775703"/>
                    <a:pt x="134862" y="778799"/>
                  </a:cubicBezTo>
                  <a:cubicBezTo>
                    <a:pt x="144150" y="779315"/>
                    <a:pt x="147246" y="775187"/>
                    <a:pt x="147246" y="765899"/>
                  </a:cubicBezTo>
                  <a:cubicBezTo>
                    <a:pt x="147246" y="742680"/>
                    <a:pt x="148278" y="719461"/>
                    <a:pt x="150342" y="696242"/>
                  </a:cubicBezTo>
                  <a:cubicBezTo>
                    <a:pt x="151373" y="685923"/>
                    <a:pt x="150858" y="678699"/>
                    <a:pt x="137442" y="678699"/>
                  </a:cubicBezTo>
                  <a:cubicBezTo>
                    <a:pt x="92552" y="678699"/>
                    <a:pt x="53854" y="657544"/>
                    <a:pt x="14639" y="639485"/>
                  </a:cubicBezTo>
                  <a:cubicBezTo>
                    <a:pt x="7932" y="636389"/>
                    <a:pt x="6384" y="632261"/>
                    <a:pt x="7932" y="625037"/>
                  </a:cubicBezTo>
                  <a:cubicBezTo>
                    <a:pt x="20315" y="558476"/>
                    <a:pt x="40954" y="494495"/>
                    <a:pt x="69333" y="432578"/>
                  </a:cubicBezTo>
                  <a:cubicBezTo>
                    <a:pt x="72945" y="424838"/>
                    <a:pt x="77073" y="421742"/>
                    <a:pt x="86360" y="423806"/>
                  </a:cubicBezTo>
                  <a:cubicBezTo>
                    <a:pt x="107515" y="428450"/>
                    <a:pt x="129186" y="432578"/>
                    <a:pt x="150858" y="436706"/>
                  </a:cubicBezTo>
                  <a:cubicBezTo>
                    <a:pt x="171497" y="440833"/>
                    <a:pt x="188008" y="453733"/>
                    <a:pt x="206583" y="463536"/>
                  </a:cubicBezTo>
                  <a:cubicBezTo>
                    <a:pt x="216903" y="468696"/>
                    <a:pt x="221546" y="467664"/>
                    <a:pt x="227738" y="457345"/>
                  </a:cubicBezTo>
                  <a:cubicBezTo>
                    <a:pt x="239606" y="436706"/>
                    <a:pt x="253021" y="416582"/>
                    <a:pt x="266952" y="396459"/>
                  </a:cubicBezTo>
                  <a:cubicBezTo>
                    <a:pt x="271596" y="389752"/>
                    <a:pt x="271596" y="385108"/>
                    <a:pt x="264373" y="380980"/>
                  </a:cubicBezTo>
                  <a:cubicBezTo>
                    <a:pt x="225158" y="357761"/>
                    <a:pt x="200391" y="320611"/>
                    <a:pt x="175108" y="284492"/>
                  </a:cubicBezTo>
                  <a:cubicBezTo>
                    <a:pt x="170465" y="277785"/>
                    <a:pt x="170981" y="273657"/>
                    <a:pt x="176140" y="267981"/>
                  </a:cubicBezTo>
                  <a:cubicBezTo>
                    <a:pt x="219998" y="216383"/>
                    <a:pt x="270048" y="171493"/>
                    <a:pt x="325258" y="132279"/>
                  </a:cubicBezTo>
                  <a:cubicBezTo>
                    <a:pt x="331966" y="127635"/>
                    <a:pt x="336609" y="126603"/>
                    <a:pt x="343317" y="132795"/>
                  </a:cubicBezTo>
                  <a:cubicBezTo>
                    <a:pt x="360344" y="148274"/>
                    <a:pt x="378404" y="162722"/>
                    <a:pt x="395431" y="178717"/>
                  </a:cubicBezTo>
                  <a:cubicBezTo>
                    <a:pt x="409362" y="191616"/>
                    <a:pt x="416070" y="209160"/>
                    <a:pt x="426389" y="224639"/>
                  </a:cubicBezTo>
                  <a:cubicBezTo>
                    <a:pt x="437741" y="241666"/>
                    <a:pt x="435161" y="240634"/>
                    <a:pt x="451156" y="231347"/>
                  </a:cubicBezTo>
                  <a:cubicBezTo>
                    <a:pt x="470763" y="219995"/>
                    <a:pt x="491403" y="209676"/>
                    <a:pt x="512042" y="200388"/>
                  </a:cubicBezTo>
                  <a:cubicBezTo>
                    <a:pt x="521329" y="196260"/>
                    <a:pt x="522361" y="192132"/>
                    <a:pt x="518233" y="183877"/>
                  </a:cubicBezTo>
                  <a:cubicBezTo>
                    <a:pt x="499142" y="148274"/>
                    <a:pt x="492434" y="109576"/>
                    <a:pt x="491403" y="69846"/>
                  </a:cubicBezTo>
                  <a:cubicBezTo>
                    <a:pt x="491403" y="66234"/>
                    <a:pt x="490371" y="62106"/>
                    <a:pt x="489855" y="58494"/>
                  </a:cubicBezTo>
                  <a:cubicBezTo>
                    <a:pt x="488307" y="50239"/>
                    <a:pt x="491403" y="46111"/>
                    <a:pt x="499658" y="43015"/>
                  </a:cubicBezTo>
                  <a:cubicBezTo>
                    <a:pt x="563123" y="20312"/>
                    <a:pt x="628653" y="6380"/>
                    <a:pt x="695730" y="189"/>
                  </a:cubicBezTo>
                  <a:cubicBezTo>
                    <a:pt x="706049" y="-843"/>
                    <a:pt x="710693" y="2253"/>
                    <a:pt x="713273" y="12056"/>
                  </a:cubicBezTo>
                  <a:cubicBezTo>
                    <a:pt x="715337" y="19796"/>
                    <a:pt x="717917" y="27536"/>
                    <a:pt x="721012" y="35275"/>
                  </a:cubicBezTo>
                  <a:cubicBezTo>
                    <a:pt x="734428" y="67266"/>
                    <a:pt x="741136" y="99772"/>
                    <a:pt x="738556" y="134343"/>
                  </a:cubicBezTo>
                  <a:cubicBezTo>
                    <a:pt x="737524" y="145694"/>
                    <a:pt x="742168" y="148790"/>
                    <a:pt x="753519" y="148790"/>
                  </a:cubicBezTo>
                  <a:cubicBezTo>
                    <a:pt x="775706" y="148274"/>
                    <a:pt x="797893" y="149822"/>
                    <a:pt x="820596" y="151886"/>
                  </a:cubicBezTo>
                  <a:cubicBezTo>
                    <a:pt x="831948" y="152918"/>
                    <a:pt x="838655" y="152402"/>
                    <a:pt x="838655" y="138471"/>
                  </a:cubicBezTo>
                  <a:cubicBezTo>
                    <a:pt x="838655" y="94097"/>
                    <a:pt x="859810" y="55914"/>
                    <a:pt x="877354" y="16700"/>
                  </a:cubicBezTo>
                  <a:cubicBezTo>
                    <a:pt x="880449" y="9476"/>
                    <a:pt x="885093" y="7928"/>
                    <a:pt x="892317" y="9476"/>
                  </a:cubicBezTo>
                  <a:cubicBezTo>
                    <a:pt x="958878" y="21860"/>
                    <a:pt x="1022859" y="42499"/>
                    <a:pt x="1084777" y="70878"/>
                  </a:cubicBezTo>
                  <a:cubicBezTo>
                    <a:pt x="1092000" y="74489"/>
                    <a:pt x="1095096" y="78617"/>
                    <a:pt x="1093032" y="86873"/>
                  </a:cubicBezTo>
                  <a:cubicBezTo>
                    <a:pt x="1088388" y="108544"/>
                    <a:pt x="1084261" y="130731"/>
                    <a:pt x="1079617" y="152402"/>
                  </a:cubicBezTo>
                  <a:cubicBezTo>
                    <a:pt x="1075489" y="172525"/>
                    <a:pt x="1062590" y="189036"/>
                    <a:pt x="1053302" y="206580"/>
                  </a:cubicBezTo>
                  <a:cubicBezTo>
                    <a:pt x="1047626" y="217415"/>
                    <a:pt x="1048658" y="222575"/>
                    <a:pt x="1060010" y="228251"/>
                  </a:cubicBezTo>
                  <a:cubicBezTo>
                    <a:pt x="1080133" y="239602"/>
                    <a:pt x="1099740" y="252502"/>
                    <a:pt x="1118315" y="265917"/>
                  </a:cubicBezTo>
                  <a:cubicBezTo>
                    <a:pt x="1126571" y="272109"/>
                    <a:pt x="1131214" y="271593"/>
                    <a:pt x="1136374" y="262821"/>
                  </a:cubicBezTo>
                  <a:cubicBezTo>
                    <a:pt x="1159077" y="223607"/>
                    <a:pt x="1196744" y="199872"/>
                    <a:pt x="1232346" y="174589"/>
                  </a:cubicBezTo>
                  <a:cubicBezTo>
                    <a:pt x="1238538" y="170461"/>
                    <a:pt x="1242666" y="170977"/>
                    <a:pt x="1247825" y="175621"/>
                  </a:cubicBezTo>
                  <a:cubicBezTo>
                    <a:pt x="1299939" y="219995"/>
                    <a:pt x="1345345" y="270045"/>
                    <a:pt x="1384559" y="325770"/>
                  </a:cubicBezTo>
                  <a:cubicBezTo>
                    <a:pt x="1389203" y="331962"/>
                    <a:pt x="1389719" y="336606"/>
                    <a:pt x="1384043" y="342798"/>
                  </a:cubicBezTo>
                  <a:cubicBezTo>
                    <a:pt x="1368048" y="360857"/>
                    <a:pt x="1352569" y="379432"/>
                    <a:pt x="1336057" y="396975"/>
                  </a:cubicBezTo>
                  <a:cubicBezTo>
                    <a:pt x="1323674" y="409875"/>
                    <a:pt x="1306131" y="417098"/>
                    <a:pt x="1291167" y="426902"/>
                  </a:cubicBezTo>
                  <a:cubicBezTo>
                    <a:pt x="1276720" y="436706"/>
                    <a:pt x="1276720" y="436190"/>
                    <a:pt x="1284976" y="451153"/>
                  </a:cubicBezTo>
                  <a:cubicBezTo>
                    <a:pt x="1295811" y="471792"/>
                    <a:pt x="1306647" y="492431"/>
                    <a:pt x="1316450" y="513070"/>
                  </a:cubicBezTo>
                  <a:cubicBezTo>
                    <a:pt x="1320062" y="520294"/>
                    <a:pt x="1323158" y="523390"/>
                    <a:pt x="1330898" y="519262"/>
                  </a:cubicBezTo>
                  <a:cubicBezTo>
                    <a:pt x="1367532" y="500171"/>
                    <a:pt x="1406746" y="492431"/>
                    <a:pt x="1447509" y="491399"/>
                  </a:cubicBezTo>
                  <a:cubicBezTo>
                    <a:pt x="1451120" y="491399"/>
                    <a:pt x="1455248" y="490367"/>
                    <a:pt x="1458860" y="489851"/>
                  </a:cubicBezTo>
                  <a:cubicBezTo>
                    <a:pt x="1466600" y="488819"/>
                    <a:pt x="1470728" y="491399"/>
                    <a:pt x="1473307" y="499139"/>
                  </a:cubicBezTo>
                  <a:cubicBezTo>
                    <a:pt x="1493431" y="556412"/>
                    <a:pt x="1508394" y="615234"/>
                    <a:pt x="1513554" y="675603"/>
                  </a:cubicBezTo>
                  <a:cubicBezTo>
                    <a:pt x="1513554" y="676635"/>
                    <a:pt x="1513554" y="678183"/>
                    <a:pt x="1514070" y="679215"/>
                  </a:cubicBezTo>
                  <a:cubicBezTo>
                    <a:pt x="1518713" y="714301"/>
                    <a:pt x="1519745" y="706046"/>
                    <a:pt x="1490335" y="717397"/>
                  </a:cubicBezTo>
                  <a:cubicBezTo>
                    <a:pt x="1454732" y="730813"/>
                    <a:pt x="1418614" y="741648"/>
                    <a:pt x="1379916" y="738036"/>
                  </a:cubicBezTo>
                  <a:cubicBezTo>
                    <a:pt x="1371144" y="737004"/>
                    <a:pt x="1368048" y="740616"/>
                    <a:pt x="1367532" y="749904"/>
                  </a:cubicBezTo>
                  <a:cubicBezTo>
                    <a:pt x="1367016" y="774155"/>
                    <a:pt x="1365984" y="797890"/>
                    <a:pt x="1363920" y="822141"/>
                  </a:cubicBezTo>
                  <a:cubicBezTo>
                    <a:pt x="1363404" y="831944"/>
                    <a:pt x="1363920" y="838136"/>
                    <a:pt x="1375788" y="838136"/>
                  </a:cubicBezTo>
                  <a:cubicBezTo>
                    <a:pt x="1420678" y="838136"/>
                    <a:pt x="1459376" y="858775"/>
                    <a:pt x="1498590" y="876834"/>
                  </a:cubicBezTo>
                  <a:cubicBezTo>
                    <a:pt x="1505298" y="879930"/>
                    <a:pt x="1507878" y="883542"/>
                    <a:pt x="1506330" y="891798"/>
                  </a:cubicBezTo>
                  <a:cubicBezTo>
                    <a:pt x="1493947" y="958875"/>
                    <a:pt x="1472791" y="1023372"/>
                    <a:pt x="1444413" y="1085289"/>
                  </a:cubicBezTo>
                  <a:cubicBezTo>
                    <a:pt x="1441317" y="1092513"/>
                    <a:pt x="1437189" y="1094577"/>
                    <a:pt x="1429449" y="1093029"/>
                  </a:cubicBezTo>
                  <a:cubicBezTo>
                    <a:pt x="1386623" y="1085289"/>
                    <a:pt x="1343797" y="1078581"/>
                    <a:pt x="1306647" y="1052783"/>
                  </a:cubicBezTo>
                  <a:cubicBezTo>
                    <a:pt x="1297875" y="1046591"/>
                    <a:pt x="1293231" y="1048655"/>
                    <a:pt x="1287556" y="1057942"/>
                  </a:cubicBezTo>
                  <a:cubicBezTo>
                    <a:pt x="1275688" y="1078581"/>
                    <a:pt x="1262273" y="1098705"/>
                    <a:pt x="1248857" y="1118828"/>
                  </a:cubicBezTo>
                  <a:cubicBezTo>
                    <a:pt x="1244214" y="1125535"/>
                    <a:pt x="1242150" y="1130179"/>
                    <a:pt x="1250405" y="1135339"/>
                  </a:cubicBezTo>
                  <a:cubicBezTo>
                    <a:pt x="1289620" y="1158558"/>
                    <a:pt x="1313871" y="1194676"/>
                    <a:pt x="1339153" y="1230795"/>
                  </a:cubicBezTo>
                  <a:cubicBezTo>
                    <a:pt x="1344313" y="1238018"/>
                    <a:pt x="1343797" y="1242662"/>
                    <a:pt x="1337605" y="1249370"/>
                  </a:cubicBezTo>
                  <a:cubicBezTo>
                    <a:pt x="1293747" y="1300968"/>
                    <a:pt x="1244214" y="1345342"/>
                    <a:pt x="1189004" y="1384040"/>
                  </a:cubicBezTo>
                  <a:cubicBezTo>
                    <a:pt x="1182296" y="1388684"/>
                    <a:pt x="1177652" y="1389716"/>
                    <a:pt x="1170945" y="1383524"/>
                  </a:cubicBezTo>
                  <a:cubicBezTo>
                    <a:pt x="1153918" y="1368045"/>
                    <a:pt x="1135858" y="1353597"/>
                    <a:pt x="1118831" y="1337602"/>
                  </a:cubicBezTo>
                  <a:cubicBezTo>
                    <a:pt x="1104384" y="1324187"/>
                    <a:pt x="1096644" y="1306128"/>
                    <a:pt x="1086840" y="1289616"/>
                  </a:cubicBezTo>
                  <a:cubicBezTo>
                    <a:pt x="1080133" y="1278265"/>
                    <a:pt x="1074973" y="1277749"/>
                    <a:pt x="1064137" y="1284456"/>
                  </a:cubicBezTo>
                  <a:cubicBezTo>
                    <a:pt x="1044530" y="1296324"/>
                    <a:pt x="1023375" y="1306643"/>
                    <a:pt x="1002220" y="1316447"/>
                  </a:cubicBezTo>
                  <a:cubicBezTo>
                    <a:pt x="993449" y="1320575"/>
                    <a:pt x="991385" y="1324703"/>
                    <a:pt x="996028" y="1332958"/>
                  </a:cubicBezTo>
                  <a:cubicBezTo>
                    <a:pt x="1015120" y="1368561"/>
                    <a:pt x="1021827" y="1407259"/>
                    <a:pt x="1022859" y="1446989"/>
                  </a:cubicBezTo>
                  <a:cubicBezTo>
                    <a:pt x="1022859" y="1451117"/>
                    <a:pt x="1023891" y="1455245"/>
                    <a:pt x="1024407" y="1459889"/>
                  </a:cubicBezTo>
                  <a:cubicBezTo>
                    <a:pt x="1025439" y="1466596"/>
                    <a:pt x="1022859" y="1470724"/>
                    <a:pt x="1015636" y="1473304"/>
                  </a:cubicBezTo>
                  <a:cubicBezTo>
                    <a:pt x="970745" y="1493943"/>
                    <a:pt x="870646" y="1516130"/>
                    <a:pt x="817500" y="1518710"/>
                  </a:cubicBezTo>
                  <a:close/>
                  <a:moveTo>
                    <a:pt x="758163" y="1148238"/>
                  </a:moveTo>
                  <a:cubicBezTo>
                    <a:pt x="974357" y="1144627"/>
                    <a:pt x="1145146" y="976418"/>
                    <a:pt x="1145146" y="758675"/>
                  </a:cubicBezTo>
                  <a:cubicBezTo>
                    <a:pt x="1145146" y="542481"/>
                    <a:pt x="974357" y="371176"/>
                    <a:pt x="757131" y="371176"/>
                  </a:cubicBezTo>
                  <a:cubicBezTo>
                    <a:pt x="539904" y="371176"/>
                    <a:pt x="368600" y="542481"/>
                    <a:pt x="368600" y="759707"/>
                  </a:cubicBezTo>
                  <a:cubicBezTo>
                    <a:pt x="369116" y="977966"/>
                    <a:pt x="541452" y="1145659"/>
                    <a:pt x="758163" y="1148238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</p:grpSp>
      <p:grpSp>
        <p:nvGrpSpPr>
          <p:cNvPr id="10" name="Group 9"/>
          <p:cNvGrpSpPr/>
          <p:nvPr userDrawn="1"/>
        </p:nvGrpSpPr>
        <p:grpSpPr>
          <a:xfrm>
            <a:off x="0" y="2287568"/>
            <a:ext cx="2269844" cy="2043862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11" name="Freeform: Shape 10"/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13" name="Freeform: Shape 12"/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4" name="Freeform: Shape 13"/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sp>
        <p:nvSpPr>
          <p:cNvPr id="15" name="Freeform: Shape 14"/>
          <p:cNvSpPr/>
          <p:nvPr userDrawn="1"/>
        </p:nvSpPr>
        <p:spPr>
          <a:xfrm>
            <a:off x="2596973" y="2983364"/>
            <a:ext cx="515867" cy="525153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sp>
        <p:nvSpPr>
          <p:cNvPr id="16" name="Freeform: Shape 15"/>
          <p:cNvSpPr/>
          <p:nvPr userDrawn="1"/>
        </p:nvSpPr>
        <p:spPr>
          <a:xfrm rot="2246763">
            <a:off x="85627" y="1671608"/>
            <a:ext cx="1007797" cy="1007832"/>
          </a:xfrm>
          <a:custGeom>
            <a:avLst/>
            <a:gdLst>
              <a:gd name="connsiteX0" fmla="*/ 894776 w 1774962"/>
              <a:gd name="connsiteY0" fmla="*/ 1775736 h 1774962"/>
              <a:gd name="connsiteX1" fmla="*/ 852466 w 1774962"/>
              <a:gd name="connsiteY1" fmla="*/ 1775736 h 1774962"/>
              <a:gd name="connsiteX2" fmla="*/ 839567 w 1774962"/>
              <a:gd name="connsiteY2" fmla="*/ 1764901 h 1774962"/>
              <a:gd name="connsiteX3" fmla="*/ 819960 w 1774962"/>
              <a:gd name="connsiteY3" fmla="*/ 1666349 h 1774962"/>
              <a:gd name="connsiteX4" fmla="*/ 822024 w 1774962"/>
              <a:gd name="connsiteY4" fmla="*/ 1636938 h 1774962"/>
              <a:gd name="connsiteX5" fmla="*/ 811704 w 1774962"/>
              <a:gd name="connsiteY5" fmla="*/ 1623523 h 1774962"/>
              <a:gd name="connsiteX6" fmla="*/ 695093 w 1774962"/>
              <a:gd name="connsiteY6" fmla="*/ 1601852 h 1774962"/>
              <a:gd name="connsiteX7" fmla="*/ 680130 w 1774962"/>
              <a:gd name="connsiteY7" fmla="*/ 1610623 h 1774962"/>
              <a:gd name="connsiteX8" fmla="*/ 615116 w 1774962"/>
              <a:gd name="connsiteY8" fmla="*/ 1727234 h 1774962"/>
              <a:gd name="connsiteX9" fmla="*/ 603765 w 1774962"/>
              <a:gd name="connsiteY9" fmla="*/ 1730330 h 1774962"/>
              <a:gd name="connsiteX10" fmla="*/ 512953 w 1774962"/>
              <a:gd name="connsiteY10" fmla="*/ 1694212 h 1774962"/>
              <a:gd name="connsiteX11" fmla="*/ 507277 w 1774962"/>
              <a:gd name="connsiteY11" fmla="*/ 1681828 h 1774962"/>
              <a:gd name="connsiteX12" fmla="*/ 527400 w 1774962"/>
              <a:gd name="connsiteY12" fmla="*/ 1583277 h 1774962"/>
              <a:gd name="connsiteX13" fmla="*/ 541848 w 1774962"/>
              <a:gd name="connsiteY13" fmla="*/ 1552834 h 1774962"/>
              <a:gd name="connsiteX14" fmla="*/ 537720 w 1774962"/>
              <a:gd name="connsiteY14" fmla="*/ 1539418 h 1774962"/>
              <a:gd name="connsiteX15" fmla="*/ 435041 w 1774962"/>
              <a:gd name="connsiteY15" fmla="*/ 1472857 h 1774962"/>
              <a:gd name="connsiteX16" fmla="*/ 420593 w 1774962"/>
              <a:gd name="connsiteY16" fmla="*/ 1474921 h 1774962"/>
              <a:gd name="connsiteX17" fmla="*/ 315334 w 1774962"/>
              <a:gd name="connsiteY17" fmla="*/ 1559026 h 1774962"/>
              <a:gd name="connsiteX18" fmla="*/ 302950 w 1774962"/>
              <a:gd name="connsiteY18" fmla="*/ 1557478 h 1774962"/>
              <a:gd name="connsiteX19" fmla="*/ 233809 w 1774962"/>
              <a:gd name="connsiteY19" fmla="*/ 1490401 h 1774962"/>
              <a:gd name="connsiteX20" fmla="*/ 232777 w 1774962"/>
              <a:gd name="connsiteY20" fmla="*/ 1476985 h 1774962"/>
              <a:gd name="connsiteX21" fmla="*/ 289019 w 1774962"/>
              <a:gd name="connsiteY21" fmla="*/ 1393397 h 1774962"/>
              <a:gd name="connsiteX22" fmla="*/ 312754 w 1774962"/>
              <a:gd name="connsiteY22" fmla="*/ 1371726 h 1774962"/>
              <a:gd name="connsiteX23" fmla="*/ 314818 w 1774962"/>
              <a:gd name="connsiteY23" fmla="*/ 1355731 h 1774962"/>
              <a:gd name="connsiteX24" fmla="*/ 246193 w 1774962"/>
              <a:gd name="connsiteY24" fmla="*/ 1255631 h 1774962"/>
              <a:gd name="connsiteX25" fmla="*/ 230713 w 1774962"/>
              <a:gd name="connsiteY25" fmla="*/ 1253051 h 1774962"/>
              <a:gd name="connsiteX26" fmla="*/ 102751 w 1774962"/>
              <a:gd name="connsiteY26" fmla="*/ 1289685 h 1774962"/>
              <a:gd name="connsiteX27" fmla="*/ 91916 w 1774962"/>
              <a:gd name="connsiteY27" fmla="*/ 1282978 h 1774962"/>
              <a:gd name="connsiteX28" fmla="*/ 53733 w 1774962"/>
              <a:gd name="connsiteY28" fmla="*/ 1194230 h 1774962"/>
              <a:gd name="connsiteX29" fmla="*/ 58377 w 1774962"/>
              <a:gd name="connsiteY29" fmla="*/ 1181330 h 1774962"/>
              <a:gd name="connsiteX30" fmla="*/ 142481 w 1774962"/>
              <a:gd name="connsiteY30" fmla="*/ 1125605 h 1774962"/>
              <a:gd name="connsiteX31" fmla="*/ 173956 w 1774962"/>
              <a:gd name="connsiteY31" fmla="*/ 1114253 h 1774962"/>
              <a:gd name="connsiteX32" fmla="*/ 180664 w 1774962"/>
              <a:gd name="connsiteY32" fmla="*/ 1101870 h 1774962"/>
              <a:gd name="connsiteX33" fmla="*/ 154865 w 1774962"/>
              <a:gd name="connsiteY33" fmla="*/ 981131 h 1774962"/>
              <a:gd name="connsiteX34" fmla="*/ 144029 w 1774962"/>
              <a:gd name="connsiteY34" fmla="*/ 973391 h 1774962"/>
              <a:gd name="connsiteX35" fmla="*/ 10391 w 1774962"/>
              <a:gd name="connsiteY35" fmla="*/ 958428 h 1774962"/>
              <a:gd name="connsiteX36" fmla="*/ 2135 w 1774962"/>
              <a:gd name="connsiteY36" fmla="*/ 948624 h 1774962"/>
              <a:gd name="connsiteX37" fmla="*/ 588 w 1774962"/>
              <a:gd name="connsiteY37" fmla="*/ 850589 h 1774962"/>
              <a:gd name="connsiteX38" fmla="*/ 10391 w 1774962"/>
              <a:gd name="connsiteY38" fmla="*/ 840785 h 1774962"/>
              <a:gd name="connsiteX39" fmla="*/ 110491 w 1774962"/>
              <a:gd name="connsiteY39" fmla="*/ 820662 h 1774962"/>
              <a:gd name="connsiteX40" fmla="*/ 139901 w 1774962"/>
              <a:gd name="connsiteY40" fmla="*/ 822726 h 1774962"/>
              <a:gd name="connsiteX41" fmla="*/ 153317 w 1774962"/>
              <a:gd name="connsiteY41" fmla="*/ 811890 h 1774962"/>
              <a:gd name="connsiteX42" fmla="*/ 174472 w 1774962"/>
              <a:gd name="connsiteY42" fmla="*/ 696827 h 1774962"/>
              <a:gd name="connsiteX43" fmla="*/ 164152 w 1774962"/>
              <a:gd name="connsiteY43" fmla="*/ 680316 h 1774962"/>
              <a:gd name="connsiteX44" fmla="*/ 49090 w 1774962"/>
              <a:gd name="connsiteY44" fmla="*/ 615819 h 1774962"/>
              <a:gd name="connsiteX45" fmla="*/ 45993 w 1774962"/>
              <a:gd name="connsiteY45" fmla="*/ 606015 h 1774962"/>
              <a:gd name="connsiteX46" fmla="*/ 82628 w 1774962"/>
              <a:gd name="connsiteY46" fmla="*/ 513655 h 1774962"/>
              <a:gd name="connsiteX47" fmla="*/ 93979 w 1774962"/>
              <a:gd name="connsiteY47" fmla="*/ 508496 h 1774962"/>
              <a:gd name="connsiteX48" fmla="*/ 224006 w 1774962"/>
              <a:gd name="connsiteY48" fmla="*/ 543066 h 1774962"/>
              <a:gd name="connsiteX49" fmla="*/ 236905 w 1774962"/>
              <a:gd name="connsiteY49" fmla="*/ 538938 h 1774962"/>
              <a:gd name="connsiteX50" fmla="*/ 302434 w 1774962"/>
              <a:gd name="connsiteY50" fmla="*/ 437291 h 1774962"/>
              <a:gd name="connsiteX51" fmla="*/ 302950 w 1774962"/>
              <a:gd name="connsiteY51" fmla="*/ 423359 h 1774962"/>
              <a:gd name="connsiteX52" fmla="*/ 238453 w 1774962"/>
              <a:gd name="connsiteY52" fmla="*/ 346995 h 1774962"/>
              <a:gd name="connsiteX53" fmla="*/ 228650 w 1774962"/>
              <a:gd name="connsiteY53" fmla="*/ 333063 h 1774962"/>
              <a:gd name="connsiteX54" fmla="*/ 230713 w 1774962"/>
              <a:gd name="connsiteY54" fmla="*/ 290237 h 1774962"/>
              <a:gd name="connsiteX55" fmla="*/ 283859 w 1774962"/>
              <a:gd name="connsiteY55" fmla="*/ 236060 h 1774962"/>
              <a:gd name="connsiteX56" fmla="*/ 300370 w 1774962"/>
              <a:gd name="connsiteY56" fmla="*/ 234512 h 1774962"/>
              <a:gd name="connsiteX57" fmla="*/ 380863 w 1774962"/>
              <a:gd name="connsiteY57" fmla="*/ 288173 h 1774962"/>
              <a:gd name="connsiteX58" fmla="*/ 403050 w 1774962"/>
              <a:gd name="connsiteY58" fmla="*/ 311392 h 1774962"/>
              <a:gd name="connsiteX59" fmla="*/ 422141 w 1774962"/>
              <a:gd name="connsiteY59" fmla="*/ 313972 h 1774962"/>
              <a:gd name="connsiteX60" fmla="*/ 519661 w 1774962"/>
              <a:gd name="connsiteY60" fmla="*/ 246895 h 1774962"/>
              <a:gd name="connsiteX61" fmla="*/ 524820 w 1774962"/>
              <a:gd name="connsiteY61" fmla="*/ 233996 h 1774962"/>
              <a:gd name="connsiteX62" fmla="*/ 492314 w 1774962"/>
              <a:gd name="connsiteY62" fmla="*/ 127704 h 1774962"/>
              <a:gd name="connsiteX63" fmla="*/ 514501 w 1774962"/>
              <a:gd name="connsiteY63" fmla="*/ 82298 h 1774962"/>
              <a:gd name="connsiteX64" fmla="*/ 578482 w 1774962"/>
              <a:gd name="connsiteY64" fmla="*/ 55468 h 1774962"/>
              <a:gd name="connsiteX65" fmla="*/ 595509 w 1774962"/>
              <a:gd name="connsiteY65" fmla="*/ 60111 h 1774962"/>
              <a:gd name="connsiteX66" fmla="*/ 648655 w 1774962"/>
              <a:gd name="connsiteY66" fmla="*/ 139572 h 1774962"/>
              <a:gd name="connsiteX67" fmla="*/ 661039 w 1774962"/>
              <a:gd name="connsiteY67" fmla="*/ 172078 h 1774962"/>
              <a:gd name="connsiteX68" fmla="*/ 675486 w 1774962"/>
              <a:gd name="connsiteY68" fmla="*/ 180334 h 1774962"/>
              <a:gd name="connsiteX69" fmla="*/ 792613 w 1774962"/>
              <a:gd name="connsiteY69" fmla="*/ 155567 h 1774962"/>
              <a:gd name="connsiteX70" fmla="*/ 801900 w 1774962"/>
              <a:gd name="connsiteY70" fmla="*/ 143700 h 1774962"/>
              <a:gd name="connsiteX71" fmla="*/ 816864 w 1774962"/>
              <a:gd name="connsiteY71" fmla="*/ 11094 h 1774962"/>
              <a:gd name="connsiteX72" fmla="*/ 826151 w 1774962"/>
              <a:gd name="connsiteY72" fmla="*/ 2322 h 1774962"/>
              <a:gd name="connsiteX73" fmla="*/ 925219 w 1774962"/>
              <a:gd name="connsiteY73" fmla="*/ 774 h 1774962"/>
              <a:gd name="connsiteX74" fmla="*/ 934507 w 1774962"/>
              <a:gd name="connsiteY74" fmla="*/ 10062 h 1774962"/>
              <a:gd name="connsiteX75" fmla="*/ 954114 w 1774962"/>
              <a:gd name="connsiteY75" fmla="*/ 111193 h 1774962"/>
              <a:gd name="connsiteX76" fmla="*/ 952050 w 1774962"/>
              <a:gd name="connsiteY76" fmla="*/ 140604 h 1774962"/>
              <a:gd name="connsiteX77" fmla="*/ 962369 w 1774962"/>
              <a:gd name="connsiteY77" fmla="*/ 152987 h 1774962"/>
              <a:gd name="connsiteX78" fmla="*/ 1078980 w 1774962"/>
              <a:gd name="connsiteY78" fmla="*/ 174658 h 1774962"/>
              <a:gd name="connsiteX79" fmla="*/ 1093428 w 1774962"/>
              <a:gd name="connsiteY79" fmla="*/ 168467 h 1774962"/>
              <a:gd name="connsiteX80" fmla="*/ 1147089 w 1774962"/>
              <a:gd name="connsiteY80" fmla="*/ 69399 h 1774962"/>
              <a:gd name="connsiteX81" fmla="*/ 1192495 w 1774962"/>
              <a:gd name="connsiteY81" fmla="*/ 54436 h 1774962"/>
              <a:gd name="connsiteX82" fmla="*/ 1258024 w 1774962"/>
              <a:gd name="connsiteY82" fmla="*/ 81266 h 1774962"/>
              <a:gd name="connsiteX83" fmla="*/ 1267312 w 1774962"/>
              <a:gd name="connsiteY83" fmla="*/ 96746 h 1774962"/>
              <a:gd name="connsiteX84" fmla="*/ 1247705 w 1774962"/>
              <a:gd name="connsiteY84" fmla="*/ 192718 h 1774962"/>
              <a:gd name="connsiteX85" fmla="*/ 1233258 w 1774962"/>
              <a:gd name="connsiteY85" fmla="*/ 224192 h 1774962"/>
              <a:gd name="connsiteX86" fmla="*/ 1237385 w 1774962"/>
              <a:gd name="connsiteY86" fmla="*/ 237608 h 1774962"/>
              <a:gd name="connsiteX87" fmla="*/ 1340065 w 1774962"/>
              <a:gd name="connsiteY87" fmla="*/ 304169 h 1774962"/>
              <a:gd name="connsiteX88" fmla="*/ 1354512 w 1774962"/>
              <a:gd name="connsiteY88" fmla="*/ 302621 h 1774962"/>
              <a:gd name="connsiteX89" fmla="*/ 1459771 w 1774962"/>
              <a:gd name="connsiteY89" fmla="*/ 218516 h 1774962"/>
              <a:gd name="connsiteX90" fmla="*/ 1472155 w 1774962"/>
              <a:gd name="connsiteY90" fmla="*/ 220064 h 1774962"/>
              <a:gd name="connsiteX91" fmla="*/ 1541296 w 1774962"/>
              <a:gd name="connsiteY91" fmla="*/ 287657 h 1774962"/>
              <a:gd name="connsiteX92" fmla="*/ 1542328 w 1774962"/>
              <a:gd name="connsiteY92" fmla="*/ 301073 h 1774962"/>
              <a:gd name="connsiteX93" fmla="*/ 1485570 w 1774962"/>
              <a:gd name="connsiteY93" fmla="*/ 385693 h 1774962"/>
              <a:gd name="connsiteX94" fmla="*/ 1462868 w 1774962"/>
              <a:gd name="connsiteY94" fmla="*/ 406332 h 1774962"/>
              <a:gd name="connsiteX95" fmla="*/ 1460803 w 1774962"/>
              <a:gd name="connsiteY95" fmla="*/ 422327 h 1774962"/>
              <a:gd name="connsiteX96" fmla="*/ 1529428 w 1774962"/>
              <a:gd name="connsiteY96" fmla="*/ 522427 h 1774962"/>
              <a:gd name="connsiteX97" fmla="*/ 1544908 w 1774962"/>
              <a:gd name="connsiteY97" fmla="*/ 525007 h 1774962"/>
              <a:gd name="connsiteX98" fmla="*/ 1672870 w 1774962"/>
              <a:gd name="connsiteY98" fmla="*/ 488373 h 1774962"/>
              <a:gd name="connsiteX99" fmla="*/ 1683706 w 1774962"/>
              <a:gd name="connsiteY99" fmla="*/ 495080 h 1774962"/>
              <a:gd name="connsiteX100" fmla="*/ 1721888 w 1774962"/>
              <a:gd name="connsiteY100" fmla="*/ 583828 h 1774962"/>
              <a:gd name="connsiteX101" fmla="*/ 1717244 w 1774962"/>
              <a:gd name="connsiteY101" fmla="*/ 596728 h 1774962"/>
              <a:gd name="connsiteX102" fmla="*/ 1633140 w 1774962"/>
              <a:gd name="connsiteY102" fmla="*/ 652453 h 1774962"/>
              <a:gd name="connsiteX103" fmla="*/ 1601665 w 1774962"/>
              <a:gd name="connsiteY103" fmla="*/ 663805 h 1774962"/>
              <a:gd name="connsiteX104" fmla="*/ 1594958 w 1774962"/>
              <a:gd name="connsiteY104" fmla="*/ 676188 h 1774962"/>
              <a:gd name="connsiteX105" fmla="*/ 1620241 w 1774962"/>
              <a:gd name="connsiteY105" fmla="*/ 795895 h 1774962"/>
              <a:gd name="connsiteX106" fmla="*/ 1631076 w 1774962"/>
              <a:gd name="connsiteY106" fmla="*/ 804667 h 1774962"/>
              <a:gd name="connsiteX107" fmla="*/ 1763682 w 1774962"/>
              <a:gd name="connsiteY107" fmla="*/ 819630 h 1774962"/>
              <a:gd name="connsiteX108" fmla="*/ 1773486 w 1774962"/>
              <a:gd name="connsiteY108" fmla="*/ 829950 h 1774962"/>
              <a:gd name="connsiteX109" fmla="*/ 1775034 w 1774962"/>
              <a:gd name="connsiteY109" fmla="*/ 927985 h 1774962"/>
              <a:gd name="connsiteX110" fmla="*/ 1766262 w 1774962"/>
              <a:gd name="connsiteY110" fmla="*/ 937273 h 1774962"/>
              <a:gd name="connsiteX111" fmla="*/ 1663583 w 1774962"/>
              <a:gd name="connsiteY111" fmla="*/ 957396 h 1774962"/>
              <a:gd name="connsiteX112" fmla="*/ 1636752 w 1774962"/>
              <a:gd name="connsiteY112" fmla="*/ 955332 h 1774962"/>
              <a:gd name="connsiteX113" fmla="*/ 1622304 w 1774962"/>
              <a:gd name="connsiteY113" fmla="*/ 966684 h 1774962"/>
              <a:gd name="connsiteX114" fmla="*/ 1601149 w 1774962"/>
              <a:gd name="connsiteY114" fmla="*/ 1081746 h 1774962"/>
              <a:gd name="connsiteX115" fmla="*/ 1610437 w 1774962"/>
              <a:gd name="connsiteY115" fmla="*/ 1097742 h 1774962"/>
              <a:gd name="connsiteX116" fmla="*/ 1726016 w 1774962"/>
              <a:gd name="connsiteY116" fmla="*/ 1161723 h 1774962"/>
              <a:gd name="connsiteX117" fmla="*/ 1729112 w 1774962"/>
              <a:gd name="connsiteY117" fmla="*/ 1174107 h 1774962"/>
              <a:gd name="connsiteX118" fmla="*/ 1693509 w 1774962"/>
              <a:gd name="connsiteY118" fmla="*/ 1263887 h 1774962"/>
              <a:gd name="connsiteX119" fmla="*/ 1681126 w 1774962"/>
              <a:gd name="connsiteY119" fmla="*/ 1270078 h 1774962"/>
              <a:gd name="connsiteX120" fmla="*/ 1581542 w 1774962"/>
              <a:gd name="connsiteY120" fmla="*/ 1249955 h 1774962"/>
              <a:gd name="connsiteX121" fmla="*/ 1552647 w 1774962"/>
              <a:gd name="connsiteY121" fmla="*/ 1236024 h 1774962"/>
              <a:gd name="connsiteX122" fmla="*/ 1538200 w 1774962"/>
              <a:gd name="connsiteY122" fmla="*/ 1240152 h 1774962"/>
              <a:gd name="connsiteX123" fmla="*/ 1473187 w 1774962"/>
              <a:gd name="connsiteY123" fmla="*/ 1340767 h 1774962"/>
              <a:gd name="connsiteX124" fmla="*/ 1475251 w 1774962"/>
              <a:gd name="connsiteY124" fmla="*/ 1358310 h 1774962"/>
              <a:gd name="connsiteX125" fmla="*/ 1535104 w 1774962"/>
              <a:gd name="connsiteY125" fmla="*/ 1430031 h 1774962"/>
              <a:gd name="connsiteX126" fmla="*/ 1545424 w 1774962"/>
              <a:gd name="connsiteY126" fmla="*/ 1444995 h 1774962"/>
              <a:gd name="connsiteX127" fmla="*/ 1542844 w 1774962"/>
              <a:gd name="connsiteY127" fmla="*/ 1489885 h 1774962"/>
              <a:gd name="connsiteX128" fmla="*/ 1491246 w 1774962"/>
              <a:gd name="connsiteY128" fmla="*/ 1542514 h 1774962"/>
              <a:gd name="connsiteX129" fmla="*/ 1472155 w 1774962"/>
              <a:gd name="connsiteY129" fmla="*/ 1544062 h 1774962"/>
              <a:gd name="connsiteX130" fmla="*/ 1393726 w 1774962"/>
              <a:gd name="connsiteY130" fmla="*/ 1491948 h 1774962"/>
              <a:gd name="connsiteX131" fmla="*/ 1369992 w 1774962"/>
              <a:gd name="connsiteY131" fmla="*/ 1466666 h 1774962"/>
              <a:gd name="connsiteX132" fmla="*/ 1352964 w 1774962"/>
              <a:gd name="connsiteY132" fmla="*/ 1464602 h 1774962"/>
              <a:gd name="connsiteX133" fmla="*/ 1254413 w 1774962"/>
              <a:gd name="connsiteY133" fmla="*/ 1532711 h 1774962"/>
              <a:gd name="connsiteX134" fmla="*/ 1248737 w 1774962"/>
              <a:gd name="connsiteY134" fmla="*/ 1544578 h 1774962"/>
              <a:gd name="connsiteX135" fmla="*/ 1284339 w 1774962"/>
              <a:gd name="connsiteY135" fmla="*/ 1662221 h 1774962"/>
              <a:gd name="connsiteX136" fmla="*/ 1268860 w 1774962"/>
              <a:gd name="connsiteY136" fmla="*/ 1693180 h 1774962"/>
              <a:gd name="connsiteX137" fmla="*/ 1195591 w 1774962"/>
              <a:gd name="connsiteY137" fmla="*/ 1724654 h 1774962"/>
              <a:gd name="connsiteX138" fmla="*/ 1178564 w 1774962"/>
              <a:gd name="connsiteY138" fmla="*/ 1719495 h 1774962"/>
              <a:gd name="connsiteX139" fmla="*/ 1125418 w 1774962"/>
              <a:gd name="connsiteY139" fmla="*/ 1640034 h 1774962"/>
              <a:gd name="connsiteX140" fmla="*/ 1113035 w 1774962"/>
              <a:gd name="connsiteY140" fmla="*/ 1606496 h 1774962"/>
              <a:gd name="connsiteX141" fmla="*/ 1099619 w 1774962"/>
              <a:gd name="connsiteY141" fmla="*/ 1599272 h 1774962"/>
              <a:gd name="connsiteX142" fmla="*/ 979913 w 1774962"/>
              <a:gd name="connsiteY142" fmla="*/ 1624555 h 1774962"/>
              <a:gd name="connsiteX143" fmla="*/ 972173 w 1774962"/>
              <a:gd name="connsiteY143" fmla="*/ 1634874 h 1774962"/>
              <a:gd name="connsiteX144" fmla="*/ 957726 w 1774962"/>
              <a:gd name="connsiteY144" fmla="*/ 1767481 h 1774962"/>
              <a:gd name="connsiteX145" fmla="*/ 945858 w 1774962"/>
              <a:gd name="connsiteY145" fmla="*/ 1777800 h 1774962"/>
              <a:gd name="connsiteX146" fmla="*/ 895808 w 1774962"/>
              <a:gd name="connsiteY146" fmla="*/ 1779864 h 1774962"/>
              <a:gd name="connsiteX147" fmla="*/ 894776 w 1774962"/>
              <a:gd name="connsiteY147" fmla="*/ 1775736 h 1774962"/>
              <a:gd name="connsiteX148" fmla="*/ 890648 w 1774962"/>
              <a:gd name="connsiteY148" fmla="*/ 1454798 h 1774962"/>
              <a:gd name="connsiteX149" fmla="*/ 1452548 w 1774962"/>
              <a:gd name="connsiteY149" fmla="*/ 884127 h 1774962"/>
              <a:gd name="connsiteX150" fmla="*/ 881361 w 1774962"/>
              <a:gd name="connsiteY150" fmla="*/ 322228 h 1774962"/>
              <a:gd name="connsiteX151" fmla="*/ 320494 w 1774962"/>
              <a:gd name="connsiteY151" fmla="*/ 893415 h 1774962"/>
              <a:gd name="connsiteX152" fmla="*/ 890648 w 1774962"/>
              <a:gd name="connsiteY152" fmla="*/ 1454798 h 1774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</a:cxnLst>
            <a:rect l="l" t="t" r="r" b="b"/>
            <a:pathLst>
              <a:path w="1774962" h="1774962">
                <a:moveTo>
                  <a:pt x="894776" y="1775736"/>
                </a:moveTo>
                <a:cubicBezTo>
                  <a:pt x="880845" y="1775736"/>
                  <a:pt x="866397" y="1775736"/>
                  <a:pt x="852466" y="1775736"/>
                </a:cubicBezTo>
                <a:cubicBezTo>
                  <a:pt x="844726" y="1775736"/>
                  <a:pt x="840599" y="1772640"/>
                  <a:pt x="839567" y="1764901"/>
                </a:cubicBezTo>
                <a:cubicBezTo>
                  <a:pt x="833375" y="1731878"/>
                  <a:pt x="826151" y="1699371"/>
                  <a:pt x="819960" y="1666349"/>
                </a:cubicBezTo>
                <a:cubicBezTo>
                  <a:pt x="817896" y="1656545"/>
                  <a:pt x="820992" y="1646742"/>
                  <a:pt x="822024" y="1636938"/>
                </a:cubicBezTo>
                <a:cubicBezTo>
                  <a:pt x="823056" y="1628682"/>
                  <a:pt x="820992" y="1624555"/>
                  <a:pt x="811704" y="1623523"/>
                </a:cubicBezTo>
                <a:cubicBezTo>
                  <a:pt x="772490" y="1619395"/>
                  <a:pt x="733275" y="1612171"/>
                  <a:pt x="695093" y="1601852"/>
                </a:cubicBezTo>
                <a:cubicBezTo>
                  <a:pt x="686837" y="1599788"/>
                  <a:pt x="682194" y="1602368"/>
                  <a:pt x="680130" y="1610623"/>
                </a:cubicBezTo>
                <a:cubicBezTo>
                  <a:pt x="669294" y="1655513"/>
                  <a:pt x="636788" y="1688020"/>
                  <a:pt x="615116" y="1727234"/>
                </a:cubicBezTo>
                <a:cubicBezTo>
                  <a:pt x="612537" y="1731878"/>
                  <a:pt x="608409" y="1731878"/>
                  <a:pt x="603765" y="1730330"/>
                </a:cubicBezTo>
                <a:cubicBezTo>
                  <a:pt x="572807" y="1720011"/>
                  <a:pt x="542364" y="1707627"/>
                  <a:pt x="512953" y="1694212"/>
                </a:cubicBezTo>
                <a:cubicBezTo>
                  <a:pt x="506761" y="1691632"/>
                  <a:pt x="506245" y="1686988"/>
                  <a:pt x="507277" y="1681828"/>
                </a:cubicBezTo>
                <a:cubicBezTo>
                  <a:pt x="513985" y="1648806"/>
                  <a:pt x="519661" y="1615783"/>
                  <a:pt x="527400" y="1583277"/>
                </a:cubicBezTo>
                <a:cubicBezTo>
                  <a:pt x="529980" y="1572441"/>
                  <a:pt x="536172" y="1562637"/>
                  <a:pt x="541848" y="1552834"/>
                </a:cubicBezTo>
                <a:cubicBezTo>
                  <a:pt x="545460" y="1546642"/>
                  <a:pt x="544428" y="1543030"/>
                  <a:pt x="537720" y="1539418"/>
                </a:cubicBezTo>
                <a:cubicBezTo>
                  <a:pt x="501601" y="1520327"/>
                  <a:pt x="467547" y="1497624"/>
                  <a:pt x="435041" y="1472857"/>
                </a:cubicBezTo>
                <a:cubicBezTo>
                  <a:pt x="429365" y="1468214"/>
                  <a:pt x="425237" y="1468214"/>
                  <a:pt x="420593" y="1474921"/>
                </a:cubicBezTo>
                <a:cubicBezTo>
                  <a:pt x="393762" y="1512588"/>
                  <a:pt x="350936" y="1531163"/>
                  <a:pt x="315334" y="1559026"/>
                </a:cubicBezTo>
                <a:cubicBezTo>
                  <a:pt x="310690" y="1562637"/>
                  <a:pt x="307078" y="1561090"/>
                  <a:pt x="302950" y="1557478"/>
                </a:cubicBezTo>
                <a:cubicBezTo>
                  <a:pt x="278699" y="1536323"/>
                  <a:pt x="255996" y="1513104"/>
                  <a:pt x="233809" y="1490401"/>
                </a:cubicBezTo>
                <a:cubicBezTo>
                  <a:pt x="229682" y="1485757"/>
                  <a:pt x="229165" y="1482145"/>
                  <a:pt x="232777" y="1476985"/>
                </a:cubicBezTo>
                <a:cubicBezTo>
                  <a:pt x="251352" y="1449122"/>
                  <a:pt x="269928" y="1421260"/>
                  <a:pt x="289019" y="1393397"/>
                </a:cubicBezTo>
                <a:cubicBezTo>
                  <a:pt x="295210" y="1384625"/>
                  <a:pt x="304498" y="1378949"/>
                  <a:pt x="312754" y="1371726"/>
                </a:cubicBezTo>
                <a:cubicBezTo>
                  <a:pt x="318946" y="1366566"/>
                  <a:pt x="319978" y="1361922"/>
                  <a:pt x="314818" y="1355731"/>
                </a:cubicBezTo>
                <a:cubicBezTo>
                  <a:pt x="289535" y="1324256"/>
                  <a:pt x="266316" y="1291233"/>
                  <a:pt x="246193" y="1255631"/>
                </a:cubicBezTo>
                <a:cubicBezTo>
                  <a:pt x="241549" y="1247375"/>
                  <a:pt x="236905" y="1248923"/>
                  <a:pt x="230713" y="1253051"/>
                </a:cubicBezTo>
                <a:cubicBezTo>
                  <a:pt x="191499" y="1277302"/>
                  <a:pt x="145577" y="1277818"/>
                  <a:pt x="102751" y="1289685"/>
                </a:cubicBezTo>
                <a:cubicBezTo>
                  <a:pt x="97075" y="1291233"/>
                  <a:pt x="93979" y="1288137"/>
                  <a:pt x="91916" y="1282978"/>
                </a:cubicBezTo>
                <a:cubicBezTo>
                  <a:pt x="77984" y="1254083"/>
                  <a:pt x="65085" y="1224156"/>
                  <a:pt x="53733" y="1194230"/>
                </a:cubicBezTo>
                <a:cubicBezTo>
                  <a:pt x="51669" y="1188038"/>
                  <a:pt x="53217" y="1184426"/>
                  <a:pt x="58377" y="1181330"/>
                </a:cubicBezTo>
                <a:cubicBezTo>
                  <a:pt x="86240" y="1162755"/>
                  <a:pt x="113587" y="1143664"/>
                  <a:pt x="142481" y="1125605"/>
                </a:cubicBezTo>
                <a:cubicBezTo>
                  <a:pt x="151769" y="1119929"/>
                  <a:pt x="163120" y="1117349"/>
                  <a:pt x="173956" y="1114253"/>
                </a:cubicBezTo>
                <a:cubicBezTo>
                  <a:pt x="180664" y="1112189"/>
                  <a:pt x="182727" y="1109093"/>
                  <a:pt x="180664" y="1101870"/>
                </a:cubicBezTo>
                <a:cubicBezTo>
                  <a:pt x="168796" y="1062139"/>
                  <a:pt x="160541" y="1021893"/>
                  <a:pt x="154865" y="981131"/>
                </a:cubicBezTo>
                <a:cubicBezTo>
                  <a:pt x="153833" y="974423"/>
                  <a:pt x="150737" y="972359"/>
                  <a:pt x="144029" y="973391"/>
                </a:cubicBezTo>
                <a:cubicBezTo>
                  <a:pt x="98107" y="981131"/>
                  <a:pt x="54765" y="963588"/>
                  <a:pt x="10391" y="958428"/>
                </a:cubicBezTo>
                <a:cubicBezTo>
                  <a:pt x="4715" y="957912"/>
                  <a:pt x="2652" y="954300"/>
                  <a:pt x="2135" y="948624"/>
                </a:cubicBezTo>
                <a:cubicBezTo>
                  <a:pt x="-960" y="916118"/>
                  <a:pt x="72" y="883611"/>
                  <a:pt x="588" y="850589"/>
                </a:cubicBezTo>
                <a:cubicBezTo>
                  <a:pt x="588" y="844397"/>
                  <a:pt x="4715" y="841817"/>
                  <a:pt x="10391" y="840785"/>
                </a:cubicBezTo>
                <a:cubicBezTo>
                  <a:pt x="43930" y="834077"/>
                  <a:pt x="76952" y="827370"/>
                  <a:pt x="110491" y="820662"/>
                </a:cubicBezTo>
                <a:cubicBezTo>
                  <a:pt x="120294" y="818598"/>
                  <a:pt x="130098" y="821694"/>
                  <a:pt x="139901" y="822726"/>
                </a:cubicBezTo>
                <a:cubicBezTo>
                  <a:pt x="148157" y="823758"/>
                  <a:pt x="152285" y="820662"/>
                  <a:pt x="153317" y="811890"/>
                </a:cubicBezTo>
                <a:cubicBezTo>
                  <a:pt x="157445" y="773192"/>
                  <a:pt x="164668" y="734494"/>
                  <a:pt x="174472" y="696827"/>
                </a:cubicBezTo>
                <a:cubicBezTo>
                  <a:pt x="177052" y="687024"/>
                  <a:pt x="173440" y="682380"/>
                  <a:pt x="164152" y="680316"/>
                </a:cubicBezTo>
                <a:cubicBezTo>
                  <a:pt x="120294" y="668965"/>
                  <a:pt x="87272" y="636974"/>
                  <a:pt x="49090" y="615819"/>
                </a:cubicBezTo>
                <a:cubicBezTo>
                  <a:pt x="44961" y="613755"/>
                  <a:pt x="44961" y="610143"/>
                  <a:pt x="45993" y="606015"/>
                </a:cubicBezTo>
                <a:cubicBezTo>
                  <a:pt x="56313" y="574541"/>
                  <a:pt x="69212" y="544098"/>
                  <a:pt x="82628" y="513655"/>
                </a:cubicBezTo>
                <a:cubicBezTo>
                  <a:pt x="85208" y="507980"/>
                  <a:pt x="89336" y="506948"/>
                  <a:pt x="93979" y="508496"/>
                </a:cubicBezTo>
                <a:cubicBezTo>
                  <a:pt x="137322" y="519847"/>
                  <a:pt x="183760" y="518815"/>
                  <a:pt x="224006" y="543066"/>
                </a:cubicBezTo>
                <a:cubicBezTo>
                  <a:pt x="230713" y="547194"/>
                  <a:pt x="233809" y="544614"/>
                  <a:pt x="236905" y="538938"/>
                </a:cubicBezTo>
                <a:cubicBezTo>
                  <a:pt x="255996" y="503336"/>
                  <a:pt x="278183" y="469281"/>
                  <a:pt x="302434" y="437291"/>
                </a:cubicBezTo>
                <a:cubicBezTo>
                  <a:pt x="305530" y="433163"/>
                  <a:pt x="310690" y="428519"/>
                  <a:pt x="302950" y="423359"/>
                </a:cubicBezTo>
                <a:cubicBezTo>
                  <a:pt x="273540" y="404268"/>
                  <a:pt x="258576" y="373826"/>
                  <a:pt x="238453" y="346995"/>
                </a:cubicBezTo>
                <a:cubicBezTo>
                  <a:pt x="234841" y="342351"/>
                  <a:pt x="232262" y="337707"/>
                  <a:pt x="228650" y="333063"/>
                </a:cubicBezTo>
                <a:cubicBezTo>
                  <a:pt x="212654" y="310360"/>
                  <a:pt x="212138" y="309844"/>
                  <a:pt x="230713" y="290237"/>
                </a:cubicBezTo>
                <a:cubicBezTo>
                  <a:pt x="248257" y="271662"/>
                  <a:pt x="266316" y="254119"/>
                  <a:pt x="283859" y="236060"/>
                </a:cubicBezTo>
                <a:cubicBezTo>
                  <a:pt x="289535" y="230384"/>
                  <a:pt x="294179" y="229868"/>
                  <a:pt x="300370" y="234512"/>
                </a:cubicBezTo>
                <a:cubicBezTo>
                  <a:pt x="327201" y="252571"/>
                  <a:pt x="354032" y="270114"/>
                  <a:pt x="380863" y="288173"/>
                </a:cubicBezTo>
                <a:cubicBezTo>
                  <a:pt x="390150" y="294365"/>
                  <a:pt x="396342" y="303137"/>
                  <a:pt x="403050" y="311392"/>
                </a:cubicBezTo>
                <a:cubicBezTo>
                  <a:pt x="408726" y="319132"/>
                  <a:pt x="413885" y="320680"/>
                  <a:pt x="422141" y="313972"/>
                </a:cubicBezTo>
                <a:cubicBezTo>
                  <a:pt x="452584" y="288689"/>
                  <a:pt x="485606" y="266502"/>
                  <a:pt x="519661" y="246895"/>
                </a:cubicBezTo>
                <a:cubicBezTo>
                  <a:pt x="524820" y="243799"/>
                  <a:pt x="529464" y="240703"/>
                  <a:pt x="524820" y="233996"/>
                </a:cubicBezTo>
                <a:cubicBezTo>
                  <a:pt x="502633" y="202005"/>
                  <a:pt x="501086" y="163823"/>
                  <a:pt x="492314" y="127704"/>
                </a:cubicBezTo>
                <a:cubicBezTo>
                  <a:pt x="484574" y="96230"/>
                  <a:pt x="485606" y="96746"/>
                  <a:pt x="514501" y="82298"/>
                </a:cubicBezTo>
                <a:cubicBezTo>
                  <a:pt x="535140" y="71979"/>
                  <a:pt x="557327" y="64239"/>
                  <a:pt x="578482" y="55468"/>
                </a:cubicBezTo>
                <a:cubicBezTo>
                  <a:pt x="586222" y="52372"/>
                  <a:pt x="590866" y="52888"/>
                  <a:pt x="595509" y="60111"/>
                </a:cubicBezTo>
                <a:cubicBezTo>
                  <a:pt x="613053" y="86942"/>
                  <a:pt x="630596" y="113257"/>
                  <a:pt x="648655" y="139572"/>
                </a:cubicBezTo>
                <a:cubicBezTo>
                  <a:pt x="655363" y="149375"/>
                  <a:pt x="657427" y="160727"/>
                  <a:pt x="661039" y="172078"/>
                </a:cubicBezTo>
                <a:cubicBezTo>
                  <a:pt x="663618" y="180334"/>
                  <a:pt x="667230" y="182914"/>
                  <a:pt x="675486" y="180334"/>
                </a:cubicBezTo>
                <a:cubicBezTo>
                  <a:pt x="713668" y="168983"/>
                  <a:pt x="752882" y="160727"/>
                  <a:pt x="792613" y="155567"/>
                </a:cubicBezTo>
                <a:cubicBezTo>
                  <a:pt x="800352" y="154535"/>
                  <a:pt x="802932" y="151439"/>
                  <a:pt x="801900" y="143700"/>
                </a:cubicBezTo>
                <a:cubicBezTo>
                  <a:pt x="795193" y="98294"/>
                  <a:pt x="811704" y="55468"/>
                  <a:pt x="816864" y="11094"/>
                </a:cubicBezTo>
                <a:cubicBezTo>
                  <a:pt x="817380" y="5934"/>
                  <a:pt x="820476" y="2838"/>
                  <a:pt x="826151" y="2322"/>
                </a:cubicBezTo>
                <a:cubicBezTo>
                  <a:pt x="859174" y="-1290"/>
                  <a:pt x="892196" y="258"/>
                  <a:pt x="925219" y="774"/>
                </a:cubicBezTo>
                <a:cubicBezTo>
                  <a:pt x="930895" y="774"/>
                  <a:pt x="933475" y="4902"/>
                  <a:pt x="934507" y="10062"/>
                </a:cubicBezTo>
                <a:cubicBezTo>
                  <a:pt x="941214" y="43600"/>
                  <a:pt x="948438" y="77139"/>
                  <a:pt x="954114" y="111193"/>
                </a:cubicBezTo>
                <a:cubicBezTo>
                  <a:pt x="955662" y="120481"/>
                  <a:pt x="953082" y="130800"/>
                  <a:pt x="952050" y="140604"/>
                </a:cubicBezTo>
                <a:cubicBezTo>
                  <a:pt x="951018" y="148343"/>
                  <a:pt x="954114" y="151955"/>
                  <a:pt x="962369" y="152987"/>
                </a:cubicBezTo>
                <a:cubicBezTo>
                  <a:pt x="1001584" y="157115"/>
                  <a:pt x="1040798" y="164339"/>
                  <a:pt x="1078980" y="174658"/>
                </a:cubicBezTo>
                <a:cubicBezTo>
                  <a:pt x="1085172" y="176206"/>
                  <a:pt x="1091364" y="176722"/>
                  <a:pt x="1093428" y="168467"/>
                </a:cubicBezTo>
                <a:cubicBezTo>
                  <a:pt x="1101683" y="130284"/>
                  <a:pt x="1127482" y="101390"/>
                  <a:pt x="1147089" y="69399"/>
                </a:cubicBezTo>
                <a:cubicBezTo>
                  <a:pt x="1162569" y="43084"/>
                  <a:pt x="1163601" y="43600"/>
                  <a:pt x="1192495" y="54436"/>
                </a:cubicBezTo>
                <a:cubicBezTo>
                  <a:pt x="1214682" y="62691"/>
                  <a:pt x="1236353" y="71979"/>
                  <a:pt x="1258024" y="81266"/>
                </a:cubicBezTo>
                <a:cubicBezTo>
                  <a:pt x="1265764" y="84362"/>
                  <a:pt x="1268860" y="88490"/>
                  <a:pt x="1267312" y="96746"/>
                </a:cubicBezTo>
                <a:cubicBezTo>
                  <a:pt x="1260604" y="128736"/>
                  <a:pt x="1254928" y="160727"/>
                  <a:pt x="1247705" y="192718"/>
                </a:cubicBezTo>
                <a:cubicBezTo>
                  <a:pt x="1245125" y="203553"/>
                  <a:pt x="1238417" y="213873"/>
                  <a:pt x="1233258" y="224192"/>
                </a:cubicBezTo>
                <a:cubicBezTo>
                  <a:pt x="1229646" y="230384"/>
                  <a:pt x="1230678" y="233996"/>
                  <a:pt x="1237385" y="237608"/>
                </a:cubicBezTo>
                <a:cubicBezTo>
                  <a:pt x="1273504" y="256699"/>
                  <a:pt x="1307558" y="279402"/>
                  <a:pt x="1340065" y="304169"/>
                </a:cubicBezTo>
                <a:cubicBezTo>
                  <a:pt x="1345741" y="308812"/>
                  <a:pt x="1349868" y="309328"/>
                  <a:pt x="1354512" y="302621"/>
                </a:cubicBezTo>
                <a:cubicBezTo>
                  <a:pt x="1381343" y="264954"/>
                  <a:pt x="1424169" y="246379"/>
                  <a:pt x="1459771" y="218516"/>
                </a:cubicBezTo>
                <a:cubicBezTo>
                  <a:pt x="1464415" y="214905"/>
                  <a:pt x="1468027" y="216452"/>
                  <a:pt x="1472155" y="220064"/>
                </a:cubicBezTo>
                <a:cubicBezTo>
                  <a:pt x="1496406" y="241219"/>
                  <a:pt x="1519109" y="264438"/>
                  <a:pt x="1541296" y="287657"/>
                </a:cubicBezTo>
                <a:cubicBezTo>
                  <a:pt x="1545424" y="292301"/>
                  <a:pt x="1545940" y="296429"/>
                  <a:pt x="1542328" y="301073"/>
                </a:cubicBezTo>
                <a:cubicBezTo>
                  <a:pt x="1523237" y="329452"/>
                  <a:pt x="1505177" y="357830"/>
                  <a:pt x="1485570" y="385693"/>
                </a:cubicBezTo>
                <a:cubicBezTo>
                  <a:pt x="1479895" y="393949"/>
                  <a:pt x="1470607" y="400140"/>
                  <a:pt x="1462868" y="406332"/>
                </a:cubicBezTo>
                <a:cubicBezTo>
                  <a:pt x="1456676" y="411492"/>
                  <a:pt x="1455644" y="416136"/>
                  <a:pt x="1460803" y="422327"/>
                </a:cubicBezTo>
                <a:cubicBezTo>
                  <a:pt x="1486086" y="453802"/>
                  <a:pt x="1509305" y="487341"/>
                  <a:pt x="1529428" y="522427"/>
                </a:cubicBezTo>
                <a:cubicBezTo>
                  <a:pt x="1534072" y="530167"/>
                  <a:pt x="1538716" y="529135"/>
                  <a:pt x="1544908" y="525007"/>
                </a:cubicBezTo>
                <a:cubicBezTo>
                  <a:pt x="1584122" y="500756"/>
                  <a:pt x="1630044" y="500240"/>
                  <a:pt x="1672870" y="488373"/>
                </a:cubicBezTo>
                <a:cubicBezTo>
                  <a:pt x="1678546" y="486825"/>
                  <a:pt x="1681642" y="489921"/>
                  <a:pt x="1683706" y="495080"/>
                </a:cubicBezTo>
                <a:cubicBezTo>
                  <a:pt x="1697637" y="523975"/>
                  <a:pt x="1710537" y="553902"/>
                  <a:pt x="1721888" y="583828"/>
                </a:cubicBezTo>
                <a:cubicBezTo>
                  <a:pt x="1723952" y="590020"/>
                  <a:pt x="1722404" y="593632"/>
                  <a:pt x="1717244" y="596728"/>
                </a:cubicBezTo>
                <a:cubicBezTo>
                  <a:pt x="1689381" y="615303"/>
                  <a:pt x="1662035" y="634394"/>
                  <a:pt x="1633140" y="652453"/>
                </a:cubicBezTo>
                <a:cubicBezTo>
                  <a:pt x="1623852" y="658129"/>
                  <a:pt x="1612501" y="660709"/>
                  <a:pt x="1601665" y="663805"/>
                </a:cubicBezTo>
                <a:cubicBezTo>
                  <a:pt x="1594958" y="665869"/>
                  <a:pt x="1592894" y="668965"/>
                  <a:pt x="1594958" y="676188"/>
                </a:cubicBezTo>
                <a:cubicBezTo>
                  <a:pt x="1606309" y="715403"/>
                  <a:pt x="1615081" y="755133"/>
                  <a:pt x="1620241" y="795895"/>
                </a:cubicBezTo>
                <a:cubicBezTo>
                  <a:pt x="1621272" y="803119"/>
                  <a:pt x="1624368" y="805699"/>
                  <a:pt x="1631076" y="804667"/>
                </a:cubicBezTo>
                <a:cubicBezTo>
                  <a:pt x="1676482" y="797959"/>
                  <a:pt x="1719308" y="814470"/>
                  <a:pt x="1763682" y="819630"/>
                </a:cubicBezTo>
                <a:cubicBezTo>
                  <a:pt x="1769874" y="820146"/>
                  <a:pt x="1772454" y="823758"/>
                  <a:pt x="1773486" y="829950"/>
                </a:cubicBezTo>
                <a:cubicBezTo>
                  <a:pt x="1776582" y="862456"/>
                  <a:pt x="1775034" y="895479"/>
                  <a:pt x="1775034" y="927985"/>
                </a:cubicBezTo>
                <a:cubicBezTo>
                  <a:pt x="1775034" y="933661"/>
                  <a:pt x="1771422" y="936241"/>
                  <a:pt x="1766262" y="937273"/>
                </a:cubicBezTo>
                <a:cubicBezTo>
                  <a:pt x="1732207" y="943981"/>
                  <a:pt x="1698153" y="951204"/>
                  <a:pt x="1663583" y="957396"/>
                </a:cubicBezTo>
                <a:cubicBezTo>
                  <a:pt x="1654811" y="958944"/>
                  <a:pt x="1645523" y="956364"/>
                  <a:pt x="1636752" y="955332"/>
                </a:cubicBezTo>
                <a:cubicBezTo>
                  <a:pt x="1627980" y="954300"/>
                  <a:pt x="1623336" y="956364"/>
                  <a:pt x="1622304" y="966684"/>
                </a:cubicBezTo>
                <a:cubicBezTo>
                  <a:pt x="1618177" y="1005382"/>
                  <a:pt x="1610953" y="1044080"/>
                  <a:pt x="1601149" y="1081746"/>
                </a:cubicBezTo>
                <a:cubicBezTo>
                  <a:pt x="1598569" y="1091034"/>
                  <a:pt x="1601665" y="1095678"/>
                  <a:pt x="1610437" y="1097742"/>
                </a:cubicBezTo>
                <a:cubicBezTo>
                  <a:pt x="1654811" y="1108577"/>
                  <a:pt x="1687318" y="1140568"/>
                  <a:pt x="1726016" y="1161723"/>
                </a:cubicBezTo>
                <a:cubicBezTo>
                  <a:pt x="1731176" y="1164819"/>
                  <a:pt x="1731176" y="1168947"/>
                  <a:pt x="1729112" y="1174107"/>
                </a:cubicBezTo>
                <a:cubicBezTo>
                  <a:pt x="1718792" y="1204549"/>
                  <a:pt x="1706409" y="1234476"/>
                  <a:pt x="1693509" y="1263887"/>
                </a:cubicBezTo>
                <a:cubicBezTo>
                  <a:pt x="1690929" y="1269562"/>
                  <a:pt x="1687318" y="1271626"/>
                  <a:pt x="1681126" y="1270078"/>
                </a:cubicBezTo>
                <a:cubicBezTo>
                  <a:pt x="1648103" y="1263371"/>
                  <a:pt x="1614565" y="1257179"/>
                  <a:pt x="1581542" y="1249955"/>
                </a:cubicBezTo>
                <a:cubicBezTo>
                  <a:pt x="1571223" y="1247375"/>
                  <a:pt x="1561935" y="1241184"/>
                  <a:pt x="1552647" y="1236024"/>
                </a:cubicBezTo>
                <a:cubicBezTo>
                  <a:pt x="1545940" y="1232412"/>
                  <a:pt x="1542328" y="1232928"/>
                  <a:pt x="1538200" y="1240152"/>
                </a:cubicBezTo>
                <a:cubicBezTo>
                  <a:pt x="1519109" y="1275238"/>
                  <a:pt x="1497954" y="1309293"/>
                  <a:pt x="1473187" y="1340767"/>
                </a:cubicBezTo>
                <a:cubicBezTo>
                  <a:pt x="1467511" y="1347991"/>
                  <a:pt x="1466479" y="1352635"/>
                  <a:pt x="1475251" y="1358310"/>
                </a:cubicBezTo>
                <a:cubicBezTo>
                  <a:pt x="1502598" y="1375854"/>
                  <a:pt x="1516013" y="1405264"/>
                  <a:pt x="1535104" y="1430031"/>
                </a:cubicBezTo>
                <a:cubicBezTo>
                  <a:pt x="1538716" y="1434675"/>
                  <a:pt x="1541812" y="1439835"/>
                  <a:pt x="1545424" y="1444995"/>
                </a:cubicBezTo>
                <a:cubicBezTo>
                  <a:pt x="1566063" y="1474921"/>
                  <a:pt x="1565031" y="1464602"/>
                  <a:pt x="1542844" y="1489885"/>
                </a:cubicBezTo>
                <a:cubicBezTo>
                  <a:pt x="1526849" y="1508460"/>
                  <a:pt x="1508273" y="1524971"/>
                  <a:pt x="1491246" y="1542514"/>
                </a:cubicBezTo>
                <a:cubicBezTo>
                  <a:pt x="1485054" y="1549222"/>
                  <a:pt x="1479895" y="1549222"/>
                  <a:pt x="1472155" y="1544062"/>
                </a:cubicBezTo>
                <a:cubicBezTo>
                  <a:pt x="1446356" y="1526519"/>
                  <a:pt x="1420041" y="1508976"/>
                  <a:pt x="1393726" y="1491948"/>
                </a:cubicBezTo>
                <a:cubicBezTo>
                  <a:pt x="1383923" y="1485241"/>
                  <a:pt x="1377215" y="1475437"/>
                  <a:pt x="1369992" y="1466666"/>
                </a:cubicBezTo>
                <a:cubicBezTo>
                  <a:pt x="1364316" y="1459958"/>
                  <a:pt x="1359672" y="1458926"/>
                  <a:pt x="1352964" y="1464602"/>
                </a:cubicBezTo>
                <a:cubicBezTo>
                  <a:pt x="1322005" y="1489885"/>
                  <a:pt x="1288983" y="1512588"/>
                  <a:pt x="1254413" y="1532711"/>
                </a:cubicBezTo>
                <a:cubicBezTo>
                  <a:pt x="1249769" y="1535291"/>
                  <a:pt x="1244609" y="1537871"/>
                  <a:pt x="1248737" y="1544578"/>
                </a:cubicBezTo>
                <a:cubicBezTo>
                  <a:pt x="1272472" y="1580181"/>
                  <a:pt x="1274020" y="1622491"/>
                  <a:pt x="1284339" y="1662221"/>
                </a:cubicBezTo>
                <a:cubicBezTo>
                  <a:pt x="1290531" y="1685440"/>
                  <a:pt x="1292079" y="1682344"/>
                  <a:pt x="1268860" y="1693180"/>
                </a:cubicBezTo>
                <a:cubicBezTo>
                  <a:pt x="1244609" y="1704531"/>
                  <a:pt x="1219842" y="1714335"/>
                  <a:pt x="1195591" y="1724654"/>
                </a:cubicBezTo>
                <a:cubicBezTo>
                  <a:pt x="1187851" y="1727750"/>
                  <a:pt x="1183208" y="1726718"/>
                  <a:pt x="1178564" y="1719495"/>
                </a:cubicBezTo>
                <a:cubicBezTo>
                  <a:pt x="1161021" y="1692664"/>
                  <a:pt x="1142962" y="1666865"/>
                  <a:pt x="1125418" y="1640034"/>
                </a:cubicBezTo>
                <a:cubicBezTo>
                  <a:pt x="1118711" y="1629715"/>
                  <a:pt x="1116131" y="1617847"/>
                  <a:pt x="1113035" y="1606496"/>
                </a:cubicBezTo>
                <a:cubicBezTo>
                  <a:pt x="1110971" y="1599272"/>
                  <a:pt x="1107359" y="1597208"/>
                  <a:pt x="1099619" y="1599272"/>
                </a:cubicBezTo>
                <a:cubicBezTo>
                  <a:pt x="1060405" y="1611139"/>
                  <a:pt x="1020675" y="1619395"/>
                  <a:pt x="979913" y="1624555"/>
                </a:cubicBezTo>
                <a:cubicBezTo>
                  <a:pt x="973205" y="1625587"/>
                  <a:pt x="971141" y="1628682"/>
                  <a:pt x="972173" y="1634874"/>
                </a:cubicBezTo>
                <a:cubicBezTo>
                  <a:pt x="979397" y="1680280"/>
                  <a:pt x="962885" y="1723106"/>
                  <a:pt x="957726" y="1767481"/>
                </a:cubicBezTo>
                <a:cubicBezTo>
                  <a:pt x="956694" y="1775220"/>
                  <a:pt x="952566" y="1777800"/>
                  <a:pt x="945858" y="1777800"/>
                </a:cubicBezTo>
                <a:cubicBezTo>
                  <a:pt x="929347" y="1778316"/>
                  <a:pt x="912320" y="1779348"/>
                  <a:pt x="895808" y="1779864"/>
                </a:cubicBezTo>
                <a:cubicBezTo>
                  <a:pt x="894776" y="1776252"/>
                  <a:pt x="894776" y="1776252"/>
                  <a:pt x="894776" y="1775736"/>
                </a:cubicBezTo>
                <a:close/>
                <a:moveTo>
                  <a:pt x="890648" y="1454798"/>
                </a:moveTo>
                <a:cubicBezTo>
                  <a:pt x="1199203" y="1449638"/>
                  <a:pt x="1454096" y="1207645"/>
                  <a:pt x="1452548" y="884127"/>
                </a:cubicBezTo>
                <a:cubicBezTo>
                  <a:pt x="1451516" y="575057"/>
                  <a:pt x="1205395" y="320164"/>
                  <a:pt x="881361" y="322228"/>
                </a:cubicBezTo>
                <a:cubicBezTo>
                  <a:pt x="571775" y="324292"/>
                  <a:pt x="318429" y="570929"/>
                  <a:pt x="320494" y="893415"/>
                </a:cubicBezTo>
                <a:cubicBezTo>
                  <a:pt x="323073" y="1202485"/>
                  <a:pt x="569195" y="1452218"/>
                  <a:pt x="890648" y="145479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sp>
        <p:nvSpPr>
          <p:cNvPr id="32" name="Rectangle: Top Corners Rounded 31"/>
          <p:cNvSpPr/>
          <p:nvPr userDrawn="1"/>
        </p:nvSpPr>
        <p:spPr>
          <a:xfrm rot="10800000" flipH="1">
            <a:off x="241469" y="0"/>
            <a:ext cx="1338203" cy="21170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grpSp>
        <p:nvGrpSpPr>
          <p:cNvPr id="33" name="Group 32"/>
          <p:cNvGrpSpPr/>
          <p:nvPr userDrawn="1"/>
        </p:nvGrpSpPr>
        <p:grpSpPr>
          <a:xfrm rot="20249292" flipH="1" flipV="1">
            <a:off x="1991375" y="2487051"/>
            <a:ext cx="335045" cy="838278"/>
            <a:chOff x="4130248" y="650162"/>
            <a:chExt cx="502279" cy="1664988"/>
          </a:xfrm>
          <a:solidFill>
            <a:schemeClr val="accent2"/>
          </a:solidFill>
        </p:grpSpPr>
        <p:sp>
          <p:nvSpPr>
            <p:cNvPr id="34" name="Trapezoid 33"/>
            <p:cNvSpPr/>
            <p:nvPr/>
          </p:nvSpPr>
          <p:spPr>
            <a:xfrm>
              <a:off x="4130248" y="650162"/>
              <a:ext cx="502273" cy="1664988"/>
            </a:xfrm>
            <a:prstGeom prst="trapezoid">
              <a:avLst>
                <a:gd name="adj" fmla="val 9168"/>
              </a:avLst>
            </a:prstGeom>
            <a:grp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 dirty="0"/>
            </a:p>
          </p:txBody>
        </p:sp>
        <p:sp>
          <p:nvSpPr>
            <p:cNvPr id="35" name="Trapezoid 94"/>
            <p:cNvSpPr/>
            <p:nvPr/>
          </p:nvSpPr>
          <p:spPr>
            <a:xfrm>
              <a:off x="4449648" y="650162"/>
              <a:ext cx="182879" cy="1664988"/>
            </a:xfrm>
            <a:custGeom>
              <a:avLst/>
              <a:gdLst>
                <a:gd name="connsiteX0" fmla="*/ 0 w 182880"/>
                <a:gd name="connsiteY0" fmla="*/ 1664988 h 1664988"/>
                <a:gd name="connsiteX1" fmla="*/ 0 w 182880"/>
                <a:gd name="connsiteY1" fmla="*/ 0 h 1664988"/>
                <a:gd name="connsiteX2" fmla="*/ 182880 w 182880"/>
                <a:gd name="connsiteY2" fmla="*/ 0 h 1664988"/>
                <a:gd name="connsiteX3" fmla="*/ 182880 w 182880"/>
                <a:gd name="connsiteY3" fmla="*/ 1664988 h 1664988"/>
                <a:gd name="connsiteX4" fmla="*/ 0 w 182880"/>
                <a:gd name="connsiteY4" fmla="*/ 1664988 h 1664988"/>
                <a:gd name="connsiteX0-1" fmla="*/ 0 w 182880"/>
                <a:gd name="connsiteY0-2" fmla="*/ 1664988 h 1664988"/>
                <a:gd name="connsiteX1-3" fmla="*/ 0 w 182880"/>
                <a:gd name="connsiteY1-4" fmla="*/ 0 h 1664988"/>
                <a:gd name="connsiteX2-5" fmla="*/ 130540 w 182880"/>
                <a:gd name="connsiteY2-6" fmla="*/ 3079 h 1664988"/>
                <a:gd name="connsiteX3-7" fmla="*/ 182880 w 182880"/>
                <a:gd name="connsiteY3-8" fmla="*/ 1664988 h 1664988"/>
                <a:gd name="connsiteX4-9" fmla="*/ 0 w 182880"/>
                <a:gd name="connsiteY4-10" fmla="*/ 1664988 h 1664988"/>
                <a:gd name="connsiteX0-11" fmla="*/ 0 w 182880"/>
                <a:gd name="connsiteY0-12" fmla="*/ 1664988 h 1664988"/>
                <a:gd name="connsiteX1-13" fmla="*/ 0 w 182880"/>
                <a:gd name="connsiteY1-14" fmla="*/ 0 h 1664988"/>
                <a:gd name="connsiteX2-15" fmla="*/ 68965 w 182880"/>
                <a:gd name="connsiteY2-16" fmla="*/ 6157 h 1664988"/>
                <a:gd name="connsiteX3-17" fmla="*/ 182880 w 182880"/>
                <a:gd name="connsiteY3-18" fmla="*/ 1664988 h 1664988"/>
                <a:gd name="connsiteX4-19" fmla="*/ 0 w 182880"/>
                <a:gd name="connsiteY4-20" fmla="*/ 1664988 h 1664988"/>
                <a:gd name="connsiteX0-21" fmla="*/ 0 w 182880"/>
                <a:gd name="connsiteY0-22" fmla="*/ 1664988 h 1664988"/>
                <a:gd name="connsiteX1-23" fmla="*/ 0 w 182880"/>
                <a:gd name="connsiteY1-24" fmla="*/ 0 h 1664988"/>
                <a:gd name="connsiteX2-25" fmla="*/ 133619 w 182880"/>
                <a:gd name="connsiteY2-26" fmla="*/ 3079 h 1664988"/>
                <a:gd name="connsiteX3-27" fmla="*/ 182880 w 182880"/>
                <a:gd name="connsiteY3-28" fmla="*/ 1664988 h 1664988"/>
                <a:gd name="connsiteX4-29" fmla="*/ 0 w 182880"/>
                <a:gd name="connsiteY4-30" fmla="*/ 1664988 h 166498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82880" h="1664988">
                  <a:moveTo>
                    <a:pt x="0" y="1664988"/>
                  </a:moveTo>
                  <a:lnTo>
                    <a:pt x="0" y="0"/>
                  </a:lnTo>
                  <a:lnTo>
                    <a:pt x="133619" y="3079"/>
                  </a:lnTo>
                  <a:lnTo>
                    <a:pt x="182880" y="1664988"/>
                  </a:lnTo>
                  <a:lnTo>
                    <a:pt x="0" y="1664988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</p:grpSp>
      <p:grpSp>
        <p:nvGrpSpPr>
          <p:cNvPr id="36" name="Group 35"/>
          <p:cNvGrpSpPr/>
          <p:nvPr userDrawn="1"/>
        </p:nvGrpSpPr>
        <p:grpSpPr>
          <a:xfrm rot="15704020" flipH="1" flipV="1">
            <a:off x="2202177" y="3202925"/>
            <a:ext cx="281260" cy="281271"/>
            <a:chOff x="5108323" y="1463792"/>
            <a:chExt cx="374636" cy="374638"/>
          </a:xfrm>
        </p:grpSpPr>
        <p:sp>
          <p:nvSpPr>
            <p:cNvPr id="37" name="Oval 36"/>
            <p:cNvSpPr/>
            <p:nvPr/>
          </p:nvSpPr>
          <p:spPr>
            <a:xfrm>
              <a:off x="5108323" y="1463792"/>
              <a:ext cx="374636" cy="37463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 dirty="0"/>
            </a:p>
          </p:txBody>
        </p:sp>
        <p:sp>
          <p:nvSpPr>
            <p:cNvPr id="38" name="Freeform: Shape 37"/>
            <p:cNvSpPr/>
            <p:nvPr/>
          </p:nvSpPr>
          <p:spPr>
            <a:xfrm>
              <a:off x="5167785" y="1523587"/>
              <a:ext cx="255882" cy="255676"/>
            </a:xfrm>
            <a:custGeom>
              <a:avLst/>
              <a:gdLst>
                <a:gd name="connsiteX0" fmla="*/ 127864 w 255882"/>
                <a:gd name="connsiteY0" fmla="*/ 81461 h 255676"/>
                <a:gd name="connsiteX1" fmla="*/ 81805 w 255882"/>
                <a:gd name="connsiteY1" fmla="*/ 127520 h 255676"/>
                <a:gd name="connsiteX2" fmla="*/ 127864 w 255882"/>
                <a:gd name="connsiteY2" fmla="*/ 173579 h 255676"/>
                <a:gd name="connsiteX3" fmla="*/ 173923 w 255882"/>
                <a:gd name="connsiteY3" fmla="*/ 127520 h 255676"/>
                <a:gd name="connsiteX4" fmla="*/ 127864 w 255882"/>
                <a:gd name="connsiteY4" fmla="*/ 81461 h 255676"/>
                <a:gd name="connsiteX5" fmla="*/ 122296 w 255882"/>
                <a:gd name="connsiteY5" fmla="*/ 86 h 255676"/>
                <a:gd name="connsiteX6" fmla="*/ 127383 w 255882"/>
                <a:gd name="connsiteY6" fmla="*/ 4211 h 255676"/>
                <a:gd name="connsiteX7" fmla="*/ 132401 w 255882"/>
                <a:gd name="connsiteY7" fmla="*/ 21809 h 255676"/>
                <a:gd name="connsiteX8" fmla="*/ 145188 w 255882"/>
                <a:gd name="connsiteY8" fmla="*/ 29027 h 255676"/>
                <a:gd name="connsiteX9" fmla="*/ 149312 w 255882"/>
                <a:gd name="connsiteY9" fmla="*/ 25452 h 255676"/>
                <a:gd name="connsiteX10" fmla="*/ 158937 w 255882"/>
                <a:gd name="connsiteY10" fmla="*/ 9160 h 255676"/>
                <a:gd name="connsiteX11" fmla="*/ 166705 w 255882"/>
                <a:gd name="connsiteY11" fmla="*/ 5929 h 255676"/>
                <a:gd name="connsiteX12" fmla="*/ 174404 w 255882"/>
                <a:gd name="connsiteY12" fmla="*/ 18372 h 255676"/>
                <a:gd name="connsiteX13" fmla="*/ 172479 w 255882"/>
                <a:gd name="connsiteY13" fmla="*/ 34046 h 255676"/>
                <a:gd name="connsiteX14" fmla="*/ 172479 w 255882"/>
                <a:gd name="connsiteY14" fmla="*/ 35695 h 255676"/>
                <a:gd name="connsiteX15" fmla="*/ 186434 w 255882"/>
                <a:gd name="connsiteY15" fmla="*/ 41882 h 255676"/>
                <a:gd name="connsiteX16" fmla="*/ 201764 w 255882"/>
                <a:gd name="connsiteY16" fmla="*/ 30402 h 255676"/>
                <a:gd name="connsiteX17" fmla="*/ 211045 w 255882"/>
                <a:gd name="connsiteY17" fmla="*/ 30540 h 255676"/>
                <a:gd name="connsiteX18" fmla="*/ 212488 w 255882"/>
                <a:gd name="connsiteY18" fmla="*/ 31777 h 255676"/>
                <a:gd name="connsiteX19" fmla="*/ 214069 w 255882"/>
                <a:gd name="connsiteY19" fmla="*/ 42364 h 255676"/>
                <a:gd name="connsiteX20" fmla="*/ 205614 w 255882"/>
                <a:gd name="connsiteY20" fmla="*/ 57418 h 255676"/>
                <a:gd name="connsiteX21" fmla="*/ 206783 w 255882"/>
                <a:gd name="connsiteY21" fmla="*/ 67180 h 255676"/>
                <a:gd name="connsiteX22" fmla="*/ 215719 w 255882"/>
                <a:gd name="connsiteY22" fmla="*/ 70755 h 255676"/>
                <a:gd name="connsiteX23" fmla="*/ 233799 w 255882"/>
                <a:gd name="connsiteY23" fmla="*/ 66011 h 255676"/>
                <a:gd name="connsiteX24" fmla="*/ 241498 w 255882"/>
                <a:gd name="connsiteY24" fmla="*/ 68967 h 255676"/>
                <a:gd name="connsiteX25" fmla="*/ 243836 w 255882"/>
                <a:gd name="connsiteY25" fmla="*/ 73573 h 255676"/>
                <a:gd name="connsiteX26" fmla="*/ 241911 w 255882"/>
                <a:gd name="connsiteY26" fmla="*/ 80379 h 255676"/>
                <a:gd name="connsiteX27" fmla="*/ 226443 w 255882"/>
                <a:gd name="connsiteY27" fmla="*/ 92684 h 255676"/>
                <a:gd name="connsiteX28" fmla="*/ 223694 w 255882"/>
                <a:gd name="connsiteY28" fmla="*/ 100177 h 255676"/>
                <a:gd name="connsiteX29" fmla="*/ 224519 w 255882"/>
                <a:gd name="connsiteY29" fmla="*/ 103202 h 255676"/>
                <a:gd name="connsiteX30" fmla="*/ 230843 w 255882"/>
                <a:gd name="connsiteY30" fmla="*/ 108633 h 255676"/>
                <a:gd name="connsiteX31" fmla="*/ 249541 w 255882"/>
                <a:gd name="connsiteY31" fmla="*/ 111176 h 255676"/>
                <a:gd name="connsiteX32" fmla="*/ 255591 w 255882"/>
                <a:gd name="connsiteY32" fmla="*/ 117157 h 255676"/>
                <a:gd name="connsiteX33" fmla="*/ 255797 w 255882"/>
                <a:gd name="connsiteY33" fmla="*/ 122519 h 255676"/>
                <a:gd name="connsiteX34" fmla="*/ 251398 w 255882"/>
                <a:gd name="connsiteY34" fmla="*/ 127675 h 255676"/>
                <a:gd name="connsiteX35" fmla="*/ 233799 w 255882"/>
                <a:gd name="connsiteY35" fmla="*/ 132693 h 255676"/>
                <a:gd name="connsiteX36" fmla="*/ 226650 w 255882"/>
                <a:gd name="connsiteY36" fmla="*/ 144586 h 255676"/>
                <a:gd name="connsiteX37" fmla="*/ 230293 w 255882"/>
                <a:gd name="connsiteY37" fmla="*/ 149398 h 255676"/>
                <a:gd name="connsiteX38" fmla="*/ 246448 w 255882"/>
                <a:gd name="connsiteY38" fmla="*/ 158884 h 255676"/>
                <a:gd name="connsiteX39" fmla="*/ 249954 w 255882"/>
                <a:gd name="connsiteY39" fmla="*/ 167065 h 255676"/>
                <a:gd name="connsiteX40" fmla="*/ 249816 w 255882"/>
                <a:gd name="connsiteY40" fmla="*/ 167890 h 255676"/>
                <a:gd name="connsiteX41" fmla="*/ 240123 w 255882"/>
                <a:gd name="connsiteY41" fmla="*/ 174833 h 255676"/>
                <a:gd name="connsiteX42" fmla="*/ 223212 w 255882"/>
                <a:gd name="connsiteY42" fmla="*/ 172702 h 255676"/>
                <a:gd name="connsiteX43" fmla="*/ 214688 w 255882"/>
                <a:gd name="connsiteY43" fmla="*/ 177102 h 255676"/>
                <a:gd name="connsiteX44" fmla="*/ 214551 w 255882"/>
                <a:gd name="connsiteY44" fmla="*/ 187276 h 255676"/>
                <a:gd name="connsiteX45" fmla="*/ 225481 w 255882"/>
                <a:gd name="connsiteY45" fmla="*/ 201712 h 255676"/>
                <a:gd name="connsiteX46" fmla="*/ 225481 w 255882"/>
                <a:gd name="connsiteY46" fmla="*/ 211130 h 255676"/>
                <a:gd name="connsiteX47" fmla="*/ 225068 w 255882"/>
                <a:gd name="connsiteY47" fmla="*/ 211611 h 255676"/>
                <a:gd name="connsiteX48" fmla="*/ 213245 w 255882"/>
                <a:gd name="connsiteY48" fmla="*/ 213948 h 255676"/>
                <a:gd name="connsiteX49" fmla="*/ 198602 w 255882"/>
                <a:gd name="connsiteY49" fmla="*/ 205699 h 255676"/>
                <a:gd name="connsiteX50" fmla="*/ 188565 w 255882"/>
                <a:gd name="connsiteY50" fmla="*/ 207143 h 255676"/>
                <a:gd name="connsiteX51" fmla="*/ 185334 w 255882"/>
                <a:gd name="connsiteY51" fmla="*/ 216217 h 255676"/>
                <a:gd name="connsiteX52" fmla="*/ 190078 w 255882"/>
                <a:gd name="connsiteY52" fmla="*/ 234503 h 255676"/>
                <a:gd name="connsiteX53" fmla="*/ 187397 w 255882"/>
                <a:gd name="connsiteY53" fmla="*/ 241377 h 255676"/>
                <a:gd name="connsiteX54" fmla="*/ 182585 w 255882"/>
                <a:gd name="connsiteY54" fmla="*/ 243852 h 255676"/>
                <a:gd name="connsiteX55" fmla="*/ 175366 w 255882"/>
                <a:gd name="connsiteY55" fmla="*/ 241859 h 255676"/>
                <a:gd name="connsiteX56" fmla="*/ 164024 w 255882"/>
                <a:gd name="connsiteY56" fmla="*/ 227491 h 255676"/>
                <a:gd name="connsiteX57" fmla="*/ 149381 w 255882"/>
                <a:gd name="connsiteY57" fmla="*/ 226254 h 255676"/>
                <a:gd name="connsiteX58" fmla="*/ 147456 w 255882"/>
                <a:gd name="connsiteY58" fmla="*/ 230103 h 255676"/>
                <a:gd name="connsiteX59" fmla="*/ 144844 w 255882"/>
                <a:gd name="connsiteY59" fmla="*/ 249008 h 255676"/>
                <a:gd name="connsiteX60" fmla="*/ 139895 w 255882"/>
                <a:gd name="connsiteY60" fmla="*/ 255676 h 255676"/>
                <a:gd name="connsiteX61" fmla="*/ 131577 w 255882"/>
                <a:gd name="connsiteY61" fmla="*/ 255676 h 255676"/>
                <a:gd name="connsiteX62" fmla="*/ 127933 w 255882"/>
                <a:gd name="connsiteY62" fmla="*/ 250589 h 255676"/>
                <a:gd name="connsiteX63" fmla="*/ 122777 w 255882"/>
                <a:gd name="connsiteY63" fmla="*/ 232372 h 255676"/>
                <a:gd name="connsiteX64" fmla="*/ 116659 w 255882"/>
                <a:gd name="connsiteY64" fmla="*/ 227010 h 255676"/>
                <a:gd name="connsiteX65" fmla="*/ 112947 w 255882"/>
                <a:gd name="connsiteY65" fmla="*/ 226597 h 255676"/>
                <a:gd name="connsiteX66" fmla="*/ 106622 w 255882"/>
                <a:gd name="connsiteY66" fmla="*/ 230103 h 255676"/>
                <a:gd name="connsiteX67" fmla="*/ 105041 w 255882"/>
                <a:gd name="connsiteY67" fmla="*/ 232784 h 255676"/>
                <a:gd name="connsiteX68" fmla="*/ 96380 w 255882"/>
                <a:gd name="connsiteY68" fmla="*/ 247427 h 255676"/>
                <a:gd name="connsiteX69" fmla="*/ 89849 w 255882"/>
                <a:gd name="connsiteY69" fmla="*/ 250108 h 255676"/>
                <a:gd name="connsiteX70" fmla="*/ 84555 w 255882"/>
                <a:gd name="connsiteY70" fmla="*/ 248320 h 255676"/>
                <a:gd name="connsiteX71" fmla="*/ 80981 w 255882"/>
                <a:gd name="connsiteY71" fmla="*/ 241652 h 255676"/>
                <a:gd name="connsiteX72" fmla="*/ 83249 w 255882"/>
                <a:gd name="connsiteY72" fmla="*/ 222885 h 255676"/>
                <a:gd name="connsiteX73" fmla="*/ 78094 w 255882"/>
                <a:gd name="connsiteY73" fmla="*/ 214155 h 255676"/>
                <a:gd name="connsiteX74" fmla="*/ 68538 w 255882"/>
                <a:gd name="connsiteY74" fmla="*/ 214636 h 255676"/>
                <a:gd name="connsiteX75" fmla="*/ 55133 w 255882"/>
                <a:gd name="connsiteY75" fmla="*/ 224810 h 255676"/>
                <a:gd name="connsiteX76" fmla="*/ 43240 w 255882"/>
                <a:gd name="connsiteY76" fmla="*/ 224123 h 255676"/>
                <a:gd name="connsiteX77" fmla="*/ 42209 w 255882"/>
                <a:gd name="connsiteY77" fmla="*/ 223091 h 255676"/>
                <a:gd name="connsiteX78" fmla="*/ 41178 w 255882"/>
                <a:gd name="connsiteY78" fmla="*/ 214842 h 255676"/>
                <a:gd name="connsiteX79" fmla="*/ 50115 w 255882"/>
                <a:gd name="connsiteY79" fmla="*/ 198893 h 255676"/>
                <a:gd name="connsiteX80" fmla="*/ 51627 w 255882"/>
                <a:gd name="connsiteY80" fmla="*/ 194013 h 255676"/>
                <a:gd name="connsiteX81" fmla="*/ 39597 w 255882"/>
                <a:gd name="connsiteY81" fmla="*/ 185420 h 255676"/>
                <a:gd name="connsiteX82" fmla="*/ 21105 w 255882"/>
                <a:gd name="connsiteY82" fmla="*/ 190232 h 255676"/>
                <a:gd name="connsiteX83" fmla="*/ 15193 w 255882"/>
                <a:gd name="connsiteY83" fmla="*/ 188238 h 255676"/>
                <a:gd name="connsiteX84" fmla="*/ 12237 w 255882"/>
                <a:gd name="connsiteY84" fmla="*/ 183014 h 255676"/>
                <a:gd name="connsiteX85" fmla="*/ 14230 w 255882"/>
                <a:gd name="connsiteY85" fmla="*/ 175314 h 255676"/>
                <a:gd name="connsiteX86" fmla="*/ 27910 w 255882"/>
                <a:gd name="connsiteY86" fmla="*/ 164453 h 255676"/>
                <a:gd name="connsiteX87" fmla="*/ 31554 w 255882"/>
                <a:gd name="connsiteY87" fmla="*/ 153385 h 255676"/>
                <a:gd name="connsiteX88" fmla="*/ 24198 w 255882"/>
                <a:gd name="connsiteY88" fmla="*/ 147198 h 255676"/>
                <a:gd name="connsiteX89" fmla="*/ 6943 w 255882"/>
                <a:gd name="connsiteY89" fmla="*/ 144861 h 255676"/>
                <a:gd name="connsiteX90" fmla="*/ 138 w 255882"/>
                <a:gd name="connsiteY90" fmla="*/ 140049 h 255676"/>
                <a:gd name="connsiteX91" fmla="*/ 0 w 255882"/>
                <a:gd name="connsiteY91" fmla="*/ 131525 h 255676"/>
                <a:gd name="connsiteX92" fmla="*/ 5019 w 255882"/>
                <a:gd name="connsiteY92" fmla="*/ 127881 h 255676"/>
                <a:gd name="connsiteX93" fmla="*/ 22617 w 255882"/>
                <a:gd name="connsiteY93" fmla="*/ 122931 h 255676"/>
                <a:gd name="connsiteX94" fmla="*/ 28667 w 255882"/>
                <a:gd name="connsiteY94" fmla="*/ 116194 h 255676"/>
                <a:gd name="connsiteX95" fmla="*/ 29010 w 255882"/>
                <a:gd name="connsiteY95" fmla="*/ 113307 h 255676"/>
                <a:gd name="connsiteX96" fmla="*/ 25229 w 255882"/>
                <a:gd name="connsiteY96" fmla="*/ 106295 h 255676"/>
                <a:gd name="connsiteX97" fmla="*/ 9281 w 255882"/>
                <a:gd name="connsiteY97" fmla="*/ 96946 h 255676"/>
                <a:gd name="connsiteX98" fmla="*/ 5843 w 255882"/>
                <a:gd name="connsiteY98" fmla="*/ 88560 h 255676"/>
                <a:gd name="connsiteX99" fmla="*/ 6187 w 255882"/>
                <a:gd name="connsiteY99" fmla="*/ 87391 h 255676"/>
                <a:gd name="connsiteX100" fmla="*/ 15261 w 255882"/>
                <a:gd name="connsiteY100" fmla="*/ 81135 h 255676"/>
                <a:gd name="connsiteX101" fmla="*/ 32173 w 255882"/>
                <a:gd name="connsiteY101" fmla="*/ 83060 h 255676"/>
                <a:gd name="connsiteX102" fmla="*/ 40834 w 255882"/>
                <a:gd name="connsiteY102" fmla="*/ 79073 h 255676"/>
                <a:gd name="connsiteX103" fmla="*/ 40147 w 255882"/>
                <a:gd name="connsiteY103" fmla="*/ 67318 h 255676"/>
                <a:gd name="connsiteX104" fmla="*/ 29629 w 255882"/>
                <a:gd name="connsiteY104" fmla="*/ 53363 h 255676"/>
                <a:gd name="connsiteX105" fmla="*/ 29629 w 255882"/>
                <a:gd name="connsiteY105" fmla="*/ 45595 h 255676"/>
                <a:gd name="connsiteX106" fmla="*/ 33066 w 255882"/>
                <a:gd name="connsiteY106" fmla="*/ 41745 h 255676"/>
                <a:gd name="connsiteX107" fmla="*/ 40422 w 255882"/>
                <a:gd name="connsiteY107" fmla="*/ 40920 h 255676"/>
                <a:gd name="connsiteX108" fmla="*/ 56027 w 255882"/>
                <a:gd name="connsiteY108" fmla="*/ 49719 h 255676"/>
                <a:gd name="connsiteX109" fmla="*/ 69982 w 255882"/>
                <a:gd name="connsiteY109" fmla="*/ 45801 h 255676"/>
                <a:gd name="connsiteX110" fmla="*/ 70325 w 255882"/>
                <a:gd name="connsiteY110" fmla="*/ 39751 h 255676"/>
                <a:gd name="connsiteX111" fmla="*/ 65788 w 255882"/>
                <a:gd name="connsiteY111" fmla="*/ 22221 h 255676"/>
                <a:gd name="connsiteX112" fmla="*/ 69088 w 255882"/>
                <a:gd name="connsiteY112" fmla="*/ 14110 h 255676"/>
                <a:gd name="connsiteX113" fmla="*/ 71632 w 255882"/>
                <a:gd name="connsiteY113" fmla="*/ 12735 h 255676"/>
                <a:gd name="connsiteX114" fmla="*/ 81118 w 255882"/>
                <a:gd name="connsiteY114" fmla="*/ 15072 h 255676"/>
                <a:gd name="connsiteX115" fmla="*/ 92049 w 255882"/>
                <a:gd name="connsiteY115" fmla="*/ 28958 h 255676"/>
                <a:gd name="connsiteX116" fmla="*/ 106966 w 255882"/>
                <a:gd name="connsiteY116" fmla="*/ 28890 h 255676"/>
                <a:gd name="connsiteX117" fmla="*/ 108754 w 255882"/>
                <a:gd name="connsiteY117" fmla="*/ 22565 h 255676"/>
                <a:gd name="connsiteX118" fmla="*/ 110953 w 255882"/>
                <a:gd name="connsiteY118" fmla="*/ 6479 h 255676"/>
                <a:gd name="connsiteX119" fmla="*/ 116934 w 255882"/>
                <a:gd name="connsiteY119" fmla="*/ 292 h 255676"/>
                <a:gd name="connsiteX120" fmla="*/ 122296 w 255882"/>
                <a:gd name="connsiteY120" fmla="*/ 86 h 25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255882" h="255676">
                  <a:moveTo>
                    <a:pt x="127864" y="81461"/>
                  </a:moveTo>
                  <a:cubicBezTo>
                    <a:pt x="102426" y="81461"/>
                    <a:pt x="81805" y="102082"/>
                    <a:pt x="81805" y="127520"/>
                  </a:cubicBezTo>
                  <a:cubicBezTo>
                    <a:pt x="81805" y="152958"/>
                    <a:pt x="102426" y="173579"/>
                    <a:pt x="127864" y="173579"/>
                  </a:cubicBezTo>
                  <a:cubicBezTo>
                    <a:pt x="153302" y="173579"/>
                    <a:pt x="173923" y="152958"/>
                    <a:pt x="173923" y="127520"/>
                  </a:cubicBezTo>
                  <a:cubicBezTo>
                    <a:pt x="173923" y="102082"/>
                    <a:pt x="153302" y="81461"/>
                    <a:pt x="127864" y="81461"/>
                  </a:cubicBezTo>
                  <a:close/>
                  <a:moveTo>
                    <a:pt x="122296" y="86"/>
                  </a:moveTo>
                  <a:cubicBezTo>
                    <a:pt x="124908" y="223"/>
                    <a:pt x="126696" y="1598"/>
                    <a:pt x="127383" y="4211"/>
                  </a:cubicBezTo>
                  <a:cubicBezTo>
                    <a:pt x="129033" y="10054"/>
                    <a:pt x="130752" y="15966"/>
                    <a:pt x="132401" y="21809"/>
                  </a:cubicBezTo>
                  <a:cubicBezTo>
                    <a:pt x="134120" y="27790"/>
                    <a:pt x="139070" y="30608"/>
                    <a:pt x="145188" y="29027"/>
                  </a:cubicBezTo>
                  <a:cubicBezTo>
                    <a:pt x="147181" y="28546"/>
                    <a:pt x="148350" y="27102"/>
                    <a:pt x="149312" y="25452"/>
                  </a:cubicBezTo>
                  <a:cubicBezTo>
                    <a:pt x="152475" y="20022"/>
                    <a:pt x="155706" y="14591"/>
                    <a:pt x="158937" y="9160"/>
                  </a:cubicBezTo>
                  <a:cubicBezTo>
                    <a:pt x="160999" y="5654"/>
                    <a:pt x="162786" y="4898"/>
                    <a:pt x="166705" y="5929"/>
                  </a:cubicBezTo>
                  <a:cubicBezTo>
                    <a:pt x="174542" y="7923"/>
                    <a:pt x="175573" y="9641"/>
                    <a:pt x="174404" y="18372"/>
                  </a:cubicBezTo>
                  <a:cubicBezTo>
                    <a:pt x="173717" y="23596"/>
                    <a:pt x="173098" y="28821"/>
                    <a:pt x="172479" y="34046"/>
                  </a:cubicBezTo>
                  <a:cubicBezTo>
                    <a:pt x="172410" y="34595"/>
                    <a:pt x="172410" y="35145"/>
                    <a:pt x="172479" y="35695"/>
                  </a:cubicBezTo>
                  <a:cubicBezTo>
                    <a:pt x="173373" y="41264"/>
                    <a:pt x="181828" y="45113"/>
                    <a:pt x="186434" y="41882"/>
                  </a:cubicBezTo>
                  <a:cubicBezTo>
                    <a:pt x="191659" y="38170"/>
                    <a:pt x="196677" y="34252"/>
                    <a:pt x="201764" y="30402"/>
                  </a:cubicBezTo>
                  <a:cubicBezTo>
                    <a:pt x="205476" y="27584"/>
                    <a:pt x="207333" y="27652"/>
                    <a:pt x="211045" y="30540"/>
                  </a:cubicBezTo>
                  <a:cubicBezTo>
                    <a:pt x="211526" y="30952"/>
                    <a:pt x="212007" y="31296"/>
                    <a:pt x="212488" y="31777"/>
                  </a:cubicBezTo>
                  <a:cubicBezTo>
                    <a:pt x="216819" y="35902"/>
                    <a:pt x="217025" y="37139"/>
                    <a:pt x="214069" y="42364"/>
                  </a:cubicBezTo>
                  <a:cubicBezTo>
                    <a:pt x="211251" y="47382"/>
                    <a:pt x="208570" y="52469"/>
                    <a:pt x="205614" y="57418"/>
                  </a:cubicBezTo>
                  <a:cubicBezTo>
                    <a:pt x="203483" y="61062"/>
                    <a:pt x="204445" y="64087"/>
                    <a:pt x="206783" y="67180"/>
                  </a:cubicBezTo>
                  <a:cubicBezTo>
                    <a:pt x="209120" y="70274"/>
                    <a:pt x="211801" y="71786"/>
                    <a:pt x="215719" y="70755"/>
                  </a:cubicBezTo>
                  <a:cubicBezTo>
                    <a:pt x="221769" y="69174"/>
                    <a:pt x="227818" y="67661"/>
                    <a:pt x="233799" y="66011"/>
                  </a:cubicBezTo>
                  <a:cubicBezTo>
                    <a:pt x="237649" y="64980"/>
                    <a:pt x="239367" y="65599"/>
                    <a:pt x="241498" y="68967"/>
                  </a:cubicBezTo>
                  <a:cubicBezTo>
                    <a:pt x="242461" y="70411"/>
                    <a:pt x="243286" y="71923"/>
                    <a:pt x="243836" y="73573"/>
                  </a:cubicBezTo>
                  <a:cubicBezTo>
                    <a:pt x="244867" y="76529"/>
                    <a:pt x="244385" y="78385"/>
                    <a:pt x="241911" y="80379"/>
                  </a:cubicBezTo>
                  <a:cubicBezTo>
                    <a:pt x="236755" y="84504"/>
                    <a:pt x="231668" y="88628"/>
                    <a:pt x="226443" y="92684"/>
                  </a:cubicBezTo>
                  <a:cubicBezTo>
                    <a:pt x="223831" y="94678"/>
                    <a:pt x="223144" y="97152"/>
                    <a:pt x="223694" y="100177"/>
                  </a:cubicBezTo>
                  <a:cubicBezTo>
                    <a:pt x="223900" y="101208"/>
                    <a:pt x="224244" y="102171"/>
                    <a:pt x="224519" y="103202"/>
                  </a:cubicBezTo>
                  <a:cubicBezTo>
                    <a:pt x="225412" y="106433"/>
                    <a:pt x="227543" y="108220"/>
                    <a:pt x="230843" y="108633"/>
                  </a:cubicBezTo>
                  <a:cubicBezTo>
                    <a:pt x="237099" y="109458"/>
                    <a:pt x="243354" y="110351"/>
                    <a:pt x="249541" y="111176"/>
                  </a:cubicBezTo>
                  <a:cubicBezTo>
                    <a:pt x="253254" y="111657"/>
                    <a:pt x="255178" y="113445"/>
                    <a:pt x="255591" y="117157"/>
                  </a:cubicBezTo>
                  <a:cubicBezTo>
                    <a:pt x="255797" y="118944"/>
                    <a:pt x="256003" y="120732"/>
                    <a:pt x="255797" y="122519"/>
                  </a:cubicBezTo>
                  <a:cubicBezTo>
                    <a:pt x="255453" y="125337"/>
                    <a:pt x="254010" y="126919"/>
                    <a:pt x="251398" y="127675"/>
                  </a:cubicBezTo>
                  <a:cubicBezTo>
                    <a:pt x="245554" y="129325"/>
                    <a:pt x="239642" y="130974"/>
                    <a:pt x="233799" y="132693"/>
                  </a:cubicBezTo>
                  <a:cubicBezTo>
                    <a:pt x="228093" y="134343"/>
                    <a:pt x="225481" y="138674"/>
                    <a:pt x="226650" y="144586"/>
                  </a:cubicBezTo>
                  <a:cubicBezTo>
                    <a:pt x="227062" y="146854"/>
                    <a:pt x="228368" y="148298"/>
                    <a:pt x="230293" y="149398"/>
                  </a:cubicBezTo>
                  <a:cubicBezTo>
                    <a:pt x="235655" y="152560"/>
                    <a:pt x="241017" y="155722"/>
                    <a:pt x="246448" y="158884"/>
                  </a:cubicBezTo>
                  <a:cubicBezTo>
                    <a:pt x="250435" y="161222"/>
                    <a:pt x="251054" y="162597"/>
                    <a:pt x="249954" y="167065"/>
                  </a:cubicBezTo>
                  <a:cubicBezTo>
                    <a:pt x="249885" y="167340"/>
                    <a:pt x="249885" y="167615"/>
                    <a:pt x="249816" y="167890"/>
                  </a:cubicBezTo>
                  <a:cubicBezTo>
                    <a:pt x="248166" y="173321"/>
                    <a:pt x="246310" y="176002"/>
                    <a:pt x="240123" y="174833"/>
                  </a:cubicBezTo>
                  <a:cubicBezTo>
                    <a:pt x="234555" y="173733"/>
                    <a:pt x="228849" y="173527"/>
                    <a:pt x="223212" y="172702"/>
                  </a:cubicBezTo>
                  <a:cubicBezTo>
                    <a:pt x="219225" y="172152"/>
                    <a:pt x="216613" y="173733"/>
                    <a:pt x="214688" y="177102"/>
                  </a:cubicBezTo>
                  <a:cubicBezTo>
                    <a:pt x="212695" y="180539"/>
                    <a:pt x="211801" y="183770"/>
                    <a:pt x="214551" y="187276"/>
                  </a:cubicBezTo>
                  <a:cubicBezTo>
                    <a:pt x="218263" y="192019"/>
                    <a:pt x="221838" y="196900"/>
                    <a:pt x="225481" y="201712"/>
                  </a:cubicBezTo>
                  <a:cubicBezTo>
                    <a:pt x="228506" y="205630"/>
                    <a:pt x="228506" y="207212"/>
                    <a:pt x="225481" y="211130"/>
                  </a:cubicBezTo>
                  <a:cubicBezTo>
                    <a:pt x="225343" y="211267"/>
                    <a:pt x="225206" y="211474"/>
                    <a:pt x="225068" y="211611"/>
                  </a:cubicBezTo>
                  <a:cubicBezTo>
                    <a:pt x="221081" y="215873"/>
                    <a:pt x="219500" y="217729"/>
                    <a:pt x="213245" y="213948"/>
                  </a:cubicBezTo>
                  <a:cubicBezTo>
                    <a:pt x="208432" y="211061"/>
                    <a:pt x="203345" y="208586"/>
                    <a:pt x="198602" y="205699"/>
                  </a:cubicBezTo>
                  <a:cubicBezTo>
                    <a:pt x="194684" y="203362"/>
                    <a:pt x="191659" y="204737"/>
                    <a:pt x="188565" y="207143"/>
                  </a:cubicBezTo>
                  <a:cubicBezTo>
                    <a:pt x="185472" y="209480"/>
                    <a:pt x="184234" y="212299"/>
                    <a:pt x="185334" y="216217"/>
                  </a:cubicBezTo>
                  <a:cubicBezTo>
                    <a:pt x="187053" y="222267"/>
                    <a:pt x="188565" y="228385"/>
                    <a:pt x="190078" y="234503"/>
                  </a:cubicBezTo>
                  <a:cubicBezTo>
                    <a:pt x="190903" y="237803"/>
                    <a:pt x="190215" y="239590"/>
                    <a:pt x="187397" y="241377"/>
                  </a:cubicBezTo>
                  <a:cubicBezTo>
                    <a:pt x="185884" y="242340"/>
                    <a:pt x="184303" y="243233"/>
                    <a:pt x="182585" y="243852"/>
                  </a:cubicBezTo>
                  <a:cubicBezTo>
                    <a:pt x="179560" y="244952"/>
                    <a:pt x="177360" y="244402"/>
                    <a:pt x="175366" y="241859"/>
                  </a:cubicBezTo>
                  <a:cubicBezTo>
                    <a:pt x="171585" y="237115"/>
                    <a:pt x="167805" y="232303"/>
                    <a:pt x="164024" y="227491"/>
                  </a:cubicBezTo>
                  <a:cubicBezTo>
                    <a:pt x="160380" y="222954"/>
                    <a:pt x="153781" y="222335"/>
                    <a:pt x="149381" y="226254"/>
                  </a:cubicBezTo>
                  <a:cubicBezTo>
                    <a:pt x="148213" y="227285"/>
                    <a:pt x="147663" y="228591"/>
                    <a:pt x="147456" y="230103"/>
                  </a:cubicBezTo>
                  <a:cubicBezTo>
                    <a:pt x="146563" y="236428"/>
                    <a:pt x="145532" y="242683"/>
                    <a:pt x="144844" y="249008"/>
                  </a:cubicBezTo>
                  <a:cubicBezTo>
                    <a:pt x="144432" y="252308"/>
                    <a:pt x="143126" y="254645"/>
                    <a:pt x="139895" y="255676"/>
                  </a:cubicBezTo>
                  <a:cubicBezTo>
                    <a:pt x="137145" y="255676"/>
                    <a:pt x="134326" y="255676"/>
                    <a:pt x="131577" y="255676"/>
                  </a:cubicBezTo>
                  <a:cubicBezTo>
                    <a:pt x="129652" y="254507"/>
                    <a:pt x="128552" y="252789"/>
                    <a:pt x="127933" y="250589"/>
                  </a:cubicBezTo>
                  <a:cubicBezTo>
                    <a:pt x="126283" y="244540"/>
                    <a:pt x="124427" y="238490"/>
                    <a:pt x="122777" y="232372"/>
                  </a:cubicBezTo>
                  <a:cubicBezTo>
                    <a:pt x="121884" y="229141"/>
                    <a:pt x="119890" y="227422"/>
                    <a:pt x="116659" y="227010"/>
                  </a:cubicBezTo>
                  <a:cubicBezTo>
                    <a:pt x="115422" y="226872"/>
                    <a:pt x="114184" y="226666"/>
                    <a:pt x="112947" y="226597"/>
                  </a:cubicBezTo>
                  <a:cubicBezTo>
                    <a:pt x="110060" y="226391"/>
                    <a:pt x="108066" y="227697"/>
                    <a:pt x="106622" y="230103"/>
                  </a:cubicBezTo>
                  <a:cubicBezTo>
                    <a:pt x="106072" y="230997"/>
                    <a:pt x="105591" y="231891"/>
                    <a:pt x="105041" y="232784"/>
                  </a:cubicBezTo>
                  <a:cubicBezTo>
                    <a:pt x="102154" y="237665"/>
                    <a:pt x="99335" y="242615"/>
                    <a:pt x="96380" y="247427"/>
                  </a:cubicBezTo>
                  <a:cubicBezTo>
                    <a:pt x="94798" y="250108"/>
                    <a:pt x="92873" y="250795"/>
                    <a:pt x="89849" y="250108"/>
                  </a:cubicBezTo>
                  <a:cubicBezTo>
                    <a:pt x="87993" y="249695"/>
                    <a:pt x="86274" y="249077"/>
                    <a:pt x="84555" y="248320"/>
                  </a:cubicBezTo>
                  <a:cubicBezTo>
                    <a:pt x="81531" y="246877"/>
                    <a:pt x="80568" y="245021"/>
                    <a:pt x="80981" y="241652"/>
                  </a:cubicBezTo>
                  <a:cubicBezTo>
                    <a:pt x="81737" y="235397"/>
                    <a:pt x="82356" y="229141"/>
                    <a:pt x="83249" y="222885"/>
                  </a:cubicBezTo>
                  <a:cubicBezTo>
                    <a:pt x="83868" y="218486"/>
                    <a:pt x="81531" y="216080"/>
                    <a:pt x="78094" y="214155"/>
                  </a:cubicBezTo>
                  <a:cubicBezTo>
                    <a:pt x="74725" y="212299"/>
                    <a:pt x="71700" y="212024"/>
                    <a:pt x="68538" y="214636"/>
                  </a:cubicBezTo>
                  <a:cubicBezTo>
                    <a:pt x="64139" y="218142"/>
                    <a:pt x="59533" y="221373"/>
                    <a:pt x="55133" y="224810"/>
                  </a:cubicBezTo>
                  <a:cubicBezTo>
                    <a:pt x="50665" y="228316"/>
                    <a:pt x="48740" y="229072"/>
                    <a:pt x="43240" y="224123"/>
                  </a:cubicBezTo>
                  <a:cubicBezTo>
                    <a:pt x="42897" y="223779"/>
                    <a:pt x="42553" y="223435"/>
                    <a:pt x="42209" y="223091"/>
                  </a:cubicBezTo>
                  <a:cubicBezTo>
                    <a:pt x="39528" y="220342"/>
                    <a:pt x="39253" y="218211"/>
                    <a:pt x="41178" y="214842"/>
                  </a:cubicBezTo>
                  <a:cubicBezTo>
                    <a:pt x="44134" y="209549"/>
                    <a:pt x="47159" y="204187"/>
                    <a:pt x="50115" y="198893"/>
                  </a:cubicBezTo>
                  <a:cubicBezTo>
                    <a:pt x="50940" y="197381"/>
                    <a:pt x="51833" y="195869"/>
                    <a:pt x="51627" y="194013"/>
                  </a:cubicBezTo>
                  <a:cubicBezTo>
                    <a:pt x="51146" y="188444"/>
                    <a:pt x="44959" y="184045"/>
                    <a:pt x="39597" y="185420"/>
                  </a:cubicBezTo>
                  <a:cubicBezTo>
                    <a:pt x="33410" y="187001"/>
                    <a:pt x="27223" y="188582"/>
                    <a:pt x="21105" y="190232"/>
                  </a:cubicBezTo>
                  <a:cubicBezTo>
                    <a:pt x="18630" y="190919"/>
                    <a:pt x="16774" y="190163"/>
                    <a:pt x="15193" y="188238"/>
                  </a:cubicBezTo>
                  <a:cubicBezTo>
                    <a:pt x="13887" y="186657"/>
                    <a:pt x="13062" y="184870"/>
                    <a:pt x="12237" y="183014"/>
                  </a:cubicBezTo>
                  <a:cubicBezTo>
                    <a:pt x="10862" y="179783"/>
                    <a:pt x="11481" y="177445"/>
                    <a:pt x="14230" y="175314"/>
                  </a:cubicBezTo>
                  <a:cubicBezTo>
                    <a:pt x="18767" y="171671"/>
                    <a:pt x="23373" y="168096"/>
                    <a:pt x="27910" y="164453"/>
                  </a:cubicBezTo>
                  <a:cubicBezTo>
                    <a:pt x="32722" y="160741"/>
                    <a:pt x="33135" y="159159"/>
                    <a:pt x="31554" y="153385"/>
                  </a:cubicBezTo>
                  <a:cubicBezTo>
                    <a:pt x="30454" y="149604"/>
                    <a:pt x="28185" y="147611"/>
                    <a:pt x="24198" y="147198"/>
                  </a:cubicBezTo>
                  <a:cubicBezTo>
                    <a:pt x="18424" y="146579"/>
                    <a:pt x="12718" y="145479"/>
                    <a:pt x="6943" y="144861"/>
                  </a:cubicBezTo>
                  <a:cubicBezTo>
                    <a:pt x="3644" y="144517"/>
                    <a:pt x="1306" y="143211"/>
                    <a:pt x="138" y="140049"/>
                  </a:cubicBezTo>
                  <a:cubicBezTo>
                    <a:pt x="0" y="137093"/>
                    <a:pt x="0" y="134343"/>
                    <a:pt x="0" y="131525"/>
                  </a:cubicBezTo>
                  <a:cubicBezTo>
                    <a:pt x="1100" y="129462"/>
                    <a:pt x="2819" y="128431"/>
                    <a:pt x="5019" y="127881"/>
                  </a:cubicBezTo>
                  <a:cubicBezTo>
                    <a:pt x="10931" y="126300"/>
                    <a:pt x="16705" y="124513"/>
                    <a:pt x="22617" y="122931"/>
                  </a:cubicBezTo>
                  <a:cubicBezTo>
                    <a:pt x="26192" y="121969"/>
                    <a:pt x="28323" y="119975"/>
                    <a:pt x="28667" y="116194"/>
                  </a:cubicBezTo>
                  <a:cubicBezTo>
                    <a:pt x="28735" y="115232"/>
                    <a:pt x="28873" y="114270"/>
                    <a:pt x="29010" y="113307"/>
                  </a:cubicBezTo>
                  <a:cubicBezTo>
                    <a:pt x="29354" y="110076"/>
                    <a:pt x="27910" y="107876"/>
                    <a:pt x="25229" y="106295"/>
                  </a:cubicBezTo>
                  <a:cubicBezTo>
                    <a:pt x="19867" y="103202"/>
                    <a:pt x="14574" y="100040"/>
                    <a:pt x="9281" y="96946"/>
                  </a:cubicBezTo>
                  <a:cubicBezTo>
                    <a:pt x="5362" y="94678"/>
                    <a:pt x="4675" y="92959"/>
                    <a:pt x="5843" y="88560"/>
                  </a:cubicBezTo>
                  <a:cubicBezTo>
                    <a:pt x="5981" y="88147"/>
                    <a:pt x="6050" y="87735"/>
                    <a:pt x="6187" y="87391"/>
                  </a:cubicBezTo>
                  <a:cubicBezTo>
                    <a:pt x="7906" y="81685"/>
                    <a:pt x="9418" y="80585"/>
                    <a:pt x="15261" y="81135"/>
                  </a:cubicBezTo>
                  <a:cubicBezTo>
                    <a:pt x="20898" y="81685"/>
                    <a:pt x="26535" y="82304"/>
                    <a:pt x="32173" y="83060"/>
                  </a:cubicBezTo>
                  <a:cubicBezTo>
                    <a:pt x="36641" y="83610"/>
                    <a:pt x="38566" y="82854"/>
                    <a:pt x="40834" y="79073"/>
                  </a:cubicBezTo>
                  <a:cubicBezTo>
                    <a:pt x="44065" y="73848"/>
                    <a:pt x="43928" y="72198"/>
                    <a:pt x="40147" y="67318"/>
                  </a:cubicBezTo>
                  <a:cubicBezTo>
                    <a:pt x="36572" y="62712"/>
                    <a:pt x="33066" y="58037"/>
                    <a:pt x="29629" y="53363"/>
                  </a:cubicBezTo>
                  <a:cubicBezTo>
                    <a:pt x="27567" y="50613"/>
                    <a:pt x="27567" y="48344"/>
                    <a:pt x="29629" y="45595"/>
                  </a:cubicBezTo>
                  <a:cubicBezTo>
                    <a:pt x="30660" y="44220"/>
                    <a:pt x="31760" y="42845"/>
                    <a:pt x="33066" y="41745"/>
                  </a:cubicBezTo>
                  <a:cubicBezTo>
                    <a:pt x="35678" y="39545"/>
                    <a:pt x="37466" y="39270"/>
                    <a:pt x="40422" y="40920"/>
                  </a:cubicBezTo>
                  <a:cubicBezTo>
                    <a:pt x="45646" y="43807"/>
                    <a:pt x="51008" y="46488"/>
                    <a:pt x="56027" y="49719"/>
                  </a:cubicBezTo>
                  <a:cubicBezTo>
                    <a:pt x="61801" y="53431"/>
                    <a:pt x="65788" y="50957"/>
                    <a:pt x="69982" y="45801"/>
                  </a:cubicBezTo>
                  <a:cubicBezTo>
                    <a:pt x="71357" y="44082"/>
                    <a:pt x="70875" y="41814"/>
                    <a:pt x="70325" y="39751"/>
                  </a:cubicBezTo>
                  <a:cubicBezTo>
                    <a:pt x="68813" y="33908"/>
                    <a:pt x="67301" y="28065"/>
                    <a:pt x="65788" y="22221"/>
                  </a:cubicBezTo>
                  <a:cubicBezTo>
                    <a:pt x="64688" y="18028"/>
                    <a:pt x="65376" y="16309"/>
                    <a:pt x="69088" y="14110"/>
                  </a:cubicBezTo>
                  <a:cubicBezTo>
                    <a:pt x="69913" y="13628"/>
                    <a:pt x="70738" y="13147"/>
                    <a:pt x="71632" y="12735"/>
                  </a:cubicBezTo>
                  <a:cubicBezTo>
                    <a:pt x="76100" y="10672"/>
                    <a:pt x="78094" y="11154"/>
                    <a:pt x="81118" y="15072"/>
                  </a:cubicBezTo>
                  <a:cubicBezTo>
                    <a:pt x="84762" y="19678"/>
                    <a:pt x="88405" y="24353"/>
                    <a:pt x="92049" y="28958"/>
                  </a:cubicBezTo>
                  <a:cubicBezTo>
                    <a:pt x="95486" y="33221"/>
                    <a:pt x="103529" y="33221"/>
                    <a:pt x="106966" y="28890"/>
                  </a:cubicBezTo>
                  <a:cubicBezTo>
                    <a:pt x="108410" y="27034"/>
                    <a:pt x="108410" y="24696"/>
                    <a:pt x="108754" y="22565"/>
                  </a:cubicBezTo>
                  <a:cubicBezTo>
                    <a:pt x="109578" y="17203"/>
                    <a:pt x="110266" y="11841"/>
                    <a:pt x="110953" y="6479"/>
                  </a:cubicBezTo>
                  <a:cubicBezTo>
                    <a:pt x="111503" y="2217"/>
                    <a:pt x="112672" y="1048"/>
                    <a:pt x="116934" y="292"/>
                  </a:cubicBezTo>
                  <a:cubicBezTo>
                    <a:pt x="118721" y="-52"/>
                    <a:pt x="120509" y="-52"/>
                    <a:pt x="122296" y="86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</p:grpSp>
      <p:grpSp>
        <p:nvGrpSpPr>
          <p:cNvPr id="39" name="Group 38"/>
          <p:cNvGrpSpPr/>
          <p:nvPr userDrawn="1"/>
        </p:nvGrpSpPr>
        <p:grpSpPr>
          <a:xfrm rot="17572368" flipH="1">
            <a:off x="1224318" y="1219024"/>
            <a:ext cx="402756" cy="1406850"/>
            <a:chOff x="391499" y="630207"/>
            <a:chExt cx="531848" cy="1593194"/>
          </a:xfrm>
        </p:grpSpPr>
        <p:sp>
          <p:nvSpPr>
            <p:cNvPr id="40" name="Rectangle: Rounded Corners 39"/>
            <p:cNvSpPr/>
            <p:nvPr/>
          </p:nvSpPr>
          <p:spPr>
            <a:xfrm rot="20495611">
              <a:off x="400453" y="630207"/>
              <a:ext cx="522894" cy="1539139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41" name="Rectangle: Rounded Corners 40"/>
            <p:cNvSpPr/>
            <p:nvPr/>
          </p:nvSpPr>
          <p:spPr>
            <a:xfrm rot="20495611">
              <a:off x="391499" y="684262"/>
              <a:ext cx="191608" cy="1539139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</p:grpSp>
      <p:grpSp>
        <p:nvGrpSpPr>
          <p:cNvPr id="42" name="Group 41"/>
          <p:cNvGrpSpPr/>
          <p:nvPr userDrawn="1"/>
        </p:nvGrpSpPr>
        <p:grpSpPr>
          <a:xfrm rot="9737426" flipH="1">
            <a:off x="1729011" y="2169839"/>
            <a:ext cx="425367" cy="425382"/>
            <a:chOff x="121429" y="411151"/>
            <a:chExt cx="607375" cy="607375"/>
          </a:xfrm>
        </p:grpSpPr>
        <p:sp>
          <p:nvSpPr>
            <p:cNvPr id="43" name="Oval 42"/>
            <p:cNvSpPr/>
            <p:nvPr/>
          </p:nvSpPr>
          <p:spPr>
            <a:xfrm>
              <a:off x="121429" y="411151"/>
              <a:ext cx="607375" cy="607375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 dirty="0"/>
            </a:p>
          </p:txBody>
        </p:sp>
        <p:sp>
          <p:nvSpPr>
            <p:cNvPr id="44" name="Freeform: Shape 43"/>
            <p:cNvSpPr/>
            <p:nvPr/>
          </p:nvSpPr>
          <p:spPr>
            <a:xfrm>
              <a:off x="186933" y="476655"/>
              <a:ext cx="476367" cy="476367"/>
            </a:xfrm>
            <a:custGeom>
              <a:avLst/>
              <a:gdLst>
                <a:gd name="connsiteX0" fmla="*/ 977265 w 1950394"/>
                <a:gd name="connsiteY0" fmla="*/ 1954006 h 1950394"/>
                <a:gd name="connsiteX1" fmla="*/ 4 w 1950394"/>
                <a:gd name="connsiteY1" fmla="*/ 977261 h 1950394"/>
                <a:gd name="connsiteX2" fmla="*/ 976749 w 1950394"/>
                <a:gd name="connsiteY2" fmla="*/ 0 h 1950394"/>
                <a:gd name="connsiteX3" fmla="*/ 1953494 w 1950394"/>
                <a:gd name="connsiteY3" fmla="*/ 976229 h 1950394"/>
                <a:gd name="connsiteX4" fmla="*/ 977265 w 1950394"/>
                <a:gd name="connsiteY4" fmla="*/ 1954006 h 1950394"/>
                <a:gd name="connsiteX5" fmla="*/ 1198104 w 1950394"/>
                <a:gd name="connsiteY5" fmla="*/ 1613977 h 1950394"/>
                <a:gd name="connsiteX6" fmla="*/ 1221839 w 1950394"/>
                <a:gd name="connsiteY6" fmla="*/ 1574763 h 1950394"/>
                <a:gd name="connsiteX7" fmla="*/ 1240930 w 1950394"/>
                <a:gd name="connsiteY7" fmla="*/ 1566507 h 1950394"/>
                <a:gd name="connsiteX8" fmla="*/ 1257957 w 1950394"/>
                <a:gd name="connsiteY8" fmla="*/ 1569603 h 1950394"/>
                <a:gd name="connsiteX9" fmla="*/ 1298203 w 1950394"/>
                <a:gd name="connsiteY9" fmla="*/ 1624297 h 1950394"/>
                <a:gd name="connsiteX10" fmla="*/ 1311619 w 1950394"/>
                <a:gd name="connsiteY10" fmla="*/ 1629456 h 1950394"/>
                <a:gd name="connsiteX11" fmla="*/ 1375084 w 1950394"/>
                <a:gd name="connsiteY11" fmla="*/ 1592822 h 1950394"/>
                <a:gd name="connsiteX12" fmla="*/ 1377148 w 1950394"/>
                <a:gd name="connsiteY12" fmla="*/ 1578891 h 1950394"/>
                <a:gd name="connsiteX13" fmla="*/ 1349285 w 1950394"/>
                <a:gd name="connsiteY13" fmla="*/ 1515426 h 1950394"/>
                <a:gd name="connsiteX14" fmla="*/ 1353413 w 1950394"/>
                <a:gd name="connsiteY14" fmla="*/ 1502010 h 1950394"/>
                <a:gd name="connsiteX15" fmla="*/ 1385919 w 1950394"/>
                <a:gd name="connsiteY15" fmla="*/ 1476727 h 1950394"/>
                <a:gd name="connsiteX16" fmla="*/ 1400883 w 1950394"/>
                <a:gd name="connsiteY16" fmla="*/ 1476727 h 1950394"/>
                <a:gd name="connsiteX17" fmla="*/ 1452996 w 1950394"/>
                <a:gd name="connsiteY17" fmla="*/ 1518005 h 1950394"/>
                <a:gd name="connsiteX18" fmla="*/ 1470024 w 1950394"/>
                <a:gd name="connsiteY18" fmla="*/ 1519553 h 1950394"/>
                <a:gd name="connsiteX19" fmla="*/ 1519041 w 1950394"/>
                <a:gd name="connsiteY19" fmla="*/ 1470535 h 1950394"/>
                <a:gd name="connsiteX20" fmla="*/ 1518010 w 1950394"/>
                <a:gd name="connsiteY20" fmla="*/ 1453508 h 1950394"/>
                <a:gd name="connsiteX21" fmla="*/ 1475699 w 1950394"/>
                <a:gd name="connsiteY21" fmla="*/ 1400363 h 1950394"/>
                <a:gd name="connsiteX22" fmla="*/ 1476215 w 1950394"/>
                <a:gd name="connsiteY22" fmla="*/ 1386431 h 1950394"/>
                <a:gd name="connsiteX23" fmla="*/ 1501498 w 1950394"/>
                <a:gd name="connsiteY23" fmla="*/ 1353925 h 1950394"/>
                <a:gd name="connsiteX24" fmla="*/ 1515946 w 1950394"/>
                <a:gd name="connsiteY24" fmla="*/ 1349797 h 1950394"/>
                <a:gd name="connsiteX25" fmla="*/ 1579411 w 1950394"/>
                <a:gd name="connsiteY25" fmla="*/ 1377660 h 1950394"/>
                <a:gd name="connsiteX26" fmla="*/ 1592310 w 1950394"/>
                <a:gd name="connsiteY26" fmla="*/ 1375596 h 1950394"/>
                <a:gd name="connsiteX27" fmla="*/ 1628945 w 1950394"/>
                <a:gd name="connsiteY27" fmla="*/ 1312130 h 1950394"/>
                <a:gd name="connsiteX28" fmla="*/ 1623785 w 1950394"/>
                <a:gd name="connsiteY28" fmla="*/ 1298199 h 1950394"/>
                <a:gd name="connsiteX29" fmla="*/ 1577863 w 1950394"/>
                <a:gd name="connsiteY29" fmla="*/ 1265692 h 1950394"/>
                <a:gd name="connsiteX30" fmla="*/ 1571155 w 1950394"/>
                <a:gd name="connsiteY30" fmla="*/ 1230090 h 1950394"/>
                <a:gd name="connsiteX31" fmla="*/ 1579927 w 1950394"/>
                <a:gd name="connsiteY31" fmla="*/ 1208419 h 1950394"/>
                <a:gd name="connsiteX32" fmla="*/ 1596438 w 1950394"/>
                <a:gd name="connsiteY32" fmla="*/ 1197583 h 1950394"/>
                <a:gd name="connsiteX33" fmla="*/ 1660935 w 1950394"/>
                <a:gd name="connsiteY33" fmla="*/ 1207387 h 1950394"/>
                <a:gd name="connsiteX34" fmla="*/ 1675383 w 1950394"/>
                <a:gd name="connsiteY34" fmla="*/ 1201195 h 1950394"/>
                <a:gd name="connsiteX35" fmla="*/ 1693442 w 1950394"/>
                <a:gd name="connsiteY35" fmla="*/ 1132570 h 1950394"/>
                <a:gd name="connsiteX36" fmla="*/ 1684154 w 1950394"/>
                <a:gd name="connsiteY36" fmla="*/ 1119155 h 1950394"/>
                <a:gd name="connsiteX37" fmla="*/ 1621205 w 1950394"/>
                <a:gd name="connsiteY37" fmla="*/ 1093872 h 1950394"/>
                <a:gd name="connsiteX38" fmla="*/ 1614497 w 1950394"/>
                <a:gd name="connsiteY38" fmla="*/ 1083037 h 1950394"/>
                <a:gd name="connsiteX39" fmla="*/ 1620173 w 1950394"/>
                <a:gd name="connsiteY39" fmla="*/ 1042274 h 1950394"/>
                <a:gd name="connsiteX40" fmla="*/ 1632557 w 1950394"/>
                <a:gd name="connsiteY40" fmla="*/ 1029891 h 1950394"/>
                <a:gd name="connsiteX41" fmla="*/ 1696022 w 1950394"/>
                <a:gd name="connsiteY41" fmla="*/ 1022667 h 1950394"/>
                <a:gd name="connsiteX42" fmla="*/ 1709437 w 1950394"/>
                <a:gd name="connsiteY42" fmla="*/ 1010800 h 1950394"/>
                <a:gd name="connsiteX43" fmla="*/ 1709437 w 1950394"/>
                <a:gd name="connsiteY43" fmla="*/ 943723 h 1950394"/>
                <a:gd name="connsiteX44" fmla="*/ 1694990 w 1950394"/>
                <a:gd name="connsiteY44" fmla="*/ 931339 h 1950394"/>
                <a:gd name="connsiteX45" fmla="*/ 1650616 w 1950394"/>
                <a:gd name="connsiteY45" fmla="*/ 928243 h 1950394"/>
                <a:gd name="connsiteX46" fmla="*/ 1618109 w 1950394"/>
                <a:gd name="connsiteY46" fmla="*/ 892125 h 1950394"/>
                <a:gd name="connsiteX47" fmla="*/ 1615013 w 1950394"/>
                <a:gd name="connsiteY47" fmla="*/ 874582 h 1950394"/>
                <a:gd name="connsiteX48" fmla="*/ 1622753 w 1950394"/>
                <a:gd name="connsiteY48" fmla="*/ 859102 h 1950394"/>
                <a:gd name="connsiteX49" fmla="*/ 1684670 w 1950394"/>
                <a:gd name="connsiteY49" fmla="*/ 834851 h 1950394"/>
                <a:gd name="connsiteX50" fmla="*/ 1693442 w 1950394"/>
                <a:gd name="connsiteY50" fmla="*/ 821952 h 1950394"/>
                <a:gd name="connsiteX51" fmla="*/ 1674867 w 1950394"/>
                <a:gd name="connsiteY51" fmla="*/ 753327 h 1950394"/>
                <a:gd name="connsiteX52" fmla="*/ 1659903 w 1950394"/>
                <a:gd name="connsiteY52" fmla="*/ 746619 h 1950394"/>
                <a:gd name="connsiteX53" fmla="*/ 1594374 w 1950394"/>
                <a:gd name="connsiteY53" fmla="*/ 756423 h 1950394"/>
                <a:gd name="connsiteX54" fmla="*/ 1580443 w 1950394"/>
                <a:gd name="connsiteY54" fmla="*/ 747651 h 1950394"/>
                <a:gd name="connsiteX55" fmla="*/ 1565995 w 1950394"/>
                <a:gd name="connsiteY55" fmla="*/ 713081 h 1950394"/>
                <a:gd name="connsiteX56" fmla="*/ 1570123 w 1950394"/>
                <a:gd name="connsiteY56" fmla="*/ 696054 h 1950394"/>
                <a:gd name="connsiteX57" fmla="*/ 1623269 w 1950394"/>
                <a:gd name="connsiteY57" fmla="*/ 656323 h 1950394"/>
                <a:gd name="connsiteX58" fmla="*/ 1628429 w 1950394"/>
                <a:gd name="connsiteY58" fmla="*/ 641876 h 1950394"/>
                <a:gd name="connsiteX59" fmla="*/ 1592310 w 1950394"/>
                <a:gd name="connsiteY59" fmla="*/ 579443 h 1950394"/>
                <a:gd name="connsiteX60" fmla="*/ 1578379 w 1950394"/>
                <a:gd name="connsiteY60" fmla="*/ 576863 h 1950394"/>
                <a:gd name="connsiteX61" fmla="*/ 1532457 w 1950394"/>
                <a:gd name="connsiteY61" fmla="*/ 599050 h 1950394"/>
                <a:gd name="connsiteX62" fmla="*/ 1490147 w 1950394"/>
                <a:gd name="connsiteY62" fmla="*/ 585118 h 1950394"/>
                <a:gd name="connsiteX63" fmla="*/ 1477247 w 1950394"/>
                <a:gd name="connsiteY63" fmla="*/ 569123 h 1950394"/>
                <a:gd name="connsiteX64" fmla="*/ 1476731 w 1950394"/>
                <a:gd name="connsiteY64" fmla="*/ 552096 h 1950394"/>
                <a:gd name="connsiteX65" fmla="*/ 1518525 w 1950394"/>
                <a:gd name="connsiteY65" fmla="*/ 499982 h 1950394"/>
                <a:gd name="connsiteX66" fmla="*/ 1519557 w 1950394"/>
                <a:gd name="connsiteY66" fmla="*/ 483987 h 1950394"/>
                <a:gd name="connsiteX67" fmla="*/ 1470540 w 1950394"/>
                <a:gd name="connsiteY67" fmla="*/ 434453 h 1950394"/>
                <a:gd name="connsiteX68" fmla="*/ 1452480 w 1950394"/>
                <a:gd name="connsiteY68" fmla="*/ 436001 h 1950394"/>
                <a:gd name="connsiteX69" fmla="*/ 1418942 w 1950394"/>
                <a:gd name="connsiteY69" fmla="*/ 465412 h 1950394"/>
                <a:gd name="connsiteX70" fmla="*/ 1369408 w 1950394"/>
                <a:gd name="connsiteY70" fmla="*/ 463348 h 1950394"/>
                <a:gd name="connsiteX71" fmla="*/ 1354961 w 1950394"/>
                <a:gd name="connsiteY71" fmla="*/ 452512 h 1950394"/>
                <a:gd name="connsiteX72" fmla="*/ 1349801 w 1950394"/>
                <a:gd name="connsiteY72" fmla="*/ 436001 h 1950394"/>
                <a:gd name="connsiteX73" fmla="*/ 1377148 w 1950394"/>
                <a:gd name="connsiteY73" fmla="*/ 374084 h 1950394"/>
                <a:gd name="connsiteX74" fmla="*/ 1374052 w 1950394"/>
                <a:gd name="connsiteY74" fmla="*/ 360152 h 1950394"/>
                <a:gd name="connsiteX75" fmla="*/ 1312651 w 1950394"/>
                <a:gd name="connsiteY75" fmla="*/ 324550 h 1950394"/>
                <a:gd name="connsiteX76" fmla="*/ 1296655 w 1950394"/>
                <a:gd name="connsiteY76" fmla="*/ 329193 h 1950394"/>
                <a:gd name="connsiteX77" fmla="*/ 1256925 w 1950394"/>
                <a:gd name="connsiteY77" fmla="*/ 382855 h 1950394"/>
                <a:gd name="connsiteX78" fmla="*/ 1238866 w 1950394"/>
                <a:gd name="connsiteY78" fmla="*/ 386467 h 1950394"/>
                <a:gd name="connsiteX79" fmla="*/ 1206875 w 1950394"/>
                <a:gd name="connsiteY79" fmla="*/ 373052 h 1950394"/>
                <a:gd name="connsiteX80" fmla="*/ 1196556 w 1950394"/>
                <a:gd name="connsiteY80" fmla="*/ 357572 h 1950394"/>
                <a:gd name="connsiteX81" fmla="*/ 1206359 w 1950394"/>
                <a:gd name="connsiteY81" fmla="*/ 293075 h 1950394"/>
                <a:gd name="connsiteX82" fmla="*/ 1199652 w 1950394"/>
                <a:gd name="connsiteY82" fmla="*/ 278112 h 1950394"/>
                <a:gd name="connsiteX83" fmla="*/ 1131027 w 1950394"/>
                <a:gd name="connsiteY83" fmla="*/ 259537 h 1950394"/>
                <a:gd name="connsiteX84" fmla="*/ 1118127 w 1950394"/>
                <a:gd name="connsiteY84" fmla="*/ 268308 h 1950394"/>
                <a:gd name="connsiteX85" fmla="*/ 1093360 w 1950394"/>
                <a:gd name="connsiteY85" fmla="*/ 331258 h 1950394"/>
                <a:gd name="connsiteX86" fmla="*/ 1079945 w 1950394"/>
                <a:gd name="connsiteY86" fmla="*/ 338481 h 1950394"/>
                <a:gd name="connsiteX87" fmla="*/ 1042794 w 1950394"/>
                <a:gd name="connsiteY87" fmla="*/ 333837 h 1950394"/>
                <a:gd name="connsiteX88" fmla="*/ 1028347 w 1950394"/>
                <a:gd name="connsiteY88" fmla="*/ 320422 h 1950394"/>
                <a:gd name="connsiteX89" fmla="*/ 1021123 w 1950394"/>
                <a:gd name="connsiteY89" fmla="*/ 257989 h 1950394"/>
                <a:gd name="connsiteX90" fmla="*/ 1008740 w 1950394"/>
                <a:gd name="connsiteY90" fmla="*/ 243541 h 1950394"/>
                <a:gd name="connsiteX91" fmla="*/ 941663 w 1950394"/>
                <a:gd name="connsiteY91" fmla="*/ 243541 h 1950394"/>
                <a:gd name="connsiteX92" fmla="*/ 929795 w 1950394"/>
                <a:gd name="connsiteY92" fmla="*/ 256957 h 1950394"/>
                <a:gd name="connsiteX93" fmla="*/ 922572 w 1950394"/>
                <a:gd name="connsiteY93" fmla="*/ 320422 h 1950394"/>
                <a:gd name="connsiteX94" fmla="*/ 909156 w 1950394"/>
                <a:gd name="connsiteY94" fmla="*/ 333321 h 1950394"/>
                <a:gd name="connsiteX95" fmla="*/ 872006 w 1950394"/>
                <a:gd name="connsiteY95" fmla="*/ 337965 h 1950394"/>
                <a:gd name="connsiteX96" fmla="*/ 857559 w 1950394"/>
                <a:gd name="connsiteY96" fmla="*/ 330226 h 1950394"/>
                <a:gd name="connsiteX97" fmla="*/ 833308 w 1950394"/>
                <a:gd name="connsiteY97" fmla="*/ 268308 h 1950394"/>
                <a:gd name="connsiteX98" fmla="*/ 819892 w 1950394"/>
                <a:gd name="connsiteY98" fmla="*/ 259021 h 1950394"/>
                <a:gd name="connsiteX99" fmla="*/ 753847 w 1950394"/>
                <a:gd name="connsiteY99" fmla="*/ 276564 h 1950394"/>
                <a:gd name="connsiteX100" fmla="*/ 745591 w 1950394"/>
                <a:gd name="connsiteY100" fmla="*/ 293075 h 1950394"/>
                <a:gd name="connsiteX101" fmla="*/ 754879 w 1950394"/>
                <a:gd name="connsiteY101" fmla="*/ 339513 h 1950394"/>
                <a:gd name="connsiteX102" fmla="*/ 728564 w 1950394"/>
                <a:gd name="connsiteY102" fmla="*/ 378728 h 1950394"/>
                <a:gd name="connsiteX103" fmla="*/ 712053 w 1950394"/>
                <a:gd name="connsiteY103" fmla="*/ 385951 h 1950394"/>
                <a:gd name="connsiteX104" fmla="*/ 695026 w 1950394"/>
                <a:gd name="connsiteY104" fmla="*/ 382855 h 1950394"/>
                <a:gd name="connsiteX105" fmla="*/ 654779 w 1950394"/>
                <a:gd name="connsiteY105" fmla="*/ 328161 h 1950394"/>
                <a:gd name="connsiteX106" fmla="*/ 641364 w 1950394"/>
                <a:gd name="connsiteY106" fmla="*/ 323002 h 1950394"/>
                <a:gd name="connsiteX107" fmla="*/ 577899 w 1950394"/>
                <a:gd name="connsiteY107" fmla="*/ 359636 h 1950394"/>
                <a:gd name="connsiteX108" fmla="*/ 574803 w 1950394"/>
                <a:gd name="connsiteY108" fmla="*/ 372536 h 1950394"/>
                <a:gd name="connsiteX109" fmla="*/ 602666 w 1950394"/>
                <a:gd name="connsiteY109" fmla="*/ 435485 h 1950394"/>
                <a:gd name="connsiteX110" fmla="*/ 598022 w 1950394"/>
                <a:gd name="connsiteY110" fmla="*/ 450964 h 1950394"/>
                <a:gd name="connsiteX111" fmla="*/ 567579 w 1950394"/>
                <a:gd name="connsiteY111" fmla="*/ 474699 h 1950394"/>
                <a:gd name="connsiteX112" fmla="*/ 550552 w 1950394"/>
                <a:gd name="connsiteY112" fmla="*/ 474699 h 1950394"/>
                <a:gd name="connsiteX113" fmla="*/ 498438 w 1950394"/>
                <a:gd name="connsiteY113" fmla="*/ 432905 h 1950394"/>
                <a:gd name="connsiteX114" fmla="*/ 483475 w 1950394"/>
                <a:gd name="connsiteY114" fmla="*/ 431357 h 1950394"/>
                <a:gd name="connsiteX115" fmla="*/ 432393 w 1950394"/>
                <a:gd name="connsiteY115" fmla="*/ 482439 h 1950394"/>
                <a:gd name="connsiteX116" fmla="*/ 433425 w 1950394"/>
                <a:gd name="connsiteY116" fmla="*/ 497402 h 1950394"/>
                <a:gd name="connsiteX117" fmla="*/ 475735 w 1950394"/>
                <a:gd name="connsiteY117" fmla="*/ 550032 h 1950394"/>
                <a:gd name="connsiteX118" fmla="*/ 475219 w 1950394"/>
                <a:gd name="connsiteY118" fmla="*/ 566027 h 1950394"/>
                <a:gd name="connsiteX119" fmla="*/ 450968 w 1950394"/>
                <a:gd name="connsiteY119" fmla="*/ 597502 h 1950394"/>
                <a:gd name="connsiteX120" fmla="*/ 437553 w 1950394"/>
                <a:gd name="connsiteY120" fmla="*/ 601629 h 1950394"/>
                <a:gd name="connsiteX121" fmla="*/ 373056 w 1950394"/>
                <a:gd name="connsiteY121" fmla="*/ 573251 h 1950394"/>
                <a:gd name="connsiteX122" fmla="*/ 360156 w 1950394"/>
                <a:gd name="connsiteY122" fmla="*/ 575315 h 1950394"/>
                <a:gd name="connsiteX123" fmla="*/ 323522 w 1950394"/>
                <a:gd name="connsiteY123" fmla="*/ 638780 h 1950394"/>
                <a:gd name="connsiteX124" fmla="*/ 328166 w 1950394"/>
                <a:gd name="connsiteY124" fmla="*/ 652711 h 1950394"/>
                <a:gd name="connsiteX125" fmla="*/ 374088 w 1950394"/>
                <a:gd name="connsiteY125" fmla="*/ 685218 h 1950394"/>
                <a:gd name="connsiteX126" fmla="*/ 380795 w 1950394"/>
                <a:gd name="connsiteY126" fmla="*/ 720820 h 1950394"/>
                <a:gd name="connsiteX127" fmla="*/ 372024 w 1950394"/>
                <a:gd name="connsiteY127" fmla="*/ 742492 h 1950394"/>
                <a:gd name="connsiteX128" fmla="*/ 355513 w 1950394"/>
                <a:gd name="connsiteY128" fmla="*/ 753327 h 1950394"/>
                <a:gd name="connsiteX129" fmla="*/ 291015 w 1950394"/>
                <a:gd name="connsiteY129" fmla="*/ 743523 h 1950394"/>
                <a:gd name="connsiteX130" fmla="*/ 276568 w 1950394"/>
                <a:gd name="connsiteY130" fmla="*/ 751263 h 1950394"/>
                <a:gd name="connsiteX131" fmla="*/ 258509 w 1950394"/>
                <a:gd name="connsiteY131" fmla="*/ 818340 h 1950394"/>
                <a:gd name="connsiteX132" fmla="*/ 267796 w 1950394"/>
                <a:gd name="connsiteY132" fmla="*/ 831756 h 1950394"/>
                <a:gd name="connsiteX133" fmla="*/ 330746 w 1950394"/>
                <a:gd name="connsiteY133" fmla="*/ 857038 h 1950394"/>
                <a:gd name="connsiteX134" fmla="*/ 337453 w 1950394"/>
                <a:gd name="connsiteY134" fmla="*/ 869422 h 1950394"/>
                <a:gd name="connsiteX135" fmla="*/ 332810 w 1950394"/>
                <a:gd name="connsiteY135" fmla="*/ 906572 h 1950394"/>
                <a:gd name="connsiteX136" fmla="*/ 318878 w 1950394"/>
                <a:gd name="connsiteY136" fmla="*/ 922052 h 1950394"/>
                <a:gd name="connsiteX137" fmla="*/ 256445 w 1950394"/>
                <a:gd name="connsiteY137" fmla="*/ 929275 h 1950394"/>
                <a:gd name="connsiteX138" fmla="*/ 242514 w 1950394"/>
                <a:gd name="connsiteY138" fmla="*/ 942175 h 1950394"/>
                <a:gd name="connsiteX139" fmla="*/ 242514 w 1950394"/>
                <a:gd name="connsiteY139" fmla="*/ 1006672 h 1950394"/>
                <a:gd name="connsiteX140" fmla="*/ 257993 w 1950394"/>
                <a:gd name="connsiteY140" fmla="*/ 1020603 h 1950394"/>
                <a:gd name="connsiteX141" fmla="*/ 321458 w 1950394"/>
                <a:gd name="connsiteY141" fmla="*/ 1028343 h 1950394"/>
                <a:gd name="connsiteX142" fmla="*/ 331778 w 1950394"/>
                <a:gd name="connsiteY142" fmla="*/ 1039694 h 1950394"/>
                <a:gd name="connsiteX143" fmla="*/ 336937 w 1950394"/>
                <a:gd name="connsiteY143" fmla="*/ 1077877 h 1950394"/>
                <a:gd name="connsiteX144" fmla="*/ 329198 w 1950394"/>
                <a:gd name="connsiteY144" fmla="*/ 1093356 h 1950394"/>
                <a:gd name="connsiteX145" fmla="*/ 265733 w 1950394"/>
                <a:gd name="connsiteY145" fmla="*/ 1117607 h 1950394"/>
                <a:gd name="connsiteX146" fmla="*/ 257993 w 1950394"/>
                <a:gd name="connsiteY146" fmla="*/ 1129990 h 1950394"/>
                <a:gd name="connsiteX147" fmla="*/ 276568 w 1950394"/>
                <a:gd name="connsiteY147" fmla="*/ 1198615 h 1950394"/>
                <a:gd name="connsiteX148" fmla="*/ 291531 w 1950394"/>
                <a:gd name="connsiteY148" fmla="*/ 1205839 h 1950394"/>
                <a:gd name="connsiteX149" fmla="*/ 345709 w 1950394"/>
                <a:gd name="connsiteY149" fmla="*/ 1196035 h 1950394"/>
                <a:gd name="connsiteX150" fmla="*/ 375636 w 1950394"/>
                <a:gd name="connsiteY150" fmla="*/ 1216675 h 1950394"/>
                <a:gd name="connsiteX151" fmla="*/ 384407 w 1950394"/>
                <a:gd name="connsiteY151" fmla="*/ 1236798 h 1950394"/>
                <a:gd name="connsiteX152" fmla="*/ 379764 w 1950394"/>
                <a:gd name="connsiteY152" fmla="*/ 1257953 h 1950394"/>
                <a:gd name="connsiteX153" fmla="*/ 327134 w 1950394"/>
                <a:gd name="connsiteY153" fmla="*/ 1296651 h 1950394"/>
                <a:gd name="connsiteX154" fmla="*/ 322490 w 1950394"/>
                <a:gd name="connsiteY154" fmla="*/ 1310583 h 1950394"/>
                <a:gd name="connsiteX155" fmla="*/ 359124 w 1950394"/>
                <a:gd name="connsiteY155" fmla="*/ 1374048 h 1950394"/>
                <a:gd name="connsiteX156" fmla="*/ 370992 w 1950394"/>
                <a:gd name="connsiteY156" fmla="*/ 1376628 h 1950394"/>
                <a:gd name="connsiteX157" fmla="*/ 433941 w 1950394"/>
                <a:gd name="connsiteY157" fmla="*/ 1348765 h 1950394"/>
                <a:gd name="connsiteX158" fmla="*/ 450452 w 1950394"/>
                <a:gd name="connsiteY158" fmla="*/ 1353925 h 1950394"/>
                <a:gd name="connsiteX159" fmla="*/ 474187 w 1950394"/>
                <a:gd name="connsiteY159" fmla="*/ 1384367 h 1950394"/>
                <a:gd name="connsiteX160" fmla="*/ 475219 w 1950394"/>
                <a:gd name="connsiteY160" fmla="*/ 1399331 h 1950394"/>
                <a:gd name="connsiteX161" fmla="*/ 432909 w 1950394"/>
                <a:gd name="connsiteY161" fmla="*/ 1452476 h 1950394"/>
                <a:gd name="connsiteX162" fmla="*/ 431877 w 1950394"/>
                <a:gd name="connsiteY162" fmla="*/ 1468471 h 1950394"/>
                <a:gd name="connsiteX163" fmla="*/ 481927 w 1950394"/>
                <a:gd name="connsiteY163" fmla="*/ 1518521 h 1950394"/>
                <a:gd name="connsiteX164" fmla="*/ 497922 w 1950394"/>
                <a:gd name="connsiteY164" fmla="*/ 1517489 h 1950394"/>
                <a:gd name="connsiteX165" fmla="*/ 550036 w 1950394"/>
                <a:gd name="connsiteY165" fmla="*/ 1475695 h 1950394"/>
                <a:gd name="connsiteX166" fmla="*/ 567063 w 1950394"/>
                <a:gd name="connsiteY166" fmla="*/ 1476211 h 1950394"/>
                <a:gd name="connsiteX167" fmla="*/ 596474 w 1950394"/>
                <a:gd name="connsiteY167" fmla="*/ 1498914 h 1950394"/>
                <a:gd name="connsiteX168" fmla="*/ 601634 w 1950394"/>
                <a:gd name="connsiteY168" fmla="*/ 1515426 h 1950394"/>
                <a:gd name="connsiteX169" fmla="*/ 574287 w 1950394"/>
                <a:gd name="connsiteY169" fmla="*/ 1577343 h 1950394"/>
                <a:gd name="connsiteX170" fmla="*/ 576867 w 1950394"/>
                <a:gd name="connsiteY170" fmla="*/ 1591274 h 1950394"/>
                <a:gd name="connsiteX171" fmla="*/ 639300 w 1950394"/>
                <a:gd name="connsiteY171" fmla="*/ 1627393 h 1950394"/>
                <a:gd name="connsiteX172" fmla="*/ 653747 w 1950394"/>
                <a:gd name="connsiteY172" fmla="*/ 1622233 h 1950394"/>
                <a:gd name="connsiteX173" fmla="*/ 693478 w 1950394"/>
                <a:gd name="connsiteY173" fmla="*/ 1568571 h 1950394"/>
                <a:gd name="connsiteX174" fmla="*/ 711537 w 1950394"/>
                <a:gd name="connsiteY174" fmla="*/ 1564959 h 1950394"/>
                <a:gd name="connsiteX175" fmla="*/ 743528 w 1950394"/>
                <a:gd name="connsiteY175" fmla="*/ 1578375 h 1950394"/>
                <a:gd name="connsiteX176" fmla="*/ 753847 w 1950394"/>
                <a:gd name="connsiteY176" fmla="*/ 1593854 h 1950394"/>
                <a:gd name="connsiteX177" fmla="*/ 744044 w 1950394"/>
                <a:gd name="connsiteY177" fmla="*/ 1658351 h 1950394"/>
                <a:gd name="connsiteX178" fmla="*/ 752299 w 1950394"/>
                <a:gd name="connsiteY178" fmla="*/ 1673831 h 1950394"/>
                <a:gd name="connsiteX179" fmla="*/ 818344 w 1950394"/>
                <a:gd name="connsiteY179" fmla="*/ 1691374 h 1950394"/>
                <a:gd name="connsiteX180" fmla="*/ 832276 w 1950394"/>
                <a:gd name="connsiteY180" fmla="*/ 1682602 h 1950394"/>
                <a:gd name="connsiteX181" fmla="*/ 857043 w 1950394"/>
                <a:gd name="connsiteY181" fmla="*/ 1619653 h 1950394"/>
                <a:gd name="connsiteX182" fmla="*/ 868910 w 1950394"/>
                <a:gd name="connsiteY182" fmla="*/ 1612429 h 1950394"/>
                <a:gd name="connsiteX183" fmla="*/ 908640 w 1950394"/>
                <a:gd name="connsiteY183" fmla="*/ 1617589 h 1950394"/>
                <a:gd name="connsiteX184" fmla="*/ 922056 w 1950394"/>
                <a:gd name="connsiteY184" fmla="*/ 1630488 h 1950394"/>
                <a:gd name="connsiteX185" fmla="*/ 929279 w 1950394"/>
                <a:gd name="connsiteY185" fmla="*/ 1692922 h 1950394"/>
                <a:gd name="connsiteX186" fmla="*/ 942695 w 1950394"/>
                <a:gd name="connsiteY186" fmla="*/ 1707369 h 1950394"/>
                <a:gd name="connsiteX187" fmla="*/ 1007192 w 1950394"/>
                <a:gd name="connsiteY187" fmla="*/ 1707369 h 1950394"/>
                <a:gd name="connsiteX188" fmla="*/ 1020607 w 1950394"/>
                <a:gd name="connsiteY188" fmla="*/ 1692406 h 1950394"/>
                <a:gd name="connsiteX189" fmla="*/ 1028347 w 1950394"/>
                <a:gd name="connsiteY189" fmla="*/ 1628941 h 1950394"/>
                <a:gd name="connsiteX190" fmla="*/ 1040215 w 1950394"/>
                <a:gd name="connsiteY190" fmla="*/ 1617589 h 1950394"/>
                <a:gd name="connsiteX191" fmla="*/ 1078397 w 1950394"/>
                <a:gd name="connsiteY191" fmla="*/ 1612429 h 1950394"/>
                <a:gd name="connsiteX192" fmla="*/ 1092844 w 1950394"/>
                <a:gd name="connsiteY192" fmla="*/ 1619653 h 1950394"/>
                <a:gd name="connsiteX193" fmla="*/ 1117095 w 1950394"/>
                <a:gd name="connsiteY193" fmla="*/ 1681570 h 1950394"/>
                <a:gd name="connsiteX194" fmla="*/ 1130511 w 1950394"/>
                <a:gd name="connsiteY194" fmla="*/ 1690858 h 1950394"/>
                <a:gd name="connsiteX195" fmla="*/ 1196556 w 1950394"/>
                <a:gd name="connsiteY195" fmla="*/ 1673315 h 1950394"/>
                <a:gd name="connsiteX196" fmla="*/ 1204811 w 1950394"/>
                <a:gd name="connsiteY196" fmla="*/ 1656803 h 1950394"/>
                <a:gd name="connsiteX197" fmla="*/ 1198104 w 1950394"/>
                <a:gd name="connsiteY197" fmla="*/ 1613977 h 19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950394" h="1950394">
                  <a:moveTo>
                    <a:pt x="977265" y="1954006"/>
                  </a:moveTo>
                  <a:cubicBezTo>
                    <a:pt x="444261" y="1950394"/>
                    <a:pt x="1552" y="1529873"/>
                    <a:pt x="4" y="977261"/>
                  </a:cubicBezTo>
                  <a:cubicBezTo>
                    <a:pt x="-1544" y="439613"/>
                    <a:pt x="427749" y="0"/>
                    <a:pt x="976749" y="0"/>
                  </a:cubicBezTo>
                  <a:cubicBezTo>
                    <a:pt x="1519041" y="0"/>
                    <a:pt x="1952978" y="432905"/>
                    <a:pt x="1953494" y="976229"/>
                  </a:cubicBezTo>
                  <a:cubicBezTo>
                    <a:pt x="1953494" y="1512846"/>
                    <a:pt x="1525749" y="1948330"/>
                    <a:pt x="977265" y="1954006"/>
                  </a:cubicBezTo>
                  <a:close/>
                  <a:moveTo>
                    <a:pt x="1198104" y="1613977"/>
                  </a:moveTo>
                  <a:cubicBezTo>
                    <a:pt x="1198104" y="1578891"/>
                    <a:pt x="1194492" y="1586630"/>
                    <a:pt x="1221839" y="1574763"/>
                  </a:cubicBezTo>
                  <a:cubicBezTo>
                    <a:pt x="1228030" y="1572183"/>
                    <a:pt x="1234738" y="1569603"/>
                    <a:pt x="1240930" y="1566507"/>
                  </a:cubicBezTo>
                  <a:cubicBezTo>
                    <a:pt x="1247637" y="1562896"/>
                    <a:pt x="1252797" y="1563927"/>
                    <a:pt x="1257957" y="1569603"/>
                  </a:cubicBezTo>
                  <a:cubicBezTo>
                    <a:pt x="1272920" y="1586630"/>
                    <a:pt x="1290464" y="1602110"/>
                    <a:pt x="1298203" y="1624297"/>
                  </a:cubicBezTo>
                  <a:cubicBezTo>
                    <a:pt x="1300783" y="1631520"/>
                    <a:pt x="1304395" y="1633068"/>
                    <a:pt x="1311619" y="1629456"/>
                  </a:cubicBezTo>
                  <a:cubicBezTo>
                    <a:pt x="1333290" y="1618105"/>
                    <a:pt x="1354445" y="1605722"/>
                    <a:pt x="1375084" y="1592822"/>
                  </a:cubicBezTo>
                  <a:cubicBezTo>
                    <a:pt x="1382824" y="1588178"/>
                    <a:pt x="1381791" y="1584051"/>
                    <a:pt x="1377148" y="1578891"/>
                  </a:cubicBezTo>
                  <a:cubicBezTo>
                    <a:pt x="1361152" y="1560832"/>
                    <a:pt x="1356509" y="1537613"/>
                    <a:pt x="1349285" y="1515426"/>
                  </a:cubicBezTo>
                  <a:cubicBezTo>
                    <a:pt x="1347221" y="1509750"/>
                    <a:pt x="1348253" y="1505622"/>
                    <a:pt x="1353413" y="1502010"/>
                  </a:cubicBezTo>
                  <a:cubicBezTo>
                    <a:pt x="1364248" y="1493754"/>
                    <a:pt x="1375600" y="1485499"/>
                    <a:pt x="1385919" y="1476727"/>
                  </a:cubicBezTo>
                  <a:cubicBezTo>
                    <a:pt x="1391079" y="1472600"/>
                    <a:pt x="1395723" y="1473115"/>
                    <a:pt x="1400883" y="1476727"/>
                  </a:cubicBezTo>
                  <a:cubicBezTo>
                    <a:pt x="1419458" y="1489111"/>
                    <a:pt x="1440097" y="1498914"/>
                    <a:pt x="1452996" y="1518005"/>
                  </a:cubicBezTo>
                  <a:cubicBezTo>
                    <a:pt x="1457640" y="1525229"/>
                    <a:pt x="1463316" y="1525745"/>
                    <a:pt x="1470024" y="1519553"/>
                  </a:cubicBezTo>
                  <a:cubicBezTo>
                    <a:pt x="1487051" y="1503558"/>
                    <a:pt x="1503562" y="1487047"/>
                    <a:pt x="1519041" y="1470535"/>
                  </a:cubicBezTo>
                  <a:cubicBezTo>
                    <a:pt x="1525233" y="1464344"/>
                    <a:pt x="1525749" y="1458668"/>
                    <a:pt x="1518010" y="1453508"/>
                  </a:cubicBezTo>
                  <a:cubicBezTo>
                    <a:pt x="1498402" y="1440093"/>
                    <a:pt x="1488599" y="1418938"/>
                    <a:pt x="1475699" y="1400363"/>
                  </a:cubicBezTo>
                  <a:cubicBezTo>
                    <a:pt x="1472088" y="1395203"/>
                    <a:pt x="1472088" y="1391075"/>
                    <a:pt x="1476215" y="1386431"/>
                  </a:cubicBezTo>
                  <a:cubicBezTo>
                    <a:pt x="1484987" y="1375596"/>
                    <a:pt x="1493243" y="1364760"/>
                    <a:pt x="1501498" y="1353925"/>
                  </a:cubicBezTo>
                  <a:cubicBezTo>
                    <a:pt x="1505626" y="1348249"/>
                    <a:pt x="1510270" y="1348249"/>
                    <a:pt x="1515946" y="1349797"/>
                  </a:cubicBezTo>
                  <a:cubicBezTo>
                    <a:pt x="1538133" y="1357020"/>
                    <a:pt x="1560836" y="1362180"/>
                    <a:pt x="1579411" y="1377660"/>
                  </a:cubicBezTo>
                  <a:cubicBezTo>
                    <a:pt x="1584571" y="1382303"/>
                    <a:pt x="1588182" y="1382303"/>
                    <a:pt x="1592310" y="1375596"/>
                  </a:cubicBezTo>
                  <a:cubicBezTo>
                    <a:pt x="1605210" y="1354441"/>
                    <a:pt x="1617593" y="1333801"/>
                    <a:pt x="1628945" y="1312130"/>
                  </a:cubicBezTo>
                  <a:cubicBezTo>
                    <a:pt x="1632557" y="1304907"/>
                    <a:pt x="1631009" y="1300779"/>
                    <a:pt x="1623785" y="1298199"/>
                  </a:cubicBezTo>
                  <a:cubicBezTo>
                    <a:pt x="1605726" y="1291491"/>
                    <a:pt x="1591794" y="1278592"/>
                    <a:pt x="1577863" y="1265692"/>
                  </a:cubicBezTo>
                  <a:cubicBezTo>
                    <a:pt x="1560320" y="1248665"/>
                    <a:pt x="1560836" y="1253309"/>
                    <a:pt x="1571155" y="1230090"/>
                  </a:cubicBezTo>
                  <a:cubicBezTo>
                    <a:pt x="1574251" y="1222866"/>
                    <a:pt x="1577347" y="1215643"/>
                    <a:pt x="1579927" y="1208419"/>
                  </a:cubicBezTo>
                  <a:cubicBezTo>
                    <a:pt x="1582507" y="1200163"/>
                    <a:pt x="1587667" y="1197583"/>
                    <a:pt x="1596438" y="1197583"/>
                  </a:cubicBezTo>
                  <a:cubicBezTo>
                    <a:pt x="1618625" y="1198100"/>
                    <a:pt x="1640296" y="1197583"/>
                    <a:pt x="1660935" y="1207387"/>
                  </a:cubicBezTo>
                  <a:cubicBezTo>
                    <a:pt x="1668159" y="1210483"/>
                    <a:pt x="1672287" y="1209967"/>
                    <a:pt x="1675383" y="1201195"/>
                  </a:cubicBezTo>
                  <a:cubicBezTo>
                    <a:pt x="1682090" y="1178492"/>
                    <a:pt x="1688282" y="1155789"/>
                    <a:pt x="1693442" y="1132570"/>
                  </a:cubicBezTo>
                  <a:cubicBezTo>
                    <a:pt x="1695506" y="1123283"/>
                    <a:pt x="1692926" y="1119671"/>
                    <a:pt x="1684154" y="1119155"/>
                  </a:cubicBezTo>
                  <a:cubicBezTo>
                    <a:pt x="1660935" y="1117091"/>
                    <a:pt x="1641328" y="1104192"/>
                    <a:pt x="1621205" y="1093872"/>
                  </a:cubicBezTo>
                  <a:cubicBezTo>
                    <a:pt x="1616561" y="1091808"/>
                    <a:pt x="1613465" y="1088712"/>
                    <a:pt x="1614497" y="1083037"/>
                  </a:cubicBezTo>
                  <a:cubicBezTo>
                    <a:pt x="1616561" y="1069621"/>
                    <a:pt x="1618625" y="1055690"/>
                    <a:pt x="1620173" y="1042274"/>
                  </a:cubicBezTo>
                  <a:cubicBezTo>
                    <a:pt x="1621205" y="1034535"/>
                    <a:pt x="1625333" y="1031439"/>
                    <a:pt x="1632557" y="1029891"/>
                  </a:cubicBezTo>
                  <a:cubicBezTo>
                    <a:pt x="1653712" y="1025763"/>
                    <a:pt x="1673835" y="1018539"/>
                    <a:pt x="1696022" y="1022667"/>
                  </a:cubicBezTo>
                  <a:cubicBezTo>
                    <a:pt x="1704793" y="1024215"/>
                    <a:pt x="1708921" y="1020603"/>
                    <a:pt x="1709437" y="1010800"/>
                  </a:cubicBezTo>
                  <a:cubicBezTo>
                    <a:pt x="1710469" y="988612"/>
                    <a:pt x="1710985" y="966426"/>
                    <a:pt x="1709437" y="943723"/>
                  </a:cubicBezTo>
                  <a:cubicBezTo>
                    <a:pt x="1708921" y="933403"/>
                    <a:pt x="1704793" y="929791"/>
                    <a:pt x="1694990" y="931339"/>
                  </a:cubicBezTo>
                  <a:cubicBezTo>
                    <a:pt x="1680026" y="933919"/>
                    <a:pt x="1665063" y="931855"/>
                    <a:pt x="1650616" y="928243"/>
                  </a:cubicBezTo>
                  <a:cubicBezTo>
                    <a:pt x="1619141" y="919988"/>
                    <a:pt x="1621205" y="928243"/>
                    <a:pt x="1618109" y="892125"/>
                  </a:cubicBezTo>
                  <a:cubicBezTo>
                    <a:pt x="1617593" y="885933"/>
                    <a:pt x="1616561" y="880257"/>
                    <a:pt x="1615013" y="874582"/>
                  </a:cubicBezTo>
                  <a:cubicBezTo>
                    <a:pt x="1612949" y="866842"/>
                    <a:pt x="1616561" y="862714"/>
                    <a:pt x="1622753" y="859102"/>
                  </a:cubicBezTo>
                  <a:cubicBezTo>
                    <a:pt x="1642876" y="849299"/>
                    <a:pt x="1661967" y="836915"/>
                    <a:pt x="1684670" y="834851"/>
                  </a:cubicBezTo>
                  <a:cubicBezTo>
                    <a:pt x="1692410" y="834335"/>
                    <a:pt x="1696022" y="830724"/>
                    <a:pt x="1693442" y="821952"/>
                  </a:cubicBezTo>
                  <a:cubicBezTo>
                    <a:pt x="1687766" y="799249"/>
                    <a:pt x="1682090" y="776030"/>
                    <a:pt x="1674867" y="753327"/>
                  </a:cubicBezTo>
                  <a:cubicBezTo>
                    <a:pt x="1671771" y="744039"/>
                    <a:pt x="1667643" y="743007"/>
                    <a:pt x="1659903" y="746619"/>
                  </a:cubicBezTo>
                  <a:cubicBezTo>
                    <a:pt x="1638748" y="756423"/>
                    <a:pt x="1616561" y="755907"/>
                    <a:pt x="1594374" y="756423"/>
                  </a:cubicBezTo>
                  <a:cubicBezTo>
                    <a:pt x="1587667" y="756423"/>
                    <a:pt x="1583023" y="754359"/>
                    <a:pt x="1580443" y="747651"/>
                  </a:cubicBezTo>
                  <a:cubicBezTo>
                    <a:pt x="1575799" y="735784"/>
                    <a:pt x="1571155" y="724432"/>
                    <a:pt x="1565995" y="713081"/>
                  </a:cubicBezTo>
                  <a:cubicBezTo>
                    <a:pt x="1562900" y="705857"/>
                    <a:pt x="1564448" y="701213"/>
                    <a:pt x="1570123" y="696054"/>
                  </a:cubicBezTo>
                  <a:cubicBezTo>
                    <a:pt x="1586635" y="681090"/>
                    <a:pt x="1602114" y="664579"/>
                    <a:pt x="1623269" y="656323"/>
                  </a:cubicBezTo>
                  <a:cubicBezTo>
                    <a:pt x="1631009" y="653227"/>
                    <a:pt x="1632557" y="649616"/>
                    <a:pt x="1628429" y="641876"/>
                  </a:cubicBezTo>
                  <a:cubicBezTo>
                    <a:pt x="1617077" y="620721"/>
                    <a:pt x="1605210" y="599566"/>
                    <a:pt x="1592310" y="579443"/>
                  </a:cubicBezTo>
                  <a:cubicBezTo>
                    <a:pt x="1587667" y="572219"/>
                    <a:pt x="1584055" y="572219"/>
                    <a:pt x="1578379" y="576863"/>
                  </a:cubicBezTo>
                  <a:cubicBezTo>
                    <a:pt x="1564963" y="587698"/>
                    <a:pt x="1548968" y="594406"/>
                    <a:pt x="1532457" y="599050"/>
                  </a:cubicBezTo>
                  <a:cubicBezTo>
                    <a:pt x="1499950" y="607821"/>
                    <a:pt x="1510270" y="610917"/>
                    <a:pt x="1490147" y="585118"/>
                  </a:cubicBezTo>
                  <a:cubicBezTo>
                    <a:pt x="1486019" y="579443"/>
                    <a:pt x="1481891" y="574283"/>
                    <a:pt x="1477247" y="569123"/>
                  </a:cubicBezTo>
                  <a:cubicBezTo>
                    <a:pt x="1472088" y="563447"/>
                    <a:pt x="1472088" y="558288"/>
                    <a:pt x="1476731" y="552096"/>
                  </a:cubicBezTo>
                  <a:cubicBezTo>
                    <a:pt x="1489115" y="533521"/>
                    <a:pt x="1498918" y="513397"/>
                    <a:pt x="1518525" y="499982"/>
                  </a:cubicBezTo>
                  <a:cubicBezTo>
                    <a:pt x="1525233" y="495338"/>
                    <a:pt x="1525233" y="490178"/>
                    <a:pt x="1519557" y="483987"/>
                  </a:cubicBezTo>
                  <a:cubicBezTo>
                    <a:pt x="1503562" y="466960"/>
                    <a:pt x="1487051" y="450448"/>
                    <a:pt x="1470540" y="434453"/>
                  </a:cubicBezTo>
                  <a:cubicBezTo>
                    <a:pt x="1463316" y="427745"/>
                    <a:pt x="1458156" y="428261"/>
                    <a:pt x="1452480" y="436001"/>
                  </a:cubicBezTo>
                  <a:cubicBezTo>
                    <a:pt x="1443709" y="448384"/>
                    <a:pt x="1431841" y="457672"/>
                    <a:pt x="1418942" y="465412"/>
                  </a:cubicBezTo>
                  <a:cubicBezTo>
                    <a:pt x="1393143" y="481407"/>
                    <a:pt x="1393143" y="481407"/>
                    <a:pt x="1369408" y="463348"/>
                  </a:cubicBezTo>
                  <a:cubicBezTo>
                    <a:pt x="1364764" y="459736"/>
                    <a:pt x="1360121" y="455608"/>
                    <a:pt x="1354961" y="452512"/>
                  </a:cubicBezTo>
                  <a:cubicBezTo>
                    <a:pt x="1348253" y="448384"/>
                    <a:pt x="1347221" y="443225"/>
                    <a:pt x="1349801" y="436001"/>
                  </a:cubicBezTo>
                  <a:cubicBezTo>
                    <a:pt x="1357025" y="414330"/>
                    <a:pt x="1361668" y="391627"/>
                    <a:pt x="1377148" y="374084"/>
                  </a:cubicBezTo>
                  <a:cubicBezTo>
                    <a:pt x="1382307" y="368408"/>
                    <a:pt x="1381276" y="364280"/>
                    <a:pt x="1374052" y="360152"/>
                  </a:cubicBezTo>
                  <a:cubicBezTo>
                    <a:pt x="1353929" y="347769"/>
                    <a:pt x="1333806" y="335385"/>
                    <a:pt x="1312651" y="324550"/>
                  </a:cubicBezTo>
                  <a:cubicBezTo>
                    <a:pt x="1304911" y="320422"/>
                    <a:pt x="1299751" y="320422"/>
                    <a:pt x="1296655" y="329193"/>
                  </a:cubicBezTo>
                  <a:cubicBezTo>
                    <a:pt x="1288916" y="350865"/>
                    <a:pt x="1271888" y="365828"/>
                    <a:pt x="1256925" y="382855"/>
                  </a:cubicBezTo>
                  <a:cubicBezTo>
                    <a:pt x="1251249" y="389047"/>
                    <a:pt x="1246090" y="389563"/>
                    <a:pt x="1238866" y="386467"/>
                  </a:cubicBezTo>
                  <a:cubicBezTo>
                    <a:pt x="1228546" y="381307"/>
                    <a:pt x="1217711" y="377179"/>
                    <a:pt x="1206875" y="373052"/>
                  </a:cubicBezTo>
                  <a:cubicBezTo>
                    <a:pt x="1199136" y="370472"/>
                    <a:pt x="1196556" y="365312"/>
                    <a:pt x="1196556" y="357572"/>
                  </a:cubicBezTo>
                  <a:cubicBezTo>
                    <a:pt x="1197072" y="335385"/>
                    <a:pt x="1196556" y="313714"/>
                    <a:pt x="1206359" y="293075"/>
                  </a:cubicBezTo>
                  <a:cubicBezTo>
                    <a:pt x="1209971" y="285335"/>
                    <a:pt x="1208939" y="280692"/>
                    <a:pt x="1199652" y="278112"/>
                  </a:cubicBezTo>
                  <a:cubicBezTo>
                    <a:pt x="1176949" y="271404"/>
                    <a:pt x="1154246" y="265212"/>
                    <a:pt x="1131027" y="259537"/>
                  </a:cubicBezTo>
                  <a:cubicBezTo>
                    <a:pt x="1122255" y="257473"/>
                    <a:pt x="1119159" y="260569"/>
                    <a:pt x="1118127" y="268308"/>
                  </a:cubicBezTo>
                  <a:cubicBezTo>
                    <a:pt x="1116063" y="291527"/>
                    <a:pt x="1103164" y="311134"/>
                    <a:pt x="1093360" y="331258"/>
                  </a:cubicBezTo>
                  <a:cubicBezTo>
                    <a:pt x="1090780" y="336933"/>
                    <a:pt x="1086653" y="339513"/>
                    <a:pt x="1079945" y="338481"/>
                  </a:cubicBezTo>
                  <a:cubicBezTo>
                    <a:pt x="1067561" y="336417"/>
                    <a:pt x="1055178" y="334869"/>
                    <a:pt x="1042794" y="333837"/>
                  </a:cubicBezTo>
                  <a:cubicBezTo>
                    <a:pt x="1034539" y="332805"/>
                    <a:pt x="1029895" y="329193"/>
                    <a:pt x="1028347" y="320422"/>
                  </a:cubicBezTo>
                  <a:cubicBezTo>
                    <a:pt x="1024735" y="299783"/>
                    <a:pt x="1016996" y="279660"/>
                    <a:pt x="1021123" y="257989"/>
                  </a:cubicBezTo>
                  <a:cubicBezTo>
                    <a:pt x="1022671" y="248701"/>
                    <a:pt x="1019059" y="244057"/>
                    <a:pt x="1008740" y="243541"/>
                  </a:cubicBezTo>
                  <a:cubicBezTo>
                    <a:pt x="986553" y="242509"/>
                    <a:pt x="964366" y="242509"/>
                    <a:pt x="941663" y="243541"/>
                  </a:cubicBezTo>
                  <a:cubicBezTo>
                    <a:pt x="931859" y="244057"/>
                    <a:pt x="928247" y="248185"/>
                    <a:pt x="929795" y="256957"/>
                  </a:cubicBezTo>
                  <a:cubicBezTo>
                    <a:pt x="933923" y="279144"/>
                    <a:pt x="926184" y="299267"/>
                    <a:pt x="922572" y="320422"/>
                  </a:cubicBezTo>
                  <a:cubicBezTo>
                    <a:pt x="921024" y="328678"/>
                    <a:pt x="916896" y="332290"/>
                    <a:pt x="909156" y="333321"/>
                  </a:cubicBezTo>
                  <a:cubicBezTo>
                    <a:pt x="896773" y="334869"/>
                    <a:pt x="884389" y="335901"/>
                    <a:pt x="872006" y="337965"/>
                  </a:cubicBezTo>
                  <a:cubicBezTo>
                    <a:pt x="864782" y="339513"/>
                    <a:pt x="860654" y="336933"/>
                    <a:pt x="857559" y="330226"/>
                  </a:cubicBezTo>
                  <a:cubicBezTo>
                    <a:pt x="847755" y="310102"/>
                    <a:pt x="835371" y="291527"/>
                    <a:pt x="833308" y="268308"/>
                  </a:cubicBezTo>
                  <a:cubicBezTo>
                    <a:pt x="832276" y="259537"/>
                    <a:pt x="828664" y="256957"/>
                    <a:pt x="819892" y="259021"/>
                  </a:cubicBezTo>
                  <a:cubicBezTo>
                    <a:pt x="797705" y="264180"/>
                    <a:pt x="775518" y="269856"/>
                    <a:pt x="753847" y="276564"/>
                  </a:cubicBezTo>
                  <a:cubicBezTo>
                    <a:pt x="744044" y="279660"/>
                    <a:pt x="740948" y="283272"/>
                    <a:pt x="745591" y="293075"/>
                  </a:cubicBezTo>
                  <a:cubicBezTo>
                    <a:pt x="751783" y="308039"/>
                    <a:pt x="754879" y="323518"/>
                    <a:pt x="754879" y="339513"/>
                  </a:cubicBezTo>
                  <a:cubicBezTo>
                    <a:pt x="754879" y="367892"/>
                    <a:pt x="755395" y="367892"/>
                    <a:pt x="728564" y="378728"/>
                  </a:cubicBezTo>
                  <a:cubicBezTo>
                    <a:pt x="722888" y="380791"/>
                    <a:pt x="717213" y="383371"/>
                    <a:pt x="712053" y="385951"/>
                  </a:cubicBezTo>
                  <a:cubicBezTo>
                    <a:pt x="705345" y="389563"/>
                    <a:pt x="700185" y="388531"/>
                    <a:pt x="695026" y="382855"/>
                  </a:cubicBezTo>
                  <a:cubicBezTo>
                    <a:pt x="679546" y="365828"/>
                    <a:pt x="662519" y="350349"/>
                    <a:pt x="654779" y="328161"/>
                  </a:cubicBezTo>
                  <a:cubicBezTo>
                    <a:pt x="652200" y="320938"/>
                    <a:pt x="648588" y="319390"/>
                    <a:pt x="641364" y="323002"/>
                  </a:cubicBezTo>
                  <a:cubicBezTo>
                    <a:pt x="619693" y="334353"/>
                    <a:pt x="598538" y="346737"/>
                    <a:pt x="577899" y="359636"/>
                  </a:cubicBezTo>
                  <a:cubicBezTo>
                    <a:pt x="571707" y="363248"/>
                    <a:pt x="570159" y="366860"/>
                    <a:pt x="574803" y="372536"/>
                  </a:cubicBezTo>
                  <a:cubicBezTo>
                    <a:pt x="590798" y="390595"/>
                    <a:pt x="595958" y="413298"/>
                    <a:pt x="602666" y="435485"/>
                  </a:cubicBezTo>
                  <a:cubicBezTo>
                    <a:pt x="604730" y="442193"/>
                    <a:pt x="604214" y="446836"/>
                    <a:pt x="598022" y="450964"/>
                  </a:cubicBezTo>
                  <a:cubicBezTo>
                    <a:pt x="587702" y="458188"/>
                    <a:pt x="577383" y="466444"/>
                    <a:pt x="567579" y="474699"/>
                  </a:cubicBezTo>
                  <a:cubicBezTo>
                    <a:pt x="561388" y="479859"/>
                    <a:pt x="556744" y="478827"/>
                    <a:pt x="550552" y="474699"/>
                  </a:cubicBezTo>
                  <a:cubicBezTo>
                    <a:pt x="531977" y="462316"/>
                    <a:pt x="511854" y="451996"/>
                    <a:pt x="498438" y="432905"/>
                  </a:cubicBezTo>
                  <a:cubicBezTo>
                    <a:pt x="494310" y="426713"/>
                    <a:pt x="489151" y="426197"/>
                    <a:pt x="483475" y="431357"/>
                  </a:cubicBezTo>
                  <a:cubicBezTo>
                    <a:pt x="465932" y="447352"/>
                    <a:pt x="448904" y="464895"/>
                    <a:pt x="432393" y="482439"/>
                  </a:cubicBezTo>
                  <a:cubicBezTo>
                    <a:pt x="427233" y="488114"/>
                    <a:pt x="426717" y="493274"/>
                    <a:pt x="433425" y="497402"/>
                  </a:cubicBezTo>
                  <a:cubicBezTo>
                    <a:pt x="453032" y="510818"/>
                    <a:pt x="462836" y="531457"/>
                    <a:pt x="475735" y="550032"/>
                  </a:cubicBezTo>
                  <a:cubicBezTo>
                    <a:pt x="479863" y="555708"/>
                    <a:pt x="479863" y="560867"/>
                    <a:pt x="475219" y="566027"/>
                  </a:cubicBezTo>
                  <a:cubicBezTo>
                    <a:pt x="466964" y="576347"/>
                    <a:pt x="458708" y="587182"/>
                    <a:pt x="450968" y="597502"/>
                  </a:cubicBezTo>
                  <a:cubicBezTo>
                    <a:pt x="447357" y="602146"/>
                    <a:pt x="443745" y="603694"/>
                    <a:pt x="437553" y="601629"/>
                  </a:cubicBezTo>
                  <a:cubicBezTo>
                    <a:pt x="414850" y="594406"/>
                    <a:pt x="391631" y="589246"/>
                    <a:pt x="373056" y="573251"/>
                  </a:cubicBezTo>
                  <a:cubicBezTo>
                    <a:pt x="367896" y="568607"/>
                    <a:pt x="363768" y="568607"/>
                    <a:pt x="360156" y="575315"/>
                  </a:cubicBezTo>
                  <a:cubicBezTo>
                    <a:pt x="347257" y="596470"/>
                    <a:pt x="334358" y="617109"/>
                    <a:pt x="323522" y="638780"/>
                  </a:cubicBezTo>
                  <a:cubicBezTo>
                    <a:pt x="319910" y="646004"/>
                    <a:pt x="320942" y="650131"/>
                    <a:pt x="328166" y="652711"/>
                  </a:cubicBezTo>
                  <a:cubicBezTo>
                    <a:pt x="346225" y="659419"/>
                    <a:pt x="360672" y="672318"/>
                    <a:pt x="374088" y="685218"/>
                  </a:cubicBezTo>
                  <a:cubicBezTo>
                    <a:pt x="392147" y="702245"/>
                    <a:pt x="391115" y="698117"/>
                    <a:pt x="380795" y="720820"/>
                  </a:cubicBezTo>
                  <a:cubicBezTo>
                    <a:pt x="377700" y="728044"/>
                    <a:pt x="374604" y="735268"/>
                    <a:pt x="372024" y="742492"/>
                  </a:cubicBezTo>
                  <a:cubicBezTo>
                    <a:pt x="369444" y="750747"/>
                    <a:pt x="364284" y="753327"/>
                    <a:pt x="355513" y="753327"/>
                  </a:cubicBezTo>
                  <a:cubicBezTo>
                    <a:pt x="333326" y="752811"/>
                    <a:pt x="311655" y="753327"/>
                    <a:pt x="291015" y="743523"/>
                  </a:cubicBezTo>
                  <a:cubicBezTo>
                    <a:pt x="282760" y="739396"/>
                    <a:pt x="279148" y="742492"/>
                    <a:pt x="276568" y="751263"/>
                  </a:cubicBezTo>
                  <a:cubicBezTo>
                    <a:pt x="269860" y="773450"/>
                    <a:pt x="264185" y="796153"/>
                    <a:pt x="258509" y="818340"/>
                  </a:cubicBezTo>
                  <a:cubicBezTo>
                    <a:pt x="256445" y="827628"/>
                    <a:pt x="259025" y="831239"/>
                    <a:pt x="267796" y="831756"/>
                  </a:cubicBezTo>
                  <a:cubicBezTo>
                    <a:pt x="291015" y="833819"/>
                    <a:pt x="310623" y="846719"/>
                    <a:pt x="330746" y="857038"/>
                  </a:cubicBezTo>
                  <a:cubicBezTo>
                    <a:pt x="335905" y="859618"/>
                    <a:pt x="338485" y="863230"/>
                    <a:pt x="337453" y="869422"/>
                  </a:cubicBezTo>
                  <a:cubicBezTo>
                    <a:pt x="335389" y="881805"/>
                    <a:pt x="333842" y="894189"/>
                    <a:pt x="332810" y="906572"/>
                  </a:cubicBezTo>
                  <a:cubicBezTo>
                    <a:pt x="331778" y="915344"/>
                    <a:pt x="328166" y="919988"/>
                    <a:pt x="318878" y="922052"/>
                  </a:cubicBezTo>
                  <a:cubicBezTo>
                    <a:pt x="298239" y="925664"/>
                    <a:pt x="278116" y="932887"/>
                    <a:pt x="256445" y="929275"/>
                  </a:cubicBezTo>
                  <a:cubicBezTo>
                    <a:pt x="246125" y="927211"/>
                    <a:pt x="243029" y="932371"/>
                    <a:pt x="242514" y="942175"/>
                  </a:cubicBezTo>
                  <a:cubicBezTo>
                    <a:pt x="241482" y="963846"/>
                    <a:pt x="241482" y="985001"/>
                    <a:pt x="242514" y="1006672"/>
                  </a:cubicBezTo>
                  <a:cubicBezTo>
                    <a:pt x="243029" y="1018023"/>
                    <a:pt x="247157" y="1022667"/>
                    <a:pt x="257993" y="1020603"/>
                  </a:cubicBezTo>
                  <a:cubicBezTo>
                    <a:pt x="280180" y="1016475"/>
                    <a:pt x="300303" y="1024731"/>
                    <a:pt x="321458" y="1028343"/>
                  </a:cubicBezTo>
                  <a:cubicBezTo>
                    <a:pt x="327650" y="1029375"/>
                    <a:pt x="331262" y="1032987"/>
                    <a:pt x="331778" y="1039694"/>
                  </a:cubicBezTo>
                  <a:cubicBezTo>
                    <a:pt x="333326" y="1052594"/>
                    <a:pt x="334358" y="1065493"/>
                    <a:pt x="336937" y="1077877"/>
                  </a:cubicBezTo>
                  <a:cubicBezTo>
                    <a:pt x="338485" y="1085617"/>
                    <a:pt x="335905" y="1089744"/>
                    <a:pt x="329198" y="1093356"/>
                  </a:cubicBezTo>
                  <a:cubicBezTo>
                    <a:pt x="309075" y="1103676"/>
                    <a:pt x="289467" y="1115543"/>
                    <a:pt x="265733" y="1117607"/>
                  </a:cubicBezTo>
                  <a:cubicBezTo>
                    <a:pt x="257993" y="1118123"/>
                    <a:pt x="255929" y="1122251"/>
                    <a:pt x="257993" y="1129990"/>
                  </a:cubicBezTo>
                  <a:cubicBezTo>
                    <a:pt x="263669" y="1153209"/>
                    <a:pt x="269344" y="1175913"/>
                    <a:pt x="276568" y="1198615"/>
                  </a:cubicBezTo>
                  <a:cubicBezTo>
                    <a:pt x="279148" y="1207903"/>
                    <a:pt x="283276" y="1209451"/>
                    <a:pt x="291531" y="1205839"/>
                  </a:cubicBezTo>
                  <a:cubicBezTo>
                    <a:pt x="308559" y="1198100"/>
                    <a:pt x="327134" y="1196035"/>
                    <a:pt x="345709" y="1196035"/>
                  </a:cubicBezTo>
                  <a:cubicBezTo>
                    <a:pt x="371508" y="1196035"/>
                    <a:pt x="366348" y="1193456"/>
                    <a:pt x="375636" y="1216675"/>
                  </a:cubicBezTo>
                  <a:cubicBezTo>
                    <a:pt x="378216" y="1223382"/>
                    <a:pt x="380795" y="1230606"/>
                    <a:pt x="384407" y="1236798"/>
                  </a:cubicBezTo>
                  <a:cubicBezTo>
                    <a:pt x="389051" y="1245569"/>
                    <a:pt x="386987" y="1251761"/>
                    <a:pt x="379764" y="1257953"/>
                  </a:cubicBezTo>
                  <a:cubicBezTo>
                    <a:pt x="363252" y="1272400"/>
                    <a:pt x="348289" y="1288396"/>
                    <a:pt x="327134" y="1296651"/>
                  </a:cubicBezTo>
                  <a:cubicBezTo>
                    <a:pt x="319394" y="1299231"/>
                    <a:pt x="319394" y="1303875"/>
                    <a:pt x="322490" y="1310583"/>
                  </a:cubicBezTo>
                  <a:cubicBezTo>
                    <a:pt x="333842" y="1332254"/>
                    <a:pt x="346225" y="1353409"/>
                    <a:pt x="359124" y="1374048"/>
                  </a:cubicBezTo>
                  <a:cubicBezTo>
                    <a:pt x="362736" y="1379724"/>
                    <a:pt x="365832" y="1380755"/>
                    <a:pt x="370992" y="1376628"/>
                  </a:cubicBezTo>
                  <a:cubicBezTo>
                    <a:pt x="389051" y="1361148"/>
                    <a:pt x="412270" y="1355988"/>
                    <a:pt x="433941" y="1348765"/>
                  </a:cubicBezTo>
                  <a:cubicBezTo>
                    <a:pt x="441165" y="1346185"/>
                    <a:pt x="445809" y="1347217"/>
                    <a:pt x="450452" y="1353925"/>
                  </a:cubicBezTo>
                  <a:cubicBezTo>
                    <a:pt x="457676" y="1364760"/>
                    <a:pt x="465932" y="1374564"/>
                    <a:pt x="474187" y="1384367"/>
                  </a:cubicBezTo>
                  <a:cubicBezTo>
                    <a:pt x="478315" y="1389527"/>
                    <a:pt x="478831" y="1393655"/>
                    <a:pt x="475219" y="1399331"/>
                  </a:cubicBezTo>
                  <a:cubicBezTo>
                    <a:pt x="462320" y="1417906"/>
                    <a:pt x="452516" y="1439061"/>
                    <a:pt x="432909" y="1452476"/>
                  </a:cubicBezTo>
                  <a:cubicBezTo>
                    <a:pt x="426201" y="1457120"/>
                    <a:pt x="425685" y="1461764"/>
                    <a:pt x="431877" y="1468471"/>
                  </a:cubicBezTo>
                  <a:cubicBezTo>
                    <a:pt x="447873" y="1486015"/>
                    <a:pt x="464384" y="1502526"/>
                    <a:pt x="481927" y="1518521"/>
                  </a:cubicBezTo>
                  <a:cubicBezTo>
                    <a:pt x="488119" y="1524197"/>
                    <a:pt x="493279" y="1524197"/>
                    <a:pt x="497922" y="1517489"/>
                  </a:cubicBezTo>
                  <a:cubicBezTo>
                    <a:pt x="510822" y="1498398"/>
                    <a:pt x="531461" y="1488595"/>
                    <a:pt x="550036" y="1475695"/>
                  </a:cubicBezTo>
                  <a:cubicBezTo>
                    <a:pt x="556228" y="1471568"/>
                    <a:pt x="561388" y="1471568"/>
                    <a:pt x="567063" y="1476211"/>
                  </a:cubicBezTo>
                  <a:cubicBezTo>
                    <a:pt x="576867" y="1483951"/>
                    <a:pt x="586670" y="1491690"/>
                    <a:pt x="596474" y="1498914"/>
                  </a:cubicBezTo>
                  <a:cubicBezTo>
                    <a:pt x="602666" y="1503558"/>
                    <a:pt x="604214" y="1508202"/>
                    <a:pt x="601634" y="1515426"/>
                  </a:cubicBezTo>
                  <a:cubicBezTo>
                    <a:pt x="594926" y="1537097"/>
                    <a:pt x="589250" y="1559284"/>
                    <a:pt x="574287" y="1577343"/>
                  </a:cubicBezTo>
                  <a:cubicBezTo>
                    <a:pt x="569127" y="1583018"/>
                    <a:pt x="569643" y="1587146"/>
                    <a:pt x="576867" y="1591274"/>
                  </a:cubicBezTo>
                  <a:cubicBezTo>
                    <a:pt x="597506" y="1603658"/>
                    <a:pt x="618145" y="1616041"/>
                    <a:pt x="639300" y="1627393"/>
                  </a:cubicBezTo>
                  <a:cubicBezTo>
                    <a:pt x="647040" y="1631520"/>
                    <a:pt x="651168" y="1629973"/>
                    <a:pt x="653747" y="1622233"/>
                  </a:cubicBezTo>
                  <a:cubicBezTo>
                    <a:pt x="662003" y="1600562"/>
                    <a:pt x="678514" y="1585598"/>
                    <a:pt x="693478" y="1568571"/>
                  </a:cubicBezTo>
                  <a:cubicBezTo>
                    <a:pt x="699153" y="1562379"/>
                    <a:pt x="704313" y="1561864"/>
                    <a:pt x="711537" y="1564959"/>
                  </a:cubicBezTo>
                  <a:cubicBezTo>
                    <a:pt x="721856" y="1570119"/>
                    <a:pt x="732692" y="1574247"/>
                    <a:pt x="743528" y="1578375"/>
                  </a:cubicBezTo>
                  <a:cubicBezTo>
                    <a:pt x="751267" y="1580955"/>
                    <a:pt x="753847" y="1585598"/>
                    <a:pt x="753847" y="1593854"/>
                  </a:cubicBezTo>
                  <a:cubicBezTo>
                    <a:pt x="753331" y="1616041"/>
                    <a:pt x="753847" y="1637712"/>
                    <a:pt x="744044" y="1658351"/>
                  </a:cubicBezTo>
                  <a:cubicBezTo>
                    <a:pt x="739916" y="1667123"/>
                    <a:pt x="743012" y="1671251"/>
                    <a:pt x="752299" y="1673831"/>
                  </a:cubicBezTo>
                  <a:cubicBezTo>
                    <a:pt x="773970" y="1680538"/>
                    <a:pt x="796157" y="1686214"/>
                    <a:pt x="818344" y="1691374"/>
                  </a:cubicBezTo>
                  <a:cubicBezTo>
                    <a:pt x="827116" y="1693438"/>
                    <a:pt x="831760" y="1692406"/>
                    <a:pt x="832276" y="1682602"/>
                  </a:cubicBezTo>
                  <a:cubicBezTo>
                    <a:pt x="834340" y="1659383"/>
                    <a:pt x="846723" y="1639776"/>
                    <a:pt x="857043" y="1619653"/>
                  </a:cubicBezTo>
                  <a:cubicBezTo>
                    <a:pt x="859622" y="1614493"/>
                    <a:pt x="862718" y="1611397"/>
                    <a:pt x="868910" y="1612429"/>
                  </a:cubicBezTo>
                  <a:cubicBezTo>
                    <a:pt x="881809" y="1614493"/>
                    <a:pt x="895225" y="1616041"/>
                    <a:pt x="908640" y="1617589"/>
                  </a:cubicBezTo>
                  <a:cubicBezTo>
                    <a:pt x="916896" y="1618621"/>
                    <a:pt x="920508" y="1622749"/>
                    <a:pt x="922056" y="1630488"/>
                  </a:cubicBezTo>
                  <a:cubicBezTo>
                    <a:pt x="925668" y="1651128"/>
                    <a:pt x="933407" y="1671251"/>
                    <a:pt x="929279" y="1692922"/>
                  </a:cubicBezTo>
                  <a:cubicBezTo>
                    <a:pt x="927215" y="1703757"/>
                    <a:pt x="932375" y="1706853"/>
                    <a:pt x="942695" y="1707369"/>
                  </a:cubicBezTo>
                  <a:cubicBezTo>
                    <a:pt x="964366" y="1708401"/>
                    <a:pt x="985521" y="1708401"/>
                    <a:pt x="1007192" y="1707369"/>
                  </a:cubicBezTo>
                  <a:cubicBezTo>
                    <a:pt x="1018028" y="1706853"/>
                    <a:pt x="1022155" y="1702725"/>
                    <a:pt x="1020607" y="1692406"/>
                  </a:cubicBezTo>
                  <a:cubicBezTo>
                    <a:pt x="1016480" y="1670219"/>
                    <a:pt x="1024219" y="1650096"/>
                    <a:pt x="1028347" y="1628941"/>
                  </a:cubicBezTo>
                  <a:cubicBezTo>
                    <a:pt x="1029379" y="1621717"/>
                    <a:pt x="1033507" y="1618621"/>
                    <a:pt x="1040215" y="1617589"/>
                  </a:cubicBezTo>
                  <a:cubicBezTo>
                    <a:pt x="1053114" y="1616041"/>
                    <a:pt x="1066013" y="1615009"/>
                    <a:pt x="1078397" y="1612429"/>
                  </a:cubicBezTo>
                  <a:cubicBezTo>
                    <a:pt x="1085621" y="1611397"/>
                    <a:pt x="1089748" y="1613461"/>
                    <a:pt x="1092844" y="1619653"/>
                  </a:cubicBezTo>
                  <a:cubicBezTo>
                    <a:pt x="1102648" y="1639776"/>
                    <a:pt x="1115031" y="1658351"/>
                    <a:pt x="1117095" y="1681570"/>
                  </a:cubicBezTo>
                  <a:cubicBezTo>
                    <a:pt x="1118127" y="1690342"/>
                    <a:pt x="1121739" y="1692922"/>
                    <a:pt x="1130511" y="1690858"/>
                  </a:cubicBezTo>
                  <a:cubicBezTo>
                    <a:pt x="1152698" y="1685698"/>
                    <a:pt x="1174885" y="1680022"/>
                    <a:pt x="1196556" y="1673315"/>
                  </a:cubicBezTo>
                  <a:cubicBezTo>
                    <a:pt x="1206359" y="1670219"/>
                    <a:pt x="1209455" y="1666607"/>
                    <a:pt x="1204811" y="1656803"/>
                  </a:cubicBezTo>
                  <a:cubicBezTo>
                    <a:pt x="1200168" y="1643904"/>
                    <a:pt x="1196556" y="1627393"/>
                    <a:pt x="1198104" y="1613977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45" name="Freeform: Shape 44"/>
            <p:cNvSpPr/>
            <p:nvPr/>
          </p:nvSpPr>
          <p:spPr>
            <a:xfrm>
              <a:off x="306264" y="596604"/>
              <a:ext cx="237705" cy="236465"/>
            </a:xfrm>
            <a:custGeom>
              <a:avLst/>
              <a:gdLst>
                <a:gd name="connsiteX0" fmla="*/ 185362 w 237706"/>
                <a:gd name="connsiteY0" fmla="*/ 130458 h 236466"/>
                <a:gd name="connsiteX1" fmla="*/ 237706 w 237706"/>
                <a:gd name="connsiteY1" fmla="*/ 130458 h 236466"/>
                <a:gd name="connsiteX2" fmla="*/ 234128 w 237706"/>
                <a:gd name="connsiteY2" fmla="*/ 154126 h 236466"/>
                <a:gd name="connsiteX3" fmla="*/ 165835 w 237706"/>
                <a:gd name="connsiteY3" fmla="*/ 229449 h 236466"/>
                <a:gd name="connsiteX4" fmla="*/ 131078 w 237706"/>
                <a:gd name="connsiteY4" fmla="*/ 236466 h 236466"/>
                <a:gd name="connsiteX5" fmla="*/ 131078 w 237706"/>
                <a:gd name="connsiteY5" fmla="*/ 186008 h 236466"/>
                <a:gd name="connsiteX6" fmla="*/ 146195 w 237706"/>
                <a:gd name="connsiteY6" fmla="*/ 182956 h 236466"/>
                <a:gd name="connsiteX7" fmla="*/ 177100 w 237706"/>
                <a:gd name="connsiteY7" fmla="*/ 157507 h 236466"/>
                <a:gd name="connsiteX8" fmla="*/ 0 w 237706"/>
                <a:gd name="connsiteY8" fmla="*/ 130458 h 236466"/>
                <a:gd name="connsiteX9" fmla="*/ 52344 w 237706"/>
                <a:gd name="connsiteY9" fmla="*/ 130458 h 236466"/>
                <a:gd name="connsiteX10" fmla="*/ 60606 w 237706"/>
                <a:gd name="connsiteY10" fmla="*/ 157507 h 236466"/>
                <a:gd name="connsiteX11" fmla="*/ 91511 w 237706"/>
                <a:gd name="connsiteY11" fmla="*/ 182956 h 236466"/>
                <a:gd name="connsiteX12" fmla="*/ 106628 w 237706"/>
                <a:gd name="connsiteY12" fmla="*/ 186008 h 236466"/>
                <a:gd name="connsiteX13" fmla="*/ 106628 w 237706"/>
                <a:gd name="connsiteY13" fmla="*/ 236466 h 236466"/>
                <a:gd name="connsiteX14" fmla="*/ 71871 w 237706"/>
                <a:gd name="connsiteY14" fmla="*/ 229449 h 236466"/>
                <a:gd name="connsiteX15" fmla="*/ 3579 w 237706"/>
                <a:gd name="connsiteY15" fmla="*/ 154126 h 236466"/>
                <a:gd name="connsiteX16" fmla="*/ 131078 w 237706"/>
                <a:gd name="connsiteY16" fmla="*/ 0 h 236466"/>
                <a:gd name="connsiteX17" fmla="*/ 165835 w 237706"/>
                <a:gd name="connsiteY17" fmla="*/ 7017 h 236466"/>
                <a:gd name="connsiteX18" fmla="*/ 234128 w 237706"/>
                <a:gd name="connsiteY18" fmla="*/ 82340 h 236466"/>
                <a:gd name="connsiteX19" fmla="*/ 237706 w 237706"/>
                <a:gd name="connsiteY19" fmla="*/ 106008 h 236466"/>
                <a:gd name="connsiteX20" fmla="*/ 185362 w 237706"/>
                <a:gd name="connsiteY20" fmla="*/ 106008 h 236466"/>
                <a:gd name="connsiteX21" fmla="*/ 177100 w 237706"/>
                <a:gd name="connsiteY21" fmla="*/ 78960 h 236466"/>
                <a:gd name="connsiteX22" fmla="*/ 146195 w 237706"/>
                <a:gd name="connsiteY22" fmla="*/ 53510 h 236466"/>
                <a:gd name="connsiteX23" fmla="*/ 131078 w 237706"/>
                <a:gd name="connsiteY23" fmla="*/ 50458 h 236466"/>
                <a:gd name="connsiteX24" fmla="*/ 106628 w 237706"/>
                <a:gd name="connsiteY24" fmla="*/ 0 h 236466"/>
                <a:gd name="connsiteX25" fmla="*/ 106628 w 237706"/>
                <a:gd name="connsiteY25" fmla="*/ 50458 h 236466"/>
                <a:gd name="connsiteX26" fmla="*/ 91511 w 237706"/>
                <a:gd name="connsiteY26" fmla="*/ 53510 h 236466"/>
                <a:gd name="connsiteX27" fmla="*/ 60606 w 237706"/>
                <a:gd name="connsiteY27" fmla="*/ 78960 h 236466"/>
                <a:gd name="connsiteX28" fmla="*/ 52344 w 237706"/>
                <a:gd name="connsiteY28" fmla="*/ 106008 h 236466"/>
                <a:gd name="connsiteX29" fmla="*/ 0 w 237706"/>
                <a:gd name="connsiteY29" fmla="*/ 106008 h 236466"/>
                <a:gd name="connsiteX30" fmla="*/ 3579 w 237706"/>
                <a:gd name="connsiteY30" fmla="*/ 82340 h 236466"/>
                <a:gd name="connsiteX31" fmla="*/ 71871 w 237706"/>
                <a:gd name="connsiteY31" fmla="*/ 7017 h 23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7706" h="236466">
                  <a:moveTo>
                    <a:pt x="185362" y="130458"/>
                  </a:moveTo>
                  <a:lnTo>
                    <a:pt x="237706" y="130458"/>
                  </a:lnTo>
                  <a:lnTo>
                    <a:pt x="234128" y="154126"/>
                  </a:lnTo>
                  <a:cubicBezTo>
                    <a:pt x="223548" y="188141"/>
                    <a:pt x="198326" y="215706"/>
                    <a:pt x="165835" y="229449"/>
                  </a:cubicBezTo>
                  <a:lnTo>
                    <a:pt x="131078" y="236466"/>
                  </a:lnTo>
                  <a:lnTo>
                    <a:pt x="131078" y="186008"/>
                  </a:lnTo>
                  <a:lnTo>
                    <a:pt x="146195" y="182956"/>
                  </a:lnTo>
                  <a:cubicBezTo>
                    <a:pt x="158800" y="177624"/>
                    <a:pt x="169526" y="168717"/>
                    <a:pt x="177100" y="157507"/>
                  </a:cubicBezTo>
                  <a:close/>
                  <a:moveTo>
                    <a:pt x="0" y="130458"/>
                  </a:moveTo>
                  <a:lnTo>
                    <a:pt x="52344" y="130458"/>
                  </a:lnTo>
                  <a:lnTo>
                    <a:pt x="60606" y="157507"/>
                  </a:lnTo>
                  <a:cubicBezTo>
                    <a:pt x="68180" y="168717"/>
                    <a:pt x="78906" y="177624"/>
                    <a:pt x="91511" y="182956"/>
                  </a:cubicBezTo>
                  <a:lnTo>
                    <a:pt x="106628" y="186008"/>
                  </a:lnTo>
                  <a:lnTo>
                    <a:pt x="106628" y="236466"/>
                  </a:lnTo>
                  <a:lnTo>
                    <a:pt x="71871" y="229449"/>
                  </a:lnTo>
                  <a:cubicBezTo>
                    <a:pt x="39380" y="215706"/>
                    <a:pt x="14159" y="188141"/>
                    <a:pt x="3579" y="154126"/>
                  </a:cubicBezTo>
                  <a:close/>
                  <a:moveTo>
                    <a:pt x="131078" y="0"/>
                  </a:moveTo>
                  <a:lnTo>
                    <a:pt x="165835" y="7017"/>
                  </a:lnTo>
                  <a:cubicBezTo>
                    <a:pt x="198326" y="20760"/>
                    <a:pt x="223548" y="48325"/>
                    <a:pt x="234128" y="82340"/>
                  </a:cubicBezTo>
                  <a:lnTo>
                    <a:pt x="237706" y="106008"/>
                  </a:lnTo>
                  <a:lnTo>
                    <a:pt x="185362" y="106008"/>
                  </a:lnTo>
                  <a:lnTo>
                    <a:pt x="177100" y="78960"/>
                  </a:lnTo>
                  <a:cubicBezTo>
                    <a:pt x="169526" y="67749"/>
                    <a:pt x="158800" y="58842"/>
                    <a:pt x="146195" y="53510"/>
                  </a:cubicBezTo>
                  <a:lnTo>
                    <a:pt x="131078" y="50458"/>
                  </a:lnTo>
                  <a:close/>
                  <a:moveTo>
                    <a:pt x="106628" y="0"/>
                  </a:moveTo>
                  <a:lnTo>
                    <a:pt x="106628" y="50458"/>
                  </a:lnTo>
                  <a:lnTo>
                    <a:pt x="91511" y="53510"/>
                  </a:lnTo>
                  <a:cubicBezTo>
                    <a:pt x="78906" y="58842"/>
                    <a:pt x="68180" y="67749"/>
                    <a:pt x="60606" y="78960"/>
                  </a:cubicBezTo>
                  <a:lnTo>
                    <a:pt x="52344" y="106008"/>
                  </a:lnTo>
                  <a:lnTo>
                    <a:pt x="0" y="106008"/>
                  </a:lnTo>
                  <a:lnTo>
                    <a:pt x="3579" y="82340"/>
                  </a:lnTo>
                  <a:cubicBezTo>
                    <a:pt x="14159" y="48325"/>
                    <a:pt x="39380" y="20760"/>
                    <a:pt x="71871" y="70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 dirty="0">
                <a:solidFill>
                  <a:schemeClr val="tx1"/>
                </a:solidFill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385558" y="675280"/>
              <a:ext cx="79122" cy="79122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</p:grpSp>
      <p:grpSp>
        <p:nvGrpSpPr>
          <p:cNvPr id="47" name="Group 46"/>
          <p:cNvGrpSpPr/>
          <p:nvPr userDrawn="1"/>
        </p:nvGrpSpPr>
        <p:grpSpPr>
          <a:xfrm rot="9743765" flipH="1">
            <a:off x="702008" y="324891"/>
            <a:ext cx="380279" cy="1139201"/>
            <a:chOff x="391499" y="630207"/>
            <a:chExt cx="531845" cy="1593193"/>
          </a:xfrm>
        </p:grpSpPr>
        <p:sp>
          <p:nvSpPr>
            <p:cNvPr id="48" name="Rectangle: Rounded Corners 47"/>
            <p:cNvSpPr/>
            <p:nvPr/>
          </p:nvSpPr>
          <p:spPr>
            <a:xfrm rot="20495611">
              <a:off x="400452" y="630207"/>
              <a:ext cx="522892" cy="1539138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49" name="Rectangle: Rounded Corners 48"/>
            <p:cNvSpPr/>
            <p:nvPr/>
          </p:nvSpPr>
          <p:spPr>
            <a:xfrm rot="20495611">
              <a:off x="391499" y="684262"/>
              <a:ext cx="191607" cy="1539138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</p:grpSp>
      <p:sp>
        <p:nvSpPr>
          <p:cNvPr id="50" name="Oval 49"/>
          <p:cNvSpPr/>
          <p:nvPr userDrawn="1"/>
        </p:nvSpPr>
        <p:spPr>
          <a:xfrm rot="10800000" flipH="1">
            <a:off x="618251" y="1174841"/>
            <a:ext cx="511496" cy="51151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51" name="Freeform: Shape 50"/>
          <p:cNvSpPr/>
          <p:nvPr userDrawn="1"/>
        </p:nvSpPr>
        <p:spPr>
          <a:xfrm rot="10800000" flipH="1">
            <a:off x="673415" y="1230006"/>
            <a:ext cx="401168" cy="401182"/>
          </a:xfrm>
          <a:custGeom>
            <a:avLst/>
            <a:gdLst>
              <a:gd name="connsiteX0" fmla="*/ 977265 w 1950394"/>
              <a:gd name="connsiteY0" fmla="*/ 1954006 h 1950394"/>
              <a:gd name="connsiteX1" fmla="*/ 4 w 1950394"/>
              <a:gd name="connsiteY1" fmla="*/ 977261 h 1950394"/>
              <a:gd name="connsiteX2" fmla="*/ 976749 w 1950394"/>
              <a:gd name="connsiteY2" fmla="*/ 0 h 1950394"/>
              <a:gd name="connsiteX3" fmla="*/ 1953494 w 1950394"/>
              <a:gd name="connsiteY3" fmla="*/ 976229 h 1950394"/>
              <a:gd name="connsiteX4" fmla="*/ 977265 w 1950394"/>
              <a:gd name="connsiteY4" fmla="*/ 1954006 h 1950394"/>
              <a:gd name="connsiteX5" fmla="*/ 1198104 w 1950394"/>
              <a:gd name="connsiteY5" fmla="*/ 1613977 h 1950394"/>
              <a:gd name="connsiteX6" fmla="*/ 1221839 w 1950394"/>
              <a:gd name="connsiteY6" fmla="*/ 1574763 h 1950394"/>
              <a:gd name="connsiteX7" fmla="*/ 1240930 w 1950394"/>
              <a:gd name="connsiteY7" fmla="*/ 1566507 h 1950394"/>
              <a:gd name="connsiteX8" fmla="*/ 1257957 w 1950394"/>
              <a:gd name="connsiteY8" fmla="*/ 1569603 h 1950394"/>
              <a:gd name="connsiteX9" fmla="*/ 1298203 w 1950394"/>
              <a:gd name="connsiteY9" fmla="*/ 1624297 h 1950394"/>
              <a:gd name="connsiteX10" fmla="*/ 1311619 w 1950394"/>
              <a:gd name="connsiteY10" fmla="*/ 1629456 h 1950394"/>
              <a:gd name="connsiteX11" fmla="*/ 1375084 w 1950394"/>
              <a:gd name="connsiteY11" fmla="*/ 1592822 h 1950394"/>
              <a:gd name="connsiteX12" fmla="*/ 1377148 w 1950394"/>
              <a:gd name="connsiteY12" fmla="*/ 1578891 h 1950394"/>
              <a:gd name="connsiteX13" fmla="*/ 1349285 w 1950394"/>
              <a:gd name="connsiteY13" fmla="*/ 1515426 h 1950394"/>
              <a:gd name="connsiteX14" fmla="*/ 1353413 w 1950394"/>
              <a:gd name="connsiteY14" fmla="*/ 1502010 h 1950394"/>
              <a:gd name="connsiteX15" fmla="*/ 1385919 w 1950394"/>
              <a:gd name="connsiteY15" fmla="*/ 1476727 h 1950394"/>
              <a:gd name="connsiteX16" fmla="*/ 1400883 w 1950394"/>
              <a:gd name="connsiteY16" fmla="*/ 1476727 h 1950394"/>
              <a:gd name="connsiteX17" fmla="*/ 1452996 w 1950394"/>
              <a:gd name="connsiteY17" fmla="*/ 1518005 h 1950394"/>
              <a:gd name="connsiteX18" fmla="*/ 1470024 w 1950394"/>
              <a:gd name="connsiteY18" fmla="*/ 1519553 h 1950394"/>
              <a:gd name="connsiteX19" fmla="*/ 1519041 w 1950394"/>
              <a:gd name="connsiteY19" fmla="*/ 1470535 h 1950394"/>
              <a:gd name="connsiteX20" fmla="*/ 1518010 w 1950394"/>
              <a:gd name="connsiteY20" fmla="*/ 1453508 h 1950394"/>
              <a:gd name="connsiteX21" fmla="*/ 1475699 w 1950394"/>
              <a:gd name="connsiteY21" fmla="*/ 1400363 h 1950394"/>
              <a:gd name="connsiteX22" fmla="*/ 1476215 w 1950394"/>
              <a:gd name="connsiteY22" fmla="*/ 1386431 h 1950394"/>
              <a:gd name="connsiteX23" fmla="*/ 1501498 w 1950394"/>
              <a:gd name="connsiteY23" fmla="*/ 1353925 h 1950394"/>
              <a:gd name="connsiteX24" fmla="*/ 1515946 w 1950394"/>
              <a:gd name="connsiteY24" fmla="*/ 1349797 h 1950394"/>
              <a:gd name="connsiteX25" fmla="*/ 1579411 w 1950394"/>
              <a:gd name="connsiteY25" fmla="*/ 1377660 h 1950394"/>
              <a:gd name="connsiteX26" fmla="*/ 1592310 w 1950394"/>
              <a:gd name="connsiteY26" fmla="*/ 1375596 h 1950394"/>
              <a:gd name="connsiteX27" fmla="*/ 1628945 w 1950394"/>
              <a:gd name="connsiteY27" fmla="*/ 1312130 h 1950394"/>
              <a:gd name="connsiteX28" fmla="*/ 1623785 w 1950394"/>
              <a:gd name="connsiteY28" fmla="*/ 1298199 h 1950394"/>
              <a:gd name="connsiteX29" fmla="*/ 1577863 w 1950394"/>
              <a:gd name="connsiteY29" fmla="*/ 1265692 h 1950394"/>
              <a:gd name="connsiteX30" fmla="*/ 1571155 w 1950394"/>
              <a:gd name="connsiteY30" fmla="*/ 1230090 h 1950394"/>
              <a:gd name="connsiteX31" fmla="*/ 1579927 w 1950394"/>
              <a:gd name="connsiteY31" fmla="*/ 1208419 h 1950394"/>
              <a:gd name="connsiteX32" fmla="*/ 1596438 w 1950394"/>
              <a:gd name="connsiteY32" fmla="*/ 1197583 h 1950394"/>
              <a:gd name="connsiteX33" fmla="*/ 1660935 w 1950394"/>
              <a:gd name="connsiteY33" fmla="*/ 1207387 h 1950394"/>
              <a:gd name="connsiteX34" fmla="*/ 1675383 w 1950394"/>
              <a:gd name="connsiteY34" fmla="*/ 1201195 h 1950394"/>
              <a:gd name="connsiteX35" fmla="*/ 1693442 w 1950394"/>
              <a:gd name="connsiteY35" fmla="*/ 1132570 h 1950394"/>
              <a:gd name="connsiteX36" fmla="*/ 1684154 w 1950394"/>
              <a:gd name="connsiteY36" fmla="*/ 1119155 h 1950394"/>
              <a:gd name="connsiteX37" fmla="*/ 1621205 w 1950394"/>
              <a:gd name="connsiteY37" fmla="*/ 1093872 h 1950394"/>
              <a:gd name="connsiteX38" fmla="*/ 1614497 w 1950394"/>
              <a:gd name="connsiteY38" fmla="*/ 1083037 h 1950394"/>
              <a:gd name="connsiteX39" fmla="*/ 1620173 w 1950394"/>
              <a:gd name="connsiteY39" fmla="*/ 1042274 h 1950394"/>
              <a:gd name="connsiteX40" fmla="*/ 1632557 w 1950394"/>
              <a:gd name="connsiteY40" fmla="*/ 1029891 h 1950394"/>
              <a:gd name="connsiteX41" fmla="*/ 1696022 w 1950394"/>
              <a:gd name="connsiteY41" fmla="*/ 1022667 h 1950394"/>
              <a:gd name="connsiteX42" fmla="*/ 1709437 w 1950394"/>
              <a:gd name="connsiteY42" fmla="*/ 1010800 h 1950394"/>
              <a:gd name="connsiteX43" fmla="*/ 1709437 w 1950394"/>
              <a:gd name="connsiteY43" fmla="*/ 943723 h 1950394"/>
              <a:gd name="connsiteX44" fmla="*/ 1694990 w 1950394"/>
              <a:gd name="connsiteY44" fmla="*/ 931339 h 1950394"/>
              <a:gd name="connsiteX45" fmla="*/ 1650616 w 1950394"/>
              <a:gd name="connsiteY45" fmla="*/ 928243 h 1950394"/>
              <a:gd name="connsiteX46" fmla="*/ 1618109 w 1950394"/>
              <a:gd name="connsiteY46" fmla="*/ 892125 h 1950394"/>
              <a:gd name="connsiteX47" fmla="*/ 1615013 w 1950394"/>
              <a:gd name="connsiteY47" fmla="*/ 874582 h 1950394"/>
              <a:gd name="connsiteX48" fmla="*/ 1622753 w 1950394"/>
              <a:gd name="connsiteY48" fmla="*/ 859102 h 1950394"/>
              <a:gd name="connsiteX49" fmla="*/ 1684670 w 1950394"/>
              <a:gd name="connsiteY49" fmla="*/ 834851 h 1950394"/>
              <a:gd name="connsiteX50" fmla="*/ 1693442 w 1950394"/>
              <a:gd name="connsiteY50" fmla="*/ 821952 h 1950394"/>
              <a:gd name="connsiteX51" fmla="*/ 1674867 w 1950394"/>
              <a:gd name="connsiteY51" fmla="*/ 753327 h 1950394"/>
              <a:gd name="connsiteX52" fmla="*/ 1659903 w 1950394"/>
              <a:gd name="connsiteY52" fmla="*/ 746619 h 1950394"/>
              <a:gd name="connsiteX53" fmla="*/ 1594374 w 1950394"/>
              <a:gd name="connsiteY53" fmla="*/ 756423 h 1950394"/>
              <a:gd name="connsiteX54" fmla="*/ 1580443 w 1950394"/>
              <a:gd name="connsiteY54" fmla="*/ 747651 h 1950394"/>
              <a:gd name="connsiteX55" fmla="*/ 1565995 w 1950394"/>
              <a:gd name="connsiteY55" fmla="*/ 713081 h 1950394"/>
              <a:gd name="connsiteX56" fmla="*/ 1570123 w 1950394"/>
              <a:gd name="connsiteY56" fmla="*/ 696054 h 1950394"/>
              <a:gd name="connsiteX57" fmla="*/ 1623269 w 1950394"/>
              <a:gd name="connsiteY57" fmla="*/ 656323 h 1950394"/>
              <a:gd name="connsiteX58" fmla="*/ 1628429 w 1950394"/>
              <a:gd name="connsiteY58" fmla="*/ 641876 h 1950394"/>
              <a:gd name="connsiteX59" fmla="*/ 1592310 w 1950394"/>
              <a:gd name="connsiteY59" fmla="*/ 579443 h 1950394"/>
              <a:gd name="connsiteX60" fmla="*/ 1578379 w 1950394"/>
              <a:gd name="connsiteY60" fmla="*/ 576863 h 1950394"/>
              <a:gd name="connsiteX61" fmla="*/ 1532457 w 1950394"/>
              <a:gd name="connsiteY61" fmla="*/ 599050 h 1950394"/>
              <a:gd name="connsiteX62" fmla="*/ 1490147 w 1950394"/>
              <a:gd name="connsiteY62" fmla="*/ 585118 h 1950394"/>
              <a:gd name="connsiteX63" fmla="*/ 1477247 w 1950394"/>
              <a:gd name="connsiteY63" fmla="*/ 569123 h 1950394"/>
              <a:gd name="connsiteX64" fmla="*/ 1476731 w 1950394"/>
              <a:gd name="connsiteY64" fmla="*/ 552096 h 1950394"/>
              <a:gd name="connsiteX65" fmla="*/ 1518525 w 1950394"/>
              <a:gd name="connsiteY65" fmla="*/ 499982 h 1950394"/>
              <a:gd name="connsiteX66" fmla="*/ 1519557 w 1950394"/>
              <a:gd name="connsiteY66" fmla="*/ 483987 h 1950394"/>
              <a:gd name="connsiteX67" fmla="*/ 1470540 w 1950394"/>
              <a:gd name="connsiteY67" fmla="*/ 434453 h 1950394"/>
              <a:gd name="connsiteX68" fmla="*/ 1452480 w 1950394"/>
              <a:gd name="connsiteY68" fmla="*/ 436001 h 1950394"/>
              <a:gd name="connsiteX69" fmla="*/ 1418942 w 1950394"/>
              <a:gd name="connsiteY69" fmla="*/ 465412 h 1950394"/>
              <a:gd name="connsiteX70" fmla="*/ 1369408 w 1950394"/>
              <a:gd name="connsiteY70" fmla="*/ 463348 h 1950394"/>
              <a:gd name="connsiteX71" fmla="*/ 1354961 w 1950394"/>
              <a:gd name="connsiteY71" fmla="*/ 452512 h 1950394"/>
              <a:gd name="connsiteX72" fmla="*/ 1349801 w 1950394"/>
              <a:gd name="connsiteY72" fmla="*/ 436001 h 1950394"/>
              <a:gd name="connsiteX73" fmla="*/ 1377148 w 1950394"/>
              <a:gd name="connsiteY73" fmla="*/ 374084 h 1950394"/>
              <a:gd name="connsiteX74" fmla="*/ 1374052 w 1950394"/>
              <a:gd name="connsiteY74" fmla="*/ 360152 h 1950394"/>
              <a:gd name="connsiteX75" fmla="*/ 1312651 w 1950394"/>
              <a:gd name="connsiteY75" fmla="*/ 324550 h 1950394"/>
              <a:gd name="connsiteX76" fmla="*/ 1296655 w 1950394"/>
              <a:gd name="connsiteY76" fmla="*/ 329193 h 1950394"/>
              <a:gd name="connsiteX77" fmla="*/ 1256925 w 1950394"/>
              <a:gd name="connsiteY77" fmla="*/ 382855 h 1950394"/>
              <a:gd name="connsiteX78" fmla="*/ 1238866 w 1950394"/>
              <a:gd name="connsiteY78" fmla="*/ 386467 h 1950394"/>
              <a:gd name="connsiteX79" fmla="*/ 1206875 w 1950394"/>
              <a:gd name="connsiteY79" fmla="*/ 373052 h 1950394"/>
              <a:gd name="connsiteX80" fmla="*/ 1196556 w 1950394"/>
              <a:gd name="connsiteY80" fmla="*/ 357572 h 1950394"/>
              <a:gd name="connsiteX81" fmla="*/ 1206359 w 1950394"/>
              <a:gd name="connsiteY81" fmla="*/ 293075 h 1950394"/>
              <a:gd name="connsiteX82" fmla="*/ 1199652 w 1950394"/>
              <a:gd name="connsiteY82" fmla="*/ 278112 h 1950394"/>
              <a:gd name="connsiteX83" fmla="*/ 1131027 w 1950394"/>
              <a:gd name="connsiteY83" fmla="*/ 259537 h 1950394"/>
              <a:gd name="connsiteX84" fmla="*/ 1118127 w 1950394"/>
              <a:gd name="connsiteY84" fmla="*/ 268308 h 1950394"/>
              <a:gd name="connsiteX85" fmla="*/ 1093360 w 1950394"/>
              <a:gd name="connsiteY85" fmla="*/ 331258 h 1950394"/>
              <a:gd name="connsiteX86" fmla="*/ 1079945 w 1950394"/>
              <a:gd name="connsiteY86" fmla="*/ 338481 h 1950394"/>
              <a:gd name="connsiteX87" fmla="*/ 1042794 w 1950394"/>
              <a:gd name="connsiteY87" fmla="*/ 333837 h 1950394"/>
              <a:gd name="connsiteX88" fmla="*/ 1028347 w 1950394"/>
              <a:gd name="connsiteY88" fmla="*/ 320422 h 1950394"/>
              <a:gd name="connsiteX89" fmla="*/ 1021123 w 1950394"/>
              <a:gd name="connsiteY89" fmla="*/ 257989 h 1950394"/>
              <a:gd name="connsiteX90" fmla="*/ 1008740 w 1950394"/>
              <a:gd name="connsiteY90" fmla="*/ 243541 h 1950394"/>
              <a:gd name="connsiteX91" fmla="*/ 941663 w 1950394"/>
              <a:gd name="connsiteY91" fmla="*/ 243541 h 1950394"/>
              <a:gd name="connsiteX92" fmla="*/ 929795 w 1950394"/>
              <a:gd name="connsiteY92" fmla="*/ 256957 h 1950394"/>
              <a:gd name="connsiteX93" fmla="*/ 922572 w 1950394"/>
              <a:gd name="connsiteY93" fmla="*/ 320422 h 1950394"/>
              <a:gd name="connsiteX94" fmla="*/ 909156 w 1950394"/>
              <a:gd name="connsiteY94" fmla="*/ 333321 h 1950394"/>
              <a:gd name="connsiteX95" fmla="*/ 872006 w 1950394"/>
              <a:gd name="connsiteY95" fmla="*/ 337965 h 1950394"/>
              <a:gd name="connsiteX96" fmla="*/ 857559 w 1950394"/>
              <a:gd name="connsiteY96" fmla="*/ 330226 h 1950394"/>
              <a:gd name="connsiteX97" fmla="*/ 833308 w 1950394"/>
              <a:gd name="connsiteY97" fmla="*/ 268308 h 1950394"/>
              <a:gd name="connsiteX98" fmla="*/ 819892 w 1950394"/>
              <a:gd name="connsiteY98" fmla="*/ 259021 h 1950394"/>
              <a:gd name="connsiteX99" fmla="*/ 753847 w 1950394"/>
              <a:gd name="connsiteY99" fmla="*/ 276564 h 1950394"/>
              <a:gd name="connsiteX100" fmla="*/ 745591 w 1950394"/>
              <a:gd name="connsiteY100" fmla="*/ 293075 h 1950394"/>
              <a:gd name="connsiteX101" fmla="*/ 754879 w 1950394"/>
              <a:gd name="connsiteY101" fmla="*/ 339513 h 1950394"/>
              <a:gd name="connsiteX102" fmla="*/ 728564 w 1950394"/>
              <a:gd name="connsiteY102" fmla="*/ 378728 h 1950394"/>
              <a:gd name="connsiteX103" fmla="*/ 712053 w 1950394"/>
              <a:gd name="connsiteY103" fmla="*/ 385951 h 1950394"/>
              <a:gd name="connsiteX104" fmla="*/ 695026 w 1950394"/>
              <a:gd name="connsiteY104" fmla="*/ 382855 h 1950394"/>
              <a:gd name="connsiteX105" fmla="*/ 654779 w 1950394"/>
              <a:gd name="connsiteY105" fmla="*/ 328161 h 1950394"/>
              <a:gd name="connsiteX106" fmla="*/ 641364 w 1950394"/>
              <a:gd name="connsiteY106" fmla="*/ 323002 h 1950394"/>
              <a:gd name="connsiteX107" fmla="*/ 577899 w 1950394"/>
              <a:gd name="connsiteY107" fmla="*/ 359636 h 1950394"/>
              <a:gd name="connsiteX108" fmla="*/ 574803 w 1950394"/>
              <a:gd name="connsiteY108" fmla="*/ 372536 h 1950394"/>
              <a:gd name="connsiteX109" fmla="*/ 602666 w 1950394"/>
              <a:gd name="connsiteY109" fmla="*/ 435485 h 1950394"/>
              <a:gd name="connsiteX110" fmla="*/ 598022 w 1950394"/>
              <a:gd name="connsiteY110" fmla="*/ 450964 h 1950394"/>
              <a:gd name="connsiteX111" fmla="*/ 567579 w 1950394"/>
              <a:gd name="connsiteY111" fmla="*/ 474699 h 1950394"/>
              <a:gd name="connsiteX112" fmla="*/ 550552 w 1950394"/>
              <a:gd name="connsiteY112" fmla="*/ 474699 h 1950394"/>
              <a:gd name="connsiteX113" fmla="*/ 498438 w 1950394"/>
              <a:gd name="connsiteY113" fmla="*/ 432905 h 1950394"/>
              <a:gd name="connsiteX114" fmla="*/ 483475 w 1950394"/>
              <a:gd name="connsiteY114" fmla="*/ 431357 h 1950394"/>
              <a:gd name="connsiteX115" fmla="*/ 432393 w 1950394"/>
              <a:gd name="connsiteY115" fmla="*/ 482439 h 1950394"/>
              <a:gd name="connsiteX116" fmla="*/ 433425 w 1950394"/>
              <a:gd name="connsiteY116" fmla="*/ 497402 h 1950394"/>
              <a:gd name="connsiteX117" fmla="*/ 475735 w 1950394"/>
              <a:gd name="connsiteY117" fmla="*/ 550032 h 1950394"/>
              <a:gd name="connsiteX118" fmla="*/ 475219 w 1950394"/>
              <a:gd name="connsiteY118" fmla="*/ 566027 h 1950394"/>
              <a:gd name="connsiteX119" fmla="*/ 450968 w 1950394"/>
              <a:gd name="connsiteY119" fmla="*/ 597502 h 1950394"/>
              <a:gd name="connsiteX120" fmla="*/ 437553 w 1950394"/>
              <a:gd name="connsiteY120" fmla="*/ 601629 h 1950394"/>
              <a:gd name="connsiteX121" fmla="*/ 373056 w 1950394"/>
              <a:gd name="connsiteY121" fmla="*/ 573251 h 1950394"/>
              <a:gd name="connsiteX122" fmla="*/ 360156 w 1950394"/>
              <a:gd name="connsiteY122" fmla="*/ 575315 h 1950394"/>
              <a:gd name="connsiteX123" fmla="*/ 323522 w 1950394"/>
              <a:gd name="connsiteY123" fmla="*/ 638780 h 1950394"/>
              <a:gd name="connsiteX124" fmla="*/ 328166 w 1950394"/>
              <a:gd name="connsiteY124" fmla="*/ 652711 h 1950394"/>
              <a:gd name="connsiteX125" fmla="*/ 374088 w 1950394"/>
              <a:gd name="connsiteY125" fmla="*/ 685218 h 1950394"/>
              <a:gd name="connsiteX126" fmla="*/ 380795 w 1950394"/>
              <a:gd name="connsiteY126" fmla="*/ 720820 h 1950394"/>
              <a:gd name="connsiteX127" fmla="*/ 372024 w 1950394"/>
              <a:gd name="connsiteY127" fmla="*/ 742492 h 1950394"/>
              <a:gd name="connsiteX128" fmla="*/ 355513 w 1950394"/>
              <a:gd name="connsiteY128" fmla="*/ 753327 h 1950394"/>
              <a:gd name="connsiteX129" fmla="*/ 291015 w 1950394"/>
              <a:gd name="connsiteY129" fmla="*/ 743523 h 1950394"/>
              <a:gd name="connsiteX130" fmla="*/ 276568 w 1950394"/>
              <a:gd name="connsiteY130" fmla="*/ 751263 h 1950394"/>
              <a:gd name="connsiteX131" fmla="*/ 258509 w 1950394"/>
              <a:gd name="connsiteY131" fmla="*/ 818340 h 1950394"/>
              <a:gd name="connsiteX132" fmla="*/ 267796 w 1950394"/>
              <a:gd name="connsiteY132" fmla="*/ 831756 h 1950394"/>
              <a:gd name="connsiteX133" fmla="*/ 330746 w 1950394"/>
              <a:gd name="connsiteY133" fmla="*/ 857038 h 1950394"/>
              <a:gd name="connsiteX134" fmla="*/ 337453 w 1950394"/>
              <a:gd name="connsiteY134" fmla="*/ 869422 h 1950394"/>
              <a:gd name="connsiteX135" fmla="*/ 332810 w 1950394"/>
              <a:gd name="connsiteY135" fmla="*/ 906572 h 1950394"/>
              <a:gd name="connsiteX136" fmla="*/ 318878 w 1950394"/>
              <a:gd name="connsiteY136" fmla="*/ 922052 h 1950394"/>
              <a:gd name="connsiteX137" fmla="*/ 256445 w 1950394"/>
              <a:gd name="connsiteY137" fmla="*/ 929275 h 1950394"/>
              <a:gd name="connsiteX138" fmla="*/ 242514 w 1950394"/>
              <a:gd name="connsiteY138" fmla="*/ 942175 h 1950394"/>
              <a:gd name="connsiteX139" fmla="*/ 242514 w 1950394"/>
              <a:gd name="connsiteY139" fmla="*/ 1006672 h 1950394"/>
              <a:gd name="connsiteX140" fmla="*/ 257993 w 1950394"/>
              <a:gd name="connsiteY140" fmla="*/ 1020603 h 1950394"/>
              <a:gd name="connsiteX141" fmla="*/ 321458 w 1950394"/>
              <a:gd name="connsiteY141" fmla="*/ 1028343 h 1950394"/>
              <a:gd name="connsiteX142" fmla="*/ 331778 w 1950394"/>
              <a:gd name="connsiteY142" fmla="*/ 1039694 h 1950394"/>
              <a:gd name="connsiteX143" fmla="*/ 336937 w 1950394"/>
              <a:gd name="connsiteY143" fmla="*/ 1077877 h 1950394"/>
              <a:gd name="connsiteX144" fmla="*/ 329198 w 1950394"/>
              <a:gd name="connsiteY144" fmla="*/ 1093356 h 1950394"/>
              <a:gd name="connsiteX145" fmla="*/ 265733 w 1950394"/>
              <a:gd name="connsiteY145" fmla="*/ 1117607 h 1950394"/>
              <a:gd name="connsiteX146" fmla="*/ 257993 w 1950394"/>
              <a:gd name="connsiteY146" fmla="*/ 1129990 h 1950394"/>
              <a:gd name="connsiteX147" fmla="*/ 276568 w 1950394"/>
              <a:gd name="connsiteY147" fmla="*/ 1198615 h 1950394"/>
              <a:gd name="connsiteX148" fmla="*/ 291531 w 1950394"/>
              <a:gd name="connsiteY148" fmla="*/ 1205839 h 1950394"/>
              <a:gd name="connsiteX149" fmla="*/ 345709 w 1950394"/>
              <a:gd name="connsiteY149" fmla="*/ 1196035 h 1950394"/>
              <a:gd name="connsiteX150" fmla="*/ 375636 w 1950394"/>
              <a:gd name="connsiteY150" fmla="*/ 1216675 h 1950394"/>
              <a:gd name="connsiteX151" fmla="*/ 384407 w 1950394"/>
              <a:gd name="connsiteY151" fmla="*/ 1236798 h 1950394"/>
              <a:gd name="connsiteX152" fmla="*/ 379764 w 1950394"/>
              <a:gd name="connsiteY152" fmla="*/ 1257953 h 1950394"/>
              <a:gd name="connsiteX153" fmla="*/ 327134 w 1950394"/>
              <a:gd name="connsiteY153" fmla="*/ 1296651 h 1950394"/>
              <a:gd name="connsiteX154" fmla="*/ 322490 w 1950394"/>
              <a:gd name="connsiteY154" fmla="*/ 1310583 h 1950394"/>
              <a:gd name="connsiteX155" fmla="*/ 359124 w 1950394"/>
              <a:gd name="connsiteY155" fmla="*/ 1374048 h 1950394"/>
              <a:gd name="connsiteX156" fmla="*/ 370992 w 1950394"/>
              <a:gd name="connsiteY156" fmla="*/ 1376628 h 1950394"/>
              <a:gd name="connsiteX157" fmla="*/ 433941 w 1950394"/>
              <a:gd name="connsiteY157" fmla="*/ 1348765 h 1950394"/>
              <a:gd name="connsiteX158" fmla="*/ 450452 w 1950394"/>
              <a:gd name="connsiteY158" fmla="*/ 1353925 h 1950394"/>
              <a:gd name="connsiteX159" fmla="*/ 474187 w 1950394"/>
              <a:gd name="connsiteY159" fmla="*/ 1384367 h 1950394"/>
              <a:gd name="connsiteX160" fmla="*/ 475219 w 1950394"/>
              <a:gd name="connsiteY160" fmla="*/ 1399331 h 1950394"/>
              <a:gd name="connsiteX161" fmla="*/ 432909 w 1950394"/>
              <a:gd name="connsiteY161" fmla="*/ 1452476 h 1950394"/>
              <a:gd name="connsiteX162" fmla="*/ 431877 w 1950394"/>
              <a:gd name="connsiteY162" fmla="*/ 1468471 h 1950394"/>
              <a:gd name="connsiteX163" fmla="*/ 481927 w 1950394"/>
              <a:gd name="connsiteY163" fmla="*/ 1518521 h 1950394"/>
              <a:gd name="connsiteX164" fmla="*/ 497922 w 1950394"/>
              <a:gd name="connsiteY164" fmla="*/ 1517489 h 1950394"/>
              <a:gd name="connsiteX165" fmla="*/ 550036 w 1950394"/>
              <a:gd name="connsiteY165" fmla="*/ 1475695 h 1950394"/>
              <a:gd name="connsiteX166" fmla="*/ 567063 w 1950394"/>
              <a:gd name="connsiteY166" fmla="*/ 1476211 h 1950394"/>
              <a:gd name="connsiteX167" fmla="*/ 596474 w 1950394"/>
              <a:gd name="connsiteY167" fmla="*/ 1498914 h 1950394"/>
              <a:gd name="connsiteX168" fmla="*/ 601634 w 1950394"/>
              <a:gd name="connsiteY168" fmla="*/ 1515426 h 1950394"/>
              <a:gd name="connsiteX169" fmla="*/ 574287 w 1950394"/>
              <a:gd name="connsiteY169" fmla="*/ 1577343 h 1950394"/>
              <a:gd name="connsiteX170" fmla="*/ 576867 w 1950394"/>
              <a:gd name="connsiteY170" fmla="*/ 1591274 h 1950394"/>
              <a:gd name="connsiteX171" fmla="*/ 639300 w 1950394"/>
              <a:gd name="connsiteY171" fmla="*/ 1627393 h 1950394"/>
              <a:gd name="connsiteX172" fmla="*/ 653747 w 1950394"/>
              <a:gd name="connsiteY172" fmla="*/ 1622233 h 1950394"/>
              <a:gd name="connsiteX173" fmla="*/ 693478 w 1950394"/>
              <a:gd name="connsiteY173" fmla="*/ 1568571 h 1950394"/>
              <a:gd name="connsiteX174" fmla="*/ 711537 w 1950394"/>
              <a:gd name="connsiteY174" fmla="*/ 1564959 h 1950394"/>
              <a:gd name="connsiteX175" fmla="*/ 743528 w 1950394"/>
              <a:gd name="connsiteY175" fmla="*/ 1578375 h 1950394"/>
              <a:gd name="connsiteX176" fmla="*/ 753847 w 1950394"/>
              <a:gd name="connsiteY176" fmla="*/ 1593854 h 1950394"/>
              <a:gd name="connsiteX177" fmla="*/ 744044 w 1950394"/>
              <a:gd name="connsiteY177" fmla="*/ 1658351 h 1950394"/>
              <a:gd name="connsiteX178" fmla="*/ 752299 w 1950394"/>
              <a:gd name="connsiteY178" fmla="*/ 1673831 h 1950394"/>
              <a:gd name="connsiteX179" fmla="*/ 818344 w 1950394"/>
              <a:gd name="connsiteY179" fmla="*/ 1691374 h 1950394"/>
              <a:gd name="connsiteX180" fmla="*/ 832276 w 1950394"/>
              <a:gd name="connsiteY180" fmla="*/ 1682602 h 1950394"/>
              <a:gd name="connsiteX181" fmla="*/ 857043 w 1950394"/>
              <a:gd name="connsiteY181" fmla="*/ 1619653 h 1950394"/>
              <a:gd name="connsiteX182" fmla="*/ 868910 w 1950394"/>
              <a:gd name="connsiteY182" fmla="*/ 1612429 h 1950394"/>
              <a:gd name="connsiteX183" fmla="*/ 908640 w 1950394"/>
              <a:gd name="connsiteY183" fmla="*/ 1617589 h 1950394"/>
              <a:gd name="connsiteX184" fmla="*/ 922056 w 1950394"/>
              <a:gd name="connsiteY184" fmla="*/ 1630488 h 1950394"/>
              <a:gd name="connsiteX185" fmla="*/ 929279 w 1950394"/>
              <a:gd name="connsiteY185" fmla="*/ 1692922 h 1950394"/>
              <a:gd name="connsiteX186" fmla="*/ 942695 w 1950394"/>
              <a:gd name="connsiteY186" fmla="*/ 1707369 h 1950394"/>
              <a:gd name="connsiteX187" fmla="*/ 1007192 w 1950394"/>
              <a:gd name="connsiteY187" fmla="*/ 1707369 h 1950394"/>
              <a:gd name="connsiteX188" fmla="*/ 1020607 w 1950394"/>
              <a:gd name="connsiteY188" fmla="*/ 1692406 h 1950394"/>
              <a:gd name="connsiteX189" fmla="*/ 1028347 w 1950394"/>
              <a:gd name="connsiteY189" fmla="*/ 1628941 h 1950394"/>
              <a:gd name="connsiteX190" fmla="*/ 1040215 w 1950394"/>
              <a:gd name="connsiteY190" fmla="*/ 1617589 h 1950394"/>
              <a:gd name="connsiteX191" fmla="*/ 1078397 w 1950394"/>
              <a:gd name="connsiteY191" fmla="*/ 1612429 h 1950394"/>
              <a:gd name="connsiteX192" fmla="*/ 1092844 w 1950394"/>
              <a:gd name="connsiteY192" fmla="*/ 1619653 h 1950394"/>
              <a:gd name="connsiteX193" fmla="*/ 1117095 w 1950394"/>
              <a:gd name="connsiteY193" fmla="*/ 1681570 h 1950394"/>
              <a:gd name="connsiteX194" fmla="*/ 1130511 w 1950394"/>
              <a:gd name="connsiteY194" fmla="*/ 1690858 h 1950394"/>
              <a:gd name="connsiteX195" fmla="*/ 1196556 w 1950394"/>
              <a:gd name="connsiteY195" fmla="*/ 1673315 h 1950394"/>
              <a:gd name="connsiteX196" fmla="*/ 1204811 w 1950394"/>
              <a:gd name="connsiteY196" fmla="*/ 1656803 h 1950394"/>
              <a:gd name="connsiteX197" fmla="*/ 1198104 w 1950394"/>
              <a:gd name="connsiteY197" fmla="*/ 1613977 h 1950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1950394" h="1950394">
                <a:moveTo>
                  <a:pt x="977265" y="1954006"/>
                </a:moveTo>
                <a:cubicBezTo>
                  <a:pt x="444261" y="1950394"/>
                  <a:pt x="1552" y="1529873"/>
                  <a:pt x="4" y="977261"/>
                </a:cubicBezTo>
                <a:cubicBezTo>
                  <a:pt x="-1544" y="439613"/>
                  <a:pt x="427749" y="0"/>
                  <a:pt x="976749" y="0"/>
                </a:cubicBezTo>
                <a:cubicBezTo>
                  <a:pt x="1519041" y="0"/>
                  <a:pt x="1952978" y="432905"/>
                  <a:pt x="1953494" y="976229"/>
                </a:cubicBezTo>
                <a:cubicBezTo>
                  <a:pt x="1953494" y="1512846"/>
                  <a:pt x="1525749" y="1948330"/>
                  <a:pt x="977265" y="1954006"/>
                </a:cubicBezTo>
                <a:close/>
                <a:moveTo>
                  <a:pt x="1198104" y="1613977"/>
                </a:moveTo>
                <a:cubicBezTo>
                  <a:pt x="1198104" y="1578891"/>
                  <a:pt x="1194492" y="1586630"/>
                  <a:pt x="1221839" y="1574763"/>
                </a:cubicBezTo>
                <a:cubicBezTo>
                  <a:pt x="1228030" y="1572183"/>
                  <a:pt x="1234738" y="1569603"/>
                  <a:pt x="1240930" y="1566507"/>
                </a:cubicBezTo>
                <a:cubicBezTo>
                  <a:pt x="1247637" y="1562896"/>
                  <a:pt x="1252797" y="1563927"/>
                  <a:pt x="1257957" y="1569603"/>
                </a:cubicBezTo>
                <a:cubicBezTo>
                  <a:pt x="1272920" y="1586630"/>
                  <a:pt x="1290464" y="1602110"/>
                  <a:pt x="1298203" y="1624297"/>
                </a:cubicBezTo>
                <a:cubicBezTo>
                  <a:pt x="1300783" y="1631520"/>
                  <a:pt x="1304395" y="1633068"/>
                  <a:pt x="1311619" y="1629456"/>
                </a:cubicBezTo>
                <a:cubicBezTo>
                  <a:pt x="1333290" y="1618105"/>
                  <a:pt x="1354445" y="1605722"/>
                  <a:pt x="1375084" y="1592822"/>
                </a:cubicBezTo>
                <a:cubicBezTo>
                  <a:pt x="1382824" y="1588178"/>
                  <a:pt x="1381791" y="1584051"/>
                  <a:pt x="1377148" y="1578891"/>
                </a:cubicBezTo>
                <a:cubicBezTo>
                  <a:pt x="1361152" y="1560832"/>
                  <a:pt x="1356509" y="1537613"/>
                  <a:pt x="1349285" y="1515426"/>
                </a:cubicBezTo>
                <a:cubicBezTo>
                  <a:pt x="1347221" y="1509750"/>
                  <a:pt x="1348253" y="1505622"/>
                  <a:pt x="1353413" y="1502010"/>
                </a:cubicBezTo>
                <a:cubicBezTo>
                  <a:pt x="1364248" y="1493754"/>
                  <a:pt x="1375600" y="1485499"/>
                  <a:pt x="1385919" y="1476727"/>
                </a:cubicBezTo>
                <a:cubicBezTo>
                  <a:pt x="1391079" y="1472600"/>
                  <a:pt x="1395723" y="1473115"/>
                  <a:pt x="1400883" y="1476727"/>
                </a:cubicBezTo>
                <a:cubicBezTo>
                  <a:pt x="1419458" y="1489111"/>
                  <a:pt x="1440097" y="1498914"/>
                  <a:pt x="1452996" y="1518005"/>
                </a:cubicBezTo>
                <a:cubicBezTo>
                  <a:pt x="1457640" y="1525229"/>
                  <a:pt x="1463316" y="1525745"/>
                  <a:pt x="1470024" y="1519553"/>
                </a:cubicBezTo>
                <a:cubicBezTo>
                  <a:pt x="1487051" y="1503558"/>
                  <a:pt x="1503562" y="1487047"/>
                  <a:pt x="1519041" y="1470535"/>
                </a:cubicBezTo>
                <a:cubicBezTo>
                  <a:pt x="1525233" y="1464344"/>
                  <a:pt x="1525749" y="1458668"/>
                  <a:pt x="1518010" y="1453508"/>
                </a:cubicBezTo>
                <a:cubicBezTo>
                  <a:pt x="1498402" y="1440093"/>
                  <a:pt x="1488599" y="1418938"/>
                  <a:pt x="1475699" y="1400363"/>
                </a:cubicBezTo>
                <a:cubicBezTo>
                  <a:pt x="1472088" y="1395203"/>
                  <a:pt x="1472088" y="1391075"/>
                  <a:pt x="1476215" y="1386431"/>
                </a:cubicBezTo>
                <a:cubicBezTo>
                  <a:pt x="1484987" y="1375596"/>
                  <a:pt x="1493243" y="1364760"/>
                  <a:pt x="1501498" y="1353925"/>
                </a:cubicBezTo>
                <a:cubicBezTo>
                  <a:pt x="1505626" y="1348249"/>
                  <a:pt x="1510270" y="1348249"/>
                  <a:pt x="1515946" y="1349797"/>
                </a:cubicBezTo>
                <a:cubicBezTo>
                  <a:pt x="1538133" y="1357020"/>
                  <a:pt x="1560836" y="1362180"/>
                  <a:pt x="1579411" y="1377660"/>
                </a:cubicBezTo>
                <a:cubicBezTo>
                  <a:pt x="1584571" y="1382303"/>
                  <a:pt x="1588182" y="1382303"/>
                  <a:pt x="1592310" y="1375596"/>
                </a:cubicBezTo>
                <a:cubicBezTo>
                  <a:pt x="1605210" y="1354441"/>
                  <a:pt x="1617593" y="1333801"/>
                  <a:pt x="1628945" y="1312130"/>
                </a:cubicBezTo>
                <a:cubicBezTo>
                  <a:pt x="1632557" y="1304907"/>
                  <a:pt x="1631009" y="1300779"/>
                  <a:pt x="1623785" y="1298199"/>
                </a:cubicBezTo>
                <a:cubicBezTo>
                  <a:pt x="1605726" y="1291491"/>
                  <a:pt x="1591794" y="1278592"/>
                  <a:pt x="1577863" y="1265692"/>
                </a:cubicBezTo>
                <a:cubicBezTo>
                  <a:pt x="1560320" y="1248665"/>
                  <a:pt x="1560836" y="1253309"/>
                  <a:pt x="1571155" y="1230090"/>
                </a:cubicBezTo>
                <a:cubicBezTo>
                  <a:pt x="1574251" y="1222866"/>
                  <a:pt x="1577347" y="1215643"/>
                  <a:pt x="1579927" y="1208419"/>
                </a:cubicBezTo>
                <a:cubicBezTo>
                  <a:pt x="1582507" y="1200163"/>
                  <a:pt x="1587667" y="1197583"/>
                  <a:pt x="1596438" y="1197583"/>
                </a:cubicBezTo>
                <a:cubicBezTo>
                  <a:pt x="1618625" y="1198100"/>
                  <a:pt x="1640296" y="1197583"/>
                  <a:pt x="1660935" y="1207387"/>
                </a:cubicBezTo>
                <a:cubicBezTo>
                  <a:pt x="1668159" y="1210483"/>
                  <a:pt x="1672287" y="1209967"/>
                  <a:pt x="1675383" y="1201195"/>
                </a:cubicBezTo>
                <a:cubicBezTo>
                  <a:pt x="1682090" y="1178492"/>
                  <a:pt x="1688282" y="1155789"/>
                  <a:pt x="1693442" y="1132570"/>
                </a:cubicBezTo>
                <a:cubicBezTo>
                  <a:pt x="1695506" y="1123283"/>
                  <a:pt x="1692926" y="1119671"/>
                  <a:pt x="1684154" y="1119155"/>
                </a:cubicBezTo>
                <a:cubicBezTo>
                  <a:pt x="1660935" y="1117091"/>
                  <a:pt x="1641328" y="1104192"/>
                  <a:pt x="1621205" y="1093872"/>
                </a:cubicBezTo>
                <a:cubicBezTo>
                  <a:pt x="1616561" y="1091808"/>
                  <a:pt x="1613465" y="1088712"/>
                  <a:pt x="1614497" y="1083037"/>
                </a:cubicBezTo>
                <a:cubicBezTo>
                  <a:pt x="1616561" y="1069621"/>
                  <a:pt x="1618625" y="1055690"/>
                  <a:pt x="1620173" y="1042274"/>
                </a:cubicBezTo>
                <a:cubicBezTo>
                  <a:pt x="1621205" y="1034535"/>
                  <a:pt x="1625333" y="1031439"/>
                  <a:pt x="1632557" y="1029891"/>
                </a:cubicBezTo>
                <a:cubicBezTo>
                  <a:pt x="1653712" y="1025763"/>
                  <a:pt x="1673835" y="1018539"/>
                  <a:pt x="1696022" y="1022667"/>
                </a:cubicBezTo>
                <a:cubicBezTo>
                  <a:pt x="1704793" y="1024215"/>
                  <a:pt x="1708921" y="1020603"/>
                  <a:pt x="1709437" y="1010800"/>
                </a:cubicBezTo>
                <a:cubicBezTo>
                  <a:pt x="1710469" y="988612"/>
                  <a:pt x="1710985" y="966426"/>
                  <a:pt x="1709437" y="943723"/>
                </a:cubicBezTo>
                <a:cubicBezTo>
                  <a:pt x="1708921" y="933403"/>
                  <a:pt x="1704793" y="929791"/>
                  <a:pt x="1694990" y="931339"/>
                </a:cubicBezTo>
                <a:cubicBezTo>
                  <a:pt x="1680026" y="933919"/>
                  <a:pt x="1665063" y="931855"/>
                  <a:pt x="1650616" y="928243"/>
                </a:cubicBezTo>
                <a:cubicBezTo>
                  <a:pt x="1619141" y="919988"/>
                  <a:pt x="1621205" y="928243"/>
                  <a:pt x="1618109" y="892125"/>
                </a:cubicBezTo>
                <a:cubicBezTo>
                  <a:pt x="1617593" y="885933"/>
                  <a:pt x="1616561" y="880257"/>
                  <a:pt x="1615013" y="874582"/>
                </a:cubicBezTo>
                <a:cubicBezTo>
                  <a:pt x="1612949" y="866842"/>
                  <a:pt x="1616561" y="862714"/>
                  <a:pt x="1622753" y="859102"/>
                </a:cubicBezTo>
                <a:cubicBezTo>
                  <a:pt x="1642876" y="849299"/>
                  <a:pt x="1661967" y="836915"/>
                  <a:pt x="1684670" y="834851"/>
                </a:cubicBezTo>
                <a:cubicBezTo>
                  <a:pt x="1692410" y="834335"/>
                  <a:pt x="1696022" y="830724"/>
                  <a:pt x="1693442" y="821952"/>
                </a:cubicBezTo>
                <a:cubicBezTo>
                  <a:pt x="1687766" y="799249"/>
                  <a:pt x="1682090" y="776030"/>
                  <a:pt x="1674867" y="753327"/>
                </a:cubicBezTo>
                <a:cubicBezTo>
                  <a:pt x="1671771" y="744039"/>
                  <a:pt x="1667643" y="743007"/>
                  <a:pt x="1659903" y="746619"/>
                </a:cubicBezTo>
                <a:cubicBezTo>
                  <a:pt x="1638748" y="756423"/>
                  <a:pt x="1616561" y="755907"/>
                  <a:pt x="1594374" y="756423"/>
                </a:cubicBezTo>
                <a:cubicBezTo>
                  <a:pt x="1587667" y="756423"/>
                  <a:pt x="1583023" y="754359"/>
                  <a:pt x="1580443" y="747651"/>
                </a:cubicBezTo>
                <a:cubicBezTo>
                  <a:pt x="1575799" y="735784"/>
                  <a:pt x="1571155" y="724432"/>
                  <a:pt x="1565995" y="713081"/>
                </a:cubicBezTo>
                <a:cubicBezTo>
                  <a:pt x="1562900" y="705857"/>
                  <a:pt x="1564448" y="701213"/>
                  <a:pt x="1570123" y="696054"/>
                </a:cubicBezTo>
                <a:cubicBezTo>
                  <a:pt x="1586635" y="681090"/>
                  <a:pt x="1602114" y="664579"/>
                  <a:pt x="1623269" y="656323"/>
                </a:cubicBezTo>
                <a:cubicBezTo>
                  <a:pt x="1631009" y="653227"/>
                  <a:pt x="1632557" y="649616"/>
                  <a:pt x="1628429" y="641876"/>
                </a:cubicBezTo>
                <a:cubicBezTo>
                  <a:pt x="1617077" y="620721"/>
                  <a:pt x="1605210" y="599566"/>
                  <a:pt x="1592310" y="579443"/>
                </a:cubicBezTo>
                <a:cubicBezTo>
                  <a:pt x="1587667" y="572219"/>
                  <a:pt x="1584055" y="572219"/>
                  <a:pt x="1578379" y="576863"/>
                </a:cubicBezTo>
                <a:cubicBezTo>
                  <a:pt x="1564963" y="587698"/>
                  <a:pt x="1548968" y="594406"/>
                  <a:pt x="1532457" y="599050"/>
                </a:cubicBezTo>
                <a:cubicBezTo>
                  <a:pt x="1499950" y="607821"/>
                  <a:pt x="1510270" y="610917"/>
                  <a:pt x="1490147" y="585118"/>
                </a:cubicBezTo>
                <a:cubicBezTo>
                  <a:pt x="1486019" y="579443"/>
                  <a:pt x="1481891" y="574283"/>
                  <a:pt x="1477247" y="569123"/>
                </a:cubicBezTo>
                <a:cubicBezTo>
                  <a:pt x="1472088" y="563447"/>
                  <a:pt x="1472088" y="558288"/>
                  <a:pt x="1476731" y="552096"/>
                </a:cubicBezTo>
                <a:cubicBezTo>
                  <a:pt x="1489115" y="533521"/>
                  <a:pt x="1498918" y="513397"/>
                  <a:pt x="1518525" y="499982"/>
                </a:cubicBezTo>
                <a:cubicBezTo>
                  <a:pt x="1525233" y="495338"/>
                  <a:pt x="1525233" y="490178"/>
                  <a:pt x="1519557" y="483987"/>
                </a:cubicBezTo>
                <a:cubicBezTo>
                  <a:pt x="1503562" y="466960"/>
                  <a:pt x="1487051" y="450448"/>
                  <a:pt x="1470540" y="434453"/>
                </a:cubicBezTo>
                <a:cubicBezTo>
                  <a:pt x="1463316" y="427745"/>
                  <a:pt x="1458156" y="428261"/>
                  <a:pt x="1452480" y="436001"/>
                </a:cubicBezTo>
                <a:cubicBezTo>
                  <a:pt x="1443709" y="448384"/>
                  <a:pt x="1431841" y="457672"/>
                  <a:pt x="1418942" y="465412"/>
                </a:cubicBezTo>
                <a:cubicBezTo>
                  <a:pt x="1393143" y="481407"/>
                  <a:pt x="1393143" y="481407"/>
                  <a:pt x="1369408" y="463348"/>
                </a:cubicBezTo>
                <a:cubicBezTo>
                  <a:pt x="1364764" y="459736"/>
                  <a:pt x="1360121" y="455608"/>
                  <a:pt x="1354961" y="452512"/>
                </a:cubicBezTo>
                <a:cubicBezTo>
                  <a:pt x="1348253" y="448384"/>
                  <a:pt x="1347221" y="443225"/>
                  <a:pt x="1349801" y="436001"/>
                </a:cubicBezTo>
                <a:cubicBezTo>
                  <a:pt x="1357025" y="414330"/>
                  <a:pt x="1361668" y="391627"/>
                  <a:pt x="1377148" y="374084"/>
                </a:cubicBezTo>
                <a:cubicBezTo>
                  <a:pt x="1382307" y="368408"/>
                  <a:pt x="1381276" y="364280"/>
                  <a:pt x="1374052" y="360152"/>
                </a:cubicBezTo>
                <a:cubicBezTo>
                  <a:pt x="1353929" y="347769"/>
                  <a:pt x="1333806" y="335385"/>
                  <a:pt x="1312651" y="324550"/>
                </a:cubicBezTo>
                <a:cubicBezTo>
                  <a:pt x="1304911" y="320422"/>
                  <a:pt x="1299751" y="320422"/>
                  <a:pt x="1296655" y="329193"/>
                </a:cubicBezTo>
                <a:cubicBezTo>
                  <a:pt x="1288916" y="350865"/>
                  <a:pt x="1271888" y="365828"/>
                  <a:pt x="1256925" y="382855"/>
                </a:cubicBezTo>
                <a:cubicBezTo>
                  <a:pt x="1251249" y="389047"/>
                  <a:pt x="1246090" y="389563"/>
                  <a:pt x="1238866" y="386467"/>
                </a:cubicBezTo>
                <a:cubicBezTo>
                  <a:pt x="1228546" y="381307"/>
                  <a:pt x="1217711" y="377179"/>
                  <a:pt x="1206875" y="373052"/>
                </a:cubicBezTo>
                <a:cubicBezTo>
                  <a:pt x="1199136" y="370472"/>
                  <a:pt x="1196556" y="365312"/>
                  <a:pt x="1196556" y="357572"/>
                </a:cubicBezTo>
                <a:cubicBezTo>
                  <a:pt x="1197072" y="335385"/>
                  <a:pt x="1196556" y="313714"/>
                  <a:pt x="1206359" y="293075"/>
                </a:cubicBezTo>
                <a:cubicBezTo>
                  <a:pt x="1209971" y="285335"/>
                  <a:pt x="1208939" y="280692"/>
                  <a:pt x="1199652" y="278112"/>
                </a:cubicBezTo>
                <a:cubicBezTo>
                  <a:pt x="1176949" y="271404"/>
                  <a:pt x="1154246" y="265212"/>
                  <a:pt x="1131027" y="259537"/>
                </a:cubicBezTo>
                <a:cubicBezTo>
                  <a:pt x="1122255" y="257473"/>
                  <a:pt x="1119159" y="260569"/>
                  <a:pt x="1118127" y="268308"/>
                </a:cubicBezTo>
                <a:cubicBezTo>
                  <a:pt x="1116063" y="291527"/>
                  <a:pt x="1103164" y="311134"/>
                  <a:pt x="1093360" y="331258"/>
                </a:cubicBezTo>
                <a:cubicBezTo>
                  <a:pt x="1090780" y="336933"/>
                  <a:pt x="1086653" y="339513"/>
                  <a:pt x="1079945" y="338481"/>
                </a:cubicBezTo>
                <a:cubicBezTo>
                  <a:pt x="1067561" y="336417"/>
                  <a:pt x="1055178" y="334869"/>
                  <a:pt x="1042794" y="333837"/>
                </a:cubicBezTo>
                <a:cubicBezTo>
                  <a:pt x="1034539" y="332805"/>
                  <a:pt x="1029895" y="329193"/>
                  <a:pt x="1028347" y="320422"/>
                </a:cubicBezTo>
                <a:cubicBezTo>
                  <a:pt x="1024735" y="299783"/>
                  <a:pt x="1016996" y="279660"/>
                  <a:pt x="1021123" y="257989"/>
                </a:cubicBezTo>
                <a:cubicBezTo>
                  <a:pt x="1022671" y="248701"/>
                  <a:pt x="1019059" y="244057"/>
                  <a:pt x="1008740" y="243541"/>
                </a:cubicBezTo>
                <a:cubicBezTo>
                  <a:pt x="986553" y="242509"/>
                  <a:pt x="964366" y="242509"/>
                  <a:pt x="941663" y="243541"/>
                </a:cubicBezTo>
                <a:cubicBezTo>
                  <a:pt x="931859" y="244057"/>
                  <a:pt x="928247" y="248185"/>
                  <a:pt x="929795" y="256957"/>
                </a:cubicBezTo>
                <a:cubicBezTo>
                  <a:pt x="933923" y="279144"/>
                  <a:pt x="926184" y="299267"/>
                  <a:pt x="922572" y="320422"/>
                </a:cubicBezTo>
                <a:cubicBezTo>
                  <a:pt x="921024" y="328678"/>
                  <a:pt x="916896" y="332290"/>
                  <a:pt x="909156" y="333321"/>
                </a:cubicBezTo>
                <a:cubicBezTo>
                  <a:pt x="896773" y="334869"/>
                  <a:pt x="884389" y="335901"/>
                  <a:pt x="872006" y="337965"/>
                </a:cubicBezTo>
                <a:cubicBezTo>
                  <a:pt x="864782" y="339513"/>
                  <a:pt x="860654" y="336933"/>
                  <a:pt x="857559" y="330226"/>
                </a:cubicBezTo>
                <a:cubicBezTo>
                  <a:pt x="847755" y="310102"/>
                  <a:pt x="835371" y="291527"/>
                  <a:pt x="833308" y="268308"/>
                </a:cubicBezTo>
                <a:cubicBezTo>
                  <a:pt x="832276" y="259537"/>
                  <a:pt x="828664" y="256957"/>
                  <a:pt x="819892" y="259021"/>
                </a:cubicBezTo>
                <a:cubicBezTo>
                  <a:pt x="797705" y="264180"/>
                  <a:pt x="775518" y="269856"/>
                  <a:pt x="753847" y="276564"/>
                </a:cubicBezTo>
                <a:cubicBezTo>
                  <a:pt x="744044" y="279660"/>
                  <a:pt x="740948" y="283272"/>
                  <a:pt x="745591" y="293075"/>
                </a:cubicBezTo>
                <a:cubicBezTo>
                  <a:pt x="751783" y="308039"/>
                  <a:pt x="754879" y="323518"/>
                  <a:pt x="754879" y="339513"/>
                </a:cubicBezTo>
                <a:cubicBezTo>
                  <a:pt x="754879" y="367892"/>
                  <a:pt x="755395" y="367892"/>
                  <a:pt x="728564" y="378728"/>
                </a:cubicBezTo>
                <a:cubicBezTo>
                  <a:pt x="722888" y="380791"/>
                  <a:pt x="717213" y="383371"/>
                  <a:pt x="712053" y="385951"/>
                </a:cubicBezTo>
                <a:cubicBezTo>
                  <a:pt x="705345" y="389563"/>
                  <a:pt x="700185" y="388531"/>
                  <a:pt x="695026" y="382855"/>
                </a:cubicBezTo>
                <a:cubicBezTo>
                  <a:pt x="679546" y="365828"/>
                  <a:pt x="662519" y="350349"/>
                  <a:pt x="654779" y="328161"/>
                </a:cubicBezTo>
                <a:cubicBezTo>
                  <a:pt x="652200" y="320938"/>
                  <a:pt x="648588" y="319390"/>
                  <a:pt x="641364" y="323002"/>
                </a:cubicBezTo>
                <a:cubicBezTo>
                  <a:pt x="619693" y="334353"/>
                  <a:pt x="598538" y="346737"/>
                  <a:pt x="577899" y="359636"/>
                </a:cubicBezTo>
                <a:cubicBezTo>
                  <a:pt x="571707" y="363248"/>
                  <a:pt x="570159" y="366860"/>
                  <a:pt x="574803" y="372536"/>
                </a:cubicBezTo>
                <a:cubicBezTo>
                  <a:pt x="590798" y="390595"/>
                  <a:pt x="595958" y="413298"/>
                  <a:pt x="602666" y="435485"/>
                </a:cubicBezTo>
                <a:cubicBezTo>
                  <a:pt x="604730" y="442193"/>
                  <a:pt x="604214" y="446836"/>
                  <a:pt x="598022" y="450964"/>
                </a:cubicBezTo>
                <a:cubicBezTo>
                  <a:pt x="587702" y="458188"/>
                  <a:pt x="577383" y="466444"/>
                  <a:pt x="567579" y="474699"/>
                </a:cubicBezTo>
                <a:cubicBezTo>
                  <a:pt x="561388" y="479859"/>
                  <a:pt x="556744" y="478827"/>
                  <a:pt x="550552" y="474699"/>
                </a:cubicBezTo>
                <a:cubicBezTo>
                  <a:pt x="531977" y="462316"/>
                  <a:pt x="511854" y="451996"/>
                  <a:pt x="498438" y="432905"/>
                </a:cubicBezTo>
                <a:cubicBezTo>
                  <a:pt x="494310" y="426713"/>
                  <a:pt x="489151" y="426197"/>
                  <a:pt x="483475" y="431357"/>
                </a:cubicBezTo>
                <a:cubicBezTo>
                  <a:pt x="465932" y="447352"/>
                  <a:pt x="448904" y="464895"/>
                  <a:pt x="432393" y="482439"/>
                </a:cubicBezTo>
                <a:cubicBezTo>
                  <a:pt x="427233" y="488114"/>
                  <a:pt x="426717" y="493274"/>
                  <a:pt x="433425" y="497402"/>
                </a:cubicBezTo>
                <a:cubicBezTo>
                  <a:pt x="453032" y="510818"/>
                  <a:pt x="462836" y="531457"/>
                  <a:pt x="475735" y="550032"/>
                </a:cubicBezTo>
                <a:cubicBezTo>
                  <a:pt x="479863" y="555708"/>
                  <a:pt x="479863" y="560867"/>
                  <a:pt x="475219" y="566027"/>
                </a:cubicBezTo>
                <a:cubicBezTo>
                  <a:pt x="466964" y="576347"/>
                  <a:pt x="458708" y="587182"/>
                  <a:pt x="450968" y="597502"/>
                </a:cubicBezTo>
                <a:cubicBezTo>
                  <a:pt x="447357" y="602146"/>
                  <a:pt x="443745" y="603694"/>
                  <a:pt x="437553" y="601629"/>
                </a:cubicBezTo>
                <a:cubicBezTo>
                  <a:pt x="414850" y="594406"/>
                  <a:pt x="391631" y="589246"/>
                  <a:pt x="373056" y="573251"/>
                </a:cubicBezTo>
                <a:cubicBezTo>
                  <a:pt x="367896" y="568607"/>
                  <a:pt x="363768" y="568607"/>
                  <a:pt x="360156" y="575315"/>
                </a:cubicBezTo>
                <a:cubicBezTo>
                  <a:pt x="347257" y="596470"/>
                  <a:pt x="334358" y="617109"/>
                  <a:pt x="323522" y="638780"/>
                </a:cubicBezTo>
                <a:cubicBezTo>
                  <a:pt x="319910" y="646004"/>
                  <a:pt x="320942" y="650131"/>
                  <a:pt x="328166" y="652711"/>
                </a:cubicBezTo>
                <a:cubicBezTo>
                  <a:pt x="346225" y="659419"/>
                  <a:pt x="360672" y="672318"/>
                  <a:pt x="374088" y="685218"/>
                </a:cubicBezTo>
                <a:cubicBezTo>
                  <a:pt x="392147" y="702245"/>
                  <a:pt x="391115" y="698117"/>
                  <a:pt x="380795" y="720820"/>
                </a:cubicBezTo>
                <a:cubicBezTo>
                  <a:pt x="377700" y="728044"/>
                  <a:pt x="374604" y="735268"/>
                  <a:pt x="372024" y="742492"/>
                </a:cubicBezTo>
                <a:cubicBezTo>
                  <a:pt x="369444" y="750747"/>
                  <a:pt x="364284" y="753327"/>
                  <a:pt x="355513" y="753327"/>
                </a:cubicBezTo>
                <a:cubicBezTo>
                  <a:pt x="333326" y="752811"/>
                  <a:pt x="311655" y="753327"/>
                  <a:pt x="291015" y="743523"/>
                </a:cubicBezTo>
                <a:cubicBezTo>
                  <a:pt x="282760" y="739396"/>
                  <a:pt x="279148" y="742492"/>
                  <a:pt x="276568" y="751263"/>
                </a:cubicBezTo>
                <a:cubicBezTo>
                  <a:pt x="269860" y="773450"/>
                  <a:pt x="264185" y="796153"/>
                  <a:pt x="258509" y="818340"/>
                </a:cubicBezTo>
                <a:cubicBezTo>
                  <a:pt x="256445" y="827628"/>
                  <a:pt x="259025" y="831239"/>
                  <a:pt x="267796" y="831756"/>
                </a:cubicBezTo>
                <a:cubicBezTo>
                  <a:pt x="291015" y="833819"/>
                  <a:pt x="310623" y="846719"/>
                  <a:pt x="330746" y="857038"/>
                </a:cubicBezTo>
                <a:cubicBezTo>
                  <a:pt x="335905" y="859618"/>
                  <a:pt x="338485" y="863230"/>
                  <a:pt x="337453" y="869422"/>
                </a:cubicBezTo>
                <a:cubicBezTo>
                  <a:pt x="335389" y="881805"/>
                  <a:pt x="333842" y="894189"/>
                  <a:pt x="332810" y="906572"/>
                </a:cubicBezTo>
                <a:cubicBezTo>
                  <a:pt x="331778" y="915344"/>
                  <a:pt x="328166" y="919988"/>
                  <a:pt x="318878" y="922052"/>
                </a:cubicBezTo>
                <a:cubicBezTo>
                  <a:pt x="298239" y="925664"/>
                  <a:pt x="278116" y="932887"/>
                  <a:pt x="256445" y="929275"/>
                </a:cubicBezTo>
                <a:cubicBezTo>
                  <a:pt x="246125" y="927211"/>
                  <a:pt x="243029" y="932371"/>
                  <a:pt x="242514" y="942175"/>
                </a:cubicBezTo>
                <a:cubicBezTo>
                  <a:pt x="241482" y="963846"/>
                  <a:pt x="241482" y="985001"/>
                  <a:pt x="242514" y="1006672"/>
                </a:cubicBezTo>
                <a:cubicBezTo>
                  <a:pt x="243029" y="1018023"/>
                  <a:pt x="247157" y="1022667"/>
                  <a:pt x="257993" y="1020603"/>
                </a:cubicBezTo>
                <a:cubicBezTo>
                  <a:pt x="280180" y="1016475"/>
                  <a:pt x="300303" y="1024731"/>
                  <a:pt x="321458" y="1028343"/>
                </a:cubicBezTo>
                <a:cubicBezTo>
                  <a:pt x="327650" y="1029375"/>
                  <a:pt x="331262" y="1032987"/>
                  <a:pt x="331778" y="1039694"/>
                </a:cubicBezTo>
                <a:cubicBezTo>
                  <a:pt x="333326" y="1052594"/>
                  <a:pt x="334358" y="1065493"/>
                  <a:pt x="336937" y="1077877"/>
                </a:cubicBezTo>
                <a:cubicBezTo>
                  <a:pt x="338485" y="1085617"/>
                  <a:pt x="335905" y="1089744"/>
                  <a:pt x="329198" y="1093356"/>
                </a:cubicBezTo>
                <a:cubicBezTo>
                  <a:pt x="309075" y="1103676"/>
                  <a:pt x="289467" y="1115543"/>
                  <a:pt x="265733" y="1117607"/>
                </a:cubicBezTo>
                <a:cubicBezTo>
                  <a:pt x="257993" y="1118123"/>
                  <a:pt x="255929" y="1122251"/>
                  <a:pt x="257993" y="1129990"/>
                </a:cubicBezTo>
                <a:cubicBezTo>
                  <a:pt x="263669" y="1153209"/>
                  <a:pt x="269344" y="1175913"/>
                  <a:pt x="276568" y="1198615"/>
                </a:cubicBezTo>
                <a:cubicBezTo>
                  <a:pt x="279148" y="1207903"/>
                  <a:pt x="283276" y="1209451"/>
                  <a:pt x="291531" y="1205839"/>
                </a:cubicBezTo>
                <a:cubicBezTo>
                  <a:pt x="308559" y="1198100"/>
                  <a:pt x="327134" y="1196035"/>
                  <a:pt x="345709" y="1196035"/>
                </a:cubicBezTo>
                <a:cubicBezTo>
                  <a:pt x="371508" y="1196035"/>
                  <a:pt x="366348" y="1193456"/>
                  <a:pt x="375636" y="1216675"/>
                </a:cubicBezTo>
                <a:cubicBezTo>
                  <a:pt x="378216" y="1223382"/>
                  <a:pt x="380795" y="1230606"/>
                  <a:pt x="384407" y="1236798"/>
                </a:cubicBezTo>
                <a:cubicBezTo>
                  <a:pt x="389051" y="1245569"/>
                  <a:pt x="386987" y="1251761"/>
                  <a:pt x="379764" y="1257953"/>
                </a:cubicBezTo>
                <a:cubicBezTo>
                  <a:pt x="363252" y="1272400"/>
                  <a:pt x="348289" y="1288396"/>
                  <a:pt x="327134" y="1296651"/>
                </a:cubicBezTo>
                <a:cubicBezTo>
                  <a:pt x="319394" y="1299231"/>
                  <a:pt x="319394" y="1303875"/>
                  <a:pt x="322490" y="1310583"/>
                </a:cubicBezTo>
                <a:cubicBezTo>
                  <a:pt x="333842" y="1332254"/>
                  <a:pt x="346225" y="1353409"/>
                  <a:pt x="359124" y="1374048"/>
                </a:cubicBezTo>
                <a:cubicBezTo>
                  <a:pt x="362736" y="1379724"/>
                  <a:pt x="365832" y="1380755"/>
                  <a:pt x="370992" y="1376628"/>
                </a:cubicBezTo>
                <a:cubicBezTo>
                  <a:pt x="389051" y="1361148"/>
                  <a:pt x="412270" y="1355988"/>
                  <a:pt x="433941" y="1348765"/>
                </a:cubicBezTo>
                <a:cubicBezTo>
                  <a:pt x="441165" y="1346185"/>
                  <a:pt x="445809" y="1347217"/>
                  <a:pt x="450452" y="1353925"/>
                </a:cubicBezTo>
                <a:cubicBezTo>
                  <a:pt x="457676" y="1364760"/>
                  <a:pt x="465932" y="1374564"/>
                  <a:pt x="474187" y="1384367"/>
                </a:cubicBezTo>
                <a:cubicBezTo>
                  <a:pt x="478315" y="1389527"/>
                  <a:pt x="478831" y="1393655"/>
                  <a:pt x="475219" y="1399331"/>
                </a:cubicBezTo>
                <a:cubicBezTo>
                  <a:pt x="462320" y="1417906"/>
                  <a:pt x="452516" y="1439061"/>
                  <a:pt x="432909" y="1452476"/>
                </a:cubicBezTo>
                <a:cubicBezTo>
                  <a:pt x="426201" y="1457120"/>
                  <a:pt x="425685" y="1461764"/>
                  <a:pt x="431877" y="1468471"/>
                </a:cubicBezTo>
                <a:cubicBezTo>
                  <a:pt x="447873" y="1486015"/>
                  <a:pt x="464384" y="1502526"/>
                  <a:pt x="481927" y="1518521"/>
                </a:cubicBezTo>
                <a:cubicBezTo>
                  <a:pt x="488119" y="1524197"/>
                  <a:pt x="493279" y="1524197"/>
                  <a:pt x="497922" y="1517489"/>
                </a:cubicBezTo>
                <a:cubicBezTo>
                  <a:pt x="510822" y="1498398"/>
                  <a:pt x="531461" y="1488595"/>
                  <a:pt x="550036" y="1475695"/>
                </a:cubicBezTo>
                <a:cubicBezTo>
                  <a:pt x="556228" y="1471568"/>
                  <a:pt x="561388" y="1471568"/>
                  <a:pt x="567063" y="1476211"/>
                </a:cubicBezTo>
                <a:cubicBezTo>
                  <a:pt x="576867" y="1483951"/>
                  <a:pt x="586670" y="1491690"/>
                  <a:pt x="596474" y="1498914"/>
                </a:cubicBezTo>
                <a:cubicBezTo>
                  <a:pt x="602666" y="1503558"/>
                  <a:pt x="604214" y="1508202"/>
                  <a:pt x="601634" y="1515426"/>
                </a:cubicBezTo>
                <a:cubicBezTo>
                  <a:pt x="594926" y="1537097"/>
                  <a:pt x="589250" y="1559284"/>
                  <a:pt x="574287" y="1577343"/>
                </a:cubicBezTo>
                <a:cubicBezTo>
                  <a:pt x="569127" y="1583018"/>
                  <a:pt x="569643" y="1587146"/>
                  <a:pt x="576867" y="1591274"/>
                </a:cubicBezTo>
                <a:cubicBezTo>
                  <a:pt x="597506" y="1603658"/>
                  <a:pt x="618145" y="1616041"/>
                  <a:pt x="639300" y="1627393"/>
                </a:cubicBezTo>
                <a:cubicBezTo>
                  <a:pt x="647040" y="1631520"/>
                  <a:pt x="651168" y="1629973"/>
                  <a:pt x="653747" y="1622233"/>
                </a:cubicBezTo>
                <a:cubicBezTo>
                  <a:pt x="662003" y="1600562"/>
                  <a:pt x="678514" y="1585598"/>
                  <a:pt x="693478" y="1568571"/>
                </a:cubicBezTo>
                <a:cubicBezTo>
                  <a:pt x="699153" y="1562379"/>
                  <a:pt x="704313" y="1561864"/>
                  <a:pt x="711537" y="1564959"/>
                </a:cubicBezTo>
                <a:cubicBezTo>
                  <a:pt x="721856" y="1570119"/>
                  <a:pt x="732692" y="1574247"/>
                  <a:pt x="743528" y="1578375"/>
                </a:cubicBezTo>
                <a:cubicBezTo>
                  <a:pt x="751267" y="1580955"/>
                  <a:pt x="753847" y="1585598"/>
                  <a:pt x="753847" y="1593854"/>
                </a:cubicBezTo>
                <a:cubicBezTo>
                  <a:pt x="753331" y="1616041"/>
                  <a:pt x="753847" y="1637712"/>
                  <a:pt x="744044" y="1658351"/>
                </a:cubicBezTo>
                <a:cubicBezTo>
                  <a:pt x="739916" y="1667123"/>
                  <a:pt x="743012" y="1671251"/>
                  <a:pt x="752299" y="1673831"/>
                </a:cubicBezTo>
                <a:cubicBezTo>
                  <a:pt x="773970" y="1680538"/>
                  <a:pt x="796157" y="1686214"/>
                  <a:pt x="818344" y="1691374"/>
                </a:cubicBezTo>
                <a:cubicBezTo>
                  <a:pt x="827116" y="1693438"/>
                  <a:pt x="831760" y="1692406"/>
                  <a:pt x="832276" y="1682602"/>
                </a:cubicBezTo>
                <a:cubicBezTo>
                  <a:pt x="834340" y="1659383"/>
                  <a:pt x="846723" y="1639776"/>
                  <a:pt x="857043" y="1619653"/>
                </a:cubicBezTo>
                <a:cubicBezTo>
                  <a:pt x="859622" y="1614493"/>
                  <a:pt x="862718" y="1611397"/>
                  <a:pt x="868910" y="1612429"/>
                </a:cubicBezTo>
                <a:cubicBezTo>
                  <a:pt x="881809" y="1614493"/>
                  <a:pt x="895225" y="1616041"/>
                  <a:pt x="908640" y="1617589"/>
                </a:cubicBezTo>
                <a:cubicBezTo>
                  <a:pt x="916896" y="1618621"/>
                  <a:pt x="920508" y="1622749"/>
                  <a:pt x="922056" y="1630488"/>
                </a:cubicBezTo>
                <a:cubicBezTo>
                  <a:pt x="925668" y="1651128"/>
                  <a:pt x="933407" y="1671251"/>
                  <a:pt x="929279" y="1692922"/>
                </a:cubicBezTo>
                <a:cubicBezTo>
                  <a:pt x="927215" y="1703757"/>
                  <a:pt x="932375" y="1706853"/>
                  <a:pt x="942695" y="1707369"/>
                </a:cubicBezTo>
                <a:cubicBezTo>
                  <a:pt x="964366" y="1708401"/>
                  <a:pt x="985521" y="1708401"/>
                  <a:pt x="1007192" y="1707369"/>
                </a:cubicBezTo>
                <a:cubicBezTo>
                  <a:pt x="1018028" y="1706853"/>
                  <a:pt x="1022155" y="1702725"/>
                  <a:pt x="1020607" y="1692406"/>
                </a:cubicBezTo>
                <a:cubicBezTo>
                  <a:pt x="1016480" y="1670219"/>
                  <a:pt x="1024219" y="1650096"/>
                  <a:pt x="1028347" y="1628941"/>
                </a:cubicBezTo>
                <a:cubicBezTo>
                  <a:pt x="1029379" y="1621717"/>
                  <a:pt x="1033507" y="1618621"/>
                  <a:pt x="1040215" y="1617589"/>
                </a:cubicBezTo>
                <a:cubicBezTo>
                  <a:pt x="1053114" y="1616041"/>
                  <a:pt x="1066013" y="1615009"/>
                  <a:pt x="1078397" y="1612429"/>
                </a:cubicBezTo>
                <a:cubicBezTo>
                  <a:pt x="1085621" y="1611397"/>
                  <a:pt x="1089748" y="1613461"/>
                  <a:pt x="1092844" y="1619653"/>
                </a:cubicBezTo>
                <a:cubicBezTo>
                  <a:pt x="1102648" y="1639776"/>
                  <a:pt x="1115031" y="1658351"/>
                  <a:pt x="1117095" y="1681570"/>
                </a:cubicBezTo>
                <a:cubicBezTo>
                  <a:pt x="1118127" y="1690342"/>
                  <a:pt x="1121739" y="1692922"/>
                  <a:pt x="1130511" y="1690858"/>
                </a:cubicBezTo>
                <a:cubicBezTo>
                  <a:pt x="1152698" y="1685698"/>
                  <a:pt x="1174885" y="1680022"/>
                  <a:pt x="1196556" y="1673315"/>
                </a:cubicBezTo>
                <a:cubicBezTo>
                  <a:pt x="1206359" y="1670219"/>
                  <a:pt x="1209455" y="1666607"/>
                  <a:pt x="1204811" y="1656803"/>
                </a:cubicBezTo>
                <a:cubicBezTo>
                  <a:pt x="1200168" y="1643904"/>
                  <a:pt x="1196556" y="1627393"/>
                  <a:pt x="1198104" y="1613977"/>
                </a:cubicBezTo>
                <a:close/>
              </a:path>
            </a:pathLst>
          </a:custGeom>
          <a:solidFill>
            <a:schemeClr val="bg1"/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  <p:sp>
        <p:nvSpPr>
          <p:cNvPr id="52" name="Freeform: Shape 51"/>
          <p:cNvSpPr/>
          <p:nvPr userDrawn="1"/>
        </p:nvSpPr>
        <p:spPr>
          <a:xfrm rot="10800000" flipH="1">
            <a:off x="773909" y="1331025"/>
            <a:ext cx="200181" cy="199143"/>
          </a:xfrm>
          <a:custGeom>
            <a:avLst/>
            <a:gdLst>
              <a:gd name="connsiteX0" fmla="*/ 185362 w 237706"/>
              <a:gd name="connsiteY0" fmla="*/ 130458 h 236466"/>
              <a:gd name="connsiteX1" fmla="*/ 237706 w 237706"/>
              <a:gd name="connsiteY1" fmla="*/ 130458 h 236466"/>
              <a:gd name="connsiteX2" fmla="*/ 234128 w 237706"/>
              <a:gd name="connsiteY2" fmla="*/ 154126 h 236466"/>
              <a:gd name="connsiteX3" fmla="*/ 165835 w 237706"/>
              <a:gd name="connsiteY3" fmla="*/ 229449 h 236466"/>
              <a:gd name="connsiteX4" fmla="*/ 131078 w 237706"/>
              <a:gd name="connsiteY4" fmla="*/ 236466 h 236466"/>
              <a:gd name="connsiteX5" fmla="*/ 131078 w 237706"/>
              <a:gd name="connsiteY5" fmla="*/ 186008 h 236466"/>
              <a:gd name="connsiteX6" fmla="*/ 146195 w 237706"/>
              <a:gd name="connsiteY6" fmla="*/ 182956 h 236466"/>
              <a:gd name="connsiteX7" fmla="*/ 177100 w 237706"/>
              <a:gd name="connsiteY7" fmla="*/ 157507 h 236466"/>
              <a:gd name="connsiteX8" fmla="*/ 0 w 237706"/>
              <a:gd name="connsiteY8" fmla="*/ 130458 h 236466"/>
              <a:gd name="connsiteX9" fmla="*/ 52344 w 237706"/>
              <a:gd name="connsiteY9" fmla="*/ 130458 h 236466"/>
              <a:gd name="connsiteX10" fmla="*/ 60606 w 237706"/>
              <a:gd name="connsiteY10" fmla="*/ 157507 h 236466"/>
              <a:gd name="connsiteX11" fmla="*/ 91511 w 237706"/>
              <a:gd name="connsiteY11" fmla="*/ 182956 h 236466"/>
              <a:gd name="connsiteX12" fmla="*/ 106628 w 237706"/>
              <a:gd name="connsiteY12" fmla="*/ 186008 h 236466"/>
              <a:gd name="connsiteX13" fmla="*/ 106628 w 237706"/>
              <a:gd name="connsiteY13" fmla="*/ 236466 h 236466"/>
              <a:gd name="connsiteX14" fmla="*/ 71871 w 237706"/>
              <a:gd name="connsiteY14" fmla="*/ 229449 h 236466"/>
              <a:gd name="connsiteX15" fmla="*/ 3579 w 237706"/>
              <a:gd name="connsiteY15" fmla="*/ 154126 h 236466"/>
              <a:gd name="connsiteX16" fmla="*/ 131078 w 237706"/>
              <a:gd name="connsiteY16" fmla="*/ 0 h 236466"/>
              <a:gd name="connsiteX17" fmla="*/ 165835 w 237706"/>
              <a:gd name="connsiteY17" fmla="*/ 7017 h 236466"/>
              <a:gd name="connsiteX18" fmla="*/ 234128 w 237706"/>
              <a:gd name="connsiteY18" fmla="*/ 82340 h 236466"/>
              <a:gd name="connsiteX19" fmla="*/ 237706 w 237706"/>
              <a:gd name="connsiteY19" fmla="*/ 106008 h 236466"/>
              <a:gd name="connsiteX20" fmla="*/ 185362 w 237706"/>
              <a:gd name="connsiteY20" fmla="*/ 106008 h 236466"/>
              <a:gd name="connsiteX21" fmla="*/ 177100 w 237706"/>
              <a:gd name="connsiteY21" fmla="*/ 78960 h 236466"/>
              <a:gd name="connsiteX22" fmla="*/ 146195 w 237706"/>
              <a:gd name="connsiteY22" fmla="*/ 53510 h 236466"/>
              <a:gd name="connsiteX23" fmla="*/ 131078 w 237706"/>
              <a:gd name="connsiteY23" fmla="*/ 50458 h 236466"/>
              <a:gd name="connsiteX24" fmla="*/ 106628 w 237706"/>
              <a:gd name="connsiteY24" fmla="*/ 0 h 236466"/>
              <a:gd name="connsiteX25" fmla="*/ 106628 w 237706"/>
              <a:gd name="connsiteY25" fmla="*/ 50458 h 236466"/>
              <a:gd name="connsiteX26" fmla="*/ 91511 w 237706"/>
              <a:gd name="connsiteY26" fmla="*/ 53510 h 236466"/>
              <a:gd name="connsiteX27" fmla="*/ 60606 w 237706"/>
              <a:gd name="connsiteY27" fmla="*/ 78960 h 236466"/>
              <a:gd name="connsiteX28" fmla="*/ 52344 w 237706"/>
              <a:gd name="connsiteY28" fmla="*/ 106008 h 236466"/>
              <a:gd name="connsiteX29" fmla="*/ 0 w 237706"/>
              <a:gd name="connsiteY29" fmla="*/ 106008 h 236466"/>
              <a:gd name="connsiteX30" fmla="*/ 3579 w 237706"/>
              <a:gd name="connsiteY30" fmla="*/ 82340 h 236466"/>
              <a:gd name="connsiteX31" fmla="*/ 71871 w 237706"/>
              <a:gd name="connsiteY31" fmla="*/ 7017 h 236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37706" h="236466">
                <a:moveTo>
                  <a:pt x="185362" y="130458"/>
                </a:moveTo>
                <a:lnTo>
                  <a:pt x="237706" y="130458"/>
                </a:lnTo>
                <a:lnTo>
                  <a:pt x="234128" y="154126"/>
                </a:lnTo>
                <a:cubicBezTo>
                  <a:pt x="223548" y="188141"/>
                  <a:pt x="198326" y="215706"/>
                  <a:pt x="165835" y="229449"/>
                </a:cubicBezTo>
                <a:lnTo>
                  <a:pt x="131078" y="236466"/>
                </a:lnTo>
                <a:lnTo>
                  <a:pt x="131078" y="186008"/>
                </a:lnTo>
                <a:lnTo>
                  <a:pt x="146195" y="182956"/>
                </a:lnTo>
                <a:cubicBezTo>
                  <a:pt x="158800" y="177624"/>
                  <a:pt x="169526" y="168717"/>
                  <a:pt x="177100" y="157507"/>
                </a:cubicBezTo>
                <a:close/>
                <a:moveTo>
                  <a:pt x="0" y="130458"/>
                </a:moveTo>
                <a:lnTo>
                  <a:pt x="52344" y="130458"/>
                </a:lnTo>
                <a:lnTo>
                  <a:pt x="60606" y="157507"/>
                </a:lnTo>
                <a:cubicBezTo>
                  <a:pt x="68180" y="168717"/>
                  <a:pt x="78906" y="177624"/>
                  <a:pt x="91511" y="182956"/>
                </a:cubicBezTo>
                <a:lnTo>
                  <a:pt x="106628" y="186008"/>
                </a:lnTo>
                <a:lnTo>
                  <a:pt x="106628" y="236466"/>
                </a:lnTo>
                <a:lnTo>
                  <a:pt x="71871" y="229449"/>
                </a:lnTo>
                <a:cubicBezTo>
                  <a:pt x="39380" y="215706"/>
                  <a:pt x="14159" y="188141"/>
                  <a:pt x="3579" y="154126"/>
                </a:cubicBezTo>
                <a:close/>
                <a:moveTo>
                  <a:pt x="131078" y="0"/>
                </a:moveTo>
                <a:lnTo>
                  <a:pt x="165835" y="7017"/>
                </a:lnTo>
                <a:cubicBezTo>
                  <a:pt x="198326" y="20760"/>
                  <a:pt x="223548" y="48325"/>
                  <a:pt x="234128" y="82340"/>
                </a:cubicBezTo>
                <a:lnTo>
                  <a:pt x="237706" y="106008"/>
                </a:lnTo>
                <a:lnTo>
                  <a:pt x="185362" y="106008"/>
                </a:lnTo>
                <a:lnTo>
                  <a:pt x="177100" y="78960"/>
                </a:lnTo>
                <a:cubicBezTo>
                  <a:pt x="169526" y="67749"/>
                  <a:pt x="158800" y="58842"/>
                  <a:pt x="146195" y="53510"/>
                </a:cubicBezTo>
                <a:lnTo>
                  <a:pt x="131078" y="50458"/>
                </a:lnTo>
                <a:close/>
                <a:moveTo>
                  <a:pt x="106628" y="0"/>
                </a:moveTo>
                <a:lnTo>
                  <a:pt x="106628" y="50458"/>
                </a:lnTo>
                <a:lnTo>
                  <a:pt x="91511" y="53510"/>
                </a:lnTo>
                <a:cubicBezTo>
                  <a:pt x="78906" y="58842"/>
                  <a:pt x="68180" y="67749"/>
                  <a:pt x="60606" y="78960"/>
                </a:cubicBezTo>
                <a:lnTo>
                  <a:pt x="52344" y="106008"/>
                </a:lnTo>
                <a:lnTo>
                  <a:pt x="0" y="106008"/>
                </a:lnTo>
                <a:lnTo>
                  <a:pt x="3579" y="82340"/>
                </a:lnTo>
                <a:cubicBezTo>
                  <a:pt x="14159" y="48325"/>
                  <a:pt x="39380" y="20760"/>
                  <a:pt x="71871" y="701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 dirty="0">
              <a:solidFill>
                <a:schemeClr val="tx1"/>
              </a:solidFill>
            </a:endParaRPr>
          </a:p>
        </p:txBody>
      </p:sp>
      <p:sp>
        <p:nvSpPr>
          <p:cNvPr id="53" name="Oval 52"/>
          <p:cNvSpPr/>
          <p:nvPr userDrawn="1"/>
        </p:nvSpPr>
        <p:spPr>
          <a:xfrm rot="10800000" flipH="1">
            <a:off x="840684" y="1397280"/>
            <a:ext cx="66632" cy="66634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54" name="Rectangle: Top Corners Rounded 53"/>
          <p:cNvSpPr/>
          <p:nvPr userDrawn="1"/>
        </p:nvSpPr>
        <p:spPr>
          <a:xfrm rot="10800000" flipH="1">
            <a:off x="395446" y="211332"/>
            <a:ext cx="1030249" cy="5886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55" name="Rectangle: Top Corners Rounded 54"/>
          <p:cNvSpPr/>
          <p:nvPr userDrawn="1"/>
        </p:nvSpPr>
        <p:spPr>
          <a:xfrm rot="10800000" flipH="1">
            <a:off x="529963" y="266399"/>
            <a:ext cx="761217" cy="21170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56" name="TextBox 55"/>
          <p:cNvSpPr txBox="1"/>
          <p:nvPr userDrawn="1"/>
        </p:nvSpPr>
        <p:spPr>
          <a:xfrm>
            <a:off x="241469" y="4990679"/>
            <a:ext cx="2839399" cy="413472"/>
          </a:xfrm>
          <a:custGeom>
            <a:avLst/>
            <a:gdLst>
              <a:gd name="connsiteX0" fmla="*/ 918715 w 3349328"/>
              <a:gd name="connsiteY0" fmla="*/ 111816 h 487710"/>
              <a:gd name="connsiteX1" fmla="*/ 918715 w 3349328"/>
              <a:gd name="connsiteY1" fmla="*/ 374535 h 487710"/>
              <a:gd name="connsiteX2" fmla="*/ 946303 w 3349328"/>
              <a:gd name="connsiteY2" fmla="*/ 374535 h 487710"/>
              <a:gd name="connsiteX3" fmla="*/ 1052905 w 3349328"/>
              <a:gd name="connsiteY3" fmla="*/ 327170 h 487710"/>
              <a:gd name="connsiteX4" fmla="*/ 1079813 w 3349328"/>
              <a:gd name="connsiteY4" fmla="*/ 243005 h 487710"/>
              <a:gd name="connsiteX5" fmla="*/ 1052905 w 3349328"/>
              <a:gd name="connsiteY5" fmla="*/ 159181 h 487710"/>
              <a:gd name="connsiteX6" fmla="*/ 946303 w 3349328"/>
              <a:gd name="connsiteY6" fmla="*/ 111816 h 487710"/>
              <a:gd name="connsiteX7" fmla="*/ 2629830 w 3349328"/>
              <a:gd name="connsiteY7" fmla="*/ 102981 h 487710"/>
              <a:gd name="connsiteX8" fmla="*/ 2629830 w 3349328"/>
              <a:gd name="connsiteY8" fmla="*/ 218535 h 487710"/>
              <a:gd name="connsiteX9" fmla="*/ 2652342 w 3349328"/>
              <a:gd name="connsiteY9" fmla="*/ 218535 h 487710"/>
              <a:gd name="connsiteX10" fmla="*/ 2707256 w 3349328"/>
              <a:gd name="connsiteY10" fmla="*/ 202610 h 487710"/>
              <a:gd name="connsiteX11" fmla="*/ 2725333 w 3349328"/>
              <a:gd name="connsiteY11" fmla="*/ 160588 h 487710"/>
              <a:gd name="connsiteX12" fmla="*/ 2707256 w 3349328"/>
              <a:gd name="connsiteY12" fmla="*/ 118906 h 487710"/>
              <a:gd name="connsiteX13" fmla="*/ 2652342 w 3349328"/>
              <a:gd name="connsiteY13" fmla="*/ 102981 h 487710"/>
              <a:gd name="connsiteX14" fmla="*/ 222349 w 3349328"/>
              <a:gd name="connsiteY14" fmla="*/ 23791 h 487710"/>
              <a:gd name="connsiteX15" fmla="*/ 343001 w 3349328"/>
              <a:gd name="connsiteY15" fmla="*/ 23791 h 487710"/>
              <a:gd name="connsiteX16" fmla="*/ 564934 w 3349328"/>
              <a:gd name="connsiteY16" fmla="*/ 307580 h 487710"/>
              <a:gd name="connsiteX17" fmla="*/ 564934 w 3349328"/>
              <a:gd name="connsiteY17" fmla="*/ 23791 h 487710"/>
              <a:gd name="connsiteX18" fmla="*/ 685587 w 3349328"/>
              <a:gd name="connsiteY18" fmla="*/ 23791 h 487710"/>
              <a:gd name="connsiteX19" fmla="*/ 685587 w 3349328"/>
              <a:gd name="connsiteY19" fmla="*/ 487710 h 487710"/>
              <a:gd name="connsiteX20" fmla="*/ 564934 w 3349328"/>
              <a:gd name="connsiteY20" fmla="*/ 487710 h 487710"/>
              <a:gd name="connsiteX21" fmla="*/ 343001 w 3349328"/>
              <a:gd name="connsiteY21" fmla="*/ 203580 h 487710"/>
              <a:gd name="connsiteX22" fmla="*/ 343001 w 3349328"/>
              <a:gd name="connsiteY22" fmla="*/ 487710 h 487710"/>
              <a:gd name="connsiteX23" fmla="*/ 222349 w 3349328"/>
              <a:gd name="connsiteY23" fmla="*/ 487710 h 487710"/>
              <a:gd name="connsiteX24" fmla="*/ 0 w 3349328"/>
              <a:gd name="connsiteY24" fmla="*/ 23791 h 487710"/>
              <a:gd name="connsiteX25" fmla="*/ 120653 w 3349328"/>
              <a:gd name="connsiteY25" fmla="*/ 23791 h 487710"/>
              <a:gd name="connsiteX26" fmla="*/ 120653 w 3349328"/>
              <a:gd name="connsiteY26" fmla="*/ 487710 h 487710"/>
              <a:gd name="connsiteX27" fmla="*/ 0 w 3349328"/>
              <a:gd name="connsiteY27" fmla="*/ 487710 h 487710"/>
              <a:gd name="connsiteX28" fmla="*/ 2887110 w 3349328"/>
              <a:gd name="connsiteY28" fmla="*/ 11217 h 487710"/>
              <a:gd name="connsiteX29" fmla="*/ 3031213 w 3349328"/>
              <a:gd name="connsiteY29" fmla="*/ 11217 h 487710"/>
              <a:gd name="connsiteX30" fmla="*/ 3118899 w 3349328"/>
              <a:gd name="connsiteY30" fmla="*/ 137647 h 487710"/>
              <a:gd name="connsiteX31" fmla="*/ 3203186 w 3349328"/>
              <a:gd name="connsiteY31" fmla="*/ 11217 h 487710"/>
              <a:gd name="connsiteX32" fmla="*/ 3349328 w 3349328"/>
              <a:gd name="connsiteY32" fmla="*/ 11217 h 487710"/>
              <a:gd name="connsiteX33" fmla="*/ 3175657 w 3349328"/>
              <a:gd name="connsiteY33" fmla="*/ 252183 h 487710"/>
              <a:gd name="connsiteX34" fmla="*/ 3175657 w 3349328"/>
              <a:gd name="connsiteY34" fmla="*/ 475135 h 487710"/>
              <a:gd name="connsiteX35" fmla="*/ 3055003 w 3349328"/>
              <a:gd name="connsiteY35" fmla="*/ 475135 h 487710"/>
              <a:gd name="connsiteX36" fmla="*/ 3055003 w 3349328"/>
              <a:gd name="connsiteY36" fmla="*/ 252183 h 487710"/>
              <a:gd name="connsiteX37" fmla="*/ 2509178 w 3349328"/>
              <a:gd name="connsiteY37" fmla="*/ 11217 h 487710"/>
              <a:gd name="connsiteX38" fmla="*/ 2696784 w 3349328"/>
              <a:gd name="connsiteY38" fmla="*/ 11217 h 487710"/>
              <a:gd name="connsiteX39" fmla="*/ 2818457 w 3349328"/>
              <a:gd name="connsiteY39" fmla="*/ 60497 h 487710"/>
              <a:gd name="connsiteX40" fmla="*/ 2850405 w 3349328"/>
              <a:gd name="connsiteY40" fmla="*/ 153960 h 487710"/>
              <a:gd name="connsiteX41" fmla="*/ 2813699 w 3349328"/>
              <a:gd name="connsiteY41" fmla="*/ 252183 h 487710"/>
              <a:gd name="connsiteX42" fmla="*/ 2749123 w 3349328"/>
              <a:gd name="connsiteY42" fmla="*/ 284810 h 487710"/>
              <a:gd name="connsiteX43" fmla="*/ 2894927 w 3349328"/>
              <a:gd name="connsiteY43" fmla="*/ 475135 h 487710"/>
              <a:gd name="connsiteX44" fmla="*/ 2745046 w 3349328"/>
              <a:gd name="connsiteY44" fmla="*/ 475135 h 487710"/>
              <a:gd name="connsiteX45" fmla="*/ 2629830 w 3349328"/>
              <a:gd name="connsiteY45" fmla="*/ 297045 h 487710"/>
              <a:gd name="connsiteX46" fmla="*/ 2629830 w 3349328"/>
              <a:gd name="connsiteY46" fmla="*/ 475135 h 487710"/>
              <a:gd name="connsiteX47" fmla="*/ 2509178 w 3349328"/>
              <a:gd name="connsiteY47" fmla="*/ 475135 h 487710"/>
              <a:gd name="connsiteX48" fmla="*/ 2136647 w 3349328"/>
              <a:gd name="connsiteY48" fmla="*/ 11217 h 487710"/>
              <a:gd name="connsiteX49" fmla="*/ 2455441 w 3349328"/>
              <a:gd name="connsiteY49" fmla="*/ 11217 h 487710"/>
              <a:gd name="connsiteX50" fmla="*/ 2455441 w 3349328"/>
              <a:gd name="connsiteY50" fmla="*/ 111816 h 487710"/>
              <a:gd name="connsiteX51" fmla="*/ 2355520 w 3349328"/>
              <a:gd name="connsiteY51" fmla="*/ 111816 h 487710"/>
              <a:gd name="connsiteX52" fmla="*/ 2355520 w 3349328"/>
              <a:gd name="connsiteY52" fmla="*/ 475135 h 487710"/>
              <a:gd name="connsiteX53" fmla="*/ 2234868 w 3349328"/>
              <a:gd name="connsiteY53" fmla="*/ 475135 h 487710"/>
              <a:gd name="connsiteX54" fmla="*/ 2234868 w 3349328"/>
              <a:gd name="connsiteY54" fmla="*/ 111816 h 487710"/>
              <a:gd name="connsiteX55" fmla="*/ 2136647 w 3349328"/>
              <a:gd name="connsiteY55" fmla="*/ 111816 h 487710"/>
              <a:gd name="connsiteX56" fmla="*/ 1281429 w 3349328"/>
              <a:gd name="connsiteY56" fmla="*/ 11217 h 487710"/>
              <a:gd name="connsiteX57" fmla="*/ 1402081 w 3349328"/>
              <a:gd name="connsiteY57" fmla="*/ 11217 h 487710"/>
              <a:gd name="connsiteX58" fmla="*/ 1402081 w 3349328"/>
              <a:gd name="connsiteY58" fmla="*/ 262151 h 487710"/>
              <a:gd name="connsiteX59" fmla="*/ 1403101 w 3349328"/>
              <a:gd name="connsiteY59" fmla="*/ 307310 h 487710"/>
              <a:gd name="connsiteX60" fmla="*/ 1446264 w 3349328"/>
              <a:gd name="connsiteY60" fmla="*/ 373180 h 487710"/>
              <a:gd name="connsiteX61" fmla="*/ 1482289 w 3349328"/>
              <a:gd name="connsiteY61" fmla="*/ 380992 h 487710"/>
              <a:gd name="connsiteX62" fmla="*/ 1548903 w 3349328"/>
              <a:gd name="connsiteY62" fmla="*/ 350091 h 487710"/>
              <a:gd name="connsiteX63" fmla="*/ 1565557 w 3349328"/>
              <a:gd name="connsiteY63" fmla="*/ 262151 h 487710"/>
              <a:gd name="connsiteX64" fmla="*/ 1565557 w 3349328"/>
              <a:gd name="connsiteY64" fmla="*/ 11217 h 487710"/>
              <a:gd name="connsiteX65" fmla="*/ 1686210 w 3349328"/>
              <a:gd name="connsiteY65" fmla="*/ 11217 h 487710"/>
              <a:gd name="connsiteX66" fmla="*/ 1686210 w 3349328"/>
              <a:gd name="connsiteY66" fmla="*/ 278692 h 487710"/>
              <a:gd name="connsiteX67" fmla="*/ 1679413 w 3349328"/>
              <a:gd name="connsiteY67" fmla="*/ 350064 h 487710"/>
              <a:gd name="connsiteX68" fmla="*/ 1629112 w 3349328"/>
              <a:gd name="connsiteY68" fmla="*/ 433672 h 487710"/>
              <a:gd name="connsiteX69" fmla="*/ 1478212 w 3349328"/>
              <a:gd name="connsiteY69" fmla="*/ 487030 h 487710"/>
              <a:gd name="connsiteX70" fmla="*/ 1327990 w 3349328"/>
              <a:gd name="connsiteY70" fmla="*/ 432652 h 487710"/>
              <a:gd name="connsiteX71" fmla="*/ 1288906 w 3349328"/>
              <a:gd name="connsiteY71" fmla="*/ 360940 h 487710"/>
              <a:gd name="connsiteX72" fmla="*/ 1281429 w 3349328"/>
              <a:gd name="connsiteY72" fmla="*/ 278692 h 487710"/>
              <a:gd name="connsiteX73" fmla="*/ 798063 w 3349328"/>
              <a:gd name="connsiteY73" fmla="*/ 11217 h 487710"/>
              <a:gd name="connsiteX74" fmla="*/ 976153 w 3349328"/>
              <a:gd name="connsiteY74" fmla="*/ 11217 h 487710"/>
              <a:gd name="connsiteX75" fmla="*/ 1097146 w 3349328"/>
              <a:gd name="connsiteY75" fmla="*/ 47581 h 487710"/>
              <a:gd name="connsiteX76" fmla="*/ 1181093 w 3349328"/>
              <a:gd name="connsiteY76" fmla="*/ 142065 h 487710"/>
              <a:gd name="connsiteX77" fmla="*/ 1204883 w 3349328"/>
              <a:gd name="connsiteY77" fmla="*/ 243005 h 487710"/>
              <a:gd name="connsiteX78" fmla="*/ 1161210 w 3349328"/>
              <a:gd name="connsiteY78" fmla="*/ 377084 h 487710"/>
              <a:gd name="connsiteX79" fmla="*/ 1049564 w 3349328"/>
              <a:gd name="connsiteY79" fmla="*/ 462560 h 487710"/>
              <a:gd name="connsiteX80" fmla="*/ 976153 w 3349328"/>
              <a:gd name="connsiteY80" fmla="*/ 475135 h 487710"/>
              <a:gd name="connsiteX81" fmla="*/ 798063 w 3349328"/>
              <a:gd name="connsiteY81" fmla="*/ 475135 h 487710"/>
              <a:gd name="connsiteX82" fmla="*/ 1939788 w 3349328"/>
              <a:gd name="connsiteY82" fmla="*/ 0 h 487710"/>
              <a:gd name="connsiteX83" fmla="*/ 2086950 w 3349328"/>
              <a:gd name="connsiteY83" fmla="*/ 37726 h 487710"/>
              <a:gd name="connsiteX84" fmla="*/ 2038689 w 3349328"/>
              <a:gd name="connsiteY84" fmla="*/ 131529 h 487710"/>
              <a:gd name="connsiteX85" fmla="*/ 1958953 w 3349328"/>
              <a:gd name="connsiteY85" fmla="*/ 100602 h 487710"/>
              <a:gd name="connsiteX86" fmla="*/ 1924196 w 3349328"/>
              <a:gd name="connsiteY86" fmla="*/ 110494 h 487710"/>
              <a:gd name="connsiteX87" fmla="*/ 1906822 w 3349328"/>
              <a:gd name="connsiteY87" fmla="*/ 140514 h 487710"/>
              <a:gd name="connsiteX88" fmla="*/ 1929629 w 3349328"/>
              <a:gd name="connsiteY88" fmla="*/ 172233 h 487710"/>
              <a:gd name="connsiteX89" fmla="*/ 1990911 w 3349328"/>
              <a:gd name="connsiteY89" fmla="*/ 193384 h 487710"/>
              <a:gd name="connsiteX90" fmla="*/ 2082150 w 3349328"/>
              <a:gd name="connsiteY90" fmla="*/ 246468 h 487710"/>
              <a:gd name="connsiteX91" fmla="*/ 2105644 w 3349328"/>
              <a:gd name="connsiteY91" fmla="*/ 321663 h 487710"/>
              <a:gd name="connsiteX92" fmla="*/ 2002323 w 3349328"/>
              <a:gd name="connsiteY92" fmla="*/ 475119 h 487710"/>
              <a:gd name="connsiteX93" fmla="*/ 1924834 w 3349328"/>
              <a:gd name="connsiteY93" fmla="*/ 487710 h 487710"/>
              <a:gd name="connsiteX94" fmla="*/ 1763397 w 3349328"/>
              <a:gd name="connsiteY94" fmla="*/ 435031 h 487710"/>
              <a:gd name="connsiteX95" fmla="*/ 1815056 w 3349328"/>
              <a:gd name="connsiteY95" fmla="*/ 337828 h 487710"/>
              <a:gd name="connsiteX96" fmla="*/ 1921653 w 3349328"/>
              <a:gd name="connsiteY96" fmla="*/ 387110 h 487710"/>
              <a:gd name="connsiteX97" fmla="*/ 1961503 w 3349328"/>
              <a:gd name="connsiteY97" fmla="*/ 376122 h 487710"/>
              <a:gd name="connsiteX98" fmla="*/ 1980572 w 3349328"/>
              <a:gd name="connsiteY98" fmla="*/ 341106 h 487710"/>
              <a:gd name="connsiteX99" fmla="*/ 1959463 w 3349328"/>
              <a:gd name="connsiteY99" fmla="*/ 306773 h 487710"/>
              <a:gd name="connsiteX100" fmla="*/ 1906693 w 3349328"/>
              <a:gd name="connsiteY100" fmla="*/ 285828 h 487710"/>
              <a:gd name="connsiteX101" fmla="*/ 1850180 w 3349328"/>
              <a:gd name="connsiteY101" fmla="*/ 267498 h 487710"/>
              <a:gd name="connsiteX102" fmla="*/ 1818860 w 3349328"/>
              <a:gd name="connsiteY102" fmla="*/ 249165 h 487710"/>
              <a:gd name="connsiteX103" fmla="*/ 1781750 w 3349328"/>
              <a:gd name="connsiteY103" fmla="*/ 156833 h 487710"/>
              <a:gd name="connsiteX104" fmla="*/ 1820155 w 3349328"/>
              <a:gd name="connsiteY104" fmla="*/ 49903 h 487710"/>
              <a:gd name="connsiteX105" fmla="*/ 1939788 w 3349328"/>
              <a:gd name="connsiteY105" fmla="*/ 0 h 487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3349328" h="487710">
                <a:moveTo>
                  <a:pt x="918715" y="111816"/>
                </a:moveTo>
                <a:lnTo>
                  <a:pt x="918715" y="374535"/>
                </a:lnTo>
                <a:lnTo>
                  <a:pt x="946303" y="374535"/>
                </a:lnTo>
                <a:cubicBezTo>
                  <a:pt x="993757" y="374535"/>
                  <a:pt x="1029291" y="358747"/>
                  <a:pt x="1052905" y="327170"/>
                </a:cubicBezTo>
                <a:cubicBezTo>
                  <a:pt x="1070843" y="303090"/>
                  <a:pt x="1079813" y="275035"/>
                  <a:pt x="1079813" y="243005"/>
                </a:cubicBezTo>
                <a:cubicBezTo>
                  <a:pt x="1079813" y="210977"/>
                  <a:pt x="1070843" y="183035"/>
                  <a:pt x="1052905" y="159181"/>
                </a:cubicBezTo>
                <a:cubicBezTo>
                  <a:pt x="1029065" y="127605"/>
                  <a:pt x="993530" y="111816"/>
                  <a:pt x="946303" y="111816"/>
                </a:cubicBezTo>
                <a:close/>
                <a:moveTo>
                  <a:pt x="2629830" y="102981"/>
                </a:moveTo>
                <a:lnTo>
                  <a:pt x="2629830" y="218535"/>
                </a:lnTo>
                <a:lnTo>
                  <a:pt x="2652342" y="218535"/>
                </a:lnTo>
                <a:cubicBezTo>
                  <a:pt x="2677810" y="218535"/>
                  <a:pt x="2696115" y="213227"/>
                  <a:pt x="2707256" y="202610"/>
                </a:cubicBezTo>
                <a:cubicBezTo>
                  <a:pt x="2719308" y="191085"/>
                  <a:pt x="2725333" y="177079"/>
                  <a:pt x="2725333" y="160588"/>
                </a:cubicBezTo>
                <a:cubicBezTo>
                  <a:pt x="2725333" y="144097"/>
                  <a:pt x="2719308" y="130203"/>
                  <a:pt x="2707256" y="118906"/>
                </a:cubicBezTo>
                <a:cubicBezTo>
                  <a:pt x="2695885" y="108289"/>
                  <a:pt x="2677580" y="102981"/>
                  <a:pt x="2652342" y="102981"/>
                </a:cubicBezTo>
                <a:close/>
                <a:moveTo>
                  <a:pt x="222349" y="23791"/>
                </a:moveTo>
                <a:lnTo>
                  <a:pt x="343001" y="23791"/>
                </a:lnTo>
                <a:lnTo>
                  <a:pt x="564934" y="307580"/>
                </a:lnTo>
                <a:lnTo>
                  <a:pt x="564934" y="23791"/>
                </a:lnTo>
                <a:lnTo>
                  <a:pt x="685587" y="23791"/>
                </a:lnTo>
                <a:lnTo>
                  <a:pt x="685587" y="487710"/>
                </a:lnTo>
                <a:lnTo>
                  <a:pt x="564934" y="487710"/>
                </a:lnTo>
                <a:lnTo>
                  <a:pt x="343001" y="203580"/>
                </a:lnTo>
                <a:lnTo>
                  <a:pt x="343001" y="487710"/>
                </a:lnTo>
                <a:lnTo>
                  <a:pt x="222349" y="487710"/>
                </a:lnTo>
                <a:close/>
                <a:moveTo>
                  <a:pt x="0" y="23791"/>
                </a:moveTo>
                <a:lnTo>
                  <a:pt x="120653" y="23791"/>
                </a:lnTo>
                <a:lnTo>
                  <a:pt x="120653" y="487710"/>
                </a:lnTo>
                <a:lnTo>
                  <a:pt x="0" y="487710"/>
                </a:lnTo>
                <a:close/>
                <a:moveTo>
                  <a:pt x="2887110" y="11217"/>
                </a:moveTo>
                <a:lnTo>
                  <a:pt x="3031213" y="11217"/>
                </a:lnTo>
                <a:lnTo>
                  <a:pt x="3118899" y="137647"/>
                </a:lnTo>
                <a:lnTo>
                  <a:pt x="3203186" y="11217"/>
                </a:lnTo>
                <a:lnTo>
                  <a:pt x="3349328" y="11217"/>
                </a:lnTo>
                <a:lnTo>
                  <a:pt x="3175657" y="252183"/>
                </a:lnTo>
                <a:lnTo>
                  <a:pt x="3175657" y="475135"/>
                </a:lnTo>
                <a:lnTo>
                  <a:pt x="3055003" y="475135"/>
                </a:lnTo>
                <a:lnTo>
                  <a:pt x="3055003" y="252183"/>
                </a:lnTo>
                <a:close/>
                <a:moveTo>
                  <a:pt x="2509178" y="11217"/>
                </a:moveTo>
                <a:lnTo>
                  <a:pt x="2696784" y="11217"/>
                </a:lnTo>
                <a:cubicBezTo>
                  <a:pt x="2751617" y="11217"/>
                  <a:pt x="2792173" y="27643"/>
                  <a:pt x="2818457" y="60497"/>
                </a:cubicBezTo>
                <a:cubicBezTo>
                  <a:pt x="2839755" y="87006"/>
                  <a:pt x="2850405" y="118161"/>
                  <a:pt x="2850405" y="153960"/>
                </a:cubicBezTo>
                <a:cubicBezTo>
                  <a:pt x="2850405" y="194971"/>
                  <a:pt x="2838170" y="227712"/>
                  <a:pt x="2813699" y="252183"/>
                </a:cubicBezTo>
                <a:cubicBezTo>
                  <a:pt x="2798065" y="267816"/>
                  <a:pt x="2776540" y="278692"/>
                  <a:pt x="2749123" y="284810"/>
                </a:cubicBezTo>
                <a:lnTo>
                  <a:pt x="2894927" y="475135"/>
                </a:lnTo>
                <a:lnTo>
                  <a:pt x="2745046" y="475135"/>
                </a:lnTo>
                <a:lnTo>
                  <a:pt x="2629830" y="297045"/>
                </a:lnTo>
                <a:lnTo>
                  <a:pt x="2629830" y="475135"/>
                </a:lnTo>
                <a:lnTo>
                  <a:pt x="2509178" y="475135"/>
                </a:lnTo>
                <a:close/>
                <a:moveTo>
                  <a:pt x="2136647" y="11217"/>
                </a:moveTo>
                <a:lnTo>
                  <a:pt x="2455441" y="11217"/>
                </a:lnTo>
                <a:lnTo>
                  <a:pt x="2455441" y="111816"/>
                </a:lnTo>
                <a:lnTo>
                  <a:pt x="2355520" y="111816"/>
                </a:lnTo>
                <a:lnTo>
                  <a:pt x="2355520" y="475135"/>
                </a:lnTo>
                <a:lnTo>
                  <a:pt x="2234868" y="475135"/>
                </a:lnTo>
                <a:lnTo>
                  <a:pt x="2234868" y="111816"/>
                </a:lnTo>
                <a:lnTo>
                  <a:pt x="2136647" y="111816"/>
                </a:lnTo>
                <a:close/>
                <a:moveTo>
                  <a:pt x="1281429" y="11217"/>
                </a:moveTo>
                <a:lnTo>
                  <a:pt x="1402081" y="11217"/>
                </a:lnTo>
                <a:lnTo>
                  <a:pt x="1402081" y="262151"/>
                </a:lnTo>
                <a:cubicBezTo>
                  <a:pt x="1402081" y="282294"/>
                  <a:pt x="1402421" y="297347"/>
                  <a:pt x="1403101" y="307310"/>
                </a:cubicBezTo>
                <a:cubicBezTo>
                  <a:pt x="1405367" y="338775"/>
                  <a:pt x="1419754" y="360733"/>
                  <a:pt x="1446264" y="373180"/>
                </a:cubicBezTo>
                <a:cubicBezTo>
                  <a:pt x="1457139" y="378388"/>
                  <a:pt x="1469148" y="380992"/>
                  <a:pt x="1482289" y="380992"/>
                </a:cubicBezTo>
                <a:cubicBezTo>
                  <a:pt x="1511745" y="380992"/>
                  <a:pt x="1533949" y="370691"/>
                  <a:pt x="1548903" y="350091"/>
                </a:cubicBezTo>
                <a:cubicBezTo>
                  <a:pt x="1560006" y="334924"/>
                  <a:pt x="1565557" y="305610"/>
                  <a:pt x="1565557" y="262151"/>
                </a:cubicBezTo>
                <a:lnTo>
                  <a:pt x="1565557" y="11217"/>
                </a:lnTo>
                <a:lnTo>
                  <a:pt x="1686210" y="11217"/>
                </a:lnTo>
                <a:lnTo>
                  <a:pt x="1686210" y="278692"/>
                </a:lnTo>
                <a:cubicBezTo>
                  <a:pt x="1686210" y="306561"/>
                  <a:pt x="1683944" y="330351"/>
                  <a:pt x="1679413" y="350064"/>
                </a:cubicBezTo>
                <a:cubicBezTo>
                  <a:pt x="1672389" y="380652"/>
                  <a:pt x="1655622" y="408522"/>
                  <a:pt x="1629112" y="433672"/>
                </a:cubicBezTo>
                <a:cubicBezTo>
                  <a:pt x="1591500" y="469244"/>
                  <a:pt x="1541200" y="487030"/>
                  <a:pt x="1478212" y="487030"/>
                </a:cubicBezTo>
                <a:cubicBezTo>
                  <a:pt x="1414090" y="487030"/>
                  <a:pt x="1364016" y="468904"/>
                  <a:pt x="1327990" y="432652"/>
                </a:cubicBezTo>
                <a:cubicBezTo>
                  <a:pt x="1308958" y="413619"/>
                  <a:pt x="1295929" y="389715"/>
                  <a:pt x="1288906" y="360940"/>
                </a:cubicBezTo>
                <a:cubicBezTo>
                  <a:pt x="1283921" y="340548"/>
                  <a:pt x="1281429" y="313131"/>
                  <a:pt x="1281429" y="278692"/>
                </a:cubicBezTo>
                <a:close/>
                <a:moveTo>
                  <a:pt x="798063" y="11217"/>
                </a:moveTo>
                <a:lnTo>
                  <a:pt x="976153" y="11217"/>
                </a:lnTo>
                <a:cubicBezTo>
                  <a:pt x="1019656" y="11217"/>
                  <a:pt x="1059987" y="23337"/>
                  <a:pt x="1097146" y="47581"/>
                </a:cubicBezTo>
                <a:cubicBezTo>
                  <a:pt x="1133625" y="71146"/>
                  <a:pt x="1161607" y="102641"/>
                  <a:pt x="1181093" y="142065"/>
                </a:cubicBezTo>
                <a:cubicBezTo>
                  <a:pt x="1196954" y="174692"/>
                  <a:pt x="1204883" y="208339"/>
                  <a:pt x="1204883" y="243005"/>
                </a:cubicBezTo>
                <a:cubicBezTo>
                  <a:pt x="1204883" y="291267"/>
                  <a:pt x="1190325" y="335960"/>
                  <a:pt x="1161210" y="377084"/>
                </a:cubicBezTo>
                <a:cubicBezTo>
                  <a:pt x="1132096" y="418207"/>
                  <a:pt x="1094879" y="446699"/>
                  <a:pt x="1049564" y="462560"/>
                </a:cubicBezTo>
                <a:cubicBezTo>
                  <a:pt x="1025547" y="470943"/>
                  <a:pt x="1001077" y="475135"/>
                  <a:pt x="976153" y="475135"/>
                </a:cubicBezTo>
                <a:lnTo>
                  <a:pt x="798063" y="475135"/>
                </a:lnTo>
                <a:close/>
                <a:moveTo>
                  <a:pt x="1939788" y="0"/>
                </a:moveTo>
                <a:cubicBezTo>
                  <a:pt x="1989862" y="0"/>
                  <a:pt x="2038916" y="12575"/>
                  <a:pt x="2086950" y="37726"/>
                </a:cubicBezTo>
                <a:lnTo>
                  <a:pt x="2038689" y="131529"/>
                </a:lnTo>
                <a:cubicBezTo>
                  <a:pt x="2012339" y="110910"/>
                  <a:pt x="1985760" y="100602"/>
                  <a:pt x="1958953" y="100602"/>
                </a:cubicBezTo>
                <a:cubicBezTo>
                  <a:pt x="1946007" y="100602"/>
                  <a:pt x="1934421" y="103899"/>
                  <a:pt x="1924196" y="110494"/>
                </a:cubicBezTo>
                <a:cubicBezTo>
                  <a:pt x="1912613" y="118000"/>
                  <a:pt x="1906822" y="128007"/>
                  <a:pt x="1906822" y="140514"/>
                </a:cubicBezTo>
                <a:cubicBezTo>
                  <a:pt x="1906822" y="152792"/>
                  <a:pt x="1914423" y="163365"/>
                  <a:pt x="1929629" y="172233"/>
                </a:cubicBezTo>
                <a:cubicBezTo>
                  <a:pt x="1936440" y="176330"/>
                  <a:pt x="1956869" y="183380"/>
                  <a:pt x="1990911" y="193384"/>
                </a:cubicBezTo>
                <a:cubicBezTo>
                  <a:pt x="2033583" y="205862"/>
                  <a:pt x="2063995" y="223556"/>
                  <a:pt x="2082150" y="246468"/>
                </a:cubicBezTo>
                <a:cubicBezTo>
                  <a:pt x="2097812" y="265976"/>
                  <a:pt x="2105644" y="291040"/>
                  <a:pt x="2105644" y="321663"/>
                </a:cubicBezTo>
                <a:cubicBezTo>
                  <a:pt x="2105644" y="400148"/>
                  <a:pt x="2071204" y="451300"/>
                  <a:pt x="2002323" y="475119"/>
                </a:cubicBezTo>
                <a:cubicBezTo>
                  <a:pt x="1978306" y="483513"/>
                  <a:pt x="1952476" y="487710"/>
                  <a:pt x="1924834" y="487710"/>
                </a:cubicBezTo>
                <a:cubicBezTo>
                  <a:pt x="1866829" y="487710"/>
                  <a:pt x="1813018" y="470151"/>
                  <a:pt x="1763397" y="435031"/>
                </a:cubicBezTo>
                <a:lnTo>
                  <a:pt x="1815056" y="337828"/>
                </a:lnTo>
                <a:cubicBezTo>
                  <a:pt x="1851383" y="370682"/>
                  <a:pt x="1886915" y="387110"/>
                  <a:pt x="1921653" y="387110"/>
                </a:cubicBezTo>
                <a:cubicBezTo>
                  <a:pt x="1937319" y="387110"/>
                  <a:pt x="1950602" y="383447"/>
                  <a:pt x="1961503" y="376122"/>
                </a:cubicBezTo>
                <a:cubicBezTo>
                  <a:pt x="1974216" y="367884"/>
                  <a:pt x="1980572" y="356212"/>
                  <a:pt x="1980572" y="341106"/>
                </a:cubicBezTo>
                <a:cubicBezTo>
                  <a:pt x="1980572" y="327372"/>
                  <a:pt x="1973536" y="315929"/>
                  <a:pt x="1959463" y="306773"/>
                </a:cubicBezTo>
                <a:cubicBezTo>
                  <a:pt x="1949023" y="299905"/>
                  <a:pt x="1931433" y="292924"/>
                  <a:pt x="1906693" y="285828"/>
                </a:cubicBezTo>
                <a:cubicBezTo>
                  <a:pt x="1876736" y="277003"/>
                  <a:pt x="1857898" y="270893"/>
                  <a:pt x="1850180" y="267498"/>
                </a:cubicBezTo>
                <a:cubicBezTo>
                  <a:pt x="1837923" y="262294"/>
                  <a:pt x="1827484" y="256182"/>
                  <a:pt x="1818860" y="249165"/>
                </a:cubicBezTo>
                <a:cubicBezTo>
                  <a:pt x="1794119" y="228798"/>
                  <a:pt x="1781750" y="198021"/>
                  <a:pt x="1781750" y="156833"/>
                </a:cubicBezTo>
                <a:cubicBezTo>
                  <a:pt x="1781750" y="113833"/>
                  <a:pt x="1794552" y="78189"/>
                  <a:pt x="1820155" y="49903"/>
                </a:cubicBezTo>
                <a:cubicBezTo>
                  <a:pt x="1850063" y="16634"/>
                  <a:pt x="1889941" y="0"/>
                  <a:pt x="19397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75604" tIns="37802" rIns="75604" bIns="37802" numCol="1" spcCol="0" rtlCol="0" fromWordArt="0" anchor="t" anchorCtr="0" forceAA="0" compatLnSpc="1">
            <a:noAutofit/>
          </a:bodyPr>
          <a:lstStyle/>
          <a:p>
            <a:pPr algn="ctr"/>
            <a:endParaRPr lang="ko-KR" altLang="en-US" sz="4465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7" name="TextBox 56"/>
          <p:cNvSpPr txBox="1"/>
          <p:nvPr userDrawn="1"/>
        </p:nvSpPr>
        <p:spPr>
          <a:xfrm>
            <a:off x="1780344" y="4298936"/>
            <a:ext cx="671026" cy="570044"/>
          </a:xfrm>
          <a:custGeom>
            <a:avLst/>
            <a:gdLst>
              <a:gd name="connsiteX0" fmla="*/ 717483 w 844822"/>
              <a:gd name="connsiteY0" fmla="*/ 542899 h 717660"/>
              <a:gd name="connsiteX1" fmla="*/ 753792 w 844822"/>
              <a:gd name="connsiteY1" fmla="*/ 536357 h 717660"/>
              <a:gd name="connsiteX2" fmla="*/ 818277 w 844822"/>
              <a:gd name="connsiteY2" fmla="*/ 562525 h 717660"/>
              <a:gd name="connsiteX3" fmla="*/ 844822 w 844822"/>
              <a:gd name="connsiteY3" fmla="*/ 626631 h 717660"/>
              <a:gd name="connsiteX4" fmla="*/ 818276 w 844822"/>
              <a:gd name="connsiteY4" fmla="*/ 691109 h 717660"/>
              <a:gd name="connsiteX5" fmla="*/ 753792 w 844822"/>
              <a:gd name="connsiteY5" fmla="*/ 717660 h 717660"/>
              <a:gd name="connsiteX6" fmla="*/ 687428 w 844822"/>
              <a:gd name="connsiteY6" fmla="*/ 691108 h 717660"/>
              <a:gd name="connsiteX7" fmla="*/ 660499 w 844822"/>
              <a:gd name="connsiteY7" fmla="*/ 626631 h 717660"/>
              <a:gd name="connsiteX8" fmla="*/ 687428 w 844822"/>
              <a:gd name="connsiteY8" fmla="*/ 562525 h 717660"/>
              <a:gd name="connsiteX9" fmla="*/ 717483 w 844822"/>
              <a:gd name="connsiteY9" fmla="*/ 542899 h 717660"/>
              <a:gd name="connsiteX10" fmla="*/ 291596 w 844822"/>
              <a:gd name="connsiteY10" fmla="*/ 251558 h 717660"/>
              <a:gd name="connsiteX11" fmla="*/ 153352 w 844822"/>
              <a:gd name="connsiteY11" fmla="*/ 466855 h 717660"/>
              <a:gd name="connsiteX12" fmla="*/ 291596 w 844822"/>
              <a:gd name="connsiteY12" fmla="*/ 466855 h 717660"/>
              <a:gd name="connsiteX13" fmla="*/ 291596 w 844822"/>
              <a:gd name="connsiteY13" fmla="*/ 0 h 717660"/>
              <a:gd name="connsiteX14" fmla="*/ 444192 w 844822"/>
              <a:gd name="connsiteY14" fmla="*/ 0 h 717660"/>
              <a:gd name="connsiteX15" fmla="*/ 444192 w 844822"/>
              <a:gd name="connsiteY15" fmla="*/ 466856 h 717660"/>
              <a:gd name="connsiteX16" fmla="*/ 524269 w 844822"/>
              <a:gd name="connsiteY16" fmla="*/ 466855 h 717660"/>
              <a:gd name="connsiteX17" fmla="*/ 469123 w 844822"/>
              <a:gd name="connsiteY17" fmla="*/ 602080 h 717660"/>
              <a:gd name="connsiteX18" fmla="*/ 444192 w 844822"/>
              <a:gd name="connsiteY18" fmla="*/ 602080 h 717660"/>
              <a:gd name="connsiteX19" fmla="*/ 444192 w 844822"/>
              <a:gd name="connsiteY19" fmla="*/ 705574 h 717660"/>
              <a:gd name="connsiteX20" fmla="*/ 291596 w 844822"/>
              <a:gd name="connsiteY20" fmla="*/ 705574 h 717660"/>
              <a:gd name="connsiteX21" fmla="*/ 291596 w 844822"/>
              <a:gd name="connsiteY21" fmla="*/ 602080 h 717660"/>
              <a:gd name="connsiteX22" fmla="*/ 0 w 844822"/>
              <a:gd name="connsiteY22" fmla="*/ 602080 h 717660"/>
              <a:gd name="connsiteX23" fmla="*/ 0 w 844822"/>
              <a:gd name="connsiteY23" fmla="*/ 478944 h 717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844822" h="717660">
                <a:moveTo>
                  <a:pt x="717483" y="542899"/>
                </a:moveTo>
                <a:cubicBezTo>
                  <a:pt x="728544" y="538538"/>
                  <a:pt x="740647" y="536358"/>
                  <a:pt x="753792" y="536357"/>
                </a:cubicBezTo>
                <a:cubicBezTo>
                  <a:pt x="779084" y="536357"/>
                  <a:pt x="800579" y="545079"/>
                  <a:pt x="818277" y="562525"/>
                </a:cubicBezTo>
                <a:cubicBezTo>
                  <a:pt x="835975" y="579971"/>
                  <a:pt x="844822" y="601339"/>
                  <a:pt x="844822" y="626631"/>
                </a:cubicBezTo>
                <a:cubicBezTo>
                  <a:pt x="844822" y="651914"/>
                  <a:pt x="835975" y="673405"/>
                  <a:pt x="818276" y="691109"/>
                </a:cubicBezTo>
                <a:cubicBezTo>
                  <a:pt x="800579" y="708810"/>
                  <a:pt x="779084" y="717660"/>
                  <a:pt x="753792" y="717660"/>
                </a:cubicBezTo>
                <a:cubicBezTo>
                  <a:pt x="727501" y="717660"/>
                  <a:pt x="705381" y="708810"/>
                  <a:pt x="687428" y="691108"/>
                </a:cubicBezTo>
                <a:cubicBezTo>
                  <a:pt x="669474" y="673405"/>
                  <a:pt x="660499" y="651914"/>
                  <a:pt x="660499" y="626631"/>
                </a:cubicBezTo>
                <a:cubicBezTo>
                  <a:pt x="660499" y="601339"/>
                  <a:pt x="669474" y="579971"/>
                  <a:pt x="687428" y="562525"/>
                </a:cubicBezTo>
                <a:cubicBezTo>
                  <a:pt x="696405" y="553802"/>
                  <a:pt x="706423" y="547260"/>
                  <a:pt x="717483" y="542899"/>
                </a:cubicBezTo>
                <a:close/>
                <a:moveTo>
                  <a:pt x="291596" y="251558"/>
                </a:moveTo>
                <a:lnTo>
                  <a:pt x="153352" y="466855"/>
                </a:lnTo>
                <a:lnTo>
                  <a:pt x="291596" y="466855"/>
                </a:lnTo>
                <a:close/>
                <a:moveTo>
                  <a:pt x="291596" y="0"/>
                </a:moveTo>
                <a:lnTo>
                  <a:pt x="444192" y="0"/>
                </a:lnTo>
                <a:lnTo>
                  <a:pt x="444192" y="466856"/>
                </a:lnTo>
                <a:lnTo>
                  <a:pt x="524269" y="466855"/>
                </a:lnTo>
                <a:lnTo>
                  <a:pt x="469123" y="602080"/>
                </a:lnTo>
                <a:lnTo>
                  <a:pt x="444192" y="602080"/>
                </a:lnTo>
                <a:lnTo>
                  <a:pt x="444192" y="705574"/>
                </a:lnTo>
                <a:lnTo>
                  <a:pt x="291596" y="705574"/>
                </a:lnTo>
                <a:lnTo>
                  <a:pt x="291596" y="602080"/>
                </a:lnTo>
                <a:lnTo>
                  <a:pt x="0" y="602080"/>
                </a:lnTo>
                <a:lnTo>
                  <a:pt x="0" y="478944"/>
                </a:lnTo>
                <a:close/>
              </a:path>
            </a:pathLst>
          </a:custGeom>
          <a:solidFill>
            <a:schemeClr val="bg1"/>
          </a:solidFill>
          <a:ln w="12700">
            <a:noFill/>
          </a:ln>
          <a:effectLst/>
        </p:spPr>
        <p:txBody>
          <a:bodyPr rot="0" spcFirstLastPara="0" vertOverflow="overflow" horzOverflow="overflow" vert="horz" wrap="square" lIns="75604" tIns="37802" rIns="75604" bIns="37802" numCol="1" spcCol="0" rtlCol="0" fromWordArt="0" anchor="t" anchorCtr="0" forceAA="0" compatLnSpc="1">
            <a:noAutofit/>
          </a:bodyPr>
          <a:lstStyle/>
          <a:p>
            <a:pPr algn="ctr"/>
            <a:endParaRPr lang="ko-KR" altLang="en-US" sz="4465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pSp>
        <p:nvGrpSpPr>
          <p:cNvPr id="58" name="Group 57"/>
          <p:cNvGrpSpPr/>
          <p:nvPr userDrawn="1"/>
        </p:nvGrpSpPr>
        <p:grpSpPr>
          <a:xfrm>
            <a:off x="921594" y="176797"/>
            <a:ext cx="1328771" cy="1196480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59" name="Freeform: Shape 58"/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60" name="Group 59"/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61" name="Freeform: Shape 60"/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62" name="Freeform: Shape 61"/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grpSp>
        <p:nvGrpSpPr>
          <p:cNvPr id="64" name="Group 63"/>
          <p:cNvGrpSpPr/>
          <p:nvPr userDrawn="1"/>
        </p:nvGrpSpPr>
        <p:grpSpPr>
          <a:xfrm rot="15300000">
            <a:off x="1626559" y="3766933"/>
            <a:ext cx="754233" cy="679142"/>
            <a:chOff x="6486650" y="2648852"/>
            <a:chExt cx="2745260" cy="2471860"/>
          </a:xfrm>
          <a:solidFill>
            <a:schemeClr val="bg1">
              <a:alpha val="5000"/>
            </a:schemeClr>
          </a:solidFill>
        </p:grpSpPr>
        <p:sp>
          <p:nvSpPr>
            <p:cNvPr id="65" name="Freeform: Shape 64"/>
            <p:cNvSpPr/>
            <p:nvPr/>
          </p:nvSpPr>
          <p:spPr>
            <a:xfrm>
              <a:off x="6486650" y="3806165"/>
              <a:ext cx="1318090" cy="1314547"/>
            </a:xfrm>
            <a:custGeom>
              <a:avLst/>
              <a:gdLst>
                <a:gd name="connsiteX0" fmla="*/ 0 w 1919435"/>
                <a:gd name="connsiteY0" fmla="*/ 987194 h 1914275"/>
                <a:gd name="connsiteX1" fmla="*/ 37667 w 1919435"/>
                <a:gd name="connsiteY1" fmla="*/ 959846 h 1914275"/>
                <a:gd name="connsiteX2" fmla="*/ 169757 w 1919435"/>
                <a:gd name="connsiteY2" fmla="*/ 922696 h 1914275"/>
                <a:gd name="connsiteX3" fmla="*/ 215163 w 1919435"/>
                <a:gd name="connsiteY3" fmla="*/ 872130 h 1914275"/>
                <a:gd name="connsiteX4" fmla="*/ 217743 w 1919435"/>
                <a:gd name="connsiteY4" fmla="*/ 850459 h 1914275"/>
                <a:gd name="connsiteX5" fmla="*/ 189364 w 1919435"/>
                <a:gd name="connsiteY5" fmla="*/ 797830 h 1914275"/>
                <a:gd name="connsiteX6" fmla="*/ 69657 w 1919435"/>
                <a:gd name="connsiteY6" fmla="*/ 727657 h 1914275"/>
                <a:gd name="connsiteX7" fmla="*/ 43858 w 1919435"/>
                <a:gd name="connsiteY7" fmla="*/ 664708 h 1914275"/>
                <a:gd name="connsiteX8" fmla="*/ 46438 w 1919435"/>
                <a:gd name="connsiteY8" fmla="*/ 655936 h 1914275"/>
                <a:gd name="connsiteX9" fmla="*/ 114547 w 1919435"/>
                <a:gd name="connsiteY9" fmla="*/ 608982 h 1914275"/>
                <a:gd name="connsiteX10" fmla="*/ 241478 w 1919435"/>
                <a:gd name="connsiteY10" fmla="*/ 623429 h 1914275"/>
                <a:gd name="connsiteX11" fmla="*/ 306491 w 1919435"/>
                <a:gd name="connsiteY11" fmla="*/ 593503 h 1914275"/>
                <a:gd name="connsiteX12" fmla="*/ 301331 w 1919435"/>
                <a:gd name="connsiteY12" fmla="*/ 505271 h 1914275"/>
                <a:gd name="connsiteX13" fmla="*/ 222386 w 1919435"/>
                <a:gd name="connsiteY13" fmla="*/ 400527 h 1914275"/>
                <a:gd name="connsiteX14" fmla="*/ 222386 w 1919435"/>
                <a:gd name="connsiteY14" fmla="*/ 342222 h 1914275"/>
                <a:gd name="connsiteX15" fmla="*/ 248185 w 1919435"/>
                <a:gd name="connsiteY15" fmla="*/ 313327 h 1914275"/>
                <a:gd name="connsiteX16" fmla="*/ 303395 w 1919435"/>
                <a:gd name="connsiteY16" fmla="*/ 307135 h 1914275"/>
                <a:gd name="connsiteX17" fmla="*/ 420522 w 1919435"/>
                <a:gd name="connsiteY17" fmla="*/ 373180 h 1914275"/>
                <a:gd name="connsiteX18" fmla="*/ 525265 w 1919435"/>
                <a:gd name="connsiteY18" fmla="*/ 343770 h 1914275"/>
                <a:gd name="connsiteX19" fmla="*/ 527845 w 1919435"/>
                <a:gd name="connsiteY19" fmla="*/ 298364 h 1914275"/>
                <a:gd name="connsiteX20" fmla="*/ 493791 w 1919435"/>
                <a:gd name="connsiteY20" fmla="*/ 166789 h 1914275"/>
                <a:gd name="connsiteX21" fmla="*/ 518557 w 1919435"/>
                <a:gd name="connsiteY21" fmla="*/ 105904 h 1914275"/>
                <a:gd name="connsiteX22" fmla="*/ 537649 w 1919435"/>
                <a:gd name="connsiteY22" fmla="*/ 95585 h 1914275"/>
                <a:gd name="connsiteX23" fmla="*/ 608853 w 1919435"/>
                <a:gd name="connsiteY23" fmla="*/ 113128 h 1914275"/>
                <a:gd name="connsiteX24" fmla="*/ 690894 w 1919435"/>
                <a:gd name="connsiteY24" fmla="*/ 217355 h 1914275"/>
                <a:gd name="connsiteX25" fmla="*/ 802861 w 1919435"/>
                <a:gd name="connsiteY25" fmla="*/ 216839 h 1914275"/>
                <a:gd name="connsiteX26" fmla="*/ 816277 w 1919435"/>
                <a:gd name="connsiteY26" fmla="*/ 169369 h 1914275"/>
                <a:gd name="connsiteX27" fmla="*/ 832788 w 1919435"/>
                <a:gd name="connsiteY27" fmla="*/ 48631 h 1914275"/>
                <a:gd name="connsiteX28" fmla="*/ 877677 w 1919435"/>
                <a:gd name="connsiteY28" fmla="*/ 2193 h 1914275"/>
                <a:gd name="connsiteX29" fmla="*/ 917924 w 1919435"/>
                <a:gd name="connsiteY29" fmla="*/ 645 h 1914275"/>
                <a:gd name="connsiteX30" fmla="*/ 956106 w 1919435"/>
                <a:gd name="connsiteY30" fmla="*/ 31603 h 1914275"/>
                <a:gd name="connsiteX31" fmla="*/ 993772 w 1919435"/>
                <a:gd name="connsiteY31" fmla="*/ 163693 h 1914275"/>
                <a:gd name="connsiteX32" fmla="*/ 1089745 w 1919435"/>
                <a:gd name="connsiteY32" fmla="*/ 217871 h 1914275"/>
                <a:gd name="connsiteX33" fmla="*/ 1120703 w 1919435"/>
                <a:gd name="connsiteY33" fmla="*/ 191040 h 1914275"/>
                <a:gd name="connsiteX34" fmla="*/ 1192940 w 1919435"/>
                <a:gd name="connsiteY34" fmla="*/ 68754 h 1914275"/>
                <a:gd name="connsiteX35" fmla="*/ 1251245 w 1919435"/>
                <a:gd name="connsiteY35" fmla="*/ 44503 h 1914275"/>
                <a:gd name="connsiteX36" fmla="*/ 1309035 w 1919435"/>
                <a:gd name="connsiteY36" fmla="*/ 137895 h 1914275"/>
                <a:gd name="connsiteX37" fmla="*/ 1294587 w 1919435"/>
                <a:gd name="connsiteY37" fmla="*/ 255538 h 1914275"/>
                <a:gd name="connsiteX38" fmla="*/ 1294587 w 1919435"/>
                <a:gd name="connsiteY38" fmla="*/ 267921 h 1914275"/>
                <a:gd name="connsiteX39" fmla="*/ 1399331 w 1919435"/>
                <a:gd name="connsiteY39" fmla="*/ 314359 h 1914275"/>
                <a:gd name="connsiteX40" fmla="*/ 1514394 w 1919435"/>
                <a:gd name="connsiteY40" fmla="*/ 228191 h 1914275"/>
                <a:gd name="connsiteX41" fmla="*/ 1584050 w 1919435"/>
                <a:gd name="connsiteY41" fmla="*/ 229223 h 1914275"/>
                <a:gd name="connsiteX42" fmla="*/ 1594886 w 1919435"/>
                <a:gd name="connsiteY42" fmla="*/ 238510 h 1914275"/>
                <a:gd name="connsiteX43" fmla="*/ 1606754 w 1919435"/>
                <a:gd name="connsiteY43" fmla="*/ 317971 h 1914275"/>
                <a:gd name="connsiteX44" fmla="*/ 1543288 w 1919435"/>
                <a:gd name="connsiteY44" fmla="*/ 430970 h 1914275"/>
                <a:gd name="connsiteX45" fmla="*/ 1552060 w 1919435"/>
                <a:gd name="connsiteY45" fmla="*/ 504239 h 1914275"/>
                <a:gd name="connsiteX46" fmla="*/ 1619137 w 1919435"/>
                <a:gd name="connsiteY46" fmla="*/ 531069 h 1914275"/>
                <a:gd name="connsiteX47" fmla="*/ 1754839 w 1919435"/>
                <a:gd name="connsiteY47" fmla="*/ 495467 h 1914275"/>
                <a:gd name="connsiteX48" fmla="*/ 1812629 w 1919435"/>
                <a:gd name="connsiteY48" fmla="*/ 517654 h 1914275"/>
                <a:gd name="connsiteX49" fmla="*/ 1830172 w 1919435"/>
                <a:gd name="connsiteY49" fmla="*/ 552225 h 1914275"/>
                <a:gd name="connsiteX50" fmla="*/ 1815724 w 1919435"/>
                <a:gd name="connsiteY50" fmla="*/ 603306 h 1914275"/>
                <a:gd name="connsiteX51" fmla="*/ 1699630 w 1919435"/>
                <a:gd name="connsiteY51" fmla="*/ 695666 h 1914275"/>
                <a:gd name="connsiteX52" fmla="*/ 1678990 w 1919435"/>
                <a:gd name="connsiteY52" fmla="*/ 751908 h 1914275"/>
                <a:gd name="connsiteX53" fmla="*/ 1685182 w 1919435"/>
                <a:gd name="connsiteY53" fmla="*/ 774611 h 1914275"/>
                <a:gd name="connsiteX54" fmla="*/ 1732652 w 1919435"/>
                <a:gd name="connsiteY54" fmla="*/ 815373 h 1914275"/>
                <a:gd name="connsiteX55" fmla="*/ 1872998 w 1919435"/>
                <a:gd name="connsiteY55" fmla="*/ 834464 h 1914275"/>
                <a:gd name="connsiteX56" fmla="*/ 1918404 w 1919435"/>
                <a:gd name="connsiteY56" fmla="*/ 879354 h 1914275"/>
                <a:gd name="connsiteX57" fmla="*/ 1919952 w 1919435"/>
                <a:gd name="connsiteY57" fmla="*/ 919600 h 1914275"/>
                <a:gd name="connsiteX58" fmla="*/ 1886930 w 1919435"/>
                <a:gd name="connsiteY58" fmla="*/ 958299 h 1914275"/>
                <a:gd name="connsiteX59" fmla="*/ 1754839 w 1919435"/>
                <a:gd name="connsiteY59" fmla="*/ 995965 h 1914275"/>
                <a:gd name="connsiteX60" fmla="*/ 1701178 w 1919435"/>
                <a:gd name="connsiteY60" fmla="*/ 1085229 h 1914275"/>
                <a:gd name="connsiteX61" fmla="*/ 1728524 w 1919435"/>
                <a:gd name="connsiteY61" fmla="*/ 1121348 h 1914275"/>
                <a:gd name="connsiteX62" fmla="*/ 1849779 w 1919435"/>
                <a:gd name="connsiteY62" fmla="*/ 1192552 h 1914275"/>
                <a:gd name="connsiteX63" fmla="*/ 1876094 w 1919435"/>
                <a:gd name="connsiteY63" fmla="*/ 1253954 h 1914275"/>
                <a:gd name="connsiteX64" fmla="*/ 1875062 w 1919435"/>
                <a:gd name="connsiteY64" fmla="*/ 1260145 h 1914275"/>
                <a:gd name="connsiteX65" fmla="*/ 1802309 w 1919435"/>
                <a:gd name="connsiteY65" fmla="*/ 1312259 h 1914275"/>
                <a:gd name="connsiteX66" fmla="*/ 1675379 w 1919435"/>
                <a:gd name="connsiteY66" fmla="*/ 1296264 h 1914275"/>
                <a:gd name="connsiteX67" fmla="*/ 1611398 w 1919435"/>
                <a:gd name="connsiteY67" fmla="*/ 1329286 h 1914275"/>
                <a:gd name="connsiteX68" fmla="*/ 1610365 w 1919435"/>
                <a:gd name="connsiteY68" fmla="*/ 1405651 h 1914275"/>
                <a:gd name="connsiteX69" fmla="*/ 1692406 w 1919435"/>
                <a:gd name="connsiteY69" fmla="*/ 1514006 h 1914275"/>
                <a:gd name="connsiteX70" fmla="*/ 1692406 w 1919435"/>
                <a:gd name="connsiteY70" fmla="*/ 1584695 h 1914275"/>
                <a:gd name="connsiteX71" fmla="*/ 1689310 w 1919435"/>
                <a:gd name="connsiteY71" fmla="*/ 1588307 h 1914275"/>
                <a:gd name="connsiteX72" fmla="*/ 1600562 w 1919435"/>
                <a:gd name="connsiteY72" fmla="*/ 1605850 h 1914275"/>
                <a:gd name="connsiteX73" fmla="*/ 1490659 w 1919435"/>
                <a:gd name="connsiteY73" fmla="*/ 1543933 h 1914275"/>
                <a:gd name="connsiteX74" fmla="*/ 1415326 w 1919435"/>
                <a:gd name="connsiteY74" fmla="*/ 1554769 h 1914275"/>
                <a:gd name="connsiteX75" fmla="*/ 1391075 w 1919435"/>
                <a:gd name="connsiteY75" fmla="*/ 1622877 h 1914275"/>
                <a:gd name="connsiteX76" fmla="*/ 1426677 w 1919435"/>
                <a:gd name="connsiteY76" fmla="*/ 1760128 h 1914275"/>
                <a:gd name="connsiteX77" fmla="*/ 1406554 w 1919435"/>
                <a:gd name="connsiteY77" fmla="*/ 1811725 h 1914275"/>
                <a:gd name="connsiteX78" fmla="*/ 1370436 w 1919435"/>
                <a:gd name="connsiteY78" fmla="*/ 1830300 h 1914275"/>
                <a:gd name="connsiteX79" fmla="*/ 1316258 w 1919435"/>
                <a:gd name="connsiteY79" fmla="*/ 1815337 h 1914275"/>
                <a:gd name="connsiteX80" fmla="*/ 1231122 w 1919435"/>
                <a:gd name="connsiteY80" fmla="*/ 1707498 h 1914275"/>
                <a:gd name="connsiteX81" fmla="*/ 1121219 w 1919435"/>
                <a:gd name="connsiteY81" fmla="*/ 1698210 h 1914275"/>
                <a:gd name="connsiteX82" fmla="*/ 1106771 w 1919435"/>
                <a:gd name="connsiteY82" fmla="*/ 1727105 h 1914275"/>
                <a:gd name="connsiteX83" fmla="*/ 1087165 w 1919435"/>
                <a:gd name="connsiteY83" fmla="*/ 1868999 h 1914275"/>
                <a:gd name="connsiteX84" fmla="*/ 1050014 w 1919435"/>
                <a:gd name="connsiteY84" fmla="*/ 1919049 h 1914275"/>
                <a:gd name="connsiteX85" fmla="*/ 987581 w 1919435"/>
                <a:gd name="connsiteY85" fmla="*/ 1919049 h 1914275"/>
                <a:gd name="connsiteX86" fmla="*/ 960234 w 1919435"/>
                <a:gd name="connsiteY86" fmla="*/ 1880866 h 1914275"/>
                <a:gd name="connsiteX87" fmla="*/ 921535 w 1919435"/>
                <a:gd name="connsiteY87" fmla="*/ 1744132 h 1914275"/>
                <a:gd name="connsiteX88" fmla="*/ 875614 w 1919435"/>
                <a:gd name="connsiteY88" fmla="*/ 1703886 h 1914275"/>
                <a:gd name="connsiteX89" fmla="*/ 847751 w 1919435"/>
                <a:gd name="connsiteY89" fmla="*/ 1700790 h 1914275"/>
                <a:gd name="connsiteX90" fmla="*/ 800281 w 1919435"/>
                <a:gd name="connsiteY90" fmla="*/ 1727105 h 1914275"/>
                <a:gd name="connsiteX91" fmla="*/ 788414 w 1919435"/>
                <a:gd name="connsiteY91" fmla="*/ 1747228 h 1914275"/>
                <a:gd name="connsiteX92" fmla="*/ 723401 w 1919435"/>
                <a:gd name="connsiteY92" fmla="*/ 1857131 h 1914275"/>
                <a:gd name="connsiteX93" fmla="*/ 674383 w 1919435"/>
                <a:gd name="connsiteY93" fmla="*/ 1877254 h 1914275"/>
                <a:gd name="connsiteX94" fmla="*/ 634652 w 1919435"/>
                <a:gd name="connsiteY94" fmla="*/ 1863839 h 1914275"/>
                <a:gd name="connsiteX95" fmla="*/ 607822 w 1919435"/>
                <a:gd name="connsiteY95" fmla="*/ 1813789 h 1914275"/>
                <a:gd name="connsiteX96" fmla="*/ 624848 w 1919435"/>
                <a:gd name="connsiteY96" fmla="*/ 1672927 h 1914275"/>
                <a:gd name="connsiteX97" fmla="*/ 586150 w 1919435"/>
                <a:gd name="connsiteY97" fmla="*/ 1607398 h 1914275"/>
                <a:gd name="connsiteX98" fmla="*/ 514430 w 1919435"/>
                <a:gd name="connsiteY98" fmla="*/ 1611010 h 1914275"/>
                <a:gd name="connsiteX99" fmla="*/ 413814 w 1919435"/>
                <a:gd name="connsiteY99" fmla="*/ 1687375 h 1914275"/>
                <a:gd name="connsiteX100" fmla="*/ 324550 w 1919435"/>
                <a:gd name="connsiteY100" fmla="*/ 1682215 h 1914275"/>
                <a:gd name="connsiteX101" fmla="*/ 316810 w 1919435"/>
                <a:gd name="connsiteY101" fmla="*/ 1674475 h 1914275"/>
                <a:gd name="connsiteX102" fmla="*/ 309071 w 1919435"/>
                <a:gd name="connsiteY102" fmla="*/ 1612558 h 1914275"/>
                <a:gd name="connsiteX103" fmla="*/ 376148 w 1919435"/>
                <a:gd name="connsiteY103" fmla="*/ 1492851 h 1914275"/>
                <a:gd name="connsiteX104" fmla="*/ 387499 w 1919435"/>
                <a:gd name="connsiteY104" fmla="*/ 1456217 h 1914275"/>
                <a:gd name="connsiteX105" fmla="*/ 297203 w 1919435"/>
                <a:gd name="connsiteY105" fmla="*/ 1391720 h 1914275"/>
                <a:gd name="connsiteX106" fmla="*/ 158405 w 1919435"/>
                <a:gd name="connsiteY106" fmla="*/ 1427838 h 1914275"/>
                <a:gd name="connsiteX107" fmla="*/ 114031 w 1919435"/>
                <a:gd name="connsiteY107" fmla="*/ 1412875 h 1914275"/>
                <a:gd name="connsiteX108" fmla="*/ 91844 w 1919435"/>
                <a:gd name="connsiteY108" fmla="*/ 1373660 h 1914275"/>
                <a:gd name="connsiteX109" fmla="*/ 106808 w 1919435"/>
                <a:gd name="connsiteY109" fmla="*/ 1315871 h 1914275"/>
                <a:gd name="connsiteX110" fmla="*/ 209487 w 1919435"/>
                <a:gd name="connsiteY110" fmla="*/ 1234347 h 1914275"/>
                <a:gd name="connsiteX111" fmla="*/ 236834 w 1919435"/>
                <a:gd name="connsiteY111" fmla="*/ 1151274 h 1914275"/>
                <a:gd name="connsiteX112" fmla="*/ 181624 w 1919435"/>
                <a:gd name="connsiteY112" fmla="*/ 1104836 h 1914275"/>
                <a:gd name="connsiteX113" fmla="*/ 52114 w 1919435"/>
                <a:gd name="connsiteY113" fmla="*/ 1087293 h 1914275"/>
                <a:gd name="connsiteX114" fmla="*/ 1032 w 1919435"/>
                <a:gd name="connsiteY114" fmla="*/ 1051175 h 1914275"/>
                <a:gd name="connsiteX115" fmla="*/ 0 w 1919435"/>
                <a:gd name="connsiteY115" fmla="*/ 987194 h 1914275"/>
                <a:gd name="connsiteX116" fmla="*/ 1198616 w 1919435"/>
                <a:gd name="connsiteY116" fmla="*/ 960879 h 1914275"/>
                <a:gd name="connsiteX117" fmla="*/ 958686 w 1919435"/>
                <a:gd name="connsiteY117" fmla="*/ 720949 h 1914275"/>
                <a:gd name="connsiteX118" fmla="*/ 720304 w 1919435"/>
                <a:gd name="connsiteY118" fmla="*/ 959331 h 1914275"/>
                <a:gd name="connsiteX119" fmla="*/ 957654 w 1919435"/>
                <a:gd name="connsiteY119" fmla="*/ 1198744 h 1914275"/>
                <a:gd name="connsiteX120" fmla="*/ 1198616 w 1919435"/>
                <a:gd name="connsiteY120" fmla="*/ 960879 h 1914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1919435" h="1914275">
                  <a:moveTo>
                    <a:pt x="0" y="987194"/>
                  </a:moveTo>
                  <a:cubicBezTo>
                    <a:pt x="8256" y="971714"/>
                    <a:pt x="21155" y="963975"/>
                    <a:pt x="37667" y="959846"/>
                  </a:cubicBezTo>
                  <a:cubicBezTo>
                    <a:pt x="82041" y="947979"/>
                    <a:pt x="125383" y="934564"/>
                    <a:pt x="169757" y="922696"/>
                  </a:cubicBezTo>
                  <a:cubicBezTo>
                    <a:pt x="196587" y="915473"/>
                    <a:pt x="212583" y="900509"/>
                    <a:pt x="215163" y="872130"/>
                  </a:cubicBezTo>
                  <a:cubicBezTo>
                    <a:pt x="215679" y="864907"/>
                    <a:pt x="216710" y="857683"/>
                    <a:pt x="217743" y="850459"/>
                  </a:cubicBezTo>
                  <a:cubicBezTo>
                    <a:pt x="220323" y="826209"/>
                    <a:pt x="209487" y="809697"/>
                    <a:pt x="189364" y="797830"/>
                  </a:cubicBezTo>
                  <a:cubicBezTo>
                    <a:pt x="149118" y="774611"/>
                    <a:pt x="109388" y="750876"/>
                    <a:pt x="69657" y="727657"/>
                  </a:cubicBezTo>
                  <a:cubicBezTo>
                    <a:pt x="40246" y="710629"/>
                    <a:pt x="35087" y="697730"/>
                    <a:pt x="43858" y="664708"/>
                  </a:cubicBezTo>
                  <a:cubicBezTo>
                    <a:pt x="44890" y="661612"/>
                    <a:pt x="45406" y="658516"/>
                    <a:pt x="46438" y="655936"/>
                  </a:cubicBezTo>
                  <a:cubicBezTo>
                    <a:pt x="59337" y="613110"/>
                    <a:pt x="70689" y="604854"/>
                    <a:pt x="114547" y="608982"/>
                  </a:cubicBezTo>
                  <a:cubicBezTo>
                    <a:pt x="156857" y="613110"/>
                    <a:pt x="199167" y="617754"/>
                    <a:pt x="241478" y="623429"/>
                  </a:cubicBezTo>
                  <a:cubicBezTo>
                    <a:pt x="275016" y="627557"/>
                    <a:pt x="289463" y="621881"/>
                    <a:pt x="306491" y="593503"/>
                  </a:cubicBezTo>
                  <a:cubicBezTo>
                    <a:pt x="330741" y="554288"/>
                    <a:pt x="329710" y="541905"/>
                    <a:pt x="301331" y="505271"/>
                  </a:cubicBezTo>
                  <a:cubicBezTo>
                    <a:pt x="274500" y="470700"/>
                    <a:pt x="248185" y="435614"/>
                    <a:pt x="222386" y="400527"/>
                  </a:cubicBezTo>
                  <a:cubicBezTo>
                    <a:pt x="206907" y="379888"/>
                    <a:pt x="206907" y="362861"/>
                    <a:pt x="222386" y="342222"/>
                  </a:cubicBezTo>
                  <a:cubicBezTo>
                    <a:pt x="230126" y="331902"/>
                    <a:pt x="238382" y="321583"/>
                    <a:pt x="248185" y="313327"/>
                  </a:cubicBezTo>
                  <a:cubicBezTo>
                    <a:pt x="267792" y="296816"/>
                    <a:pt x="281208" y="294752"/>
                    <a:pt x="303395" y="307135"/>
                  </a:cubicBezTo>
                  <a:cubicBezTo>
                    <a:pt x="342609" y="328806"/>
                    <a:pt x="382856" y="348929"/>
                    <a:pt x="420522" y="373180"/>
                  </a:cubicBezTo>
                  <a:cubicBezTo>
                    <a:pt x="463864" y="401043"/>
                    <a:pt x="493791" y="382468"/>
                    <a:pt x="525265" y="343770"/>
                  </a:cubicBezTo>
                  <a:cubicBezTo>
                    <a:pt x="535585" y="330870"/>
                    <a:pt x="531973" y="313843"/>
                    <a:pt x="527845" y="298364"/>
                  </a:cubicBezTo>
                  <a:cubicBezTo>
                    <a:pt x="516493" y="254506"/>
                    <a:pt x="505142" y="210647"/>
                    <a:pt x="493791" y="166789"/>
                  </a:cubicBezTo>
                  <a:cubicBezTo>
                    <a:pt x="485535" y="135315"/>
                    <a:pt x="490694" y="122415"/>
                    <a:pt x="518557" y="105904"/>
                  </a:cubicBezTo>
                  <a:cubicBezTo>
                    <a:pt x="524749" y="102292"/>
                    <a:pt x="530941" y="98680"/>
                    <a:pt x="537649" y="95585"/>
                  </a:cubicBezTo>
                  <a:cubicBezTo>
                    <a:pt x="571187" y="80105"/>
                    <a:pt x="586150" y="83717"/>
                    <a:pt x="608853" y="113128"/>
                  </a:cubicBezTo>
                  <a:cubicBezTo>
                    <a:pt x="636200" y="147698"/>
                    <a:pt x="663547" y="182785"/>
                    <a:pt x="690894" y="217355"/>
                  </a:cubicBezTo>
                  <a:cubicBezTo>
                    <a:pt x="716693" y="249346"/>
                    <a:pt x="777062" y="249346"/>
                    <a:pt x="802861" y="216839"/>
                  </a:cubicBezTo>
                  <a:cubicBezTo>
                    <a:pt x="813697" y="202908"/>
                    <a:pt x="813697" y="185365"/>
                    <a:pt x="816277" y="169369"/>
                  </a:cubicBezTo>
                  <a:cubicBezTo>
                    <a:pt x="822468" y="129123"/>
                    <a:pt x="827628" y="88877"/>
                    <a:pt x="832788" y="48631"/>
                  </a:cubicBezTo>
                  <a:cubicBezTo>
                    <a:pt x="836916" y="16640"/>
                    <a:pt x="845687" y="7868"/>
                    <a:pt x="877677" y="2193"/>
                  </a:cubicBezTo>
                  <a:cubicBezTo>
                    <a:pt x="891093" y="-387"/>
                    <a:pt x="904509" y="-387"/>
                    <a:pt x="917924" y="645"/>
                  </a:cubicBezTo>
                  <a:cubicBezTo>
                    <a:pt x="937531" y="1677"/>
                    <a:pt x="950947" y="11996"/>
                    <a:pt x="956106" y="31603"/>
                  </a:cubicBezTo>
                  <a:cubicBezTo>
                    <a:pt x="968490" y="75461"/>
                    <a:pt x="981389" y="119835"/>
                    <a:pt x="993772" y="163693"/>
                  </a:cubicBezTo>
                  <a:cubicBezTo>
                    <a:pt x="1006672" y="208584"/>
                    <a:pt x="1043822" y="229739"/>
                    <a:pt x="1089745" y="217871"/>
                  </a:cubicBezTo>
                  <a:cubicBezTo>
                    <a:pt x="1104707" y="214259"/>
                    <a:pt x="1113479" y="203424"/>
                    <a:pt x="1120703" y="191040"/>
                  </a:cubicBezTo>
                  <a:cubicBezTo>
                    <a:pt x="1144438" y="150278"/>
                    <a:pt x="1168689" y="109516"/>
                    <a:pt x="1192940" y="68754"/>
                  </a:cubicBezTo>
                  <a:cubicBezTo>
                    <a:pt x="1208419" y="42439"/>
                    <a:pt x="1221835" y="36763"/>
                    <a:pt x="1251245" y="44503"/>
                  </a:cubicBezTo>
                  <a:cubicBezTo>
                    <a:pt x="1310067" y="59466"/>
                    <a:pt x="1317806" y="72366"/>
                    <a:pt x="1309035" y="137895"/>
                  </a:cubicBezTo>
                  <a:cubicBezTo>
                    <a:pt x="1303875" y="177109"/>
                    <a:pt x="1299231" y="216323"/>
                    <a:pt x="1294587" y="255538"/>
                  </a:cubicBezTo>
                  <a:cubicBezTo>
                    <a:pt x="1294071" y="259665"/>
                    <a:pt x="1294071" y="263793"/>
                    <a:pt x="1294587" y="267921"/>
                  </a:cubicBezTo>
                  <a:cubicBezTo>
                    <a:pt x="1301295" y="309715"/>
                    <a:pt x="1364760" y="338610"/>
                    <a:pt x="1399331" y="314359"/>
                  </a:cubicBezTo>
                  <a:cubicBezTo>
                    <a:pt x="1438545" y="286496"/>
                    <a:pt x="1476211" y="257085"/>
                    <a:pt x="1514394" y="228191"/>
                  </a:cubicBezTo>
                  <a:cubicBezTo>
                    <a:pt x="1542256" y="207036"/>
                    <a:pt x="1556188" y="207552"/>
                    <a:pt x="1584050" y="229223"/>
                  </a:cubicBezTo>
                  <a:cubicBezTo>
                    <a:pt x="1587663" y="232319"/>
                    <a:pt x="1591274" y="234898"/>
                    <a:pt x="1594886" y="238510"/>
                  </a:cubicBezTo>
                  <a:cubicBezTo>
                    <a:pt x="1627393" y="269469"/>
                    <a:pt x="1628941" y="278757"/>
                    <a:pt x="1606754" y="317971"/>
                  </a:cubicBezTo>
                  <a:cubicBezTo>
                    <a:pt x="1585599" y="355637"/>
                    <a:pt x="1565475" y="393819"/>
                    <a:pt x="1543288" y="430970"/>
                  </a:cubicBezTo>
                  <a:cubicBezTo>
                    <a:pt x="1527293" y="458317"/>
                    <a:pt x="1534517" y="481020"/>
                    <a:pt x="1552060" y="504239"/>
                  </a:cubicBezTo>
                  <a:cubicBezTo>
                    <a:pt x="1569604" y="527458"/>
                    <a:pt x="1589726" y="538809"/>
                    <a:pt x="1619137" y="531069"/>
                  </a:cubicBezTo>
                  <a:cubicBezTo>
                    <a:pt x="1664543" y="519202"/>
                    <a:pt x="1709949" y="507850"/>
                    <a:pt x="1754839" y="495467"/>
                  </a:cubicBezTo>
                  <a:cubicBezTo>
                    <a:pt x="1783734" y="487727"/>
                    <a:pt x="1796634" y="492371"/>
                    <a:pt x="1812629" y="517654"/>
                  </a:cubicBezTo>
                  <a:cubicBezTo>
                    <a:pt x="1819853" y="528490"/>
                    <a:pt x="1826044" y="539841"/>
                    <a:pt x="1830172" y="552225"/>
                  </a:cubicBezTo>
                  <a:cubicBezTo>
                    <a:pt x="1837912" y="574412"/>
                    <a:pt x="1834299" y="588343"/>
                    <a:pt x="1815724" y="603306"/>
                  </a:cubicBezTo>
                  <a:cubicBezTo>
                    <a:pt x="1777026" y="634265"/>
                    <a:pt x="1738844" y="665224"/>
                    <a:pt x="1699630" y="695666"/>
                  </a:cubicBezTo>
                  <a:cubicBezTo>
                    <a:pt x="1680022" y="710629"/>
                    <a:pt x="1674862" y="729205"/>
                    <a:pt x="1678990" y="751908"/>
                  </a:cubicBezTo>
                  <a:cubicBezTo>
                    <a:pt x="1680539" y="759647"/>
                    <a:pt x="1683119" y="766871"/>
                    <a:pt x="1685182" y="774611"/>
                  </a:cubicBezTo>
                  <a:cubicBezTo>
                    <a:pt x="1691890" y="798862"/>
                    <a:pt x="1707885" y="812277"/>
                    <a:pt x="1732652" y="815373"/>
                  </a:cubicBezTo>
                  <a:cubicBezTo>
                    <a:pt x="1779606" y="821565"/>
                    <a:pt x="1826560" y="828272"/>
                    <a:pt x="1872998" y="834464"/>
                  </a:cubicBezTo>
                  <a:cubicBezTo>
                    <a:pt x="1900861" y="838076"/>
                    <a:pt x="1915308" y="851491"/>
                    <a:pt x="1918404" y="879354"/>
                  </a:cubicBezTo>
                  <a:cubicBezTo>
                    <a:pt x="1919952" y="892770"/>
                    <a:pt x="1921500" y="906185"/>
                    <a:pt x="1919952" y="919600"/>
                  </a:cubicBezTo>
                  <a:cubicBezTo>
                    <a:pt x="1917372" y="940755"/>
                    <a:pt x="1906536" y="952623"/>
                    <a:pt x="1886930" y="958299"/>
                  </a:cubicBezTo>
                  <a:cubicBezTo>
                    <a:pt x="1843071" y="970682"/>
                    <a:pt x="1798697" y="983065"/>
                    <a:pt x="1754839" y="995965"/>
                  </a:cubicBezTo>
                  <a:cubicBezTo>
                    <a:pt x="1712013" y="1008348"/>
                    <a:pt x="1692406" y="1040855"/>
                    <a:pt x="1701178" y="1085229"/>
                  </a:cubicBezTo>
                  <a:cubicBezTo>
                    <a:pt x="1704273" y="1102256"/>
                    <a:pt x="1714077" y="1113092"/>
                    <a:pt x="1728524" y="1121348"/>
                  </a:cubicBezTo>
                  <a:cubicBezTo>
                    <a:pt x="1768771" y="1145083"/>
                    <a:pt x="1809016" y="1168817"/>
                    <a:pt x="1849779" y="1192552"/>
                  </a:cubicBezTo>
                  <a:cubicBezTo>
                    <a:pt x="1879706" y="1210096"/>
                    <a:pt x="1884350" y="1220415"/>
                    <a:pt x="1876094" y="1253954"/>
                  </a:cubicBezTo>
                  <a:cubicBezTo>
                    <a:pt x="1875578" y="1256018"/>
                    <a:pt x="1875578" y="1258082"/>
                    <a:pt x="1875062" y="1260145"/>
                  </a:cubicBezTo>
                  <a:cubicBezTo>
                    <a:pt x="1862678" y="1300908"/>
                    <a:pt x="1848747" y="1321031"/>
                    <a:pt x="1802309" y="1312259"/>
                  </a:cubicBezTo>
                  <a:cubicBezTo>
                    <a:pt x="1760515" y="1304003"/>
                    <a:pt x="1717689" y="1302456"/>
                    <a:pt x="1675379" y="1296264"/>
                  </a:cubicBezTo>
                  <a:cubicBezTo>
                    <a:pt x="1645452" y="1292136"/>
                    <a:pt x="1625845" y="1304003"/>
                    <a:pt x="1611398" y="1329286"/>
                  </a:cubicBezTo>
                  <a:cubicBezTo>
                    <a:pt x="1596434" y="1355085"/>
                    <a:pt x="1589726" y="1379336"/>
                    <a:pt x="1610365" y="1405651"/>
                  </a:cubicBezTo>
                  <a:cubicBezTo>
                    <a:pt x="1638228" y="1441254"/>
                    <a:pt x="1665059" y="1477888"/>
                    <a:pt x="1692406" y="1514006"/>
                  </a:cubicBezTo>
                  <a:cubicBezTo>
                    <a:pt x="1715109" y="1543417"/>
                    <a:pt x="1715109" y="1555285"/>
                    <a:pt x="1692406" y="1584695"/>
                  </a:cubicBezTo>
                  <a:cubicBezTo>
                    <a:pt x="1691374" y="1585727"/>
                    <a:pt x="1690342" y="1587275"/>
                    <a:pt x="1689310" y="1588307"/>
                  </a:cubicBezTo>
                  <a:cubicBezTo>
                    <a:pt x="1659383" y="1620298"/>
                    <a:pt x="1647516" y="1634229"/>
                    <a:pt x="1600562" y="1605850"/>
                  </a:cubicBezTo>
                  <a:cubicBezTo>
                    <a:pt x="1564444" y="1584179"/>
                    <a:pt x="1526261" y="1565604"/>
                    <a:pt x="1490659" y="1543933"/>
                  </a:cubicBezTo>
                  <a:cubicBezTo>
                    <a:pt x="1461248" y="1526390"/>
                    <a:pt x="1438545" y="1536709"/>
                    <a:pt x="1415326" y="1554769"/>
                  </a:cubicBezTo>
                  <a:cubicBezTo>
                    <a:pt x="1392107" y="1572312"/>
                    <a:pt x="1382819" y="1593467"/>
                    <a:pt x="1391075" y="1622877"/>
                  </a:cubicBezTo>
                  <a:cubicBezTo>
                    <a:pt x="1403974" y="1668284"/>
                    <a:pt x="1415326" y="1714205"/>
                    <a:pt x="1426677" y="1760128"/>
                  </a:cubicBezTo>
                  <a:cubicBezTo>
                    <a:pt x="1432870" y="1784894"/>
                    <a:pt x="1427710" y="1798310"/>
                    <a:pt x="1406554" y="1811725"/>
                  </a:cubicBezTo>
                  <a:cubicBezTo>
                    <a:pt x="1395203" y="1818949"/>
                    <a:pt x="1383335" y="1825657"/>
                    <a:pt x="1370436" y="1830300"/>
                  </a:cubicBezTo>
                  <a:cubicBezTo>
                    <a:pt x="1347733" y="1838556"/>
                    <a:pt x="1331222" y="1834428"/>
                    <a:pt x="1316258" y="1815337"/>
                  </a:cubicBezTo>
                  <a:cubicBezTo>
                    <a:pt x="1287879" y="1779735"/>
                    <a:pt x="1259501" y="1743616"/>
                    <a:pt x="1231122" y="1707498"/>
                  </a:cubicBezTo>
                  <a:cubicBezTo>
                    <a:pt x="1203775" y="1673443"/>
                    <a:pt x="1154242" y="1668800"/>
                    <a:pt x="1121219" y="1698210"/>
                  </a:cubicBezTo>
                  <a:cubicBezTo>
                    <a:pt x="1112447" y="1705950"/>
                    <a:pt x="1108320" y="1715753"/>
                    <a:pt x="1106771" y="1727105"/>
                  </a:cubicBezTo>
                  <a:cubicBezTo>
                    <a:pt x="1100064" y="1774575"/>
                    <a:pt x="1092324" y="1821529"/>
                    <a:pt x="1087165" y="1868999"/>
                  </a:cubicBezTo>
                  <a:cubicBezTo>
                    <a:pt x="1084068" y="1893766"/>
                    <a:pt x="1074265" y="1911309"/>
                    <a:pt x="1050014" y="1919049"/>
                  </a:cubicBezTo>
                  <a:cubicBezTo>
                    <a:pt x="1029375" y="1919049"/>
                    <a:pt x="1008220" y="1919049"/>
                    <a:pt x="987581" y="1919049"/>
                  </a:cubicBezTo>
                  <a:cubicBezTo>
                    <a:pt x="973133" y="1910277"/>
                    <a:pt x="964878" y="1897377"/>
                    <a:pt x="960234" y="1880866"/>
                  </a:cubicBezTo>
                  <a:cubicBezTo>
                    <a:pt x="947851" y="1835460"/>
                    <a:pt x="933919" y="1790054"/>
                    <a:pt x="921535" y="1744132"/>
                  </a:cubicBezTo>
                  <a:cubicBezTo>
                    <a:pt x="914828" y="1719881"/>
                    <a:pt x="899865" y="1706982"/>
                    <a:pt x="875614" y="1703886"/>
                  </a:cubicBezTo>
                  <a:cubicBezTo>
                    <a:pt x="866326" y="1702854"/>
                    <a:pt x="857038" y="1701306"/>
                    <a:pt x="847751" y="1700790"/>
                  </a:cubicBezTo>
                  <a:cubicBezTo>
                    <a:pt x="826080" y="1699242"/>
                    <a:pt x="811117" y="1709046"/>
                    <a:pt x="800281" y="1727105"/>
                  </a:cubicBezTo>
                  <a:cubicBezTo>
                    <a:pt x="796153" y="1733813"/>
                    <a:pt x="792541" y="1740520"/>
                    <a:pt x="788414" y="1747228"/>
                  </a:cubicBezTo>
                  <a:cubicBezTo>
                    <a:pt x="766742" y="1783862"/>
                    <a:pt x="745587" y="1821013"/>
                    <a:pt x="723401" y="1857131"/>
                  </a:cubicBezTo>
                  <a:cubicBezTo>
                    <a:pt x="711533" y="1877254"/>
                    <a:pt x="697085" y="1882414"/>
                    <a:pt x="674383" y="1877254"/>
                  </a:cubicBezTo>
                  <a:cubicBezTo>
                    <a:pt x="660451" y="1874158"/>
                    <a:pt x="647552" y="1869515"/>
                    <a:pt x="634652" y="1863839"/>
                  </a:cubicBezTo>
                  <a:cubicBezTo>
                    <a:pt x="611949" y="1853003"/>
                    <a:pt x="604726" y="1839072"/>
                    <a:pt x="607822" y="1813789"/>
                  </a:cubicBezTo>
                  <a:cubicBezTo>
                    <a:pt x="613497" y="1766835"/>
                    <a:pt x="618141" y="1719881"/>
                    <a:pt x="624848" y="1672927"/>
                  </a:cubicBezTo>
                  <a:cubicBezTo>
                    <a:pt x="629492" y="1639905"/>
                    <a:pt x="611949" y="1621846"/>
                    <a:pt x="586150" y="1607398"/>
                  </a:cubicBezTo>
                  <a:cubicBezTo>
                    <a:pt x="560868" y="1593467"/>
                    <a:pt x="538165" y="1591403"/>
                    <a:pt x="514430" y="1611010"/>
                  </a:cubicBezTo>
                  <a:cubicBezTo>
                    <a:pt x="481407" y="1637325"/>
                    <a:pt x="446836" y="1661576"/>
                    <a:pt x="413814" y="1687375"/>
                  </a:cubicBezTo>
                  <a:cubicBezTo>
                    <a:pt x="380276" y="1713690"/>
                    <a:pt x="365828" y="1719365"/>
                    <a:pt x="324550" y="1682215"/>
                  </a:cubicBezTo>
                  <a:cubicBezTo>
                    <a:pt x="321970" y="1679635"/>
                    <a:pt x="319390" y="1677055"/>
                    <a:pt x="316810" y="1674475"/>
                  </a:cubicBezTo>
                  <a:cubicBezTo>
                    <a:pt x="296687" y="1653836"/>
                    <a:pt x="294623" y="1637841"/>
                    <a:pt x="309071" y="1612558"/>
                  </a:cubicBezTo>
                  <a:cubicBezTo>
                    <a:pt x="331258" y="1572828"/>
                    <a:pt x="353960" y="1532581"/>
                    <a:pt x="376148" y="1492851"/>
                  </a:cubicBezTo>
                  <a:cubicBezTo>
                    <a:pt x="382339" y="1481500"/>
                    <a:pt x="389047" y="1470148"/>
                    <a:pt x="387499" y="1456217"/>
                  </a:cubicBezTo>
                  <a:cubicBezTo>
                    <a:pt x="383887" y="1414423"/>
                    <a:pt x="337449" y="1381400"/>
                    <a:pt x="297203" y="1391720"/>
                  </a:cubicBezTo>
                  <a:cubicBezTo>
                    <a:pt x="250765" y="1403587"/>
                    <a:pt x="204327" y="1415455"/>
                    <a:pt x="158405" y="1427838"/>
                  </a:cubicBezTo>
                  <a:cubicBezTo>
                    <a:pt x="139830" y="1432998"/>
                    <a:pt x="125899" y="1427322"/>
                    <a:pt x="114031" y="1412875"/>
                  </a:cubicBezTo>
                  <a:cubicBezTo>
                    <a:pt x="104228" y="1401007"/>
                    <a:pt x="98036" y="1387592"/>
                    <a:pt x="91844" y="1373660"/>
                  </a:cubicBezTo>
                  <a:cubicBezTo>
                    <a:pt x="81525" y="1349409"/>
                    <a:pt x="86169" y="1331866"/>
                    <a:pt x="106808" y="1315871"/>
                  </a:cubicBezTo>
                  <a:cubicBezTo>
                    <a:pt x="140862" y="1288524"/>
                    <a:pt x="175432" y="1261693"/>
                    <a:pt x="209487" y="1234347"/>
                  </a:cubicBezTo>
                  <a:cubicBezTo>
                    <a:pt x="245605" y="1206484"/>
                    <a:pt x="248701" y="1194616"/>
                    <a:pt x="236834" y="1151274"/>
                  </a:cubicBezTo>
                  <a:cubicBezTo>
                    <a:pt x="228578" y="1122896"/>
                    <a:pt x="211551" y="1107932"/>
                    <a:pt x="181624" y="1104836"/>
                  </a:cubicBezTo>
                  <a:cubicBezTo>
                    <a:pt x="138282" y="1100192"/>
                    <a:pt x="95456" y="1091937"/>
                    <a:pt x="52114" y="1087293"/>
                  </a:cubicBezTo>
                  <a:cubicBezTo>
                    <a:pt x="27347" y="1084713"/>
                    <a:pt x="9804" y="1074910"/>
                    <a:pt x="1032" y="1051175"/>
                  </a:cubicBezTo>
                  <a:cubicBezTo>
                    <a:pt x="0" y="1028988"/>
                    <a:pt x="0" y="1008348"/>
                    <a:pt x="0" y="987194"/>
                  </a:cubicBezTo>
                  <a:close/>
                  <a:moveTo>
                    <a:pt x="1198616" y="960879"/>
                  </a:moveTo>
                  <a:cubicBezTo>
                    <a:pt x="1200163" y="838592"/>
                    <a:pt x="1104192" y="720433"/>
                    <a:pt x="958686" y="720949"/>
                  </a:cubicBezTo>
                  <a:cubicBezTo>
                    <a:pt x="824016" y="721465"/>
                    <a:pt x="720821" y="824145"/>
                    <a:pt x="720304" y="959331"/>
                  </a:cubicBezTo>
                  <a:cubicBezTo>
                    <a:pt x="719788" y="1096581"/>
                    <a:pt x="827628" y="1197712"/>
                    <a:pt x="957654" y="1198744"/>
                  </a:cubicBezTo>
                  <a:cubicBezTo>
                    <a:pt x="1090776" y="1199776"/>
                    <a:pt x="1198100" y="1092969"/>
                    <a:pt x="1198616" y="960879"/>
                  </a:cubicBezTo>
                  <a:close/>
                </a:path>
              </a:pathLst>
            </a:custGeom>
            <a:grpFill/>
            <a:ln w="51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grpSp>
          <p:nvGrpSpPr>
            <p:cNvPr id="66" name="Group 65"/>
            <p:cNvGrpSpPr/>
            <p:nvPr/>
          </p:nvGrpSpPr>
          <p:grpSpPr>
            <a:xfrm>
              <a:off x="7392963" y="2648852"/>
              <a:ext cx="1838947" cy="1835405"/>
              <a:chOff x="7167947" y="1624190"/>
              <a:chExt cx="2677922" cy="2672763"/>
            </a:xfrm>
            <a:grpFill/>
          </p:grpSpPr>
          <p:sp>
            <p:nvSpPr>
              <p:cNvPr id="67" name="Freeform: Shape 66"/>
              <p:cNvSpPr/>
              <p:nvPr/>
            </p:nvSpPr>
            <p:spPr>
              <a:xfrm>
                <a:off x="7167947" y="1624190"/>
                <a:ext cx="2677922" cy="2672763"/>
              </a:xfrm>
              <a:custGeom>
                <a:avLst/>
                <a:gdLst>
                  <a:gd name="connsiteX0" fmla="*/ 2538684 w 2677922"/>
                  <a:gd name="connsiteY0" fmla="*/ 1897505 h 2672762"/>
                  <a:gd name="connsiteX1" fmla="*/ 2456643 w 2677922"/>
                  <a:gd name="connsiteY1" fmla="*/ 1879446 h 2672762"/>
                  <a:gd name="connsiteX2" fmla="*/ 2389566 w 2677922"/>
                  <a:gd name="connsiteY2" fmla="*/ 1863966 h 2672762"/>
                  <a:gd name="connsiteX3" fmla="*/ 2354479 w 2677922"/>
                  <a:gd name="connsiteY3" fmla="*/ 1874802 h 2672762"/>
                  <a:gd name="connsiteX4" fmla="*/ 2312170 w 2677922"/>
                  <a:gd name="connsiteY4" fmla="*/ 1950651 h 2672762"/>
                  <a:gd name="connsiteX5" fmla="*/ 2322489 w 2677922"/>
                  <a:gd name="connsiteY5" fmla="*/ 1983157 h 2672762"/>
                  <a:gd name="connsiteX6" fmla="*/ 2412785 w 2677922"/>
                  <a:gd name="connsiteY6" fmla="*/ 2080161 h 2672762"/>
                  <a:gd name="connsiteX7" fmla="*/ 2418461 w 2677922"/>
                  <a:gd name="connsiteY7" fmla="*/ 2146722 h 2672762"/>
                  <a:gd name="connsiteX8" fmla="*/ 2414849 w 2677922"/>
                  <a:gd name="connsiteY8" fmla="*/ 2151882 h 2672762"/>
                  <a:gd name="connsiteX9" fmla="*/ 2324037 w 2677922"/>
                  <a:gd name="connsiteY9" fmla="*/ 2174585 h 2672762"/>
                  <a:gd name="connsiteX10" fmla="*/ 2219294 w 2677922"/>
                  <a:gd name="connsiteY10" fmla="*/ 2118859 h 2672762"/>
                  <a:gd name="connsiteX11" fmla="*/ 2178531 w 2677922"/>
                  <a:gd name="connsiteY11" fmla="*/ 2120407 h 2672762"/>
                  <a:gd name="connsiteX12" fmla="*/ 2125386 w 2677922"/>
                  <a:gd name="connsiteY12" fmla="*/ 2172521 h 2672762"/>
                  <a:gd name="connsiteX13" fmla="*/ 2122806 w 2677922"/>
                  <a:gd name="connsiteY13" fmla="*/ 2217411 h 2672762"/>
                  <a:gd name="connsiteX14" fmla="*/ 2184723 w 2677922"/>
                  <a:gd name="connsiteY14" fmla="*/ 2334538 h 2672762"/>
                  <a:gd name="connsiteX15" fmla="*/ 2174404 w 2677922"/>
                  <a:gd name="connsiteY15" fmla="*/ 2395423 h 2672762"/>
                  <a:gd name="connsiteX16" fmla="*/ 2164084 w 2677922"/>
                  <a:gd name="connsiteY16" fmla="*/ 2404711 h 2672762"/>
                  <a:gd name="connsiteX17" fmla="*/ 2075336 w 2677922"/>
                  <a:gd name="connsiteY17" fmla="*/ 2401615 h 2672762"/>
                  <a:gd name="connsiteX18" fmla="*/ 1988652 w 2677922"/>
                  <a:gd name="connsiteY18" fmla="*/ 2320606 h 2672762"/>
                  <a:gd name="connsiteX19" fmla="*/ 1944277 w 2677922"/>
                  <a:gd name="connsiteY19" fmla="*/ 2311835 h 2672762"/>
                  <a:gd name="connsiteX20" fmla="*/ 1883392 w 2677922"/>
                  <a:gd name="connsiteY20" fmla="*/ 2346405 h 2672762"/>
                  <a:gd name="connsiteX21" fmla="*/ 1868429 w 2677922"/>
                  <a:gd name="connsiteY21" fmla="*/ 2391811 h 2672762"/>
                  <a:gd name="connsiteX22" fmla="*/ 1899388 w 2677922"/>
                  <a:gd name="connsiteY22" fmla="*/ 2526997 h 2672762"/>
                  <a:gd name="connsiteX23" fmla="*/ 1879264 w 2677922"/>
                  <a:gd name="connsiteY23" fmla="*/ 2571887 h 2672762"/>
                  <a:gd name="connsiteX24" fmla="*/ 1841082 w 2677922"/>
                  <a:gd name="connsiteY24" fmla="*/ 2588915 h 2672762"/>
                  <a:gd name="connsiteX25" fmla="*/ 1782777 w 2677922"/>
                  <a:gd name="connsiteY25" fmla="*/ 2568276 h 2672762"/>
                  <a:gd name="connsiteX26" fmla="*/ 1715184 w 2677922"/>
                  <a:gd name="connsiteY26" fmla="*/ 2459404 h 2672762"/>
                  <a:gd name="connsiteX27" fmla="*/ 1664618 w 2677922"/>
                  <a:gd name="connsiteY27" fmla="*/ 2435669 h 2672762"/>
                  <a:gd name="connsiteX28" fmla="*/ 1610440 w 2677922"/>
                  <a:gd name="connsiteY28" fmla="*/ 2450117 h 2672762"/>
                  <a:gd name="connsiteX29" fmla="*/ 1577418 w 2677922"/>
                  <a:gd name="connsiteY29" fmla="*/ 2495007 h 2672762"/>
                  <a:gd name="connsiteX30" fmla="*/ 1573806 w 2677922"/>
                  <a:gd name="connsiteY30" fmla="*/ 2616777 h 2672762"/>
                  <a:gd name="connsiteX31" fmla="*/ 1526852 w 2677922"/>
                  <a:gd name="connsiteY31" fmla="*/ 2672503 h 2672762"/>
                  <a:gd name="connsiteX32" fmla="*/ 1497441 w 2677922"/>
                  <a:gd name="connsiteY32" fmla="*/ 2676115 h 2672762"/>
                  <a:gd name="connsiteX33" fmla="*/ 1449972 w 2677922"/>
                  <a:gd name="connsiteY33" fmla="*/ 2644124 h 2672762"/>
                  <a:gd name="connsiteX34" fmla="*/ 1410241 w 2677922"/>
                  <a:gd name="connsiteY34" fmla="*/ 2514614 h 2672762"/>
                  <a:gd name="connsiteX35" fmla="*/ 1373091 w 2677922"/>
                  <a:gd name="connsiteY35" fmla="*/ 2482623 h 2672762"/>
                  <a:gd name="connsiteX36" fmla="*/ 1304982 w 2677922"/>
                  <a:gd name="connsiteY36" fmla="*/ 2483139 h 2672762"/>
                  <a:gd name="connsiteX37" fmla="*/ 1271959 w 2677922"/>
                  <a:gd name="connsiteY37" fmla="*/ 2511518 h 2672762"/>
                  <a:gd name="connsiteX38" fmla="*/ 1234293 w 2677922"/>
                  <a:gd name="connsiteY38" fmla="*/ 2633805 h 2672762"/>
                  <a:gd name="connsiteX39" fmla="*/ 1170828 w 2677922"/>
                  <a:gd name="connsiteY39" fmla="*/ 2674567 h 2672762"/>
                  <a:gd name="connsiteX40" fmla="*/ 1106847 w 2677922"/>
                  <a:gd name="connsiteY40" fmla="*/ 2602330 h 2672762"/>
                  <a:gd name="connsiteX41" fmla="*/ 1103751 w 2677922"/>
                  <a:gd name="connsiteY41" fmla="*/ 2491395 h 2672762"/>
                  <a:gd name="connsiteX42" fmla="*/ 1080532 w 2677922"/>
                  <a:gd name="connsiteY42" fmla="*/ 2454244 h 2672762"/>
                  <a:gd name="connsiteX43" fmla="*/ 1005199 w 2677922"/>
                  <a:gd name="connsiteY43" fmla="*/ 2435153 h 2672762"/>
                  <a:gd name="connsiteX44" fmla="*/ 969080 w 2677922"/>
                  <a:gd name="connsiteY44" fmla="*/ 2454244 h 2672762"/>
                  <a:gd name="connsiteX45" fmla="*/ 900456 w 2677922"/>
                  <a:gd name="connsiteY45" fmla="*/ 2564148 h 2672762"/>
                  <a:gd name="connsiteX46" fmla="*/ 836474 w 2677922"/>
                  <a:gd name="connsiteY46" fmla="*/ 2587367 h 2672762"/>
                  <a:gd name="connsiteX47" fmla="*/ 831830 w 2677922"/>
                  <a:gd name="connsiteY47" fmla="*/ 2585819 h 2672762"/>
                  <a:gd name="connsiteX48" fmla="*/ 785392 w 2677922"/>
                  <a:gd name="connsiteY48" fmla="*/ 2504810 h 2672762"/>
                  <a:gd name="connsiteX49" fmla="*/ 811707 w 2677922"/>
                  <a:gd name="connsiteY49" fmla="*/ 2390779 h 2672762"/>
                  <a:gd name="connsiteX50" fmla="*/ 794680 w 2677922"/>
                  <a:gd name="connsiteY50" fmla="*/ 2344341 h 2672762"/>
                  <a:gd name="connsiteX51" fmla="*/ 739470 w 2677922"/>
                  <a:gd name="connsiteY51" fmla="*/ 2312351 h 2672762"/>
                  <a:gd name="connsiteX52" fmla="*/ 689421 w 2677922"/>
                  <a:gd name="connsiteY52" fmla="*/ 2321638 h 2672762"/>
                  <a:gd name="connsiteX53" fmla="*/ 596029 w 2677922"/>
                  <a:gd name="connsiteY53" fmla="*/ 2408838 h 2672762"/>
                  <a:gd name="connsiteX54" fmla="*/ 530500 w 2677922"/>
                  <a:gd name="connsiteY54" fmla="*/ 2415030 h 2672762"/>
                  <a:gd name="connsiteX55" fmla="*/ 521212 w 2677922"/>
                  <a:gd name="connsiteY55" fmla="*/ 2408838 h 2672762"/>
                  <a:gd name="connsiteX56" fmla="*/ 500573 w 2677922"/>
                  <a:gd name="connsiteY56" fmla="*/ 2322670 h 2672762"/>
                  <a:gd name="connsiteX57" fmla="*/ 556298 w 2677922"/>
                  <a:gd name="connsiteY57" fmla="*/ 2217927 h 2672762"/>
                  <a:gd name="connsiteX58" fmla="*/ 552171 w 2677922"/>
                  <a:gd name="connsiteY58" fmla="*/ 2168909 h 2672762"/>
                  <a:gd name="connsiteX59" fmla="*/ 505733 w 2677922"/>
                  <a:gd name="connsiteY59" fmla="*/ 2122987 h 2672762"/>
                  <a:gd name="connsiteX60" fmla="*/ 457747 w 2677922"/>
                  <a:gd name="connsiteY60" fmla="*/ 2119375 h 2672762"/>
                  <a:gd name="connsiteX61" fmla="*/ 341652 w 2677922"/>
                  <a:gd name="connsiteY61" fmla="*/ 2180777 h 2672762"/>
                  <a:gd name="connsiteX62" fmla="*/ 278187 w 2677922"/>
                  <a:gd name="connsiteY62" fmla="*/ 2168909 h 2672762"/>
                  <a:gd name="connsiteX63" fmla="*/ 274059 w 2677922"/>
                  <a:gd name="connsiteY63" fmla="*/ 2164265 h 2672762"/>
                  <a:gd name="connsiteX64" fmla="*/ 276639 w 2677922"/>
                  <a:gd name="connsiteY64" fmla="*/ 2069325 h 2672762"/>
                  <a:gd name="connsiteX65" fmla="*/ 354551 w 2677922"/>
                  <a:gd name="connsiteY65" fmla="*/ 1986253 h 2672762"/>
                  <a:gd name="connsiteX66" fmla="*/ 363839 w 2677922"/>
                  <a:gd name="connsiteY66" fmla="*/ 1940847 h 2672762"/>
                  <a:gd name="connsiteX67" fmla="*/ 328237 w 2677922"/>
                  <a:gd name="connsiteY67" fmla="*/ 1878930 h 2672762"/>
                  <a:gd name="connsiteX68" fmla="*/ 283347 w 2677922"/>
                  <a:gd name="connsiteY68" fmla="*/ 1866030 h 2672762"/>
                  <a:gd name="connsiteX69" fmla="*/ 170864 w 2677922"/>
                  <a:gd name="connsiteY69" fmla="*/ 1891829 h 2672762"/>
                  <a:gd name="connsiteX70" fmla="*/ 155900 w 2677922"/>
                  <a:gd name="connsiteY70" fmla="*/ 1895441 h 2672762"/>
                  <a:gd name="connsiteX71" fmla="*/ 100175 w 2677922"/>
                  <a:gd name="connsiteY71" fmla="*/ 1868094 h 2672762"/>
                  <a:gd name="connsiteX72" fmla="*/ 87275 w 2677922"/>
                  <a:gd name="connsiteY72" fmla="*/ 1838168 h 2672762"/>
                  <a:gd name="connsiteX73" fmla="*/ 107915 w 2677922"/>
                  <a:gd name="connsiteY73" fmla="*/ 1779862 h 2672762"/>
                  <a:gd name="connsiteX74" fmla="*/ 213690 w 2677922"/>
                  <a:gd name="connsiteY74" fmla="*/ 1713817 h 2672762"/>
                  <a:gd name="connsiteX75" fmla="*/ 238972 w 2677922"/>
                  <a:gd name="connsiteY75" fmla="*/ 1654480 h 2672762"/>
                  <a:gd name="connsiteX76" fmla="*/ 222977 w 2677922"/>
                  <a:gd name="connsiteY76" fmla="*/ 1600818 h 2672762"/>
                  <a:gd name="connsiteX77" fmla="*/ 184279 w 2677922"/>
                  <a:gd name="connsiteY77" fmla="*/ 1575019 h 2672762"/>
                  <a:gd name="connsiteX78" fmla="*/ 59413 w 2677922"/>
                  <a:gd name="connsiteY78" fmla="*/ 1571407 h 2672762"/>
                  <a:gd name="connsiteX79" fmla="*/ 3687 w 2677922"/>
                  <a:gd name="connsiteY79" fmla="*/ 1524453 h 2672762"/>
                  <a:gd name="connsiteX80" fmla="*/ 1623 w 2677922"/>
                  <a:gd name="connsiteY80" fmla="*/ 1513618 h 2672762"/>
                  <a:gd name="connsiteX81" fmla="*/ 48577 w 2677922"/>
                  <a:gd name="connsiteY81" fmla="*/ 1442413 h 2672762"/>
                  <a:gd name="connsiteX82" fmla="*/ 160544 w 2677922"/>
                  <a:gd name="connsiteY82" fmla="*/ 1408358 h 2672762"/>
                  <a:gd name="connsiteX83" fmla="*/ 194083 w 2677922"/>
                  <a:gd name="connsiteY83" fmla="*/ 1370692 h 2672762"/>
                  <a:gd name="connsiteX84" fmla="*/ 192534 w 2677922"/>
                  <a:gd name="connsiteY84" fmla="*/ 1298971 h 2672762"/>
                  <a:gd name="connsiteX85" fmla="*/ 166220 w 2677922"/>
                  <a:gd name="connsiteY85" fmla="*/ 1269560 h 2672762"/>
                  <a:gd name="connsiteX86" fmla="*/ 47029 w 2677922"/>
                  <a:gd name="connsiteY86" fmla="*/ 1232926 h 2672762"/>
                  <a:gd name="connsiteX87" fmla="*/ 1623 w 2677922"/>
                  <a:gd name="connsiteY87" fmla="*/ 1166881 h 2672762"/>
                  <a:gd name="connsiteX88" fmla="*/ 6267 w 2677922"/>
                  <a:gd name="connsiteY88" fmla="*/ 1139534 h 2672762"/>
                  <a:gd name="connsiteX89" fmla="*/ 49093 w 2677922"/>
                  <a:gd name="connsiteY89" fmla="*/ 1105480 h 2672762"/>
                  <a:gd name="connsiteX90" fmla="*/ 164672 w 2677922"/>
                  <a:gd name="connsiteY90" fmla="*/ 1101868 h 2672762"/>
                  <a:gd name="connsiteX91" fmla="*/ 181699 w 2677922"/>
                  <a:gd name="connsiteY91" fmla="*/ 1101352 h 2672762"/>
                  <a:gd name="connsiteX92" fmla="*/ 227621 w 2677922"/>
                  <a:gd name="connsiteY92" fmla="*/ 1065233 h 2672762"/>
                  <a:gd name="connsiteX93" fmla="*/ 241036 w 2677922"/>
                  <a:gd name="connsiteY93" fmla="*/ 1014152 h 2672762"/>
                  <a:gd name="connsiteX94" fmla="*/ 219366 w 2677922"/>
                  <a:gd name="connsiteY94" fmla="*/ 965650 h 2672762"/>
                  <a:gd name="connsiteX95" fmla="*/ 113590 w 2677922"/>
                  <a:gd name="connsiteY95" fmla="*/ 899605 h 2672762"/>
                  <a:gd name="connsiteX96" fmla="*/ 89855 w 2677922"/>
                  <a:gd name="connsiteY96" fmla="*/ 832012 h 2672762"/>
                  <a:gd name="connsiteX97" fmla="*/ 104818 w 2677922"/>
                  <a:gd name="connsiteY97" fmla="*/ 799505 h 2672762"/>
                  <a:gd name="connsiteX98" fmla="*/ 151256 w 2677922"/>
                  <a:gd name="connsiteY98" fmla="*/ 779898 h 2672762"/>
                  <a:gd name="connsiteX99" fmla="*/ 283347 w 2677922"/>
                  <a:gd name="connsiteY99" fmla="*/ 810341 h 2672762"/>
                  <a:gd name="connsiteX100" fmla="*/ 331332 w 2677922"/>
                  <a:gd name="connsiteY100" fmla="*/ 794345 h 2672762"/>
                  <a:gd name="connsiteX101" fmla="*/ 363839 w 2677922"/>
                  <a:gd name="connsiteY101" fmla="*/ 737588 h 2672762"/>
                  <a:gd name="connsiteX102" fmla="*/ 354551 w 2677922"/>
                  <a:gd name="connsiteY102" fmla="*/ 689086 h 2672762"/>
                  <a:gd name="connsiteX103" fmla="*/ 266835 w 2677922"/>
                  <a:gd name="connsiteY103" fmla="*/ 595694 h 2672762"/>
                  <a:gd name="connsiteX104" fmla="*/ 261675 w 2677922"/>
                  <a:gd name="connsiteY104" fmla="*/ 529133 h 2672762"/>
                  <a:gd name="connsiteX105" fmla="*/ 270447 w 2677922"/>
                  <a:gd name="connsiteY105" fmla="*/ 516233 h 2672762"/>
                  <a:gd name="connsiteX106" fmla="*/ 349907 w 2677922"/>
                  <a:gd name="connsiteY106" fmla="*/ 498690 h 2672762"/>
                  <a:gd name="connsiteX107" fmla="*/ 457231 w 2677922"/>
                  <a:gd name="connsiteY107" fmla="*/ 555964 h 2672762"/>
                  <a:gd name="connsiteX108" fmla="*/ 507797 w 2677922"/>
                  <a:gd name="connsiteY108" fmla="*/ 551320 h 2672762"/>
                  <a:gd name="connsiteX109" fmla="*/ 551139 w 2677922"/>
                  <a:gd name="connsiteY109" fmla="*/ 508494 h 2672762"/>
                  <a:gd name="connsiteX110" fmla="*/ 556815 w 2677922"/>
                  <a:gd name="connsiteY110" fmla="*/ 456896 h 2672762"/>
                  <a:gd name="connsiteX111" fmla="*/ 494381 w 2677922"/>
                  <a:gd name="connsiteY111" fmla="*/ 339769 h 2672762"/>
                  <a:gd name="connsiteX112" fmla="*/ 505217 w 2677922"/>
                  <a:gd name="connsiteY112" fmla="*/ 280432 h 2672762"/>
                  <a:gd name="connsiteX113" fmla="*/ 537723 w 2677922"/>
                  <a:gd name="connsiteY113" fmla="*/ 256181 h 2672762"/>
                  <a:gd name="connsiteX114" fmla="*/ 590353 w 2677922"/>
                  <a:gd name="connsiteY114" fmla="*/ 261857 h 2672762"/>
                  <a:gd name="connsiteX115" fmla="*/ 679617 w 2677922"/>
                  <a:gd name="connsiteY115" fmla="*/ 344929 h 2672762"/>
                  <a:gd name="connsiteX116" fmla="*/ 754950 w 2677922"/>
                  <a:gd name="connsiteY116" fmla="*/ 355765 h 2672762"/>
                  <a:gd name="connsiteX117" fmla="*/ 797260 w 2677922"/>
                  <a:gd name="connsiteY117" fmla="*/ 329450 h 2672762"/>
                  <a:gd name="connsiteX118" fmla="*/ 811707 w 2677922"/>
                  <a:gd name="connsiteY118" fmla="*/ 285076 h 2672762"/>
                  <a:gd name="connsiteX119" fmla="*/ 781781 w 2677922"/>
                  <a:gd name="connsiteY119" fmla="*/ 156081 h 2672762"/>
                  <a:gd name="connsiteX120" fmla="*/ 807064 w 2677922"/>
                  <a:gd name="connsiteY120" fmla="*/ 100872 h 2672762"/>
                  <a:gd name="connsiteX121" fmla="*/ 841634 w 2677922"/>
                  <a:gd name="connsiteY121" fmla="*/ 86424 h 2672762"/>
                  <a:gd name="connsiteX122" fmla="*/ 896328 w 2677922"/>
                  <a:gd name="connsiteY122" fmla="*/ 106031 h 2672762"/>
                  <a:gd name="connsiteX123" fmla="*/ 965469 w 2677922"/>
                  <a:gd name="connsiteY123" fmla="*/ 217483 h 2672762"/>
                  <a:gd name="connsiteX124" fmla="*/ 1013455 w 2677922"/>
                  <a:gd name="connsiteY124" fmla="*/ 240702 h 2672762"/>
                  <a:gd name="connsiteX125" fmla="*/ 1077952 w 2677922"/>
                  <a:gd name="connsiteY125" fmla="*/ 222642 h 2672762"/>
                  <a:gd name="connsiteX126" fmla="*/ 1101687 w 2677922"/>
                  <a:gd name="connsiteY126" fmla="*/ 188072 h 2672762"/>
                  <a:gd name="connsiteX127" fmla="*/ 1106847 w 2677922"/>
                  <a:gd name="connsiteY127" fmla="*/ 53918 h 2672762"/>
                  <a:gd name="connsiteX128" fmla="*/ 1145029 w 2677922"/>
                  <a:gd name="connsiteY128" fmla="*/ 4900 h 2672762"/>
                  <a:gd name="connsiteX129" fmla="*/ 1158960 w 2677922"/>
                  <a:gd name="connsiteY129" fmla="*/ 1804 h 2672762"/>
                  <a:gd name="connsiteX130" fmla="*/ 1235841 w 2677922"/>
                  <a:gd name="connsiteY130" fmla="*/ 48758 h 2672762"/>
                  <a:gd name="connsiteX131" fmla="*/ 1269895 w 2677922"/>
                  <a:gd name="connsiteY131" fmla="*/ 162273 h 2672762"/>
                  <a:gd name="connsiteX132" fmla="*/ 1303434 w 2677922"/>
                  <a:gd name="connsiteY132" fmla="*/ 192716 h 2672762"/>
                  <a:gd name="connsiteX133" fmla="*/ 1376702 w 2677922"/>
                  <a:gd name="connsiteY133" fmla="*/ 192716 h 2672762"/>
                  <a:gd name="connsiteX134" fmla="*/ 1409209 w 2677922"/>
                  <a:gd name="connsiteY134" fmla="*/ 163305 h 2672762"/>
                  <a:gd name="connsiteX135" fmla="*/ 1447392 w 2677922"/>
                  <a:gd name="connsiteY135" fmla="*/ 37922 h 2672762"/>
                  <a:gd name="connsiteX136" fmla="*/ 1499505 w 2677922"/>
                  <a:gd name="connsiteY136" fmla="*/ 256 h 2672762"/>
                  <a:gd name="connsiteX137" fmla="*/ 1513436 w 2677922"/>
                  <a:gd name="connsiteY137" fmla="*/ 772 h 2672762"/>
                  <a:gd name="connsiteX138" fmla="*/ 1573290 w 2677922"/>
                  <a:gd name="connsiteY138" fmla="*/ 65269 h 2672762"/>
                  <a:gd name="connsiteX139" fmla="*/ 1576902 w 2677922"/>
                  <a:gd name="connsiteY139" fmla="*/ 185492 h 2672762"/>
                  <a:gd name="connsiteX140" fmla="*/ 1598057 w 2677922"/>
                  <a:gd name="connsiteY140" fmla="*/ 220578 h 2672762"/>
                  <a:gd name="connsiteX141" fmla="*/ 1674422 w 2677922"/>
                  <a:gd name="connsiteY141" fmla="*/ 240702 h 2672762"/>
                  <a:gd name="connsiteX142" fmla="*/ 1710540 w 2677922"/>
                  <a:gd name="connsiteY142" fmla="*/ 221610 h 2672762"/>
                  <a:gd name="connsiteX143" fmla="*/ 1779165 w 2677922"/>
                  <a:gd name="connsiteY143" fmla="*/ 111707 h 2672762"/>
                  <a:gd name="connsiteX144" fmla="*/ 1845726 w 2677922"/>
                  <a:gd name="connsiteY144" fmla="*/ 88488 h 2672762"/>
                  <a:gd name="connsiteX145" fmla="*/ 1857594 w 2677922"/>
                  <a:gd name="connsiteY145" fmla="*/ 92616 h 2672762"/>
                  <a:gd name="connsiteX146" fmla="*/ 1895260 w 2677922"/>
                  <a:gd name="connsiteY146" fmla="*/ 166401 h 2672762"/>
                  <a:gd name="connsiteX147" fmla="*/ 1868429 w 2677922"/>
                  <a:gd name="connsiteY147" fmla="*/ 281980 h 2672762"/>
                  <a:gd name="connsiteX148" fmla="*/ 1887004 w 2677922"/>
                  <a:gd name="connsiteY148" fmla="*/ 332030 h 2672762"/>
                  <a:gd name="connsiteX149" fmla="*/ 1946857 w 2677922"/>
                  <a:gd name="connsiteY149" fmla="*/ 365052 h 2672762"/>
                  <a:gd name="connsiteX150" fmla="*/ 1986588 w 2677922"/>
                  <a:gd name="connsiteY150" fmla="*/ 355765 h 2672762"/>
                  <a:gd name="connsiteX151" fmla="*/ 2081528 w 2677922"/>
                  <a:gd name="connsiteY151" fmla="*/ 267532 h 2672762"/>
                  <a:gd name="connsiteX152" fmla="*/ 2151701 w 2677922"/>
                  <a:gd name="connsiteY152" fmla="*/ 261857 h 2672762"/>
                  <a:gd name="connsiteX153" fmla="*/ 2155312 w 2677922"/>
                  <a:gd name="connsiteY153" fmla="*/ 264437 h 2672762"/>
                  <a:gd name="connsiteX154" fmla="*/ 2177500 w 2677922"/>
                  <a:gd name="connsiteY154" fmla="*/ 353701 h 2672762"/>
                  <a:gd name="connsiteX155" fmla="*/ 2122290 w 2677922"/>
                  <a:gd name="connsiteY155" fmla="*/ 456896 h 2672762"/>
                  <a:gd name="connsiteX156" fmla="*/ 2126934 w 2677922"/>
                  <a:gd name="connsiteY156" fmla="*/ 505914 h 2672762"/>
                  <a:gd name="connsiteX157" fmla="*/ 2173372 w 2677922"/>
                  <a:gd name="connsiteY157" fmla="*/ 551836 h 2672762"/>
                  <a:gd name="connsiteX158" fmla="*/ 2219810 w 2677922"/>
                  <a:gd name="connsiteY158" fmla="*/ 555964 h 2672762"/>
                  <a:gd name="connsiteX159" fmla="*/ 2336937 w 2677922"/>
                  <a:gd name="connsiteY159" fmla="*/ 494046 h 2672762"/>
                  <a:gd name="connsiteX160" fmla="*/ 2400917 w 2677922"/>
                  <a:gd name="connsiteY160" fmla="*/ 507462 h 2672762"/>
                  <a:gd name="connsiteX161" fmla="*/ 2420525 w 2677922"/>
                  <a:gd name="connsiteY161" fmla="*/ 533777 h 2672762"/>
                  <a:gd name="connsiteX162" fmla="*/ 2415365 w 2677922"/>
                  <a:gd name="connsiteY162" fmla="*/ 591566 h 2672762"/>
                  <a:gd name="connsiteX163" fmla="*/ 2321973 w 2677922"/>
                  <a:gd name="connsiteY163" fmla="*/ 692182 h 2672762"/>
                  <a:gd name="connsiteX164" fmla="*/ 2313718 w 2677922"/>
                  <a:gd name="connsiteY164" fmla="*/ 733460 h 2672762"/>
                  <a:gd name="connsiteX165" fmla="*/ 2349320 w 2677922"/>
                  <a:gd name="connsiteY165" fmla="*/ 795377 h 2672762"/>
                  <a:gd name="connsiteX166" fmla="*/ 2394726 w 2677922"/>
                  <a:gd name="connsiteY166" fmla="*/ 810341 h 2672762"/>
                  <a:gd name="connsiteX167" fmla="*/ 2526816 w 2677922"/>
                  <a:gd name="connsiteY167" fmla="*/ 780414 h 2672762"/>
                  <a:gd name="connsiteX168" fmla="*/ 2575834 w 2677922"/>
                  <a:gd name="connsiteY168" fmla="*/ 803117 h 2672762"/>
                  <a:gd name="connsiteX169" fmla="*/ 2591313 w 2677922"/>
                  <a:gd name="connsiteY169" fmla="*/ 838719 h 2672762"/>
                  <a:gd name="connsiteX170" fmla="*/ 2570158 w 2677922"/>
                  <a:gd name="connsiteY170" fmla="*/ 896509 h 2672762"/>
                  <a:gd name="connsiteX171" fmla="*/ 2461287 w 2677922"/>
                  <a:gd name="connsiteY171" fmla="*/ 964102 h 2672762"/>
                  <a:gd name="connsiteX172" fmla="*/ 2438068 w 2677922"/>
                  <a:gd name="connsiteY172" fmla="*/ 1014668 h 2672762"/>
                  <a:gd name="connsiteX173" fmla="*/ 2454063 w 2677922"/>
                  <a:gd name="connsiteY173" fmla="*/ 1073489 h 2672762"/>
                  <a:gd name="connsiteX174" fmla="*/ 2492762 w 2677922"/>
                  <a:gd name="connsiteY174" fmla="*/ 1100836 h 2672762"/>
                  <a:gd name="connsiteX175" fmla="*/ 2628464 w 2677922"/>
                  <a:gd name="connsiteY175" fmla="*/ 1105996 h 2672762"/>
                  <a:gd name="connsiteX176" fmla="*/ 2672322 w 2677922"/>
                  <a:gd name="connsiteY176" fmla="*/ 1140566 h 2672762"/>
                  <a:gd name="connsiteX177" fmla="*/ 2677998 w 2677922"/>
                  <a:gd name="connsiteY177" fmla="*/ 1182360 h 2672762"/>
                  <a:gd name="connsiteX178" fmla="*/ 2644459 w 2677922"/>
                  <a:gd name="connsiteY178" fmla="*/ 1229830 h 2672762"/>
                  <a:gd name="connsiteX179" fmla="*/ 2522172 w 2677922"/>
                  <a:gd name="connsiteY179" fmla="*/ 1267497 h 2672762"/>
                  <a:gd name="connsiteX180" fmla="*/ 2483990 w 2677922"/>
                  <a:gd name="connsiteY180" fmla="*/ 1315998 h 2672762"/>
                  <a:gd name="connsiteX181" fmla="*/ 2486570 w 2677922"/>
                  <a:gd name="connsiteY181" fmla="*/ 1379980 h 2672762"/>
                  <a:gd name="connsiteX182" fmla="*/ 2512885 w 2677922"/>
                  <a:gd name="connsiteY182" fmla="*/ 1407842 h 2672762"/>
                  <a:gd name="connsiteX183" fmla="*/ 2641363 w 2677922"/>
                  <a:gd name="connsiteY183" fmla="*/ 1447057 h 2672762"/>
                  <a:gd name="connsiteX184" fmla="*/ 2677998 w 2677922"/>
                  <a:gd name="connsiteY184" fmla="*/ 1498138 h 2672762"/>
                  <a:gd name="connsiteX185" fmla="*/ 2677998 w 2677922"/>
                  <a:gd name="connsiteY185" fmla="*/ 1507426 h 2672762"/>
                  <a:gd name="connsiteX186" fmla="*/ 2611952 w 2677922"/>
                  <a:gd name="connsiteY186" fmla="*/ 1572955 h 2672762"/>
                  <a:gd name="connsiteX187" fmla="*/ 2490182 w 2677922"/>
                  <a:gd name="connsiteY187" fmla="*/ 1576567 h 2672762"/>
                  <a:gd name="connsiteX188" fmla="*/ 2457675 w 2677922"/>
                  <a:gd name="connsiteY188" fmla="*/ 1596690 h 2672762"/>
                  <a:gd name="connsiteX189" fmla="*/ 2437036 w 2677922"/>
                  <a:gd name="connsiteY189" fmla="*/ 1673055 h 2672762"/>
                  <a:gd name="connsiteX190" fmla="*/ 2457159 w 2677922"/>
                  <a:gd name="connsiteY190" fmla="*/ 1710205 h 2672762"/>
                  <a:gd name="connsiteX191" fmla="*/ 2564483 w 2677922"/>
                  <a:gd name="connsiteY191" fmla="*/ 1777282 h 2672762"/>
                  <a:gd name="connsiteX192" fmla="*/ 2588733 w 2677922"/>
                  <a:gd name="connsiteY192" fmla="*/ 1845907 h 2672762"/>
                  <a:gd name="connsiteX193" fmla="*/ 2571706 w 2677922"/>
                  <a:gd name="connsiteY193" fmla="*/ 1880994 h 2672762"/>
                  <a:gd name="connsiteX194" fmla="*/ 2538684 w 2677922"/>
                  <a:gd name="connsiteY194" fmla="*/ 1897505 h 2672762"/>
                  <a:gd name="connsiteX195" fmla="*/ 1338521 w 2677922"/>
                  <a:gd name="connsiteY195" fmla="*/ 2312867 h 2672762"/>
                  <a:gd name="connsiteX196" fmla="*/ 2316814 w 2677922"/>
                  <a:gd name="connsiteY196" fmla="*/ 1335605 h 2672762"/>
                  <a:gd name="connsiteX197" fmla="*/ 1340068 w 2677922"/>
                  <a:gd name="connsiteY197" fmla="*/ 359376 h 2672762"/>
                  <a:gd name="connsiteX198" fmla="*/ 361775 w 2677922"/>
                  <a:gd name="connsiteY198" fmla="*/ 1331994 h 2672762"/>
                  <a:gd name="connsiteX199" fmla="*/ 1338521 w 2677922"/>
                  <a:gd name="connsiteY199" fmla="*/ 2312867 h 267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</a:cxnLst>
                <a:rect l="l" t="t" r="r" b="b"/>
                <a:pathLst>
                  <a:path w="2677922" h="2672762">
                    <a:moveTo>
                      <a:pt x="2538684" y="1897505"/>
                    </a:moveTo>
                    <a:cubicBezTo>
                      <a:pt x="2511337" y="1891313"/>
                      <a:pt x="2483990" y="1885121"/>
                      <a:pt x="2456643" y="1879446"/>
                    </a:cubicBezTo>
                    <a:cubicBezTo>
                      <a:pt x="2434456" y="1874286"/>
                      <a:pt x="2411753" y="1869642"/>
                      <a:pt x="2389566" y="1863966"/>
                    </a:cubicBezTo>
                    <a:cubicBezTo>
                      <a:pt x="2375119" y="1860354"/>
                      <a:pt x="2363767" y="1864482"/>
                      <a:pt x="2354479" y="1874802"/>
                    </a:cubicBezTo>
                    <a:cubicBezTo>
                      <a:pt x="2335389" y="1896989"/>
                      <a:pt x="2320425" y="1922272"/>
                      <a:pt x="2312170" y="1950651"/>
                    </a:cubicBezTo>
                    <a:cubicBezTo>
                      <a:pt x="2308042" y="1964066"/>
                      <a:pt x="2314234" y="1973869"/>
                      <a:pt x="2322489" y="1983157"/>
                    </a:cubicBezTo>
                    <a:cubicBezTo>
                      <a:pt x="2352416" y="2015664"/>
                      <a:pt x="2382858" y="2048170"/>
                      <a:pt x="2412785" y="2080161"/>
                    </a:cubicBezTo>
                    <a:cubicBezTo>
                      <a:pt x="2435488" y="2104412"/>
                      <a:pt x="2436520" y="2118859"/>
                      <a:pt x="2418461" y="2146722"/>
                    </a:cubicBezTo>
                    <a:cubicBezTo>
                      <a:pt x="2417429" y="2148270"/>
                      <a:pt x="2416397" y="2150334"/>
                      <a:pt x="2414849" y="2151882"/>
                    </a:cubicBezTo>
                    <a:cubicBezTo>
                      <a:pt x="2380795" y="2197804"/>
                      <a:pt x="2365831" y="2198320"/>
                      <a:pt x="2324037" y="2174585"/>
                    </a:cubicBezTo>
                    <a:cubicBezTo>
                      <a:pt x="2289982" y="2154978"/>
                      <a:pt x="2253864" y="2137434"/>
                      <a:pt x="2219294" y="2118859"/>
                    </a:cubicBezTo>
                    <a:cubicBezTo>
                      <a:pt x="2204846" y="2111120"/>
                      <a:pt x="2191431" y="2111120"/>
                      <a:pt x="2178531" y="2120407"/>
                    </a:cubicBezTo>
                    <a:cubicBezTo>
                      <a:pt x="2157892" y="2134855"/>
                      <a:pt x="2140349" y="2152398"/>
                      <a:pt x="2125386" y="2172521"/>
                    </a:cubicBezTo>
                    <a:cubicBezTo>
                      <a:pt x="2114550" y="2186968"/>
                      <a:pt x="2114034" y="2201416"/>
                      <a:pt x="2122806" y="2217411"/>
                    </a:cubicBezTo>
                    <a:cubicBezTo>
                      <a:pt x="2143961" y="2256109"/>
                      <a:pt x="2164600" y="2295323"/>
                      <a:pt x="2184723" y="2334538"/>
                    </a:cubicBezTo>
                    <a:cubicBezTo>
                      <a:pt x="2198655" y="2361885"/>
                      <a:pt x="2196591" y="2374268"/>
                      <a:pt x="2174404" y="2395423"/>
                    </a:cubicBezTo>
                    <a:cubicBezTo>
                      <a:pt x="2170792" y="2398519"/>
                      <a:pt x="2167696" y="2402131"/>
                      <a:pt x="2164084" y="2404711"/>
                    </a:cubicBezTo>
                    <a:cubicBezTo>
                      <a:pt x="2131062" y="2428962"/>
                      <a:pt x="2114034" y="2440829"/>
                      <a:pt x="2075336" y="2401615"/>
                    </a:cubicBezTo>
                    <a:cubicBezTo>
                      <a:pt x="2047473" y="2373236"/>
                      <a:pt x="2017547" y="2347953"/>
                      <a:pt x="1988652" y="2320606"/>
                    </a:cubicBezTo>
                    <a:cubicBezTo>
                      <a:pt x="1975236" y="2307707"/>
                      <a:pt x="1960789" y="2305127"/>
                      <a:pt x="1944277" y="2311835"/>
                    </a:cubicBezTo>
                    <a:cubicBezTo>
                      <a:pt x="1922607" y="2320606"/>
                      <a:pt x="1901968" y="2331958"/>
                      <a:pt x="1883392" y="2346405"/>
                    </a:cubicBezTo>
                    <a:cubicBezTo>
                      <a:pt x="1867913" y="2358273"/>
                      <a:pt x="1863785" y="2373236"/>
                      <a:pt x="1868429" y="2391811"/>
                    </a:cubicBezTo>
                    <a:cubicBezTo>
                      <a:pt x="1879264" y="2436701"/>
                      <a:pt x="1889584" y="2482107"/>
                      <a:pt x="1899388" y="2526997"/>
                    </a:cubicBezTo>
                    <a:cubicBezTo>
                      <a:pt x="1903516" y="2546604"/>
                      <a:pt x="1896808" y="2561568"/>
                      <a:pt x="1879264" y="2571887"/>
                    </a:cubicBezTo>
                    <a:cubicBezTo>
                      <a:pt x="1867397" y="2579111"/>
                      <a:pt x="1854498" y="2584787"/>
                      <a:pt x="1841082" y="2588915"/>
                    </a:cubicBezTo>
                    <a:cubicBezTo>
                      <a:pt x="1813736" y="2597686"/>
                      <a:pt x="1798256" y="2592526"/>
                      <a:pt x="1782777" y="2568276"/>
                    </a:cubicBezTo>
                    <a:cubicBezTo>
                      <a:pt x="1760074" y="2532157"/>
                      <a:pt x="1736855" y="2496555"/>
                      <a:pt x="1715184" y="2459404"/>
                    </a:cubicBezTo>
                    <a:cubicBezTo>
                      <a:pt x="1703316" y="2439281"/>
                      <a:pt x="1687837" y="2431542"/>
                      <a:pt x="1664618" y="2435669"/>
                    </a:cubicBezTo>
                    <a:cubicBezTo>
                      <a:pt x="1646043" y="2439281"/>
                      <a:pt x="1627984" y="2443925"/>
                      <a:pt x="1610440" y="2450117"/>
                    </a:cubicBezTo>
                    <a:cubicBezTo>
                      <a:pt x="1586190" y="2458888"/>
                      <a:pt x="1578450" y="2469208"/>
                      <a:pt x="1577418" y="2495007"/>
                    </a:cubicBezTo>
                    <a:cubicBezTo>
                      <a:pt x="1575870" y="2535769"/>
                      <a:pt x="1574838" y="2576015"/>
                      <a:pt x="1573806" y="2616777"/>
                    </a:cubicBezTo>
                    <a:cubicBezTo>
                      <a:pt x="1572774" y="2653928"/>
                      <a:pt x="1563487" y="2665795"/>
                      <a:pt x="1526852" y="2672503"/>
                    </a:cubicBezTo>
                    <a:cubicBezTo>
                      <a:pt x="1517049" y="2674567"/>
                      <a:pt x="1507245" y="2675599"/>
                      <a:pt x="1497441" y="2676115"/>
                    </a:cubicBezTo>
                    <a:cubicBezTo>
                      <a:pt x="1473191" y="2677663"/>
                      <a:pt x="1457711" y="2667859"/>
                      <a:pt x="1449972" y="2644124"/>
                    </a:cubicBezTo>
                    <a:cubicBezTo>
                      <a:pt x="1436040" y="2600782"/>
                      <a:pt x="1422624" y="2557956"/>
                      <a:pt x="1410241" y="2514614"/>
                    </a:cubicBezTo>
                    <a:cubicBezTo>
                      <a:pt x="1404565" y="2495007"/>
                      <a:pt x="1392698" y="2485719"/>
                      <a:pt x="1373091" y="2482623"/>
                    </a:cubicBezTo>
                    <a:cubicBezTo>
                      <a:pt x="1350388" y="2479527"/>
                      <a:pt x="1327685" y="2479527"/>
                      <a:pt x="1304982" y="2483139"/>
                    </a:cubicBezTo>
                    <a:cubicBezTo>
                      <a:pt x="1287955" y="2485719"/>
                      <a:pt x="1277119" y="2494491"/>
                      <a:pt x="1271959" y="2511518"/>
                    </a:cubicBezTo>
                    <a:cubicBezTo>
                      <a:pt x="1260092" y="2552280"/>
                      <a:pt x="1247192" y="2593042"/>
                      <a:pt x="1234293" y="2633805"/>
                    </a:cubicBezTo>
                    <a:cubicBezTo>
                      <a:pt x="1222941" y="2670439"/>
                      <a:pt x="1208494" y="2679727"/>
                      <a:pt x="1170828" y="2674567"/>
                    </a:cubicBezTo>
                    <a:cubicBezTo>
                      <a:pt x="1114070" y="2666827"/>
                      <a:pt x="1107362" y="2659087"/>
                      <a:pt x="1106847" y="2602330"/>
                    </a:cubicBezTo>
                    <a:cubicBezTo>
                      <a:pt x="1106331" y="2565180"/>
                      <a:pt x="1104783" y="2528545"/>
                      <a:pt x="1103751" y="2491395"/>
                    </a:cubicBezTo>
                    <a:cubicBezTo>
                      <a:pt x="1103234" y="2474368"/>
                      <a:pt x="1096527" y="2460952"/>
                      <a:pt x="1080532" y="2454244"/>
                    </a:cubicBezTo>
                    <a:cubicBezTo>
                      <a:pt x="1056281" y="2443925"/>
                      <a:pt x="1031514" y="2436701"/>
                      <a:pt x="1005199" y="2435153"/>
                    </a:cubicBezTo>
                    <a:cubicBezTo>
                      <a:pt x="989203" y="2434121"/>
                      <a:pt x="977852" y="2440313"/>
                      <a:pt x="969080" y="2454244"/>
                    </a:cubicBezTo>
                    <a:cubicBezTo>
                      <a:pt x="946894" y="2491395"/>
                      <a:pt x="923159" y="2527513"/>
                      <a:pt x="900456" y="2564148"/>
                    </a:cubicBezTo>
                    <a:cubicBezTo>
                      <a:pt x="882396" y="2593042"/>
                      <a:pt x="868465" y="2598202"/>
                      <a:pt x="836474" y="2587367"/>
                    </a:cubicBezTo>
                    <a:cubicBezTo>
                      <a:pt x="834926" y="2586851"/>
                      <a:pt x="833379" y="2586335"/>
                      <a:pt x="831830" y="2585819"/>
                    </a:cubicBezTo>
                    <a:cubicBezTo>
                      <a:pt x="782297" y="2565696"/>
                      <a:pt x="772493" y="2554344"/>
                      <a:pt x="785392" y="2504810"/>
                    </a:cubicBezTo>
                    <a:cubicBezTo>
                      <a:pt x="795196" y="2467144"/>
                      <a:pt x="802420" y="2428962"/>
                      <a:pt x="811707" y="2390779"/>
                    </a:cubicBezTo>
                    <a:cubicBezTo>
                      <a:pt x="816351" y="2371172"/>
                      <a:pt x="811191" y="2356209"/>
                      <a:pt x="794680" y="2344341"/>
                    </a:cubicBezTo>
                    <a:cubicBezTo>
                      <a:pt x="777137" y="2331958"/>
                      <a:pt x="759078" y="2321122"/>
                      <a:pt x="739470" y="2312351"/>
                    </a:cubicBezTo>
                    <a:cubicBezTo>
                      <a:pt x="720895" y="2304095"/>
                      <a:pt x="704900" y="2307191"/>
                      <a:pt x="689421" y="2321638"/>
                    </a:cubicBezTo>
                    <a:cubicBezTo>
                      <a:pt x="658462" y="2351049"/>
                      <a:pt x="626988" y="2379944"/>
                      <a:pt x="596029" y="2408838"/>
                    </a:cubicBezTo>
                    <a:cubicBezTo>
                      <a:pt x="572810" y="2431026"/>
                      <a:pt x="557847" y="2432057"/>
                      <a:pt x="530500" y="2415030"/>
                    </a:cubicBezTo>
                    <a:cubicBezTo>
                      <a:pt x="527404" y="2412966"/>
                      <a:pt x="524308" y="2410902"/>
                      <a:pt x="521212" y="2408838"/>
                    </a:cubicBezTo>
                    <a:cubicBezTo>
                      <a:pt x="481482" y="2380460"/>
                      <a:pt x="477870" y="2365496"/>
                      <a:pt x="500573" y="2322670"/>
                    </a:cubicBezTo>
                    <a:cubicBezTo>
                      <a:pt x="519148" y="2287584"/>
                      <a:pt x="537207" y="2252497"/>
                      <a:pt x="556298" y="2217927"/>
                    </a:cubicBezTo>
                    <a:cubicBezTo>
                      <a:pt x="566102" y="2199868"/>
                      <a:pt x="564555" y="2184388"/>
                      <a:pt x="552171" y="2168909"/>
                    </a:cubicBezTo>
                    <a:cubicBezTo>
                      <a:pt x="538756" y="2151882"/>
                      <a:pt x="523276" y="2136402"/>
                      <a:pt x="505733" y="2122987"/>
                    </a:cubicBezTo>
                    <a:cubicBezTo>
                      <a:pt x="490254" y="2111120"/>
                      <a:pt x="474774" y="2110088"/>
                      <a:pt x="457747" y="2119375"/>
                    </a:cubicBezTo>
                    <a:cubicBezTo>
                      <a:pt x="419564" y="2140014"/>
                      <a:pt x="380866" y="2160653"/>
                      <a:pt x="341652" y="2180777"/>
                    </a:cubicBezTo>
                    <a:cubicBezTo>
                      <a:pt x="314305" y="2195224"/>
                      <a:pt x="298310" y="2191612"/>
                      <a:pt x="278187" y="2168909"/>
                    </a:cubicBezTo>
                    <a:cubicBezTo>
                      <a:pt x="276639" y="2167361"/>
                      <a:pt x="275607" y="2165813"/>
                      <a:pt x="274059" y="2164265"/>
                    </a:cubicBezTo>
                    <a:cubicBezTo>
                      <a:pt x="238456" y="2122987"/>
                      <a:pt x="238972" y="2108540"/>
                      <a:pt x="276639" y="2069325"/>
                    </a:cubicBezTo>
                    <a:cubicBezTo>
                      <a:pt x="302954" y="2041463"/>
                      <a:pt x="327721" y="2013084"/>
                      <a:pt x="354551" y="1986253"/>
                    </a:cubicBezTo>
                    <a:cubicBezTo>
                      <a:pt x="367967" y="1972322"/>
                      <a:pt x="370547" y="1957874"/>
                      <a:pt x="363839" y="1940847"/>
                    </a:cubicBezTo>
                    <a:cubicBezTo>
                      <a:pt x="355067" y="1918660"/>
                      <a:pt x="342684" y="1898021"/>
                      <a:pt x="328237" y="1878930"/>
                    </a:cubicBezTo>
                    <a:cubicBezTo>
                      <a:pt x="316369" y="1863450"/>
                      <a:pt x="300374" y="1861902"/>
                      <a:pt x="283347" y="1866030"/>
                    </a:cubicBezTo>
                    <a:cubicBezTo>
                      <a:pt x="245680" y="1874802"/>
                      <a:pt x="208530" y="1883573"/>
                      <a:pt x="170864" y="1891829"/>
                    </a:cubicBezTo>
                    <a:cubicBezTo>
                      <a:pt x="165704" y="1892861"/>
                      <a:pt x="160544" y="1894409"/>
                      <a:pt x="155900" y="1895441"/>
                    </a:cubicBezTo>
                    <a:cubicBezTo>
                      <a:pt x="127521" y="1900601"/>
                      <a:pt x="113074" y="1893893"/>
                      <a:pt x="100175" y="1868094"/>
                    </a:cubicBezTo>
                    <a:cubicBezTo>
                      <a:pt x="95531" y="1858291"/>
                      <a:pt x="90887" y="1848487"/>
                      <a:pt x="87275" y="1838168"/>
                    </a:cubicBezTo>
                    <a:cubicBezTo>
                      <a:pt x="77988" y="1810821"/>
                      <a:pt x="83147" y="1795341"/>
                      <a:pt x="107915" y="1779862"/>
                    </a:cubicBezTo>
                    <a:cubicBezTo>
                      <a:pt x="143001" y="1757675"/>
                      <a:pt x="178603" y="1735488"/>
                      <a:pt x="213690" y="1713817"/>
                    </a:cubicBezTo>
                    <a:cubicBezTo>
                      <a:pt x="241552" y="1696274"/>
                      <a:pt x="245680" y="1686470"/>
                      <a:pt x="238972" y="1654480"/>
                    </a:cubicBezTo>
                    <a:cubicBezTo>
                      <a:pt x="234845" y="1636420"/>
                      <a:pt x="230201" y="1617845"/>
                      <a:pt x="222977" y="1600818"/>
                    </a:cubicBezTo>
                    <a:cubicBezTo>
                      <a:pt x="215753" y="1583791"/>
                      <a:pt x="203370" y="1575535"/>
                      <a:pt x="184279" y="1575019"/>
                    </a:cubicBezTo>
                    <a:cubicBezTo>
                      <a:pt x="142485" y="1574503"/>
                      <a:pt x="101207" y="1572955"/>
                      <a:pt x="59413" y="1571407"/>
                    </a:cubicBezTo>
                    <a:cubicBezTo>
                      <a:pt x="21746" y="1570375"/>
                      <a:pt x="10395" y="1560572"/>
                      <a:pt x="3687" y="1524453"/>
                    </a:cubicBezTo>
                    <a:cubicBezTo>
                      <a:pt x="3171" y="1520841"/>
                      <a:pt x="2139" y="1517230"/>
                      <a:pt x="1623" y="1513618"/>
                    </a:cubicBezTo>
                    <a:cubicBezTo>
                      <a:pt x="-4053" y="1467696"/>
                      <a:pt x="3687" y="1455828"/>
                      <a:pt x="48577" y="1442413"/>
                    </a:cubicBezTo>
                    <a:cubicBezTo>
                      <a:pt x="85727" y="1431061"/>
                      <a:pt x="122877" y="1418678"/>
                      <a:pt x="160544" y="1408358"/>
                    </a:cubicBezTo>
                    <a:cubicBezTo>
                      <a:pt x="181183" y="1402683"/>
                      <a:pt x="192018" y="1390815"/>
                      <a:pt x="194083" y="1370692"/>
                    </a:cubicBezTo>
                    <a:cubicBezTo>
                      <a:pt x="196147" y="1346957"/>
                      <a:pt x="197178" y="1322706"/>
                      <a:pt x="192534" y="1298971"/>
                    </a:cubicBezTo>
                    <a:cubicBezTo>
                      <a:pt x="189954" y="1283492"/>
                      <a:pt x="181183" y="1274204"/>
                      <a:pt x="166220" y="1269560"/>
                    </a:cubicBezTo>
                    <a:cubicBezTo>
                      <a:pt x="126490" y="1257693"/>
                      <a:pt x="86759" y="1245310"/>
                      <a:pt x="47029" y="1232926"/>
                    </a:cubicBezTo>
                    <a:cubicBezTo>
                      <a:pt x="3687" y="1219511"/>
                      <a:pt x="-957" y="1212287"/>
                      <a:pt x="1623" y="1166881"/>
                    </a:cubicBezTo>
                    <a:cubicBezTo>
                      <a:pt x="2139" y="1157593"/>
                      <a:pt x="4203" y="1148306"/>
                      <a:pt x="6267" y="1139534"/>
                    </a:cubicBezTo>
                    <a:cubicBezTo>
                      <a:pt x="12459" y="1116831"/>
                      <a:pt x="25358" y="1106512"/>
                      <a:pt x="49093" y="1105480"/>
                    </a:cubicBezTo>
                    <a:cubicBezTo>
                      <a:pt x="87791" y="1103932"/>
                      <a:pt x="125974" y="1102900"/>
                      <a:pt x="164672" y="1101868"/>
                    </a:cubicBezTo>
                    <a:cubicBezTo>
                      <a:pt x="170348" y="1101868"/>
                      <a:pt x="176023" y="1101352"/>
                      <a:pt x="181699" y="1101352"/>
                    </a:cubicBezTo>
                    <a:cubicBezTo>
                      <a:pt x="207498" y="1102384"/>
                      <a:pt x="220913" y="1087936"/>
                      <a:pt x="227621" y="1065233"/>
                    </a:cubicBezTo>
                    <a:cubicBezTo>
                      <a:pt x="232781" y="1048206"/>
                      <a:pt x="237425" y="1031179"/>
                      <a:pt x="241036" y="1014152"/>
                    </a:cubicBezTo>
                    <a:cubicBezTo>
                      <a:pt x="245680" y="990417"/>
                      <a:pt x="240005" y="979065"/>
                      <a:pt x="219366" y="965650"/>
                    </a:cubicBezTo>
                    <a:cubicBezTo>
                      <a:pt x="184279" y="943463"/>
                      <a:pt x="148676" y="921276"/>
                      <a:pt x="113590" y="899605"/>
                    </a:cubicBezTo>
                    <a:cubicBezTo>
                      <a:pt x="82116" y="879997"/>
                      <a:pt x="77472" y="867614"/>
                      <a:pt x="89855" y="832012"/>
                    </a:cubicBezTo>
                    <a:cubicBezTo>
                      <a:pt x="93467" y="820660"/>
                      <a:pt x="98111" y="809309"/>
                      <a:pt x="104818" y="799505"/>
                    </a:cubicBezTo>
                    <a:cubicBezTo>
                      <a:pt x="115654" y="782994"/>
                      <a:pt x="130617" y="774738"/>
                      <a:pt x="151256" y="779898"/>
                    </a:cubicBezTo>
                    <a:cubicBezTo>
                      <a:pt x="195114" y="790217"/>
                      <a:pt x="239489" y="799505"/>
                      <a:pt x="283347" y="810341"/>
                    </a:cubicBezTo>
                    <a:cubicBezTo>
                      <a:pt x="303469" y="815500"/>
                      <a:pt x="318949" y="810857"/>
                      <a:pt x="331332" y="794345"/>
                    </a:cubicBezTo>
                    <a:cubicBezTo>
                      <a:pt x="344232" y="776802"/>
                      <a:pt x="355584" y="757711"/>
                      <a:pt x="363839" y="737588"/>
                    </a:cubicBezTo>
                    <a:cubicBezTo>
                      <a:pt x="371063" y="719529"/>
                      <a:pt x="368999" y="704049"/>
                      <a:pt x="354551" y="689086"/>
                    </a:cubicBezTo>
                    <a:cubicBezTo>
                      <a:pt x="324625" y="658643"/>
                      <a:pt x="296246" y="627169"/>
                      <a:pt x="266835" y="595694"/>
                    </a:cubicBezTo>
                    <a:cubicBezTo>
                      <a:pt x="244132" y="570927"/>
                      <a:pt x="243100" y="556996"/>
                      <a:pt x="261675" y="529133"/>
                    </a:cubicBezTo>
                    <a:cubicBezTo>
                      <a:pt x="264771" y="525005"/>
                      <a:pt x="267351" y="520361"/>
                      <a:pt x="270447" y="516233"/>
                    </a:cubicBezTo>
                    <a:cubicBezTo>
                      <a:pt x="296762" y="481663"/>
                      <a:pt x="311209" y="478567"/>
                      <a:pt x="349907" y="498690"/>
                    </a:cubicBezTo>
                    <a:cubicBezTo>
                      <a:pt x="386026" y="517781"/>
                      <a:pt x="422144" y="536357"/>
                      <a:pt x="457231" y="555964"/>
                    </a:cubicBezTo>
                    <a:cubicBezTo>
                      <a:pt x="475806" y="566283"/>
                      <a:pt x="492318" y="564219"/>
                      <a:pt x="507797" y="551320"/>
                    </a:cubicBezTo>
                    <a:cubicBezTo>
                      <a:pt x="523276" y="538421"/>
                      <a:pt x="537723" y="523973"/>
                      <a:pt x="551139" y="508494"/>
                    </a:cubicBezTo>
                    <a:cubicBezTo>
                      <a:pt x="564555" y="492499"/>
                      <a:pt x="567650" y="476503"/>
                      <a:pt x="556815" y="456896"/>
                    </a:cubicBezTo>
                    <a:cubicBezTo>
                      <a:pt x="535143" y="418198"/>
                      <a:pt x="515020" y="378983"/>
                      <a:pt x="494381" y="339769"/>
                    </a:cubicBezTo>
                    <a:cubicBezTo>
                      <a:pt x="480966" y="313970"/>
                      <a:pt x="484062" y="300039"/>
                      <a:pt x="505217" y="280432"/>
                    </a:cubicBezTo>
                    <a:cubicBezTo>
                      <a:pt x="515020" y="271144"/>
                      <a:pt x="525856" y="263405"/>
                      <a:pt x="537723" y="256181"/>
                    </a:cubicBezTo>
                    <a:cubicBezTo>
                      <a:pt x="558362" y="244313"/>
                      <a:pt x="572810" y="245861"/>
                      <a:pt x="590353" y="261857"/>
                    </a:cubicBezTo>
                    <a:cubicBezTo>
                      <a:pt x="620280" y="289203"/>
                      <a:pt x="650207" y="317066"/>
                      <a:pt x="679617" y="344929"/>
                    </a:cubicBezTo>
                    <a:cubicBezTo>
                      <a:pt x="710576" y="374340"/>
                      <a:pt x="717284" y="375372"/>
                      <a:pt x="754950" y="355765"/>
                    </a:cubicBezTo>
                    <a:cubicBezTo>
                      <a:pt x="769913" y="348025"/>
                      <a:pt x="783845" y="339769"/>
                      <a:pt x="797260" y="329450"/>
                    </a:cubicBezTo>
                    <a:cubicBezTo>
                      <a:pt x="811707" y="317582"/>
                      <a:pt x="816351" y="303651"/>
                      <a:pt x="811707" y="285076"/>
                    </a:cubicBezTo>
                    <a:cubicBezTo>
                      <a:pt x="800872" y="242249"/>
                      <a:pt x="791585" y="198907"/>
                      <a:pt x="781781" y="156081"/>
                    </a:cubicBezTo>
                    <a:cubicBezTo>
                      <a:pt x="775589" y="128218"/>
                      <a:pt x="782297" y="114287"/>
                      <a:pt x="807064" y="100872"/>
                    </a:cubicBezTo>
                    <a:cubicBezTo>
                      <a:pt x="818415" y="95196"/>
                      <a:pt x="829766" y="90552"/>
                      <a:pt x="841634" y="86424"/>
                    </a:cubicBezTo>
                    <a:cubicBezTo>
                      <a:pt x="866917" y="78685"/>
                      <a:pt x="881364" y="83328"/>
                      <a:pt x="896328" y="106031"/>
                    </a:cubicBezTo>
                    <a:cubicBezTo>
                      <a:pt x="920062" y="142666"/>
                      <a:pt x="943798" y="179300"/>
                      <a:pt x="965469" y="217483"/>
                    </a:cubicBezTo>
                    <a:cubicBezTo>
                      <a:pt x="976820" y="237090"/>
                      <a:pt x="992299" y="243797"/>
                      <a:pt x="1013455" y="240702"/>
                    </a:cubicBezTo>
                    <a:cubicBezTo>
                      <a:pt x="1035641" y="237090"/>
                      <a:pt x="1057313" y="231414"/>
                      <a:pt x="1077952" y="222642"/>
                    </a:cubicBezTo>
                    <a:cubicBezTo>
                      <a:pt x="1092915" y="215935"/>
                      <a:pt x="1101171" y="205615"/>
                      <a:pt x="1101687" y="188072"/>
                    </a:cubicBezTo>
                    <a:cubicBezTo>
                      <a:pt x="1102719" y="143182"/>
                      <a:pt x="1105298" y="98808"/>
                      <a:pt x="1106847" y="53918"/>
                    </a:cubicBezTo>
                    <a:cubicBezTo>
                      <a:pt x="1107878" y="25023"/>
                      <a:pt x="1117166" y="12640"/>
                      <a:pt x="1145029" y="4900"/>
                    </a:cubicBezTo>
                    <a:cubicBezTo>
                      <a:pt x="1149672" y="3868"/>
                      <a:pt x="1154316" y="2320"/>
                      <a:pt x="1158960" y="1804"/>
                    </a:cubicBezTo>
                    <a:cubicBezTo>
                      <a:pt x="1210042" y="-3872"/>
                      <a:pt x="1222426" y="1804"/>
                      <a:pt x="1235841" y="48758"/>
                    </a:cubicBezTo>
                    <a:cubicBezTo>
                      <a:pt x="1246676" y="86940"/>
                      <a:pt x="1259576" y="124091"/>
                      <a:pt x="1269895" y="162273"/>
                    </a:cubicBezTo>
                    <a:cubicBezTo>
                      <a:pt x="1275055" y="180332"/>
                      <a:pt x="1285890" y="190136"/>
                      <a:pt x="1303434" y="192716"/>
                    </a:cubicBezTo>
                    <a:cubicBezTo>
                      <a:pt x="1327685" y="195812"/>
                      <a:pt x="1352452" y="195812"/>
                      <a:pt x="1376702" y="192716"/>
                    </a:cubicBezTo>
                    <a:cubicBezTo>
                      <a:pt x="1393730" y="190652"/>
                      <a:pt x="1404049" y="180332"/>
                      <a:pt x="1409209" y="163305"/>
                    </a:cubicBezTo>
                    <a:cubicBezTo>
                      <a:pt x="1421593" y="121511"/>
                      <a:pt x="1434492" y="79717"/>
                      <a:pt x="1447392" y="37922"/>
                    </a:cubicBezTo>
                    <a:cubicBezTo>
                      <a:pt x="1457195" y="6964"/>
                      <a:pt x="1466998" y="-260"/>
                      <a:pt x="1499505" y="256"/>
                    </a:cubicBezTo>
                    <a:cubicBezTo>
                      <a:pt x="1504149" y="256"/>
                      <a:pt x="1508793" y="256"/>
                      <a:pt x="1513436" y="772"/>
                    </a:cubicBezTo>
                    <a:cubicBezTo>
                      <a:pt x="1559358" y="5416"/>
                      <a:pt x="1572258" y="19347"/>
                      <a:pt x="1573290" y="65269"/>
                    </a:cubicBezTo>
                    <a:cubicBezTo>
                      <a:pt x="1574322" y="105515"/>
                      <a:pt x="1575870" y="145246"/>
                      <a:pt x="1576902" y="185492"/>
                    </a:cubicBezTo>
                    <a:cubicBezTo>
                      <a:pt x="1577418" y="201487"/>
                      <a:pt x="1583093" y="213871"/>
                      <a:pt x="1598057" y="220578"/>
                    </a:cubicBezTo>
                    <a:cubicBezTo>
                      <a:pt x="1622308" y="231414"/>
                      <a:pt x="1647590" y="238638"/>
                      <a:pt x="1674422" y="240702"/>
                    </a:cubicBezTo>
                    <a:cubicBezTo>
                      <a:pt x="1690933" y="241733"/>
                      <a:pt x="1702285" y="235026"/>
                      <a:pt x="1710540" y="221610"/>
                    </a:cubicBezTo>
                    <a:cubicBezTo>
                      <a:pt x="1733243" y="184976"/>
                      <a:pt x="1756462" y="148342"/>
                      <a:pt x="1779165" y="111707"/>
                    </a:cubicBezTo>
                    <a:cubicBezTo>
                      <a:pt x="1798772" y="80749"/>
                      <a:pt x="1810640" y="76621"/>
                      <a:pt x="1845726" y="88488"/>
                    </a:cubicBezTo>
                    <a:cubicBezTo>
                      <a:pt x="1849854" y="90036"/>
                      <a:pt x="1853466" y="91068"/>
                      <a:pt x="1857594" y="92616"/>
                    </a:cubicBezTo>
                    <a:cubicBezTo>
                      <a:pt x="1898356" y="110159"/>
                      <a:pt x="1905063" y="123059"/>
                      <a:pt x="1895260" y="166401"/>
                    </a:cubicBezTo>
                    <a:cubicBezTo>
                      <a:pt x="1886488" y="205099"/>
                      <a:pt x="1877717" y="243281"/>
                      <a:pt x="1868429" y="281980"/>
                    </a:cubicBezTo>
                    <a:cubicBezTo>
                      <a:pt x="1863269" y="303135"/>
                      <a:pt x="1868429" y="319646"/>
                      <a:pt x="1887004" y="332030"/>
                    </a:cubicBezTo>
                    <a:cubicBezTo>
                      <a:pt x="1906096" y="344929"/>
                      <a:pt x="1925187" y="356796"/>
                      <a:pt x="1946857" y="365052"/>
                    </a:cubicBezTo>
                    <a:cubicBezTo>
                      <a:pt x="1962337" y="370728"/>
                      <a:pt x="1974720" y="367116"/>
                      <a:pt x="1986588" y="355765"/>
                    </a:cubicBezTo>
                    <a:cubicBezTo>
                      <a:pt x="2018062" y="325838"/>
                      <a:pt x="2049537" y="296943"/>
                      <a:pt x="2081528" y="267532"/>
                    </a:cubicBezTo>
                    <a:cubicBezTo>
                      <a:pt x="2107843" y="242765"/>
                      <a:pt x="2122290" y="241733"/>
                      <a:pt x="2151701" y="261857"/>
                    </a:cubicBezTo>
                    <a:cubicBezTo>
                      <a:pt x="2153248" y="262889"/>
                      <a:pt x="2154281" y="263405"/>
                      <a:pt x="2155312" y="264437"/>
                    </a:cubicBezTo>
                    <a:cubicBezTo>
                      <a:pt x="2205363" y="300555"/>
                      <a:pt x="2198139" y="316034"/>
                      <a:pt x="2177500" y="353701"/>
                    </a:cubicBezTo>
                    <a:cubicBezTo>
                      <a:pt x="2158925" y="387755"/>
                      <a:pt x="2141381" y="422842"/>
                      <a:pt x="2122290" y="456896"/>
                    </a:cubicBezTo>
                    <a:cubicBezTo>
                      <a:pt x="2112487" y="474955"/>
                      <a:pt x="2114550" y="490435"/>
                      <a:pt x="2126934" y="505914"/>
                    </a:cubicBezTo>
                    <a:cubicBezTo>
                      <a:pt x="2140865" y="522941"/>
                      <a:pt x="2156345" y="538421"/>
                      <a:pt x="2173372" y="551836"/>
                    </a:cubicBezTo>
                    <a:cubicBezTo>
                      <a:pt x="2187819" y="563187"/>
                      <a:pt x="2202783" y="564735"/>
                      <a:pt x="2219810" y="555964"/>
                    </a:cubicBezTo>
                    <a:cubicBezTo>
                      <a:pt x="2258508" y="534809"/>
                      <a:pt x="2297722" y="514170"/>
                      <a:pt x="2336937" y="494046"/>
                    </a:cubicBezTo>
                    <a:cubicBezTo>
                      <a:pt x="2364799" y="479599"/>
                      <a:pt x="2380795" y="482695"/>
                      <a:pt x="2400917" y="507462"/>
                    </a:cubicBezTo>
                    <a:cubicBezTo>
                      <a:pt x="2408141" y="515717"/>
                      <a:pt x="2414849" y="524489"/>
                      <a:pt x="2420525" y="533777"/>
                    </a:cubicBezTo>
                    <a:cubicBezTo>
                      <a:pt x="2434972" y="556480"/>
                      <a:pt x="2433424" y="571443"/>
                      <a:pt x="2415365" y="591566"/>
                    </a:cubicBezTo>
                    <a:cubicBezTo>
                      <a:pt x="2384406" y="625105"/>
                      <a:pt x="2353448" y="659159"/>
                      <a:pt x="2321973" y="692182"/>
                    </a:cubicBezTo>
                    <a:cubicBezTo>
                      <a:pt x="2310106" y="704565"/>
                      <a:pt x="2307526" y="717981"/>
                      <a:pt x="2313718" y="733460"/>
                    </a:cubicBezTo>
                    <a:cubicBezTo>
                      <a:pt x="2323005" y="755647"/>
                      <a:pt x="2334357" y="776286"/>
                      <a:pt x="2349320" y="795377"/>
                    </a:cubicBezTo>
                    <a:cubicBezTo>
                      <a:pt x="2361187" y="810857"/>
                      <a:pt x="2375635" y="814984"/>
                      <a:pt x="2394726" y="810341"/>
                    </a:cubicBezTo>
                    <a:cubicBezTo>
                      <a:pt x="2438584" y="799505"/>
                      <a:pt x="2482958" y="789701"/>
                      <a:pt x="2526816" y="780414"/>
                    </a:cubicBezTo>
                    <a:cubicBezTo>
                      <a:pt x="2550035" y="775254"/>
                      <a:pt x="2563967" y="781962"/>
                      <a:pt x="2575834" y="803117"/>
                    </a:cubicBezTo>
                    <a:cubicBezTo>
                      <a:pt x="2582026" y="814468"/>
                      <a:pt x="2587186" y="826336"/>
                      <a:pt x="2591313" y="838719"/>
                    </a:cubicBezTo>
                    <a:cubicBezTo>
                      <a:pt x="2600085" y="867098"/>
                      <a:pt x="2595441" y="880514"/>
                      <a:pt x="2570158" y="896509"/>
                    </a:cubicBezTo>
                    <a:cubicBezTo>
                      <a:pt x="2534040" y="919212"/>
                      <a:pt x="2498437" y="942947"/>
                      <a:pt x="2461287" y="964102"/>
                    </a:cubicBezTo>
                    <a:cubicBezTo>
                      <a:pt x="2440132" y="976485"/>
                      <a:pt x="2434456" y="992997"/>
                      <a:pt x="2438068" y="1014668"/>
                    </a:cubicBezTo>
                    <a:cubicBezTo>
                      <a:pt x="2441164" y="1034791"/>
                      <a:pt x="2446840" y="1054398"/>
                      <a:pt x="2454063" y="1073489"/>
                    </a:cubicBezTo>
                    <a:cubicBezTo>
                      <a:pt x="2460771" y="1091032"/>
                      <a:pt x="2472638" y="1100320"/>
                      <a:pt x="2492762" y="1100836"/>
                    </a:cubicBezTo>
                    <a:cubicBezTo>
                      <a:pt x="2538168" y="1101352"/>
                      <a:pt x="2583058" y="1104448"/>
                      <a:pt x="2628464" y="1105996"/>
                    </a:cubicBezTo>
                    <a:cubicBezTo>
                      <a:pt x="2653230" y="1107028"/>
                      <a:pt x="2665614" y="1116831"/>
                      <a:pt x="2672322" y="1140566"/>
                    </a:cubicBezTo>
                    <a:cubicBezTo>
                      <a:pt x="2676449" y="1153982"/>
                      <a:pt x="2677998" y="1167913"/>
                      <a:pt x="2677998" y="1182360"/>
                    </a:cubicBezTo>
                    <a:cubicBezTo>
                      <a:pt x="2677998" y="1210223"/>
                      <a:pt x="2670258" y="1221575"/>
                      <a:pt x="2644459" y="1229830"/>
                    </a:cubicBezTo>
                    <a:cubicBezTo>
                      <a:pt x="2603697" y="1242730"/>
                      <a:pt x="2562934" y="1255113"/>
                      <a:pt x="2522172" y="1267497"/>
                    </a:cubicBezTo>
                    <a:cubicBezTo>
                      <a:pt x="2492762" y="1276268"/>
                      <a:pt x="2485022" y="1285556"/>
                      <a:pt x="2483990" y="1315998"/>
                    </a:cubicBezTo>
                    <a:cubicBezTo>
                      <a:pt x="2483474" y="1337153"/>
                      <a:pt x="2481926" y="1358824"/>
                      <a:pt x="2486570" y="1379980"/>
                    </a:cubicBezTo>
                    <a:cubicBezTo>
                      <a:pt x="2489666" y="1394427"/>
                      <a:pt x="2498437" y="1403199"/>
                      <a:pt x="2512885" y="1407842"/>
                    </a:cubicBezTo>
                    <a:cubicBezTo>
                      <a:pt x="2555711" y="1420742"/>
                      <a:pt x="2598537" y="1433641"/>
                      <a:pt x="2641363" y="1447057"/>
                    </a:cubicBezTo>
                    <a:cubicBezTo>
                      <a:pt x="2671290" y="1456344"/>
                      <a:pt x="2678514" y="1466664"/>
                      <a:pt x="2677998" y="1498138"/>
                    </a:cubicBezTo>
                    <a:cubicBezTo>
                      <a:pt x="2677998" y="1501234"/>
                      <a:pt x="2677998" y="1504330"/>
                      <a:pt x="2677998" y="1507426"/>
                    </a:cubicBezTo>
                    <a:cubicBezTo>
                      <a:pt x="2675934" y="1555928"/>
                      <a:pt x="2660454" y="1571407"/>
                      <a:pt x="2611952" y="1572955"/>
                    </a:cubicBezTo>
                    <a:cubicBezTo>
                      <a:pt x="2571190" y="1573987"/>
                      <a:pt x="2530944" y="1576051"/>
                      <a:pt x="2490182" y="1576567"/>
                    </a:cubicBezTo>
                    <a:cubicBezTo>
                      <a:pt x="2474702" y="1577083"/>
                      <a:pt x="2463867" y="1583791"/>
                      <a:pt x="2457675" y="1596690"/>
                    </a:cubicBezTo>
                    <a:cubicBezTo>
                      <a:pt x="2446324" y="1620941"/>
                      <a:pt x="2439100" y="1646224"/>
                      <a:pt x="2437036" y="1673055"/>
                    </a:cubicBezTo>
                    <a:cubicBezTo>
                      <a:pt x="2435488" y="1690082"/>
                      <a:pt x="2442712" y="1701434"/>
                      <a:pt x="2457159" y="1710205"/>
                    </a:cubicBezTo>
                    <a:cubicBezTo>
                      <a:pt x="2493278" y="1732392"/>
                      <a:pt x="2528880" y="1754579"/>
                      <a:pt x="2564483" y="1777282"/>
                    </a:cubicBezTo>
                    <a:cubicBezTo>
                      <a:pt x="2596989" y="1797405"/>
                      <a:pt x="2601117" y="1809789"/>
                      <a:pt x="2588733" y="1845907"/>
                    </a:cubicBezTo>
                    <a:cubicBezTo>
                      <a:pt x="2584606" y="1858291"/>
                      <a:pt x="2578930" y="1870158"/>
                      <a:pt x="2571706" y="1880994"/>
                    </a:cubicBezTo>
                    <a:cubicBezTo>
                      <a:pt x="2564998" y="1890797"/>
                      <a:pt x="2554163" y="1897505"/>
                      <a:pt x="2538684" y="1897505"/>
                    </a:cubicBezTo>
                    <a:close/>
                    <a:moveTo>
                      <a:pt x="1338521" y="2312867"/>
                    </a:moveTo>
                    <a:cubicBezTo>
                      <a:pt x="1869461" y="2314931"/>
                      <a:pt x="2317329" y="1887701"/>
                      <a:pt x="2316814" y="1335605"/>
                    </a:cubicBezTo>
                    <a:cubicBezTo>
                      <a:pt x="2316298" y="792797"/>
                      <a:pt x="1880813" y="359892"/>
                      <a:pt x="1340068" y="359376"/>
                    </a:cubicBezTo>
                    <a:cubicBezTo>
                      <a:pt x="796228" y="358860"/>
                      <a:pt x="363839" y="794861"/>
                      <a:pt x="361775" y="1331994"/>
                    </a:cubicBezTo>
                    <a:cubicBezTo>
                      <a:pt x="359711" y="1882026"/>
                      <a:pt x="806032" y="2314415"/>
                      <a:pt x="1338521" y="2312867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68" name="Freeform: Shape 67"/>
              <p:cNvSpPr/>
              <p:nvPr/>
            </p:nvSpPr>
            <p:spPr>
              <a:xfrm>
                <a:off x="7558586" y="2011427"/>
                <a:ext cx="1898797" cy="1893637"/>
              </a:xfrm>
              <a:custGeom>
                <a:avLst/>
                <a:gdLst>
                  <a:gd name="connsiteX0" fmla="*/ 30 w 1898796"/>
                  <a:gd name="connsiteY0" fmla="*/ 947852 h 1893636"/>
                  <a:gd name="connsiteX1" fmla="*/ 950461 w 1898796"/>
                  <a:gd name="connsiteY1" fmla="*/ 2 h 1893636"/>
                  <a:gd name="connsiteX2" fmla="*/ 1898827 w 1898796"/>
                  <a:gd name="connsiteY2" fmla="*/ 950948 h 1893636"/>
                  <a:gd name="connsiteX3" fmla="*/ 946849 w 1898796"/>
                  <a:gd name="connsiteY3" fmla="*/ 1898283 h 1893636"/>
                  <a:gd name="connsiteX4" fmla="*/ 30 w 1898796"/>
                  <a:gd name="connsiteY4" fmla="*/ 947852 h 1893636"/>
                  <a:gd name="connsiteX5" fmla="*/ 1187811 w 1898796"/>
                  <a:gd name="connsiteY5" fmla="*/ 949916 h 1893636"/>
                  <a:gd name="connsiteX6" fmla="*/ 949429 w 1898796"/>
                  <a:gd name="connsiteY6" fmla="*/ 710503 h 1893636"/>
                  <a:gd name="connsiteX7" fmla="*/ 710532 w 1898796"/>
                  <a:gd name="connsiteY7" fmla="*/ 948368 h 1893636"/>
                  <a:gd name="connsiteX8" fmla="*/ 948397 w 1898796"/>
                  <a:gd name="connsiteY8" fmla="*/ 1188298 h 1893636"/>
                  <a:gd name="connsiteX9" fmla="*/ 1187811 w 1898796"/>
                  <a:gd name="connsiteY9" fmla="*/ 949916 h 18936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98796" h="1893636">
                    <a:moveTo>
                      <a:pt x="30" y="947852"/>
                    </a:moveTo>
                    <a:cubicBezTo>
                      <a:pt x="-3065" y="428263"/>
                      <a:pt x="426228" y="-1030"/>
                      <a:pt x="950461" y="2"/>
                    </a:cubicBezTo>
                    <a:cubicBezTo>
                      <a:pt x="1472114" y="1034"/>
                      <a:pt x="1899859" y="427747"/>
                      <a:pt x="1898827" y="950948"/>
                    </a:cubicBezTo>
                    <a:cubicBezTo>
                      <a:pt x="1897795" y="1468473"/>
                      <a:pt x="1477790" y="1899315"/>
                      <a:pt x="946849" y="1898283"/>
                    </a:cubicBezTo>
                    <a:cubicBezTo>
                      <a:pt x="411781" y="1896735"/>
                      <a:pt x="-4097" y="1460218"/>
                      <a:pt x="30" y="947852"/>
                    </a:cubicBezTo>
                    <a:close/>
                    <a:moveTo>
                      <a:pt x="1187811" y="949916"/>
                    </a:moveTo>
                    <a:cubicBezTo>
                      <a:pt x="1188327" y="817310"/>
                      <a:pt x="1084099" y="710503"/>
                      <a:pt x="949429" y="710503"/>
                    </a:cubicBezTo>
                    <a:cubicBezTo>
                      <a:pt x="805987" y="710503"/>
                      <a:pt x="710015" y="828146"/>
                      <a:pt x="710532" y="948368"/>
                    </a:cubicBezTo>
                    <a:cubicBezTo>
                      <a:pt x="711048" y="1081490"/>
                      <a:pt x="815791" y="1188298"/>
                      <a:pt x="948397" y="1188298"/>
                    </a:cubicBezTo>
                    <a:cubicBezTo>
                      <a:pt x="1081003" y="1188298"/>
                      <a:pt x="1187294" y="1083038"/>
                      <a:pt x="1187811" y="949916"/>
                    </a:cubicBezTo>
                    <a:close/>
                  </a:path>
                </a:pathLst>
              </a:custGeom>
              <a:grpFill/>
              <a:ln w="515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</p:grpSp>
      </p:grpSp>
      <p:sp>
        <p:nvSpPr>
          <p:cNvPr id="69" name="Freeform: Shape 68"/>
          <p:cNvSpPr/>
          <p:nvPr userDrawn="1"/>
        </p:nvSpPr>
        <p:spPr>
          <a:xfrm>
            <a:off x="2462356" y="305513"/>
            <a:ext cx="515867" cy="525153"/>
          </a:xfrm>
          <a:custGeom>
            <a:avLst/>
            <a:gdLst>
              <a:gd name="connsiteX0" fmla="*/ 879664 w 1723364"/>
              <a:gd name="connsiteY0" fmla="*/ 267 h 1754322"/>
              <a:gd name="connsiteX1" fmla="*/ 964801 w 1723364"/>
              <a:gd name="connsiteY1" fmla="*/ 5943 h 1754322"/>
              <a:gd name="connsiteX2" fmla="*/ 979248 w 1723364"/>
              <a:gd name="connsiteY2" fmla="*/ 18843 h 1754322"/>
              <a:gd name="connsiteX3" fmla="*/ 977700 w 1723364"/>
              <a:gd name="connsiteY3" fmla="*/ 158673 h 1754322"/>
              <a:gd name="connsiteX4" fmla="*/ 968928 w 1723364"/>
              <a:gd name="connsiteY4" fmla="*/ 213366 h 1754322"/>
              <a:gd name="connsiteX5" fmla="*/ 979764 w 1723364"/>
              <a:gd name="connsiteY5" fmla="*/ 229877 h 1754322"/>
              <a:gd name="connsiteX6" fmla="*/ 1149520 w 1723364"/>
              <a:gd name="connsiteY6" fmla="*/ 285087 h 1754322"/>
              <a:gd name="connsiteX7" fmla="*/ 1166548 w 1723364"/>
              <a:gd name="connsiteY7" fmla="*/ 278379 h 1754322"/>
              <a:gd name="connsiteX8" fmla="*/ 1210406 w 1723364"/>
              <a:gd name="connsiteY8" fmla="*/ 190663 h 1754322"/>
              <a:gd name="connsiteX9" fmla="*/ 1263035 w 1723364"/>
              <a:gd name="connsiteY9" fmla="*/ 123070 h 1754322"/>
              <a:gd name="connsiteX10" fmla="*/ 1304314 w 1723364"/>
              <a:gd name="connsiteY10" fmla="*/ 119458 h 1754322"/>
              <a:gd name="connsiteX11" fmla="*/ 1458075 w 1723364"/>
              <a:gd name="connsiteY11" fmla="*/ 231941 h 1754322"/>
              <a:gd name="connsiteX12" fmla="*/ 1462203 w 1723364"/>
              <a:gd name="connsiteY12" fmla="*/ 251549 h 1754322"/>
              <a:gd name="connsiteX13" fmla="*/ 1461171 w 1723364"/>
              <a:gd name="connsiteY13" fmla="*/ 254128 h 1754322"/>
              <a:gd name="connsiteX14" fmla="*/ 1396158 w 1723364"/>
              <a:gd name="connsiteY14" fmla="*/ 347004 h 1754322"/>
              <a:gd name="connsiteX15" fmla="*/ 1337336 w 1723364"/>
              <a:gd name="connsiteY15" fmla="*/ 404794 h 1754322"/>
              <a:gd name="connsiteX16" fmla="*/ 1336304 w 1723364"/>
              <a:gd name="connsiteY16" fmla="*/ 419757 h 1754322"/>
              <a:gd name="connsiteX17" fmla="*/ 1369327 w 1723364"/>
              <a:gd name="connsiteY17" fmla="*/ 457939 h 1754322"/>
              <a:gd name="connsiteX18" fmla="*/ 1442596 w 1723364"/>
              <a:gd name="connsiteY18" fmla="*/ 565263 h 1754322"/>
              <a:gd name="connsiteX19" fmla="*/ 1462719 w 1723364"/>
              <a:gd name="connsiteY19" fmla="*/ 570938 h 1754322"/>
              <a:gd name="connsiteX20" fmla="*/ 1573138 w 1723364"/>
              <a:gd name="connsiteY20" fmla="*/ 514697 h 1754322"/>
              <a:gd name="connsiteX21" fmla="*/ 1650018 w 1723364"/>
              <a:gd name="connsiteY21" fmla="*/ 501281 h 1754322"/>
              <a:gd name="connsiteX22" fmla="*/ 1659822 w 1723364"/>
              <a:gd name="connsiteY22" fmla="*/ 509537 h 1754322"/>
              <a:gd name="connsiteX23" fmla="*/ 1724835 w 1723364"/>
              <a:gd name="connsiteY23" fmla="*/ 709220 h 1754322"/>
              <a:gd name="connsiteX24" fmla="*/ 1717611 w 1723364"/>
              <a:gd name="connsiteY24" fmla="*/ 723668 h 1754322"/>
              <a:gd name="connsiteX25" fmla="*/ 1671173 w 1723364"/>
              <a:gd name="connsiteY25" fmla="*/ 748950 h 1754322"/>
              <a:gd name="connsiteX26" fmla="*/ 1618544 w 1723364"/>
              <a:gd name="connsiteY26" fmla="*/ 760302 h 1754322"/>
              <a:gd name="connsiteX27" fmla="*/ 1529280 w 1723364"/>
              <a:gd name="connsiteY27" fmla="*/ 774234 h 1754322"/>
              <a:gd name="connsiteX28" fmla="*/ 1515349 w 1723364"/>
              <a:gd name="connsiteY28" fmla="*/ 791777 h 1754322"/>
              <a:gd name="connsiteX29" fmla="*/ 1521024 w 1723364"/>
              <a:gd name="connsiteY29" fmla="*/ 857306 h 1754322"/>
              <a:gd name="connsiteX30" fmla="*/ 1516380 w 1723364"/>
              <a:gd name="connsiteY30" fmla="*/ 953794 h 1754322"/>
              <a:gd name="connsiteX31" fmla="*/ 1538567 w 1723364"/>
              <a:gd name="connsiteY31" fmla="*/ 983720 h 1754322"/>
              <a:gd name="connsiteX32" fmla="*/ 1653114 w 1723364"/>
              <a:gd name="connsiteY32" fmla="*/ 1001779 h 1754322"/>
              <a:gd name="connsiteX33" fmla="*/ 1700584 w 1723364"/>
              <a:gd name="connsiteY33" fmla="*/ 1024483 h 1754322"/>
              <a:gd name="connsiteX34" fmla="*/ 1719675 w 1723364"/>
              <a:gd name="connsiteY34" fmla="*/ 1067825 h 1754322"/>
              <a:gd name="connsiteX35" fmla="*/ 1661370 w 1723364"/>
              <a:gd name="connsiteY35" fmla="*/ 1243773 h 1754322"/>
              <a:gd name="connsiteX36" fmla="*/ 1641763 w 1723364"/>
              <a:gd name="connsiteY36" fmla="*/ 1255124 h 1754322"/>
              <a:gd name="connsiteX37" fmla="*/ 1541663 w 1723364"/>
              <a:gd name="connsiteY37" fmla="*/ 1226230 h 1754322"/>
              <a:gd name="connsiteX38" fmla="*/ 1461687 w 1723364"/>
              <a:gd name="connsiteY38" fmla="*/ 1184436 h 1754322"/>
              <a:gd name="connsiteX39" fmla="*/ 1444143 w 1723364"/>
              <a:gd name="connsiteY39" fmla="*/ 1189079 h 1754322"/>
              <a:gd name="connsiteX40" fmla="*/ 1339400 w 1723364"/>
              <a:gd name="connsiteY40" fmla="*/ 1333553 h 1754322"/>
              <a:gd name="connsiteX41" fmla="*/ 1339916 w 1723364"/>
              <a:gd name="connsiteY41" fmla="*/ 1353160 h 1754322"/>
              <a:gd name="connsiteX42" fmla="*/ 1430212 w 1723364"/>
              <a:gd name="connsiteY42" fmla="*/ 1443456 h 1754322"/>
              <a:gd name="connsiteX43" fmla="*/ 1465814 w 1723364"/>
              <a:gd name="connsiteY43" fmla="*/ 1511565 h 1754322"/>
              <a:gd name="connsiteX44" fmla="*/ 1461171 w 1723364"/>
              <a:gd name="connsiteY44" fmla="*/ 1521369 h 1754322"/>
              <a:gd name="connsiteX45" fmla="*/ 1290382 w 1723364"/>
              <a:gd name="connsiteY45" fmla="*/ 1645203 h 1754322"/>
              <a:gd name="connsiteX46" fmla="*/ 1275419 w 1723364"/>
              <a:gd name="connsiteY46" fmla="*/ 1643655 h 1754322"/>
              <a:gd name="connsiteX47" fmla="*/ 1207310 w 1723364"/>
              <a:gd name="connsiteY47" fmla="*/ 1558003 h 1754322"/>
              <a:gd name="connsiteX48" fmla="*/ 1167064 w 1723364"/>
              <a:gd name="connsiteY48" fmla="*/ 1477511 h 1754322"/>
              <a:gd name="connsiteX49" fmla="*/ 1150036 w 1723364"/>
              <a:gd name="connsiteY49" fmla="*/ 1470803 h 1754322"/>
              <a:gd name="connsiteX50" fmla="*/ 981312 w 1723364"/>
              <a:gd name="connsiteY50" fmla="*/ 1526013 h 1754322"/>
              <a:gd name="connsiteX51" fmla="*/ 969960 w 1723364"/>
              <a:gd name="connsiteY51" fmla="*/ 1544072 h 1754322"/>
              <a:gd name="connsiteX52" fmla="*/ 989052 w 1723364"/>
              <a:gd name="connsiteY52" fmla="*/ 1663779 h 1754322"/>
              <a:gd name="connsiteX53" fmla="*/ 978216 w 1723364"/>
              <a:gd name="connsiteY53" fmla="*/ 1743755 h 1754322"/>
              <a:gd name="connsiteX54" fmla="*/ 966864 w 1723364"/>
              <a:gd name="connsiteY54" fmla="*/ 1749947 h 1754322"/>
              <a:gd name="connsiteX55" fmla="*/ 758410 w 1723364"/>
              <a:gd name="connsiteY55" fmla="*/ 1749947 h 1754322"/>
              <a:gd name="connsiteX56" fmla="*/ 745510 w 1723364"/>
              <a:gd name="connsiteY56" fmla="*/ 1737047 h 1754322"/>
              <a:gd name="connsiteX57" fmla="*/ 747058 w 1723364"/>
              <a:gd name="connsiteY57" fmla="*/ 1598249 h 1754322"/>
              <a:gd name="connsiteX58" fmla="*/ 756346 w 1723364"/>
              <a:gd name="connsiteY58" fmla="*/ 1543556 h 1754322"/>
              <a:gd name="connsiteX59" fmla="*/ 744478 w 1723364"/>
              <a:gd name="connsiteY59" fmla="*/ 1525496 h 1754322"/>
              <a:gd name="connsiteX60" fmla="*/ 575754 w 1723364"/>
              <a:gd name="connsiteY60" fmla="*/ 1470287 h 1754322"/>
              <a:gd name="connsiteX61" fmla="*/ 559758 w 1723364"/>
              <a:gd name="connsiteY61" fmla="*/ 1475963 h 1754322"/>
              <a:gd name="connsiteX62" fmla="*/ 504549 w 1723364"/>
              <a:gd name="connsiteY62" fmla="*/ 1585350 h 1754322"/>
              <a:gd name="connsiteX63" fmla="*/ 447275 w 1723364"/>
              <a:gd name="connsiteY63" fmla="*/ 1645719 h 1754322"/>
              <a:gd name="connsiteX64" fmla="*/ 434376 w 1723364"/>
              <a:gd name="connsiteY64" fmla="*/ 1643655 h 1754322"/>
              <a:gd name="connsiteX65" fmla="*/ 290418 w 1723364"/>
              <a:gd name="connsiteY65" fmla="*/ 1542008 h 1754322"/>
              <a:gd name="connsiteX66" fmla="*/ 265651 w 1723364"/>
              <a:gd name="connsiteY66" fmla="*/ 1521369 h 1754322"/>
              <a:gd name="connsiteX67" fmla="*/ 262039 w 1723364"/>
              <a:gd name="connsiteY67" fmla="*/ 1505889 h 1754322"/>
              <a:gd name="connsiteX68" fmla="*/ 321893 w 1723364"/>
              <a:gd name="connsiteY68" fmla="*/ 1415593 h 1754322"/>
              <a:gd name="connsiteX69" fmla="*/ 386906 w 1723364"/>
              <a:gd name="connsiteY69" fmla="*/ 1351096 h 1754322"/>
              <a:gd name="connsiteX70" fmla="*/ 387938 w 1723364"/>
              <a:gd name="connsiteY70" fmla="*/ 1334069 h 1754322"/>
              <a:gd name="connsiteX71" fmla="*/ 354915 w 1723364"/>
              <a:gd name="connsiteY71" fmla="*/ 1295887 h 1754322"/>
              <a:gd name="connsiteX72" fmla="*/ 282678 w 1723364"/>
              <a:gd name="connsiteY72" fmla="*/ 1189595 h 1754322"/>
              <a:gd name="connsiteX73" fmla="*/ 262555 w 1723364"/>
              <a:gd name="connsiteY73" fmla="*/ 1183920 h 1754322"/>
              <a:gd name="connsiteX74" fmla="*/ 152136 w 1723364"/>
              <a:gd name="connsiteY74" fmla="*/ 1240161 h 1754322"/>
              <a:gd name="connsiteX75" fmla="*/ 75256 w 1723364"/>
              <a:gd name="connsiteY75" fmla="*/ 1253577 h 1754322"/>
              <a:gd name="connsiteX76" fmla="*/ 65452 w 1723364"/>
              <a:gd name="connsiteY76" fmla="*/ 1245321 h 1754322"/>
              <a:gd name="connsiteX77" fmla="*/ 439 w 1723364"/>
              <a:gd name="connsiteY77" fmla="*/ 1045637 h 1754322"/>
              <a:gd name="connsiteX78" fmla="*/ 7663 w 1723364"/>
              <a:gd name="connsiteY78" fmla="*/ 1031190 h 1754322"/>
              <a:gd name="connsiteX79" fmla="*/ 54101 w 1723364"/>
              <a:gd name="connsiteY79" fmla="*/ 1005907 h 1754322"/>
              <a:gd name="connsiteX80" fmla="*/ 106730 w 1723364"/>
              <a:gd name="connsiteY80" fmla="*/ 994556 h 1754322"/>
              <a:gd name="connsiteX81" fmla="*/ 197026 w 1723364"/>
              <a:gd name="connsiteY81" fmla="*/ 980109 h 1754322"/>
              <a:gd name="connsiteX82" fmla="*/ 209410 w 1723364"/>
              <a:gd name="connsiteY82" fmla="*/ 964113 h 1754322"/>
              <a:gd name="connsiteX83" fmla="*/ 203734 w 1723364"/>
              <a:gd name="connsiteY83" fmla="*/ 897552 h 1754322"/>
              <a:gd name="connsiteX84" fmla="*/ 208378 w 1723364"/>
              <a:gd name="connsiteY84" fmla="*/ 801064 h 1754322"/>
              <a:gd name="connsiteX85" fmla="*/ 185159 w 1723364"/>
              <a:gd name="connsiteY85" fmla="*/ 770622 h 1754322"/>
              <a:gd name="connsiteX86" fmla="*/ 73192 w 1723364"/>
              <a:gd name="connsiteY86" fmla="*/ 753079 h 1754322"/>
              <a:gd name="connsiteX87" fmla="*/ 24690 w 1723364"/>
              <a:gd name="connsiteY87" fmla="*/ 730375 h 1754322"/>
              <a:gd name="connsiteX88" fmla="*/ 5599 w 1723364"/>
              <a:gd name="connsiteY88" fmla="*/ 687033 h 1754322"/>
              <a:gd name="connsiteX89" fmla="*/ 63904 w 1723364"/>
              <a:gd name="connsiteY89" fmla="*/ 511085 h 1754322"/>
              <a:gd name="connsiteX90" fmla="*/ 83511 w 1723364"/>
              <a:gd name="connsiteY90" fmla="*/ 499733 h 1754322"/>
              <a:gd name="connsiteX91" fmla="*/ 183611 w 1723364"/>
              <a:gd name="connsiteY91" fmla="*/ 528628 h 1754322"/>
              <a:gd name="connsiteX92" fmla="*/ 262555 w 1723364"/>
              <a:gd name="connsiteY92" fmla="*/ 569390 h 1754322"/>
              <a:gd name="connsiteX93" fmla="*/ 282163 w 1723364"/>
              <a:gd name="connsiteY93" fmla="*/ 564231 h 1754322"/>
              <a:gd name="connsiteX94" fmla="*/ 386906 w 1723364"/>
              <a:gd name="connsiteY94" fmla="*/ 419757 h 1754322"/>
              <a:gd name="connsiteX95" fmla="*/ 386390 w 1723364"/>
              <a:gd name="connsiteY95" fmla="*/ 402214 h 1754322"/>
              <a:gd name="connsiteX96" fmla="*/ 296094 w 1723364"/>
              <a:gd name="connsiteY96" fmla="*/ 311918 h 1754322"/>
              <a:gd name="connsiteX97" fmla="*/ 259975 w 1723364"/>
              <a:gd name="connsiteY97" fmla="*/ 242777 h 1754322"/>
              <a:gd name="connsiteX98" fmla="*/ 264619 w 1723364"/>
              <a:gd name="connsiteY98" fmla="*/ 232973 h 1754322"/>
              <a:gd name="connsiteX99" fmla="*/ 435408 w 1723364"/>
              <a:gd name="connsiteY99" fmla="*/ 109139 h 1754322"/>
              <a:gd name="connsiteX100" fmla="*/ 450371 w 1723364"/>
              <a:gd name="connsiteY100" fmla="*/ 110687 h 1754322"/>
              <a:gd name="connsiteX101" fmla="*/ 518480 w 1723364"/>
              <a:gd name="connsiteY101" fmla="*/ 196339 h 1754322"/>
              <a:gd name="connsiteX102" fmla="*/ 559758 w 1723364"/>
              <a:gd name="connsiteY102" fmla="*/ 277863 h 1754322"/>
              <a:gd name="connsiteX103" fmla="*/ 574722 w 1723364"/>
              <a:gd name="connsiteY103" fmla="*/ 283539 h 1754322"/>
              <a:gd name="connsiteX104" fmla="*/ 746026 w 1723364"/>
              <a:gd name="connsiteY104" fmla="*/ 227813 h 1754322"/>
              <a:gd name="connsiteX105" fmla="*/ 756346 w 1723364"/>
              <a:gd name="connsiteY105" fmla="*/ 211302 h 1754322"/>
              <a:gd name="connsiteX106" fmla="*/ 737254 w 1723364"/>
              <a:gd name="connsiteY106" fmla="*/ 91596 h 1754322"/>
              <a:gd name="connsiteX107" fmla="*/ 748090 w 1723364"/>
              <a:gd name="connsiteY107" fmla="*/ 10587 h 1754322"/>
              <a:gd name="connsiteX108" fmla="*/ 758410 w 1723364"/>
              <a:gd name="connsiteY108" fmla="*/ 4395 h 1754322"/>
              <a:gd name="connsiteX109" fmla="*/ 879664 w 1723364"/>
              <a:gd name="connsiteY109" fmla="*/ 267 h 1754322"/>
              <a:gd name="connsiteX110" fmla="*/ 861605 w 1723364"/>
              <a:gd name="connsiteY110" fmla="*/ 1409918 h 1754322"/>
              <a:gd name="connsiteX111" fmla="*/ 1392546 w 1723364"/>
              <a:gd name="connsiteY111" fmla="*/ 879493 h 1754322"/>
              <a:gd name="connsiteX112" fmla="*/ 862637 w 1723364"/>
              <a:gd name="connsiteY112" fmla="*/ 348552 h 1754322"/>
              <a:gd name="connsiteX113" fmla="*/ 331180 w 1723364"/>
              <a:gd name="connsiteY113" fmla="*/ 879493 h 1754322"/>
              <a:gd name="connsiteX114" fmla="*/ 861605 w 1723364"/>
              <a:gd name="connsiteY114" fmla="*/ 1409918 h 1754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1723364" h="1754322">
                <a:moveTo>
                  <a:pt x="879664" y="267"/>
                </a:moveTo>
                <a:cubicBezTo>
                  <a:pt x="907527" y="2332"/>
                  <a:pt x="935906" y="4395"/>
                  <a:pt x="964801" y="5943"/>
                </a:cubicBezTo>
                <a:cubicBezTo>
                  <a:pt x="974088" y="6459"/>
                  <a:pt x="976668" y="11103"/>
                  <a:pt x="979248" y="18843"/>
                </a:cubicBezTo>
                <a:cubicBezTo>
                  <a:pt x="994727" y="65797"/>
                  <a:pt x="985956" y="112235"/>
                  <a:pt x="977700" y="158673"/>
                </a:cubicBezTo>
                <a:cubicBezTo>
                  <a:pt x="974604" y="176732"/>
                  <a:pt x="972024" y="195307"/>
                  <a:pt x="968928" y="213366"/>
                </a:cubicBezTo>
                <a:cubicBezTo>
                  <a:pt x="967380" y="222654"/>
                  <a:pt x="969960" y="227813"/>
                  <a:pt x="979764" y="229877"/>
                </a:cubicBezTo>
                <a:cubicBezTo>
                  <a:pt x="1038585" y="240713"/>
                  <a:pt x="1095343" y="259804"/>
                  <a:pt x="1149520" y="285087"/>
                </a:cubicBezTo>
                <a:cubicBezTo>
                  <a:pt x="1158808" y="289215"/>
                  <a:pt x="1162420" y="286119"/>
                  <a:pt x="1166548" y="278379"/>
                </a:cubicBezTo>
                <a:cubicBezTo>
                  <a:pt x="1180995" y="248969"/>
                  <a:pt x="1197506" y="220590"/>
                  <a:pt x="1210406" y="190663"/>
                </a:cubicBezTo>
                <a:cubicBezTo>
                  <a:pt x="1222273" y="163316"/>
                  <a:pt x="1240848" y="142161"/>
                  <a:pt x="1263035" y="123070"/>
                </a:cubicBezTo>
                <a:cubicBezTo>
                  <a:pt x="1282643" y="106043"/>
                  <a:pt x="1282127" y="106559"/>
                  <a:pt x="1304314" y="119458"/>
                </a:cubicBezTo>
                <a:cubicBezTo>
                  <a:pt x="1359523" y="151449"/>
                  <a:pt x="1409573" y="190663"/>
                  <a:pt x="1458075" y="231941"/>
                </a:cubicBezTo>
                <a:cubicBezTo>
                  <a:pt x="1465299" y="238133"/>
                  <a:pt x="1467362" y="243809"/>
                  <a:pt x="1462203" y="251549"/>
                </a:cubicBezTo>
                <a:cubicBezTo>
                  <a:pt x="1461687" y="252064"/>
                  <a:pt x="1461171" y="253096"/>
                  <a:pt x="1461171" y="254128"/>
                </a:cubicBezTo>
                <a:cubicBezTo>
                  <a:pt x="1448271" y="291279"/>
                  <a:pt x="1425052" y="320689"/>
                  <a:pt x="1396158" y="347004"/>
                </a:cubicBezTo>
                <a:cubicBezTo>
                  <a:pt x="1375518" y="365064"/>
                  <a:pt x="1356943" y="385703"/>
                  <a:pt x="1337336" y="404794"/>
                </a:cubicBezTo>
                <a:cubicBezTo>
                  <a:pt x="1332177" y="409954"/>
                  <a:pt x="1330628" y="413565"/>
                  <a:pt x="1336304" y="419757"/>
                </a:cubicBezTo>
                <a:cubicBezTo>
                  <a:pt x="1347656" y="432141"/>
                  <a:pt x="1357459" y="445556"/>
                  <a:pt x="1369327" y="457939"/>
                </a:cubicBezTo>
                <a:cubicBezTo>
                  <a:pt x="1399769" y="489930"/>
                  <a:pt x="1419893" y="528628"/>
                  <a:pt x="1442596" y="565263"/>
                </a:cubicBezTo>
                <a:cubicBezTo>
                  <a:pt x="1448271" y="574550"/>
                  <a:pt x="1452915" y="576098"/>
                  <a:pt x="1462719" y="570938"/>
                </a:cubicBezTo>
                <a:cubicBezTo>
                  <a:pt x="1499353" y="551847"/>
                  <a:pt x="1535988" y="533272"/>
                  <a:pt x="1573138" y="514697"/>
                </a:cubicBezTo>
                <a:cubicBezTo>
                  <a:pt x="1597389" y="502830"/>
                  <a:pt x="1624220" y="504893"/>
                  <a:pt x="1650018" y="501281"/>
                </a:cubicBezTo>
                <a:cubicBezTo>
                  <a:pt x="1655694" y="500250"/>
                  <a:pt x="1658274" y="505409"/>
                  <a:pt x="1659822" y="509537"/>
                </a:cubicBezTo>
                <a:cubicBezTo>
                  <a:pt x="1687685" y="574034"/>
                  <a:pt x="1709872" y="640595"/>
                  <a:pt x="1724835" y="709220"/>
                </a:cubicBezTo>
                <a:cubicBezTo>
                  <a:pt x="1726383" y="716444"/>
                  <a:pt x="1723803" y="720572"/>
                  <a:pt x="1717611" y="723668"/>
                </a:cubicBezTo>
                <a:cubicBezTo>
                  <a:pt x="1702132" y="731923"/>
                  <a:pt x="1686653" y="740695"/>
                  <a:pt x="1671173" y="748950"/>
                </a:cubicBezTo>
                <a:cubicBezTo>
                  <a:pt x="1654662" y="757722"/>
                  <a:pt x="1636087" y="757206"/>
                  <a:pt x="1618544" y="760302"/>
                </a:cubicBezTo>
                <a:cubicBezTo>
                  <a:pt x="1589133" y="765462"/>
                  <a:pt x="1559207" y="770106"/>
                  <a:pt x="1529280" y="774234"/>
                </a:cubicBezTo>
                <a:cubicBezTo>
                  <a:pt x="1517412" y="775781"/>
                  <a:pt x="1514316" y="780941"/>
                  <a:pt x="1515349" y="791777"/>
                </a:cubicBezTo>
                <a:cubicBezTo>
                  <a:pt x="1517412" y="813448"/>
                  <a:pt x="1518444" y="835635"/>
                  <a:pt x="1521024" y="857306"/>
                </a:cubicBezTo>
                <a:cubicBezTo>
                  <a:pt x="1524636" y="889813"/>
                  <a:pt x="1518960" y="921803"/>
                  <a:pt x="1516380" y="953794"/>
                </a:cubicBezTo>
                <a:cubicBezTo>
                  <a:pt x="1514316" y="980109"/>
                  <a:pt x="1513284" y="980109"/>
                  <a:pt x="1538567" y="983720"/>
                </a:cubicBezTo>
                <a:cubicBezTo>
                  <a:pt x="1576750" y="989912"/>
                  <a:pt x="1614932" y="995588"/>
                  <a:pt x="1653114" y="1001779"/>
                </a:cubicBezTo>
                <a:cubicBezTo>
                  <a:pt x="1671173" y="1004875"/>
                  <a:pt x="1685105" y="1016227"/>
                  <a:pt x="1700584" y="1024483"/>
                </a:cubicBezTo>
                <a:cubicBezTo>
                  <a:pt x="1726899" y="1038414"/>
                  <a:pt x="1725867" y="1038930"/>
                  <a:pt x="1719675" y="1067825"/>
                </a:cubicBezTo>
                <a:cubicBezTo>
                  <a:pt x="1706260" y="1128710"/>
                  <a:pt x="1685105" y="1186500"/>
                  <a:pt x="1661370" y="1243773"/>
                </a:cubicBezTo>
                <a:cubicBezTo>
                  <a:pt x="1657242" y="1253577"/>
                  <a:pt x="1651566" y="1256157"/>
                  <a:pt x="1641763" y="1255124"/>
                </a:cubicBezTo>
                <a:cubicBezTo>
                  <a:pt x="1606160" y="1252028"/>
                  <a:pt x="1572622" y="1244805"/>
                  <a:pt x="1541663" y="1226230"/>
                </a:cubicBezTo>
                <a:cubicBezTo>
                  <a:pt x="1515864" y="1210750"/>
                  <a:pt x="1488001" y="1198883"/>
                  <a:pt x="1461687" y="1184436"/>
                </a:cubicBezTo>
                <a:cubicBezTo>
                  <a:pt x="1453947" y="1180308"/>
                  <a:pt x="1448787" y="1180308"/>
                  <a:pt x="1444143" y="1189079"/>
                </a:cubicBezTo>
                <a:cubicBezTo>
                  <a:pt x="1415249" y="1241709"/>
                  <a:pt x="1380162" y="1290211"/>
                  <a:pt x="1339400" y="1333553"/>
                </a:cubicBezTo>
                <a:cubicBezTo>
                  <a:pt x="1332177" y="1341293"/>
                  <a:pt x="1332177" y="1345936"/>
                  <a:pt x="1339916" y="1353160"/>
                </a:cubicBezTo>
                <a:cubicBezTo>
                  <a:pt x="1370359" y="1382571"/>
                  <a:pt x="1400801" y="1412498"/>
                  <a:pt x="1430212" y="1443456"/>
                </a:cubicBezTo>
                <a:cubicBezTo>
                  <a:pt x="1448271" y="1462547"/>
                  <a:pt x="1453947" y="1488862"/>
                  <a:pt x="1465814" y="1511565"/>
                </a:cubicBezTo>
                <a:cubicBezTo>
                  <a:pt x="1467879" y="1515693"/>
                  <a:pt x="1464267" y="1518789"/>
                  <a:pt x="1461171" y="1521369"/>
                </a:cubicBezTo>
                <a:cubicBezTo>
                  <a:pt x="1408025" y="1568323"/>
                  <a:pt x="1351784" y="1610117"/>
                  <a:pt x="1290382" y="1645203"/>
                </a:cubicBezTo>
                <a:cubicBezTo>
                  <a:pt x="1284707" y="1648815"/>
                  <a:pt x="1280579" y="1648299"/>
                  <a:pt x="1275419" y="1643655"/>
                </a:cubicBezTo>
                <a:cubicBezTo>
                  <a:pt x="1247040" y="1619404"/>
                  <a:pt x="1221757" y="1593606"/>
                  <a:pt x="1207310" y="1558003"/>
                </a:cubicBezTo>
                <a:cubicBezTo>
                  <a:pt x="1195958" y="1530140"/>
                  <a:pt x="1179963" y="1504341"/>
                  <a:pt x="1167064" y="1477511"/>
                </a:cubicBezTo>
                <a:cubicBezTo>
                  <a:pt x="1162936" y="1469255"/>
                  <a:pt x="1158808" y="1467191"/>
                  <a:pt x="1150036" y="1470803"/>
                </a:cubicBezTo>
                <a:cubicBezTo>
                  <a:pt x="1096375" y="1496086"/>
                  <a:pt x="1040133" y="1514661"/>
                  <a:pt x="981312" y="1526013"/>
                </a:cubicBezTo>
                <a:cubicBezTo>
                  <a:pt x="969960" y="1528076"/>
                  <a:pt x="967896" y="1534268"/>
                  <a:pt x="969960" y="1544072"/>
                </a:cubicBezTo>
                <a:cubicBezTo>
                  <a:pt x="976668" y="1583802"/>
                  <a:pt x="982860" y="1623532"/>
                  <a:pt x="989052" y="1663779"/>
                </a:cubicBezTo>
                <a:cubicBezTo>
                  <a:pt x="993179" y="1691641"/>
                  <a:pt x="982344" y="1716924"/>
                  <a:pt x="978216" y="1743755"/>
                </a:cubicBezTo>
                <a:cubicBezTo>
                  <a:pt x="977184" y="1749431"/>
                  <a:pt x="971508" y="1749431"/>
                  <a:pt x="966864" y="1749947"/>
                </a:cubicBezTo>
                <a:cubicBezTo>
                  <a:pt x="897207" y="1757170"/>
                  <a:pt x="828067" y="1756655"/>
                  <a:pt x="758410" y="1749947"/>
                </a:cubicBezTo>
                <a:cubicBezTo>
                  <a:pt x="749638" y="1748915"/>
                  <a:pt x="748090" y="1744271"/>
                  <a:pt x="745510" y="1737047"/>
                </a:cubicBezTo>
                <a:cubicBezTo>
                  <a:pt x="730031" y="1690609"/>
                  <a:pt x="738286" y="1644687"/>
                  <a:pt x="747058" y="1598249"/>
                </a:cubicBezTo>
                <a:cubicBezTo>
                  <a:pt x="750154" y="1580190"/>
                  <a:pt x="752734" y="1561615"/>
                  <a:pt x="756346" y="1543556"/>
                </a:cubicBezTo>
                <a:cubicBezTo>
                  <a:pt x="758410" y="1533236"/>
                  <a:pt x="755314" y="1527560"/>
                  <a:pt x="744478" y="1525496"/>
                </a:cubicBezTo>
                <a:cubicBezTo>
                  <a:pt x="685657" y="1514661"/>
                  <a:pt x="629931" y="1496086"/>
                  <a:pt x="575754" y="1470287"/>
                </a:cubicBezTo>
                <a:cubicBezTo>
                  <a:pt x="568014" y="1466675"/>
                  <a:pt x="563886" y="1467707"/>
                  <a:pt x="559758" y="1475963"/>
                </a:cubicBezTo>
                <a:cubicBezTo>
                  <a:pt x="541699" y="1512597"/>
                  <a:pt x="522608" y="1548715"/>
                  <a:pt x="504549" y="1585350"/>
                </a:cubicBezTo>
                <a:cubicBezTo>
                  <a:pt x="491649" y="1611149"/>
                  <a:pt x="466882" y="1626112"/>
                  <a:pt x="447275" y="1645719"/>
                </a:cubicBezTo>
                <a:cubicBezTo>
                  <a:pt x="442631" y="1650363"/>
                  <a:pt x="438504" y="1646235"/>
                  <a:pt x="434376" y="1643655"/>
                </a:cubicBezTo>
                <a:cubicBezTo>
                  <a:pt x="384326" y="1612697"/>
                  <a:pt x="334276" y="1581738"/>
                  <a:pt x="290418" y="1542008"/>
                </a:cubicBezTo>
                <a:cubicBezTo>
                  <a:pt x="282678" y="1534784"/>
                  <a:pt x="273907" y="1528076"/>
                  <a:pt x="265651" y="1521369"/>
                </a:cubicBezTo>
                <a:cubicBezTo>
                  <a:pt x="259975" y="1516725"/>
                  <a:pt x="259459" y="1512597"/>
                  <a:pt x="262039" y="1505889"/>
                </a:cubicBezTo>
                <a:cubicBezTo>
                  <a:pt x="276487" y="1472351"/>
                  <a:pt x="292998" y="1440360"/>
                  <a:pt x="321893" y="1415593"/>
                </a:cubicBezTo>
                <a:cubicBezTo>
                  <a:pt x="345112" y="1395986"/>
                  <a:pt x="365235" y="1372767"/>
                  <a:pt x="386906" y="1351096"/>
                </a:cubicBezTo>
                <a:cubicBezTo>
                  <a:pt x="393098" y="1345421"/>
                  <a:pt x="394129" y="1341293"/>
                  <a:pt x="387938" y="1334069"/>
                </a:cubicBezTo>
                <a:cubicBezTo>
                  <a:pt x="376586" y="1321685"/>
                  <a:pt x="366783" y="1308270"/>
                  <a:pt x="354915" y="1295887"/>
                </a:cubicBezTo>
                <a:cubicBezTo>
                  <a:pt x="324989" y="1264412"/>
                  <a:pt x="305382" y="1225714"/>
                  <a:pt x="282678" y="1189595"/>
                </a:cubicBezTo>
                <a:cubicBezTo>
                  <a:pt x="277003" y="1180308"/>
                  <a:pt x="272359" y="1178760"/>
                  <a:pt x="262555" y="1183920"/>
                </a:cubicBezTo>
                <a:cubicBezTo>
                  <a:pt x="225921" y="1203011"/>
                  <a:pt x="189287" y="1221586"/>
                  <a:pt x="152136" y="1240161"/>
                </a:cubicBezTo>
                <a:cubicBezTo>
                  <a:pt x="127885" y="1252545"/>
                  <a:pt x="101054" y="1249965"/>
                  <a:pt x="75256" y="1253577"/>
                </a:cubicBezTo>
                <a:cubicBezTo>
                  <a:pt x="69580" y="1254608"/>
                  <a:pt x="67000" y="1249965"/>
                  <a:pt x="65452" y="1245321"/>
                </a:cubicBezTo>
                <a:cubicBezTo>
                  <a:pt x="37589" y="1180824"/>
                  <a:pt x="15402" y="1114263"/>
                  <a:pt x="439" y="1045637"/>
                </a:cubicBezTo>
                <a:cubicBezTo>
                  <a:pt x="-1109" y="1038414"/>
                  <a:pt x="1471" y="1034286"/>
                  <a:pt x="7663" y="1031190"/>
                </a:cubicBezTo>
                <a:cubicBezTo>
                  <a:pt x="23142" y="1022935"/>
                  <a:pt x="38621" y="1014163"/>
                  <a:pt x="54101" y="1005907"/>
                </a:cubicBezTo>
                <a:cubicBezTo>
                  <a:pt x="70612" y="997136"/>
                  <a:pt x="89187" y="997652"/>
                  <a:pt x="106730" y="994556"/>
                </a:cubicBezTo>
                <a:cubicBezTo>
                  <a:pt x="136657" y="989396"/>
                  <a:pt x="167099" y="984236"/>
                  <a:pt x="197026" y="980109"/>
                </a:cubicBezTo>
                <a:cubicBezTo>
                  <a:pt x="207346" y="978560"/>
                  <a:pt x="210442" y="973917"/>
                  <a:pt x="209410" y="964113"/>
                </a:cubicBezTo>
                <a:cubicBezTo>
                  <a:pt x="207346" y="941926"/>
                  <a:pt x="206314" y="919739"/>
                  <a:pt x="203734" y="897552"/>
                </a:cubicBezTo>
                <a:cubicBezTo>
                  <a:pt x="200122" y="865045"/>
                  <a:pt x="205798" y="833055"/>
                  <a:pt x="208378" y="801064"/>
                </a:cubicBezTo>
                <a:cubicBezTo>
                  <a:pt x="210442" y="774749"/>
                  <a:pt x="211474" y="774749"/>
                  <a:pt x="185159" y="770622"/>
                </a:cubicBezTo>
                <a:cubicBezTo>
                  <a:pt x="148009" y="764430"/>
                  <a:pt x="110342" y="758754"/>
                  <a:pt x="73192" y="753079"/>
                </a:cubicBezTo>
                <a:cubicBezTo>
                  <a:pt x="54616" y="750499"/>
                  <a:pt x="40169" y="738631"/>
                  <a:pt x="24690" y="730375"/>
                </a:cubicBezTo>
                <a:cubicBezTo>
                  <a:pt x="-1625" y="715928"/>
                  <a:pt x="-593" y="715928"/>
                  <a:pt x="5599" y="687033"/>
                </a:cubicBezTo>
                <a:cubicBezTo>
                  <a:pt x="19014" y="626148"/>
                  <a:pt x="40169" y="568358"/>
                  <a:pt x="63904" y="511085"/>
                </a:cubicBezTo>
                <a:cubicBezTo>
                  <a:pt x="68032" y="501281"/>
                  <a:pt x="73192" y="498701"/>
                  <a:pt x="83511" y="499733"/>
                </a:cubicBezTo>
                <a:cubicBezTo>
                  <a:pt x="119114" y="502830"/>
                  <a:pt x="152652" y="510053"/>
                  <a:pt x="183611" y="528628"/>
                </a:cubicBezTo>
                <a:cubicBezTo>
                  <a:pt x="208894" y="543592"/>
                  <a:pt x="236241" y="555459"/>
                  <a:pt x="262555" y="569390"/>
                </a:cubicBezTo>
                <a:cubicBezTo>
                  <a:pt x="271327" y="574034"/>
                  <a:pt x="277003" y="574034"/>
                  <a:pt x="282163" y="564231"/>
                </a:cubicBezTo>
                <a:cubicBezTo>
                  <a:pt x="311057" y="511601"/>
                  <a:pt x="346144" y="463615"/>
                  <a:pt x="386906" y="419757"/>
                </a:cubicBezTo>
                <a:cubicBezTo>
                  <a:pt x="393614" y="412534"/>
                  <a:pt x="393098" y="408922"/>
                  <a:pt x="386390" y="402214"/>
                </a:cubicBezTo>
                <a:cubicBezTo>
                  <a:pt x="355947" y="372287"/>
                  <a:pt x="325505" y="342360"/>
                  <a:pt x="296094" y="311918"/>
                </a:cubicBezTo>
                <a:cubicBezTo>
                  <a:pt x="277519" y="292827"/>
                  <a:pt x="271843" y="265996"/>
                  <a:pt x="259975" y="242777"/>
                </a:cubicBezTo>
                <a:cubicBezTo>
                  <a:pt x="257912" y="238649"/>
                  <a:pt x="261524" y="235553"/>
                  <a:pt x="264619" y="232973"/>
                </a:cubicBezTo>
                <a:cubicBezTo>
                  <a:pt x="317765" y="186019"/>
                  <a:pt x="374007" y="144225"/>
                  <a:pt x="435408" y="109139"/>
                </a:cubicBezTo>
                <a:cubicBezTo>
                  <a:pt x="441084" y="105527"/>
                  <a:pt x="445211" y="106043"/>
                  <a:pt x="450371" y="110687"/>
                </a:cubicBezTo>
                <a:cubicBezTo>
                  <a:pt x="478750" y="134937"/>
                  <a:pt x="504033" y="160736"/>
                  <a:pt x="518480" y="196339"/>
                </a:cubicBezTo>
                <a:cubicBezTo>
                  <a:pt x="530348" y="224202"/>
                  <a:pt x="545827" y="250516"/>
                  <a:pt x="559758" y="277863"/>
                </a:cubicBezTo>
                <a:cubicBezTo>
                  <a:pt x="563370" y="285087"/>
                  <a:pt x="566982" y="287151"/>
                  <a:pt x="574722" y="283539"/>
                </a:cubicBezTo>
                <a:cubicBezTo>
                  <a:pt x="629415" y="257740"/>
                  <a:pt x="686173" y="238649"/>
                  <a:pt x="746026" y="227813"/>
                </a:cubicBezTo>
                <a:cubicBezTo>
                  <a:pt x="756346" y="225750"/>
                  <a:pt x="757893" y="220074"/>
                  <a:pt x="756346" y="211302"/>
                </a:cubicBezTo>
                <a:cubicBezTo>
                  <a:pt x="749638" y="171572"/>
                  <a:pt x="743446" y="131326"/>
                  <a:pt x="737254" y="91596"/>
                </a:cubicBezTo>
                <a:cubicBezTo>
                  <a:pt x="732611" y="63217"/>
                  <a:pt x="743446" y="37418"/>
                  <a:pt x="748090" y="10587"/>
                </a:cubicBezTo>
                <a:cubicBezTo>
                  <a:pt x="749122" y="5427"/>
                  <a:pt x="753766" y="4395"/>
                  <a:pt x="758410" y="4395"/>
                </a:cubicBezTo>
                <a:cubicBezTo>
                  <a:pt x="797624" y="4395"/>
                  <a:pt x="837870" y="-1280"/>
                  <a:pt x="879664" y="267"/>
                </a:cubicBezTo>
                <a:close/>
                <a:moveTo>
                  <a:pt x="861605" y="1409918"/>
                </a:moveTo>
                <a:cubicBezTo>
                  <a:pt x="1155712" y="1407338"/>
                  <a:pt x="1392030" y="1176180"/>
                  <a:pt x="1392546" y="879493"/>
                </a:cubicBezTo>
                <a:cubicBezTo>
                  <a:pt x="1393062" y="585902"/>
                  <a:pt x="1160356" y="349068"/>
                  <a:pt x="862637" y="348552"/>
                </a:cubicBezTo>
                <a:cubicBezTo>
                  <a:pt x="568014" y="348036"/>
                  <a:pt x="331180" y="581774"/>
                  <a:pt x="331180" y="879493"/>
                </a:cubicBezTo>
                <a:cubicBezTo>
                  <a:pt x="331180" y="1173600"/>
                  <a:pt x="565950" y="1406822"/>
                  <a:pt x="861605" y="1409918"/>
                </a:cubicBezTo>
                <a:close/>
              </a:path>
            </a:pathLst>
          </a:custGeom>
          <a:solidFill>
            <a:schemeClr val="bg1">
              <a:alpha val="5000"/>
            </a:schemeClr>
          </a:solidFill>
          <a:ln w="51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49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060410" y="0"/>
            <a:ext cx="7959809" cy="5670550"/>
          </a:xfrm>
          <a:custGeom>
            <a:avLst/>
            <a:gdLst>
              <a:gd name="connsiteX0" fmla="*/ 0 w 9626981"/>
              <a:gd name="connsiteY0" fmla="*/ 0 h 6858000"/>
              <a:gd name="connsiteX1" fmla="*/ 4760133 w 9626981"/>
              <a:gd name="connsiteY1" fmla="*/ 0 h 6858000"/>
              <a:gd name="connsiteX2" fmla="*/ 9626981 w 9626981"/>
              <a:gd name="connsiteY2" fmla="*/ 6858000 h 6858000"/>
              <a:gd name="connsiteX3" fmla="*/ 4866848 w 962698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626981" h="6858000">
                <a:moveTo>
                  <a:pt x="0" y="0"/>
                </a:moveTo>
                <a:lnTo>
                  <a:pt x="4760133" y="0"/>
                </a:lnTo>
                <a:lnTo>
                  <a:pt x="9626981" y="6858000"/>
                </a:lnTo>
                <a:lnTo>
                  <a:pt x="4866848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1" hasCustomPrompt="1"/>
          </p:nvPr>
        </p:nvSpPr>
        <p:spPr>
          <a:xfrm>
            <a:off x="2743283" y="545280"/>
            <a:ext cx="4594060" cy="4579991"/>
          </a:xfrm>
          <a:custGeom>
            <a:avLst/>
            <a:gdLst>
              <a:gd name="connsiteX0" fmla="*/ 2778140 w 5556281"/>
              <a:gd name="connsiteY0" fmla="*/ 1624152 h 5539071"/>
              <a:gd name="connsiteX1" fmla="*/ 1632756 w 5556281"/>
              <a:gd name="connsiteY1" fmla="*/ 2769536 h 5539071"/>
              <a:gd name="connsiteX2" fmla="*/ 2778140 w 5556281"/>
              <a:gd name="connsiteY2" fmla="*/ 3914920 h 5539071"/>
              <a:gd name="connsiteX3" fmla="*/ 3923524 w 5556281"/>
              <a:gd name="connsiteY3" fmla="*/ 2769536 h 5539071"/>
              <a:gd name="connsiteX4" fmla="*/ 2778140 w 5556281"/>
              <a:gd name="connsiteY4" fmla="*/ 1624152 h 5539071"/>
              <a:gd name="connsiteX5" fmla="*/ 3162198 w 5556281"/>
              <a:gd name="connsiteY5" fmla="*/ 151 h 5539071"/>
              <a:gd name="connsiteX6" fmla="*/ 3189369 w 5556281"/>
              <a:gd name="connsiteY6" fmla="*/ 2803 h 5539071"/>
              <a:gd name="connsiteX7" fmla="*/ 3689300 w 5556281"/>
              <a:gd name="connsiteY7" fmla="*/ 121613 h 5539071"/>
              <a:gd name="connsiteX8" fmla="*/ 3747933 w 5556281"/>
              <a:gd name="connsiteY8" fmla="*/ 194134 h 5539071"/>
              <a:gd name="connsiteX9" fmla="*/ 3751019 w 5556281"/>
              <a:gd name="connsiteY9" fmla="*/ 254313 h 5539071"/>
              <a:gd name="connsiteX10" fmla="*/ 3763361 w 5556281"/>
              <a:gd name="connsiteY10" fmla="*/ 627717 h 5539071"/>
              <a:gd name="connsiteX11" fmla="*/ 3767990 w 5556281"/>
              <a:gd name="connsiteY11" fmla="*/ 731096 h 5539071"/>
              <a:gd name="connsiteX12" fmla="*/ 3815825 w 5556281"/>
              <a:gd name="connsiteY12" fmla="*/ 808246 h 5539071"/>
              <a:gd name="connsiteX13" fmla="*/ 3928463 w 5556281"/>
              <a:gd name="connsiteY13" fmla="*/ 873052 h 5539071"/>
              <a:gd name="connsiteX14" fmla="*/ 4036474 w 5556281"/>
              <a:gd name="connsiteY14" fmla="*/ 873052 h 5539071"/>
              <a:gd name="connsiteX15" fmla="*/ 4493199 w 5556281"/>
              <a:gd name="connsiteY15" fmla="*/ 618458 h 5539071"/>
              <a:gd name="connsiteX16" fmla="*/ 4590409 w 5556281"/>
              <a:gd name="connsiteY16" fmla="*/ 632346 h 5539071"/>
              <a:gd name="connsiteX17" fmla="*/ 4945295 w 5556281"/>
              <a:gd name="connsiteY17" fmla="*/ 994951 h 5539071"/>
              <a:gd name="connsiteX18" fmla="*/ 4957640 w 5556281"/>
              <a:gd name="connsiteY18" fmla="*/ 1095244 h 5539071"/>
              <a:gd name="connsiteX19" fmla="*/ 4692245 w 5556281"/>
              <a:gd name="connsiteY19" fmla="*/ 1542714 h 5539071"/>
              <a:gd name="connsiteX20" fmla="*/ 4690702 w 5556281"/>
              <a:gd name="connsiteY20" fmla="*/ 1646093 h 5539071"/>
              <a:gd name="connsiteX21" fmla="*/ 4758594 w 5556281"/>
              <a:gd name="connsiteY21" fmla="*/ 1771076 h 5539071"/>
              <a:gd name="connsiteX22" fmla="*/ 4837287 w 5556281"/>
              <a:gd name="connsiteY22" fmla="*/ 1820454 h 5539071"/>
              <a:gd name="connsiteX23" fmla="*/ 5014730 w 5556281"/>
              <a:gd name="connsiteY23" fmla="*/ 1832795 h 5539071"/>
              <a:gd name="connsiteX24" fmla="*/ 5375792 w 5556281"/>
              <a:gd name="connsiteY24" fmla="*/ 1855941 h 5539071"/>
              <a:gd name="connsiteX25" fmla="*/ 5445227 w 5556281"/>
              <a:gd name="connsiteY25" fmla="*/ 1914574 h 5539071"/>
              <a:gd name="connsiteX26" fmla="*/ 5554778 w 5556281"/>
              <a:gd name="connsiteY26" fmla="*/ 2417592 h 5539071"/>
              <a:gd name="connsiteX27" fmla="*/ 5537805 w 5556281"/>
              <a:gd name="connsiteY27" fmla="*/ 2479311 h 5539071"/>
              <a:gd name="connsiteX28" fmla="*/ 5506946 w 5556281"/>
              <a:gd name="connsiteY28" fmla="*/ 2500914 h 5539071"/>
              <a:gd name="connsiteX29" fmla="*/ 5042505 w 5556281"/>
              <a:gd name="connsiteY29" fmla="*/ 2732362 h 5539071"/>
              <a:gd name="connsiteX30" fmla="*/ 4990041 w 5556281"/>
              <a:gd name="connsiteY30" fmla="*/ 2811055 h 5539071"/>
              <a:gd name="connsiteX31" fmla="*/ 4979243 w 5556281"/>
              <a:gd name="connsiteY31" fmla="*/ 2985415 h 5539071"/>
              <a:gd name="connsiteX32" fmla="*/ 5019359 w 5556281"/>
              <a:gd name="connsiteY32" fmla="*/ 3068735 h 5539071"/>
              <a:gd name="connsiteX33" fmla="*/ 5448313 w 5556281"/>
              <a:gd name="connsiteY33" fmla="*/ 3385051 h 5539071"/>
              <a:gd name="connsiteX34" fmla="*/ 5477631 w 5556281"/>
              <a:gd name="connsiteY34" fmla="*/ 3480714 h 5539071"/>
              <a:gd name="connsiteX35" fmla="*/ 5398935 w 5556281"/>
              <a:gd name="connsiteY35" fmla="*/ 3698277 h 5539071"/>
              <a:gd name="connsiteX36" fmla="*/ 5309443 w 5556281"/>
              <a:gd name="connsiteY36" fmla="*/ 3940526 h 5539071"/>
              <a:gd name="connsiteX37" fmla="*/ 5233836 w 5556281"/>
              <a:gd name="connsiteY37" fmla="*/ 3989904 h 5539071"/>
              <a:gd name="connsiteX38" fmla="*/ 5040963 w 5556281"/>
              <a:gd name="connsiteY38" fmla="*/ 3969844 h 5539071"/>
              <a:gd name="connsiteX39" fmla="*/ 4707676 w 5556281"/>
              <a:gd name="connsiteY39" fmla="*/ 3934357 h 5539071"/>
              <a:gd name="connsiteX40" fmla="*/ 4622811 w 5556281"/>
              <a:gd name="connsiteY40" fmla="*/ 3972931 h 5539071"/>
              <a:gd name="connsiteX41" fmla="*/ 4502457 w 5556281"/>
              <a:gd name="connsiteY41" fmla="*/ 4136489 h 5539071"/>
              <a:gd name="connsiteX42" fmla="*/ 4488570 w 5556281"/>
              <a:gd name="connsiteY42" fmla="*/ 4239869 h 5539071"/>
              <a:gd name="connsiteX43" fmla="*/ 4675271 w 5556281"/>
              <a:gd name="connsiteY43" fmla="*/ 4730542 h 5539071"/>
              <a:gd name="connsiteX44" fmla="*/ 4647499 w 5556281"/>
              <a:gd name="connsiteY44" fmla="*/ 4830835 h 5539071"/>
              <a:gd name="connsiteX45" fmla="*/ 4278723 w 5556281"/>
              <a:gd name="connsiteY45" fmla="*/ 5110117 h 5539071"/>
              <a:gd name="connsiteX46" fmla="*/ 4178427 w 5556281"/>
              <a:gd name="connsiteY46" fmla="*/ 5108574 h 5539071"/>
              <a:gd name="connsiteX47" fmla="*/ 3778791 w 5556281"/>
              <a:gd name="connsiteY47" fmla="*/ 4786089 h 5539071"/>
              <a:gd name="connsiteX48" fmla="*/ 3684671 w 5556281"/>
              <a:gd name="connsiteY48" fmla="*/ 4767572 h 5539071"/>
              <a:gd name="connsiteX49" fmla="*/ 3450134 w 5556281"/>
              <a:gd name="connsiteY49" fmla="*/ 4857067 h 5539071"/>
              <a:gd name="connsiteX50" fmla="*/ 3393044 w 5556281"/>
              <a:gd name="connsiteY50" fmla="*/ 4924959 h 5539071"/>
              <a:gd name="connsiteX51" fmla="*/ 3360639 w 5556281"/>
              <a:gd name="connsiteY51" fmla="*/ 5079259 h 5539071"/>
              <a:gd name="connsiteX52" fmla="*/ 3283489 w 5556281"/>
              <a:gd name="connsiteY52" fmla="*/ 5448033 h 5539071"/>
              <a:gd name="connsiteX53" fmla="*/ 3218687 w 5556281"/>
              <a:gd name="connsiteY53" fmla="*/ 5509753 h 5539071"/>
              <a:gd name="connsiteX54" fmla="*/ 2973349 w 5556281"/>
              <a:gd name="connsiteY54" fmla="*/ 5535985 h 5539071"/>
              <a:gd name="connsiteX55" fmla="*/ 2868424 w 5556281"/>
              <a:gd name="connsiteY55" fmla="*/ 5539071 h 5539071"/>
              <a:gd name="connsiteX56" fmla="*/ 2723385 w 5556281"/>
              <a:gd name="connsiteY56" fmla="*/ 5539071 h 5539071"/>
              <a:gd name="connsiteX57" fmla="*/ 2666291 w 5556281"/>
              <a:gd name="connsiteY57" fmla="*/ 5474265 h 5539071"/>
              <a:gd name="connsiteX58" fmla="*/ 2507365 w 5556281"/>
              <a:gd name="connsiteY58" fmla="*/ 4992850 h 5539071"/>
              <a:gd name="connsiteX59" fmla="*/ 2431758 w 5556281"/>
              <a:gd name="connsiteY59" fmla="*/ 4924959 h 5539071"/>
              <a:gd name="connsiteX60" fmla="*/ 2184880 w 5556281"/>
              <a:gd name="connsiteY60" fmla="*/ 4869411 h 5539071"/>
              <a:gd name="connsiteX61" fmla="*/ 2075329 w 5556281"/>
              <a:gd name="connsiteY61" fmla="*/ 4901813 h 5539071"/>
              <a:gd name="connsiteX62" fmla="*/ 1714267 w 5556281"/>
              <a:gd name="connsiteY62" fmla="*/ 5267504 h 5539071"/>
              <a:gd name="connsiteX63" fmla="*/ 1621686 w 5556281"/>
              <a:gd name="connsiteY63" fmla="*/ 5282934 h 5539071"/>
              <a:gd name="connsiteX64" fmla="*/ 1234396 w 5556281"/>
              <a:gd name="connsiteY64" fmla="*/ 5065371 h 5539071"/>
              <a:gd name="connsiteX65" fmla="*/ 1191190 w 5556281"/>
              <a:gd name="connsiteY65" fmla="*/ 4966618 h 5539071"/>
              <a:gd name="connsiteX66" fmla="*/ 1317715 w 5556281"/>
              <a:gd name="connsiteY66" fmla="*/ 4468233 h 5539071"/>
              <a:gd name="connsiteX67" fmla="*/ 1294569 w 5556281"/>
              <a:gd name="connsiteY67" fmla="*/ 4372566 h 5539071"/>
              <a:gd name="connsiteX68" fmla="*/ 1107868 w 5556281"/>
              <a:gd name="connsiteY68" fmla="*/ 4178149 h 5539071"/>
              <a:gd name="connsiteX69" fmla="*/ 1018376 w 5556281"/>
              <a:gd name="connsiteY69" fmla="*/ 4151917 h 5539071"/>
              <a:gd name="connsiteX70" fmla="*/ 928882 w 5556281"/>
              <a:gd name="connsiteY70" fmla="*/ 4171977 h 5539071"/>
              <a:gd name="connsiteX71" fmla="*/ 509190 w 5556281"/>
              <a:gd name="connsiteY71" fmla="*/ 4266101 h 5539071"/>
              <a:gd name="connsiteX72" fmla="*/ 422778 w 5556281"/>
              <a:gd name="connsiteY72" fmla="*/ 4227524 h 5539071"/>
              <a:gd name="connsiteX73" fmla="*/ 211391 w 5556281"/>
              <a:gd name="connsiteY73" fmla="*/ 3818630 h 5539071"/>
              <a:gd name="connsiteX74" fmla="*/ 226818 w 5556281"/>
              <a:gd name="connsiteY74" fmla="*/ 3730682 h 5539071"/>
              <a:gd name="connsiteX75" fmla="*/ 617198 w 5556281"/>
              <a:gd name="connsiteY75" fmla="*/ 3368077 h 5539071"/>
              <a:gd name="connsiteX76" fmla="*/ 648056 w 5556281"/>
              <a:gd name="connsiteY76" fmla="*/ 3280125 h 5539071"/>
              <a:gd name="connsiteX77" fmla="*/ 601767 w 5556281"/>
              <a:gd name="connsiteY77" fmla="*/ 3028618 h 5539071"/>
              <a:gd name="connsiteX78" fmla="*/ 541591 w 5556281"/>
              <a:gd name="connsiteY78" fmla="*/ 2957640 h 5539071"/>
              <a:gd name="connsiteX79" fmla="*/ 200589 w 5556281"/>
              <a:gd name="connsiteY79" fmla="*/ 2832658 h 5539071"/>
              <a:gd name="connsiteX80" fmla="*/ 0 w 5556281"/>
              <a:gd name="connsiteY80" fmla="*/ 2757051 h 5539071"/>
              <a:gd name="connsiteX81" fmla="*/ 0 w 5556281"/>
              <a:gd name="connsiteY81" fmla="*/ 2670642 h 5539071"/>
              <a:gd name="connsiteX82" fmla="*/ 13885 w 5556281"/>
              <a:gd name="connsiteY82" fmla="*/ 2519428 h 5539071"/>
              <a:gd name="connsiteX83" fmla="*/ 52461 w 5556281"/>
              <a:gd name="connsiteY83" fmla="*/ 2224718 h 5539071"/>
              <a:gd name="connsiteX84" fmla="*/ 114181 w 5556281"/>
              <a:gd name="connsiteY84" fmla="*/ 2162996 h 5539071"/>
              <a:gd name="connsiteX85" fmla="*/ 640344 w 5556281"/>
              <a:gd name="connsiteY85" fmla="*/ 2067332 h 5539071"/>
              <a:gd name="connsiteX86" fmla="*/ 717491 w 5556281"/>
              <a:gd name="connsiteY86" fmla="*/ 2007155 h 5539071"/>
              <a:gd name="connsiteX87" fmla="*/ 797727 w 5556281"/>
              <a:gd name="connsiteY87" fmla="*/ 1814281 h 5539071"/>
              <a:gd name="connsiteX88" fmla="*/ 783840 w 5556281"/>
              <a:gd name="connsiteY88" fmla="*/ 1704727 h 5539071"/>
              <a:gd name="connsiteX89" fmla="*/ 476785 w 5556281"/>
              <a:gd name="connsiteY89" fmla="*/ 1300462 h 5539071"/>
              <a:gd name="connsiteX90" fmla="*/ 478329 w 5556281"/>
              <a:gd name="connsiteY90" fmla="*/ 1200169 h 5539071"/>
              <a:gd name="connsiteX91" fmla="*/ 776125 w 5556281"/>
              <a:gd name="connsiteY91" fmla="*/ 831392 h 5539071"/>
              <a:gd name="connsiteX92" fmla="*/ 881050 w 5556281"/>
              <a:gd name="connsiteY92" fmla="*/ 803617 h 5539071"/>
              <a:gd name="connsiteX93" fmla="*/ 1368636 w 5556281"/>
              <a:gd name="connsiteY93" fmla="*/ 1005749 h 5539071"/>
              <a:gd name="connsiteX94" fmla="*/ 1462757 w 5556281"/>
              <a:gd name="connsiteY94" fmla="*/ 998037 h 5539071"/>
              <a:gd name="connsiteX95" fmla="*/ 1617057 w 5556281"/>
              <a:gd name="connsiteY95" fmla="*/ 891569 h 5539071"/>
              <a:gd name="connsiteX96" fmla="*/ 1654088 w 5556281"/>
              <a:gd name="connsiteY96" fmla="*/ 819048 h 5539071"/>
              <a:gd name="connsiteX97" fmla="*/ 1651005 w 5556281"/>
              <a:gd name="connsiteY97" fmla="*/ 765044 h 5539071"/>
              <a:gd name="connsiteX98" fmla="*/ 1632488 w 5556281"/>
              <a:gd name="connsiteY98" fmla="*/ 525881 h 5539071"/>
              <a:gd name="connsiteX99" fmla="*/ 1613971 w 5556281"/>
              <a:gd name="connsiteY99" fmla="*/ 286715 h 5539071"/>
              <a:gd name="connsiteX100" fmla="*/ 1664889 w 5556281"/>
              <a:gd name="connsiteY100" fmla="*/ 208022 h 5539071"/>
              <a:gd name="connsiteX101" fmla="*/ 2141674 w 5556281"/>
              <a:gd name="connsiteY101" fmla="*/ 47552 h 5539071"/>
              <a:gd name="connsiteX102" fmla="*/ 2172535 w 5556281"/>
              <a:gd name="connsiteY102" fmla="*/ 42923 h 5539071"/>
              <a:gd name="connsiteX103" fmla="*/ 2237341 w 5556281"/>
              <a:gd name="connsiteY103" fmla="*/ 86126 h 5539071"/>
              <a:gd name="connsiteX104" fmla="*/ 2535137 w 5556281"/>
              <a:gd name="connsiteY104" fmla="*/ 516622 h 5539071"/>
              <a:gd name="connsiteX105" fmla="*/ 2627718 w 5556281"/>
              <a:gd name="connsiteY105" fmla="*/ 561368 h 5539071"/>
              <a:gd name="connsiteX106" fmla="*/ 2786647 w 5556281"/>
              <a:gd name="connsiteY106" fmla="*/ 555196 h 5539071"/>
              <a:gd name="connsiteX107" fmla="*/ 2836022 w 5556281"/>
              <a:gd name="connsiteY107" fmla="*/ 530507 h 5539071"/>
              <a:gd name="connsiteX108" fmla="*/ 2852996 w 5556281"/>
              <a:gd name="connsiteY108" fmla="*/ 505821 h 5539071"/>
              <a:gd name="connsiteX109" fmla="*/ 2930143 w 5556281"/>
              <a:gd name="connsiteY109" fmla="*/ 363865 h 5539071"/>
              <a:gd name="connsiteX110" fmla="*/ 3102960 w 5556281"/>
              <a:gd name="connsiteY110" fmla="*/ 41380 h 5539071"/>
              <a:gd name="connsiteX111" fmla="*/ 3162198 w 5556281"/>
              <a:gd name="connsiteY111" fmla="*/ 151 h 5539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</a:cxnLst>
            <a:rect l="l" t="t" r="r" b="b"/>
            <a:pathLst>
              <a:path w="5556281" h="5539071">
                <a:moveTo>
                  <a:pt x="2778140" y="1624152"/>
                </a:moveTo>
                <a:cubicBezTo>
                  <a:pt x="2145562" y="1624152"/>
                  <a:pt x="1632756" y="2136958"/>
                  <a:pt x="1632756" y="2769536"/>
                </a:cubicBezTo>
                <a:cubicBezTo>
                  <a:pt x="1632756" y="3402114"/>
                  <a:pt x="2145562" y="3914920"/>
                  <a:pt x="2778140" y="3914920"/>
                </a:cubicBezTo>
                <a:cubicBezTo>
                  <a:pt x="3410718" y="3914920"/>
                  <a:pt x="3923524" y="3402114"/>
                  <a:pt x="3923524" y="2769536"/>
                </a:cubicBezTo>
                <a:cubicBezTo>
                  <a:pt x="3923524" y="2136958"/>
                  <a:pt x="3410718" y="1624152"/>
                  <a:pt x="2778140" y="1624152"/>
                </a:cubicBezTo>
                <a:close/>
                <a:moveTo>
                  <a:pt x="3162198" y="151"/>
                </a:moveTo>
                <a:cubicBezTo>
                  <a:pt x="3170660" y="-379"/>
                  <a:pt x="3179725" y="489"/>
                  <a:pt x="3189369" y="2803"/>
                </a:cubicBezTo>
                <a:cubicBezTo>
                  <a:pt x="3356013" y="42923"/>
                  <a:pt x="3522655" y="81496"/>
                  <a:pt x="3689300" y="121613"/>
                </a:cubicBezTo>
                <a:cubicBezTo>
                  <a:pt x="3724787" y="130871"/>
                  <a:pt x="3746390" y="157104"/>
                  <a:pt x="3747933" y="194134"/>
                </a:cubicBezTo>
                <a:cubicBezTo>
                  <a:pt x="3749476" y="214194"/>
                  <a:pt x="3749476" y="234254"/>
                  <a:pt x="3751019" y="254313"/>
                </a:cubicBezTo>
                <a:cubicBezTo>
                  <a:pt x="3755645" y="379296"/>
                  <a:pt x="3758735" y="504278"/>
                  <a:pt x="3763361" y="627717"/>
                </a:cubicBezTo>
                <a:cubicBezTo>
                  <a:pt x="3764907" y="661664"/>
                  <a:pt x="3766450" y="697152"/>
                  <a:pt x="3767990" y="731096"/>
                </a:cubicBezTo>
                <a:cubicBezTo>
                  <a:pt x="3769533" y="765044"/>
                  <a:pt x="3786507" y="791275"/>
                  <a:pt x="3815825" y="808246"/>
                </a:cubicBezTo>
                <a:cubicBezTo>
                  <a:pt x="3852855" y="829849"/>
                  <a:pt x="3891432" y="849909"/>
                  <a:pt x="3928463" y="873052"/>
                </a:cubicBezTo>
                <a:cubicBezTo>
                  <a:pt x="3965496" y="894655"/>
                  <a:pt x="3999440" y="893112"/>
                  <a:pt x="4036474" y="873052"/>
                </a:cubicBezTo>
                <a:cubicBezTo>
                  <a:pt x="4189231" y="788189"/>
                  <a:pt x="4340442" y="703324"/>
                  <a:pt x="4493199" y="618458"/>
                </a:cubicBezTo>
                <a:cubicBezTo>
                  <a:pt x="4528689" y="598402"/>
                  <a:pt x="4562634" y="604571"/>
                  <a:pt x="4590409" y="632346"/>
                </a:cubicBezTo>
                <a:cubicBezTo>
                  <a:pt x="4709219" y="752699"/>
                  <a:pt x="4826485" y="874595"/>
                  <a:pt x="4945295" y="994951"/>
                </a:cubicBezTo>
                <a:cubicBezTo>
                  <a:pt x="4976157" y="1027352"/>
                  <a:pt x="4980786" y="1056670"/>
                  <a:pt x="4957640" y="1095244"/>
                </a:cubicBezTo>
                <a:cubicBezTo>
                  <a:pt x="4869689" y="1244915"/>
                  <a:pt x="4780194" y="1393043"/>
                  <a:pt x="4692245" y="1542714"/>
                </a:cubicBezTo>
                <a:cubicBezTo>
                  <a:pt x="4672185" y="1576659"/>
                  <a:pt x="4670643" y="1612149"/>
                  <a:pt x="4690702" y="1646093"/>
                </a:cubicBezTo>
                <a:cubicBezTo>
                  <a:pt x="4713848" y="1687753"/>
                  <a:pt x="4735448" y="1729416"/>
                  <a:pt x="4758594" y="1771076"/>
                </a:cubicBezTo>
                <a:cubicBezTo>
                  <a:pt x="4775567" y="1801937"/>
                  <a:pt x="4801797" y="1818911"/>
                  <a:pt x="4837287" y="1820454"/>
                </a:cubicBezTo>
                <a:cubicBezTo>
                  <a:pt x="4895921" y="1825083"/>
                  <a:pt x="4956097" y="1828169"/>
                  <a:pt x="5014730" y="1832795"/>
                </a:cubicBezTo>
                <a:cubicBezTo>
                  <a:pt x="5135083" y="1840510"/>
                  <a:pt x="5255439" y="1848226"/>
                  <a:pt x="5375792" y="1855941"/>
                </a:cubicBezTo>
                <a:cubicBezTo>
                  <a:pt x="5409736" y="1857484"/>
                  <a:pt x="5437511" y="1880630"/>
                  <a:pt x="5445227" y="1914574"/>
                </a:cubicBezTo>
                <a:cubicBezTo>
                  <a:pt x="5482257" y="2081219"/>
                  <a:pt x="5517747" y="2249404"/>
                  <a:pt x="5554778" y="2417592"/>
                </a:cubicBezTo>
                <a:cubicBezTo>
                  <a:pt x="5559407" y="2440735"/>
                  <a:pt x="5553235" y="2460795"/>
                  <a:pt x="5537805" y="2479311"/>
                </a:cubicBezTo>
                <a:cubicBezTo>
                  <a:pt x="5530089" y="2488570"/>
                  <a:pt x="5517747" y="2494742"/>
                  <a:pt x="5506946" y="2500914"/>
                </a:cubicBezTo>
                <a:cubicBezTo>
                  <a:pt x="5352646" y="2578062"/>
                  <a:pt x="5198345" y="2655212"/>
                  <a:pt x="5042505" y="2732362"/>
                </a:cubicBezTo>
                <a:cubicBezTo>
                  <a:pt x="5010101" y="2749336"/>
                  <a:pt x="4991587" y="2774025"/>
                  <a:pt x="4990041" y="2811055"/>
                </a:cubicBezTo>
                <a:cubicBezTo>
                  <a:pt x="4986958" y="2869688"/>
                  <a:pt x="4982326" y="2926779"/>
                  <a:pt x="4979243" y="2985415"/>
                </a:cubicBezTo>
                <a:cubicBezTo>
                  <a:pt x="4977699" y="3019360"/>
                  <a:pt x="4990041" y="3048678"/>
                  <a:pt x="5019359" y="3068735"/>
                </a:cubicBezTo>
                <a:cubicBezTo>
                  <a:pt x="5162858" y="3173660"/>
                  <a:pt x="5304814" y="3280125"/>
                  <a:pt x="5448313" y="3385051"/>
                </a:cubicBezTo>
                <a:cubicBezTo>
                  <a:pt x="5482257" y="3409737"/>
                  <a:pt x="5493059" y="3440598"/>
                  <a:pt x="5477631" y="3480714"/>
                </a:cubicBezTo>
                <a:cubicBezTo>
                  <a:pt x="5451399" y="3553235"/>
                  <a:pt x="5425167" y="3625756"/>
                  <a:pt x="5398935" y="3698277"/>
                </a:cubicBezTo>
                <a:cubicBezTo>
                  <a:pt x="5369619" y="3778514"/>
                  <a:pt x="5340305" y="3860293"/>
                  <a:pt x="5309443" y="3940526"/>
                </a:cubicBezTo>
                <a:cubicBezTo>
                  <a:pt x="5297099" y="3974474"/>
                  <a:pt x="5267781" y="3992990"/>
                  <a:pt x="5233836" y="3989904"/>
                </a:cubicBezTo>
                <a:cubicBezTo>
                  <a:pt x="5169031" y="3983732"/>
                  <a:pt x="5105768" y="3976017"/>
                  <a:pt x="5040963" y="3969844"/>
                </a:cubicBezTo>
                <a:cubicBezTo>
                  <a:pt x="4929868" y="3957500"/>
                  <a:pt x="4818771" y="3945155"/>
                  <a:pt x="4707676" y="3934357"/>
                </a:cubicBezTo>
                <a:cubicBezTo>
                  <a:pt x="4672185" y="3931271"/>
                  <a:pt x="4644413" y="3943612"/>
                  <a:pt x="4622811" y="3972931"/>
                </a:cubicBezTo>
                <a:cubicBezTo>
                  <a:pt x="4582694" y="4026935"/>
                  <a:pt x="4544117" y="4082482"/>
                  <a:pt x="4502457" y="4136489"/>
                </a:cubicBezTo>
                <a:cubicBezTo>
                  <a:pt x="4477769" y="4168891"/>
                  <a:pt x="4474683" y="4202838"/>
                  <a:pt x="4488570" y="4239869"/>
                </a:cubicBezTo>
                <a:cubicBezTo>
                  <a:pt x="4550289" y="4403427"/>
                  <a:pt x="4613552" y="4566983"/>
                  <a:pt x="4675271" y="4730542"/>
                </a:cubicBezTo>
                <a:cubicBezTo>
                  <a:pt x="4692245" y="4773744"/>
                  <a:pt x="4682987" y="4803063"/>
                  <a:pt x="4647499" y="4830835"/>
                </a:cubicBezTo>
                <a:cubicBezTo>
                  <a:pt x="4524057" y="4923416"/>
                  <a:pt x="4402161" y="5017539"/>
                  <a:pt x="4278723" y="5110117"/>
                </a:cubicBezTo>
                <a:cubicBezTo>
                  <a:pt x="4243235" y="5136349"/>
                  <a:pt x="4212374" y="5136349"/>
                  <a:pt x="4178427" y="5108574"/>
                </a:cubicBezTo>
                <a:cubicBezTo>
                  <a:pt x="4045729" y="5002109"/>
                  <a:pt x="3911492" y="4894097"/>
                  <a:pt x="3778791" y="4786089"/>
                </a:cubicBezTo>
                <a:cubicBezTo>
                  <a:pt x="3749476" y="4762943"/>
                  <a:pt x="3718615" y="4755228"/>
                  <a:pt x="3684671" y="4767572"/>
                </a:cubicBezTo>
                <a:cubicBezTo>
                  <a:pt x="3605977" y="4796890"/>
                  <a:pt x="3527284" y="4826209"/>
                  <a:pt x="3450134" y="4857067"/>
                </a:cubicBezTo>
                <a:cubicBezTo>
                  <a:pt x="3419276" y="4869411"/>
                  <a:pt x="3400759" y="4892557"/>
                  <a:pt x="3393044" y="4924959"/>
                </a:cubicBezTo>
                <a:cubicBezTo>
                  <a:pt x="3382243" y="4975877"/>
                  <a:pt x="3371444" y="5028338"/>
                  <a:pt x="3360639" y="5079259"/>
                </a:cubicBezTo>
                <a:cubicBezTo>
                  <a:pt x="3334411" y="5202698"/>
                  <a:pt x="3309721" y="5324594"/>
                  <a:pt x="3283489" y="5448033"/>
                </a:cubicBezTo>
                <a:cubicBezTo>
                  <a:pt x="3275777" y="5483524"/>
                  <a:pt x="3254174" y="5505126"/>
                  <a:pt x="3218687" y="5509753"/>
                </a:cubicBezTo>
                <a:cubicBezTo>
                  <a:pt x="3136907" y="5520554"/>
                  <a:pt x="3055128" y="5528269"/>
                  <a:pt x="2973349" y="5535985"/>
                </a:cubicBezTo>
                <a:cubicBezTo>
                  <a:pt x="2933232" y="5532899"/>
                  <a:pt x="2900828" y="5535985"/>
                  <a:pt x="2868424" y="5539071"/>
                </a:cubicBezTo>
                <a:cubicBezTo>
                  <a:pt x="2820592" y="5539071"/>
                  <a:pt x="2772760" y="5539071"/>
                  <a:pt x="2723385" y="5539071"/>
                </a:cubicBezTo>
                <a:cubicBezTo>
                  <a:pt x="2692523" y="5528269"/>
                  <a:pt x="2675550" y="5505126"/>
                  <a:pt x="2666291" y="5474265"/>
                </a:cubicBezTo>
                <a:cubicBezTo>
                  <a:pt x="2613831" y="5313793"/>
                  <a:pt x="2559826" y="5153323"/>
                  <a:pt x="2507365" y="4992850"/>
                </a:cubicBezTo>
                <a:cubicBezTo>
                  <a:pt x="2495021" y="4955817"/>
                  <a:pt x="2470335" y="4932674"/>
                  <a:pt x="2431758" y="4924959"/>
                </a:cubicBezTo>
                <a:cubicBezTo>
                  <a:pt x="2349979" y="4906442"/>
                  <a:pt x="2266657" y="4889468"/>
                  <a:pt x="2184880" y="4869411"/>
                </a:cubicBezTo>
                <a:cubicBezTo>
                  <a:pt x="2141674" y="4858610"/>
                  <a:pt x="2106187" y="4869411"/>
                  <a:pt x="2075329" y="4901813"/>
                </a:cubicBezTo>
                <a:cubicBezTo>
                  <a:pt x="1956516" y="5025252"/>
                  <a:pt x="1834620" y="5145608"/>
                  <a:pt x="1714267" y="5267504"/>
                </a:cubicBezTo>
                <a:cubicBezTo>
                  <a:pt x="1686492" y="5295276"/>
                  <a:pt x="1654088" y="5301451"/>
                  <a:pt x="1621686" y="5282934"/>
                </a:cubicBezTo>
                <a:cubicBezTo>
                  <a:pt x="1492075" y="5210413"/>
                  <a:pt x="1364004" y="5137892"/>
                  <a:pt x="1234396" y="5065371"/>
                </a:cubicBezTo>
                <a:cubicBezTo>
                  <a:pt x="1189647" y="5040682"/>
                  <a:pt x="1178846" y="5014453"/>
                  <a:pt x="1191190" y="4966618"/>
                </a:cubicBezTo>
                <a:cubicBezTo>
                  <a:pt x="1232850" y="4799977"/>
                  <a:pt x="1276055" y="4634875"/>
                  <a:pt x="1317715" y="4468233"/>
                </a:cubicBezTo>
                <a:cubicBezTo>
                  <a:pt x="1326977" y="4432743"/>
                  <a:pt x="1320801" y="4400341"/>
                  <a:pt x="1294569" y="4372566"/>
                </a:cubicBezTo>
                <a:cubicBezTo>
                  <a:pt x="1232850" y="4307760"/>
                  <a:pt x="1169587" y="4242955"/>
                  <a:pt x="1107868" y="4178149"/>
                </a:cubicBezTo>
                <a:cubicBezTo>
                  <a:pt x="1083182" y="4151917"/>
                  <a:pt x="1052321" y="4144202"/>
                  <a:pt x="1018376" y="4151917"/>
                </a:cubicBezTo>
                <a:cubicBezTo>
                  <a:pt x="987518" y="4158089"/>
                  <a:pt x="958200" y="4165804"/>
                  <a:pt x="928882" y="4171977"/>
                </a:cubicBezTo>
                <a:cubicBezTo>
                  <a:pt x="788469" y="4202838"/>
                  <a:pt x="649599" y="4235239"/>
                  <a:pt x="509190" y="4266101"/>
                </a:cubicBezTo>
                <a:cubicBezTo>
                  <a:pt x="470613" y="4275359"/>
                  <a:pt x="439755" y="4261472"/>
                  <a:pt x="422778" y="4227524"/>
                </a:cubicBezTo>
                <a:cubicBezTo>
                  <a:pt x="351800" y="4091740"/>
                  <a:pt x="282366" y="3954414"/>
                  <a:pt x="211391" y="3818630"/>
                </a:cubicBezTo>
                <a:cubicBezTo>
                  <a:pt x="195960" y="3787772"/>
                  <a:pt x="202132" y="3753825"/>
                  <a:pt x="226818" y="3730682"/>
                </a:cubicBezTo>
                <a:cubicBezTo>
                  <a:pt x="356433" y="3610326"/>
                  <a:pt x="487587" y="3488430"/>
                  <a:pt x="617198" y="3368077"/>
                </a:cubicBezTo>
                <a:cubicBezTo>
                  <a:pt x="643427" y="3344931"/>
                  <a:pt x="652686" y="3314073"/>
                  <a:pt x="648056" y="3280125"/>
                </a:cubicBezTo>
                <a:cubicBezTo>
                  <a:pt x="632629" y="3196803"/>
                  <a:pt x="617198" y="3111937"/>
                  <a:pt x="601767" y="3028618"/>
                </a:cubicBezTo>
                <a:cubicBezTo>
                  <a:pt x="595595" y="2993127"/>
                  <a:pt x="575535" y="2969985"/>
                  <a:pt x="541591" y="2957640"/>
                </a:cubicBezTo>
                <a:cubicBezTo>
                  <a:pt x="427407" y="2915980"/>
                  <a:pt x="313227" y="2874318"/>
                  <a:pt x="200589" y="2832658"/>
                </a:cubicBezTo>
                <a:cubicBezTo>
                  <a:pt x="134241" y="2807969"/>
                  <a:pt x="66349" y="2786366"/>
                  <a:pt x="0" y="2757051"/>
                </a:cubicBezTo>
                <a:cubicBezTo>
                  <a:pt x="0" y="2727733"/>
                  <a:pt x="0" y="2699960"/>
                  <a:pt x="0" y="2670642"/>
                </a:cubicBezTo>
                <a:cubicBezTo>
                  <a:pt x="4629" y="2619724"/>
                  <a:pt x="9259" y="2570349"/>
                  <a:pt x="13885" y="2519428"/>
                </a:cubicBezTo>
                <a:cubicBezTo>
                  <a:pt x="23146" y="2420678"/>
                  <a:pt x="37031" y="2321925"/>
                  <a:pt x="52461" y="2224718"/>
                </a:cubicBezTo>
                <a:cubicBezTo>
                  <a:pt x="57091" y="2192314"/>
                  <a:pt x="80236" y="2169168"/>
                  <a:pt x="114181" y="2162996"/>
                </a:cubicBezTo>
                <a:cubicBezTo>
                  <a:pt x="290081" y="2130594"/>
                  <a:pt x="464441" y="2099733"/>
                  <a:pt x="640344" y="2067332"/>
                </a:cubicBezTo>
                <a:cubicBezTo>
                  <a:pt x="677375" y="2061160"/>
                  <a:pt x="702064" y="2041100"/>
                  <a:pt x="717491" y="2007155"/>
                </a:cubicBezTo>
                <a:cubicBezTo>
                  <a:pt x="743723" y="1942350"/>
                  <a:pt x="771498" y="1877544"/>
                  <a:pt x="797727" y="1814281"/>
                </a:cubicBezTo>
                <a:cubicBezTo>
                  <a:pt x="814701" y="1774162"/>
                  <a:pt x="810072" y="1740217"/>
                  <a:pt x="783840" y="1704727"/>
                </a:cubicBezTo>
                <a:cubicBezTo>
                  <a:pt x="680461" y="1570486"/>
                  <a:pt x="578625" y="1434703"/>
                  <a:pt x="476785" y="1300462"/>
                </a:cubicBezTo>
                <a:cubicBezTo>
                  <a:pt x="450553" y="1264975"/>
                  <a:pt x="450553" y="1234114"/>
                  <a:pt x="478329" y="1200169"/>
                </a:cubicBezTo>
                <a:cubicBezTo>
                  <a:pt x="577078" y="1076730"/>
                  <a:pt x="675831" y="954831"/>
                  <a:pt x="776125" y="831392"/>
                </a:cubicBezTo>
                <a:cubicBezTo>
                  <a:pt x="808529" y="792819"/>
                  <a:pt x="834761" y="785103"/>
                  <a:pt x="881050" y="803617"/>
                </a:cubicBezTo>
                <a:cubicBezTo>
                  <a:pt x="1043065" y="871512"/>
                  <a:pt x="1205078" y="937860"/>
                  <a:pt x="1368636" y="1005749"/>
                </a:cubicBezTo>
                <a:cubicBezTo>
                  <a:pt x="1401037" y="1019637"/>
                  <a:pt x="1433439" y="1018094"/>
                  <a:pt x="1462757" y="998037"/>
                </a:cubicBezTo>
                <a:cubicBezTo>
                  <a:pt x="1515221" y="962546"/>
                  <a:pt x="1566139" y="927059"/>
                  <a:pt x="1617057" y="891569"/>
                </a:cubicBezTo>
                <a:cubicBezTo>
                  <a:pt x="1641743" y="874595"/>
                  <a:pt x="1654088" y="849909"/>
                  <a:pt x="1654088" y="819048"/>
                </a:cubicBezTo>
                <a:cubicBezTo>
                  <a:pt x="1654088" y="800531"/>
                  <a:pt x="1652548" y="782017"/>
                  <a:pt x="1651005" y="765044"/>
                </a:cubicBezTo>
                <a:cubicBezTo>
                  <a:pt x="1644832" y="684807"/>
                  <a:pt x="1638660" y="606114"/>
                  <a:pt x="1632488" y="525881"/>
                </a:cubicBezTo>
                <a:cubicBezTo>
                  <a:pt x="1626316" y="445644"/>
                  <a:pt x="1620143" y="366951"/>
                  <a:pt x="1613971" y="286715"/>
                </a:cubicBezTo>
                <a:cubicBezTo>
                  <a:pt x="1610885" y="249681"/>
                  <a:pt x="1629402" y="220366"/>
                  <a:pt x="1664889" y="208022"/>
                </a:cubicBezTo>
                <a:cubicBezTo>
                  <a:pt x="1823819" y="154017"/>
                  <a:pt x="1982748" y="100013"/>
                  <a:pt x="2141674" y="47552"/>
                </a:cubicBezTo>
                <a:cubicBezTo>
                  <a:pt x="2152476" y="44466"/>
                  <a:pt x="2161734" y="42923"/>
                  <a:pt x="2172535" y="42923"/>
                </a:cubicBezTo>
                <a:cubicBezTo>
                  <a:pt x="2201851" y="44466"/>
                  <a:pt x="2220367" y="62980"/>
                  <a:pt x="2237341" y="86126"/>
                </a:cubicBezTo>
                <a:cubicBezTo>
                  <a:pt x="2336091" y="229624"/>
                  <a:pt x="2436387" y="373123"/>
                  <a:pt x="2535137" y="516622"/>
                </a:cubicBezTo>
                <a:cubicBezTo>
                  <a:pt x="2558283" y="549024"/>
                  <a:pt x="2589145" y="564454"/>
                  <a:pt x="2627718" y="561368"/>
                </a:cubicBezTo>
                <a:cubicBezTo>
                  <a:pt x="2680179" y="556739"/>
                  <a:pt x="2734186" y="555196"/>
                  <a:pt x="2786647" y="555196"/>
                </a:cubicBezTo>
                <a:cubicBezTo>
                  <a:pt x="2808250" y="555196"/>
                  <a:pt x="2823681" y="547480"/>
                  <a:pt x="2836022" y="530507"/>
                </a:cubicBezTo>
                <a:cubicBezTo>
                  <a:pt x="2842195" y="522794"/>
                  <a:pt x="2848367" y="513536"/>
                  <a:pt x="2852996" y="505821"/>
                </a:cubicBezTo>
                <a:cubicBezTo>
                  <a:pt x="2879228" y="457986"/>
                  <a:pt x="2903914" y="410154"/>
                  <a:pt x="2930143" y="363865"/>
                </a:cubicBezTo>
                <a:cubicBezTo>
                  <a:pt x="2987237" y="255856"/>
                  <a:pt x="3045870" y="149388"/>
                  <a:pt x="3102960" y="41380"/>
                </a:cubicBezTo>
                <a:cubicBezTo>
                  <a:pt x="3116848" y="15919"/>
                  <a:pt x="3136811" y="1742"/>
                  <a:pt x="3162198" y="1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t">
            <a:noAutofit/>
          </a:bodyPr>
          <a:lstStyle>
            <a:lvl1pPr marL="0" indent="0" algn="ctr">
              <a:buFontTx/>
              <a:buNone/>
              <a:defRPr sz="165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668460" y="3103386"/>
            <a:ext cx="2598911" cy="16577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2" name="Rectangle 1"/>
          <p:cNvSpPr/>
          <p:nvPr userDrawn="1"/>
        </p:nvSpPr>
        <p:spPr>
          <a:xfrm>
            <a:off x="0" y="0"/>
            <a:ext cx="10080625" cy="31033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5" name="Rectangle 4"/>
          <p:cNvSpPr/>
          <p:nvPr userDrawn="1"/>
        </p:nvSpPr>
        <p:spPr>
          <a:xfrm>
            <a:off x="677292" y="1457015"/>
            <a:ext cx="2598911" cy="16463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3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746032" y="1557390"/>
            <a:ext cx="2443766" cy="310338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gradFill>
              <a:gsLst>
                <a:gs pos="0">
                  <a:schemeClr val="bg1">
                    <a:alpha val="59000"/>
                  </a:schemeClr>
                </a:gs>
                <a:gs pos="100000">
                  <a:schemeClr val="bg1">
                    <a:alpha val="17000"/>
                  </a:schemeClr>
                </a:gs>
              </a:gsLst>
              <a:lin ang="78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buNone/>
              <a:defRPr lang="ko-KR" altLang="en-US" sz="116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10080625" cy="317393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indent="0">
              <a:buNone/>
              <a:defRPr lang="ko-KR" altLang="en-US" sz="1325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algn="ctr"/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3150306"/>
            <a:ext cx="10080625" cy="25202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그림 개체 틀 121"/>
          <p:cNvSpPr>
            <a:spLocks noGrp="1"/>
          </p:cNvSpPr>
          <p:nvPr>
            <p:ph type="pic" sz="quarter" idx="65" hasCustomPrompt="1"/>
          </p:nvPr>
        </p:nvSpPr>
        <p:spPr>
          <a:xfrm>
            <a:off x="4270135" y="525575"/>
            <a:ext cx="5274957" cy="4619399"/>
          </a:xfrm>
          <a:custGeom>
            <a:avLst/>
            <a:gdLst>
              <a:gd name="connsiteX0" fmla="*/ 0 w 6379790"/>
              <a:gd name="connsiteY0" fmla="*/ 4788536 h 5586731"/>
              <a:gd name="connsiteX1" fmla="*/ 797474 w 6379790"/>
              <a:gd name="connsiteY1" fmla="*/ 4788536 h 5586731"/>
              <a:gd name="connsiteX2" fmla="*/ 797474 w 6379790"/>
              <a:gd name="connsiteY2" fmla="*/ 5586731 h 5586731"/>
              <a:gd name="connsiteX3" fmla="*/ 0 w 6379790"/>
              <a:gd name="connsiteY3" fmla="*/ 5586731 h 5586731"/>
              <a:gd name="connsiteX4" fmla="*/ 2392422 w 6379790"/>
              <a:gd name="connsiteY4" fmla="*/ 3990341 h 5586731"/>
              <a:gd name="connsiteX5" fmla="*/ 2392422 w 6379790"/>
              <a:gd name="connsiteY5" fmla="*/ 4788536 h 5586731"/>
              <a:gd name="connsiteX6" fmla="*/ 3189895 w 6379790"/>
              <a:gd name="connsiteY6" fmla="*/ 4788536 h 5586731"/>
              <a:gd name="connsiteX7" fmla="*/ 3189895 w 6379790"/>
              <a:gd name="connsiteY7" fmla="*/ 3990341 h 5586731"/>
              <a:gd name="connsiteX8" fmla="*/ 0 w 6379790"/>
              <a:gd name="connsiteY8" fmla="*/ 3192146 h 5586731"/>
              <a:gd name="connsiteX9" fmla="*/ 797474 w 6379790"/>
              <a:gd name="connsiteY9" fmla="*/ 3192146 h 5586731"/>
              <a:gd name="connsiteX10" fmla="*/ 797474 w 6379790"/>
              <a:gd name="connsiteY10" fmla="*/ 3990341 h 5586731"/>
              <a:gd name="connsiteX11" fmla="*/ 0 w 6379790"/>
              <a:gd name="connsiteY11" fmla="*/ 3990341 h 5586731"/>
              <a:gd name="connsiteX12" fmla="*/ 1594948 w 6379790"/>
              <a:gd name="connsiteY12" fmla="*/ 0 h 5586731"/>
              <a:gd name="connsiteX13" fmla="*/ 3189895 w 6379790"/>
              <a:gd name="connsiteY13" fmla="*/ 0 h 5586731"/>
              <a:gd name="connsiteX14" fmla="*/ 3189895 w 6379790"/>
              <a:gd name="connsiteY14" fmla="*/ 797563 h 5586731"/>
              <a:gd name="connsiteX15" fmla="*/ 3987369 w 6379790"/>
              <a:gd name="connsiteY15" fmla="*/ 797563 h 5586731"/>
              <a:gd name="connsiteX16" fmla="*/ 3987369 w 6379790"/>
              <a:gd name="connsiteY16" fmla="*/ 0 h 5586731"/>
              <a:gd name="connsiteX17" fmla="*/ 6379790 w 6379790"/>
              <a:gd name="connsiteY17" fmla="*/ 0 h 5586731"/>
              <a:gd name="connsiteX18" fmla="*/ 6379790 w 6379790"/>
              <a:gd name="connsiteY18" fmla="*/ 797561 h 5586731"/>
              <a:gd name="connsiteX19" fmla="*/ 6379790 w 6379790"/>
              <a:gd name="connsiteY19" fmla="*/ 797562 h 5586731"/>
              <a:gd name="connsiteX20" fmla="*/ 6379790 w 6379790"/>
              <a:gd name="connsiteY20" fmla="*/ 1595756 h 5586731"/>
              <a:gd name="connsiteX21" fmla="*/ 5582317 w 6379790"/>
              <a:gd name="connsiteY21" fmla="*/ 1595756 h 5586731"/>
              <a:gd name="connsiteX22" fmla="*/ 5582317 w 6379790"/>
              <a:gd name="connsiteY22" fmla="*/ 2393951 h 5586731"/>
              <a:gd name="connsiteX23" fmla="*/ 6379790 w 6379790"/>
              <a:gd name="connsiteY23" fmla="*/ 2393951 h 5586731"/>
              <a:gd name="connsiteX24" fmla="*/ 6379790 w 6379790"/>
              <a:gd name="connsiteY24" fmla="*/ 3192146 h 5586731"/>
              <a:gd name="connsiteX25" fmla="*/ 6379790 w 6379790"/>
              <a:gd name="connsiteY25" fmla="*/ 3990341 h 5586731"/>
              <a:gd name="connsiteX26" fmla="*/ 6379790 w 6379790"/>
              <a:gd name="connsiteY26" fmla="*/ 4788536 h 5586731"/>
              <a:gd name="connsiteX27" fmla="*/ 6379790 w 6379790"/>
              <a:gd name="connsiteY27" fmla="*/ 5586731 h 5586731"/>
              <a:gd name="connsiteX28" fmla="*/ 5582316 w 6379790"/>
              <a:gd name="connsiteY28" fmla="*/ 5586731 h 5586731"/>
              <a:gd name="connsiteX29" fmla="*/ 5582316 w 6379790"/>
              <a:gd name="connsiteY29" fmla="*/ 4788536 h 5586731"/>
              <a:gd name="connsiteX30" fmla="*/ 4784843 w 6379790"/>
              <a:gd name="connsiteY30" fmla="*/ 4788536 h 5586731"/>
              <a:gd name="connsiteX31" fmla="*/ 4784843 w 6379790"/>
              <a:gd name="connsiteY31" fmla="*/ 5586731 h 5586731"/>
              <a:gd name="connsiteX32" fmla="*/ 3987369 w 6379790"/>
              <a:gd name="connsiteY32" fmla="*/ 5586731 h 5586731"/>
              <a:gd name="connsiteX33" fmla="*/ 3189895 w 6379790"/>
              <a:gd name="connsiteY33" fmla="*/ 5586731 h 5586731"/>
              <a:gd name="connsiteX34" fmla="*/ 2392422 w 6379790"/>
              <a:gd name="connsiteY34" fmla="*/ 5586731 h 5586731"/>
              <a:gd name="connsiteX35" fmla="*/ 2392421 w 6379790"/>
              <a:gd name="connsiteY35" fmla="*/ 5586731 h 5586731"/>
              <a:gd name="connsiteX36" fmla="*/ 1594948 w 6379790"/>
              <a:gd name="connsiteY36" fmla="*/ 5586731 h 5586731"/>
              <a:gd name="connsiteX37" fmla="*/ 1594948 w 6379790"/>
              <a:gd name="connsiteY37" fmla="*/ 4788536 h 5586731"/>
              <a:gd name="connsiteX38" fmla="*/ 797474 w 6379790"/>
              <a:gd name="connsiteY38" fmla="*/ 4788536 h 5586731"/>
              <a:gd name="connsiteX39" fmla="*/ 797474 w 6379790"/>
              <a:gd name="connsiteY39" fmla="*/ 3990341 h 5586731"/>
              <a:gd name="connsiteX40" fmla="*/ 1594948 w 6379790"/>
              <a:gd name="connsiteY40" fmla="*/ 3990341 h 5586731"/>
              <a:gd name="connsiteX41" fmla="*/ 1594948 w 6379790"/>
              <a:gd name="connsiteY41" fmla="*/ 3192146 h 5586731"/>
              <a:gd name="connsiteX42" fmla="*/ 2392421 w 6379790"/>
              <a:gd name="connsiteY42" fmla="*/ 3192146 h 5586731"/>
              <a:gd name="connsiteX43" fmla="*/ 2392421 w 6379790"/>
              <a:gd name="connsiteY43" fmla="*/ 2393951 h 5586731"/>
              <a:gd name="connsiteX44" fmla="*/ 1594948 w 6379790"/>
              <a:gd name="connsiteY44" fmla="*/ 2393951 h 5586731"/>
              <a:gd name="connsiteX45" fmla="*/ 1594948 w 6379790"/>
              <a:gd name="connsiteY45" fmla="*/ 3192146 h 5586731"/>
              <a:gd name="connsiteX46" fmla="*/ 797474 w 6379790"/>
              <a:gd name="connsiteY46" fmla="*/ 3192146 h 5586731"/>
              <a:gd name="connsiteX47" fmla="*/ 797474 w 6379790"/>
              <a:gd name="connsiteY47" fmla="*/ 2393951 h 5586731"/>
              <a:gd name="connsiteX48" fmla="*/ 0 w 6379790"/>
              <a:gd name="connsiteY48" fmla="*/ 2393951 h 5586731"/>
              <a:gd name="connsiteX49" fmla="*/ 0 w 6379790"/>
              <a:gd name="connsiteY49" fmla="*/ 1595756 h 5586731"/>
              <a:gd name="connsiteX50" fmla="*/ 797474 w 6379790"/>
              <a:gd name="connsiteY50" fmla="*/ 1595756 h 5586731"/>
              <a:gd name="connsiteX51" fmla="*/ 797474 w 6379790"/>
              <a:gd name="connsiteY51" fmla="*/ 797565 h 5586731"/>
              <a:gd name="connsiteX52" fmla="*/ 1594948 w 6379790"/>
              <a:gd name="connsiteY52" fmla="*/ 797565 h 5586731"/>
              <a:gd name="connsiteX53" fmla="*/ 1594948 w 6379790"/>
              <a:gd name="connsiteY53" fmla="*/ 1595756 h 5586731"/>
              <a:gd name="connsiteX54" fmla="*/ 2392421 w 6379790"/>
              <a:gd name="connsiteY54" fmla="*/ 1595756 h 5586731"/>
              <a:gd name="connsiteX55" fmla="*/ 2392421 w 6379790"/>
              <a:gd name="connsiteY55" fmla="*/ 797565 h 5586731"/>
              <a:gd name="connsiteX56" fmla="*/ 1594948 w 6379790"/>
              <a:gd name="connsiteY56" fmla="*/ 797565 h 5586731"/>
              <a:gd name="connsiteX57" fmla="*/ 0 w 6379790"/>
              <a:gd name="connsiteY57" fmla="*/ 0 h 5586731"/>
              <a:gd name="connsiteX58" fmla="*/ 797474 w 6379790"/>
              <a:gd name="connsiteY58" fmla="*/ 0 h 5586731"/>
              <a:gd name="connsiteX59" fmla="*/ 797474 w 6379790"/>
              <a:gd name="connsiteY59" fmla="*/ 797565 h 5586731"/>
              <a:gd name="connsiteX60" fmla="*/ 0 w 6379790"/>
              <a:gd name="connsiteY60" fmla="*/ 797565 h 5586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6379790" h="5586731">
                <a:moveTo>
                  <a:pt x="0" y="4788536"/>
                </a:moveTo>
                <a:lnTo>
                  <a:pt x="797474" y="4788536"/>
                </a:lnTo>
                <a:lnTo>
                  <a:pt x="797474" y="5586731"/>
                </a:lnTo>
                <a:lnTo>
                  <a:pt x="0" y="5586731"/>
                </a:lnTo>
                <a:close/>
                <a:moveTo>
                  <a:pt x="2392422" y="3990341"/>
                </a:moveTo>
                <a:lnTo>
                  <a:pt x="2392422" y="4788536"/>
                </a:lnTo>
                <a:lnTo>
                  <a:pt x="3189895" y="4788536"/>
                </a:lnTo>
                <a:lnTo>
                  <a:pt x="3189895" y="3990341"/>
                </a:lnTo>
                <a:close/>
                <a:moveTo>
                  <a:pt x="0" y="3192146"/>
                </a:moveTo>
                <a:lnTo>
                  <a:pt x="797474" y="3192146"/>
                </a:lnTo>
                <a:lnTo>
                  <a:pt x="797474" y="3990341"/>
                </a:lnTo>
                <a:lnTo>
                  <a:pt x="0" y="3990341"/>
                </a:lnTo>
                <a:close/>
                <a:moveTo>
                  <a:pt x="1594948" y="0"/>
                </a:moveTo>
                <a:lnTo>
                  <a:pt x="3189895" y="0"/>
                </a:lnTo>
                <a:lnTo>
                  <a:pt x="3189895" y="797563"/>
                </a:lnTo>
                <a:lnTo>
                  <a:pt x="3987369" y="797563"/>
                </a:lnTo>
                <a:lnTo>
                  <a:pt x="3987369" y="0"/>
                </a:lnTo>
                <a:lnTo>
                  <a:pt x="6379790" y="0"/>
                </a:lnTo>
                <a:lnTo>
                  <a:pt x="6379790" y="797561"/>
                </a:lnTo>
                <a:lnTo>
                  <a:pt x="6379790" y="797562"/>
                </a:lnTo>
                <a:lnTo>
                  <a:pt x="6379790" y="1595756"/>
                </a:lnTo>
                <a:lnTo>
                  <a:pt x="5582317" y="1595756"/>
                </a:lnTo>
                <a:lnTo>
                  <a:pt x="5582317" y="2393951"/>
                </a:lnTo>
                <a:lnTo>
                  <a:pt x="6379790" y="2393951"/>
                </a:lnTo>
                <a:lnTo>
                  <a:pt x="6379790" y="3192146"/>
                </a:lnTo>
                <a:lnTo>
                  <a:pt x="6379790" y="3990341"/>
                </a:lnTo>
                <a:lnTo>
                  <a:pt x="6379790" y="4788536"/>
                </a:lnTo>
                <a:lnTo>
                  <a:pt x="6379790" y="5586731"/>
                </a:lnTo>
                <a:lnTo>
                  <a:pt x="5582316" y="5586731"/>
                </a:lnTo>
                <a:lnTo>
                  <a:pt x="5582316" y="4788536"/>
                </a:lnTo>
                <a:lnTo>
                  <a:pt x="4784843" y="4788536"/>
                </a:lnTo>
                <a:lnTo>
                  <a:pt x="4784843" y="5586731"/>
                </a:lnTo>
                <a:lnTo>
                  <a:pt x="3987369" y="5586731"/>
                </a:lnTo>
                <a:lnTo>
                  <a:pt x="3189895" y="5586731"/>
                </a:lnTo>
                <a:lnTo>
                  <a:pt x="2392422" y="5586731"/>
                </a:lnTo>
                <a:lnTo>
                  <a:pt x="2392421" y="5586731"/>
                </a:lnTo>
                <a:lnTo>
                  <a:pt x="1594948" y="5586731"/>
                </a:lnTo>
                <a:lnTo>
                  <a:pt x="1594948" y="4788536"/>
                </a:lnTo>
                <a:lnTo>
                  <a:pt x="797474" y="4788536"/>
                </a:lnTo>
                <a:lnTo>
                  <a:pt x="797474" y="3990341"/>
                </a:lnTo>
                <a:lnTo>
                  <a:pt x="1594948" y="3990341"/>
                </a:lnTo>
                <a:lnTo>
                  <a:pt x="1594948" y="3192146"/>
                </a:lnTo>
                <a:lnTo>
                  <a:pt x="2392421" y="3192146"/>
                </a:lnTo>
                <a:lnTo>
                  <a:pt x="2392421" y="2393951"/>
                </a:lnTo>
                <a:lnTo>
                  <a:pt x="1594948" y="2393951"/>
                </a:lnTo>
                <a:lnTo>
                  <a:pt x="1594948" y="3192146"/>
                </a:lnTo>
                <a:lnTo>
                  <a:pt x="797474" y="3192146"/>
                </a:lnTo>
                <a:lnTo>
                  <a:pt x="797474" y="2393951"/>
                </a:lnTo>
                <a:lnTo>
                  <a:pt x="0" y="2393951"/>
                </a:lnTo>
                <a:lnTo>
                  <a:pt x="0" y="1595756"/>
                </a:lnTo>
                <a:lnTo>
                  <a:pt x="797474" y="1595756"/>
                </a:lnTo>
                <a:lnTo>
                  <a:pt x="797474" y="797565"/>
                </a:lnTo>
                <a:lnTo>
                  <a:pt x="1594948" y="797565"/>
                </a:lnTo>
                <a:lnTo>
                  <a:pt x="1594948" y="1595756"/>
                </a:lnTo>
                <a:lnTo>
                  <a:pt x="2392421" y="1595756"/>
                </a:lnTo>
                <a:lnTo>
                  <a:pt x="2392421" y="797565"/>
                </a:lnTo>
                <a:lnTo>
                  <a:pt x="1594948" y="797565"/>
                </a:lnTo>
                <a:close/>
                <a:moveTo>
                  <a:pt x="0" y="0"/>
                </a:moveTo>
                <a:lnTo>
                  <a:pt x="797474" y="0"/>
                </a:lnTo>
                <a:lnTo>
                  <a:pt x="797474" y="797565"/>
                </a:lnTo>
                <a:lnTo>
                  <a:pt x="0" y="79756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325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Place Your Picture Here and send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8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defRPr sz="1985"/>
            </a:lvl1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/>
          <p:cNvSpPr>
            <a:spLocks noGrp="1"/>
          </p:cNvSpPr>
          <p:nvPr>
            <p:ph type="pic" sz="quarter" idx="65" hasCustomPrompt="1"/>
          </p:nvPr>
        </p:nvSpPr>
        <p:spPr>
          <a:xfrm>
            <a:off x="4962588" y="549978"/>
            <a:ext cx="4724704" cy="4858955"/>
          </a:xfrm>
          <a:custGeom>
            <a:avLst/>
            <a:gdLst>
              <a:gd name="connsiteX0" fmla="*/ 4336617 w 5408405"/>
              <a:gd name="connsiteY0" fmla="*/ 2979311 h 5561888"/>
              <a:gd name="connsiteX1" fmla="*/ 4337062 w 5408405"/>
              <a:gd name="connsiteY1" fmla="*/ 2980996 h 5561888"/>
              <a:gd name="connsiteX2" fmla="*/ 4335592 w 5408405"/>
              <a:gd name="connsiteY2" fmla="*/ 2981017 h 5561888"/>
              <a:gd name="connsiteX3" fmla="*/ 1888921 w 5408405"/>
              <a:gd name="connsiteY3" fmla="*/ 2261506 h 5561888"/>
              <a:gd name="connsiteX4" fmla="*/ 1889365 w 5408405"/>
              <a:gd name="connsiteY4" fmla="*/ 2263191 h 5561888"/>
              <a:gd name="connsiteX5" fmla="*/ 1887895 w 5408405"/>
              <a:gd name="connsiteY5" fmla="*/ 2263212 h 5561888"/>
              <a:gd name="connsiteX6" fmla="*/ 3291650 w 5408405"/>
              <a:gd name="connsiteY6" fmla="*/ 1876983 h 5561888"/>
              <a:gd name="connsiteX7" fmla="*/ 2384076 w 5408405"/>
              <a:gd name="connsiteY7" fmla="*/ 3290419 h 5561888"/>
              <a:gd name="connsiteX8" fmla="*/ 3291650 w 5408405"/>
              <a:gd name="connsiteY8" fmla="*/ 3290419 h 5561888"/>
              <a:gd name="connsiteX9" fmla="*/ 4585316 w 5408405"/>
              <a:gd name="connsiteY9" fmla="*/ 91 h 5561888"/>
              <a:gd name="connsiteX10" fmla="*/ 4597631 w 5408405"/>
              <a:gd name="connsiteY10" fmla="*/ 4688 h 5561888"/>
              <a:gd name="connsiteX11" fmla="*/ 4597631 w 5408405"/>
              <a:gd name="connsiteY11" fmla="*/ 129174 h 5561888"/>
              <a:gd name="connsiteX12" fmla="*/ 4718305 w 5408405"/>
              <a:gd name="connsiteY12" fmla="*/ 117857 h 5561888"/>
              <a:gd name="connsiteX13" fmla="*/ 4838978 w 5408405"/>
              <a:gd name="connsiteY13" fmla="*/ 114085 h 5561888"/>
              <a:gd name="connsiteX14" fmla="*/ 4827665 w 5408405"/>
              <a:gd name="connsiteY14" fmla="*/ 166897 h 5561888"/>
              <a:gd name="connsiteX15" fmla="*/ 4895544 w 5408405"/>
              <a:gd name="connsiteY15" fmla="*/ 246116 h 5561888"/>
              <a:gd name="connsiteX16" fmla="*/ 5001133 w 5408405"/>
              <a:gd name="connsiteY16" fmla="*/ 193303 h 5561888"/>
              <a:gd name="connsiteX17" fmla="*/ 5061469 w 5408405"/>
              <a:gd name="connsiteY17" fmla="*/ 129174 h 5561888"/>
              <a:gd name="connsiteX18" fmla="*/ 5102951 w 5408405"/>
              <a:gd name="connsiteY18" fmla="*/ 136719 h 5561888"/>
              <a:gd name="connsiteX19" fmla="*/ 5110493 w 5408405"/>
              <a:gd name="connsiteY19" fmla="*/ 170670 h 5561888"/>
              <a:gd name="connsiteX20" fmla="*/ 5053927 w 5408405"/>
              <a:gd name="connsiteY20" fmla="*/ 246116 h 5561888"/>
              <a:gd name="connsiteX21" fmla="*/ 4978506 w 5408405"/>
              <a:gd name="connsiteY21" fmla="*/ 295156 h 5561888"/>
              <a:gd name="connsiteX22" fmla="*/ 4959651 w 5408405"/>
              <a:gd name="connsiteY22" fmla="*/ 347968 h 5561888"/>
              <a:gd name="connsiteX23" fmla="*/ 5019988 w 5408405"/>
              <a:gd name="connsiteY23" fmla="*/ 517722 h 5561888"/>
              <a:gd name="connsiteX24" fmla="*/ 5072782 w 5408405"/>
              <a:gd name="connsiteY24" fmla="*/ 562989 h 5561888"/>
              <a:gd name="connsiteX25" fmla="*/ 5151974 w 5408405"/>
              <a:gd name="connsiteY25" fmla="*/ 574306 h 5561888"/>
              <a:gd name="connsiteX26" fmla="*/ 5174600 w 5408405"/>
              <a:gd name="connsiteY26" fmla="*/ 638435 h 5561888"/>
              <a:gd name="connsiteX27" fmla="*/ 5125577 w 5408405"/>
              <a:gd name="connsiteY27" fmla="*/ 706337 h 5561888"/>
              <a:gd name="connsiteX28" fmla="*/ 5084096 w 5408405"/>
              <a:gd name="connsiteY28" fmla="*/ 845912 h 5561888"/>
              <a:gd name="connsiteX29" fmla="*/ 5148203 w 5408405"/>
              <a:gd name="connsiteY29" fmla="*/ 921358 h 5561888"/>
              <a:gd name="connsiteX30" fmla="*/ 5231166 w 5408405"/>
              <a:gd name="connsiteY30" fmla="*/ 943992 h 5561888"/>
              <a:gd name="connsiteX31" fmla="*/ 5174600 w 5408405"/>
              <a:gd name="connsiteY31" fmla="*/ 1008121 h 5561888"/>
              <a:gd name="connsiteX32" fmla="*/ 5261334 w 5408405"/>
              <a:gd name="connsiteY32" fmla="*/ 1045844 h 5561888"/>
              <a:gd name="connsiteX33" fmla="*/ 5393321 w 5408405"/>
              <a:gd name="connsiteY33" fmla="*/ 1102429 h 5561888"/>
              <a:gd name="connsiteX34" fmla="*/ 5408405 w 5408405"/>
              <a:gd name="connsiteY34" fmla="*/ 1109973 h 5561888"/>
              <a:gd name="connsiteX35" fmla="*/ 5351839 w 5408405"/>
              <a:gd name="connsiteY35" fmla="*/ 1140152 h 5561888"/>
              <a:gd name="connsiteX36" fmla="*/ 5351839 w 5408405"/>
              <a:gd name="connsiteY36" fmla="*/ 1155241 h 5561888"/>
              <a:gd name="connsiteX37" fmla="*/ 5325442 w 5408405"/>
              <a:gd name="connsiteY37" fmla="*/ 1396668 h 5561888"/>
              <a:gd name="connsiteX38" fmla="*/ 5332984 w 5408405"/>
              <a:gd name="connsiteY38" fmla="*/ 1453253 h 5561888"/>
              <a:gd name="connsiteX39" fmla="*/ 5317900 w 5408405"/>
              <a:gd name="connsiteY39" fmla="*/ 1494748 h 5561888"/>
              <a:gd name="connsiteX40" fmla="*/ 5272648 w 5408405"/>
              <a:gd name="connsiteY40" fmla="*/ 1494748 h 5561888"/>
              <a:gd name="connsiteX41" fmla="*/ 5204769 w 5408405"/>
              <a:gd name="connsiteY41" fmla="*/ 1509837 h 5561888"/>
              <a:gd name="connsiteX42" fmla="*/ 5185914 w 5408405"/>
              <a:gd name="connsiteY42" fmla="*/ 1566422 h 5561888"/>
              <a:gd name="connsiteX43" fmla="*/ 5076554 w 5408405"/>
              <a:gd name="connsiteY43" fmla="*/ 1713542 h 5561888"/>
              <a:gd name="connsiteX44" fmla="*/ 5050156 w 5408405"/>
              <a:gd name="connsiteY44" fmla="*/ 1721086 h 5561888"/>
              <a:gd name="connsiteX45" fmla="*/ 4899314 w 5408405"/>
              <a:gd name="connsiteY45" fmla="*/ 1721086 h 5561888"/>
              <a:gd name="connsiteX46" fmla="*/ 4929483 w 5408405"/>
              <a:gd name="connsiteY46" fmla="*/ 1845572 h 5561888"/>
              <a:gd name="connsiteX47" fmla="*/ 4842749 w 5408405"/>
              <a:gd name="connsiteY47" fmla="*/ 1777671 h 5561888"/>
              <a:gd name="connsiteX48" fmla="*/ 4706992 w 5408405"/>
              <a:gd name="connsiteY48" fmla="*/ 1743720 h 5561888"/>
              <a:gd name="connsiteX49" fmla="*/ 4642884 w 5408405"/>
              <a:gd name="connsiteY49" fmla="*/ 1853117 h 5561888"/>
              <a:gd name="connsiteX50" fmla="*/ 4548608 w 5408405"/>
              <a:gd name="connsiteY50" fmla="*/ 1909701 h 5561888"/>
              <a:gd name="connsiteX51" fmla="*/ 4484500 w 5408405"/>
              <a:gd name="connsiteY51" fmla="*/ 1932335 h 5561888"/>
              <a:gd name="connsiteX52" fmla="*/ 4378911 w 5408405"/>
              <a:gd name="connsiteY52" fmla="*/ 1996464 h 5561888"/>
              <a:gd name="connsiteX53" fmla="*/ 4344972 w 5408405"/>
              <a:gd name="connsiteY53" fmla="*/ 2026643 h 5561888"/>
              <a:gd name="connsiteX54" fmla="*/ 4360056 w 5408405"/>
              <a:gd name="connsiteY54" fmla="*/ 2120951 h 5561888"/>
              <a:gd name="connsiteX55" fmla="*/ 4356285 w 5408405"/>
              <a:gd name="connsiteY55" fmla="*/ 2249209 h 5561888"/>
              <a:gd name="connsiteX56" fmla="*/ 4311032 w 5408405"/>
              <a:gd name="connsiteY56" fmla="*/ 2249209 h 5561888"/>
              <a:gd name="connsiteX57" fmla="*/ 4311032 w 5408405"/>
              <a:gd name="connsiteY57" fmla="*/ 2166218 h 5561888"/>
              <a:gd name="connsiteX58" fmla="*/ 4307261 w 5408405"/>
              <a:gd name="connsiteY58" fmla="*/ 2102089 h 5561888"/>
              <a:gd name="connsiteX59" fmla="*/ 4293453 w 5408405"/>
              <a:gd name="connsiteY59" fmla="*/ 2062720 h 5561888"/>
              <a:gd name="connsiteX60" fmla="*/ 4293453 w 5408405"/>
              <a:gd name="connsiteY60" fmla="*/ 2298718 h 5561888"/>
              <a:gd name="connsiteX61" fmla="*/ 4314960 w 5408405"/>
              <a:gd name="connsiteY61" fmla="*/ 2298021 h 5561888"/>
              <a:gd name="connsiteX62" fmla="*/ 4334595 w 5408405"/>
              <a:gd name="connsiteY62" fmla="*/ 2281553 h 5561888"/>
              <a:gd name="connsiteX63" fmla="*/ 4344746 w 5408405"/>
              <a:gd name="connsiteY63" fmla="*/ 2279636 h 5561888"/>
              <a:gd name="connsiteX64" fmla="*/ 4402848 w 5408405"/>
              <a:gd name="connsiteY64" fmla="*/ 2284326 h 5561888"/>
              <a:gd name="connsiteX65" fmla="*/ 4473289 w 5408405"/>
              <a:gd name="connsiteY65" fmla="*/ 2321185 h 5561888"/>
              <a:gd name="connsiteX66" fmla="*/ 4499740 w 5408405"/>
              <a:gd name="connsiteY66" fmla="*/ 2331640 h 5561888"/>
              <a:gd name="connsiteX67" fmla="*/ 4524595 w 5408405"/>
              <a:gd name="connsiteY67" fmla="*/ 2359469 h 5561888"/>
              <a:gd name="connsiteX68" fmla="*/ 4544622 w 5408405"/>
              <a:gd name="connsiteY68" fmla="*/ 2383765 h 5561888"/>
              <a:gd name="connsiteX69" fmla="*/ 4554292 w 5408405"/>
              <a:gd name="connsiteY69" fmla="*/ 2392027 h 5561888"/>
              <a:gd name="connsiteX70" fmla="*/ 4560549 w 5408405"/>
              <a:gd name="connsiteY70" fmla="*/ 2467954 h 5561888"/>
              <a:gd name="connsiteX71" fmla="*/ 4547398 w 5408405"/>
              <a:gd name="connsiteY71" fmla="*/ 2521373 h 5561888"/>
              <a:gd name="connsiteX72" fmla="*/ 4555843 w 5408405"/>
              <a:gd name="connsiteY72" fmla="*/ 2579321 h 5561888"/>
              <a:gd name="connsiteX73" fmla="*/ 4566049 w 5408405"/>
              <a:gd name="connsiteY73" fmla="*/ 2582191 h 5561888"/>
              <a:gd name="connsiteX74" fmla="*/ 4643312 w 5408405"/>
              <a:gd name="connsiteY74" fmla="*/ 2587849 h 5561888"/>
              <a:gd name="connsiteX75" fmla="*/ 4657728 w 5408405"/>
              <a:gd name="connsiteY75" fmla="*/ 2592463 h 5561888"/>
              <a:gd name="connsiteX76" fmla="*/ 4692721 w 5408405"/>
              <a:gd name="connsiteY76" fmla="*/ 2617179 h 5561888"/>
              <a:gd name="connsiteX77" fmla="*/ 4736105 w 5408405"/>
              <a:gd name="connsiteY77" fmla="*/ 2642990 h 5561888"/>
              <a:gd name="connsiteX78" fmla="*/ 4750038 w 5408405"/>
              <a:gd name="connsiteY78" fmla="*/ 2657785 h 5561888"/>
              <a:gd name="connsiteX79" fmla="*/ 4796763 w 5408405"/>
              <a:gd name="connsiteY79" fmla="*/ 2766142 h 5561888"/>
              <a:gd name="connsiteX80" fmla="*/ 4795690 w 5408405"/>
              <a:gd name="connsiteY80" fmla="*/ 2776927 h 5561888"/>
              <a:gd name="connsiteX81" fmla="*/ 4777160 w 5408405"/>
              <a:gd name="connsiteY81" fmla="*/ 2831008 h 5561888"/>
              <a:gd name="connsiteX82" fmla="*/ 4766623 w 5408405"/>
              <a:gd name="connsiteY82" fmla="*/ 2851481 h 5561888"/>
              <a:gd name="connsiteX83" fmla="*/ 4746650 w 5408405"/>
              <a:gd name="connsiteY83" fmla="*/ 2884036 h 5561888"/>
              <a:gd name="connsiteX84" fmla="*/ 4744682 w 5408405"/>
              <a:gd name="connsiteY84" fmla="*/ 2921163 h 5561888"/>
              <a:gd name="connsiteX85" fmla="*/ 4739063 w 5408405"/>
              <a:gd name="connsiteY85" fmla="*/ 2933424 h 5561888"/>
              <a:gd name="connsiteX86" fmla="*/ 4725645 w 5408405"/>
              <a:gd name="connsiteY86" fmla="*/ 2930966 h 5561888"/>
              <a:gd name="connsiteX87" fmla="*/ 4716608 w 5408405"/>
              <a:gd name="connsiteY87" fmla="*/ 2925688 h 5561888"/>
              <a:gd name="connsiteX88" fmla="*/ 4702811 w 5408405"/>
              <a:gd name="connsiteY88" fmla="*/ 2922861 h 5561888"/>
              <a:gd name="connsiteX89" fmla="*/ 4700569 w 5408405"/>
              <a:gd name="connsiteY89" fmla="*/ 2936054 h 5561888"/>
              <a:gd name="connsiteX90" fmla="*/ 4679798 w 5408405"/>
              <a:gd name="connsiteY90" fmla="*/ 2951264 h 5561888"/>
              <a:gd name="connsiteX91" fmla="*/ 4668381 w 5408405"/>
              <a:gd name="connsiteY91" fmla="*/ 2947211 h 5561888"/>
              <a:gd name="connsiteX92" fmla="*/ 4653498 w 5408405"/>
              <a:gd name="connsiteY92" fmla="*/ 2953973 h 5561888"/>
              <a:gd name="connsiteX93" fmla="*/ 4659646 w 5408405"/>
              <a:gd name="connsiteY93" fmla="*/ 2968262 h 5561888"/>
              <a:gd name="connsiteX94" fmla="*/ 4669796 w 5408405"/>
              <a:gd name="connsiteY94" fmla="*/ 2976183 h 5561888"/>
              <a:gd name="connsiteX95" fmla="*/ 4576498 w 5408405"/>
              <a:gd name="connsiteY95" fmla="*/ 2977532 h 5561888"/>
              <a:gd name="connsiteX96" fmla="*/ 4575299 w 5408405"/>
              <a:gd name="connsiteY96" fmla="*/ 2971067 h 5561888"/>
              <a:gd name="connsiteX97" fmla="*/ 4558476 w 5408405"/>
              <a:gd name="connsiteY97" fmla="*/ 2965284 h 5561888"/>
              <a:gd name="connsiteX98" fmla="*/ 4542988 w 5408405"/>
              <a:gd name="connsiteY98" fmla="*/ 2971454 h 5561888"/>
              <a:gd name="connsiteX99" fmla="*/ 4521364 w 5408405"/>
              <a:gd name="connsiteY99" fmla="*/ 2964532 h 5561888"/>
              <a:gd name="connsiteX100" fmla="*/ 4451694 w 5408405"/>
              <a:gd name="connsiteY100" fmla="*/ 2942625 h 5561888"/>
              <a:gd name="connsiteX101" fmla="*/ 4436756 w 5408405"/>
              <a:gd name="connsiteY101" fmla="*/ 2944599 h 5561888"/>
              <a:gd name="connsiteX102" fmla="*/ 4440731 w 5408405"/>
              <a:gd name="connsiteY102" fmla="*/ 2926000 h 5561888"/>
              <a:gd name="connsiteX103" fmla="*/ 4442506 w 5408405"/>
              <a:gd name="connsiteY103" fmla="*/ 2924183 h 5561888"/>
              <a:gd name="connsiteX104" fmla="*/ 4433167 w 5408405"/>
              <a:gd name="connsiteY104" fmla="*/ 2892578 h 5561888"/>
              <a:gd name="connsiteX105" fmla="*/ 4405904 w 5408405"/>
              <a:gd name="connsiteY105" fmla="*/ 2863581 h 5561888"/>
              <a:gd name="connsiteX106" fmla="*/ 4376015 w 5408405"/>
              <a:gd name="connsiteY106" fmla="*/ 2814268 h 5561888"/>
              <a:gd name="connsiteX107" fmla="*/ 4373993 w 5408405"/>
              <a:gd name="connsiteY107" fmla="*/ 2794544 h 5561888"/>
              <a:gd name="connsiteX108" fmla="*/ 4366773 w 5408405"/>
              <a:gd name="connsiteY108" fmla="*/ 2738976 h 5561888"/>
              <a:gd name="connsiteX109" fmla="*/ 4375522 w 5408405"/>
              <a:gd name="connsiteY109" fmla="*/ 2719122 h 5561888"/>
              <a:gd name="connsiteX110" fmla="*/ 4416528 w 5408405"/>
              <a:gd name="connsiteY110" fmla="*/ 2642030 h 5561888"/>
              <a:gd name="connsiteX111" fmla="*/ 4403213 w 5408405"/>
              <a:gd name="connsiteY111" fmla="*/ 2629024 h 5561888"/>
              <a:gd name="connsiteX112" fmla="*/ 4386019 w 5408405"/>
              <a:gd name="connsiteY112" fmla="*/ 2642994 h 5561888"/>
              <a:gd name="connsiteX113" fmla="*/ 4382635 w 5408405"/>
              <a:gd name="connsiteY113" fmla="*/ 2660988 h 5561888"/>
              <a:gd name="connsiteX114" fmla="*/ 4373789 w 5408405"/>
              <a:gd name="connsiteY114" fmla="*/ 2672465 h 5561888"/>
              <a:gd name="connsiteX115" fmla="*/ 4364670 w 5408405"/>
              <a:gd name="connsiteY115" fmla="*/ 2660006 h 5561888"/>
              <a:gd name="connsiteX116" fmla="*/ 4365083 w 5408405"/>
              <a:gd name="connsiteY116" fmla="*/ 2643843 h 5561888"/>
              <a:gd name="connsiteX117" fmla="*/ 4349279 w 5408405"/>
              <a:gd name="connsiteY117" fmla="*/ 2622489 h 5561888"/>
              <a:gd name="connsiteX118" fmla="*/ 4336940 w 5408405"/>
              <a:gd name="connsiteY118" fmla="*/ 2642385 h 5561888"/>
              <a:gd name="connsiteX119" fmla="*/ 4334807 w 5408405"/>
              <a:gd name="connsiteY119" fmla="*/ 2665152 h 5561888"/>
              <a:gd name="connsiteX120" fmla="*/ 4315109 w 5408405"/>
              <a:gd name="connsiteY120" fmla="*/ 2669577 h 5561888"/>
              <a:gd name="connsiteX121" fmla="*/ 4293624 w 5408405"/>
              <a:gd name="connsiteY121" fmla="*/ 2622557 h 5561888"/>
              <a:gd name="connsiteX122" fmla="*/ 4293453 w 5408405"/>
              <a:gd name="connsiteY122" fmla="*/ 2622155 h 5561888"/>
              <a:gd name="connsiteX123" fmla="*/ 4293453 w 5408405"/>
              <a:gd name="connsiteY123" fmla="*/ 3290419 h 5561888"/>
              <a:gd name="connsiteX124" fmla="*/ 4819151 w 5408405"/>
              <a:gd name="connsiteY124" fmla="*/ 3290419 h 5561888"/>
              <a:gd name="connsiteX125" fmla="*/ 4618033 w 5408405"/>
              <a:gd name="connsiteY125" fmla="*/ 3783581 h 5561888"/>
              <a:gd name="connsiteX126" fmla="*/ 4631595 w 5408405"/>
              <a:gd name="connsiteY126" fmla="*/ 3794382 h 5561888"/>
              <a:gd name="connsiteX127" fmla="*/ 4653185 w 5408405"/>
              <a:gd name="connsiteY127" fmla="*/ 3834503 h 5561888"/>
              <a:gd name="connsiteX128" fmla="*/ 4695406 w 5408405"/>
              <a:gd name="connsiteY128" fmla="*/ 3937672 h 5561888"/>
              <a:gd name="connsiteX129" fmla="*/ 4749142 w 5408405"/>
              <a:gd name="connsiteY129" fmla="*/ 4037020 h 5561888"/>
              <a:gd name="connsiteX130" fmla="*/ 4833584 w 5408405"/>
              <a:gd name="connsiteY130" fmla="*/ 4121084 h 5561888"/>
              <a:gd name="connsiteX131" fmla="*/ 4833584 w 5408405"/>
              <a:gd name="connsiteY131" fmla="*/ 4258643 h 5561888"/>
              <a:gd name="connsiteX132" fmla="*/ 4787525 w 5408405"/>
              <a:gd name="connsiteY132" fmla="*/ 4312138 h 5561888"/>
              <a:gd name="connsiteX133" fmla="*/ 4703083 w 5408405"/>
              <a:gd name="connsiteY133" fmla="*/ 4365633 h 5561888"/>
              <a:gd name="connsiteX134" fmla="*/ 4603288 w 5408405"/>
              <a:gd name="connsiteY134" fmla="*/ 4380917 h 5561888"/>
              <a:gd name="connsiteX135" fmla="*/ 4488139 w 5408405"/>
              <a:gd name="connsiteY135" fmla="*/ 4273927 h 5561888"/>
              <a:gd name="connsiteX136" fmla="*/ 4465110 w 5408405"/>
              <a:gd name="connsiteY136" fmla="*/ 4231895 h 5561888"/>
              <a:gd name="connsiteX137" fmla="*/ 4463971 w 5408405"/>
              <a:gd name="connsiteY137" fmla="*/ 4193386 h 5561888"/>
              <a:gd name="connsiteX138" fmla="*/ 4454229 w 5408405"/>
              <a:gd name="connsiteY138" fmla="*/ 4178157 h 5561888"/>
              <a:gd name="connsiteX139" fmla="*/ 4293453 w 5408405"/>
              <a:gd name="connsiteY139" fmla="*/ 4178157 h 5561888"/>
              <a:gd name="connsiteX140" fmla="*/ 4293453 w 5408405"/>
              <a:gd name="connsiteY140" fmla="*/ 4857600 h 5561888"/>
              <a:gd name="connsiteX141" fmla="*/ 3291650 w 5408405"/>
              <a:gd name="connsiteY141" fmla="*/ 4857600 h 5561888"/>
              <a:gd name="connsiteX142" fmla="*/ 3291650 w 5408405"/>
              <a:gd name="connsiteY142" fmla="*/ 4178157 h 5561888"/>
              <a:gd name="connsiteX143" fmla="*/ 2897583 w 5408405"/>
              <a:gd name="connsiteY143" fmla="*/ 4178157 h 5561888"/>
              <a:gd name="connsiteX144" fmla="*/ 2899933 w 5408405"/>
              <a:gd name="connsiteY144" fmla="*/ 4187858 h 5561888"/>
              <a:gd name="connsiteX145" fmla="*/ 2922554 w 5408405"/>
              <a:gd name="connsiteY145" fmla="*/ 4233043 h 5561888"/>
              <a:gd name="connsiteX146" fmla="*/ 2922554 w 5408405"/>
              <a:gd name="connsiteY146" fmla="*/ 4255635 h 5561888"/>
              <a:gd name="connsiteX147" fmla="*/ 2903703 w 5408405"/>
              <a:gd name="connsiteY147" fmla="*/ 4306468 h 5561888"/>
              <a:gd name="connsiteX148" fmla="*/ 2877312 w 5408405"/>
              <a:gd name="connsiteY148" fmla="*/ 4389306 h 5561888"/>
              <a:gd name="connsiteX149" fmla="*/ 2854690 w 5408405"/>
              <a:gd name="connsiteY149" fmla="*/ 4419429 h 5561888"/>
              <a:gd name="connsiteX150" fmla="*/ 2818873 w 5408405"/>
              <a:gd name="connsiteY150" fmla="*/ 4449552 h 5561888"/>
              <a:gd name="connsiteX151" fmla="*/ 2786827 w 5408405"/>
              <a:gd name="connsiteY151" fmla="*/ 4466497 h 5561888"/>
              <a:gd name="connsiteX152" fmla="*/ 2668065 w 5408405"/>
              <a:gd name="connsiteY152" fmla="*/ 4492854 h 5561888"/>
              <a:gd name="connsiteX153" fmla="*/ 2607742 w 5408405"/>
              <a:gd name="connsiteY153" fmla="*/ 4490972 h 5561888"/>
              <a:gd name="connsiteX154" fmla="*/ 2513486 w 5408405"/>
              <a:gd name="connsiteY154" fmla="*/ 4417547 h 5561888"/>
              <a:gd name="connsiteX155" fmla="*/ 2507831 w 5408405"/>
              <a:gd name="connsiteY155" fmla="*/ 4372362 h 5561888"/>
              <a:gd name="connsiteX156" fmla="*/ 2505946 w 5408405"/>
              <a:gd name="connsiteY156" fmla="*/ 4353535 h 5561888"/>
              <a:gd name="connsiteX157" fmla="*/ 2496520 w 5408405"/>
              <a:gd name="connsiteY157" fmla="*/ 4302702 h 5561888"/>
              <a:gd name="connsiteX158" fmla="*/ 2490865 w 5408405"/>
              <a:gd name="connsiteY158" fmla="*/ 4278227 h 5561888"/>
              <a:gd name="connsiteX159" fmla="*/ 2492750 w 5408405"/>
              <a:gd name="connsiteY159" fmla="*/ 4246222 h 5561888"/>
              <a:gd name="connsiteX160" fmla="*/ 2505946 w 5408405"/>
              <a:gd name="connsiteY160" fmla="*/ 4214216 h 5561888"/>
              <a:gd name="connsiteX161" fmla="*/ 2519389 w 5408405"/>
              <a:gd name="connsiteY161" fmla="*/ 4178157 h 5561888"/>
              <a:gd name="connsiteX162" fmla="*/ 1895054 w 5408405"/>
              <a:gd name="connsiteY162" fmla="*/ 4178157 h 5561888"/>
              <a:gd name="connsiteX163" fmla="*/ 1904034 w 5408405"/>
              <a:gd name="connsiteY163" fmla="*/ 4212935 h 5561888"/>
              <a:gd name="connsiteX164" fmla="*/ 1913368 w 5408405"/>
              <a:gd name="connsiteY164" fmla="*/ 4235094 h 5561888"/>
              <a:gd name="connsiteX165" fmla="*/ 1897032 w 5408405"/>
              <a:gd name="connsiteY165" fmla="*/ 4308568 h 5561888"/>
              <a:gd name="connsiteX166" fmla="*/ 1887698 w 5408405"/>
              <a:gd name="connsiteY166" fmla="*/ 4331893 h 5561888"/>
              <a:gd name="connsiteX167" fmla="*/ 1886531 w 5408405"/>
              <a:gd name="connsiteY167" fmla="*/ 4371546 h 5561888"/>
              <a:gd name="connsiteX168" fmla="*/ 1908701 w 5408405"/>
              <a:gd name="connsiteY168" fmla="*/ 4405367 h 5561888"/>
              <a:gd name="connsiteX169" fmla="*/ 1929704 w 5408405"/>
              <a:gd name="connsiteY169" fmla="*/ 4469511 h 5561888"/>
              <a:gd name="connsiteX170" fmla="*/ 1921536 w 5408405"/>
              <a:gd name="connsiteY170" fmla="*/ 4497501 h 5561888"/>
              <a:gd name="connsiteX171" fmla="*/ 1915702 w 5408405"/>
              <a:gd name="connsiteY171" fmla="*/ 4519659 h 5561888"/>
              <a:gd name="connsiteX172" fmla="*/ 1885364 w 5408405"/>
              <a:gd name="connsiteY172" fmla="*/ 4510329 h 5561888"/>
              <a:gd name="connsiteX173" fmla="*/ 1867862 w 5408405"/>
              <a:gd name="connsiteY173" fmla="*/ 4478841 h 5561888"/>
              <a:gd name="connsiteX174" fmla="*/ 1816521 w 5408405"/>
              <a:gd name="connsiteY174" fmla="*/ 4538320 h 5561888"/>
              <a:gd name="connsiteX175" fmla="*/ 1828189 w 5408405"/>
              <a:gd name="connsiteY175" fmla="*/ 4568642 h 5561888"/>
              <a:gd name="connsiteX176" fmla="*/ 1858527 w 5408405"/>
              <a:gd name="connsiteY176" fmla="*/ 4597798 h 5561888"/>
              <a:gd name="connsiteX177" fmla="*/ 1877196 w 5408405"/>
              <a:gd name="connsiteY177" fmla="*/ 4635118 h 5561888"/>
              <a:gd name="connsiteX178" fmla="*/ 1852693 w 5408405"/>
              <a:gd name="connsiteY178" fmla="*/ 4654945 h 5561888"/>
              <a:gd name="connsiteX179" fmla="*/ 1825855 w 5408405"/>
              <a:gd name="connsiteY179" fmla="*/ 4679436 h 5561888"/>
              <a:gd name="connsiteX180" fmla="*/ 1822355 w 5408405"/>
              <a:gd name="connsiteY180" fmla="*/ 4720255 h 5561888"/>
              <a:gd name="connsiteX181" fmla="*/ 1781516 w 5408405"/>
              <a:gd name="connsiteY181" fmla="*/ 4703927 h 5561888"/>
              <a:gd name="connsiteX182" fmla="*/ 1766347 w 5408405"/>
              <a:gd name="connsiteY182" fmla="*/ 4692265 h 5561888"/>
              <a:gd name="connsiteX183" fmla="*/ 1743010 w 5408405"/>
              <a:gd name="connsiteY183" fmla="*/ 4693431 h 5561888"/>
              <a:gd name="connsiteX184" fmla="*/ 1743010 w 5408405"/>
              <a:gd name="connsiteY184" fmla="*/ 4714424 h 5561888"/>
              <a:gd name="connsiteX185" fmla="*/ 1741843 w 5408405"/>
              <a:gd name="connsiteY185" fmla="*/ 4745912 h 5561888"/>
              <a:gd name="connsiteX186" fmla="*/ 1708005 w 5408405"/>
              <a:gd name="connsiteY186" fmla="*/ 4742414 h 5561888"/>
              <a:gd name="connsiteX187" fmla="*/ 1702171 w 5408405"/>
              <a:gd name="connsiteY187" fmla="*/ 4737749 h 5561888"/>
              <a:gd name="connsiteX188" fmla="*/ 1651997 w 5408405"/>
              <a:gd name="connsiteY188" fmla="*/ 4752910 h 5561888"/>
              <a:gd name="connsiteX189" fmla="*/ 1620492 w 5408405"/>
              <a:gd name="connsiteY189" fmla="*/ 4779734 h 5561888"/>
              <a:gd name="connsiteX190" fmla="*/ 1608824 w 5408405"/>
              <a:gd name="connsiteY190" fmla="*/ 4778567 h 5561888"/>
              <a:gd name="connsiteX191" fmla="*/ 1573819 w 5408405"/>
              <a:gd name="connsiteY191" fmla="*/ 4800726 h 5561888"/>
              <a:gd name="connsiteX192" fmla="*/ 1551649 w 5408405"/>
              <a:gd name="connsiteY192" fmla="*/ 4828716 h 5561888"/>
              <a:gd name="connsiteX193" fmla="*/ 1495640 w 5408405"/>
              <a:gd name="connsiteY193" fmla="*/ 4898691 h 5561888"/>
              <a:gd name="connsiteX194" fmla="*/ 1479305 w 5408405"/>
              <a:gd name="connsiteY194" fmla="*/ 4982661 h 5561888"/>
              <a:gd name="connsiteX195" fmla="*/ 1453634 w 5408405"/>
              <a:gd name="connsiteY195" fmla="*/ 5007153 h 5561888"/>
              <a:gd name="connsiteX196" fmla="*/ 1313614 w 5408405"/>
              <a:gd name="connsiteY196" fmla="*/ 4994324 h 5561888"/>
              <a:gd name="connsiteX197" fmla="*/ 1289110 w 5408405"/>
              <a:gd name="connsiteY197" fmla="*/ 4947674 h 5561888"/>
              <a:gd name="connsiteX198" fmla="*/ 1261106 w 5408405"/>
              <a:gd name="connsiteY198" fmla="*/ 4857873 h 5561888"/>
              <a:gd name="connsiteX199" fmla="*/ 1242437 w 5408405"/>
              <a:gd name="connsiteY199" fmla="*/ 4847376 h 5561888"/>
              <a:gd name="connsiteX200" fmla="*/ 1158424 w 5408405"/>
              <a:gd name="connsiteY200" fmla="*/ 4842711 h 5561888"/>
              <a:gd name="connsiteX201" fmla="*/ 1118752 w 5408405"/>
              <a:gd name="connsiteY201" fmla="*/ 4824051 h 5561888"/>
              <a:gd name="connsiteX202" fmla="*/ 1083747 w 5408405"/>
              <a:gd name="connsiteY202" fmla="*/ 4792562 h 5561888"/>
              <a:gd name="connsiteX203" fmla="*/ 1035907 w 5408405"/>
              <a:gd name="connsiteY203" fmla="*/ 4794895 h 5561888"/>
              <a:gd name="connsiteX204" fmla="*/ 988066 w 5408405"/>
              <a:gd name="connsiteY204" fmla="*/ 4777401 h 5561888"/>
              <a:gd name="connsiteX205" fmla="*/ 915722 w 5408405"/>
              <a:gd name="connsiteY205" fmla="*/ 4761074 h 5561888"/>
              <a:gd name="connsiteX206" fmla="*/ 865548 w 5408405"/>
              <a:gd name="connsiteY206" fmla="*/ 4818220 h 5561888"/>
              <a:gd name="connsiteX207" fmla="*/ 810707 w 5408405"/>
              <a:gd name="connsiteY207" fmla="*/ 4848543 h 5561888"/>
              <a:gd name="connsiteX208" fmla="*/ 871382 w 5408405"/>
              <a:gd name="connsiteY208" fmla="*/ 4748245 h 5561888"/>
              <a:gd name="connsiteX209" fmla="*/ 823542 w 5408405"/>
              <a:gd name="connsiteY209" fmla="*/ 4650280 h 5561888"/>
              <a:gd name="connsiteX210" fmla="*/ 751198 w 5408405"/>
              <a:gd name="connsiteY210" fmla="*/ 4589635 h 5561888"/>
              <a:gd name="connsiteX211" fmla="*/ 745364 w 5408405"/>
              <a:gd name="connsiteY211" fmla="*/ 4572141 h 5561888"/>
              <a:gd name="connsiteX212" fmla="*/ 712693 w 5408405"/>
              <a:gd name="connsiteY212" fmla="*/ 4558146 h 5561888"/>
              <a:gd name="connsiteX213" fmla="*/ 663685 w 5408405"/>
              <a:gd name="connsiteY213" fmla="*/ 4604796 h 5561888"/>
              <a:gd name="connsiteX214" fmla="*/ 633348 w 5408405"/>
              <a:gd name="connsiteY214" fmla="*/ 4615292 h 5561888"/>
              <a:gd name="connsiteX215" fmla="*/ 592508 w 5408405"/>
              <a:gd name="connsiteY215" fmla="*/ 4608295 h 5561888"/>
              <a:gd name="connsiteX216" fmla="*/ 572672 w 5408405"/>
              <a:gd name="connsiteY216" fmla="*/ 4621123 h 5561888"/>
              <a:gd name="connsiteX217" fmla="*/ 583174 w 5408405"/>
              <a:gd name="connsiteY217" fmla="*/ 4643282 h 5561888"/>
              <a:gd name="connsiteX218" fmla="*/ 604177 w 5408405"/>
              <a:gd name="connsiteY218" fmla="*/ 4652612 h 5561888"/>
              <a:gd name="connsiteX219" fmla="*/ 618179 w 5408405"/>
              <a:gd name="connsiteY219" fmla="*/ 4680602 h 5561888"/>
              <a:gd name="connsiteX220" fmla="*/ 663685 w 5408405"/>
              <a:gd name="connsiteY220" fmla="*/ 4770404 h 5561888"/>
              <a:gd name="connsiteX221" fmla="*/ 680021 w 5408405"/>
              <a:gd name="connsiteY221" fmla="*/ 4783232 h 5561888"/>
              <a:gd name="connsiteX222" fmla="*/ 657851 w 5408405"/>
              <a:gd name="connsiteY222" fmla="*/ 4797227 h 5561888"/>
              <a:gd name="connsiteX223" fmla="*/ 654351 w 5408405"/>
              <a:gd name="connsiteY223" fmla="*/ 4797227 h 5561888"/>
              <a:gd name="connsiteX224" fmla="*/ 632181 w 5408405"/>
              <a:gd name="connsiteY224" fmla="*/ 4836880 h 5561888"/>
              <a:gd name="connsiteX225" fmla="*/ 629847 w 5408405"/>
              <a:gd name="connsiteY225" fmla="*/ 4891694 h 5561888"/>
              <a:gd name="connsiteX226" fmla="*/ 610011 w 5408405"/>
              <a:gd name="connsiteY226" fmla="*/ 4968666 h 5561888"/>
              <a:gd name="connsiteX227" fmla="*/ 592508 w 5408405"/>
              <a:gd name="connsiteY227" fmla="*/ 4989659 h 5561888"/>
              <a:gd name="connsiteX228" fmla="*/ 544668 w 5408405"/>
              <a:gd name="connsiteY228" fmla="*/ 5050304 h 5561888"/>
              <a:gd name="connsiteX229" fmla="*/ 516664 w 5408405"/>
              <a:gd name="connsiteY229" fmla="*/ 5060800 h 5561888"/>
              <a:gd name="connsiteX230" fmla="*/ 401147 w 5408405"/>
              <a:gd name="connsiteY230" fmla="*/ 5094622 h 5561888"/>
              <a:gd name="connsiteX231" fmla="*/ 401147 w 5408405"/>
              <a:gd name="connsiteY231" fmla="*/ 5120279 h 5561888"/>
              <a:gd name="connsiteX232" fmla="*/ 431485 w 5408405"/>
              <a:gd name="connsiteY232" fmla="*/ 5123778 h 5561888"/>
              <a:gd name="connsiteX233" fmla="*/ 452488 w 5408405"/>
              <a:gd name="connsiteY233" fmla="*/ 5109783 h 5561888"/>
              <a:gd name="connsiteX234" fmla="*/ 472324 w 5408405"/>
              <a:gd name="connsiteY234" fmla="*/ 5107450 h 5561888"/>
              <a:gd name="connsiteX235" fmla="*/ 468824 w 5408405"/>
              <a:gd name="connsiteY235" fmla="*/ 5128443 h 5561888"/>
              <a:gd name="connsiteX236" fmla="*/ 452488 w 5408405"/>
              <a:gd name="connsiteY236" fmla="*/ 5143604 h 5561888"/>
              <a:gd name="connsiteX237" fmla="*/ 446654 w 5408405"/>
              <a:gd name="connsiteY237" fmla="*/ 5179758 h 5561888"/>
              <a:gd name="connsiteX238" fmla="*/ 478158 w 5408405"/>
              <a:gd name="connsiteY238" fmla="*/ 5172761 h 5561888"/>
              <a:gd name="connsiteX239" fmla="*/ 502662 w 5408405"/>
              <a:gd name="connsiteY239" fmla="*/ 5152934 h 5561888"/>
              <a:gd name="connsiteX240" fmla="*/ 525999 w 5408405"/>
              <a:gd name="connsiteY240" fmla="*/ 5168096 h 5561888"/>
              <a:gd name="connsiteX241" fmla="*/ 500328 w 5408405"/>
              <a:gd name="connsiteY241" fmla="*/ 5234572 h 5561888"/>
              <a:gd name="connsiteX242" fmla="*/ 500328 w 5408405"/>
              <a:gd name="connsiteY242" fmla="*/ 5298716 h 5561888"/>
              <a:gd name="connsiteX243" fmla="*/ 523665 w 5408405"/>
              <a:gd name="connsiteY243" fmla="*/ 5324373 h 5561888"/>
              <a:gd name="connsiteX244" fmla="*/ 530666 w 5408405"/>
              <a:gd name="connsiteY244" fmla="*/ 5337202 h 5561888"/>
              <a:gd name="connsiteX245" fmla="*/ 517831 w 5408405"/>
              <a:gd name="connsiteY245" fmla="*/ 5344200 h 5561888"/>
              <a:gd name="connsiteX246" fmla="*/ 493327 w 5408405"/>
              <a:gd name="connsiteY246" fmla="*/ 5367525 h 5561888"/>
              <a:gd name="connsiteX247" fmla="*/ 462989 w 5408405"/>
              <a:gd name="connsiteY247" fmla="*/ 5420006 h 5561888"/>
              <a:gd name="connsiteX248" fmla="*/ 461823 w 5408405"/>
              <a:gd name="connsiteY248" fmla="*/ 5447996 h 5561888"/>
              <a:gd name="connsiteX249" fmla="*/ 471157 w 5408405"/>
              <a:gd name="connsiteY249" fmla="*/ 5466656 h 5561888"/>
              <a:gd name="connsiteX250" fmla="*/ 451321 w 5408405"/>
              <a:gd name="connsiteY250" fmla="*/ 5479485 h 5561888"/>
              <a:gd name="connsiteX251" fmla="*/ 434985 w 5408405"/>
              <a:gd name="connsiteY251" fmla="*/ 5481817 h 5561888"/>
              <a:gd name="connsiteX252" fmla="*/ 415149 w 5408405"/>
              <a:gd name="connsiteY252" fmla="*/ 5529634 h 5561888"/>
              <a:gd name="connsiteX253" fmla="*/ 420983 w 5408405"/>
              <a:gd name="connsiteY253" fmla="*/ 5538964 h 5561888"/>
              <a:gd name="connsiteX254" fmla="*/ 419816 w 5408405"/>
              <a:gd name="connsiteY254" fmla="*/ 5559956 h 5561888"/>
              <a:gd name="connsiteX255" fmla="*/ 401147 w 5408405"/>
              <a:gd name="connsiteY255" fmla="*/ 5555291 h 5561888"/>
              <a:gd name="connsiteX256" fmla="*/ 389479 w 5408405"/>
              <a:gd name="connsiteY256" fmla="*/ 5540130 h 5561888"/>
              <a:gd name="connsiteX257" fmla="*/ 366142 w 5408405"/>
              <a:gd name="connsiteY257" fmla="*/ 5536631 h 5561888"/>
              <a:gd name="connsiteX258" fmla="*/ 294965 w 5408405"/>
              <a:gd name="connsiteY258" fmla="*/ 5555291 h 5561888"/>
              <a:gd name="connsiteX259" fmla="*/ 206285 w 5408405"/>
              <a:gd name="connsiteY259" fmla="*/ 5561122 h 5561888"/>
              <a:gd name="connsiteX260" fmla="*/ 185282 w 5408405"/>
              <a:gd name="connsiteY260" fmla="*/ 5550626 h 5561888"/>
              <a:gd name="connsiteX261" fmla="*/ 124607 w 5408405"/>
              <a:gd name="connsiteY261" fmla="*/ 5522636 h 5561888"/>
              <a:gd name="connsiteX262" fmla="*/ 112938 w 5408405"/>
              <a:gd name="connsiteY262" fmla="*/ 5514472 h 5561888"/>
              <a:gd name="connsiteX263" fmla="*/ 61597 w 5408405"/>
              <a:gd name="connsiteY263" fmla="*/ 5452661 h 5561888"/>
              <a:gd name="connsiteX264" fmla="*/ 30093 w 5408405"/>
              <a:gd name="connsiteY264" fmla="*/ 5347698 h 5561888"/>
              <a:gd name="connsiteX265" fmla="*/ 14924 w 5408405"/>
              <a:gd name="connsiteY265" fmla="*/ 5311544 h 5561888"/>
              <a:gd name="connsiteX266" fmla="*/ 18424 w 5408405"/>
              <a:gd name="connsiteY266" fmla="*/ 5260229 h 5561888"/>
              <a:gd name="connsiteX267" fmla="*/ 23092 w 5408405"/>
              <a:gd name="connsiteY267" fmla="*/ 5217078 h 5561888"/>
              <a:gd name="connsiteX268" fmla="*/ 21925 w 5408405"/>
              <a:gd name="connsiteY268" fmla="*/ 5199584 h 5561888"/>
              <a:gd name="connsiteX269" fmla="*/ 90768 w 5408405"/>
              <a:gd name="connsiteY269" fmla="*/ 5120279 h 5561888"/>
              <a:gd name="connsiteX270" fmla="*/ 156111 w 5408405"/>
              <a:gd name="connsiteY270" fmla="*/ 5081793 h 5561888"/>
              <a:gd name="connsiteX271" fmla="*/ 205118 w 5408405"/>
              <a:gd name="connsiteY271" fmla="*/ 5017649 h 5561888"/>
              <a:gd name="connsiteX272" fmla="*/ 198117 w 5408405"/>
              <a:gd name="connsiteY272" fmla="*/ 5004820 h 5561888"/>
              <a:gd name="connsiteX273" fmla="*/ 129274 w 5408405"/>
              <a:gd name="connsiteY273" fmla="*/ 4923183 h 5561888"/>
              <a:gd name="connsiteX274" fmla="*/ 119939 w 5408405"/>
              <a:gd name="connsiteY274" fmla="*/ 4904523 h 5561888"/>
              <a:gd name="connsiteX275" fmla="*/ 110604 w 5408405"/>
              <a:gd name="connsiteY275" fmla="*/ 4846210 h 5561888"/>
              <a:gd name="connsiteX276" fmla="*/ 94269 w 5408405"/>
              <a:gd name="connsiteY276" fmla="*/ 4778567 h 5561888"/>
              <a:gd name="connsiteX277" fmla="*/ 95436 w 5408405"/>
              <a:gd name="connsiteY277" fmla="*/ 4750577 h 5561888"/>
              <a:gd name="connsiteX278" fmla="*/ 157278 w 5408405"/>
              <a:gd name="connsiteY278" fmla="*/ 4600131 h 5561888"/>
              <a:gd name="connsiteX279" fmla="*/ 168946 w 5408405"/>
              <a:gd name="connsiteY279" fmla="*/ 4590801 h 5561888"/>
              <a:gd name="connsiteX280" fmla="*/ 240123 w 5408405"/>
              <a:gd name="connsiteY280" fmla="*/ 4556980 h 5561888"/>
              <a:gd name="connsiteX281" fmla="*/ 270461 w 5408405"/>
              <a:gd name="connsiteY281" fmla="*/ 4547650 h 5561888"/>
              <a:gd name="connsiteX282" fmla="*/ 321802 w 5408405"/>
              <a:gd name="connsiteY282" fmla="*/ 4535987 h 5561888"/>
              <a:gd name="connsiteX283" fmla="*/ 360308 w 5408405"/>
              <a:gd name="connsiteY283" fmla="*/ 4502166 h 5561888"/>
              <a:gd name="connsiteX284" fmla="*/ 388312 w 5408405"/>
              <a:gd name="connsiteY284" fmla="*/ 4511496 h 5561888"/>
              <a:gd name="connsiteX285" fmla="*/ 391812 w 5408405"/>
              <a:gd name="connsiteY285" fmla="*/ 4525491 h 5561888"/>
              <a:gd name="connsiteX286" fmla="*/ 402314 w 5408405"/>
              <a:gd name="connsiteY286" fmla="*/ 4541818 h 5561888"/>
              <a:gd name="connsiteX287" fmla="*/ 417483 w 5408405"/>
              <a:gd name="connsiteY287" fmla="*/ 4531322 h 5561888"/>
              <a:gd name="connsiteX288" fmla="*/ 452488 w 5408405"/>
              <a:gd name="connsiteY288" fmla="*/ 4537153 h 5561888"/>
              <a:gd name="connsiteX289" fmla="*/ 459489 w 5408405"/>
              <a:gd name="connsiteY289" fmla="*/ 4552315 h 5561888"/>
              <a:gd name="connsiteX290" fmla="*/ 480492 w 5408405"/>
              <a:gd name="connsiteY290" fmla="*/ 4560478 h 5561888"/>
              <a:gd name="connsiteX291" fmla="*/ 488660 w 5408405"/>
              <a:gd name="connsiteY291" fmla="*/ 4540652 h 5561888"/>
              <a:gd name="connsiteX292" fmla="*/ 521331 w 5408405"/>
              <a:gd name="connsiteY292" fmla="*/ 4399536 h 5561888"/>
              <a:gd name="connsiteX293" fmla="*/ 596009 w 5408405"/>
              <a:gd name="connsiteY293" fmla="*/ 4352885 h 5561888"/>
              <a:gd name="connsiteX294" fmla="*/ 607677 w 5408405"/>
              <a:gd name="connsiteY294" fmla="*/ 4333059 h 5561888"/>
              <a:gd name="connsiteX295" fmla="*/ 586674 w 5408405"/>
              <a:gd name="connsiteY295" fmla="*/ 4287575 h 5561888"/>
              <a:gd name="connsiteX296" fmla="*/ 591341 w 5408405"/>
              <a:gd name="connsiteY296" fmla="*/ 4267749 h 5561888"/>
              <a:gd name="connsiteX297" fmla="*/ 613511 w 5408405"/>
              <a:gd name="connsiteY297" fmla="*/ 4189610 h 5561888"/>
              <a:gd name="connsiteX298" fmla="*/ 596009 w 5408405"/>
              <a:gd name="connsiteY298" fmla="*/ 4181446 h 5561888"/>
              <a:gd name="connsiteX299" fmla="*/ 545835 w 5408405"/>
              <a:gd name="connsiteY299" fmla="*/ 4156955 h 5561888"/>
              <a:gd name="connsiteX300" fmla="*/ 563337 w 5408405"/>
              <a:gd name="connsiteY300" fmla="*/ 4103308 h 5561888"/>
              <a:gd name="connsiteX301" fmla="*/ 592508 w 5408405"/>
              <a:gd name="connsiteY301" fmla="*/ 4098643 h 5561888"/>
              <a:gd name="connsiteX302" fmla="*/ 617012 w 5408405"/>
              <a:gd name="connsiteY302" fmla="*/ 4054325 h 5561888"/>
              <a:gd name="connsiteX303" fmla="*/ 599509 w 5408405"/>
              <a:gd name="connsiteY303" fmla="*/ 4021670 h 5561888"/>
              <a:gd name="connsiteX304" fmla="*/ 578506 w 5408405"/>
              <a:gd name="connsiteY304" fmla="*/ 3990181 h 5561888"/>
              <a:gd name="connsiteX305" fmla="*/ 572672 w 5408405"/>
              <a:gd name="connsiteY305" fmla="*/ 3961025 h 5561888"/>
              <a:gd name="connsiteX306" fmla="*/ 598343 w 5408405"/>
              <a:gd name="connsiteY306" fmla="*/ 3955193 h 5561888"/>
              <a:gd name="connsiteX307" fmla="*/ 655518 w 5408405"/>
              <a:gd name="connsiteY307" fmla="*/ 3936533 h 5561888"/>
              <a:gd name="connsiteX308" fmla="*/ 660185 w 5408405"/>
              <a:gd name="connsiteY308" fmla="*/ 3906211 h 5561888"/>
              <a:gd name="connsiteX309" fmla="*/ 618179 w 5408405"/>
              <a:gd name="connsiteY309" fmla="*/ 3857228 h 5561888"/>
              <a:gd name="connsiteX310" fmla="*/ 593675 w 5408405"/>
              <a:gd name="connsiteY310" fmla="*/ 3769759 h 5561888"/>
              <a:gd name="connsiteX311" fmla="*/ 586674 w 5408405"/>
              <a:gd name="connsiteY311" fmla="*/ 3748767 h 5561888"/>
              <a:gd name="connsiteX312" fmla="*/ 554003 w 5408405"/>
              <a:gd name="connsiteY312" fmla="*/ 3724275 h 5561888"/>
              <a:gd name="connsiteX313" fmla="*/ 507329 w 5408405"/>
              <a:gd name="connsiteY313" fmla="*/ 3686955 h 5561888"/>
              <a:gd name="connsiteX314" fmla="*/ 490993 w 5408405"/>
              <a:gd name="connsiteY314" fmla="*/ 3713779 h 5561888"/>
              <a:gd name="connsiteX315" fmla="*/ 469990 w 5408405"/>
              <a:gd name="connsiteY315" fmla="*/ 3732439 h 5561888"/>
              <a:gd name="connsiteX316" fmla="*/ 432652 w 5408405"/>
              <a:gd name="connsiteY316" fmla="*/ 3712613 h 5561888"/>
              <a:gd name="connsiteX317" fmla="*/ 446654 w 5408405"/>
              <a:gd name="connsiteY317" fmla="*/ 3690454 h 5561888"/>
              <a:gd name="connsiteX318" fmla="*/ 461823 w 5408405"/>
              <a:gd name="connsiteY318" fmla="*/ 3672960 h 5561888"/>
              <a:gd name="connsiteX319" fmla="*/ 410482 w 5408405"/>
              <a:gd name="connsiteY319" fmla="*/ 3637973 h 5561888"/>
              <a:gd name="connsiteX320" fmla="*/ 382478 w 5408405"/>
              <a:gd name="connsiteY320" fmla="*/ 3649635 h 5561888"/>
              <a:gd name="connsiteX321" fmla="*/ 354474 w 5408405"/>
              <a:gd name="connsiteY321" fmla="*/ 3637973 h 5561888"/>
              <a:gd name="connsiteX322" fmla="*/ 357974 w 5408405"/>
              <a:gd name="connsiteY322" fmla="*/ 3609983 h 5561888"/>
              <a:gd name="connsiteX323" fmla="*/ 403481 w 5408405"/>
              <a:gd name="connsiteY323" fmla="*/ 3584325 h 5561888"/>
              <a:gd name="connsiteX324" fmla="*/ 431485 w 5408405"/>
              <a:gd name="connsiteY324" fmla="*/ 3528345 h 5561888"/>
              <a:gd name="connsiteX325" fmla="*/ 405814 w 5408405"/>
              <a:gd name="connsiteY325" fmla="*/ 3405889 h 5561888"/>
              <a:gd name="connsiteX326" fmla="*/ 388312 w 5408405"/>
              <a:gd name="connsiteY326" fmla="*/ 3388395 h 5561888"/>
              <a:gd name="connsiteX327" fmla="*/ 296132 w 5408405"/>
              <a:gd name="connsiteY327" fmla="*/ 3352241 h 5561888"/>
              <a:gd name="connsiteX328" fmla="*/ 370809 w 5408405"/>
              <a:gd name="connsiteY328" fmla="*/ 3348742 h 5561888"/>
              <a:gd name="connsiteX329" fmla="*/ 451321 w 5408405"/>
              <a:gd name="connsiteY329" fmla="*/ 3286931 h 5561888"/>
              <a:gd name="connsiteX330" fmla="*/ 426817 w 5408405"/>
              <a:gd name="connsiteY330" fmla="*/ 3249611 h 5561888"/>
              <a:gd name="connsiteX331" fmla="*/ 399980 w 5408405"/>
              <a:gd name="connsiteY331" fmla="*/ 3240281 h 5561888"/>
              <a:gd name="connsiteX332" fmla="*/ 437319 w 5408405"/>
              <a:gd name="connsiteY332" fmla="*/ 3226286 h 5561888"/>
              <a:gd name="connsiteX333" fmla="*/ 455988 w 5408405"/>
              <a:gd name="connsiteY333" fmla="*/ 3208792 h 5561888"/>
              <a:gd name="connsiteX334" fmla="*/ 430318 w 5408405"/>
              <a:gd name="connsiteY334" fmla="*/ 3122489 h 5561888"/>
              <a:gd name="connsiteX335" fmla="*/ 401147 w 5408405"/>
              <a:gd name="connsiteY335" fmla="*/ 3075839 h 5561888"/>
              <a:gd name="connsiteX336" fmla="*/ 390645 w 5408405"/>
              <a:gd name="connsiteY336" fmla="*/ 2998867 h 5561888"/>
              <a:gd name="connsiteX337" fmla="*/ 364975 w 5408405"/>
              <a:gd name="connsiteY337" fmla="*/ 2949884 h 5561888"/>
              <a:gd name="connsiteX338" fmla="*/ 352140 w 5408405"/>
              <a:gd name="connsiteY338" fmla="*/ 2947552 h 5561888"/>
              <a:gd name="connsiteX339" fmla="*/ 395313 w 5408405"/>
              <a:gd name="connsiteY339" fmla="*/ 2919562 h 5561888"/>
              <a:gd name="connsiteX340" fmla="*/ 433818 w 5408405"/>
              <a:gd name="connsiteY340" fmla="*/ 2882242 h 5561888"/>
              <a:gd name="connsiteX341" fmla="*/ 422150 w 5408405"/>
              <a:gd name="connsiteY341" fmla="*/ 2851919 h 5561888"/>
              <a:gd name="connsiteX342" fmla="*/ 396480 w 5408405"/>
              <a:gd name="connsiteY342" fmla="*/ 2818098 h 5561888"/>
              <a:gd name="connsiteX343" fmla="*/ 424484 w 5408405"/>
              <a:gd name="connsiteY343" fmla="*/ 2793607 h 5561888"/>
              <a:gd name="connsiteX344" fmla="*/ 436152 w 5408405"/>
              <a:gd name="connsiteY344" fmla="*/ 2784277 h 5561888"/>
              <a:gd name="connsiteX345" fmla="*/ 422150 w 5408405"/>
              <a:gd name="connsiteY345" fmla="*/ 2762118 h 5561888"/>
              <a:gd name="connsiteX346" fmla="*/ 404648 w 5408405"/>
              <a:gd name="connsiteY346" fmla="*/ 2717800 h 5561888"/>
              <a:gd name="connsiteX347" fmla="*/ 401147 w 5408405"/>
              <a:gd name="connsiteY347" fmla="*/ 2623334 h 5561888"/>
              <a:gd name="connsiteX348" fmla="*/ 403481 w 5408405"/>
              <a:gd name="connsiteY348" fmla="*/ 2597676 h 5561888"/>
              <a:gd name="connsiteX349" fmla="*/ 409315 w 5408405"/>
              <a:gd name="connsiteY349" fmla="*/ 2525369 h 5561888"/>
              <a:gd name="connsiteX350" fmla="*/ 422150 w 5408405"/>
              <a:gd name="connsiteY350" fmla="*/ 2510207 h 5561888"/>
              <a:gd name="connsiteX351" fmla="*/ 475825 w 5408405"/>
              <a:gd name="connsiteY351" fmla="*/ 2464724 h 5561888"/>
              <a:gd name="connsiteX352" fmla="*/ 485159 w 5408405"/>
              <a:gd name="connsiteY352" fmla="*/ 2448396 h 5561888"/>
              <a:gd name="connsiteX353" fmla="*/ 542334 w 5408405"/>
              <a:gd name="connsiteY353" fmla="*/ 2422738 h 5561888"/>
              <a:gd name="connsiteX354" fmla="*/ 584340 w 5408405"/>
              <a:gd name="connsiteY354" fmla="*/ 2404078 h 5561888"/>
              <a:gd name="connsiteX355" fmla="*/ 622846 w 5408405"/>
              <a:gd name="connsiteY355" fmla="*/ 2372590 h 5561888"/>
              <a:gd name="connsiteX356" fmla="*/ 641515 w 5408405"/>
              <a:gd name="connsiteY356" fmla="*/ 2345766 h 5561888"/>
              <a:gd name="connsiteX357" fmla="*/ 648517 w 5408405"/>
              <a:gd name="connsiteY357" fmla="*/ 2310778 h 5561888"/>
              <a:gd name="connsiteX358" fmla="*/ 642682 w 5408405"/>
              <a:gd name="connsiteY358" fmla="*/ 2293285 h 5561888"/>
              <a:gd name="connsiteX359" fmla="*/ 615845 w 5408405"/>
              <a:gd name="connsiteY359" fmla="*/ 2286287 h 5561888"/>
              <a:gd name="connsiteX360" fmla="*/ 597176 w 5408405"/>
              <a:gd name="connsiteY360" fmla="*/ 2248967 h 5561888"/>
              <a:gd name="connsiteX361" fmla="*/ 619346 w 5408405"/>
              <a:gd name="connsiteY361" fmla="*/ 2210481 h 5561888"/>
              <a:gd name="connsiteX362" fmla="*/ 657851 w 5408405"/>
              <a:gd name="connsiteY362" fmla="*/ 2198818 h 5561888"/>
              <a:gd name="connsiteX363" fmla="*/ 676521 w 5408405"/>
              <a:gd name="connsiteY363" fmla="*/ 2190654 h 5561888"/>
              <a:gd name="connsiteX364" fmla="*/ 668353 w 5408405"/>
              <a:gd name="connsiteY364" fmla="*/ 2153334 h 5561888"/>
              <a:gd name="connsiteX365" fmla="*/ 663685 w 5408405"/>
              <a:gd name="connsiteY365" fmla="*/ 2152168 h 5561888"/>
              <a:gd name="connsiteX366" fmla="*/ 635681 w 5408405"/>
              <a:gd name="connsiteY366" fmla="*/ 2139339 h 5561888"/>
              <a:gd name="connsiteX367" fmla="*/ 648517 w 5408405"/>
              <a:gd name="connsiteY367" fmla="*/ 2093855 h 5561888"/>
              <a:gd name="connsiteX368" fmla="*/ 683522 w 5408405"/>
              <a:gd name="connsiteY368" fmla="*/ 2071697 h 5561888"/>
              <a:gd name="connsiteX369" fmla="*/ 703358 w 5408405"/>
              <a:gd name="connsiteY369" fmla="*/ 2082193 h 5561888"/>
              <a:gd name="connsiteX370" fmla="*/ 711526 w 5408405"/>
              <a:gd name="connsiteY370" fmla="*/ 2091523 h 5561888"/>
              <a:gd name="connsiteX371" fmla="*/ 720860 w 5408405"/>
              <a:gd name="connsiteY371" fmla="*/ 2081027 h 5561888"/>
              <a:gd name="connsiteX372" fmla="*/ 723194 w 5408405"/>
              <a:gd name="connsiteY372" fmla="*/ 2055369 h 5561888"/>
              <a:gd name="connsiteX373" fmla="*/ 771034 w 5408405"/>
              <a:gd name="connsiteY373" fmla="*/ 2027379 h 5561888"/>
              <a:gd name="connsiteX374" fmla="*/ 779202 w 5408405"/>
              <a:gd name="connsiteY374" fmla="*/ 2030878 h 5561888"/>
              <a:gd name="connsiteX375" fmla="*/ 839878 w 5408405"/>
              <a:gd name="connsiteY375" fmla="*/ 2009885 h 5561888"/>
              <a:gd name="connsiteX376" fmla="*/ 872549 w 5408405"/>
              <a:gd name="connsiteY376" fmla="*/ 1988893 h 5561888"/>
              <a:gd name="connsiteX377" fmla="*/ 891219 w 5408405"/>
              <a:gd name="connsiteY377" fmla="*/ 1987727 h 5561888"/>
              <a:gd name="connsiteX378" fmla="*/ 961229 w 5408405"/>
              <a:gd name="connsiteY378" fmla="*/ 1935245 h 5561888"/>
              <a:gd name="connsiteX379" fmla="*/ 979898 w 5408405"/>
              <a:gd name="connsiteY379" fmla="*/ 1895593 h 5561888"/>
              <a:gd name="connsiteX380" fmla="*/ 1004402 w 5408405"/>
              <a:gd name="connsiteY380" fmla="*/ 1886263 h 5561888"/>
              <a:gd name="connsiteX381" fmla="*/ 1010236 w 5408405"/>
              <a:gd name="connsiteY381" fmla="*/ 1908421 h 5561888"/>
              <a:gd name="connsiteX382" fmla="*/ 1054576 w 5408405"/>
              <a:gd name="connsiteY382" fmla="*/ 1949240 h 5561888"/>
              <a:gd name="connsiteX383" fmla="*/ 1105917 w 5408405"/>
              <a:gd name="connsiteY383" fmla="*/ 1948074 h 5561888"/>
              <a:gd name="connsiteX384" fmla="*/ 1144422 w 5408405"/>
              <a:gd name="connsiteY384" fmla="*/ 1978397 h 5561888"/>
              <a:gd name="connsiteX385" fmla="*/ 1237769 w 5408405"/>
              <a:gd name="connsiteY385" fmla="*/ 2001722 h 5561888"/>
              <a:gd name="connsiteX386" fmla="*/ 1255272 w 5408405"/>
              <a:gd name="connsiteY386" fmla="*/ 1992392 h 5561888"/>
              <a:gd name="connsiteX387" fmla="*/ 1293778 w 5408405"/>
              <a:gd name="connsiteY387" fmla="*/ 2055369 h 5561888"/>
              <a:gd name="connsiteX388" fmla="*/ 1366122 w 5408405"/>
              <a:gd name="connsiteY388" fmla="*/ 2055369 h 5561888"/>
              <a:gd name="connsiteX389" fmla="*/ 1361454 w 5408405"/>
              <a:gd name="connsiteY389" fmla="*/ 2068198 h 5561888"/>
              <a:gd name="connsiteX390" fmla="*/ 1381290 w 5408405"/>
              <a:gd name="connsiteY390" fmla="*/ 2133508 h 5561888"/>
              <a:gd name="connsiteX391" fmla="*/ 1404627 w 5408405"/>
              <a:gd name="connsiteY391" fmla="*/ 2178992 h 5561888"/>
              <a:gd name="connsiteX392" fmla="*/ 1436132 w 5408405"/>
              <a:gd name="connsiteY392" fmla="*/ 2232639 h 5561888"/>
              <a:gd name="connsiteX393" fmla="*/ 1452467 w 5408405"/>
              <a:gd name="connsiteY393" fmla="*/ 2215146 h 5561888"/>
              <a:gd name="connsiteX394" fmla="*/ 1475804 w 5408405"/>
              <a:gd name="connsiteY394" fmla="*/ 2180158 h 5561888"/>
              <a:gd name="connsiteX395" fmla="*/ 1490973 w 5408405"/>
              <a:gd name="connsiteY395" fmla="*/ 2194153 h 5561888"/>
              <a:gd name="connsiteX396" fmla="*/ 1536480 w 5408405"/>
              <a:gd name="connsiteY396" fmla="*/ 2257131 h 5561888"/>
              <a:gd name="connsiteX397" fmla="*/ 1682334 w 5408405"/>
              <a:gd name="connsiteY397" fmla="*/ 2317776 h 5561888"/>
              <a:gd name="connsiteX398" fmla="*/ 1752345 w 5408405"/>
              <a:gd name="connsiteY398" fmla="*/ 2360927 h 5561888"/>
              <a:gd name="connsiteX399" fmla="*/ 1790850 w 5408405"/>
              <a:gd name="connsiteY399" fmla="*/ 2355096 h 5561888"/>
              <a:gd name="connsiteX400" fmla="*/ 1825855 w 5408405"/>
              <a:gd name="connsiteY400" fmla="*/ 2351597 h 5561888"/>
              <a:gd name="connsiteX401" fmla="*/ 1817688 w 5408405"/>
              <a:gd name="connsiteY401" fmla="*/ 2380753 h 5561888"/>
              <a:gd name="connsiteX402" fmla="*/ 1807186 w 5408405"/>
              <a:gd name="connsiteY402" fmla="*/ 2436733 h 5561888"/>
              <a:gd name="connsiteX403" fmla="*/ 1836065 w 5408405"/>
              <a:gd name="connsiteY403" fmla="*/ 2571290 h 5561888"/>
              <a:gd name="connsiteX404" fmla="*/ 1836900 w 5408405"/>
              <a:gd name="connsiteY404" fmla="*/ 2614907 h 5561888"/>
              <a:gd name="connsiteX405" fmla="*/ 2065106 w 5408405"/>
              <a:gd name="connsiteY405" fmla="*/ 2240082 h 5561888"/>
              <a:gd name="connsiteX406" fmla="*/ 2042723 w 5408405"/>
              <a:gd name="connsiteY406" fmla="*/ 2222711 h 5561888"/>
              <a:gd name="connsiteX407" fmla="*/ 2003998 w 5408405"/>
              <a:gd name="connsiteY407" fmla="*/ 2224820 h 5561888"/>
              <a:gd name="connsiteX408" fmla="*/ 1989060 w 5408405"/>
              <a:gd name="connsiteY408" fmla="*/ 2226794 h 5561888"/>
              <a:gd name="connsiteX409" fmla="*/ 1993035 w 5408405"/>
              <a:gd name="connsiteY409" fmla="*/ 2208195 h 5561888"/>
              <a:gd name="connsiteX410" fmla="*/ 1994810 w 5408405"/>
              <a:gd name="connsiteY410" fmla="*/ 2206378 h 5561888"/>
              <a:gd name="connsiteX411" fmla="*/ 1985471 w 5408405"/>
              <a:gd name="connsiteY411" fmla="*/ 2174773 h 5561888"/>
              <a:gd name="connsiteX412" fmla="*/ 1958208 w 5408405"/>
              <a:gd name="connsiteY412" fmla="*/ 2145776 h 5561888"/>
              <a:gd name="connsiteX413" fmla="*/ 1928319 w 5408405"/>
              <a:gd name="connsiteY413" fmla="*/ 2096463 h 5561888"/>
              <a:gd name="connsiteX414" fmla="*/ 1926297 w 5408405"/>
              <a:gd name="connsiteY414" fmla="*/ 2076739 h 5561888"/>
              <a:gd name="connsiteX415" fmla="*/ 1919077 w 5408405"/>
              <a:gd name="connsiteY415" fmla="*/ 2021171 h 5561888"/>
              <a:gd name="connsiteX416" fmla="*/ 1927826 w 5408405"/>
              <a:gd name="connsiteY416" fmla="*/ 2001317 h 5561888"/>
              <a:gd name="connsiteX417" fmla="*/ 1968832 w 5408405"/>
              <a:gd name="connsiteY417" fmla="*/ 1924225 h 5561888"/>
              <a:gd name="connsiteX418" fmla="*/ 1955517 w 5408405"/>
              <a:gd name="connsiteY418" fmla="*/ 1911219 h 5561888"/>
              <a:gd name="connsiteX419" fmla="*/ 1938322 w 5408405"/>
              <a:gd name="connsiteY419" fmla="*/ 1925189 h 5561888"/>
              <a:gd name="connsiteX420" fmla="*/ 1934938 w 5408405"/>
              <a:gd name="connsiteY420" fmla="*/ 1943183 h 5561888"/>
              <a:gd name="connsiteX421" fmla="*/ 1926093 w 5408405"/>
              <a:gd name="connsiteY421" fmla="*/ 1954660 h 5561888"/>
              <a:gd name="connsiteX422" fmla="*/ 1916974 w 5408405"/>
              <a:gd name="connsiteY422" fmla="*/ 1942201 h 5561888"/>
              <a:gd name="connsiteX423" fmla="*/ 1917387 w 5408405"/>
              <a:gd name="connsiteY423" fmla="*/ 1926038 h 5561888"/>
              <a:gd name="connsiteX424" fmla="*/ 1901582 w 5408405"/>
              <a:gd name="connsiteY424" fmla="*/ 1904684 h 5561888"/>
              <a:gd name="connsiteX425" fmla="*/ 1889243 w 5408405"/>
              <a:gd name="connsiteY425" fmla="*/ 1924580 h 5561888"/>
              <a:gd name="connsiteX426" fmla="*/ 1887111 w 5408405"/>
              <a:gd name="connsiteY426" fmla="*/ 1947347 h 5561888"/>
              <a:gd name="connsiteX427" fmla="*/ 1867413 w 5408405"/>
              <a:gd name="connsiteY427" fmla="*/ 1951772 h 5561888"/>
              <a:gd name="connsiteX428" fmla="*/ 1845928 w 5408405"/>
              <a:gd name="connsiteY428" fmla="*/ 1904752 h 5561888"/>
              <a:gd name="connsiteX429" fmla="*/ 1812641 w 5408405"/>
              <a:gd name="connsiteY429" fmla="*/ 1872237 h 5561888"/>
              <a:gd name="connsiteX430" fmla="*/ 1787497 w 5408405"/>
              <a:gd name="connsiteY430" fmla="*/ 1871341 h 5561888"/>
              <a:gd name="connsiteX431" fmla="*/ 1777290 w 5408405"/>
              <a:gd name="connsiteY431" fmla="*/ 1868471 h 5561888"/>
              <a:gd name="connsiteX432" fmla="*/ 1780165 w 5408405"/>
              <a:gd name="connsiteY432" fmla="*/ 1858263 h 5561888"/>
              <a:gd name="connsiteX433" fmla="*/ 1780482 w 5408405"/>
              <a:gd name="connsiteY433" fmla="*/ 1833723 h 5561888"/>
              <a:gd name="connsiteX434" fmla="*/ 1768626 w 5408405"/>
              <a:gd name="connsiteY434" fmla="*/ 1791375 h 5561888"/>
              <a:gd name="connsiteX435" fmla="*/ 1754692 w 5408405"/>
              <a:gd name="connsiteY435" fmla="*/ 1776581 h 5561888"/>
              <a:gd name="connsiteX436" fmla="*/ 1740276 w 5408405"/>
              <a:gd name="connsiteY436" fmla="*/ 1771966 h 5561888"/>
              <a:gd name="connsiteX437" fmla="*/ 1743674 w 5408405"/>
              <a:gd name="connsiteY437" fmla="*/ 1755169 h 5561888"/>
              <a:gd name="connsiteX438" fmla="*/ 1750745 w 5408405"/>
              <a:gd name="connsiteY438" fmla="*/ 1745509 h 5561888"/>
              <a:gd name="connsiteX439" fmla="*/ 1735986 w 5408405"/>
              <a:gd name="connsiteY439" fmla="*/ 1710977 h 5561888"/>
              <a:gd name="connsiteX440" fmla="*/ 1728187 w 5408405"/>
              <a:gd name="connsiteY440" fmla="*/ 1709275 h 5561888"/>
              <a:gd name="connsiteX441" fmla="*/ 1717885 w 5408405"/>
              <a:gd name="connsiteY441" fmla="*/ 1698028 h 5561888"/>
              <a:gd name="connsiteX442" fmla="*/ 1729769 w 5408405"/>
              <a:gd name="connsiteY442" fmla="*/ 1690704 h 5561888"/>
              <a:gd name="connsiteX443" fmla="*/ 1743552 w 5408405"/>
              <a:gd name="connsiteY443" fmla="*/ 1692334 h 5561888"/>
              <a:gd name="connsiteX444" fmla="*/ 1757198 w 5408405"/>
              <a:gd name="connsiteY444" fmla="*/ 1681998 h 5561888"/>
              <a:gd name="connsiteX445" fmla="*/ 1783595 w 5408405"/>
              <a:gd name="connsiteY445" fmla="*/ 1635602 h 5561888"/>
              <a:gd name="connsiteX446" fmla="*/ 1825522 w 5408405"/>
              <a:gd name="connsiteY446" fmla="*/ 1586626 h 5561888"/>
              <a:gd name="connsiteX447" fmla="*/ 1841616 w 5408405"/>
              <a:gd name="connsiteY447" fmla="*/ 1581047 h 5561888"/>
              <a:gd name="connsiteX448" fmla="*/ 1886898 w 5408405"/>
              <a:gd name="connsiteY448" fmla="*/ 1563748 h 5561888"/>
              <a:gd name="connsiteX449" fmla="*/ 1897050 w 5408405"/>
              <a:gd name="connsiteY449" fmla="*/ 1561831 h 5561888"/>
              <a:gd name="connsiteX450" fmla="*/ 1955152 w 5408405"/>
              <a:gd name="connsiteY450" fmla="*/ 1566521 h 5561888"/>
              <a:gd name="connsiteX451" fmla="*/ 2025592 w 5408405"/>
              <a:gd name="connsiteY451" fmla="*/ 1603380 h 5561888"/>
              <a:gd name="connsiteX452" fmla="*/ 2052044 w 5408405"/>
              <a:gd name="connsiteY452" fmla="*/ 1613835 h 5561888"/>
              <a:gd name="connsiteX453" fmla="*/ 2076899 w 5408405"/>
              <a:gd name="connsiteY453" fmla="*/ 1641664 h 5561888"/>
              <a:gd name="connsiteX454" fmla="*/ 2096926 w 5408405"/>
              <a:gd name="connsiteY454" fmla="*/ 1665960 h 5561888"/>
              <a:gd name="connsiteX455" fmla="*/ 2106596 w 5408405"/>
              <a:gd name="connsiteY455" fmla="*/ 1674222 h 5561888"/>
              <a:gd name="connsiteX456" fmla="*/ 2112853 w 5408405"/>
              <a:gd name="connsiteY456" fmla="*/ 1750149 h 5561888"/>
              <a:gd name="connsiteX457" fmla="*/ 2099702 w 5408405"/>
              <a:gd name="connsiteY457" fmla="*/ 1803568 h 5561888"/>
              <a:gd name="connsiteX458" fmla="*/ 2108146 w 5408405"/>
              <a:gd name="connsiteY458" fmla="*/ 1861516 h 5561888"/>
              <a:gd name="connsiteX459" fmla="*/ 2118353 w 5408405"/>
              <a:gd name="connsiteY459" fmla="*/ 1864386 h 5561888"/>
              <a:gd name="connsiteX460" fmla="*/ 2195616 w 5408405"/>
              <a:gd name="connsiteY460" fmla="*/ 1870044 h 5561888"/>
              <a:gd name="connsiteX461" fmla="*/ 2210032 w 5408405"/>
              <a:gd name="connsiteY461" fmla="*/ 1874658 h 5561888"/>
              <a:gd name="connsiteX462" fmla="*/ 2245025 w 5408405"/>
              <a:gd name="connsiteY462" fmla="*/ 1899374 h 5561888"/>
              <a:gd name="connsiteX463" fmla="*/ 2262548 w 5408405"/>
              <a:gd name="connsiteY463" fmla="*/ 1915785 h 5561888"/>
              <a:gd name="connsiteX464" fmla="*/ 3291650 w 5408405"/>
              <a:gd name="connsiteY464" fmla="*/ 225494 h 5561888"/>
              <a:gd name="connsiteX465" fmla="*/ 3646505 w 5408405"/>
              <a:gd name="connsiteY465" fmla="*/ 225494 h 5561888"/>
              <a:gd name="connsiteX466" fmla="*/ 3643558 w 5408405"/>
              <a:gd name="connsiteY466" fmla="*/ 219709 h 5561888"/>
              <a:gd name="connsiteX467" fmla="*/ 3654871 w 5408405"/>
              <a:gd name="connsiteY467" fmla="*/ 121630 h 5561888"/>
              <a:gd name="connsiteX468" fmla="*/ 3752918 w 5408405"/>
              <a:gd name="connsiteY468" fmla="*/ 98996 h 5561888"/>
              <a:gd name="connsiteX469" fmla="*/ 3771774 w 5408405"/>
              <a:gd name="connsiteY469" fmla="*/ 106540 h 5561888"/>
              <a:gd name="connsiteX470" fmla="*/ 3858507 w 5408405"/>
              <a:gd name="connsiteY470" fmla="*/ 87679 h 5561888"/>
              <a:gd name="connsiteX471" fmla="*/ 3971639 w 5408405"/>
              <a:gd name="connsiteY471" fmla="*/ 80134 h 5561888"/>
              <a:gd name="connsiteX472" fmla="*/ 4137564 w 5408405"/>
              <a:gd name="connsiteY472" fmla="*/ 72590 h 5561888"/>
              <a:gd name="connsiteX473" fmla="*/ 4216756 w 5408405"/>
              <a:gd name="connsiteY473" fmla="*/ 72590 h 5561888"/>
              <a:gd name="connsiteX474" fmla="*/ 4220527 w 5408405"/>
              <a:gd name="connsiteY474" fmla="*/ 76362 h 5561888"/>
              <a:gd name="connsiteX475" fmla="*/ 4307261 w 5408405"/>
              <a:gd name="connsiteY475" fmla="*/ 57500 h 5561888"/>
              <a:gd name="connsiteX476" fmla="*/ 4360056 w 5408405"/>
              <a:gd name="connsiteY476" fmla="*/ 12233 h 5561888"/>
              <a:gd name="connsiteX477" fmla="*/ 4427934 w 5408405"/>
              <a:gd name="connsiteY477" fmla="*/ 16005 h 5561888"/>
              <a:gd name="connsiteX478" fmla="*/ 4556150 w 5408405"/>
              <a:gd name="connsiteY478" fmla="*/ 16005 h 5561888"/>
              <a:gd name="connsiteX479" fmla="*/ 4585316 w 5408405"/>
              <a:gd name="connsiteY479" fmla="*/ 91 h 5561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</a:cxnLst>
            <a:rect l="l" t="t" r="r" b="b"/>
            <a:pathLst>
              <a:path w="5408405" h="5561888">
                <a:moveTo>
                  <a:pt x="4336617" y="2979311"/>
                </a:moveTo>
                <a:lnTo>
                  <a:pt x="4337062" y="2980996"/>
                </a:lnTo>
                <a:lnTo>
                  <a:pt x="4335592" y="2981017"/>
                </a:lnTo>
                <a:close/>
                <a:moveTo>
                  <a:pt x="1888921" y="2261506"/>
                </a:moveTo>
                <a:lnTo>
                  <a:pt x="1889365" y="2263191"/>
                </a:lnTo>
                <a:lnTo>
                  <a:pt x="1887895" y="2263212"/>
                </a:lnTo>
                <a:close/>
                <a:moveTo>
                  <a:pt x="3291650" y="1876983"/>
                </a:moveTo>
                <a:lnTo>
                  <a:pt x="2384076" y="3290419"/>
                </a:lnTo>
                <a:lnTo>
                  <a:pt x="3291650" y="3290419"/>
                </a:lnTo>
                <a:close/>
                <a:moveTo>
                  <a:pt x="4585316" y="91"/>
                </a:moveTo>
                <a:cubicBezTo>
                  <a:pt x="4588911" y="444"/>
                  <a:pt x="4592917" y="1859"/>
                  <a:pt x="4597631" y="4688"/>
                </a:cubicBezTo>
                <a:cubicBezTo>
                  <a:pt x="4605173" y="46184"/>
                  <a:pt x="4590089" y="87679"/>
                  <a:pt x="4597631" y="129174"/>
                </a:cubicBezTo>
                <a:cubicBezTo>
                  <a:pt x="4642884" y="140491"/>
                  <a:pt x="4680594" y="121630"/>
                  <a:pt x="4718305" y="117857"/>
                </a:cubicBezTo>
                <a:cubicBezTo>
                  <a:pt x="4759786" y="110313"/>
                  <a:pt x="4797496" y="98996"/>
                  <a:pt x="4838978" y="114085"/>
                </a:cubicBezTo>
                <a:cubicBezTo>
                  <a:pt x="4831436" y="132947"/>
                  <a:pt x="4827665" y="148036"/>
                  <a:pt x="4827665" y="166897"/>
                </a:cubicBezTo>
                <a:cubicBezTo>
                  <a:pt x="4823894" y="215937"/>
                  <a:pt x="4842749" y="238571"/>
                  <a:pt x="4895544" y="246116"/>
                </a:cubicBezTo>
                <a:cubicBezTo>
                  <a:pt x="4940796" y="249888"/>
                  <a:pt x="4978506" y="234799"/>
                  <a:pt x="5001133" y="193303"/>
                </a:cubicBezTo>
                <a:cubicBezTo>
                  <a:pt x="5016217" y="163125"/>
                  <a:pt x="5031301" y="140491"/>
                  <a:pt x="5061469" y="129174"/>
                </a:cubicBezTo>
                <a:cubicBezTo>
                  <a:pt x="5076554" y="121630"/>
                  <a:pt x="5091638" y="121630"/>
                  <a:pt x="5102951" y="136719"/>
                </a:cubicBezTo>
                <a:cubicBezTo>
                  <a:pt x="5114264" y="144263"/>
                  <a:pt x="5114264" y="159353"/>
                  <a:pt x="5110493" y="170670"/>
                </a:cubicBezTo>
                <a:cubicBezTo>
                  <a:pt x="5099180" y="200848"/>
                  <a:pt x="5080324" y="227254"/>
                  <a:pt x="5053927" y="246116"/>
                </a:cubicBezTo>
                <a:cubicBezTo>
                  <a:pt x="5027530" y="264977"/>
                  <a:pt x="5001133" y="280066"/>
                  <a:pt x="4978506" y="295156"/>
                </a:cubicBezTo>
                <a:cubicBezTo>
                  <a:pt x="4955880" y="310245"/>
                  <a:pt x="4952109" y="325334"/>
                  <a:pt x="4959651" y="347968"/>
                </a:cubicBezTo>
                <a:cubicBezTo>
                  <a:pt x="4982278" y="404552"/>
                  <a:pt x="5001133" y="457365"/>
                  <a:pt x="5019988" y="517722"/>
                </a:cubicBezTo>
                <a:cubicBezTo>
                  <a:pt x="5027530" y="544128"/>
                  <a:pt x="5042614" y="559217"/>
                  <a:pt x="5072782" y="562989"/>
                </a:cubicBezTo>
                <a:cubicBezTo>
                  <a:pt x="5099180" y="566762"/>
                  <a:pt x="5125577" y="566762"/>
                  <a:pt x="5151974" y="574306"/>
                </a:cubicBezTo>
                <a:cubicBezTo>
                  <a:pt x="5185914" y="585623"/>
                  <a:pt x="5193456" y="608257"/>
                  <a:pt x="5174600" y="638435"/>
                </a:cubicBezTo>
                <a:cubicBezTo>
                  <a:pt x="5159516" y="661069"/>
                  <a:pt x="5140661" y="683703"/>
                  <a:pt x="5125577" y="706337"/>
                </a:cubicBezTo>
                <a:cubicBezTo>
                  <a:pt x="5095409" y="747832"/>
                  <a:pt x="5076554" y="793100"/>
                  <a:pt x="5084096" y="845912"/>
                </a:cubicBezTo>
                <a:cubicBezTo>
                  <a:pt x="5087867" y="891180"/>
                  <a:pt x="5102951" y="913814"/>
                  <a:pt x="5148203" y="921358"/>
                </a:cubicBezTo>
                <a:cubicBezTo>
                  <a:pt x="5178372" y="928903"/>
                  <a:pt x="5204769" y="936447"/>
                  <a:pt x="5231166" y="943992"/>
                </a:cubicBezTo>
                <a:cubicBezTo>
                  <a:pt x="5227395" y="981715"/>
                  <a:pt x="5182143" y="977943"/>
                  <a:pt x="5174600" y="1008121"/>
                </a:cubicBezTo>
                <a:cubicBezTo>
                  <a:pt x="5223624" y="1011893"/>
                  <a:pt x="5227395" y="1011893"/>
                  <a:pt x="5261334" y="1045844"/>
                </a:cubicBezTo>
                <a:cubicBezTo>
                  <a:pt x="5299045" y="1083567"/>
                  <a:pt x="5336755" y="1106201"/>
                  <a:pt x="5393321" y="1102429"/>
                </a:cubicBezTo>
                <a:cubicBezTo>
                  <a:pt x="5400863" y="1098656"/>
                  <a:pt x="5404634" y="1102429"/>
                  <a:pt x="5408405" y="1109973"/>
                </a:cubicBezTo>
                <a:cubicBezTo>
                  <a:pt x="5393321" y="1128835"/>
                  <a:pt x="5366924" y="1125063"/>
                  <a:pt x="5351839" y="1140152"/>
                </a:cubicBezTo>
                <a:cubicBezTo>
                  <a:pt x="5351839" y="1143924"/>
                  <a:pt x="5351839" y="1147696"/>
                  <a:pt x="5351839" y="1155241"/>
                </a:cubicBezTo>
                <a:cubicBezTo>
                  <a:pt x="5355610" y="1234459"/>
                  <a:pt x="5370695" y="1317450"/>
                  <a:pt x="5325442" y="1396668"/>
                </a:cubicBezTo>
                <a:cubicBezTo>
                  <a:pt x="5314129" y="1415530"/>
                  <a:pt x="5321671" y="1434391"/>
                  <a:pt x="5332984" y="1453253"/>
                </a:cubicBezTo>
                <a:cubicBezTo>
                  <a:pt x="5340526" y="1468342"/>
                  <a:pt x="5340526" y="1487203"/>
                  <a:pt x="5317900" y="1494748"/>
                </a:cubicBezTo>
                <a:cubicBezTo>
                  <a:pt x="5302816" y="1502293"/>
                  <a:pt x="5295274" y="1513609"/>
                  <a:pt x="5272648" y="1494748"/>
                </a:cubicBezTo>
                <a:cubicBezTo>
                  <a:pt x="5246250" y="1468342"/>
                  <a:pt x="5219853" y="1475886"/>
                  <a:pt x="5204769" y="1509837"/>
                </a:cubicBezTo>
                <a:cubicBezTo>
                  <a:pt x="5197227" y="1528699"/>
                  <a:pt x="5193456" y="1547560"/>
                  <a:pt x="5185914" y="1566422"/>
                </a:cubicBezTo>
                <a:cubicBezTo>
                  <a:pt x="5167058" y="1626779"/>
                  <a:pt x="5121806" y="1672046"/>
                  <a:pt x="5076554" y="1713542"/>
                </a:cubicBezTo>
                <a:cubicBezTo>
                  <a:pt x="5072782" y="1721086"/>
                  <a:pt x="5057698" y="1724859"/>
                  <a:pt x="5050156" y="1721086"/>
                </a:cubicBezTo>
                <a:cubicBezTo>
                  <a:pt x="5001133" y="1717314"/>
                  <a:pt x="4948338" y="1739948"/>
                  <a:pt x="4899314" y="1721086"/>
                </a:cubicBezTo>
                <a:cubicBezTo>
                  <a:pt x="4891772" y="1770126"/>
                  <a:pt x="4937025" y="1796532"/>
                  <a:pt x="4929483" y="1845572"/>
                </a:cubicBezTo>
                <a:cubicBezTo>
                  <a:pt x="4895544" y="1819166"/>
                  <a:pt x="4869146" y="1800305"/>
                  <a:pt x="4842749" y="1777671"/>
                </a:cubicBezTo>
                <a:cubicBezTo>
                  <a:pt x="4801268" y="1743720"/>
                  <a:pt x="4759786" y="1721086"/>
                  <a:pt x="4706992" y="1743720"/>
                </a:cubicBezTo>
                <a:cubicBezTo>
                  <a:pt x="4657968" y="1762582"/>
                  <a:pt x="4650426" y="1807849"/>
                  <a:pt x="4642884" y="1853117"/>
                </a:cubicBezTo>
                <a:cubicBezTo>
                  <a:pt x="4631571" y="1932335"/>
                  <a:pt x="4620258" y="1939880"/>
                  <a:pt x="4548608" y="1909701"/>
                </a:cubicBezTo>
                <a:cubicBezTo>
                  <a:pt x="4514668" y="1894612"/>
                  <a:pt x="4514668" y="1894612"/>
                  <a:pt x="4484500" y="1932335"/>
                </a:cubicBezTo>
                <a:cubicBezTo>
                  <a:pt x="4458103" y="1970058"/>
                  <a:pt x="4431706" y="2007781"/>
                  <a:pt x="4378911" y="1996464"/>
                </a:cubicBezTo>
                <a:cubicBezTo>
                  <a:pt x="4352514" y="1988920"/>
                  <a:pt x="4348743" y="2007781"/>
                  <a:pt x="4344972" y="2026643"/>
                </a:cubicBezTo>
                <a:cubicBezTo>
                  <a:pt x="4337430" y="2060594"/>
                  <a:pt x="4348743" y="2090772"/>
                  <a:pt x="4360056" y="2120951"/>
                </a:cubicBezTo>
                <a:cubicBezTo>
                  <a:pt x="4378911" y="2166218"/>
                  <a:pt x="4378911" y="2207714"/>
                  <a:pt x="4356285" y="2249209"/>
                </a:cubicBezTo>
                <a:cubicBezTo>
                  <a:pt x="4341201" y="2249209"/>
                  <a:pt x="4326116" y="2249209"/>
                  <a:pt x="4311032" y="2249209"/>
                </a:cubicBezTo>
                <a:cubicBezTo>
                  <a:pt x="4307261" y="2222803"/>
                  <a:pt x="4307261" y="2196397"/>
                  <a:pt x="4311032" y="2166218"/>
                </a:cubicBezTo>
                <a:cubicBezTo>
                  <a:pt x="4311032" y="2143584"/>
                  <a:pt x="4314803" y="2120951"/>
                  <a:pt x="4307261" y="2102089"/>
                </a:cubicBezTo>
                <a:lnTo>
                  <a:pt x="4293453" y="2062720"/>
                </a:lnTo>
                <a:lnTo>
                  <a:pt x="4293453" y="2298718"/>
                </a:lnTo>
                <a:lnTo>
                  <a:pt x="4314960" y="2298021"/>
                </a:lnTo>
                <a:cubicBezTo>
                  <a:pt x="4322792" y="2296057"/>
                  <a:pt x="4329622" y="2291487"/>
                  <a:pt x="4334595" y="2281553"/>
                </a:cubicBezTo>
                <a:cubicBezTo>
                  <a:pt x="4336947" y="2277935"/>
                  <a:pt x="4341142" y="2278483"/>
                  <a:pt x="4344746" y="2279636"/>
                </a:cubicBezTo>
                <a:cubicBezTo>
                  <a:pt x="4363357" y="2284799"/>
                  <a:pt x="4383687" y="2283359"/>
                  <a:pt x="4402848" y="2284326"/>
                </a:cubicBezTo>
                <a:cubicBezTo>
                  <a:pt x="4432188" y="2285770"/>
                  <a:pt x="4457429" y="2295043"/>
                  <a:pt x="4473289" y="2321185"/>
                </a:cubicBezTo>
                <a:cubicBezTo>
                  <a:pt x="4479987" y="2331278"/>
                  <a:pt x="4490166" y="2331754"/>
                  <a:pt x="4499740" y="2331640"/>
                </a:cubicBezTo>
                <a:cubicBezTo>
                  <a:pt x="4521886" y="2331973"/>
                  <a:pt x="4527347" y="2338490"/>
                  <a:pt x="4524595" y="2359469"/>
                </a:cubicBezTo>
                <a:cubicBezTo>
                  <a:pt x="4520661" y="2381658"/>
                  <a:pt x="4520661" y="2381658"/>
                  <a:pt x="4544622" y="2383765"/>
                </a:cubicBezTo>
                <a:cubicBezTo>
                  <a:pt x="4550014" y="2384299"/>
                  <a:pt x="4554210" y="2384847"/>
                  <a:pt x="4554292" y="2392027"/>
                </a:cubicBezTo>
                <a:cubicBezTo>
                  <a:pt x="4556382" y="2417735"/>
                  <a:pt x="4559656" y="2442232"/>
                  <a:pt x="4560549" y="2467954"/>
                </a:cubicBezTo>
                <a:cubicBezTo>
                  <a:pt x="4561966" y="2487088"/>
                  <a:pt x="4557385" y="2505096"/>
                  <a:pt x="4547398" y="2521373"/>
                </a:cubicBezTo>
                <a:cubicBezTo>
                  <a:pt x="4541538" y="2532216"/>
                  <a:pt x="4547356" y="2569847"/>
                  <a:pt x="4555843" y="2579321"/>
                </a:cubicBezTo>
                <a:cubicBezTo>
                  <a:pt x="4558869" y="2582277"/>
                  <a:pt x="4561290" y="2584642"/>
                  <a:pt x="4566049" y="2582191"/>
                </a:cubicBezTo>
                <a:cubicBezTo>
                  <a:pt x="4592858" y="2571696"/>
                  <a:pt x="4618072" y="2578576"/>
                  <a:pt x="4643312" y="2587849"/>
                </a:cubicBezTo>
                <a:cubicBezTo>
                  <a:pt x="4648718" y="2589579"/>
                  <a:pt x="4652928" y="2591324"/>
                  <a:pt x="4657728" y="2592463"/>
                </a:cubicBezTo>
                <a:cubicBezTo>
                  <a:pt x="4673327" y="2595867"/>
                  <a:pt x="4684757" y="2601116"/>
                  <a:pt x="4692721" y="2617179"/>
                </a:cubicBezTo>
                <a:cubicBezTo>
                  <a:pt x="4700685" y="2633242"/>
                  <a:pt x="4719296" y="2638404"/>
                  <a:pt x="4736105" y="2642990"/>
                </a:cubicBezTo>
                <a:cubicBezTo>
                  <a:pt x="4743918" y="2645889"/>
                  <a:pt x="4748732" y="2648225"/>
                  <a:pt x="4750038" y="2657785"/>
                </a:cubicBezTo>
                <a:cubicBezTo>
                  <a:pt x="4756475" y="2697205"/>
                  <a:pt x="4769473" y="2734751"/>
                  <a:pt x="4796763" y="2766142"/>
                </a:cubicBezTo>
                <a:cubicBezTo>
                  <a:pt x="4800408" y="2770886"/>
                  <a:pt x="4801041" y="2773870"/>
                  <a:pt x="4795690" y="2776927"/>
                </a:cubicBezTo>
                <a:cubicBezTo>
                  <a:pt x="4775497" y="2790334"/>
                  <a:pt x="4773928" y="2810101"/>
                  <a:pt x="4777160" y="2831008"/>
                </a:cubicBezTo>
                <a:cubicBezTo>
                  <a:pt x="4778467" y="2840567"/>
                  <a:pt x="4777944" y="2847156"/>
                  <a:pt x="4766623" y="2851481"/>
                </a:cubicBezTo>
                <a:cubicBezTo>
                  <a:pt x="4751713" y="2855849"/>
                  <a:pt x="4747682" y="2869661"/>
                  <a:pt x="4746650" y="2884036"/>
                </a:cubicBezTo>
                <a:cubicBezTo>
                  <a:pt x="4745591" y="2896018"/>
                  <a:pt x="4745742" y="2909181"/>
                  <a:pt x="4744682" y="2921163"/>
                </a:cubicBezTo>
                <a:cubicBezTo>
                  <a:pt x="4743850" y="2926858"/>
                  <a:pt x="4742106" y="2931367"/>
                  <a:pt x="4739063" y="2933424"/>
                </a:cubicBezTo>
                <a:cubicBezTo>
                  <a:pt x="4736020" y="2935480"/>
                  <a:pt x="4731677" y="2935083"/>
                  <a:pt x="4725645" y="2930966"/>
                </a:cubicBezTo>
                <a:cubicBezTo>
                  <a:pt x="4723224" y="2928601"/>
                  <a:pt x="4720212" y="2926842"/>
                  <a:pt x="4716608" y="2925688"/>
                </a:cubicBezTo>
                <a:cubicBezTo>
                  <a:pt x="4712399" y="2923943"/>
                  <a:pt x="4707557" y="2919214"/>
                  <a:pt x="4702811" y="2922861"/>
                </a:cubicBezTo>
                <a:cubicBezTo>
                  <a:pt x="4699262" y="2926494"/>
                  <a:pt x="4699922" y="2931872"/>
                  <a:pt x="4700569" y="2936054"/>
                </a:cubicBezTo>
                <a:cubicBezTo>
                  <a:pt x="4701985" y="2955187"/>
                  <a:pt x="4697831" y="2958229"/>
                  <a:pt x="4679798" y="2951264"/>
                </a:cubicBezTo>
                <a:cubicBezTo>
                  <a:pt x="4675589" y="2949519"/>
                  <a:pt x="4672577" y="2947759"/>
                  <a:pt x="4668381" y="2947211"/>
                </a:cubicBezTo>
                <a:cubicBezTo>
                  <a:pt x="4662384" y="2946086"/>
                  <a:pt x="4656992" y="2945552"/>
                  <a:pt x="4653498" y="2953973"/>
                </a:cubicBezTo>
                <a:cubicBezTo>
                  <a:pt x="4651200" y="2962378"/>
                  <a:pt x="4653621" y="2964743"/>
                  <a:pt x="4659646" y="2968262"/>
                </a:cubicBezTo>
                <a:lnTo>
                  <a:pt x="4669796" y="2976183"/>
                </a:lnTo>
                <a:lnTo>
                  <a:pt x="4576498" y="2977532"/>
                </a:lnTo>
                <a:lnTo>
                  <a:pt x="4575299" y="2971067"/>
                </a:lnTo>
                <a:cubicBezTo>
                  <a:pt x="4571035" y="2964535"/>
                  <a:pt x="4565629" y="2962805"/>
                  <a:pt x="4558476" y="2965284"/>
                </a:cubicBezTo>
                <a:cubicBezTo>
                  <a:pt x="4553112" y="2967144"/>
                  <a:pt x="4548352" y="2969594"/>
                  <a:pt x="4542988" y="2971454"/>
                </a:cubicBezTo>
                <a:cubicBezTo>
                  <a:pt x="4534047" y="2974553"/>
                  <a:pt x="4527444" y="2972837"/>
                  <a:pt x="4521364" y="2964532"/>
                </a:cubicBezTo>
                <a:cubicBezTo>
                  <a:pt x="4503125" y="2939616"/>
                  <a:pt x="4480305" y="2932707"/>
                  <a:pt x="4451694" y="2942625"/>
                </a:cubicBezTo>
                <a:cubicBezTo>
                  <a:pt x="4446921" y="2943879"/>
                  <a:pt x="4441020" y="2951131"/>
                  <a:pt x="4436756" y="2944599"/>
                </a:cubicBezTo>
                <a:cubicBezTo>
                  <a:pt x="4431900" y="2938673"/>
                  <a:pt x="4436013" y="2932041"/>
                  <a:pt x="4440731" y="2926000"/>
                </a:cubicBezTo>
                <a:cubicBezTo>
                  <a:pt x="4441323" y="2925394"/>
                  <a:pt x="4441914" y="2924789"/>
                  <a:pt x="4442506" y="2924183"/>
                </a:cubicBezTo>
                <a:cubicBezTo>
                  <a:pt x="4454281" y="2907286"/>
                  <a:pt x="4451764" y="2896544"/>
                  <a:pt x="4433167" y="2892578"/>
                </a:cubicBezTo>
                <a:cubicBezTo>
                  <a:pt x="4415766" y="2888597"/>
                  <a:pt x="4409068" y="2878504"/>
                  <a:pt x="4405904" y="2863581"/>
                </a:cubicBezTo>
                <a:cubicBezTo>
                  <a:pt x="4401489" y="2843885"/>
                  <a:pt x="4394695" y="2825415"/>
                  <a:pt x="4376015" y="2814268"/>
                </a:cubicBezTo>
                <a:cubicBezTo>
                  <a:pt x="4367583" y="2809582"/>
                  <a:pt x="4371063" y="2799965"/>
                  <a:pt x="4373993" y="2794544"/>
                </a:cubicBezTo>
                <a:cubicBezTo>
                  <a:pt x="4383925" y="2773480"/>
                  <a:pt x="4380734" y="2756163"/>
                  <a:pt x="4366773" y="2738976"/>
                </a:cubicBezTo>
                <a:cubicBezTo>
                  <a:pt x="4358272" y="2728305"/>
                  <a:pt x="4360006" y="2722899"/>
                  <a:pt x="4375522" y="2719122"/>
                </a:cubicBezTo>
                <a:cubicBezTo>
                  <a:pt x="4408342" y="2710949"/>
                  <a:pt x="4428838" y="2671805"/>
                  <a:pt x="4416528" y="2642030"/>
                </a:cubicBezTo>
                <a:cubicBezTo>
                  <a:pt x="4414066" y="2636075"/>
                  <a:pt x="4410985" y="2628333"/>
                  <a:pt x="4403213" y="2629024"/>
                </a:cubicBezTo>
                <a:cubicBezTo>
                  <a:pt x="4395441" y="2629716"/>
                  <a:pt x="4387711" y="2633997"/>
                  <a:pt x="4386019" y="2642994"/>
                </a:cubicBezTo>
                <a:cubicBezTo>
                  <a:pt x="4384285" y="2648401"/>
                  <a:pt x="4383763" y="2654990"/>
                  <a:pt x="4382635" y="2660988"/>
                </a:cubicBezTo>
                <a:cubicBezTo>
                  <a:pt x="4382112" y="2667577"/>
                  <a:pt x="4380379" y="2672984"/>
                  <a:pt x="4373789" y="2672465"/>
                </a:cubicBezTo>
                <a:cubicBezTo>
                  <a:pt x="4366004" y="2671959"/>
                  <a:pt x="4364739" y="2665990"/>
                  <a:pt x="4364670" y="2660006"/>
                </a:cubicBezTo>
                <a:cubicBezTo>
                  <a:pt x="4364010" y="2654628"/>
                  <a:pt x="4365138" y="2648630"/>
                  <a:pt x="4365083" y="2643843"/>
                </a:cubicBezTo>
                <a:cubicBezTo>
                  <a:pt x="4364960" y="2633073"/>
                  <a:pt x="4360654" y="2622951"/>
                  <a:pt x="4349279" y="2622489"/>
                </a:cubicBezTo>
                <a:cubicBezTo>
                  <a:pt x="4339705" y="2622603"/>
                  <a:pt x="4338040" y="2633994"/>
                  <a:pt x="4336940" y="2642385"/>
                </a:cubicBezTo>
                <a:cubicBezTo>
                  <a:pt x="4335825" y="2649580"/>
                  <a:pt x="4338315" y="2657928"/>
                  <a:pt x="4334807" y="2665152"/>
                </a:cubicBezTo>
                <a:cubicBezTo>
                  <a:pt x="4330144" y="2675979"/>
                  <a:pt x="4324201" y="2679641"/>
                  <a:pt x="4315109" y="2669577"/>
                </a:cubicBezTo>
                <a:cubicBezTo>
                  <a:pt x="4302386" y="2655965"/>
                  <a:pt x="4296815" y="2639874"/>
                  <a:pt x="4293624" y="2622557"/>
                </a:cubicBezTo>
                <a:lnTo>
                  <a:pt x="4293453" y="2622155"/>
                </a:lnTo>
                <a:lnTo>
                  <a:pt x="4293453" y="3290419"/>
                </a:lnTo>
                <a:lnTo>
                  <a:pt x="4819151" y="3290419"/>
                </a:lnTo>
                <a:lnTo>
                  <a:pt x="4618033" y="3783581"/>
                </a:lnTo>
                <a:lnTo>
                  <a:pt x="4631595" y="3794382"/>
                </a:lnTo>
                <a:cubicBezTo>
                  <a:pt x="4641671" y="3804889"/>
                  <a:pt x="4649347" y="3817308"/>
                  <a:pt x="4653185" y="3834503"/>
                </a:cubicBezTo>
                <a:cubicBezTo>
                  <a:pt x="4657023" y="3872714"/>
                  <a:pt x="4676215" y="3907103"/>
                  <a:pt x="4695406" y="3937672"/>
                </a:cubicBezTo>
                <a:cubicBezTo>
                  <a:pt x="4714598" y="3972062"/>
                  <a:pt x="4729951" y="4006451"/>
                  <a:pt x="4749142" y="4037020"/>
                </a:cubicBezTo>
                <a:cubicBezTo>
                  <a:pt x="4764495" y="4071410"/>
                  <a:pt x="4795201" y="4101979"/>
                  <a:pt x="4833584" y="4121084"/>
                </a:cubicBezTo>
                <a:cubicBezTo>
                  <a:pt x="4833584" y="4166937"/>
                  <a:pt x="4833584" y="4212790"/>
                  <a:pt x="4833584" y="4258643"/>
                </a:cubicBezTo>
                <a:cubicBezTo>
                  <a:pt x="4810554" y="4270106"/>
                  <a:pt x="4799040" y="4285390"/>
                  <a:pt x="4787525" y="4312138"/>
                </a:cubicBezTo>
                <a:cubicBezTo>
                  <a:pt x="4772172" y="4342706"/>
                  <a:pt x="4737627" y="4365633"/>
                  <a:pt x="4703083" y="4365633"/>
                </a:cubicBezTo>
                <a:cubicBezTo>
                  <a:pt x="4668538" y="4365633"/>
                  <a:pt x="4637832" y="4373275"/>
                  <a:pt x="4603288" y="4380917"/>
                </a:cubicBezTo>
                <a:cubicBezTo>
                  <a:pt x="4553390" y="4361812"/>
                  <a:pt x="4507331" y="4335064"/>
                  <a:pt x="4488139" y="4273927"/>
                </a:cubicBezTo>
                <a:cubicBezTo>
                  <a:pt x="4484301" y="4262464"/>
                  <a:pt x="4461271" y="4254822"/>
                  <a:pt x="4465110" y="4231895"/>
                </a:cubicBezTo>
                <a:cubicBezTo>
                  <a:pt x="4467989" y="4216611"/>
                  <a:pt x="4467269" y="4203954"/>
                  <a:pt x="4463971" y="4193386"/>
                </a:cubicBezTo>
                <a:lnTo>
                  <a:pt x="4454229" y="4178157"/>
                </a:lnTo>
                <a:lnTo>
                  <a:pt x="4293453" y="4178157"/>
                </a:lnTo>
                <a:lnTo>
                  <a:pt x="4293453" y="4857600"/>
                </a:lnTo>
                <a:lnTo>
                  <a:pt x="3291650" y="4857600"/>
                </a:lnTo>
                <a:lnTo>
                  <a:pt x="3291650" y="4178157"/>
                </a:lnTo>
                <a:lnTo>
                  <a:pt x="2897583" y="4178157"/>
                </a:lnTo>
                <a:lnTo>
                  <a:pt x="2899933" y="4187858"/>
                </a:lnTo>
                <a:cubicBezTo>
                  <a:pt x="2898048" y="4212333"/>
                  <a:pt x="2905588" y="4223629"/>
                  <a:pt x="2922554" y="4233043"/>
                </a:cubicBezTo>
                <a:cubicBezTo>
                  <a:pt x="2922554" y="4240574"/>
                  <a:pt x="2922554" y="4248104"/>
                  <a:pt x="2922554" y="4255635"/>
                </a:cubicBezTo>
                <a:cubicBezTo>
                  <a:pt x="2903703" y="4266931"/>
                  <a:pt x="2898048" y="4287641"/>
                  <a:pt x="2903703" y="4306468"/>
                </a:cubicBezTo>
                <a:cubicBezTo>
                  <a:pt x="2913129" y="4340356"/>
                  <a:pt x="2901818" y="4366714"/>
                  <a:pt x="2877312" y="4389306"/>
                </a:cubicBezTo>
                <a:cubicBezTo>
                  <a:pt x="2867886" y="4398720"/>
                  <a:pt x="2858461" y="4406250"/>
                  <a:pt x="2854690" y="4419429"/>
                </a:cubicBezTo>
                <a:cubicBezTo>
                  <a:pt x="2850920" y="4440139"/>
                  <a:pt x="2839610" y="4451435"/>
                  <a:pt x="2818873" y="4449552"/>
                </a:cubicBezTo>
                <a:cubicBezTo>
                  <a:pt x="2803793" y="4449552"/>
                  <a:pt x="2792482" y="4458966"/>
                  <a:pt x="2786827" y="4466497"/>
                </a:cubicBezTo>
                <a:cubicBezTo>
                  <a:pt x="2754780" y="4511681"/>
                  <a:pt x="2707652" y="4487206"/>
                  <a:pt x="2668065" y="4492854"/>
                </a:cubicBezTo>
                <a:cubicBezTo>
                  <a:pt x="2651099" y="4494737"/>
                  <a:pt x="2615282" y="4504150"/>
                  <a:pt x="2607742" y="4490972"/>
                </a:cubicBezTo>
                <a:cubicBezTo>
                  <a:pt x="2585120" y="4453318"/>
                  <a:pt x="2526682" y="4468379"/>
                  <a:pt x="2513486" y="4417547"/>
                </a:cubicBezTo>
                <a:cubicBezTo>
                  <a:pt x="2509716" y="4402485"/>
                  <a:pt x="2483325" y="4393072"/>
                  <a:pt x="2507831" y="4372362"/>
                </a:cubicBezTo>
                <a:cubicBezTo>
                  <a:pt x="2515371" y="4366714"/>
                  <a:pt x="2513486" y="4355418"/>
                  <a:pt x="2505946" y="4353535"/>
                </a:cubicBezTo>
                <a:cubicBezTo>
                  <a:pt x="2475784" y="4342239"/>
                  <a:pt x="2477669" y="4325295"/>
                  <a:pt x="2496520" y="4302702"/>
                </a:cubicBezTo>
                <a:cubicBezTo>
                  <a:pt x="2502176" y="4295172"/>
                  <a:pt x="2494635" y="4285758"/>
                  <a:pt x="2490865" y="4278227"/>
                </a:cubicBezTo>
                <a:cubicBezTo>
                  <a:pt x="2483325" y="4266931"/>
                  <a:pt x="2481440" y="4255635"/>
                  <a:pt x="2492750" y="4246222"/>
                </a:cubicBezTo>
                <a:cubicBezTo>
                  <a:pt x="2504061" y="4236808"/>
                  <a:pt x="2502176" y="4225512"/>
                  <a:pt x="2505946" y="4214216"/>
                </a:cubicBezTo>
                <a:lnTo>
                  <a:pt x="2519389" y="4178157"/>
                </a:lnTo>
                <a:lnTo>
                  <a:pt x="1895054" y="4178157"/>
                </a:lnTo>
                <a:lnTo>
                  <a:pt x="1904034" y="4212935"/>
                </a:lnTo>
                <a:cubicBezTo>
                  <a:pt x="1907534" y="4221099"/>
                  <a:pt x="1911035" y="4228097"/>
                  <a:pt x="1913368" y="4235094"/>
                </a:cubicBezTo>
                <a:cubicBezTo>
                  <a:pt x="1933204" y="4278245"/>
                  <a:pt x="1933204" y="4278245"/>
                  <a:pt x="1897032" y="4308568"/>
                </a:cubicBezTo>
                <a:cubicBezTo>
                  <a:pt x="1890031" y="4314399"/>
                  <a:pt x="1885364" y="4320230"/>
                  <a:pt x="1887698" y="4331893"/>
                </a:cubicBezTo>
                <a:cubicBezTo>
                  <a:pt x="1890031" y="4344722"/>
                  <a:pt x="1888865" y="4358717"/>
                  <a:pt x="1886531" y="4371546"/>
                </a:cubicBezTo>
                <a:cubicBezTo>
                  <a:pt x="1881864" y="4391372"/>
                  <a:pt x="1892365" y="4399536"/>
                  <a:pt x="1908701" y="4405367"/>
                </a:cubicBezTo>
                <a:cubicBezTo>
                  <a:pt x="1961209" y="4424027"/>
                  <a:pt x="1961209" y="4424027"/>
                  <a:pt x="1929704" y="4469511"/>
                </a:cubicBezTo>
                <a:cubicBezTo>
                  <a:pt x="1923870" y="4477674"/>
                  <a:pt x="1921536" y="4487004"/>
                  <a:pt x="1921536" y="4497501"/>
                </a:cubicBezTo>
                <a:cubicBezTo>
                  <a:pt x="1921536" y="4505664"/>
                  <a:pt x="1929704" y="4516161"/>
                  <a:pt x="1915702" y="4519659"/>
                </a:cubicBezTo>
                <a:cubicBezTo>
                  <a:pt x="1904034" y="4523158"/>
                  <a:pt x="1892365" y="4521992"/>
                  <a:pt x="1885364" y="4510329"/>
                </a:cubicBezTo>
                <a:cubicBezTo>
                  <a:pt x="1878363" y="4500999"/>
                  <a:pt x="1873696" y="4490503"/>
                  <a:pt x="1867862" y="4478841"/>
                </a:cubicBezTo>
                <a:cubicBezTo>
                  <a:pt x="1839857" y="4489337"/>
                  <a:pt x="1827022" y="4513828"/>
                  <a:pt x="1816521" y="4538320"/>
                </a:cubicBezTo>
                <a:cubicBezTo>
                  <a:pt x="1810687" y="4549982"/>
                  <a:pt x="1821188" y="4560478"/>
                  <a:pt x="1828189" y="4568642"/>
                </a:cubicBezTo>
                <a:cubicBezTo>
                  <a:pt x="1838691" y="4579138"/>
                  <a:pt x="1849192" y="4588468"/>
                  <a:pt x="1858527" y="4597798"/>
                </a:cubicBezTo>
                <a:cubicBezTo>
                  <a:pt x="1869028" y="4608295"/>
                  <a:pt x="1876029" y="4619957"/>
                  <a:pt x="1877196" y="4635118"/>
                </a:cubicBezTo>
                <a:cubicBezTo>
                  <a:pt x="1878363" y="4654945"/>
                  <a:pt x="1872529" y="4659610"/>
                  <a:pt x="1852693" y="4654945"/>
                </a:cubicBezTo>
                <a:cubicBezTo>
                  <a:pt x="1828189" y="4647947"/>
                  <a:pt x="1822355" y="4654945"/>
                  <a:pt x="1825855" y="4679436"/>
                </a:cubicBezTo>
                <a:cubicBezTo>
                  <a:pt x="1827022" y="4693431"/>
                  <a:pt x="1838691" y="4710925"/>
                  <a:pt x="1822355" y="4720255"/>
                </a:cubicBezTo>
                <a:cubicBezTo>
                  <a:pt x="1807186" y="4728419"/>
                  <a:pt x="1793184" y="4713257"/>
                  <a:pt x="1781516" y="4703927"/>
                </a:cubicBezTo>
                <a:cubicBezTo>
                  <a:pt x="1776848" y="4699262"/>
                  <a:pt x="1772181" y="4695764"/>
                  <a:pt x="1766347" y="4692265"/>
                </a:cubicBezTo>
                <a:cubicBezTo>
                  <a:pt x="1759346" y="4687600"/>
                  <a:pt x="1750011" y="4686434"/>
                  <a:pt x="1743010" y="4693431"/>
                </a:cubicBezTo>
                <a:cubicBezTo>
                  <a:pt x="1736009" y="4699262"/>
                  <a:pt x="1738343" y="4707426"/>
                  <a:pt x="1743010" y="4714424"/>
                </a:cubicBezTo>
                <a:cubicBezTo>
                  <a:pt x="1748844" y="4724920"/>
                  <a:pt x="1753512" y="4735416"/>
                  <a:pt x="1741843" y="4745912"/>
                </a:cubicBezTo>
                <a:cubicBezTo>
                  <a:pt x="1730175" y="4755242"/>
                  <a:pt x="1718506" y="4749411"/>
                  <a:pt x="1708005" y="4742414"/>
                </a:cubicBezTo>
                <a:cubicBezTo>
                  <a:pt x="1706838" y="4741247"/>
                  <a:pt x="1704504" y="4738915"/>
                  <a:pt x="1702171" y="4737749"/>
                </a:cubicBezTo>
                <a:cubicBezTo>
                  <a:pt x="1673000" y="4716756"/>
                  <a:pt x="1665999" y="4719089"/>
                  <a:pt x="1651997" y="4752910"/>
                </a:cubicBezTo>
                <a:cubicBezTo>
                  <a:pt x="1646162" y="4769237"/>
                  <a:pt x="1640328" y="4782066"/>
                  <a:pt x="1620492" y="4779734"/>
                </a:cubicBezTo>
                <a:cubicBezTo>
                  <a:pt x="1615825" y="4779734"/>
                  <a:pt x="1612324" y="4779734"/>
                  <a:pt x="1608824" y="4778567"/>
                </a:cubicBezTo>
                <a:cubicBezTo>
                  <a:pt x="1588987" y="4771570"/>
                  <a:pt x="1571485" y="4780900"/>
                  <a:pt x="1573819" y="4800726"/>
                </a:cubicBezTo>
                <a:cubicBezTo>
                  <a:pt x="1576152" y="4820552"/>
                  <a:pt x="1565651" y="4827550"/>
                  <a:pt x="1551649" y="4828716"/>
                </a:cubicBezTo>
                <a:cubicBezTo>
                  <a:pt x="1506142" y="4831049"/>
                  <a:pt x="1496807" y="4859039"/>
                  <a:pt x="1495640" y="4898691"/>
                </a:cubicBezTo>
                <a:cubicBezTo>
                  <a:pt x="1494474" y="4926681"/>
                  <a:pt x="1487473" y="4954671"/>
                  <a:pt x="1479305" y="4982661"/>
                </a:cubicBezTo>
                <a:cubicBezTo>
                  <a:pt x="1474637" y="4995490"/>
                  <a:pt x="1467636" y="5003654"/>
                  <a:pt x="1453634" y="5007153"/>
                </a:cubicBezTo>
                <a:cubicBezTo>
                  <a:pt x="1405794" y="5021148"/>
                  <a:pt x="1357954" y="5024647"/>
                  <a:pt x="1313614" y="4994324"/>
                </a:cubicBezTo>
                <a:cubicBezTo>
                  <a:pt x="1297278" y="4982661"/>
                  <a:pt x="1286777" y="4969833"/>
                  <a:pt x="1289110" y="4947674"/>
                </a:cubicBezTo>
                <a:cubicBezTo>
                  <a:pt x="1293778" y="4915019"/>
                  <a:pt x="1277442" y="4885863"/>
                  <a:pt x="1261106" y="4857873"/>
                </a:cubicBezTo>
                <a:cubicBezTo>
                  <a:pt x="1257606" y="4849709"/>
                  <a:pt x="1250605" y="4848543"/>
                  <a:pt x="1242437" y="4847376"/>
                </a:cubicBezTo>
                <a:cubicBezTo>
                  <a:pt x="1214433" y="4843877"/>
                  <a:pt x="1186429" y="4841545"/>
                  <a:pt x="1158424" y="4842711"/>
                </a:cubicBezTo>
                <a:cubicBezTo>
                  <a:pt x="1140922" y="4842711"/>
                  <a:pt x="1129254" y="4836880"/>
                  <a:pt x="1118752" y="4824051"/>
                </a:cubicBezTo>
                <a:cubicBezTo>
                  <a:pt x="1108250" y="4812389"/>
                  <a:pt x="1098916" y="4799560"/>
                  <a:pt x="1083747" y="4792562"/>
                </a:cubicBezTo>
                <a:cubicBezTo>
                  <a:pt x="1067411" y="4785565"/>
                  <a:pt x="1053409" y="4783232"/>
                  <a:pt x="1035907" y="4794895"/>
                </a:cubicBezTo>
                <a:cubicBezTo>
                  <a:pt x="1014903" y="4810056"/>
                  <a:pt x="996234" y="4803059"/>
                  <a:pt x="988066" y="4777401"/>
                </a:cubicBezTo>
                <a:cubicBezTo>
                  <a:pt x="972897" y="4733084"/>
                  <a:pt x="951894" y="4728419"/>
                  <a:pt x="915722" y="4761074"/>
                </a:cubicBezTo>
                <a:cubicBezTo>
                  <a:pt x="895886" y="4777401"/>
                  <a:pt x="883051" y="4799560"/>
                  <a:pt x="865548" y="4818220"/>
                </a:cubicBezTo>
                <a:cubicBezTo>
                  <a:pt x="851546" y="4832215"/>
                  <a:pt x="837544" y="4845044"/>
                  <a:pt x="810707" y="4848543"/>
                </a:cubicBezTo>
                <a:cubicBezTo>
                  <a:pt x="832877" y="4812389"/>
                  <a:pt x="850379" y="4780900"/>
                  <a:pt x="871382" y="4748245"/>
                </a:cubicBezTo>
                <a:cubicBezTo>
                  <a:pt x="892386" y="4714424"/>
                  <a:pt x="864381" y="4646781"/>
                  <a:pt x="823542" y="4650280"/>
                </a:cubicBezTo>
                <a:cubicBezTo>
                  <a:pt x="775702" y="4653778"/>
                  <a:pt x="760533" y="4628121"/>
                  <a:pt x="751198" y="4589635"/>
                </a:cubicBezTo>
                <a:cubicBezTo>
                  <a:pt x="748865" y="4583803"/>
                  <a:pt x="747698" y="4577972"/>
                  <a:pt x="745364" y="4572141"/>
                </a:cubicBezTo>
                <a:cubicBezTo>
                  <a:pt x="738363" y="4546483"/>
                  <a:pt x="736029" y="4545317"/>
                  <a:pt x="712693" y="4558146"/>
                </a:cubicBezTo>
                <a:cubicBezTo>
                  <a:pt x="692856" y="4569808"/>
                  <a:pt x="677687" y="4586136"/>
                  <a:pt x="663685" y="4604796"/>
                </a:cubicBezTo>
                <a:cubicBezTo>
                  <a:pt x="655518" y="4616458"/>
                  <a:pt x="648517" y="4621123"/>
                  <a:pt x="633348" y="4615292"/>
                </a:cubicBezTo>
                <a:cubicBezTo>
                  <a:pt x="620512" y="4610627"/>
                  <a:pt x="606510" y="4609461"/>
                  <a:pt x="592508" y="4608295"/>
                </a:cubicBezTo>
                <a:cubicBezTo>
                  <a:pt x="583174" y="4607128"/>
                  <a:pt x="575006" y="4611793"/>
                  <a:pt x="572672" y="4621123"/>
                </a:cubicBezTo>
                <a:cubicBezTo>
                  <a:pt x="570338" y="4631620"/>
                  <a:pt x="573839" y="4638617"/>
                  <a:pt x="583174" y="4643282"/>
                </a:cubicBezTo>
                <a:cubicBezTo>
                  <a:pt x="590175" y="4646781"/>
                  <a:pt x="597176" y="4649113"/>
                  <a:pt x="604177" y="4652612"/>
                </a:cubicBezTo>
                <a:cubicBezTo>
                  <a:pt x="615845" y="4658443"/>
                  <a:pt x="620512" y="4666607"/>
                  <a:pt x="618179" y="4680602"/>
                </a:cubicBezTo>
                <a:cubicBezTo>
                  <a:pt x="611178" y="4722587"/>
                  <a:pt x="626347" y="4751744"/>
                  <a:pt x="663685" y="4770404"/>
                </a:cubicBezTo>
                <a:cubicBezTo>
                  <a:pt x="669520" y="4773902"/>
                  <a:pt x="682355" y="4772736"/>
                  <a:pt x="680021" y="4783232"/>
                </a:cubicBezTo>
                <a:cubicBezTo>
                  <a:pt x="678854" y="4793729"/>
                  <a:pt x="668353" y="4796061"/>
                  <a:pt x="657851" y="4797227"/>
                </a:cubicBezTo>
                <a:cubicBezTo>
                  <a:pt x="656684" y="4797227"/>
                  <a:pt x="655518" y="4797227"/>
                  <a:pt x="654351" y="4797227"/>
                </a:cubicBezTo>
                <a:cubicBezTo>
                  <a:pt x="626347" y="4801892"/>
                  <a:pt x="618179" y="4814721"/>
                  <a:pt x="632181" y="4836880"/>
                </a:cubicBezTo>
                <a:cubicBezTo>
                  <a:pt x="645016" y="4857873"/>
                  <a:pt x="641515" y="4874200"/>
                  <a:pt x="629847" y="4891694"/>
                </a:cubicBezTo>
                <a:cubicBezTo>
                  <a:pt x="614678" y="4915019"/>
                  <a:pt x="603010" y="4939510"/>
                  <a:pt x="610011" y="4968666"/>
                </a:cubicBezTo>
                <a:cubicBezTo>
                  <a:pt x="613511" y="4981495"/>
                  <a:pt x="600676" y="4987326"/>
                  <a:pt x="592508" y="4989659"/>
                </a:cubicBezTo>
                <a:cubicBezTo>
                  <a:pt x="562171" y="5000155"/>
                  <a:pt x="548169" y="5019982"/>
                  <a:pt x="544668" y="5050304"/>
                </a:cubicBezTo>
                <a:cubicBezTo>
                  <a:pt x="542334" y="5068964"/>
                  <a:pt x="535333" y="5072463"/>
                  <a:pt x="516664" y="5060800"/>
                </a:cubicBezTo>
                <a:cubicBezTo>
                  <a:pt x="476991" y="5036309"/>
                  <a:pt x="418650" y="5053803"/>
                  <a:pt x="401147" y="5094622"/>
                </a:cubicBezTo>
                <a:cubicBezTo>
                  <a:pt x="397646" y="5102785"/>
                  <a:pt x="392979" y="5113282"/>
                  <a:pt x="401147" y="5120279"/>
                </a:cubicBezTo>
                <a:cubicBezTo>
                  <a:pt x="409315" y="5127277"/>
                  <a:pt x="420983" y="5130775"/>
                  <a:pt x="431485" y="5123778"/>
                </a:cubicBezTo>
                <a:cubicBezTo>
                  <a:pt x="438486" y="5120279"/>
                  <a:pt x="445487" y="5114448"/>
                  <a:pt x="452488" y="5109783"/>
                </a:cubicBezTo>
                <a:cubicBezTo>
                  <a:pt x="459489" y="5103952"/>
                  <a:pt x="466490" y="5100453"/>
                  <a:pt x="472324" y="5107450"/>
                </a:cubicBezTo>
                <a:cubicBezTo>
                  <a:pt x="479325" y="5115614"/>
                  <a:pt x="474658" y="5122612"/>
                  <a:pt x="468824" y="5128443"/>
                </a:cubicBezTo>
                <a:cubicBezTo>
                  <a:pt x="464156" y="5134274"/>
                  <a:pt x="457155" y="5138939"/>
                  <a:pt x="452488" y="5143604"/>
                </a:cubicBezTo>
                <a:cubicBezTo>
                  <a:pt x="441986" y="5154100"/>
                  <a:pt x="436152" y="5168096"/>
                  <a:pt x="446654" y="5179758"/>
                </a:cubicBezTo>
                <a:cubicBezTo>
                  <a:pt x="455988" y="5189088"/>
                  <a:pt x="468824" y="5179758"/>
                  <a:pt x="478158" y="5172761"/>
                </a:cubicBezTo>
                <a:cubicBezTo>
                  <a:pt x="486326" y="5166929"/>
                  <a:pt x="492160" y="5156433"/>
                  <a:pt x="502662" y="5152934"/>
                </a:cubicBezTo>
                <a:cubicBezTo>
                  <a:pt x="517831" y="5147103"/>
                  <a:pt x="527165" y="5149435"/>
                  <a:pt x="525999" y="5168096"/>
                </a:cubicBezTo>
                <a:cubicBezTo>
                  <a:pt x="524832" y="5193753"/>
                  <a:pt x="514330" y="5214746"/>
                  <a:pt x="500328" y="5234572"/>
                </a:cubicBezTo>
                <a:cubicBezTo>
                  <a:pt x="482826" y="5260229"/>
                  <a:pt x="481659" y="5274224"/>
                  <a:pt x="500328" y="5298716"/>
                </a:cubicBezTo>
                <a:cubicBezTo>
                  <a:pt x="506162" y="5308046"/>
                  <a:pt x="515497" y="5316209"/>
                  <a:pt x="523665" y="5324373"/>
                </a:cubicBezTo>
                <a:cubicBezTo>
                  <a:pt x="527165" y="5327872"/>
                  <a:pt x="533000" y="5331371"/>
                  <a:pt x="530666" y="5337202"/>
                </a:cubicBezTo>
                <a:cubicBezTo>
                  <a:pt x="528332" y="5344200"/>
                  <a:pt x="522498" y="5345366"/>
                  <a:pt x="517831" y="5344200"/>
                </a:cubicBezTo>
                <a:cubicBezTo>
                  <a:pt x="496828" y="5339535"/>
                  <a:pt x="492160" y="5348865"/>
                  <a:pt x="493327" y="5367525"/>
                </a:cubicBezTo>
                <a:cubicBezTo>
                  <a:pt x="494494" y="5390850"/>
                  <a:pt x="479325" y="5407177"/>
                  <a:pt x="462989" y="5420006"/>
                </a:cubicBezTo>
                <a:cubicBezTo>
                  <a:pt x="450154" y="5430502"/>
                  <a:pt x="448987" y="5438666"/>
                  <a:pt x="461823" y="5447996"/>
                </a:cubicBezTo>
                <a:cubicBezTo>
                  <a:pt x="468824" y="5452661"/>
                  <a:pt x="473491" y="5457326"/>
                  <a:pt x="471157" y="5466656"/>
                </a:cubicBezTo>
                <a:cubicBezTo>
                  <a:pt x="468824" y="5479485"/>
                  <a:pt x="459489" y="5477152"/>
                  <a:pt x="451321" y="5479485"/>
                </a:cubicBezTo>
                <a:cubicBezTo>
                  <a:pt x="446654" y="5480651"/>
                  <a:pt x="440819" y="5480651"/>
                  <a:pt x="434985" y="5481817"/>
                </a:cubicBezTo>
                <a:cubicBezTo>
                  <a:pt x="403481" y="5485316"/>
                  <a:pt x="396480" y="5502810"/>
                  <a:pt x="415149" y="5529634"/>
                </a:cubicBezTo>
                <a:cubicBezTo>
                  <a:pt x="417483" y="5533132"/>
                  <a:pt x="419816" y="5535465"/>
                  <a:pt x="420983" y="5538964"/>
                </a:cubicBezTo>
                <a:cubicBezTo>
                  <a:pt x="424484" y="5545961"/>
                  <a:pt x="426817" y="5555291"/>
                  <a:pt x="419816" y="5559956"/>
                </a:cubicBezTo>
                <a:cubicBezTo>
                  <a:pt x="413982" y="5564621"/>
                  <a:pt x="405814" y="5559956"/>
                  <a:pt x="401147" y="5555291"/>
                </a:cubicBezTo>
                <a:cubicBezTo>
                  <a:pt x="396480" y="5550626"/>
                  <a:pt x="392979" y="5545961"/>
                  <a:pt x="389479" y="5540130"/>
                </a:cubicBezTo>
                <a:cubicBezTo>
                  <a:pt x="382478" y="5531966"/>
                  <a:pt x="375477" y="5529634"/>
                  <a:pt x="366142" y="5536631"/>
                </a:cubicBezTo>
                <a:cubicBezTo>
                  <a:pt x="343972" y="5551792"/>
                  <a:pt x="319468" y="5554125"/>
                  <a:pt x="294965" y="5555291"/>
                </a:cubicBezTo>
                <a:cubicBezTo>
                  <a:pt x="265794" y="5557624"/>
                  <a:pt x="235456" y="5554125"/>
                  <a:pt x="206285" y="5561122"/>
                </a:cubicBezTo>
                <a:cubicBezTo>
                  <a:pt x="195784" y="5563455"/>
                  <a:pt x="189949" y="5556457"/>
                  <a:pt x="185282" y="5550626"/>
                </a:cubicBezTo>
                <a:cubicBezTo>
                  <a:pt x="168946" y="5531966"/>
                  <a:pt x="153777" y="5513306"/>
                  <a:pt x="124607" y="5522636"/>
                </a:cubicBezTo>
                <a:cubicBezTo>
                  <a:pt x="118772" y="5523802"/>
                  <a:pt x="115272" y="5519137"/>
                  <a:pt x="112938" y="5514472"/>
                </a:cubicBezTo>
                <a:cubicBezTo>
                  <a:pt x="100103" y="5491147"/>
                  <a:pt x="79100" y="5472487"/>
                  <a:pt x="61597" y="5452661"/>
                </a:cubicBezTo>
                <a:cubicBezTo>
                  <a:pt x="34760" y="5422338"/>
                  <a:pt x="19591" y="5388517"/>
                  <a:pt x="30093" y="5347698"/>
                </a:cubicBezTo>
                <a:cubicBezTo>
                  <a:pt x="33593" y="5331371"/>
                  <a:pt x="24259" y="5320874"/>
                  <a:pt x="14924" y="5311544"/>
                </a:cubicBezTo>
                <a:cubicBezTo>
                  <a:pt x="-6079" y="5289386"/>
                  <a:pt x="-4912" y="5277723"/>
                  <a:pt x="18424" y="5260229"/>
                </a:cubicBezTo>
                <a:cubicBezTo>
                  <a:pt x="44095" y="5242736"/>
                  <a:pt x="44095" y="5242736"/>
                  <a:pt x="23092" y="5217078"/>
                </a:cubicBezTo>
                <a:cubicBezTo>
                  <a:pt x="18424" y="5211247"/>
                  <a:pt x="14924" y="5206582"/>
                  <a:pt x="21925" y="5199584"/>
                </a:cubicBezTo>
                <a:cubicBezTo>
                  <a:pt x="45262" y="5172761"/>
                  <a:pt x="66265" y="5145937"/>
                  <a:pt x="90768" y="5120279"/>
                </a:cubicBezTo>
                <a:cubicBezTo>
                  <a:pt x="108271" y="5100453"/>
                  <a:pt x="130441" y="5087624"/>
                  <a:pt x="156111" y="5081793"/>
                </a:cubicBezTo>
                <a:cubicBezTo>
                  <a:pt x="172447" y="5077128"/>
                  <a:pt x="203951" y="5035143"/>
                  <a:pt x="205118" y="5017649"/>
                </a:cubicBezTo>
                <a:cubicBezTo>
                  <a:pt x="205118" y="5011818"/>
                  <a:pt x="205118" y="5007153"/>
                  <a:pt x="198117" y="5004820"/>
                </a:cubicBezTo>
                <a:cubicBezTo>
                  <a:pt x="161945" y="4988493"/>
                  <a:pt x="144443" y="4957004"/>
                  <a:pt x="129274" y="4923183"/>
                </a:cubicBezTo>
                <a:cubicBezTo>
                  <a:pt x="125773" y="4916185"/>
                  <a:pt x="123440" y="4910354"/>
                  <a:pt x="119939" y="4904523"/>
                </a:cubicBezTo>
                <a:cubicBezTo>
                  <a:pt x="108271" y="4885863"/>
                  <a:pt x="102437" y="4869535"/>
                  <a:pt x="110604" y="4846210"/>
                </a:cubicBezTo>
                <a:cubicBezTo>
                  <a:pt x="118772" y="4822885"/>
                  <a:pt x="105937" y="4799560"/>
                  <a:pt x="94269" y="4778567"/>
                </a:cubicBezTo>
                <a:cubicBezTo>
                  <a:pt x="89601" y="4768071"/>
                  <a:pt x="87268" y="4761074"/>
                  <a:pt x="95436" y="4750577"/>
                </a:cubicBezTo>
                <a:cubicBezTo>
                  <a:pt x="128107" y="4706260"/>
                  <a:pt x="152611" y="4657277"/>
                  <a:pt x="157278" y="4600131"/>
                </a:cubicBezTo>
                <a:cubicBezTo>
                  <a:pt x="158445" y="4591967"/>
                  <a:pt x="160778" y="4588468"/>
                  <a:pt x="168946" y="4590801"/>
                </a:cubicBezTo>
                <a:cubicBezTo>
                  <a:pt x="201618" y="4597798"/>
                  <a:pt x="222621" y="4580305"/>
                  <a:pt x="240123" y="4556980"/>
                </a:cubicBezTo>
                <a:cubicBezTo>
                  <a:pt x="248291" y="4546483"/>
                  <a:pt x="255292" y="4540652"/>
                  <a:pt x="270461" y="4547650"/>
                </a:cubicBezTo>
                <a:cubicBezTo>
                  <a:pt x="289131" y="4558146"/>
                  <a:pt x="306633" y="4548816"/>
                  <a:pt x="321802" y="4535987"/>
                </a:cubicBezTo>
                <a:cubicBezTo>
                  <a:pt x="334637" y="4525491"/>
                  <a:pt x="347472" y="4512662"/>
                  <a:pt x="360308" y="4502166"/>
                </a:cubicBezTo>
                <a:cubicBezTo>
                  <a:pt x="373143" y="4492836"/>
                  <a:pt x="384811" y="4491669"/>
                  <a:pt x="388312" y="4511496"/>
                </a:cubicBezTo>
                <a:cubicBezTo>
                  <a:pt x="388312" y="4516161"/>
                  <a:pt x="389479" y="4520826"/>
                  <a:pt x="391812" y="4525491"/>
                </a:cubicBezTo>
                <a:cubicBezTo>
                  <a:pt x="394146" y="4531322"/>
                  <a:pt x="394146" y="4540652"/>
                  <a:pt x="402314" y="4541818"/>
                </a:cubicBezTo>
                <a:cubicBezTo>
                  <a:pt x="409315" y="4541818"/>
                  <a:pt x="413982" y="4535987"/>
                  <a:pt x="417483" y="4531322"/>
                </a:cubicBezTo>
                <a:cubicBezTo>
                  <a:pt x="434985" y="4511496"/>
                  <a:pt x="441986" y="4512662"/>
                  <a:pt x="452488" y="4537153"/>
                </a:cubicBezTo>
                <a:cubicBezTo>
                  <a:pt x="454822" y="4542985"/>
                  <a:pt x="455988" y="4547650"/>
                  <a:pt x="459489" y="4552315"/>
                </a:cubicBezTo>
                <a:cubicBezTo>
                  <a:pt x="464156" y="4559312"/>
                  <a:pt x="468824" y="4565143"/>
                  <a:pt x="480492" y="4560478"/>
                </a:cubicBezTo>
                <a:cubicBezTo>
                  <a:pt x="490993" y="4554647"/>
                  <a:pt x="490993" y="4549982"/>
                  <a:pt x="488660" y="4540652"/>
                </a:cubicBezTo>
                <a:cubicBezTo>
                  <a:pt x="476991" y="4488171"/>
                  <a:pt x="489827" y="4442687"/>
                  <a:pt x="521331" y="4399536"/>
                </a:cubicBezTo>
                <a:cubicBezTo>
                  <a:pt x="540001" y="4373878"/>
                  <a:pt x="564504" y="4357550"/>
                  <a:pt x="596009" y="4352885"/>
                </a:cubicBezTo>
                <a:cubicBezTo>
                  <a:pt x="610011" y="4350553"/>
                  <a:pt x="612345" y="4345888"/>
                  <a:pt x="607677" y="4333059"/>
                </a:cubicBezTo>
                <a:cubicBezTo>
                  <a:pt x="601843" y="4317898"/>
                  <a:pt x="597176" y="4300404"/>
                  <a:pt x="586674" y="4287575"/>
                </a:cubicBezTo>
                <a:cubicBezTo>
                  <a:pt x="578506" y="4278245"/>
                  <a:pt x="580840" y="4273580"/>
                  <a:pt x="591341" y="4267749"/>
                </a:cubicBezTo>
                <a:cubicBezTo>
                  <a:pt x="613511" y="4257253"/>
                  <a:pt x="626347" y="4210603"/>
                  <a:pt x="613511" y="4189610"/>
                </a:cubicBezTo>
                <a:cubicBezTo>
                  <a:pt x="608844" y="4182613"/>
                  <a:pt x="601843" y="4182613"/>
                  <a:pt x="596009" y="4181446"/>
                </a:cubicBezTo>
                <a:cubicBezTo>
                  <a:pt x="577339" y="4176781"/>
                  <a:pt x="559837" y="4170950"/>
                  <a:pt x="545835" y="4156955"/>
                </a:cubicBezTo>
                <a:cubicBezTo>
                  <a:pt x="523665" y="4132464"/>
                  <a:pt x="530666" y="4110305"/>
                  <a:pt x="563337" y="4103308"/>
                </a:cubicBezTo>
                <a:cubicBezTo>
                  <a:pt x="572672" y="4100975"/>
                  <a:pt x="583174" y="4100975"/>
                  <a:pt x="592508" y="4098643"/>
                </a:cubicBezTo>
                <a:cubicBezTo>
                  <a:pt x="618179" y="4091645"/>
                  <a:pt x="625180" y="4079983"/>
                  <a:pt x="617012" y="4054325"/>
                </a:cubicBezTo>
                <a:cubicBezTo>
                  <a:pt x="613511" y="4041496"/>
                  <a:pt x="606510" y="4032166"/>
                  <a:pt x="599509" y="4021670"/>
                </a:cubicBezTo>
                <a:cubicBezTo>
                  <a:pt x="591341" y="4011173"/>
                  <a:pt x="584340" y="4001843"/>
                  <a:pt x="578506" y="3990181"/>
                </a:cubicBezTo>
                <a:cubicBezTo>
                  <a:pt x="573839" y="3982017"/>
                  <a:pt x="570338" y="3971521"/>
                  <a:pt x="572672" y="3961025"/>
                </a:cubicBezTo>
                <a:cubicBezTo>
                  <a:pt x="577339" y="3947030"/>
                  <a:pt x="590175" y="3956360"/>
                  <a:pt x="598343" y="3955193"/>
                </a:cubicBezTo>
                <a:cubicBezTo>
                  <a:pt x="618179" y="3950528"/>
                  <a:pt x="639182" y="3949362"/>
                  <a:pt x="655518" y="3936533"/>
                </a:cubicBezTo>
                <a:cubicBezTo>
                  <a:pt x="666019" y="3927203"/>
                  <a:pt x="668353" y="3919039"/>
                  <a:pt x="660185" y="3906211"/>
                </a:cubicBezTo>
                <a:cubicBezTo>
                  <a:pt x="648517" y="3888717"/>
                  <a:pt x="632181" y="3872389"/>
                  <a:pt x="618179" y="3857228"/>
                </a:cubicBezTo>
                <a:cubicBezTo>
                  <a:pt x="594842" y="3831571"/>
                  <a:pt x="576173" y="3805913"/>
                  <a:pt x="593675" y="3769759"/>
                </a:cubicBezTo>
                <a:cubicBezTo>
                  <a:pt x="597176" y="3760429"/>
                  <a:pt x="591341" y="3754598"/>
                  <a:pt x="586674" y="3748767"/>
                </a:cubicBezTo>
                <a:cubicBezTo>
                  <a:pt x="578506" y="3737104"/>
                  <a:pt x="565671" y="3730107"/>
                  <a:pt x="554003" y="3724275"/>
                </a:cubicBezTo>
                <a:cubicBezTo>
                  <a:pt x="535333" y="3714945"/>
                  <a:pt x="516664" y="3707948"/>
                  <a:pt x="507329" y="3686955"/>
                </a:cubicBezTo>
                <a:cubicBezTo>
                  <a:pt x="496828" y="3693953"/>
                  <a:pt x="495661" y="3705615"/>
                  <a:pt x="490993" y="3713779"/>
                </a:cubicBezTo>
                <a:cubicBezTo>
                  <a:pt x="486326" y="3721943"/>
                  <a:pt x="482826" y="3733605"/>
                  <a:pt x="469990" y="3732439"/>
                </a:cubicBezTo>
                <a:cubicBezTo>
                  <a:pt x="454822" y="3731273"/>
                  <a:pt x="439653" y="3727774"/>
                  <a:pt x="432652" y="3712613"/>
                </a:cubicBezTo>
                <a:cubicBezTo>
                  <a:pt x="425651" y="3699784"/>
                  <a:pt x="427984" y="3689288"/>
                  <a:pt x="446654" y="3690454"/>
                </a:cubicBezTo>
                <a:cubicBezTo>
                  <a:pt x="459489" y="3691620"/>
                  <a:pt x="461823" y="3683457"/>
                  <a:pt x="461823" y="3672960"/>
                </a:cubicBezTo>
                <a:cubicBezTo>
                  <a:pt x="464156" y="3643804"/>
                  <a:pt x="437319" y="3625144"/>
                  <a:pt x="410482" y="3637973"/>
                </a:cubicBezTo>
                <a:cubicBezTo>
                  <a:pt x="401147" y="3641472"/>
                  <a:pt x="392979" y="3646137"/>
                  <a:pt x="382478" y="3649635"/>
                </a:cubicBezTo>
                <a:cubicBezTo>
                  <a:pt x="370809" y="3651968"/>
                  <a:pt x="361475" y="3648469"/>
                  <a:pt x="354474" y="3637973"/>
                </a:cubicBezTo>
                <a:cubicBezTo>
                  <a:pt x="346306" y="3627477"/>
                  <a:pt x="352140" y="3619313"/>
                  <a:pt x="357974" y="3609983"/>
                </a:cubicBezTo>
                <a:cubicBezTo>
                  <a:pt x="368476" y="3593655"/>
                  <a:pt x="385978" y="3590156"/>
                  <a:pt x="403481" y="3584325"/>
                </a:cubicBezTo>
                <a:cubicBezTo>
                  <a:pt x="445487" y="3570330"/>
                  <a:pt x="445487" y="3570330"/>
                  <a:pt x="431485" y="3528345"/>
                </a:cubicBezTo>
                <a:cubicBezTo>
                  <a:pt x="418650" y="3487526"/>
                  <a:pt x="406981" y="3447874"/>
                  <a:pt x="405814" y="3405889"/>
                </a:cubicBezTo>
                <a:cubicBezTo>
                  <a:pt x="405814" y="3391894"/>
                  <a:pt x="397646" y="3390727"/>
                  <a:pt x="388312" y="3388395"/>
                </a:cubicBezTo>
                <a:cubicBezTo>
                  <a:pt x="357974" y="3380231"/>
                  <a:pt x="327636" y="3369735"/>
                  <a:pt x="296132" y="3352241"/>
                </a:cubicBezTo>
                <a:cubicBezTo>
                  <a:pt x="322969" y="3342911"/>
                  <a:pt x="346306" y="3347576"/>
                  <a:pt x="370809" y="3348742"/>
                </a:cubicBezTo>
                <a:cubicBezTo>
                  <a:pt x="422150" y="3351075"/>
                  <a:pt x="445487" y="3332415"/>
                  <a:pt x="451321" y="3286931"/>
                </a:cubicBezTo>
                <a:cubicBezTo>
                  <a:pt x="454822" y="3265938"/>
                  <a:pt x="447820" y="3254276"/>
                  <a:pt x="426817" y="3249611"/>
                </a:cubicBezTo>
                <a:cubicBezTo>
                  <a:pt x="417483" y="3247278"/>
                  <a:pt x="408148" y="3247278"/>
                  <a:pt x="399980" y="3240281"/>
                </a:cubicBezTo>
                <a:cubicBezTo>
                  <a:pt x="409315" y="3226286"/>
                  <a:pt x="424484" y="3226286"/>
                  <a:pt x="437319" y="3226286"/>
                </a:cubicBezTo>
                <a:cubicBezTo>
                  <a:pt x="451321" y="3226286"/>
                  <a:pt x="454822" y="3220455"/>
                  <a:pt x="455988" y="3208792"/>
                </a:cubicBezTo>
                <a:cubicBezTo>
                  <a:pt x="458322" y="3176137"/>
                  <a:pt x="446654" y="3149313"/>
                  <a:pt x="430318" y="3122489"/>
                </a:cubicBezTo>
                <a:cubicBezTo>
                  <a:pt x="420983" y="3107328"/>
                  <a:pt x="410482" y="3091001"/>
                  <a:pt x="401147" y="3075839"/>
                </a:cubicBezTo>
                <a:cubicBezTo>
                  <a:pt x="387145" y="3051348"/>
                  <a:pt x="382478" y="3025691"/>
                  <a:pt x="390645" y="2998867"/>
                </a:cubicBezTo>
                <a:cubicBezTo>
                  <a:pt x="397646" y="2972043"/>
                  <a:pt x="390645" y="2959214"/>
                  <a:pt x="364975" y="2949884"/>
                </a:cubicBezTo>
                <a:cubicBezTo>
                  <a:pt x="361475" y="2948718"/>
                  <a:pt x="357974" y="2948718"/>
                  <a:pt x="352140" y="2947552"/>
                </a:cubicBezTo>
                <a:cubicBezTo>
                  <a:pt x="362641" y="2928892"/>
                  <a:pt x="380144" y="2925393"/>
                  <a:pt x="395313" y="2919562"/>
                </a:cubicBezTo>
                <a:cubicBezTo>
                  <a:pt x="413982" y="2912564"/>
                  <a:pt x="427984" y="2902068"/>
                  <a:pt x="433818" y="2882242"/>
                </a:cubicBezTo>
                <a:cubicBezTo>
                  <a:pt x="439653" y="2868247"/>
                  <a:pt x="437319" y="2857750"/>
                  <a:pt x="422150" y="2851919"/>
                </a:cubicBezTo>
                <a:cubicBezTo>
                  <a:pt x="405814" y="2846088"/>
                  <a:pt x="395313" y="2837924"/>
                  <a:pt x="396480" y="2818098"/>
                </a:cubicBezTo>
                <a:cubicBezTo>
                  <a:pt x="396480" y="2799438"/>
                  <a:pt x="410482" y="2797105"/>
                  <a:pt x="424484" y="2793607"/>
                </a:cubicBezTo>
                <a:cubicBezTo>
                  <a:pt x="429151" y="2792440"/>
                  <a:pt x="437319" y="2792440"/>
                  <a:pt x="436152" y="2784277"/>
                </a:cubicBezTo>
                <a:cubicBezTo>
                  <a:pt x="436152" y="2774946"/>
                  <a:pt x="431485" y="2764450"/>
                  <a:pt x="422150" y="2762118"/>
                </a:cubicBezTo>
                <a:cubicBezTo>
                  <a:pt x="396480" y="2755120"/>
                  <a:pt x="398813" y="2738793"/>
                  <a:pt x="404648" y="2717800"/>
                </a:cubicBezTo>
                <a:cubicBezTo>
                  <a:pt x="411649" y="2686311"/>
                  <a:pt x="410482" y="2654823"/>
                  <a:pt x="401147" y="2623334"/>
                </a:cubicBezTo>
                <a:cubicBezTo>
                  <a:pt x="398813" y="2614004"/>
                  <a:pt x="397646" y="2605840"/>
                  <a:pt x="403481" y="2597676"/>
                </a:cubicBezTo>
                <a:cubicBezTo>
                  <a:pt x="418650" y="2574351"/>
                  <a:pt x="426817" y="2552192"/>
                  <a:pt x="409315" y="2525369"/>
                </a:cubicBezTo>
                <a:cubicBezTo>
                  <a:pt x="403481" y="2514872"/>
                  <a:pt x="415149" y="2509041"/>
                  <a:pt x="422150" y="2510207"/>
                </a:cubicBezTo>
                <a:cubicBezTo>
                  <a:pt x="460656" y="2518371"/>
                  <a:pt x="473491" y="2498545"/>
                  <a:pt x="475825" y="2464724"/>
                </a:cubicBezTo>
                <a:cubicBezTo>
                  <a:pt x="476991" y="2458892"/>
                  <a:pt x="481659" y="2454227"/>
                  <a:pt x="485159" y="2448396"/>
                </a:cubicBezTo>
                <a:cubicBezTo>
                  <a:pt x="503829" y="2416907"/>
                  <a:pt x="506162" y="2414575"/>
                  <a:pt x="542334" y="2422738"/>
                </a:cubicBezTo>
                <a:cubicBezTo>
                  <a:pt x="562171" y="2427403"/>
                  <a:pt x="575006" y="2425071"/>
                  <a:pt x="584340" y="2404078"/>
                </a:cubicBezTo>
                <a:cubicBezTo>
                  <a:pt x="591341" y="2388917"/>
                  <a:pt x="604177" y="2374922"/>
                  <a:pt x="622846" y="2372590"/>
                </a:cubicBezTo>
                <a:cubicBezTo>
                  <a:pt x="640349" y="2370257"/>
                  <a:pt x="641515" y="2358595"/>
                  <a:pt x="641515" y="2345766"/>
                </a:cubicBezTo>
                <a:cubicBezTo>
                  <a:pt x="641515" y="2332937"/>
                  <a:pt x="640349" y="2321275"/>
                  <a:pt x="648517" y="2310778"/>
                </a:cubicBezTo>
                <a:cubicBezTo>
                  <a:pt x="654351" y="2302615"/>
                  <a:pt x="648517" y="2296783"/>
                  <a:pt x="642682" y="2293285"/>
                </a:cubicBezTo>
                <a:cubicBezTo>
                  <a:pt x="633348" y="2289786"/>
                  <a:pt x="625180" y="2287453"/>
                  <a:pt x="615845" y="2286287"/>
                </a:cubicBezTo>
                <a:cubicBezTo>
                  <a:pt x="585507" y="2278123"/>
                  <a:pt x="584340" y="2275791"/>
                  <a:pt x="597176" y="2248967"/>
                </a:cubicBezTo>
                <a:cubicBezTo>
                  <a:pt x="603010" y="2234972"/>
                  <a:pt x="612345" y="2223309"/>
                  <a:pt x="619346" y="2210481"/>
                </a:cubicBezTo>
                <a:cubicBezTo>
                  <a:pt x="628680" y="2195319"/>
                  <a:pt x="638015" y="2180158"/>
                  <a:pt x="657851" y="2198818"/>
                </a:cubicBezTo>
                <a:cubicBezTo>
                  <a:pt x="664852" y="2204649"/>
                  <a:pt x="674187" y="2201151"/>
                  <a:pt x="676521" y="2190654"/>
                </a:cubicBezTo>
                <a:cubicBezTo>
                  <a:pt x="680021" y="2177826"/>
                  <a:pt x="684688" y="2163831"/>
                  <a:pt x="668353" y="2153334"/>
                </a:cubicBezTo>
                <a:cubicBezTo>
                  <a:pt x="667186" y="2153334"/>
                  <a:pt x="666019" y="2153334"/>
                  <a:pt x="663685" y="2152168"/>
                </a:cubicBezTo>
                <a:cubicBezTo>
                  <a:pt x="654351" y="2148669"/>
                  <a:pt x="638015" y="2156833"/>
                  <a:pt x="635681" y="2139339"/>
                </a:cubicBezTo>
                <a:cubicBezTo>
                  <a:pt x="633348" y="2123012"/>
                  <a:pt x="638015" y="2107850"/>
                  <a:pt x="648517" y="2093855"/>
                </a:cubicBezTo>
                <a:cubicBezTo>
                  <a:pt x="657851" y="2083359"/>
                  <a:pt x="670686" y="2076362"/>
                  <a:pt x="683522" y="2071697"/>
                </a:cubicBezTo>
                <a:cubicBezTo>
                  <a:pt x="694023" y="2068198"/>
                  <a:pt x="702191" y="2068198"/>
                  <a:pt x="703358" y="2082193"/>
                </a:cubicBezTo>
                <a:cubicBezTo>
                  <a:pt x="704525" y="2086858"/>
                  <a:pt x="706858" y="2091523"/>
                  <a:pt x="711526" y="2091523"/>
                </a:cubicBezTo>
                <a:cubicBezTo>
                  <a:pt x="719694" y="2091523"/>
                  <a:pt x="720860" y="2085692"/>
                  <a:pt x="720860" y="2081027"/>
                </a:cubicBezTo>
                <a:cubicBezTo>
                  <a:pt x="722027" y="2071697"/>
                  <a:pt x="722027" y="2063533"/>
                  <a:pt x="723194" y="2055369"/>
                </a:cubicBezTo>
                <a:cubicBezTo>
                  <a:pt x="726695" y="2027379"/>
                  <a:pt x="745364" y="2016883"/>
                  <a:pt x="771034" y="2027379"/>
                </a:cubicBezTo>
                <a:cubicBezTo>
                  <a:pt x="774535" y="2028545"/>
                  <a:pt x="776869" y="2029712"/>
                  <a:pt x="779202" y="2030878"/>
                </a:cubicBezTo>
                <a:cubicBezTo>
                  <a:pt x="816541" y="2050704"/>
                  <a:pt x="822375" y="2049538"/>
                  <a:pt x="839878" y="2009885"/>
                </a:cubicBezTo>
                <a:cubicBezTo>
                  <a:pt x="846879" y="1994724"/>
                  <a:pt x="855047" y="1986560"/>
                  <a:pt x="872549" y="1988893"/>
                </a:cubicBezTo>
                <a:cubicBezTo>
                  <a:pt x="879550" y="1990059"/>
                  <a:pt x="885385" y="1988893"/>
                  <a:pt x="891219" y="1987727"/>
                </a:cubicBezTo>
                <a:cubicBezTo>
                  <a:pt x="926224" y="1986560"/>
                  <a:pt x="953061" y="1973732"/>
                  <a:pt x="961229" y="1935245"/>
                </a:cubicBezTo>
                <a:cubicBezTo>
                  <a:pt x="964729" y="1921250"/>
                  <a:pt x="970564" y="1907255"/>
                  <a:pt x="979898" y="1895593"/>
                </a:cubicBezTo>
                <a:cubicBezTo>
                  <a:pt x="985733" y="1887429"/>
                  <a:pt x="995067" y="1882764"/>
                  <a:pt x="1004402" y="1886263"/>
                </a:cubicBezTo>
                <a:cubicBezTo>
                  <a:pt x="1016070" y="1889761"/>
                  <a:pt x="1011403" y="1900258"/>
                  <a:pt x="1010236" y="1908421"/>
                </a:cubicBezTo>
                <a:cubicBezTo>
                  <a:pt x="1005569" y="1959736"/>
                  <a:pt x="1005569" y="1959736"/>
                  <a:pt x="1054576" y="1949240"/>
                </a:cubicBezTo>
                <a:cubicBezTo>
                  <a:pt x="1072079" y="1945741"/>
                  <a:pt x="1088414" y="1944575"/>
                  <a:pt x="1105917" y="1948074"/>
                </a:cubicBezTo>
                <a:cubicBezTo>
                  <a:pt x="1123419" y="1952739"/>
                  <a:pt x="1137421" y="1956238"/>
                  <a:pt x="1144422" y="1978397"/>
                </a:cubicBezTo>
                <a:cubicBezTo>
                  <a:pt x="1156091" y="2009885"/>
                  <a:pt x="1200431" y="2019215"/>
                  <a:pt x="1237769" y="2001722"/>
                </a:cubicBezTo>
                <a:cubicBezTo>
                  <a:pt x="1243604" y="1999389"/>
                  <a:pt x="1248271" y="1995890"/>
                  <a:pt x="1255272" y="1992392"/>
                </a:cubicBezTo>
                <a:cubicBezTo>
                  <a:pt x="1259939" y="2019215"/>
                  <a:pt x="1266940" y="2043707"/>
                  <a:pt x="1293778" y="2055369"/>
                </a:cubicBezTo>
                <a:cubicBezTo>
                  <a:pt x="1318281" y="2065865"/>
                  <a:pt x="1341618" y="2060034"/>
                  <a:pt x="1366122" y="2055369"/>
                </a:cubicBezTo>
                <a:cubicBezTo>
                  <a:pt x="1368455" y="2062367"/>
                  <a:pt x="1363788" y="2064699"/>
                  <a:pt x="1361454" y="2068198"/>
                </a:cubicBezTo>
                <a:cubicBezTo>
                  <a:pt x="1338117" y="2093855"/>
                  <a:pt x="1347452" y="2123012"/>
                  <a:pt x="1381290" y="2133508"/>
                </a:cubicBezTo>
                <a:cubicBezTo>
                  <a:pt x="1416296" y="2144004"/>
                  <a:pt x="1416296" y="2144004"/>
                  <a:pt x="1404627" y="2178992"/>
                </a:cubicBezTo>
                <a:cubicBezTo>
                  <a:pt x="1396459" y="2203483"/>
                  <a:pt x="1410461" y="2229141"/>
                  <a:pt x="1436132" y="2232639"/>
                </a:cubicBezTo>
                <a:cubicBezTo>
                  <a:pt x="1448967" y="2234972"/>
                  <a:pt x="1450134" y="2223309"/>
                  <a:pt x="1452467" y="2215146"/>
                </a:cubicBezTo>
                <a:cubicBezTo>
                  <a:pt x="1455968" y="2201151"/>
                  <a:pt x="1458302" y="2184823"/>
                  <a:pt x="1475804" y="2180158"/>
                </a:cubicBezTo>
                <a:cubicBezTo>
                  <a:pt x="1487473" y="2177826"/>
                  <a:pt x="1495640" y="2176659"/>
                  <a:pt x="1490973" y="2194153"/>
                </a:cubicBezTo>
                <a:cubicBezTo>
                  <a:pt x="1480472" y="2238471"/>
                  <a:pt x="1492140" y="2253632"/>
                  <a:pt x="1536480" y="2257131"/>
                </a:cubicBezTo>
                <a:cubicBezTo>
                  <a:pt x="1592488" y="2261796"/>
                  <a:pt x="1640328" y="2281622"/>
                  <a:pt x="1682334" y="2317776"/>
                </a:cubicBezTo>
                <a:cubicBezTo>
                  <a:pt x="1703338" y="2336436"/>
                  <a:pt x="1725507" y="2351597"/>
                  <a:pt x="1752345" y="2360927"/>
                </a:cubicBezTo>
                <a:cubicBezTo>
                  <a:pt x="1766347" y="2365592"/>
                  <a:pt x="1779182" y="2365592"/>
                  <a:pt x="1790850" y="2355096"/>
                </a:cubicBezTo>
                <a:cubicBezTo>
                  <a:pt x="1801352" y="2345766"/>
                  <a:pt x="1814187" y="2339935"/>
                  <a:pt x="1825855" y="2351597"/>
                </a:cubicBezTo>
                <a:cubicBezTo>
                  <a:pt x="1837524" y="2364426"/>
                  <a:pt x="1824689" y="2373756"/>
                  <a:pt x="1817688" y="2380753"/>
                </a:cubicBezTo>
                <a:cubicBezTo>
                  <a:pt x="1800185" y="2398247"/>
                  <a:pt x="1799018" y="2414575"/>
                  <a:pt x="1807186" y="2436733"/>
                </a:cubicBezTo>
                <a:cubicBezTo>
                  <a:pt x="1822938" y="2481051"/>
                  <a:pt x="1831690" y="2525952"/>
                  <a:pt x="1836065" y="2571290"/>
                </a:cubicBezTo>
                <a:lnTo>
                  <a:pt x="1836900" y="2614907"/>
                </a:lnTo>
                <a:lnTo>
                  <a:pt x="2065106" y="2240082"/>
                </a:lnTo>
                <a:lnTo>
                  <a:pt x="2042723" y="2222711"/>
                </a:lnTo>
                <a:cubicBezTo>
                  <a:pt x="2031161" y="2219109"/>
                  <a:pt x="2018304" y="2219861"/>
                  <a:pt x="2003998" y="2224820"/>
                </a:cubicBezTo>
                <a:cubicBezTo>
                  <a:pt x="1999225" y="2226074"/>
                  <a:pt x="1993324" y="2233326"/>
                  <a:pt x="1989060" y="2226794"/>
                </a:cubicBezTo>
                <a:cubicBezTo>
                  <a:pt x="1984204" y="2220868"/>
                  <a:pt x="1988317" y="2214236"/>
                  <a:pt x="1993035" y="2208195"/>
                </a:cubicBezTo>
                <a:cubicBezTo>
                  <a:pt x="1993627" y="2207589"/>
                  <a:pt x="1994218" y="2206984"/>
                  <a:pt x="1994810" y="2206378"/>
                </a:cubicBezTo>
                <a:cubicBezTo>
                  <a:pt x="2006584" y="2189481"/>
                  <a:pt x="2004067" y="2178739"/>
                  <a:pt x="1985471" y="2174773"/>
                </a:cubicBezTo>
                <a:cubicBezTo>
                  <a:pt x="1968070" y="2170792"/>
                  <a:pt x="1961372" y="2160699"/>
                  <a:pt x="1958208" y="2145776"/>
                </a:cubicBezTo>
                <a:cubicBezTo>
                  <a:pt x="1953793" y="2126080"/>
                  <a:pt x="1946998" y="2107610"/>
                  <a:pt x="1928319" y="2096463"/>
                </a:cubicBezTo>
                <a:cubicBezTo>
                  <a:pt x="1919887" y="2091777"/>
                  <a:pt x="1923367" y="2082160"/>
                  <a:pt x="1926297" y="2076739"/>
                </a:cubicBezTo>
                <a:cubicBezTo>
                  <a:pt x="1936229" y="2055675"/>
                  <a:pt x="1933038" y="2038358"/>
                  <a:pt x="1919077" y="2021171"/>
                </a:cubicBezTo>
                <a:cubicBezTo>
                  <a:pt x="1910576" y="2010500"/>
                  <a:pt x="1912310" y="2005094"/>
                  <a:pt x="1927826" y="2001317"/>
                </a:cubicBezTo>
                <a:cubicBezTo>
                  <a:pt x="1960646" y="1993144"/>
                  <a:pt x="1981142" y="1954000"/>
                  <a:pt x="1968832" y="1924225"/>
                </a:cubicBezTo>
                <a:cubicBezTo>
                  <a:pt x="1966370" y="1918270"/>
                  <a:pt x="1963289" y="1910528"/>
                  <a:pt x="1955517" y="1911219"/>
                </a:cubicBezTo>
                <a:cubicBezTo>
                  <a:pt x="1947745" y="1911911"/>
                  <a:pt x="1940015" y="1916192"/>
                  <a:pt x="1938322" y="1925189"/>
                </a:cubicBezTo>
                <a:cubicBezTo>
                  <a:pt x="1936589" y="1930596"/>
                  <a:pt x="1936066" y="1937185"/>
                  <a:pt x="1934938" y="1943183"/>
                </a:cubicBezTo>
                <a:cubicBezTo>
                  <a:pt x="1934416" y="1949772"/>
                  <a:pt x="1932682" y="1955179"/>
                  <a:pt x="1926093" y="1954660"/>
                </a:cubicBezTo>
                <a:cubicBezTo>
                  <a:pt x="1918308" y="1954154"/>
                  <a:pt x="1917042" y="1948185"/>
                  <a:pt x="1916974" y="1942201"/>
                </a:cubicBezTo>
                <a:cubicBezTo>
                  <a:pt x="1916314" y="1936823"/>
                  <a:pt x="1917442" y="1930825"/>
                  <a:pt x="1917387" y="1926038"/>
                </a:cubicBezTo>
                <a:cubicBezTo>
                  <a:pt x="1917263" y="1915268"/>
                  <a:pt x="1912958" y="1905146"/>
                  <a:pt x="1901582" y="1904684"/>
                </a:cubicBezTo>
                <a:cubicBezTo>
                  <a:pt x="1892009" y="1904798"/>
                  <a:pt x="1890344" y="1916189"/>
                  <a:pt x="1889243" y="1924580"/>
                </a:cubicBezTo>
                <a:cubicBezTo>
                  <a:pt x="1888129" y="1931775"/>
                  <a:pt x="1890619" y="1940123"/>
                  <a:pt x="1887111" y="1947347"/>
                </a:cubicBezTo>
                <a:cubicBezTo>
                  <a:pt x="1882448" y="1958174"/>
                  <a:pt x="1876505" y="1961836"/>
                  <a:pt x="1867413" y="1951772"/>
                </a:cubicBezTo>
                <a:cubicBezTo>
                  <a:pt x="1854690" y="1938160"/>
                  <a:pt x="1849119" y="1922069"/>
                  <a:pt x="1845928" y="1904752"/>
                </a:cubicBezTo>
                <a:cubicBezTo>
                  <a:pt x="1841486" y="1882663"/>
                  <a:pt x="1834814" y="1874963"/>
                  <a:pt x="1812641" y="1872237"/>
                </a:cubicBezTo>
                <a:cubicBezTo>
                  <a:pt x="1804842" y="1870535"/>
                  <a:pt x="1795874" y="1871240"/>
                  <a:pt x="1787497" y="1871341"/>
                </a:cubicBezTo>
                <a:cubicBezTo>
                  <a:pt x="1783906" y="1871384"/>
                  <a:pt x="1779133" y="1872638"/>
                  <a:pt x="1777290" y="1868471"/>
                </a:cubicBezTo>
                <a:cubicBezTo>
                  <a:pt x="1774842" y="1863713"/>
                  <a:pt x="1777194" y="1860094"/>
                  <a:pt x="1780165" y="1858263"/>
                </a:cubicBezTo>
                <a:cubicBezTo>
                  <a:pt x="1793233" y="1849728"/>
                  <a:pt x="1790757" y="1842577"/>
                  <a:pt x="1780482" y="1833723"/>
                </a:cubicBezTo>
                <a:cubicBezTo>
                  <a:pt x="1767786" y="1822505"/>
                  <a:pt x="1767002" y="1806356"/>
                  <a:pt x="1768626" y="1791375"/>
                </a:cubicBezTo>
                <a:cubicBezTo>
                  <a:pt x="1769685" y="1779394"/>
                  <a:pt x="1766040" y="1774650"/>
                  <a:pt x="1754692" y="1776581"/>
                </a:cubicBezTo>
                <a:cubicBezTo>
                  <a:pt x="1748722" y="1777849"/>
                  <a:pt x="1743935" y="1777907"/>
                  <a:pt x="1740276" y="1771966"/>
                </a:cubicBezTo>
                <a:cubicBezTo>
                  <a:pt x="1734802" y="1764252"/>
                  <a:pt x="1740745" y="1760590"/>
                  <a:pt x="1743674" y="1755169"/>
                </a:cubicBezTo>
                <a:cubicBezTo>
                  <a:pt x="1745435" y="1752156"/>
                  <a:pt x="1748393" y="1749128"/>
                  <a:pt x="1750745" y="1745509"/>
                </a:cubicBezTo>
                <a:cubicBezTo>
                  <a:pt x="1764899" y="1727387"/>
                  <a:pt x="1759370" y="1714886"/>
                  <a:pt x="1735986" y="1710977"/>
                </a:cubicBezTo>
                <a:cubicBezTo>
                  <a:pt x="1732988" y="1710414"/>
                  <a:pt x="1730594" y="1710443"/>
                  <a:pt x="1728187" y="1709275"/>
                </a:cubicBezTo>
                <a:cubicBezTo>
                  <a:pt x="1722781" y="1707544"/>
                  <a:pt x="1716757" y="1704026"/>
                  <a:pt x="1717885" y="1698028"/>
                </a:cubicBezTo>
                <a:cubicBezTo>
                  <a:pt x="1718421" y="1692635"/>
                  <a:pt x="1724982" y="1690762"/>
                  <a:pt x="1729769" y="1690704"/>
                </a:cubicBezTo>
                <a:cubicBezTo>
                  <a:pt x="1734556" y="1690647"/>
                  <a:pt x="1738752" y="1691195"/>
                  <a:pt x="1743552" y="1692334"/>
                </a:cubicBezTo>
                <a:cubicBezTo>
                  <a:pt x="1751338" y="1692840"/>
                  <a:pt x="1756097" y="1690389"/>
                  <a:pt x="1757198" y="1681998"/>
                </a:cubicBezTo>
                <a:cubicBezTo>
                  <a:pt x="1760568" y="1662807"/>
                  <a:pt x="1771779" y="1648909"/>
                  <a:pt x="1783595" y="1635602"/>
                </a:cubicBezTo>
                <a:cubicBezTo>
                  <a:pt x="1797172" y="1619281"/>
                  <a:pt x="1814366" y="1605311"/>
                  <a:pt x="1825522" y="1586626"/>
                </a:cubicBezTo>
                <a:cubicBezTo>
                  <a:pt x="1829635" y="1579994"/>
                  <a:pt x="1836224" y="1580513"/>
                  <a:pt x="1841616" y="1581047"/>
                </a:cubicBezTo>
                <a:cubicBezTo>
                  <a:pt x="1859580" y="1582029"/>
                  <a:pt x="1876953" y="1583616"/>
                  <a:pt x="1886898" y="1563748"/>
                </a:cubicBezTo>
                <a:cubicBezTo>
                  <a:pt x="1889251" y="1560130"/>
                  <a:pt x="1893446" y="1560678"/>
                  <a:pt x="1897050" y="1561831"/>
                </a:cubicBezTo>
                <a:cubicBezTo>
                  <a:pt x="1915660" y="1566994"/>
                  <a:pt x="1935991" y="1565554"/>
                  <a:pt x="1955152" y="1566521"/>
                </a:cubicBezTo>
                <a:cubicBezTo>
                  <a:pt x="1984492" y="1567965"/>
                  <a:pt x="2009733" y="1577238"/>
                  <a:pt x="2025592" y="1603380"/>
                </a:cubicBezTo>
                <a:cubicBezTo>
                  <a:pt x="2032291" y="1613473"/>
                  <a:pt x="2042470" y="1613949"/>
                  <a:pt x="2052044" y="1613835"/>
                </a:cubicBezTo>
                <a:cubicBezTo>
                  <a:pt x="2074190" y="1614168"/>
                  <a:pt x="2079650" y="1620685"/>
                  <a:pt x="2076899" y="1641664"/>
                </a:cubicBezTo>
                <a:cubicBezTo>
                  <a:pt x="2072964" y="1663853"/>
                  <a:pt x="2072964" y="1663853"/>
                  <a:pt x="2096926" y="1665960"/>
                </a:cubicBezTo>
                <a:cubicBezTo>
                  <a:pt x="2102318" y="1666494"/>
                  <a:pt x="2106513" y="1667042"/>
                  <a:pt x="2106596" y="1674222"/>
                </a:cubicBezTo>
                <a:cubicBezTo>
                  <a:pt x="2108686" y="1699930"/>
                  <a:pt x="2111960" y="1724427"/>
                  <a:pt x="2112853" y="1750149"/>
                </a:cubicBezTo>
                <a:cubicBezTo>
                  <a:pt x="2114270" y="1769283"/>
                  <a:pt x="2109688" y="1787291"/>
                  <a:pt x="2099702" y="1803568"/>
                </a:cubicBezTo>
                <a:cubicBezTo>
                  <a:pt x="2093842" y="1814411"/>
                  <a:pt x="2099659" y="1852042"/>
                  <a:pt x="2108146" y="1861516"/>
                </a:cubicBezTo>
                <a:cubicBezTo>
                  <a:pt x="2111172" y="1864472"/>
                  <a:pt x="2113593" y="1866837"/>
                  <a:pt x="2118353" y="1864386"/>
                </a:cubicBezTo>
                <a:cubicBezTo>
                  <a:pt x="2145162" y="1853891"/>
                  <a:pt x="2170375" y="1860771"/>
                  <a:pt x="2195616" y="1870044"/>
                </a:cubicBezTo>
                <a:cubicBezTo>
                  <a:pt x="2201022" y="1871774"/>
                  <a:pt x="2205231" y="1873519"/>
                  <a:pt x="2210032" y="1874658"/>
                </a:cubicBezTo>
                <a:cubicBezTo>
                  <a:pt x="2225630" y="1878062"/>
                  <a:pt x="2237061" y="1883311"/>
                  <a:pt x="2245025" y="1899374"/>
                </a:cubicBezTo>
                <a:lnTo>
                  <a:pt x="2262548" y="1915785"/>
                </a:lnTo>
                <a:lnTo>
                  <a:pt x="3291650" y="225494"/>
                </a:lnTo>
                <a:lnTo>
                  <a:pt x="3646505" y="225494"/>
                </a:lnTo>
                <a:lnTo>
                  <a:pt x="3643558" y="219709"/>
                </a:lnTo>
                <a:cubicBezTo>
                  <a:pt x="3617161" y="181987"/>
                  <a:pt x="3647329" y="151808"/>
                  <a:pt x="3654871" y="121630"/>
                </a:cubicBezTo>
                <a:cubicBezTo>
                  <a:pt x="3669955" y="72590"/>
                  <a:pt x="3711437" y="68817"/>
                  <a:pt x="3752918" y="98996"/>
                </a:cubicBezTo>
                <a:cubicBezTo>
                  <a:pt x="3760460" y="102768"/>
                  <a:pt x="3764231" y="110313"/>
                  <a:pt x="3771774" y="106540"/>
                </a:cubicBezTo>
                <a:cubicBezTo>
                  <a:pt x="3798171" y="83907"/>
                  <a:pt x="3828339" y="87679"/>
                  <a:pt x="3858507" y="87679"/>
                </a:cubicBezTo>
                <a:cubicBezTo>
                  <a:pt x="3892447" y="42411"/>
                  <a:pt x="3933928" y="65045"/>
                  <a:pt x="3971639" y="80134"/>
                </a:cubicBezTo>
                <a:cubicBezTo>
                  <a:pt x="4031975" y="110313"/>
                  <a:pt x="4084770" y="102768"/>
                  <a:pt x="4137564" y="72590"/>
                </a:cubicBezTo>
                <a:cubicBezTo>
                  <a:pt x="4167733" y="53728"/>
                  <a:pt x="4190359" y="53728"/>
                  <a:pt x="4216756" y="72590"/>
                </a:cubicBezTo>
                <a:cubicBezTo>
                  <a:pt x="4216756" y="76362"/>
                  <a:pt x="4220527" y="76362"/>
                  <a:pt x="4220527" y="76362"/>
                </a:cubicBezTo>
                <a:cubicBezTo>
                  <a:pt x="4269551" y="106540"/>
                  <a:pt x="4273322" y="102768"/>
                  <a:pt x="4307261" y="57500"/>
                </a:cubicBezTo>
                <a:cubicBezTo>
                  <a:pt x="4322345" y="42411"/>
                  <a:pt x="4337430" y="27322"/>
                  <a:pt x="4360056" y="12233"/>
                </a:cubicBezTo>
                <a:cubicBezTo>
                  <a:pt x="4382682" y="916"/>
                  <a:pt x="4401537" y="916"/>
                  <a:pt x="4427934" y="16005"/>
                </a:cubicBezTo>
                <a:cubicBezTo>
                  <a:pt x="4488271" y="61273"/>
                  <a:pt x="4495813" y="61273"/>
                  <a:pt x="4556150" y="16005"/>
                </a:cubicBezTo>
                <a:cubicBezTo>
                  <a:pt x="4567463" y="7517"/>
                  <a:pt x="4574534" y="-970"/>
                  <a:pt x="4585316" y="9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41" hasCustomPrompt="1"/>
          </p:nvPr>
        </p:nvSpPr>
        <p:spPr>
          <a:xfrm>
            <a:off x="4410273" y="0"/>
            <a:ext cx="5670352" cy="5670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/>
          <p:cNvSpPr>
            <a:spLocks noChangeAspect="1"/>
          </p:cNvSpPr>
          <p:nvPr userDrawn="1"/>
        </p:nvSpPr>
        <p:spPr>
          <a:xfrm>
            <a:off x="5886411" y="4190106"/>
            <a:ext cx="3553420" cy="35996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/>
          </a:p>
        </p:txBody>
      </p:sp>
      <p:sp>
        <p:nvSpPr>
          <p:cNvPr id="3" name="Rectangle 2"/>
          <p:cNvSpPr/>
          <p:nvPr userDrawn="1"/>
        </p:nvSpPr>
        <p:spPr>
          <a:xfrm>
            <a:off x="0" y="1644476"/>
            <a:ext cx="10080625" cy="238159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  <p:grpSp>
        <p:nvGrpSpPr>
          <p:cNvPr id="5" name="Graphic 14"/>
          <p:cNvGrpSpPr/>
          <p:nvPr userDrawn="1"/>
        </p:nvGrpSpPr>
        <p:grpSpPr>
          <a:xfrm>
            <a:off x="5678048" y="1124704"/>
            <a:ext cx="4133572" cy="3251239"/>
            <a:chOff x="2444748" y="555045"/>
            <a:chExt cx="7282048" cy="5727454"/>
          </a:xfrm>
        </p:grpSpPr>
        <p:sp>
          <p:nvSpPr>
            <p:cNvPr id="6" name="Freeform: Shape 5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</a:schemeClr>
                </a:gs>
                <a:gs pos="53000">
                  <a:schemeClr val="bg1">
                    <a:lumMod val="85000"/>
                  </a:schemeClr>
                </a:gs>
                <a:gs pos="83000">
                  <a:schemeClr val="bg1">
                    <a:lumMod val="7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 dirty="0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 dirty="0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 dirty="0"/>
            </a:p>
          </p:txBody>
        </p:sp>
      </p:grpSp>
      <p:sp>
        <p:nvSpPr>
          <p:cNvPr id="4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873662" y="1342953"/>
            <a:ext cx="3786884" cy="21406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그림 개체 틀 12"/>
          <p:cNvSpPr>
            <a:spLocks noGrp="1"/>
          </p:cNvSpPr>
          <p:nvPr>
            <p:ph type="pic" sz="quarter" idx="10" hasCustomPrompt="1"/>
          </p:nvPr>
        </p:nvSpPr>
        <p:spPr>
          <a:xfrm>
            <a:off x="660689" y="1011502"/>
            <a:ext cx="4498821" cy="3904378"/>
          </a:xfrm>
          <a:custGeom>
            <a:avLst/>
            <a:gdLst>
              <a:gd name="connsiteX0" fmla="*/ 2090352 w 5441094"/>
              <a:gd name="connsiteY0" fmla="*/ 2977952 h 4721980"/>
              <a:gd name="connsiteX1" fmla="*/ 3101888 w 5441094"/>
              <a:gd name="connsiteY1" fmla="*/ 4721980 h 4721980"/>
              <a:gd name="connsiteX2" fmla="*/ 1078816 w 5441094"/>
              <a:gd name="connsiteY2" fmla="*/ 4721980 h 4721980"/>
              <a:gd name="connsiteX3" fmla="*/ 2191267 w 5441094"/>
              <a:gd name="connsiteY3" fmla="*/ 2940880 h 4721980"/>
              <a:gd name="connsiteX4" fmla="*/ 4155992 w 5441094"/>
              <a:gd name="connsiteY4" fmla="*/ 2940880 h 4721980"/>
              <a:gd name="connsiteX5" fmla="*/ 3173629 w 5441094"/>
              <a:gd name="connsiteY5" fmla="*/ 4634609 h 4721980"/>
              <a:gd name="connsiteX6" fmla="*/ 0 w 5441094"/>
              <a:gd name="connsiteY6" fmla="*/ 2928524 h 4721980"/>
              <a:gd name="connsiteX7" fmla="*/ 2023072 w 5441094"/>
              <a:gd name="connsiteY7" fmla="*/ 2928524 h 4721980"/>
              <a:gd name="connsiteX8" fmla="*/ 1011536 w 5441094"/>
              <a:gd name="connsiteY8" fmla="*/ 4672552 h 4721980"/>
              <a:gd name="connsiteX9" fmla="*/ 982363 w 5441094"/>
              <a:gd name="connsiteY9" fmla="*/ 1120204 h 4721980"/>
              <a:gd name="connsiteX10" fmla="*/ 1964725 w 5441094"/>
              <a:gd name="connsiteY10" fmla="*/ 2813933 h 4721980"/>
              <a:gd name="connsiteX11" fmla="*/ 0 w 5441094"/>
              <a:gd name="connsiteY11" fmla="*/ 2813933 h 4721980"/>
              <a:gd name="connsiteX12" fmla="*/ 3816180 w 5441094"/>
              <a:gd name="connsiteY12" fmla="*/ 12357 h 4721980"/>
              <a:gd name="connsiteX13" fmla="*/ 5441094 w 5441094"/>
              <a:gd name="connsiteY13" fmla="*/ 2813933 h 4721980"/>
              <a:gd name="connsiteX14" fmla="*/ 2191266 w 5441094"/>
              <a:gd name="connsiteY14" fmla="*/ 2813933 h 4721980"/>
              <a:gd name="connsiteX15" fmla="*/ 465439 w 5441094"/>
              <a:gd name="connsiteY15" fmla="*/ 0 h 4721980"/>
              <a:gd name="connsiteX16" fmla="*/ 3715267 w 5441094"/>
              <a:gd name="connsiteY16" fmla="*/ 0 h 4721980"/>
              <a:gd name="connsiteX17" fmla="*/ 2090353 w 5441094"/>
              <a:gd name="connsiteY17" fmla="*/ 2801576 h 4721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441094" h="4721980">
                <a:moveTo>
                  <a:pt x="2090352" y="2977952"/>
                </a:moveTo>
                <a:lnTo>
                  <a:pt x="3101888" y="4721980"/>
                </a:lnTo>
                <a:lnTo>
                  <a:pt x="1078816" y="4721980"/>
                </a:lnTo>
                <a:close/>
                <a:moveTo>
                  <a:pt x="2191267" y="2940880"/>
                </a:moveTo>
                <a:lnTo>
                  <a:pt x="4155992" y="2940880"/>
                </a:lnTo>
                <a:lnTo>
                  <a:pt x="3173629" y="4634609"/>
                </a:lnTo>
                <a:close/>
                <a:moveTo>
                  <a:pt x="0" y="2928524"/>
                </a:moveTo>
                <a:lnTo>
                  <a:pt x="2023072" y="2928524"/>
                </a:lnTo>
                <a:lnTo>
                  <a:pt x="1011536" y="4672552"/>
                </a:lnTo>
                <a:close/>
                <a:moveTo>
                  <a:pt x="982363" y="1120204"/>
                </a:moveTo>
                <a:lnTo>
                  <a:pt x="1964725" y="2813933"/>
                </a:lnTo>
                <a:lnTo>
                  <a:pt x="0" y="2813933"/>
                </a:lnTo>
                <a:close/>
                <a:moveTo>
                  <a:pt x="3816180" y="12357"/>
                </a:moveTo>
                <a:lnTo>
                  <a:pt x="5441094" y="2813933"/>
                </a:lnTo>
                <a:lnTo>
                  <a:pt x="2191266" y="2813933"/>
                </a:lnTo>
                <a:close/>
                <a:moveTo>
                  <a:pt x="465439" y="0"/>
                </a:moveTo>
                <a:lnTo>
                  <a:pt x="3715267" y="0"/>
                </a:lnTo>
                <a:lnTo>
                  <a:pt x="2090353" y="28015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defRPr sz="1160"/>
            </a:lvl1pPr>
          </a:lstStyle>
          <a:p>
            <a:r>
              <a:rPr lang="en-US" altLang="ko-KR" dirty="0"/>
              <a:t>Your Picture Here send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757329" y="457829"/>
            <a:ext cx="2800784" cy="2322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6668251" y="2884657"/>
            <a:ext cx="2800784" cy="2322316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>
            <a:noFill/>
          </a:ln>
        </p:spPr>
        <p:txBody>
          <a:bodyPr anchor="ctr"/>
          <a:lstStyle>
            <a:lvl1pPr marL="0" indent="0" algn="ctr">
              <a:buNone/>
              <a:defRPr sz="99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Rectangle 1"/>
          <p:cNvSpPr/>
          <p:nvPr userDrawn="1"/>
        </p:nvSpPr>
        <p:spPr>
          <a:xfrm>
            <a:off x="6668251" y="457829"/>
            <a:ext cx="2800784" cy="232205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  <p:sp>
        <p:nvSpPr>
          <p:cNvPr id="8" name="Rectangle 8"/>
          <p:cNvSpPr/>
          <p:nvPr userDrawn="1"/>
        </p:nvSpPr>
        <p:spPr>
          <a:xfrm>
            <a:off x="3757329" y="2884915"/>
            <a:ext cx="2800784" cy="2322058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Images and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174886" y="178600"/>
            <a:ext cx="4323411" cy="53133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55"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  <p:sp>
        <p:nvSpPr>
          <p:cNvPr id="2" name="직사각형 1"/>
          <p:cNvSpPr/>
          <p:nvPr userDrawn="1"/>
        </p:nvSpPr>
        <p:spPr>
          <a:xfrm>
            <a:off x="0" y="0"/>
            <a:ext cx="17859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  <p:sp>
        <p:nvSpPr>
          <p:cNvPr id="10" name="직사각형 9"/>
          <p:cNvSpPr/>
          <p:nvPr userDrawn="1"/>
        </p:nvSpPr>
        <p:spPr>
          <a:xfrm>
            <a:off x="9902031" y="0"/>
            <a:ext cx="17859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0"/>
            <a:ext cx="10080625" cy="17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  <p:sp>
        <p:nvSpPr>
          <p:cNvPr id="12" name="직사각형 11"/>
          <p:cNvSpPr/>
          <p:nvPr userDrawn="1"/>
        </p:nvSpPr>
        <p:spPr>
          <a:xfrm>
            <a:off x="0" y="5491950"/>
            <a:ext cx="10080625" cy="178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02903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102098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  <a:endParaRPr lang="en-US" altLang="ko-KR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292704" y="935658"/>
            <a:ext cx="2944124" cy="4467118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15"/>
          </a:p>
        </p:txBody>
      </p:sp>
      <p:sp>
        <p:nvSpPr>
          <p:cNvPr id="4" name="Rounded Rectangle 3"/>
          <p:cNvSpPr/>
          <p:nvPr userDrawn="1"/>
        </p:nvSpPr>
        <p:spPr>
          <a:xfrm>
            <a:off x="439814" y="1114183"/>
            <a:ext cx="127222" cy="4146827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15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2527744" y="1055603"/>
            <a:ext cx="567076" cy="566516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15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588453" y="1346209"/>
            <a:ext cx="1845674" cy="4476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16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16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588453" y="1751425"/>
            <a:ext cx="1845674" cy="626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16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  <a:endParaRPr lang="en-US" altLang="ko-KR" sz="116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16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16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596329" y="4795341"/>
            <a:ext cx="1845469" cy="2692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1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16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96329" y="3671961"/>
            <a:ext cx="2246723" cy="11607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315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  <a:endParaRPr lang="en-US" altLang="ko-KR" sz="2315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r>
              <a:rPr lang="en-US" altLang="ko-KR" sz="2315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  <a:endParaRPr lang="en-US" altLang="ko-KR" sz="2315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603125" y="1472423"/>
            <a:ext cx="2025038" cy="3560035"/>
            <a:chOff x="445712" y="1449040"/>
            <a:chExt cx="2113018" cy="3924176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 dirty="0"/>
            </a:p>
          </p:txBody>
        </p:sp>
        <p:sp>
          <p:nvSpPr>
            <p:cNvPr id="7" name="Rectangle 5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grpSp>
          <p:nvGrpSpPr>
            <p:cNvPr id="8" name="Group 6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7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0" name="Rounded Rectangle 8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</p:grpSp>
      </p:grpSp>
      <p:sp>
        <p:nvSpPr>
          <p:cNvPr id="11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722201" y="1798345"/>
            <a:ext cx="1779955" cy="27689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4465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4465" b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4465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ame 2"/>
          <p:cNvSpPr/>
          <p:nvPr userDrawn="1"/>
        </p:nvSpPr>
        <p:spPr>
          <a:xfrm>
            <a:off x="531596" y="425291"/>
            <a:ext cx="9017434" cy="2472990"/>
          </a:xfrm>
          <a:prstGeom prst="frame">
            <a:avLst>
              <a:gd name="adj1" fmla="val 2557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>
              <a:solidFill>
                <a:schemeClr val="tx1"/>
              </a:solidFill>
            </a:endParaRPr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906864" y="1910175"/>
            <a:ext cx="1723549" cy="191320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3088375" y="1910175"/>
            <a:ext cx="1723549" cy="191320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5269885" y="1910175"/>
            <a:ext cx="1723549" cy="191320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3" hasCustomPrompt="1"/>
          </p:nvPr>
        </p:nvSpPr>
        <p:spPr>
          <a:xfrm>
            <a:off x="7451395" y="1910175"/>
            <a:ext cx="1723549" cy="191320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4662289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lIns="365760" anchor="ctr"/>
          <a:lstStyle>
            <a:lvl1pPr marL="0" indent="0" algn="l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6241323" y="394663"/>
            <a:ext cx="2395899" cy="225882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6241323" y="3017063"/>
            <a:ext cx="2395899" cy="2258824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0080625" cy="19687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1201838" y="396752"/>
            <a:ext cx="1507954" cy="214844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6670335" y="396752"/>
            <a:ext cx="2986106" cy="4877048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</a:t>
            </a:r>
            <a:endParaRPr lang="en-US" altLang="ko-KR" dirty="0"/>
          </a:p>
          <a:p>
            <a:r>
              <a:rPr lang="en-US" altLang="ko-KR" dirty="0"/>
              <a:t>And Sand Back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3024670" y="396752"/>
            <a:ext cx="1507954" cy="214844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3" hasCustomPrompt="1"/>
          </p:nvPr>
        </p:nvSpPr>
        <p:spPr>
          <a:xfrm>
            <a:off x="4847502" y="396752"/>
            <a:ext cx="1507954" cy="2148446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3008437" y="2929784"/>
            <a:ext cx="2268141" cy="226822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3008437" y="470628"/>
            <a:ext cx="2268141" cy="226822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543409" y="2929784"/>
            <a:ext cx="2268141" cy="226822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back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1" y="0"/>
            <a:ext cx="2811549" cy="27388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lIns="3383280" rIns="0" anchor="ctr"/>
          <a:lstStyle>
            <a:lvl1pPr marL="0" indent="0" algn="ctr">
              <a:buFontTx/>
              <a:buNone/>
              <a:defRPr sz="165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Sand to Back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액자 12"/>
          <p:cNvSpPr/>
          <p:nvPr userDrawn="1"/>
        </p:nvSpPr>
        <p:spPr>
          <a:xfrm>
            <a:off x="452422" y="1456786"/>
            <a:ext cx="9175781" cy="2756981"/>
          </a:xfrm>
          <a:prstGeom prst="frame">
            <a:avLst>
              <a:gd name="adj1" fmla="val 241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>
              <a:solidFill>
                <a:schemeClr val="tx1"/>
              </a:solidFill>
            </a:endParaRPr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752700" y="470535"/>
            <a:ext cx="3027534" cy="472948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6213760" y="0"/>
            <a:ext cx="3866865" cy="56705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grpSp>
        <p:nvGrpSpPr>
          <p:cNvPr id="5" name="Graphic 14"/>
          <p:cNvGrpSpPr/>
          <p:nvPr userDrawn="1"/>
        </p:nvGrpSpPr>
        <p:grpSpPr>
          <a:xfrm>
            <a:off x="4729548" y="1174679"/>
            <a:ext cx="4621777" cy="3635233"/>
            <a:chOff x="2444748" y="555045"/>
            <a:chExt cx="7282048" cy="5727454"/>
          </a:xfrm>
        </p:grpSpPr>
        <p:sp>
          <p:nvSpPr>
            <p:cNvPr id="6" name="Freeform: Shape 5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>
                <a:gd name="connsiteX0" fmla="*/ 1941333 w 2168250"/>
                <a:gd name="connsiteY0" fmla="*/ 525699 h 818207"/>
                <a:gd name="connsiteX1" fmla="*/ 1785874 w 2168250"/>
                <a:gd name="connsiteY1" fmla="*/ 30683 h 818207"/>
                <a:gd name="connsiteX2" fmla="*/ 1114943 w 2168250"/>
                <a:gd name="connsiteY2" fmla="*/ 30683 h 818207"/>
                <a:gd name="connsiteX3" fmla="*/ 1065851 w 2168250"/>
                <a:gd name="connsiteY3" fmla="*/ 30683 h 818207"/>
                <a:gd name="connsiteX4" fmla="*/ 390830 w 2168250"/>
                <a:gd name="connsiteY4" fmla="*/ 30683 h 818207"/>
                <a:gd name="connsiteX5" fmla="*/ 235370 w 2168250"/>
                <a:gd name="connsiteY5" fmla="*/ 525699 h 818207"/>
                <a:gd name="connsiteX6" fmla="*/ 259916 w 2168250"/>
                <a:gd name="connsiteY6" fmla="*/ 816162 h 818207"/>
                <a:gd name="connsiteX7" fmla="*/ 1065851 w 2168250"/>
                <a:gd name="connsiteY7" fmla="*/ 816162 h 818207"/>
                <a:gd name="connsiteX8" fmla="*/ 1114943 w 2168250"/>
                <a:gd name="connsiteY8" fmla="*/ 816162 h 818207"/>
                <a:gd name="connsiteX9" fmla="*/ 1920878 w 2168250"/>
                <a:gd name="connsiteY9" fmla="*/ 816162 h 818207"/>
                <a:gd name="connsiteX10" fmla="*/ 1941333 w 2168250"/>
                <a:gd name="connsiteY10" fmla="*/ 525699 h 81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68250" h="818207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>
                <a:gd name="connsiteX0" fmla="*/ 7038632 w 7282048"/>
                <a:gd name="connsiteY0" fmla="*/ 30683 h 4950157"/>
                <a:gd name="connsiteX1" fmla="*/ 3704436 w 7282048"/>
                <a:gd name="connsiteY1" fmla="*/ 30683 h 4950157"/>
                <a:gd name="connsiteX2" fmla="*/ 3589886 w 7282048"/>
                <a:gd name="connsiteY2" fmla="*/ 30683 h 4950157"/>
                <a:gd name="connsiteX3" fmla="*/ 259781 w 7282048"/>
                <a:gd name="connsiteY3" fmla="*/ 30683 h 4950157"/>
                <a:gd name="connsiteX4" fmla="*/ 30683 w 7282048"/>
                <a:gd name="connsiteY4" fmla="*/ 259781 h 4950157"/>
                <a:gd name="connsiteX5" fmla="*/ 30683 w 7282048"/>
                <a:gd name="connsiteY5" fmla="*/ 4698558 h 4950157"/>
                <a:gd name="connsiteX6" fmla="*/ 239326 w 7282048"/>
                <a:gd name="connsiteY6" fmla="*/ 4931748 h 4950157"/>
                <a:gd name="connsiteX7" fmla="*/ 7042723 w 7282048"/>
                <a:gd name="connsiteY7" fmla="*/ 4931748 h 4950157"/>
                <a:gd name="connsiteX8" fmla="*/ 7251366 w 7282048"/>
                <a:gd name="connsiteY8" fmla="*/ 4698558 h 4950157"/>
                <a:gd name="connsiteX9" fmla="*/ 7251366 w 7282048"/>
                <a:gd name="connsiteY9" fmla="*/ 259781 h 4950157"/>
                <a:gd name="connsiteX10" fmla="*/ 7038632 w 7282048"/>
                <a:gd name="connsiteY10" fmla="*/ 30683 h 4950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82048" h="4950157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 dirty="0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>
                <a:gd name="connsiteX0" fmla="*/ 32212 w 490924"/>
                <a:gd name="connsiteY0" fmla="*/ 30683 h 81820"/>
                <a:gd name="connsiteX1" fmla="*/ 64939 w 490924"/>
                <a:gd name="connsiteY1" fmla="*/ 71593 h 81820"/>
                <a:gd name="connsiteX2" fmla="*/ 461771 w 490924"/>
                <a:gd name="connsiteY2" fmla="*/ 71593 h 81820"/>
                <a:gd name="connsiteX3" fmla="*/ 498590 w 490924"/>
                <a:gd name="connsiteY3" fmla="*/ 30683 h 81820"/>
                <a:gd name="connsiteX4" fmla="*/ 32212 w 490924"/>
                <a:gd name="connsiteY4" fmla="*/ 30683 h 81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0924" h="8182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>
                <a:gd name="connsiteX0" fmla="*/ 6973175 w 7200227"/>
                <a:gd name="connsiteY0" fmla="*/ 30683 h 4336501"/>
                <a:gd name="connsiteX1" fmla="*/ 3671707 w 7200227"/>
                <a:gd name="connsiteY1" fmla="*/ 30683 h 4336501"/>
                <a:gd name="connsiteX2" fmla="*/ 3561249 w 7200227"/>
                <a:gd name="connsiteY2" fmla="*/ 30683 h 4336501"/>
                <a:gd name="connsiteX3" fmla="*/ 259781 w 7200227"/>
                <a:gd name="connsiteY3" fmla="*/ 30683 h 4336501"/>
                <a:gd name="connsiteX4" fmla="*/ 30683 w 7200227"/>
                <a:gd name="connsiteY4" fmla="*/ 231144 h 4336501"/>
                <a:gd name="connsiteX5" fmla="*/ 30683 w 7200227"/>
                <a:gd name="connsiteY5" fmla="*/ 4330365 h 4336501"/>
                <a:gd name="connsiteX6" fmla="*/ 7185909 w 7200227"/>
                <a:gd name="connsiteY6" fmla="*/ 4330365 h 4336501"/>
                <a:gd name="connsiteX7" fmla="*/ 7185909 w 7200227"/>
                <a:gd name="connsiteY7" fmla="*/ 231144 h 4336501"/>
                <a:gd name="connsiteX8" fmla="*/ 6973175 w 7200227"/>
                <a:gd name="connsiteY8" fmla="*/ 30683 h 4336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4336501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0" name="Freeform: Shape 9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>
                <a:gd name="connsiteX0" fmla="*/ 30683 w 2168250"/>
                <a:gd name="connsiteY0" fmla="*/ 34774 h 122731"/>
                <a:gd name="connsiteX1" fmla="*/ 30683 w 2168250"/>
                <a:gd name="connsiteY1" fmla="*/ 34774 h 122731"/>
                <a:gd name="connsiteX2" fmla="*/ 30683 w 2168250"/>
                <a:gd name="connsiteY2" fmla="*/ 38865 h 122731"/>
                <a:gd name="connsiteX3" fmla="*/ 30683 w 2168250"/>
                <a:gd name="connsiteY3" fmla="*/ 38865 h 122731"/>
                <a:gd name="connsiteX4" fmla="*/ 263872 w 2168250"/>
                <a:gd name="connsiteY4" fmla="*/ 96140 h 122731"/>
                <a:gd name="connsiteX5" fmla="*/ 1069807 w 2168250"/>
                <a:gd name="connsiteY5" fmla="*/ 96140 h 122731"/>
                <a:gd name="connsiteX6" fmla="*/ 1118899 w 2168250"/>
                <a:gd name="connsiteY6" fmla="*/ 96140 h 122731"/>
                <a:gd name="connsiteX7" fmla="*/ 1924834 w 2168250"/>
                <a:gd name="connsiteY7" fmla="*/ 96140 h 122731"/>
                <a:gd name="connsiteX8" fmla="*/ 2153932 w 2168250"/>
                <a:gd name="connsiteY8" fmla="*/ 30683 h 122731"/>
                <a:gd name="connsiteX9" fmla="*/ 2137568 w 2168250"/>
                <a:gd name="connsiteY9" fmla="*/ 30683 h 122731"/>
                <a:gd name="connsiteX10" fmla="*/ 2137568 w 2168250"/>
                <a:gd name="connsiteY10" fmla="*/ 30683 h 122731"/>
                <a:gd name="connsiteX11" fmla="*/ 30683 w 2168250"/>
                <a:gd name="connsiteY11" fmla="*/ 30683 h 12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68250" h="122731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>
                <a:gd name="connsiteX0" fmla="*/ 30683 w 7200227"/>
                <a:gd name="connsiteY0" fmla="*/ 362057 h 572745"/>
                <a:gd name="connsiteX1" fmla="*/ 259781 w 7200227"/>
                <a:gd name="connsiteY1" fmla="*/ 562518 h 572745"/>
                <a:gd name="connsiteX2" fmla="*/ 3561249 w 7200227"/>
                <a:gd name="connsiteY2" fmla="*/ 562518 h 572745"/>
                <a:gd name="connsiteX3" fmla="*/ 3671707 w 7200227"/>
                <a:gd name="connsiteY3" fmla="*/ 562518 h 572745"/>
                <a:gd name="connsiteX4" fmla="*/ 6973175 w 7200227"/>
                <a:gd name="connsiteY4" fmla="*/ 562518 h 572745"/>
                <a:gd name="connsiteX5" fmla="*/ 7185909 w 7200227"/>
                <a:gd name="connsiteY5" fmla="*/ 362057 h 572745"/>
                <a:gd name="connsiteX6" fmla="*/ 7185909 w 7200227"/>
                <a:gd name="connsiteY6" fmla="*/ 30683 h 572745"/>
                <a:gd name="connsiteX7" fmla="*/ 30683 w 7200227"/>
                <a:gd name="connsiteY7" fmla="*/ 30683 h 572745"/>
                <a:gd name="connsiteX8" fmla="*/ 30683 w 7200227"/>
                <a:gd name="connsiteY8" fmla="*/ 362057 h 57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200227" h="572745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>
                <a:gd name="connsiteX0" fmla="*/ 30683 w 6586571"/>
                <a:gd name="connsiteY0" fmla="*/ 30683 h 3763755"/>
                <a:gd name="connsiteX1" fmla="*/ 6564071 w 6586571"/>
                <a:gd name="connsiteY1" fmla="*/ 30683 h 3763755"/>
                <a:gd name="connsiteX2" fmla="*/ 6564071 w 6586571"/>
                <a:gd name="connsiteY2" fmla="*/ 3753528 h 3763755"/>
                <a:gd name="connsiteX3" fmla="*/ 30683 w 6586571"/>
                <a:gd name="connsiteY3" fmla="*/ 3753528 h 3763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86571" h="3763755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90" dirty="0"/>
            </a:p>
          </p:txBody>
        </p:sp>
      </p:grp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4841939" y="1346200"/>
            <a:ext cx="4396995" cy="2491205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37915" y="280724"/>
            <a:ext cx="5410460" cy="598845"/>
          </a:xfrm>
          <a:prstGeom prst="rect">
            <a:avLst/>
          </a:prstGeom>
        </p:spPr>
        <p:txBody>
          <a:bodyPr tIns="91440" anchor="ctr"/>
          <a:lstStyle>
            <a:lvl1pPr marL="0" indent="0" algn="l">
              <a:buNone/>
              <a:defRPr sz="4465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 userDrawn="1"/>
        </p:nvSpPr>
        <p:spPr>
          <a:xfrm rot="5400000">
            <a:off x="657603" y="-657628"/>
            <a:ext cx="5174197" cy="6489634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/>
          </a:p>
        </p:txBody>
      </p:sp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529922" y="496172"/>
            <a:ext cx="3350429" cy="4678205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1" hasCustomPrompt="1"/>
          </p:nvPr>
        </p:nvSpPr>
        <p:spPr>
          <a:xfrm>
            <a:off x="4278845" y="184294"/>
            <a:ext cx="1890117" cy="249504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8" name="그림 개체 틀 2"/>
          <p:cNvSpPr>
            <a:spLocks noGrp="1"/>
          </p:cNvSpPr>
          <p:nvPr>
            <p:ph type="pic" sz="quarter" idx="12" hasCustomPrompt="1"/>
          </p:nvPr>
        </p:nvSpPr>
        <p:spPr>
          <a:xfrm>
            <a:off x="4278845" y="2997125"/>
            <a:ext cx="1890117" cy="249504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자유형: 도형 52"/>
          <p:cNvSpPr/>
          <p:nvPr userDrawn="1"/>
        </p:nvSpPr>
        <p:spPr>
          <a:xfrm>
            <a:off x="2" y="0"/>
            <a:ext cx="7095815" cy="5670550"/>
          </a:xfrm>
          <a:custGeom>
            <a:avLst/>
            <a:gdLst>
              <a:gd name="connsiteX0" fmla="*/ 5238766 w 8582025"/>
              <a:gd name="connsiteY0" fmla="*/ 0 h 6858000"/>
              <a:gd name="connsiteX1" fmla="*/ 8582025 w 8582025"/>
              <a:gd name="connsiteY1" fmla="*/ 0 h 6858000"/>
              <a:gd name="connsiteX2" fmla="*/ 1876410 w 8582025"/>
              <a:gd name="connsiteY2" fmla="*/ 6858000 h 6858000"/>
              <a:gd name="connsiteX3" fmla="*/ 0 w 8582025"/>
              <a:gd name="connsiteY3" fmla="*/ 6858000 h 6858000"/>
              <a:gd name="connsiteX4" fmla="*/ 0 w 8582025"/>
              <a:gd name="connsiteY4" fmla="*/ 53578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82025" h="6858000">
                <a:moveTo>
                  <a:pt x="5238766" y="0"/>
                </a:moveTo>
                <a:lnTo>
                  <a:pt x="8582025" y="0"/>
                </a:lnTo>
                <a:lnTo>
                  <a:pt x="1876410" y="6858000"/>
                </a:lnTo>
                <a:lnTo>
                  <a:pt x="0" y="6858000"/>
                </a:lnTo>
                <a:lnTo>
                  <a:pt x="0" y="53578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/>
          </a:p>
        </p:txBody>
      </p:sp>
      <p:sp>
        <p:nvSpPr>
          <p:cNvPr id="5" name="그림 개체 틀 3"/>
          <p:cNvSpPr>
            <a:spLocks noGrp="1"/>
          </p:cNvSpPr>
          <p:nvPr>
            <p:ph type="pic" sz="quarter" idx="10" hasCustomPrompt="1"/>
          </p:nvPr>
        </p:nvSpPr>
        <p:spPr>
          <a:xfrm>
            <a:off x="1254466" y="353643"/>
            <a:ext cx="2976563" cy="2976667"/>
          </a:xfrm>
          <a:prstGeom prst="diamond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defRPr sz="990"/>
            </a:lvl1pPr>
          </a:lstStyle>
          <a:p>
            <a:r>
              <a:rPr lang="en-US" altLang="ko-KR" dirty="0"/>
              <a:t>Place Your Picture Here And Sand to Back</a:t>
            </a:r>
            <a:endParaRPr lang="ko-KR" altLang="en-US" dirty="0"/>
          </a:p>
        </p:txBody>
      </p:sp>
      <p:sp>
        <p:nvSpPr>
          <p:cNvPr id="6" name="그림 개체 틀 3"/>
          <p:cNvSpPr>
            <a:spLocks noGrp="1"/>
          </p:cNvSpPr>
          <p:nvPr>
            <p:ph type="pic" sz="quarter" idx="11" hasCustomPrompt="1"/>
          </p:nvPr>
        </p:nvSpPr>
        <p:spPr>
          <a:xfrm>
            <a:off x="1615290" y="2345808"/>
            <a:ext cx="2976563" cy="2976667"/>
          </a:xfrm>
          <a:prstGeom prst="diamond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defRPr sz="99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그림 개체 틀 3"/>
          <p:cNvSpPr>
            <a:spLocks noGrp="1"/>
          </p:cNvSpPr>
          <p:nvPr>
            <p:ph type="pic" sz="quarter" idx="12" hasCustomPrompt="1"/>
          </p:nvPr>
        </p:nvSpPr>
        <p:spPr>
          <a:xfrm>
            <a:off x="3644242" y="1861588"/>
            <a:ext cx="1637109" cy="1637167"/>
          </a:xfrm>
          <a:prstGeom prst="diamond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defRPr sz="99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그림 개체 틀 3"/>
          <p:cNvSpPr>
            <a:spLocks noGrp="1"/>
          </p:cNvSpPr>
          <p:nvPr>
            <p:ph type="pic" sz="quarter" idx="13" hasCustomPrompt="1"/>
          </p:nvPr>
        </p:nvSpPr>
        <p:spPr>
          <a:xfrm>
            <a:off x="525945" y="2213410"/>
            <a:ext cx="1637109" cy="1637167"/>
          </a:xfrm>
          <a:prstGeom prst="diamond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defRPr sz="99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752701" y="1494477"/>
            <a:ext cx="1984375" cy="2202733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917" y="1906051"/>
            <a:ext cx="3338789" cy="18584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0" hasCustomPrompt="1"/>
          </p:nvPr>
        </p:nvSpPr>
        <p:spPr>
          <a:xfrm>
            <a:off x="752701" y="1494477"/>
            <a:ext cx="1984375" cy="2202733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294" y="1882427"/>
            <a:ext cx="3386037" cy="190569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Image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603125" y="1472423"/>
            <a:ext cx="2025038" cy="3560035"/>
            <a:chOff x="445712" y="1449040"/>
            <a:chExt cx="2113018" cy="3924176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445712" y="1449040"/>
              <a:ext cx="2113018" cy="3924176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 dirty="0"/>
            </a:p>
          </p:txBody>
        </p:sp>
        <p:sp>
          <p:nvSpPr>
            <p:cNvPr id="7" name="Rectangle 5"/>
            <p:cNvSpPr/>
            <p:nvPr userDrawn="1"/>
          </p:nvSpPr>
          <p:spPr>
            <a:xfrm>
              <a:off x="1379920" y="1650572"/>
              <a:ext cx="216024" cy="34350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grpSp>
          <p:nvGrpSpPr>
            <p:cNvPr id="8" name="Group 6"/>
            <p:cNvGrpSpPr/>
            <p:nvPr userDrawn="1"/>
          </p:nvGrpSpPr>
          <p:grpSpPr>
            <a:xfrm>
              <a:off x="1407705" y="5045834"/>
              <a:ext cx="211967" cy="211967"/>
              <a:chOff x="1549420" y="5712364"/>
              <a:chExt cx="312583" cy="312583"/>
            </a:xfrm>
          </p:grpSpPr>
          <p:sp>
            <p:nvSpPr>
              <p:cNvPr id="9" name="Oval 7"/>
              <p:cNvSpPr/>
              <p:nvPr userDrawn="1"/>
            </p:nvSpPr>
            <p:spPr>
              <a:xfrm>
                <a:off x="1549420" y="5712364"/>
                <a:ext cx="312583" cy="312583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0" name="Rounded Rectangle 8"/>
              <p:cNvSpPr/>
              <p:nvPr userDrawn="1"/>
            </p:nvSpPr>
            <p:spPr>
              <a:xfrm>
                <a:off x="1634225" y="5796647"/>
                <a:ext cx="142969" cy="144016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</p:grpSp>
      </p:grpSp>
      <p:sp>
        <p:nvSpPr>
          <p:cNvPr id="11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722201" y="1798345"/>
            <a:ext cx="1779955" cy="27689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99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  <a:lvl2pPr marL="377825" indent="0">
              <a:buNone/>
              <a:defRPr sz="2315"/>
            </a:lvl2pPr>
            <a:lvl3pPr marL="756285" indent="0">
              <a:buNone/>
              <a:defRPr sz="1985"/>
            </a:lvl3pPr>
            <a:lvl4pPr marL="1134110" indent="0">
              <a:buNone/>
              <a:defRPr sz="1655"/>
            </a:lvl4pPr>
            <a:lvl5pPr marL="1511935" indent="0">
              <a:buNone/>
              <a:defRPr sz="1655"/>
            </a:lvl5pPr>
            <a:lvl6pPr marL="1890395" indent="0">
              <a:buNone/>
              <a:defRPr sz="1655"/>
            </a:lvl6pPr>
            <a:lvl7pPr marL="2268220" indent="0">
              <a:buNone/>
              <a:defRPr sz="1655"/>
            </a:lvl7pPr>
            <a:lvl8pPr marL="2646045" indent="0">
              <a:buNone/>
              <a:defRPr sz="1655"/>
            </a:lvl8pPr>
            <a:lvl9pPr marL="3024505" indent="0">
              <a:buNone/>
              <a:defRPr sz="1655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80724"/>
            <a:ext cx="9568984" cy="598845"/>
          </a:xfrm>
          <a:prstGeom prst="rect">
            <a:avLst/>
          </a:prstGeom>
        </p:spPr>
        <p:txBody>
          <a:bodyPr tIns="91440" anchor="ctr"/>
          <a:lstStyle>
            <a:lvl1pPr marL="0" indent="0" algn="ctr">
              <a:buNone/>
              <a:defRPr sz="4465" b="0" baseline="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202903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  <a:endParaRPr lang="en-US" altLang="ko-KR" dirty="0"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7501" y="102098"/>
            <a:ext cx="9568984" cy="59884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465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  <a:endParaRPr lang="en-US" altLang="ko-KR" dirty="0"/>
          </a:p>
        </p:txBody>
      </p:sp>
      <p:sp>
        <p:nvSpPr>
          <p:cNvPr id="3" name="Rounded Rectangle 2"/>
          <p:cNvSpPr/>
          <p:nvPr userDrawn="1"/>
        </p:nvSpPr>
        <p:spPr>
          <a:xfrm>
            <a:off x="292704" y="935658"/>
            <a:ext cx="2944124" cy="4467118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15"/>
          </a:p>
        </p:txBody>
      </p:sp>
      <p:sp>
        <p:nvSpPr>
          <p:cNvPr id="4" name="Rounded Rectangle 3"/>
          <p:cNvSpPr/>
          <p:nvPr userDrawn="1"/>
        </p:nvSpPr>
        <p:spPr>
          <a:xfrm>
            <a:off x="439814" y="1114183"/>
            <a:ext cx="127222" cy="4146827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15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2527744" y="1055603"/>
            <a:ext cx="567076" cy="566516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15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588453" y="1346209"/>
            <a:ext cx="1845674" cy="4476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16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16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588453" y="1751425"/>
            <a:ext cx="1845674" cy="626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16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  <a:endParaRPr lang="en-US" altLang="ko-KR" sz="116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ko-KR" sz="116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16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596329" y="4795341"/>
            <a:ext cx="1845469" cy="2692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16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16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596329" y="3671961"/>
            <a:ext cx="2246723" cy="116078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315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  <a:endParaRPr lang="en-US" altLang="ko-KR" sz="2315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r>
              <a:rPr lang="en-US" altLang="ko-KR" sz="2315" b="1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  <a:endParaRPr lang="en-US" altLang="ko-KR" sz="2315" b="1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Images &amp;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직사각형 21"/>
          <p:cNvSpPr/>
          <p:nvPr userDrawn="1"/>
        </p:nvSpPr>
        <p:spPr>
          <a:xfrm>
            <a:off x="7096360" y="1566592"/>
            <a:ext cx="2984264" cy="253736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90"/>
          </a:p>
        </p:txBody>
      </p:sp>
      <p:sp>
        <p:nvSpPr>
          <p:cNvPr id="26" name="그림 개체 틀 25"/>
          <p:cNvSpPr>
            <a:spLocks noGrp="1"/>
          </p:cNvSpPr>
          <p:nvPr>
            <p:ph type="pic" sz="quarter" idx="11" hasCustomPrompt="1"/>
          </p:nvPr>
        </p:nvSpPr>
        <p:spPr>
          <a:xfrm>
            <a:off x="3883598" y="43043"/>
            <a:ext cx="5661991" cy="5584461"/>
          </a:xfrm>
          <a:custGeom>
            <a:avLst/>
            <a:gdLst>
              <a:gd name="connsiteX0" fmla="*/ 3704348 w 6847888"/>
              <a:gd name="connsiteY0" fmla="*/ 5 h 6753884"/>
              <a:gd name="connsiteX1" fmla="*/ 4005720 w 6847888"/>
              <a:gd name="connsiteY1" fmla="*/ 361947 h 6753884"/>
              <a:gd name="connsiteX2" fmla="*/ 3756101 w 6847888"/>
              <a:gd name="connsiteY2" fmla="*/ 1075954 h 6753884"/>
              <a:gd name="connsiteX3" fmla="*/ 3808606 w 6847888"/>
              <a:gd name="connsiteY3" fmla="*/ 1408969 h 6753884"/>
              <a:gd name="connsiteX4" fmla="*/ 4102330 w 6847888"/>
              <a:gd name="connsiteY4" fmla="*/ 1405443 h 6753884"/>
              <a:gd name="connsiteX5" fmla="*/ 4189935 w 6847888"/>
              <a:gd name="connsiteY5" fmla="*/ 955591 h 6753884"/>
              <a:gd name="connsiteX6" fmla="*/ 4386903 w 6847888"/>
              <a:gd name="connsiteY6" fmla="*/ 729816 h 6753884"/>
              <a:gd name="connsiteX7" fmla="*/ 4462508 w 6847888"/>
              <a:gd name="connsiteY7" fmla="*/ 1003700 h 6753884"/>
              <a:gd name="connsiteX8" fmla="*/ 4290141 w 6847888"/>
              <a:gd name="connsiteY8" fmla="*/ 1451300 h 6753884"/>
              <a:gd name="connsiteX9" fmla="*/ 4479906 w 6847888"/>
              <a:gd name="connsiteY9" fmla="*/ 1558119 h 6753884"/>
              <a:gd name="connsiteX10" fmla="*/ 4652418 w 6847888"/>
              <a:gd name="connsiteY10" fmla="*/ 1291849 h 6753884"/>
              <a:gd name="connsiteX11" fmla="*/ 4765676 w 6847888"/>
              <a:gd name="connsiteY11" fmla="*/ 714012 h 6753884"/>
              <a:gd name="connsiteX12" fmla="*/ 4799428 w 6847888"/>
              <a:gd name="connsiteY12" fmla="*/ 394967 h 6753884"/>
              <a:gd name="connsiteX13" fmla="*/ 5004194 w 6847888"/>
              <a:gd name="connsiteY13" fmla="*/ 127002 h 6753884"/>
              <a:gd name="connsiteX14" fmla="*/ 5239118 w 6847888"/>
              <a:gd name="connsiteY14" fmla="*/ 192050 h 6753884"/>
              <a:gd name="connsiteX15" fmla="*/ 5208812 w 6847888"/>
              <a:gd name="connsiteY15" fmla="*/ 577136 h 6753884"/>
              <a:gd name="connsiteX16" fmla="*/ 4785928 w 6847888"/>
              <a:gd name="connsiteY16" fmla="*/ 1648852 h 6753884"/>
              <a:gd name="connsiteX17" fmla="*/ 5084152 w 6847888"/>
              <a:gd name="connsiteY17" fmla="*/ 1573924 h 6753884"/>
              <a:gd name="connsiteX18" fmla="*/ 5454388 w 6847888"/>
              <a:gd name="connsiteY18" fmla="*/ 1220876 h 6753884"/>
              <a:gd name="connsiteX19" fmla="*/ 5820412 w 6847888"/>
              <a:gd name="connsiteY19" fmla="*/ 791621 h 6753884"/>
              <a:gd name="connsiteX20" fmla="*/ 6488554 w 6847888"/>
              <a:gd name="connsiteY20" fmla="*/ 699901 h 6753884"/>
              <a:gd name="connsiteX21" fmla="*/ 6192287 w 6847888"/>
              <a:gd name="connsiteY21" fmla="*/ 1353942 h 6753884"/>
              <a:gd name="connsiteX22" fmla="*/ 5480803 w 6847888"/>
              <a:gd name="connsiteY22" fmla="*/ 1591998 h 6753884"/>
              <a:gd name="connsiteX23" fmla="*/ 4996546 w 6847888"/>
              <a:gd name="connsiteY23" fmla="*/ 2136796 h 6753884"/>
              <a:gd name="connsiteX24" fmla="*/ 5316970 w 6847888"/>
              <a:gd name="connsiteY24" fmla="*/ 2261685 h 6753884"/>
              <a:gd name="connsiteX25" fmla="*/ 5832552 w 6847888"/>
              <a:gd name="connsiteY25" fmla="*/ 2059893 h 6753884"/>
              <a:gd name="connsiteX26" fmla="*/ 6198284 w 6847888"/>
              <a:gd name="connsiteY26" fmla="*/ 1721240 h 6753884"/>
              <a:gd name="connsiteX27" fmla="*/ 6511057 w 6847888"/>
              <a:gd name="connsiteY27" fmla="*/ 1787139 h 6753884"/>
              <a:gd name="connsiteX28" fmla="*/ 6338392 w 6847888"/>
              <a:gd name="connsiteY28" fmla="*/ 2109428 h 6753884"/>
              <a:gd name="connsiteX29" fmla="*/ 5894660 w 6847888"/>
              <a:gd name="connsiteY29" fmla="*/ 2187178 h 6753884"/>
              <a:gd name="connsiteX30" fmla="*/ 5350720 w 6847888"/>
              <a:gd name="connsiteY30" fmla="*/ 2509611 h 6753884"/>
              <a:gd name="connsiteX31" fmla="*/ 5337966 w 6847888"/>
              <a:gd name="connsiteY31" fmla="*/ 2841924 h 6753884"/>
              <a:gd name="connsiteX32" fmla="*/ 5722747 w 6847888"/>
              <a:gd name="connsiteY32" fmla="*/ 2939991 h 6753884"/>
              <a:gd name="connsiteX33" fmla="*/ 6365545 w 6847888"/>
              <a:gd name="connsiteY33" fmla="*/ 2659891 h 6753884"/>
              <a:gd name="connsiteX34" fmla="*/ 6772825 w 6847888"/>
              <a:gd name="connsiteY34" fmla="*/ 2757962 h 6753884"/>
              <a:gd name="connsiteX35" fmla="*/ 6450302 w 6847888"/>
              <a:gd name="connsiteY35" fmla="*/ 3041588 h 6753884"/>
              <a:gd name="connsiteX36" fmla="*/ 5794002 w 6847888"/>
              <a:gd name="connsiteY36" fmla="*/ 3061344 h 6753884"/>
              <a:gd name="connsiteX37" fmla="*/ 5566884 w 6847888"/>
              <a:gd name="connsiteY37" fmla="*/ 3295578 h 6753884"/>
              <a:gd name="connsiteX38" fmla="*/ 5924786 w 6847888"/>
              <a:gd name="connsiteY38" fmla="*/ 3470206 h 6753884"/>
              <a:gd name="connsiteX39" fmla="*/ 6646448 w 6847888"/>
              <a:gd name="connsiteY39" fmla="*/ 3568310 h 6753884"/>
              <a:gd name="connsiteX40" fmla="*/ 5957990 w 6847888"/>
              <a:gd name="connsiteY40" fmla="*/ 3543273 h 6753884"/>
              <a:gd name="connsiteX41" fmla="*/ 5679994 w 6847888"/>
              <a:gd name="connsiteY41" fmla="*/ 3559455 h 6753884"/>
              <a:gd name="connsiteX42" fmla="*/ 5639035 w 6847888"/>
              <a:gd name="connsiteY42" fmla="*/ 4035837 h 6753884"/>
              <a:gd name="connsiteX43" fmla="*/ 6838762 w 6847888"/>
              <a:gd name="connsiteY43" fmla="*/ 4397663 h 6753884"/>
              <a:gd name="connsiteX44" fmla="*/ 5833001 w 6847888"/>
              <a:gd name="connsiteY44" fmla="*/ 4238897 h 6753884"/>
              <a:gd name="connsiteX45" fmla="*/ 5215709 w 6847888"/>
              <a:gd name="connsiteY45" fmla="*/ 4274451 h 6753884"/>
              <a:gd name="connsiteX46" fmla="*/ 5136502 w 6847888"/>
              <a:gd name="connsiteY46" fmla="*/ 4515036 h 6753884"/>
              <a:gd name="connsiteX47" fmla="*/ 5480660 w 6847888"/>
              <a:gd name="connsiteY47" fmla="*/ 4848320 h 6753884"/>
              <a:gd name="connsiteX48" fmla="*/ 6101276 w 6847888"/>
              <a:gd name="connsiteY48" fmla="*/ 5412584 h 6753884"/>
              <a:gd name="connsiteX49" fmla="*/ 5335310 w 6847888"/>
              <a:gd name="connsiteY49" fmla="*/ 4941769 h 6753884"/>
              <a:gd name="connsiteX50" fmla="*/ 4887530 w 6847888"/>
              <a:gd name="connsiteY50" fmla="*/ 4918188 h 6753884"/>
              <a:gd name="connsiteX51" fmla="*/ 4721424 w 6847888"/>
              <a:gd name="connsiteY51" fmla="*/ 5309901 h 6753884"/>
              <a:gd name="connsiteX52" fmla="*/ 4794693 w 6847888"/>
              <a:gd name="connsiteY52" fmla="*/ 5776368 h 6753884"/>
              <a:gd name="connsiteX53" fmla="*/ 4843214 w 6847888"/>
              <a:gd name="connsiteY53" fmla="*/ 6753302 h 6753884"/>
              <a:gd name="connsiteX54" fmla="*/ 4621620 w 6847888"/>
              <a:gd name="connsiteY54" fmla="*/ 6003373 h 6753884"/>
              <a:gd name="connsiteX55" fmla="*/ 4542910 w 6847888"/>
              <a:gd name="connsiteY55" fmla="*/ 5278318 h 6753884"/>
              <a:gd name="connsiteX56" fmla="*/ 4284891 w 6847888"/>
              <a:gd name="connsiteY56" fmla="*/ 4931956 h 6753884"/>
              <a:gd name="connsiteX57" fmla="*/ 3901613 w 6847888"/>
              <a:gd name="connsiteY57" fmla="*/ 4940185 h 6753884"/>
              <a:gd name="connsiteX58" fmla="*/ 3718599 w 6847888"/>
              <a:gd name="connsiteY58" fmla="*/ 5262629 h 6753884"/>
              <a:gd name="connsiteX59" fmla="*/ 3768102 w 6847888"/>
              <a:gd name="connsiteY59" fmla="*/ 5681014 h 6753884"/>
              <a:gd name="connsiteX60" fmla="*/ 3541585 w 6847888"/>
              <a:gd name="connsiteY60" fmla="*/ 6112805 h 6753884"/>
              <a:gd name="connsiteX61" fmla="*/ 3390074 w 6847888"/>
              <a:gd name="connsiteY61" fmla="*/ 5647148 h 6753884"/>
              <a:gd name="connsiteX62" fmla="*/ 3530334 w 6847888"/>
              <a:gd name="connsiteY62" fmla="*/ 5252751 h 6753884"/>
              <a:gd name="connsiteX63" fmla="*/ 3438078 w 6847888"/>
              <a:gd name="connsiteY63" fmla="*/ 4904921 h 6753884"/>
              <a:gd name="connsiteX64" fmla="*/ 3123805 w 6847888"/>
              <a:gd name="connsiteY64" fmla="*/ 4837894 h 6753884"/>
              <a:gd name="connsiteX65" fmla="*/ 2747277 w 6847888"/>
              <a:gd name="connsiteY65" fmla="*/ 5184314 h 6753884"/>
              <a:gd name="connsiteX66" fmla="*/ 2508759 w 6847888"/>
              <a:gd name="connsiteY66" fmla="*/ 5867983 h 6753884"/>
              <a:gd name="connsiteX67" fmla="*/ 1877212 w 6847888"/>
              <a:gd name="connsiteY67" fmla="*/ 6254619 h 6753884"/>
              <a:gd name="connsiteX68" fmla="*/ 1793956 w 6847888"/>
              <a:gd name="connsiteY68" fmla="*/ 5594938 h 6753884"/>
              <a:gd name="connsiteX69" fmla="*/ 2825282 w 6847888"/>
              <a:gd name="connsiteY69" fmla="*/ 4769457 h 6753884"/>
              <a:gd name="connsiteX70" fmla="*/ 2843283 w 6847888"/>
              <a:gd name="connsiteY70" fmla="*/ 4338371 h 6753884"/>
              <a:gd name="connsiteX71" fmla="*/ 2509509 w 6847888"/>
              <a:gd name="connsiteY71" fmla="*/ 4184563 h 6753884"/>
              <a:gd name="connsiteX72" fmla="*/ 2145732 w 6847888"/>
              <a:gd name="connsiteY72" fmla="*/ 4312267 h 6753884"/>
              <a:gd name="connsiteX73" fmla="*/ 1745953 w 6847888"/>
              <a:gd name="connsiteY73" fmla="*/ 4757462 h 6753884"/>
              <a:gd name="connsiteX74" fmla="*/ 1410678 w 6847888"/>
              <a:gd name="connsiteY74" fmla="*/ 4810378 h 6753884"/>
              <a:gd name="connsiteX75" fmla="*/ 1519436 w 6847888"/>
              <a:gd name="connsiteY75" fmla="*/ 4450552 h 6753884"/>
              <a:gd name="connsiteX76" fmla="*/ 2177235 w 6847888"/>
              <a:gd name="connsiteY76" fmla="*/ 4061094 h 6753884"/>
              <a:gd name="connsiteX77" fmla="*/ 2236489 w 6847888"/>
              <a:gd name="connsiteY77" fmla="*/ 3792989 h 6753884"/>
              <a:gd name="connsiteX78" fmla="*/ 1943218 w 6847888"/>
              <a:gd name="connsiteY78" fmla="*/ 3725256 h 6753884"/>
              <a:gd name="connsiteX79" fmla="*/ 1646195 w 6847888"/>
              <a:gd name="connsiteY79" fmla="*/ 3769000 h 6753884"/>
              <a:gd name="connsiteX80" fmla="*/ 1475933 w 6847888"/>
              <a:gd name="connsiteY80" fmla="*/ 3821210 h 6753884"/>
              <a:gd name="connsiteX81" fmla="*/ 773301 w 6847888"/>
              <a:gd name="connsiteY81" fmla="*/ 4138496 h 6753884"/>
              <a:gd name="connsiteX82" fmla="*/ 10449 w 6847888"/>
              <a:gd name="connsiteY82" fmla="*/ 4282644 h 6753884"/>
              <a:gd name="connsiteX83" fmla="*/ 698113 w 6847888"/>
              <a:gd name="connsiteY83" fmla="*/ 3885768 h 6753884"/>
              <a:gd name="connsiteX84" fmla="*/ 1569689 w 6847888"/>
              <a:gd name="connsiteY84" fmla="*/ 3693508 h 6753884"/>
              <a:gd name="connsiteX85" fmla="*/ 1871212 w 6847888"/>
              <a:gd name="connsiteY85" fmla="*/ 3598260 h 6753884"/>
              <a:gd name="connsiteX86" fmla="*/ 2129231 w 6847888"/>
              <a:gd name="connsiteY86" fmla="*/ 3361198 h 6753884"/>
              <a:gd name="connsiteX87" fmla="*/ 1946218 w 6847888"/>
              <a:gd name="connsiteY87" fmla="*/ 3168586 h 6753884"/>
              <a:gd name="connsiteX88" fmla="*/ 1078525 w 6847888"/>
              <a:gd name="connsiteY88" fmla="*/ 3261717 h 6753884"/>
              <a:gd name="connsiteX89" fmla="*/ 355264 w 6847888"/>
              <a:gd name="connsiteY89" fmla="*/ 3077920 h 6753884"/>
              <a:gd name="connsiteX90" fmla="*/ 1270418 w 6847888"/>
              <a:gd name="connsiteY90" fmla="*/ 3019717 h 6753884"/>
              <a:gd name="connsiteX91" fmla="*/ 1876462 w 6847888"/>
              <a:gd name="connsiteY91" fmla="*/ 2963274 h 6753884"/>
              <a:gd name="connsiteX92" fmla="*/ 2046289 w 6847888"/>
              <a:gd name="connsiteY92" fmla="*/ 2552361 h 6753884"/>
              <a:gd name="connsiteX93" fmla="*/ 1608020 w 6847888"/>
              <a:gd name="connsiteY93" fmla="*/ 2243943 h 6753884"/>
              <a:gd name="connsiteX94" fmla="*/ 884360 w 6847888"/>
              <a:gd name="connsiteY94" fmla="*/ 1671796 h 6753884"/>
              <a:gd name="connsiteX95" fmla="*/ 1677807 w 6847888"/>
              <a:gd name="connsiteY95" fmla="*/ 2125859 h 6753884"/>
              <a:gd name="connsiteX96" fmla="*/ 2480999 w 6847888"/>
              <a:gd name="connsiteY96" fmla="*/ 2291025 h 6753884"/>
              <a:gd name="connsiteX97" fmla="*/ 2789337 w 6847888"/>
              <a:gd name="connsiteY97" fmla="*/ 1973660 h 6753884"/>
              <a:gd name="connsiteX98" fmla="*/ 2605228 w 6847888"/>
              <a:gd name="connsiteY98" fmla="*/ 1554212 h 6753884"/>
              <a:gd name="connsiteX99" fmla="*/ 1886011 w 6847888"/>
              <a:gd name="connsiteY99" fmla="*/ 841920 h 6753884"/>
              <a:gd name="connsiteX100" fmla="*/ 2701797 w 6847888"/>
              <a:gd name="connsiteY100" fmla="*/ 1488981 h 6753884"/>
              <a:gd name="connsiteX101" fmla="*/ 3003046 w 6847888"/>
              <a:gd name="connsiteY101" fmla="*/ 1694006 h 6753884"/>
              <a:gd name="connsiteX102" fmla="*/ 3172858 w 6847888"/>
              <a:gd name="connsiteY102" fmla="*/ 1616116 h 6753884"/>
              <a:gd name="connsiteX103" fmla="*/ 3170310 w 6847888"/>
              <a:gd name="connsiteY103" fmla="*/ 1323597 h 6753884"/>
              <a:gd name="connsiteX104" fmla="*/ 2928026 w 6847888"/>
              <a:gd name="connsiteY104" fmla="*/ 677624 h 6753884"/>
              <a:gd name="connsiteX105" fmla="*/ 3225507 w 6847888"/>
              <a:gd name="connsiteY105" fmla="*/ 1291714 h 6753884"/>
              <a:gd name="connsiteX106" fmla="*/ 3426679 w 6847888"/>
              <a:gd name="connsiteY106" fmla="*/ 1486720 h 6753884"/>
              <a:gd name="connsiteX107" fmla="*/ 3527334 w 6847888"/>
              <a:gd name="connsiteY107" fmla="*/ 1399091 h 6753884"/>
              <a:gd name="connsiteX108" fmla="*/ 3537085 w 6847888"/>
              <a:gd name="connsiteY108" fmla="*/ 1104881 h 6753884"/>
              <a:gd name="connsiteX109" fmla="*/ 3372073 w 6847888"/>
              <a:gd name="connsiteY109" fmla="*/ 293510 h 6753884"/>
              <a:gd name="connsiteX110" fmla="*/ 3704348 w 6847888"/>
              <a:gd name="connsiteY110" fmla="*/ 5 h 6753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6847888" h="6753884">
                <a:moveTo>
                  <a:pt x="3704348" y="5"/>
                </a:moveTo>
                <a:cubicBezTo>
                  <a:pt x="3810646" y="-809"/>
                  <a:pt x="4026723" y="117124"/>
                  <a:pt x="4005720" y="361947"/>
                </a:cubicBezTo>
                <a:cubicBezTo>
                  <a:pt x="3986743" y="580216"/>
                  <a:pt x="3787229" y="901450"/>
                  <a:pt x="3756101" y="1075954"/>
                </a:cubicBezTo>
                <a:cubicBezTo>
                  <a:pt x="3742751" y="1176844"/>
                  <a:pt x="3745600" y="1330654"/>
                  <a:pt x="3808606" y="1408969"/>
                </a:cubicBezTo>
                <a:cubicBezTo>
                  <a:pt x="3880610" y="1486578"/>
                  <a:pt x="4030324" y="1512685"/>
                  <a:pt x="4102330" y="1405443"/>
                </a:cubicBezTo>
                <a:cubicBezTo>
                  <a:pt x="4185586" y="1287617"/>
                  <a:pt x="4206888" y="1092324"/>
                  <a:pt x="4189935" y="955591"/>
                </a:cubicBezTo>
                <a:cubicBezTo>
                  <a:pt x="4179856" y="789440"/>
                  <a:pt x="4293168" y="715308"/>
                  <a:pt x="4386903" y="729816"/>
                </a:cubicBezTo>
                <a:cubicBezTo>
                  <a:pt x="4480638" y="744325"/>
                  <a:pt x="4529242" y="877503"/>
                  <a:pt x="4462508" y="1003700"/>
                </a:cubicBezTo>
                <a:cubicBezTo>
                  <a:pt x="4392324" y="1120160"/>
                  <a:pt x="4279766" y="1338885"/>
                  <a:pt x="4290141" y="1451300"/>
                </a:cubicBezTo>
                <a:cubicBezTo>
                  <a:pt x="4288366" y="1524678"/>
                  <a:pt x="4391924" y="1561977"/>
                  <a:pt x="4479906" y="1558119"/>
                </a:cubicBezTo>
                <a:cubicBezTo>
                  <a:pt x="4599916" y="1551769"/>
                  <a:pt x="4630666" y="1394858"/>
                  <a:pt x="4652418" y="1291849"/>
                </a:cubicBezTo>
                <a:cubicBezTo>
                  <a:pt x="4692172" y="1095709"/>
                  <a:pt x="4755176" y="909446"/>
                  <a:pt x="4765676" y="714012"/>
                </a:cubicBezTo>
                <a:cubicBezTo>
                  <a:pt x="4790178" y="564532"/>
                  <a:pt x="4759676" y="492802"/>
                  <a:pt x="4799428" y="394967"/>
                </a:cubicBezTo>
                <a:cubicBezTo>
                  <a:pt x="4841432" y="238337"/>
                  <a:pt x="4931439" y="146757"/>
                  <a:pt x="5004194" y="127002"/>
                </a:cubicBezTo>
                <a:cubicBezTo>
                  <a:pt x="5150010" y="75499"/>
                  <a:pt x="5211817" y="169191"/>
                  <a:pt x="5239118" y="192050"/>
                </a:cubicBezTo>
                <a:cubicBezTo>
                  <a:pt x="5299674" y="250846"/>
                  <a:pt x="5296994" y="393292"/>
                  <a:pt x="5208812" y="577136"/>
                </a:cubicBezTo>
                <a:cubicBezTo>
                  <a:pt x="5067800" y="821536"/>
                  <a:pt x="4525658" y="1443540"/>
                  <a:pt x="4785928" y="1648852"/>
                </a:cubicBezTo>
                <a:cubicBezTo>
                  <a:pt x="4920938" y="1725051"/>
                  <a:pt x="5009743" y="1637420"/>
                  <a:pt x="5084152" y="1573924"/>
                </a:cubicBezTo>
                <a:cubicBezTo>
                  <a:pt x="5127654" y="1540058"/>
                  <a:pt x="5352230" y="1344488"/>
                  <a:pt x="5454388" y="1220876"/>
                </a:cubicBezTo>
                <a:cubicBezTo>
                  <a:pt x="5595400" y="1069185"/>
                  <a:pt x="5664252" y="970828"/>
                  <a:pt x="5820412" y="791621"/>
                </a:cubicBezTo>
                <a:cubicBezTo>
                  <a:pt x="5968922" y="636402"/>
                  <a:pt x="6229786" y="490356"/>
                  <a:pt x="6488554" y="699901"/>
                </a:cubicBezTo>
                <a:cubicBezTo>
                  <a:pt x="6742073" y="1018099"/>
                  <a:pt x="6400803" y="1304555"/>
                  <a:pt x="6192287" y="1353942"/>
                </a:cubicBezTo>
                <a:cubicBezTo>
                  <a:pt x="5889261" y="1436635"/>
                  <a:pt x="5698873" y="1491549"/>
                  <a:pt x="5480803" y="1591998"/>
                </a:cubicBezTo>
                <a:cubicBezTo>
                  <a:pt x="5253910" y="1696510"/>
                  <a:pt x="4931590" y="1809017"/>
                  <a:pt x="4996546" y="2136796"/>
                </a:cubicBezTo>
                <a:cubicBezTo>
                  <a:pt x="5046203" y="2240795"/>
                  <a:pt x="5220216" y="2280734"/>
                  <a:pt x="5316970" y="2261685"/>
                </a:cubicBezTo>
                <a:cubicBezTo>
                  <a:pt x="5465506" y="2226691"/>
                  <a:pt x="5685666" y="2149966"/>
                  <a:pt x="5832552" y="2059893"/>
                </a:cubicBezTo>
                <a:cubicBezTo>
                  <a:pt x="5944310" y="1983412"/>
                  <a:pt x="6085200" y="1766699"/>
                  <a:pt x="6198284" y="1721240"/>
                </a:cubicBezTo>
                <a:cubicBezTo>
                  <a:pt x="6311367" y="1675781"/>
                  <a:pt x="6409799" y="1653087"/>
                  <a:pt x="6511057" y="1787139"/>
                </a:cubicBezTo>
                <a:cubicBezTo>
                  <a:pt x="6586814" y="1937277"/>
                  <a:pt x="6450153" y="2050727"/>
                  <a:pt x="6338392" y="2109428"/>
                </a:cubicBezTo>
                <a:cubicBezTo>
                  <a:pt x="6216682" y="2164201"/>
                  <a:pt x="6007516" y="2152934"/>
                  <a:pt x="5894660" y="2187178"/>
                </a:cubicBezTo>
                <a:cubicBezTo>
                  <a:pt x="5781804" y="2221422"/>
                  <a:pt x="5522488" y="2346487"/>
                  <a:pt x="5350720" y="2509611"/>
                </a:cubicBezTo>
                <a:cubicBezTo>
                  <a:pt x="5241060" y="2619816"/>
                  <a:pt x="5275712" y="2737504"/>
                  <a:pt x="5337966" y="2841924"/>
                </a:cubicBezTo>
                <a:cubicBezTo>
                  <a:pt x="5400220" y="2946343"/>
                  <a:pt x="5592838" y="2982464"/>
                  <a:pt x="5722747" y="2939991"/>
                </a:cubicBezTo>
                <a:cubicBezTo>
                  <a:pt x="5947168" y="2871978"/>
                  <a:pt x="6241035" y="2686984"/>
                  <a:pt x="6365545" y="2659891"/>
                </a:cubicBezTo>
                <a:cubicBezTo>
                  <a:pt x="6512556" y="2630965"/>
                  <a:pt x="6751074" y="2582282"/>
                  <a:pt x="6772825" y="2757962"/>
                </a:cubicBezTo>
                <a:cubicBezTo>
                  <a:pt x="6792326" y="2934346"/>
                  <a:pt x="6647566" y="3011956"/>
                  <a:pt x="6450302" y="3041588"/>
                </a:cubicBezTo>
                <a:cubicBezTo>
                  <a:pt x="6314542" y="3061344"/>
                  <a:pt x="6067777" y="3008996"/>
                  <a:pt x="5794002" y="3061344"/>
                </a:cubicBezTo>
                <a:cubicBezTo>
                  <a:pt x="5694092" y="3093797"/>
                  <a:pt x="5565984" y="3135708"/>
                  <a:pt x="5566884" y="3295578"/>
                </a:cubicBezTo>
                <a:cubicBezTo>
                  <a:pt x="5584136" y="3394602"/>
                  <a:pt x="5764046" y="3461148"/>
                  <a:pt x="5924786" y="3470206"/>
                </a:cubicBezTo>
                <a:cubicBezTo>
                  <a:pt x="6241250" y="3470455"/>
                  <a:pt x="6675030" y="3353870"/>
                  <a:pt x="6646448" y="3568310"/>
                </a:cubicBezTo>
                <a:cubicBezTo>
                  <a:pt x="6606736" y="3806610"/>
                  <a:pt x="6208178" y="3558109"/>
                  <a:pt x="5957990" y="3543273"/>
                </a:cubicBezTo>
                <a:cubicBezTo>
                  <a:pt x="5890802" y="3537398"/>
                  <a:pt x="5745062" y="3544992"/>
                  <a:pt x="5679994" y="3559455"/>
                </a:cubicBezTo>
                <a:cubicBezTo>
                  <a:pt x="5453044" y="3598970"/>
                  <a:pt x="5291757" y="3892894"/>
                  <a:pt x="5639035" y="4035837"/>
                </a:cubicBezTo>
                <a:cubicBezTo>
                  <a:pt x="5961740" y="4167682"/>
                  <a:pt x="6953080" y="3913801"/>
                  <a:pt x="6838762" y="4397663"/>
                </a:cubicBezTo>
                <a:cubicBezTo>
                  <a:pt x="6705978" y="4839592"/>
                  <a:pt x="6223310" y="4344608"/>
                  <a:pt x="5833001" y="4238897"/>
                </a:cubicBezTo>
                <a:cubicBezTo>
                  <a:pt x="5646234" y="4186402"/>
                  <a:pt x="5306312" y="4159727"/>
                  <a:pt x="5215709" y="4274451"/>
                </a:cubicBezTo>
                <a:cubicBezTo>
                  <a:pt x="5163956" y="4333010"/>
                  <a:pt x="5115501" y="4416966"/>
                  <a:pt x="5136502" y="4515036"/>
                </a:cubicBezTo>
                <a:cubicBezTo>
                  <a:pt x="5159005" y="4603405"/>
                  <a:pt x="5300256" y="4745093"/>
                  <a:pt x="5480660" y="4848320"/>
                </a:cubicBezTo>
                <a:cubicBezTo>
                  <a:pt x="5689832" y="4949866"/>
                  <a:pt x="6354463" y="5164998"/>
                  <a:pt x="6101276" y="5412584"/>
                </a:cubicBezTo>
                <a:cubicBezTo>
                  <a:pt x="5865496" y="5624531"/>
                  <a:pt x="5484828" y="5051110"/>
                  <a:pt x="5335310" y="4941769"/>
                </a:cubicBezTo>
                <a:cubicBezTo>
                  <a:pt x="5119438" y="4860879"/>
                  <a:pt x="4989844" y="4856833"/>
                  <a:pt x="4887530" y="4918188"/>
                </a:cubicBezTo>
                <a:cubicBezTo>
                  <a:pt x="4794522" y="5004970"/>
                  <a:pt x="4697526" y="5071784"/>
                  <a:pt x="4721424" y="5309901"/>
                </a:cubicBezTo>
                <a:cubicBezTo>
                  <a:pt x="4755926" y="5583650"/>
                  <a:pt x="4727188" y="5504030"/>
                  <a:pt x="4794693" y="5776368"/>
                </a:cubicBezTo>
                <a:cubicBezTo>
                  <a:pt x="4904951" y="6155243"/>
                  <a:pt x="5127484" y="6709559"/>
                  <a:pt x="4843214" y="6753302"/>
                </a:cubicBezTo>
                <a:cubicBezTo>
                  <a:pt x="4588196" y="6769530"/>
                  <a:pt x="4579617" y="6445041"/>
                  <a:pt x="4621620" y="6003373"/>
                </a:cubicBezTo>
                <a:cubicBezTo>
                  <a:pt x="4647170" y="5698890"/>
                  <a:pt x="4617916" y="5550657"/>
                  <a:pt x="4542910" y="5278318"/>
                </a:cubicBezTo>
                <a:cubicBezTo>
                  <a:pt x="4468702" y="5079954"/>
                  <a:pt x="4391774" y="4988312"/>
                  <a:pt x="4284891" y="4931956"/>
                </a:cubicBezTo>
                <a:cubicBezTo>
                  <a:pt x="4178008" y="4875601"/>
                  <a:pt x="4014121" y="4892209"/>
                  <a:pt x="3901613" y="4940185"/>
                </a:cubicBezTo>
                <a:cubicBezTo>
                  <a:pt x="3743350" y="5001568"/>
                  <a:pt x="3741100" y="5120815"/>
                  <a:pt x="3718599" y="5262629"/>
                </a:cubicBezTo>
                <a:cubicBezTo>
                  <a:pt x="3709598" y="5410793"/>
                  <a:pt x="3737350" y="5450302"/>
                  <a:pt x="3768102" y="5681014"/>
                </a:cubicBezTo>
                <a:cubicBezTo>
                  <a:pt x="3780853" y="5856693"/>
                  <a:pt x="3746350" y="6098694"/>
                  <a:pt x="3541585" y="6112805"/>
                </a:cubicBezTo>
                <a:cubicBezTo>
                  <a:pt x="3324820" y="6102222"/>
                  <a:pt x="3348072" y="5776967"/>
                  <a:pt x="3390074" y="5647148"/>
                </a:cubicBezTo>
                <a:cubicBezTo>
                  <a:pt x="3432077" y="5517329"/>
                  <a:pt x="3522084" y="5376221"/>
                  <a:pt x="3530334" y="5252751"/>
                </a:cubicBezTo>
                <a:cubicBezTo>
                  <a:pt x="3538585" y="5129281"/>
                  <a:pt x="3505583" y="4974063"/>
                  <a:pt x="3438078" y="4904921"/>
                </a:cubicBezTo>
                <a:cubicBezTo>
                  <a:pt x="3370573" y="4835777"/>
                  <a:pt x="3245314" y="4820961"/>
                  <a:pt x="3123805" y="4837894"/>
                </a:cubicBezTo>
                <a:cubicBezTo>
                  <a:pt x="2952042" y="4883754"/>
                  <a:pt x="2850034" y="5012867"/>
                  <a:pt x="2747277" y="5184314"/>
                </a:cubicBezTo>
                <a:cubicBezTo>
                  <a:pt x="2644519" y="5355760"/>
                  <a:pt x="2559763" y="5625982"/>
                  <a:pt x="2508759" y="5867983"/>
                </a:cubicBezTo>
                <a:cubicBezTo>
                  <a:pt x="2460755" y="6006268"/>
                  <a:pt x="2223738" y="6403487"/>
                  <a:pt x="1877212" y="6254619"/>
                </a:cubicBezTo>
                <a:cubicBezTo>
                  <a:pt x="1636444" y="6171364"/>
                  <a:pt x="1607193" y="5793900"/>
                  <a:pt x="1793956" y="5594938"/>
                </a:cubicBezTo>
                <a:cubicBezTo>
                  <a:pt x="2088728" y="5283090"/>
                  <a:pt x="2592015" y="5170203"/>
                  <a:pt x="2825282" y="4769457"/>
                </a:cubicBezTo>
                <a:cubicBezTo>
                  <a:pt x="2918289" y="4595893"/>
                  <a:pt x="2895788" y="4435736"/>
                  <a:pt x="2843283" y="4338371"/>
                </a:cubicBezTo>
                <a:cubicBezTo>
                  <a:pt x="2790780" y="4241007"/>
                  <a:pt x="2641519" y="4190208"/>
                  <a:pt x="2509509" y="4184563"/>
                </a:cubicBezTo>
                <a:cubicBezTo>
                  <a:pt x="2358748" y="4181741"/>
                  <a:pt x="2273241" y="4217018"/>
                  <a:pt x="2145732" y="4312267"/>
                </a:cubicBezTo>
                <a:cubicBezTo>
                  <a:pt x="2018222" y="4407514"/>
                  <a:pt x="1852461" y="4674914"/>
                  <a:pt x="1745953" y="4757462"/>
                </a:cubicBezTo>
                <a:cubicBezTo>
                  <a:pt x="1658196" y="4843537"/>
                  <a:pt x="1498434" y="4878110"/>
                  <a:pt x="1410678" y="4810378"/>
                </a:cubicBezTo>
                <a:cubicBezTo>
                  <a:pt x="1280168" y="4721480"/>
                  <a:pt x="1403177" y="4498529"/>
                  <a:pt x="1519436" y="4450552"/>
                </a:cubicBezTo>
                <a:cubicBezTo>
                  <a:pt x="1787955" y="4347544"/>
                  <a:pt x="2057226" y="4170453"/>
                  <a:pt x="2177235" y="4061094"/>
                </a:cubicBezTo>
                <a:cubicBezTo>
                  <a:pt x="2297244" y="3951736"/>
                  <a:pt x="2282993" y="3869892"/>
                  <a:pt x="2236489" y="3792989"/>
                </a:cubicBezTo>
                <a:cubicBezTo>
                  <a:pt x="2154732" y="3718907"/>
                  <a:pt x="2105229" y="3718202"/>
                  <a:pt x="1943218" y="3725256"/>
                </a:cubicBezTo>
                <a:cubicBezTo>
                  <a:pt x="1769954" y="3730901"/>
                  <a:pt x="1718201" y="3759123"/>
                  <a:pt x="1646195" y="3769000"/>
                </a:cubicBezTo>
                <a:cubicBezTo>
                  <a:pt x="1589191" y="3786639"/>
                  <a:pt x="1621415" y="3759627"/>
                  <a:pt x="1475933" y="3821210"/>
                </a:cubicBezTo>
                <a:cubicBezTo>
                  <a:pt x="1330451" y="3882794"/>
                  <a:pt x="996953" y="4018334"/>
                  <a:pt x="773301" y="4138496"/>
                </a:cubicBezTo>
                <a:cubicBezTo>
                  <a:pt x="529052" y="4269722"/>
                  <a:pt x="137210" y="4545329"/>
                  <a:pt x="10449" y="4282644"/>
                </a:cubicBezTo>
                <a:cubicBezTo>
                  <a:pt x="-71518" y="4012081"/>
                  <a:pt x="344836" y="3944329"/>
                  <a:pt x="698113" y="3885768"/>
                </a:cubicBezTo>
                <a:cubicBezTo>
                  <a:pt x="971883" y="3849080"/>
                  <a:pt x="1374172" y="3741426"/>
                  <a:pt x="1569689" y="3693508"/>
                </a:cubicBezTo>
                <a:cubicBezTo>
                  <a:pt x="1765206" y="3645589"/>
                  <a:pt x="1770704" y="3640592"/>
                  <a:pt x="1871212" y="3598260"/>
                </a:cubicBezTo>
                <a:cubicBezTo>
                  <a:pt x="1961969" y="3542522"/>
                  <a:pt x="2122480" y="3500189"/>
                  <a:pt x="2129231" y="3361198"/>
                </a:cubicBezTo>
                <a:cubicBezTo>
                  <a:pt x="2131481" y="3239845"/>
                  <a:pt x="2060976" y="3207391"/>
                  <a:pt x="1946218" y="3168586"/>
                </a:cubicBezTo>
                <a:cubicBezTo>
                  <a:pt x="1771100" y="3152007"/>
                  <a:pt x="1388950" y="3204399"/>
                  <a:pt x="1078525" y="3261717"/>
                </a:cubicBezTo>
                <a:cubicBezTo>
                  <a:pt x="768100" y="3319035"/>
                  <a:pt x="334262" y="3420107"/>
                  <a:pt x="355264" y="3077920"/>
                </a:cubicBezTo>
                <a:cubicBezTo>
                  <a:pt x="419768" y="2677879"/>
                  <a:pt x="878138" y="2975268"/>
                  <a:pt x="1270418" y="3019717"/>
                </a:cubicBezTo>
                <a:cubicBezTo>
                  <a:pt x="1492434" y="3054994"/>
                  <a:pt x="1726451" y="3053583"/>
                  <a:pt x="1876462" y="2963274"/>
                </a:cubicBezTo>
                <a:cubicBezTo>
                  <a:pt x="1971719" y="2866615"/>
                  <a:pt x="2091030" y="2672250"/>
                  <a:pt x="2046289" y="2552361"/>
                </a:cubicBezTo>
                <a:cubicBezTo>
                  <a:pt x="2001549" y="2432472"/>
                  <a:pt x="1608041" y="2243980"/>
                  <a:pt x="1608020" y="2243943"/>
                </a:cubicBezTo>
                <a:cubicBezTo>
                  <a:pt x="1296260" y="2073846"/>
                  <a:pt x="701803" y="1907011"/>
                  <a:pt x="884360" y="1671796"/>
                </a:cubicBezTo>
                <a:cubicBezTo>
                  <a:pt x="1089824" y="1412656"/>
                  <a:pt x="1481682" y="1994995"/>
                  <a:pt x="1677807" y="2125859"/>
                </a:cubicBezTo>
                <a:cubicBezTo>
                  <a:pt x="2056079" y="2339783"/>
                  <a:pt x="2295745" y="2316391"/>
                  <a:pt x="2480999" y="2291025"/>
                </a:cubicBezTo>
                <a:cubicBezTo>
                  <a:pt x="2666255" y="2265659"/>
                  <a:pt x="2767530" y="2105153"/>
                  <a:pt x="2789337" y="1973660"/>
                </a:cubicBezTo>
                <a:cubicBezTo>
                  <a:pt x="2809717" y="1860696"/>
                  <a:pt x="2713780" y="1633569"/>
                  <a:pt x="2605228" y="1554212"/>
                </a:cubicBezTo>
                <a:cubicBezTo>
                  <a:pt x="2304269" y="1292718"/>
                  <a:pt x="1625026" y="1082788"/>
                  <a:pt x="1886011" y="841920"/>
                </a:cubicBezTo>
                <a:cubicBezTo>
                  <a:pt x="2137837" y="626183"/>
                  <a:pt x="2414335" y="1222589"/>
                  <a:pt x="2701797" y="1488981"/>
                </a:cubicBezTo>
                <a:cubicBezTo>
                  <a:pt x="2883834" y="1636745"/>
                  <a:pt x="2924536" y="1672817"/>
                  <a:pt x="3003046" y="1694006"/>
                </a:cubicBezTo>
                <a:cubicBezTo>
                  <a:pt x="3081556" y="1715196"/>
                  <a:pt x="3144981" y="1677851"/>
                  <a:pt x="3172858" y="1616116"/>
                </a:cubicBezTo>
                <a:cubicBezTo>
                  <a:pt x="3200735" y="1554382"/>
                  <a:pt x="3211115" y="1480012"/>
                  <a:pt x="3170310" y="1323597"/>
                </a:cubicBezTo>
                <a:cubicBezTo>
                  <a:pt x="3129505" y="1167182"/>
                  <a:pt x="2599438" y="804735"/>
                  <a:pt x="2928026" y="677624"/>
                </a:cubicBezTo>
                <a:cubicBezTo>
                  <a:pt x="3190782" y="552811"/>
                  <a:pt x="3103292" y="1038951"/>
                  <a:pt x="3225507" y="1291714"/>
                </a:cubicBezTo>
                <a:cubicBezTo>
                  <a:pt x="3297966" y="1401632"/>
                  <a:pt x="3343420" y="1480087"/>
                  <a:pt x="3426679" y="1486720"/>
                </a:cubicBezTo>
                <a:cubicBezTo>
                  <a:pt x="3501136" y="1491635"/>
                  <a:pt x="3501457" y="1464354"/>
                  <a:pt x="3527334" y="1399091"/>
                </a:cubicBezTo>
                <a:cubicBezTo>
                  <a:pt x="3548336" y="1340531"/>
                  <a:pt x="3548336" y="1183196"/>
                  <a:pt x="3537085" y="1104881"/>
                </a:cubicBezTo>
                <a:cubicBezTo>
                  <a:pt x="3511208" y="920618"/>
                  <a:pt x="3344196" y="477655"/>
                  <a:pt x="3372073" y="293510"/>
                </a:cubicBezTo>
                <a:cubicBezTo>
                  <a:pt x="3412576" y="117124"/>
                  <a:pt x="3498677" y="1580"/>
                  <a:pt x="3704348" y="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defRPr sz="99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Images &amp;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3"/>
          <p:cNvSpPr>
            <a:spLocks noGrp="1"/>
          </p:cNvSpPr>
          <p:nvPr>
            <p:ph type="pic" sz="quarter" idx="10" hasCustomPrompt="1"/>
          </p:nvPr>
        </p:nvSpPr>
        <p:spPr>
          <a:xfrm>
            <a:off x="3833989" y="0"/>
            <a:ext cx="6246638" cy="5670550"/>
          </a:xfrm>
          <a:custGeom>
            <a:avLst/>
            <a:gdLst>
              <a:gd name="connsiteX0" fmla="*/ 0 w 7554989"/>
              <a:gd name="connsiteY0" fmla="*/ 0 h 6858000"/>
              <a:gd name="connsiteX1" fmla="*/ 7554989 w 7554989"/>
              <a:gd name="connsiteY1" fmla="*/ 0 h 6858000"/>
              <a:gd name="connsiteX2" fmla="*/ 7554989 w 7554989"/>
              <a:gd name="connsiteY2" fmla="*/ 6858000 h 6858000"/>
              <a:gd name="connsiteX3" fmla="*/ 6857999 w 75549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4989" h="6858000">
                <a:moveTo>
                  <a:pt x="0" y="0"/>
                </a:moveTo>
                <a:lnTo>
                  <a:pt x="7554989" y="0"/>
                </a:lnTo>
                <a:lnTo>
                  <a:pt x="7554989" y="6858000"/>
                </a:lnTo>
                <a:lnTo>
                  <a:pt x="6857999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1" hangingPunct="1">
              <a:lnSpc>
                <a:spcPct val="90000"/>
              </a:lnSpc>
              <a:spcBef>
                <a:spcPts val="825"/>
              </a:spcBef>
              <a:spcAft>
                <a:spcPts val="0"/>
              </a:spcAft>
              <a:buClrTx/>
              <a:buSzTx/>
              <a:buFontTx/>
              <a:buNone/>
              <a:defRPr sz="990"/>
            </a:lvl1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image" Target="../media/image3.jpeg"/><Relationship Id="rId18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.xml"/><Relationship Id="rId8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4" Type="http://schemas.openxmlformats.org/officeDocument/2006/relationships/theme" Target="../theme/theme3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49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2.xml"/><Relationship Id="rId1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4" Type="http://schemas.openxmlformats.org/officeDocument/2006/relationships/theme" Target="../theme/theme5.xml"/><Relationship Id="rId13" Type="http://schemas.openxmlformats.org/officeDocument/2006/relationships/image" Target="../media/image5.jpeg"/><Relationship Id="rId12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4" Type="http://schemas.openxmlformats.org/officeDocument/2006/relationships/theme" Target="../theme/theme6.xml"/><Relationship Id="rId13" Type="http://schemas.openxmlformats.org/officeDocument/2006/relationships/image" Target="../media/image6.jpeg"/><Relationship Id="rId12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7.xml"/><Relationship Id="rId8" Type="http://schemas.openxmlformats.org/officeDocument/2006/relationships/slideLayout" Target="../slideLayouts/slideLayout86.xml"/><Relationship Id="rId7" Type="http://schemas.openxmlformats.org/officeDocument/2006/relationships/slideLayout" Target="../slideLayouts/slideLayout85.xml"/><Relationship Id="rId6" Type="http://schemas.openxmlformats.org/officeDocument/2006/relationships/slideLayout" Target="../slideLayouts/slideLayout84.xml"/><Relationship Id="rId5" Type="http://schemas.openxmlformats.org/officeDocument/2006/relationships/slideLayout" Target="../slideLayouts/slideLayout83.xml"/><Relationship Id="rId4" Type="http://schemas.openxmlformats.org/officeDocument/2006/relationships/slideLayout" Target="../slideLayouts/slideLayout82.xml"/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12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9.xml"/><Relationship Id="rId8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12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1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4.xml"/><Relationship Id="rId19" Type="http://schemas.openxmlformats.org/officeDocument/2006/relationships/theme" Target="../theme/theme9.xml"/><Relationship Id="rId18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03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9.xml"/><Relationship Id="rId8" Type="http://schemas.openxmlformats.org/officeDocument/2006/relationships/slideLayout" Target="../slideLayouts/slideLayout128.xml"/><Relationship Id="rId7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2.xml"/><Relationship Id="rId14" Type="http://schemas.openxmlformats.org/officeDocument/2006/relationships/theme" Target="../theme/theme10.xml"/><Relationship Id="rId13" Type="http://schemas.openxmlformats.org/officeDocument/2006/relationships/image" Target="../media/image7.png"/><Relationship Id="rId12" Type="http://schemas.openxmlformats.org/officeDocument/2006/relationships/slideLayout" Target="../slideLayouts/slideLayout132.xml"/><Relationship Id="rId11" Type="http://schemas.openxmlformats.org/officeDocument/2006/relationships/slideLayout" Target="../slideLayouts/slideLayout131.xml"/><Relationship Id="rId10" Type="http://schemas.openxmlformats.org/officeDocument/2006/relationships/slideLayout" Target="../slideLayouts/slideLayout130.xml"/><Relationship Id="rId1" Type="http://schemas.openxmlformats.org/officeDocument/2006/relationships/slideLayout" Target="../slideLayouts/slideLayout12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136.xml"/><Relationship Id="rId1" Type="http://schemas.openxmlformats.org/officeDocument/2006/relationships/slideLayout" Target="../slideLayouts/slideLayout135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45.xml"/><Relationship Id="rId6" Type="http://schemas.openxmlformats.org/officeDocument/2006/relationships/slideLayout" Target="../slideLayouts/slideLayout144.xml"/><Relationship Id="rId5" Type="http://schemas.openxmlformats.org/officeDocument/2006/relationships/slideLayout" Target="../slideLayouts/slideLayout143.xml"/><Relationship Id="rId4" Type="http://schemas.openxmlformats.org/officeDocument/2006/relationships/slideLayout" Target="../slideLayouts/slideLayout142.xml"/><Relationship Id="rId3" Type="http://schemas.openxmlformats.org/officeDocument/2006/relationships/slideLayout" Target="../slideLayouts/slideLayout141.xml"/><Relationship Id="rId20" Type="http://schemas.openxmlformats.org/officeDocument/2006/relationships/theme" Target="../theme/theme14.xml"/><Relationship Id="rId2" Type="http://schemas.openxmlformats.org/officeDocument/2006/relationships/slideLayout" Target="../slideLayouts/slideLayout140.xml"/><Relationship Id="rId19" Type="http://schemas.openxmlformats.org/officeDocument/2006/relationships/slideLayout" Target="../slideLayouts/slideLayout157.xml"/><Relationship Id="rId18" Type="http://schemas.openxmlformats.org/officeDocument/2006/relationships/slideLayout" Target="../slideLayouts/slideLayout156.xml"/><Relationship Id="rId17" Type="http://schemas.openxmlformats.org/officeDocument/2006/relationships/slideLayout" Target="../slideLayouts/slideLayout155.xml"/><Relationship Id="rId16" Type="http://schemas.openxmlformats.org/officeDocument/2006/relationships/slideLayout" Target="../slideLayouts/slideLayout154.xml"/><Relationship Id="rId15" Type="http://schemas.openxmlformats.org/officeDocument/2006/relationships/slideLayout" Target="../slideLayouts/slideLayout153.xml"/><Relationship Id="rId14" Type="http://schemas.openxmlformats.org/officeDocument/2006/relationships/slideLayout" Target="../slideLayouts/slideLayout152.xml"/><Relationship Id="rId13" Type="http://schemas.openxmlformats.org/officeDocument/2006/relationships/slideLayout" Target="../slideLayouts/slideLayout151.xml"/><Relationship Id="rId12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49.xml"/><Relationship Id="rId10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39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6.xml"/><Relationship Id="rId8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60.xml"/><Relationship Id="rId23" Type="http://schemas.openxmlformats.org/officeDocument/2006/relationships/theme" Target="../theme/theme15.xml"/><Relationship Id="rId22" Type="http://schemas.openxmlformats.org/officeDocument/2006/relationships/slideLayout" Target="../slideLayouts/slideLayout179.xml"/><Relationship Id="rId21" Type="http://schemas.openxmlformats.org/officeDocument/2006/relationships/slideLayout" Target="../slideLayouts/slideLayout178.xml"/><Relationship Id="rId20" Type="http://schemas.openxmlformats.org/officeDocument/2006/relationships/slideLayout" Target="../slideLayouts/slideLayout177.xml"/><Relationship Id="rId2" Type="http://schemas.openxmlformats.org/officeDocument/2006/relationships/slideLayout" Target="../slideLayouts/slideLayout159.xml"/><Relationship Id="rId19" Type="http://schemas.openxmlformats.org/officeDocument/2006/relationships/slideLayout" Target="../slideLayouts/slideLayout176.xml"/><Relationship Id="rId18" Type="http://schemas.openxmlformats.org/officeDocument/2006/relationships/slideLayout" Target="../slideLayouts/slideLayout175.xml"/><Relationship Id="rId17" Type="http://schemas.openxmlformats.org/officeDocument/2006/relationships/slideLayout" Target="../slideLayouts/slideLayout174.xml"/><Relationship Id="rId16" Type="http://schemas.openxmlformats.org/officeDocument/2006/relationships/slideLayout" Target="../slideLayouts/slideLayout173.xml"/><Relationship Id="rId15" Type="http://schemas.openxmlformats.org/officeDocument/2006/relationships/slideLayout" Target="../slideLayouts/slideLayout172.xml"/><Relationship Id="rId14" Type="http://schemas.openxmlformats.org/officeDocument/2006/relationships/slideLayout" Target="../slideLayouts/slideLayout171.xml"/><Relationship Id="rId13" Type="http://schemas.openxmlformats.org/officeDocument/2006/relationships/slideLayout" Target="../slideLayouts/slideLayout170.xml"/><Relationship Id="rId12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pPr algn="ctr"/>
            <a:r>
              <a:rPr lang="en-ID" sz="4400" b="0" strike="noStrike" spc="-1">
                <a:latin typeface="Arial" panose="020B0604020202020204"/>
              </a:rPr>
              <a:t>Click to edit the title text format</a:t>
            </a:r>
            <a:endParaRPr lang="en-ID" sz="4400" b="0" strike="noStrike" spc="-1"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D" sz="3200" b="0" strike="noStrike" spc="-1">
                <a:latin typeface="Arial" panose="020B0604020202020204"/>
              </a:rPr>
              <a:t>Click to edit the outline text format</a:t>
            </a:r>
            <a:endParaRPr lang="en-ID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D" sz="2800" b="0" strike="noStrike" spc="-1">
                <a:latin typeface="Arial" panose="020B0604020202020204"/>
              </a:rPr>
              <a:t>Second Outline Level</a:t>
            </a:r>
            <a:endParaRPr lang="en-ID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D" sz="2400" b="0" strike="noStrike" spc="-1">
                <a:latin typeface="Arial" panose="020B0604020202020204"/>
              </a:rPr>
              <a:t>Third Outline Level</a:t>
            </a:r>
            <a:endParaRPr lang="en-ID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ID" sz="2000" b="0" strike="noStrike" spc="-1">
                <a:latin typeface="Arial" panose="020B0604020202020204"/>
              </a:rPr>
              <a:t>Fourth Outline Level</a:t>
            </a:r>
            <a:endParaRPr lang="en-ID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D" sz="2000" b="0" strike="noStrike" spc="-1">
                <a:latin typeface="Arial" panose="020B0604020202020204"/>
              </a:rPr>
              <a:t>Fifth Outline Level</a:t>
            </a:r>
            <a:endParaRPr lang="en-ID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D" sz="2000" b="0" strike="noStrike" spc="-1">
                <a:latin typeface="Arial" panose="020B0604020202020204"/>
              </a:rPr>
              <a:t>Sixth Outline Level</a:t>
            </a:r>
            <a:endParaRPr lang="en-ID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ID" sz="2000" b="0" strike="noStrike" spc="-1">
                <a:latin typeface="Arial" panose="020B0604020202020204"/>
              </a:rPr>
              <a:t>Seventh Outline Level</a:t>
            </a:r>
            <a:endParaRPr lang="en-ID" sz="2000" b="0" strike="noStrike" spc="-1">
              <a:latin typeface="Arial" panose="020B06040202020202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tIns="0" rIns="0" bIns="0"/>
          <a:p>
            <a:r>
              <a:rPr lang="en-ID" sz="1400" b="0" strike="noStrike" spc="-1">
                <a:latin typeface="Times New Roman" panose="02020603050405020304"/>
              </a:rPr>
              <a:t>&lt;date/time&gt;</a:t>
            </a:r>
            <a:endParaRPr lang="en-ID" sz="1400" b="0" strike="noStrike" spc="-1"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tIns="0" rIns="0" bIns="0"/>
          <a:p>
            <a:pPr algn="ctr"/>
            <a:r>
              <a:rPr lang="en-ID" sz="1400" b="0" strike="noStrike" spc="-1">
                <a:latin typeface="Times New Roman" panose="02020603050405020304"/>
              </a:rPr>
              <a:t>&lt;footer&gt;</a:t>
            </a:r>
            <a:endParaRPr lang="en-ID" sz="1400" b="0" strike="noStrike" spc="-1"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tIns="0" rIns="0" bIns="0"/>
          <a:p>
            <a:pPr algn="r"/>
            <a:fld id="{FEE804DD-C2CF-49F2-A4A3-C5DF00543A80}" type="slidenum">
              <a:rPr lang="en-ID" sz="1400" b="0" strike="noStrike" spc="-1">
                <a:latin typeface="Times New Roman" panose="02020603050405020304"/>
              </a:rPr>
            </a:fld>
            <a:endParaRPr lang="en-ID" sz="1400" b="0" strike="noStrike" spc="-1">
              <a:latin typeface="Times New Roman" panose="0202060305040502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17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32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9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66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66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70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47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17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32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9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66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66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70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47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0079640" cy="3173400"/>
          </a:xfrm>
          <a:prstGeom prst="rect">
            <a:avLst/>
          </a:prstGeom>
        </p:spPr>
        <p:txBody>
          <a:bodyPr anchor="ctr"/>
          <a:p>
            <a:pPr marL="431800" indent="-32385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00" b="0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Place Your Picture Here and send to back</a:t>
            </a:r>
            <a:endParaRPr lang="en-US" sz="16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0" y="3149640"/>
            <a:ext cx="10079640" cy="2519640"/>
          </a:xfrm>
          <a:prstGeom prst="rect">
            <a:avLst/>
          </a:prstGeom>
          <a:solidFill>
            <a:srgbClr val="07A398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9" name="PlaceHolder 3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r>
              <a:rPr lang="en-US" sz="174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74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17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32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9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66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66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70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47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</p:spPr>
        <p:txBody>
          <a:bodyPr lIns="0" tIns="0" rIns="0" bIns="0">
            <a:normAutofit/>
          </a:bodyPr>
          <a:p>
            <a:pPr marL="431800" indent="-323850">
              <a:spcBef>
                <a:spcPts val="117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320" b="0" strike="noStrike" spc="-1">
                <a:solidFill>
                  <a:srgbClr val="000000"/>
                </a:solidFill>
                <a:latin typeface="Arial" panose="020B0604020202020204"/>
              </a:rPr>
              <a:t>Click to edit the outline text format</a:t>
            </a:r>
            <a:endParaRPr lang="en-US" sz="232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864235" lvl="1" indent="-323850">
              <a:spcBef>
                <a:spcPts val="9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660" b="0" strike="noStrike" spc="-1">
                <a:solidFill>
                  <a:srgbClr val="000000"/>
                </a:solidFill>
                <a:latin typeface="Arial" panose="020B0604020202020204"/>
              </a:rPr>
              <a:t>Second Outline Level</a:t>
            </a:r>
            <a:endParaRPr lang="en-US" sz="166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296035" lvl="2" indent="-288290">
              <a:spcBef>
                <a:spcPts val="70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Third Outline Level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1727835" lvl="3" indent="-215900">
              <a:spcBef>
                <a:spcPts val="470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Fourth Outline Level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160270" lvl="4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Fifth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2592070" lvl="5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Sixth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  <a:p>
            <a:pPr marL="3023870" lvl="6" indent="-215900">
              <a:spcBef>
                <a:spcPts val="23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650" b="0" strike="noStrike" spc="-1">
                <a:solidFill>
                  <a:srgbClr val="000000"/>
                </a:solidFill>
                <a:latin typeface="Arial" panose="020B0604020202020204"/>
              </a:rPr>
              <a:t>Seventh Outline Level</a:t>
            </a:r>
            <a:endParaRPr lang="en-US" sz="165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</p:sldLayoutIdLst>
  <p:txStyles>
    <p:titleStyle/>
    <p:bodyStyle/>
    <p:otherStyle/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4661640" cy="5669640"/>
          </a:xfrm>
          <a:prstGeom prst="rect">
            <a:avLst/>
          </a:prstGeom>
        </p:spPr>
        <p:txBody>
          <a:bodyPr lIns="365760" tIns="45000" rIns="90000" bIns="45000" anchor="ctr"/>
          <a:p>
            <a:pPr marL="431800" indent="-323850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4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rPr>
              <a:t>Place Your Picture Here And Sand Back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240600" y="394560"/>
            <a:ext cx="2395440" cy="2258280"/>
          </a:xfrm>
          <a:prstGeom prst="rect">
            <a:avLst/>
          </a:prstGeom>
        </p:spPr>
        <p:txBody>
          <a:bodyPr lIns="90000" tIns="45000" rIns="90000" bIns="45000" anchor="ctr"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rPr>
              <a:t>Place Your Picture Here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body"/>
          </p:nvPr>
        </p:nvSpPr>
        <p:spPr>
          <a:xfrm>
            <a:off x="6240600" y="3016800"/>
            <a:ext cx="2395440" cy="2258280"/>
          </a:xfrm>
          <a:prstGeom prst="rect">
            <a:avLst/>
          </a:prstGeom>
        </p:spPr>
        <p:txBody>
          <a:bodyPr lIns="90000" tIns="45000" rIns="90000" bIns="45000" anchor="ctr"/>
          <a:p>
            <a:pPr algn="ctr">
              <a:lnSpc>
                <a:spcPct val="100000"/>
              </a:lnSpc>
            </a:pPr>
            <a:r>
              <a:rPr lang="en-US" sz="14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rPr>
              <a:t>Place Your Picture Here</a:t>
            </a:r>
            <a:endParaRPr lang="en-US" sz="1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</p:sldLayoutIdLst>
  <p:txStyles>
    <p:titleStyle/>
    <p:bodyStyle/>
    <p:otherStyle/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body"/>
          </p:nvPr>
        </p:nvSpPr>
        <p:spPr>
          <a:xfrm>
            <a:off x="0" y="57600"/>
            <a:ext cx="10079640" cy="5491440"/>
          </a:xfrm>
          <a:prstGeom prst="rect">
            <a:avLst/>
          </a:prstGeom>
        </p:spPr>
        <p:txBody>
          <a:bodyPr lIns="90000" tIns="45000" rIns="90000" bIns="45000" anchor="ctr"/>
          <a:p>
            <a:pPr marL="431800" indent="-32385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 panose="020B0604020202020204"/>
                <a:ea typeface="Arial Unicode MS"/>
              </a:rPr>
              <a:t>Your Picture Here</a:t>
            </a:r>
            <a:endParaRPr lang="en-US" sz="1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r>
              <a:rPr lang="en-US" sz="174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74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</p:sldLayoutIdLst>
  <p:txStyles>
    <p:titleStyle/>
    <p:bodyStyle/>
    <p:otherStyle/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body"/>
          </p:nvPr>
        </p:nvSpPr>
        <p:spPr>
          <a:xfrm>
            <a:off x="267480" y="280440"/>
            <a:ext cx="9568080" cy="598680"/>
          </a:xfrm>
          <a:prstGeom prst="rect">
            <a:avLst/>
          </a:prstGeom>
        </p:spPr>
        <p:txBody>
          <a:bodyPr lIns="90000" tIns="91440" rIns="90000" bIns="45000" anchor="ctr"/>
          <a:p>
            <a:pPr marL="431800" indent="-323850" algn="ctr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5400" b="0" strike="noStrike" spc="-1">
                <a:solidFill>
                  <a:srgbClr val="000000"/>
                </a:solidFill>
                <a:latin typeface="Arial" panose="020B0604020202020204"/>
                <a:ea typeface="Arial Unicode MS"/>
              </a:rPr>
              <a:t>BASIC LAYOUT</a:t>
            </a:r>
            <a:endParaRPr lang="en-US" sz="54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r>
              <a:rPr lang="en-US" sz="1490" b="0" strike="noStrike" spc="-1">
                <a:solidFill>
                  <a:srgbClr val="000000"/>
                </a:solidFill>
                <a:latin typeface="Arial" panose="020B0604020202020204"/>
              </a:rPr>
              <a:t>Click to edit the title text format</a:t>
            </a:r>
            <a:endParaRPr lang="en-US" sz="149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  <p:sldLayoutId id="2147483776" r:id="rId18"/>
  </p:sldLayoutIdLst>
  <p:txStyles>
    <p:titleStyle/>
    <p:bodyStyle/>
    <p:otherStyle/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Picture 21"/>
          <p:cNvPicPr/>
          <p:nvPr/>
        </p:nvPicPr>
        <p:blipFill>
          <a:blip r:embed="rId13"/>
          <a:stretch>
            <a:fillRect/>
          </a:stretch>
        </p:blipFill>
        <p:spPr>
          <a:xfrm>
            <a:off x="8636760" y="5361120"/>
            <a:ext cx="742320" cy="164160"/>
          </a:xfrm>
          <a:prstGeom prst="rect">
            <a:avLst/>
          </a:prstGeom>
          <a:ln>
            <a:noFill/>
          </a:ln>
        </p:spPr>
      </p:pic>
      <p:sp>
        <p:nvSpPr>
          <p:cNvPr id="430" name="CustomShape 1"/>
          <p:cNvSpPr/>
          <p:nvPr/>
        </p:nvSpPr>
        <p:spPr>
          <a:xfrm>
            <a:off x="8172720" y="5369040"/>
            <a:ext cx="317160" cy="1656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31" name="CustomShape 2"/>
          <p:cNvSpPr/>
          <p:nvPr/>
        </p:nvSpPr>
        <p:spPr>
          <a:xfrm flipH="1">
            <a:off x="8553240" y="5352840"/>
            <a:ext cx="9360" cy="18864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32" name="Line 3"/>
          <p:cNvSpPr/>
          <p:nvPr/>
        </p:nvSpPr>
        <p:spPr>
          <a:xfrm>
            <a:off x="726840" y="5278680"/>
            <a:ext cx="8642520" cy="0"/>
          </a:xfrm>
          <a:prstGeom prst="line">
            <a:avLst/>
          </a:prstGeom>
          <a:ln w="6480">
            <a:solidFill>
              <a:srgbClr val="00000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33" name="CustomShape 4"/>
          <p:cNvSpPr/>
          <p:nvPr/>
        </p:nvSpPr>
        <p:spPr>
          <a:xfrm>
            <a:off x="0" y="5196600"/>
            <a:ext cx="10079640" cy="472680"/>
          </a:xfrm>
          <a:prstGeom prst="rect">
            <a:avLst/>
          </a:prstGeom>
          <a:solidFill>
            <a:srgbClr val="FFFFFF"/>
          </a:solidFill>
          <a:ln w="2556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34" name="PlaceHolder 5"/>
          <p:cNvSpPr>
            <a:spLocks noGrp="1"/>
          </p:cNvSpPr>
          <p:nvPr>
            <p:ph type="body"/>
          </p:nvPr>
        </p:nvSpPr>
        <p:spPr>
          <a:xfrm>
            <a:off x="0" y="360"/>
            <a:ext cx="10079640" cy="5669280"/>
          </a:xfrm>
          <a:prstGeom prst="rect">
            <a:avLst/>
          </a:prstGeom>
        </p:spPr>
        <p:txBody>
          <a:bodyPr lIns="90000" tIns="45000" rIns="90000" bIns="45000" anchor="ctr"/>
          <a:p>
            <a:pPr marL="431800" indent="-32385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n-US" sz="2100" b="0" i="1" strike="noStrike" spc="-1">
                <a:solidFill>
                  <a:srgbClr val="A6A6A6"/>
                </a:solidFill>
                <a:latin typeface="Lato"/>
                <a:ea typeface="Lato"/>
              </a:rPr>
              <a:t>Drag &amp; Drop to replace your picture.</a:t>
            </a:r>
            <a:endParaRPr lang="en-US" sz="2100" b="0" strike="noStrike" spc="-1">
              <a:solidFill>
                <a:srgbClr val="000000"/>
              </a:solidFill>
              <a:latin typeface="Lato Light"/>
            </a:endParaRPr>
          </a:p>
        </p:txBody>
      </p:sp>
      <p:sp>
        <p:nvSpPr>
          <p:cNvPr id="435" name="PlaceHolder 6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</p:spPr>
        <p:txBody>
          <a:bodyPr lIns="0" tIns="0" rIns="0" bIns="0" anchor="ctr"/>
          <a:p>
            <a:pPr algn="ctr"/>
            <a:r>
              <a:rPr lang="en-US" sz="2710" b="0" strike="noStrike" spc="-1">
                <a:solidFill>
                  <a:srgbClr val="000000"/>
                </a:solidFill>
                <a:latin typeface="Gill Sans"/>
              </a:rPr>
              <a:t>Click to edit the title text format</a:t>
            </a:r>
            <a:endParaRPr lang="en-US" sz="2710" b="0" strike="noStrike" spc="-1">
              <a:solidFill>
                <a:srgbClr val="000000"/>
              </a:solidFill>
              <a:latin typeface="Gill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</p:sldLayoutIdLst>
  <p:txStyles>
    <p:titleStyle/>
    <p:bodyStyle/>
    <p:otherStyle/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</p:sldLayoutIdLst>
  <p:txStyles>
    <p:titleStyle>
      <a:lvl1pPr algn="l" defTabSz="756285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</p:sldLayoutIdLst>
  <p:txStyles>
    <p:titleStyle>
      <a:lvl1pPr algn="l" defTabSz="756285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</p:sldLayoutIdLst>
  <p:txStyles>
    <p:titleStyle>
      <a:lvl1pPr algn="l" defTabSz="756285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3" r:id="rId14"/>
    <p:sldLayoutId id="2147483814" r:id="rId15"/>
    <p:sldLayoutId id="2147483815" r:id="rId16"/>
    <p:sldLayoutId id="2147483816" r:id="rId17"/>
    <p:sldLayoutId id="2147483817" r:id="rId18"/>
    <p:sldLayoutId id="2147483818" r:id="rId19"/>
  </p:sldLayoutIdLst>
  <p:txStyles>
    <p:titleStyle>
      <a:lvl1pPr algn="l" defTabSz="756285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  <p:sldLayoutId id="2147483831" r:id="rId12"/>
    <p:sldLayoutId id="2147483832" r:id="rId13"/>
    <p:sldLayoutId id="2147483833" r:id="rId14"/>
    <p:sldLayoutId id="2147483834" r:id="rId15"/>
    <p:sldLayoutId id="2147483835" r:id="rId16"/>
    <p:sldLayoutId id="2147483836" r:id="rId17"/>
    <p:sldLayoutId id="2147483837" r:id="rId18"/>
    <p:sldLayoutId id="2147483838" r:id="rId19"/>
    <p:sldLayoutId id="2147483839" r:id="rId20"/>
    <p:sldLayoutId id="2147483840" r:id="rId21"/>
    <p:sldLayoutId id="2147483841" r:id="rId22"/>
  </p:sldLayoutIdLst>
  <p:txStyles>
    <p:titleStyle>
      <a:lvl1pPr algn="l" defTabSz="756285" rtl="0" eaLnBrk="1" latinLnBrk="0" hangingPunct="1">
        <a:lnSpc>
          <a:spcPct val="90000"/>
        </a:lnSpc>
        <a:spcBef>
          <a:spcPct val="0"/>
        </a:spcBef>
        <a:buNone/>
        <a:defRPr sz="3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230" indent="-189230" algn="l" defTabSz="756285" rtl="0" eaLnBrk="1" latinLnBrk="0" hangingPunct="1">
        <a:lnSpc>
          <a:spcPct val="90000"/>
        </a:lnSpc>
        <a:spcBef>
          <a:spcPts val="825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5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488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655" kern="1200">
          <a:solidFill>
            <a:schemeClr val="tx1"/>
          </a:solidFill>
          <a:latin typeface="+mn-lt"/>
          <a:ea typeface="+mn-ea"/>
          <a:cs typeface="+mn-cs"/>
        </a:defRPr>
      </a:lvl3pPr>
      <a:lvl4pPr marL="132334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70116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207899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45745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835275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213100" indent="-189230" algn="l" defTabSz="756285" rtl="0" eaLnBrk="1" latinLnBrk="0" hangingPunct="1">
        <a:lnSpc>
          <a:spcPct val="90000"/>
        </a:lnSpc>
        <a:spcBef>
          <a:spcPct val="83000"/>
        </a:spcBef>
        <a:buFont typeface="Arial" panose="020B0604020202020204" pitchFamily="34" charset="0"/>
        <a:buChar char="•"/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1pPr>
      <a:lvl2pPr marL="37782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2pPr>
      <a:lvl3pPr marL="75628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3pPr>
      <a:lvl4pPr marL="113411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3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5pPr>
      <a:lvl6pPr marL="189039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6pPr>
      <a:lvl7pPr marL="2268220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7pPr>
      <a:lvl8pPr marL="264604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8pPr>
      <a:lvl9pPr marL="3024505" algn="l" defTabSz="756285" rtl="0" eaLnBrk="1" latinLnBrk="0" hangingPunct="1">
        <a:defRPr sz="14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4.xml"/><Relationship Id="rId1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3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7.xml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9.xml"/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1.xml"/><Relationship Id="rId1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4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69.xml"/><Relationship Id="rId1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9.xml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.xml"/><Relationship Id="rId2" Type="http://schemas.openxmlformats.org/officeDocument/2006/relationships/image" Target="../media/image30.png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1.xml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7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9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9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5.xml"/><Relationship Id="rId1" Type="http://schemas.openxmlformats.org/officeDocument/2006/relationships/image" Target="../media/image39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5.xml"/><Relationship Id="rId1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4.xml"/><Relationship Id="rId1" Type="http://schemas.openxmlformats.org/officeDocument/2006/relationships/image" Target="../media/image14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6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6.xml"/><Relationship Id="rId3" Type="http://schemas.openxmlformats.org/officeDocument/2006/relationships/image" Target="../media/image13.png"/><Relationship Id="rId2" Type="http://schemas.openxmlformats.org/officeDocument/2006/relationships/image" Target="../media/image42.png"/><Relationship Id="rId1" Type="http://schemas.openxmlformats.org/officeDocument/2006/relationships/image" Target="../media/image41.jpe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03.xml"/><Relationship Id="rId5" Type="http://schemas.openxmlformats.org/officeDocument/2006/relationships/image" Target="../media/image45.jpeg"/><Relationship Id="rId4" Type="http://schemas.openxmlformats.org/officeDocument/2006/relationships/image" Target="../media/image44.jpeg"/><Relationship Id="rId3" Type="http://schemas.openxmlformats.org/officeDocument/2006/relationships/image" Target="../media/image43.jpeg"/><Relationship Id="rId2" Type="http://schemas.openxmlformats.org/officeDocument/2006/relationships/image" Target="../media/image13.png"/><Relationship Id="rId1" Type="http://schemas.openxmlformats.org/officeDocument/2006/relationships/image" Target="../media/image4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3.xml"/><Relationship Id="rId2" Type="http://schemas.openxmlformats.org/officeDocument/2006/relationships/image" Target="../media/image13.png"/><Relationship Id="rId1" Type="http://schemas.openxmlformats.org/officeDocument/2006/relationships/image" Target="../media/image43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3.xml"/><Relationship Id="rId1" Type="http://schemas.openxmlformats.org/officeDocument/2006/relationships/image" Target="../media/image4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3.xml"/><Relationship Id="rId1" Type="http://schemas.openxmlformats.org/officeDocument/2006/relationships/image" Target="../media/image4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3.xml"/><Relationship Id="rId1" Type="http://schemas.openxmlformats.org/officeDocument/2006/relationships/image" Target="../media/image4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4.xml"/><Relationship Id="rId1" Type="http://schemas.openxmlformats.org/officeDocument/2006/relationships/image" Target="../media/image14.jpe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16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2.png"/><Relationship Id="rId1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6.xml"/><Relationship Id="rId3" Type="http://schemas.openxmlformats.org/officeDocument/2006/relationships/image" Target="../media/image13.png"/><Relationship Id="rId2" Type="http://schemas.openxmlformats.org/officeDocument/2006/relationships/image" Target="../media/image42.png"/><Relationship Id="rId1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7.xml"/><Relationship Id="rId3" Type="http://schemas.openxmlformats.org/officeDocument/2006/relationships/image" Target="../media/image52.png"/><Relationship Id="rId2" Type="http://schemas.openxmlformats.org/officeDocument/2006/relationships/image" Target="../media/image13.png"/><Relationship Id="rId1" Type="http://schemas.openxmlformats.org/officeDocument/2006/relationships/image" Target="../media/image51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7.xml"/><Relationship Id="rId8" Type="http://schemas.openxmlformats.org/officeDocument/2006/relationships/image" Target="../media/image52.png"/><Relationship Id="rId7" Type="http://schemas.openxmlformats.org/officeDocument/2006/relationships/image" Target="../media/image13.png"/><Relationship Id="rId6" Type="http://schemas.openxmlformats.org/officeDocument/2006/relationships/image" Target="../media/image51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5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chart" Target="../charts/char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8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up 262"/>
          <p:cNvGrpSpPr/>
          <p:nvPr/>
        </p:nvGrpSpPr>
        <p:grpSpPr>
          <a:xfrm rot="10800000">
            <a:off x="-10717" y="3860800"/>
            <a:ext cx="10123557" cy="1571037"/>
            <a:chOff x="-16" y="-15"/>
            <a:chExt cx="15943" cy="2474"/>
          </a:xfrm>
        </p:grpSpPr>
        <p:grpSp>
          <p:nvGrpSpPr>
            <p:cNvPr id="125" name="Group 124"/>
            <p:cNvGrpSpPr/>
            <p:nvPr/>
          </p:nvGrpSpPr>
          <p:grpSpPr>
            <a:xfrm rot="10800000">
              <a:off x="-16" y="-6"/>
              <a:ext cx="6969" cy="2135"/>
              <a:chOff x="3983392" y="1386078"/>
              <a:chExt cx="4425067" cy="1355914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126" name="Freeform: Shape 3"/>
              <p:cNvSpPr/>
              <p:nvPr/>
            </p:nvSpPr>
            <p:spPr>
              <a:xfrm>
                <a:off x="7429500" y="1781175"/>
                <a:ext cx="978959" cy="960817"/>
              </a:xfrm>
              <a:custGeom>
                <a:avLst/>
                <a:gdLst>
                  <a:gd name="connsiteX0" fmla="*/ 885118 w 885149"/>
                  <a:gd name="connsiteY0" fmla="*/ 999263 h 999573"/>
                  <a:gd name="connsiteX1" fmla="*/ 885120 w 885149"/>
                  <a:gd name="connsiteY1" fmla="*/ 999263 h 999573"/>
                  <a:gd name="connsiteX2" fmla="*/ 885120 w 885149"/>
                  <a:gd name="connsiteY2" fmla="*/ 999573 h 999573"/>
                  <a:gd name="connsiteX3" fmla="*/ 421711 w 885149"/>
                  <a:gd name="connsiteY3" fmla="*/ 433 h 999573"/>
                  <a:gd name="connsiteX4" fmla="*/ 496514 w 885149"/>
                  <a:gd name="connsiteY4" fmla="*/ 72132 h 999573"/>
                  <a:gd name="connsiteX5" fmla="*/ 496514 w 885149"/>
                  <a:gd name="connsiteY5" fmla="*/ 358001 h 999573"/>
                  <a:gd name="connsiteX6" fmla="*/ 496514 w 885149"/>
                  <a:gd name="connsiteY6" fmla="*/ 366692 h 999573"/>
                  <a:gd name="connsiteX7" fmla="*/ 501791 w 885149"/>
                  <a:gd name="connsiteY7" fmla="*/ 370417 h 999573"/>
                  <a:gd name="connsiteX8" fmla="*/ 606392 w 885149"/>
                  <a:gd name="connsiteY8" fmla="*/ 361415 h 999573"/>
                  <a:gd name="connsiteX9" fmla="*/ 831113 w 885149"/>
                  <a:gd name="connsiteY9" fmla="*/ 522507 h 999573"/>
                  <a:gd name="connsiteX10" fmla="*/ 845080 w 885149"/>
                  <a:gd name="connsiteY10" fmla="*/ 560995 h 999573"/>
                  <a:gd name="connsiteX11" fmla="*/ 850357 w 885149"/>
                  <a:gd name="connsiteY11" fmla="*/ 563167 h 999573"/>
                  <a:gd name="connsiteX12" fmla="*/ 865876 w 885149"/>
                  <a:gd name="connsiteY12" fmla="*/ 582101 h 999573"/>
                  <a:gd name="connsiteX13" fmla="*/ 866186 w 885149"/>
                  <a:gd name="connsiteY13" fmla="*/ 648213 h 999573"/>
                  <a:gd name="connsiteX14" fmla="*/ 879533 w 885149"/>
                  <a:gd name="connsiteY14" fmla="*/ 648524 h 999573"/>
                  <a:gd name="connsiteX15" fmla="*/ 885120 w 885149"/>
                  <a:gd name="connsiteY15" fmla="*/ 654111 h 999573"/>
                  <a:gd name="connsiteX16" fmla="*/ 885120 w 885149"/>
                  <a:gd name="connsiteY16" fmla="*/ 657836 h 999573"/>
                  <a:gd name="connsiteX17" fmla="*/ 885120 w 885149"/>
                  <a:gd name="connsiteY17" fmla="*/ 949290 h 999573"/>
                  <a:gd name="connsiteX18" fmla="*/ 884810 w 885149"/>
                  <a:gd name="connsiteY18" fmla="*/ 953946 h 999573"/>
                  <a:gd name="connsiteX19" fmla="*/ 885118 w 885149"/>
                  <a:gd name="connsiteY19" fmla="*/ 999263 h 999573"/>
                  <a:gd name="connsiteX20" fmla="*/ 0 w 885149"/>
                  <a:gd name="connsiteY20" fmla="*/ 999263 h 999573"/>
                  <a:gd name="connsiteX21" fmla="*/ 0 w 885149"/>
                  <a:gd name="connsiteY21" fmla="*/ 378487 h 999573"/>
                  <a:gd name="connsiteX22" fmla="*/ 154778 w 885149"/>
                  <a:gd name="connsiteY22" fmla="*/ 378487 h 999573"/>
                  <a:gd name="connsiteX23" fmla="*/ 162848 w 885149"/>
                  <a:gd name="connsiteY23" fmla="*/ 369175 h 999573"/>
                  <a:gd name="connsiteX24" fmla="*/ 162848 w 885149"/>
                  <a:gd name="connsiteY24" fmla="*/ 186045 h 999573"/>
                  <a:gd name="connsiteX25" fmla="*/ 162848 w 885149"/>
                  <a:gd name="connsiteY25" fmla="*/ 78340 h 999573"/>
                  <a:gd name="connsiteX26" fmla="*/ 164400 w 885149"/>
                  <a:gd name="connsiteY26" fmla="*/ 67166 h 999573"/>
                  <a:gd name="connsiteX27" fmla="*/ 164710 w 885149"/>
                  <a:gd name="connsiteY27" fmla="*/ 80513 h 999573"/>
                  <a:gd name="connsiteX28" fmla="*/ 164710 w 885149"/>
                  <a:gd name="connsiteY28" fmla="*/ 366382 h 999573"/>
                  <a:gd name="connsiteX29" fmla="*/ 164400 w 885149"/>
                  <a:gd name="connsiteY29" fmla="*/ 379728 h 999573"/>
                  <a:gd name="connsiteX30" fmla="*/ 165641 w 885149"/>
                  <a:gd name="connsiteY30" fmla="*/ 379728 h 999573"/>
                  <a:gd name="connsiteX31" fmla="*/ 165331 w 885149"/>
                  <a:gd name="connsiteY31" fmla="*/ 379418 h 999573"/>
                  <a:gd name="connsiteX32" fmla="*/ 165331 w 885149"/>
                  <a:gd name="connsiteY32" fmla="*/ 72753 h 999573"/>
                  <a:gd name="connsiteX33" fmla="*/ 165952 w 885149"/>
                  <a:gd name="connsiteY33" fmla="*/ 67166 h 999573"/>
                  <a:gd name="connsiteX34" fmla="*/ 242307 w 885149"/>
                  <a:gd name="connsiteY34" fmla="*/ 743 h 999573"/>
                  <a:gd name="connsiteX35" fmla="*/ 317110 w 885149"/>
                  <a:gd name="connsiteY35" fmla="*/ 72443 h 999573"/>
                  <a:gd name="connsiteX36" fmla="*/ 317110 w 885149"/>
                  <a:gd name="connsiteY36" fmla="*/ 305856 h 999573"/>
                  <a:gd name="connsiteX37" fmla="*/ 317110 w 885149"/>
                  <a:gd name="connsiteY37" fmla="*/ 523127 h 999573"/>
                  <a:gd name="connsiteX38" fmla="*/ 320214 w 885149"/>
                  <a:gd name="connsiteY38" fmla="*/ 533991 h 999573"/>
                  <a:gd name="connsiteX39" fmla="*/ 340079 w 885149"/>
                  <a:gd name="connsiteY39" fmla="*/ 493951 h 999573"/>
                  <a:gd name="connsiteX40" fmla="*/ 345045 w 885149"/>
                  <a:gd name="connsiteY40" fmla="*/ 475948 h 999573"/>
                  <a:gd name="connsiteX41" fmla="*/ 345045 w 885149"/>
                  <a:gd name="connsiteY41" fmla="*/ 154695 h 999573"/>
                  <a:gd name="connsiteX42" fmla="*/ 345045 w 885149"/>
                  <a:gd name="connsiteY42" fmla="*/ 75547 h 999573"/>
                  <a:gd name="connsiteX43" fmla="*/ 408364 w 885149"/>
                  <a:gd name="connsiteY43" fmla="*/ 743 h 999573"/>
                  <a:gd name="connsiteX44" fmla="*/ 421711 w 885149"/>
                  <a:gd name="connsiteY44" fmla="*/ 433 h 99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885149" h="999573">
                    <a:moveTo>
                      <a:pt x="885118" y="999263"/>
                    </a:moveTo>
                    <a:lnTo>
                      <a:pt x="885120" y="999263"/>
                    </a:lnTo>
                    <a:lnTo>
                      <a:pt x="885120" y="999573"/>
                    </a:lnTo>
                    <a:close/>
                    <a:moveTo>
                      <a:pt x="421711" y="433"/>
                    </a:moveTo>
                    <a:cubicBezTo>
                      <a:pt x="462372" y="-1430"/>
                      <a:pt x="496514" y="35507"/>
                      <a:pt x="496514" y="72132"/>
                    </a:cubicBezTo>
                    <a:cubicBezTo>
                      <a:pt x="496204" y="167421"/>
                      <a:pt x="496514" y="262712"/>
                      <a:pt x="496514" y="358001"/>
                    </a:cubicBezTo>
                    <a:cubicBezTo>
                      <a:pt x="496514" y="361105"/>
                      <a:pt x="496514" y="363898"/>
                      <a:pt x="496514" y="366692"/>
                    </a:cubicBezTo>
                    <a:cubicBezTo>
                      <a:pt x="496514" y="370106"/>
                      <a:pt x="499308" y="370417"/>
                      <a:pt x="501791" y="370417"/>
                    </a:cubicBezTo>
                    <a:cubicBezTo>
                      <a:pt x="535934" y="359863"/>
                      <a:pt x="571318" y="357070"/>
                      <a:pt x="606392" y="361415"/>
                    </a:cubicBezTo>
                    <a:cubicBezTo>
                      <a:pt x="710062" y="374452"/>
                      <a:pt x="785176" y="428459"/>
                      <a:pt x="831113" y="522507"/>
                    </a:cubicBezTo>
                    <a:cubicBezTo>
                      <a:pt x="837010" y="534922"/>
                      <a:pt x="842287" y="547648"/>
                      <a:pt x="845080" y="560995"/>
                    </a:cubicBezTo>
                    <a:cubicBezTo>
                      <a:pt x="846943" y="561926"/>
                      <a:pt x="848495" y="562857"/>
                      <a:pt x="850357" y="563167"/>
                    </a:cubicBezTo>
                    <a:cubicBezTo>
                      <a:pt x="861531" y="565650"/>
                      <a:pt x="865876" y="570617"/>
                      <a:pt x="865876" y="582101"/>
                    </a:cubicBezTo>
                    <a:cubicBezTo>
                      <a:pt x="866186" y="604138"/>
                      <a:pt x="866186" y="626176"/>
                      <a:pt x="866186" y="648213"/>
                    </a:cubicBezTo>
                    <a:cubicBezTo>
                      <a:pt x="870532" y="648524"/>
                      <a:pt x="875188" y="648524"/>
                      <a:pt x="879533" y="648524"/>
                    </a:cubicBezTo>
                    <a:cubicBezTo>
                      <a:pt x="883258" y="648524"/>
                      <a:pt x="885430" y="650076"/>
                      <a:pt x="885120" y="654111"/>
                    </a:cubicBezTo>
                    <a:cubicBezTo>
                      <a:pt x="885120" y="655352"/>
                      <a:pt x="885120" y="656594"/>
                      <a:pt x="885120" y="657836"/>
                    </a:cubicBezTo>
                    <a:cubicBezTo>
                      <a:pt x="885120" y="754987"/>
                      <a:pt x="885120" y="852138"/>
                      <a:pt x="885120" y="949290"/>
                    </a:cubicBezTo>
                    <a:cubicBezTo>
                      <a:pt x="885120" y="950842"/>
                      <a:pt x="884810" y="952394"/>
                      <a:pt x="884810" y="953946"/>
                    </a:cubicBezTo>
                    <a:lnTo>
                      <a:pt x="885118" y="999263"/>
                    </a:lnTo>
                    <a:lnTo>
                      <a:pt x="0" y="999263"/>
                    </a:lnTo>
                    <a:lnTo>
                      <a:pt x="0" y="378487"/>
                    </a:lnTo>
                    <a:lnTo>
                      <a:pt x="154778" y="378487"/>
                    </a:lnTo>
                    <a:cubicBezTo>
                      <a:pt x="162848" y="378487"/>
                      <a:pt x="162848" y="378176"/>
                      <a:pt x="162848" y="369175"/>
                    </a:cubicBezTo>
                    <a:cubicBezTo>
                      <a:pt x="162848" y="308029"/>
                      <a:pt x="162848" y="247193"/>
                      <a:pt x="162848" y="186045"/>
                    </a:cubicBezTo>
                    <a:cubicBezTo>
                      <a:pt x="162848" y="150040"/>
                      <a:pt x="162848" y="114345"/>
                      <a:pt x="162848" y="78340"/>
                    </a:cubicBezTo>
                    <a:cubicBezTo>
                      <a:pt x="162848" y="74615"/>
                      <a:pt x="161606" y="70580"/>
                      <a:pt x="164400" y="67166"/>
                    </a:cubicBezTo>
                    <a:cubicBezTo>
                      <a:pt x="164710" y="71511"/>
                      <a:pt x="164710" y="76167"/>
                      <a:pt x="164710" y="80513"/>
                    </a:cubicBezTo>
                    <a:cubicBezTo>
                      <a:pt x="164710" y="175802"/>
                      <a:pt x="164710" y="271093"/>
                      <a:pt x="164710" y="366382"/>
                    </a:cubicBezTo>
                    <a:cubicBezTo>
                      <a:pt x="164710" y="370727"/>
                      <a:pt x="164400" y="375383"/>
                      <a:pt x="164400" y="379728"/>
                    </a:cubicBezTo>
                    <a:cubicBezTo>
                      <a:pt x="164710" y="379728"/>
                      <a:pt x="165331" y="379728"/>
                      <a:pt x="165641" y="379728"/>
                    </a:cubicBezTo>
                    <a:cubicBezTo>
                      <a:pt x="165641" y="379728"/>
                      <a:pt x="165331" y="379418"/>
                      <a:pt x="165331" y="379418"/>
                    </a:cubicBezTo>
                    <a:cubicBezTo>
                      <a:pt x="165331" y="277300"/>
                      <a:pt x="165331" y="174871"/>
                      <a:pt x="165331" y="72753"/>
                    </a:cubicBezTo>
                    <a:cubicBezTo>
                      <a:pt x="165331" y="70891"/>
                      <a:pt x="165020" y="69028"/>
                      <a:pt x="165952" y="67166"/>
                    </a:cubicBezTo>
                    <a:cubicBezTo>
                      <a:pt x="170918" y="22470"/>
                      <a:pt x="212199" y="-2361"/>
                      <a:pt x="242307" y="743"/>
                    </a:cubicBezTo>
                    <a:cubicBezTo>
                      <a:pt x="281416" y="-1740"/>
                      <a:pt x="317421" y="34886"/>
                      <a:pt x="317110" y="72443"/>
                    </a:cubicBezTo>
                    <a:cubicBezTo>
                      <a:pt x="316800" y="150040"/>
                      <a:pt x="317110" y="227949"/>
                      <a:pt x="317110" y="305856"/>
                    </a:cubicBezTo>
                    <a:cubicBezTo>
                      <a:pt x="317110" y="378176"/>
                      <a:pt x="317110" y="450807"/>
                      <a:pt x="317110" y="523127"/>
                    </a:cubicBezTo>
                    <a:cubicBezTo>
                      <a:pt x="317110" y="526852"/>
                      <a:pt x="314938" y="531508"/>
                      <a:pt x="320214" y="533991"/>
                    </a:cubicBezTo>
                    <a:cubicBezTo>
                      <a:pt x="325180" y="519713"/>
                      <a:pt x="332319" y="506677"/>
                      <a:pt x="340079" y="493951"/>
                    </a:cubicBezTo>
                    <a:cubicBezTo>
                      <a:pt x="343804" y="488053"/>
                      <a:pt x="345045" y="482466"/>
                      <a:pt x="345045" y="475948"/>
                    </a:cubicBezTo>
                    <a:cubicBezTo>
                      <a:pt x="345045" y="368865"/>
                      <a:pt x="345045" y="261781"/>
                      <a:pt x="345045" y="154695"/>
                    </a:cubicBezTo>
                    <a:cubicBezTo>
                      <a:pt x="345045" y="128312"/>
                      <a:pt x="345666" y="101929"/>
                      <a:pt x="345045" y="75547"/>
                    </a:cubicBezTo>
                    <a:cubicBezTo>
                      <a:pt x="344114" y="43266"/>
                      <a:pt x="367393" y="8503"/>
                      <a:pt x="408364" y="743"/>
                    </a:cubicBezTo>
                    <a:cubicBezTo>
                      <a:pt x="412710" y="-188"/>
                      <a:pt x="417366" y="-188"/>
                      <a:pt x="421711" y="433"/>
                    </a:cubicBezTo>
                    <a:close/>
                  </a:path>
                </a:pathLst>
              </a:custGeom>
              <a:grpFill/>
              <a:ln w="36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p>
                <a:endParaRPr lang="en-US"/>
              </a:p>
            </p:txBody>
          </p:sp>
          <p:sp>
            <p:nvSpPr>
              <p:cNvPr id="127" name="Freeform: Shape 4"/>
              <p:cNvSpPr/>
              <p:nvPr/>
            </p:nvSpPr>
            <p:spPr>
              <a:xfrm>
                <a:off x="3983392" y="1627126"/>
                <a:ext cx="2234528" cy="1111017"/>
              </a:xfrm>
              <a:custGeom>
                <a:avLst/>
                <a:gdLst>
                  <a:gd name="connsiteX0" fmla="*/ 1359605 w 4190656"/>
                  <a:gd name="connsiteY0" fmla="*/ 2009520 h 2083613"/>
                  <a:gd name="connsiteX1" fmla="*/ 1359605 w 4190656"/>
                  <a:gd name="connsiteY1" fmla="*/ 2049344 h 2083613"/>
                  <a:gd name="connsiteX2" fmla="*/ 1942246 w 4190656"/>
                  <a:gd name="connsiteY2" fmla="*/ 2049344 h 2083613"/>
                  <a:gd name="connsiteX3" fmla="*/ 1942246 w 4190656"/>
                  <a:gd name="connsiteY3" fmla="*/ 2009520 h 2083613"/>
                  <a:gd name="connsiteX4" fmla="*/ 3736514 w 4190656"/>
                  <a:gd name="connsiteY4" fmla="*/ 2004560 h 2083613"/>
                  <a:gd name="connsiteX5" fmla="*/ 3736514 w 4190656"/>
                  <a:gd name="connsiteY5" fmla="*/ 2044384 h 2083613"/>
                  <a:gd name="connsiteX6" fmla="*/ 4087017 w 4190656"/>
                  <a:gd name="connsiteY6" fmla="*/ 2044384 h 2083613"/>
                  <a:gd name="connsiteX7" fmla="*/ 4087017 w 4190656"/>
                  <a:gd name="connsiteY7" fmla="*/ 2004560 h 2083613"/>
                  <a:gd name="connsiteX8" fmla="*/ 3320982 w 4190656"/>
                  <a:gd name="connsiteY8" fmla="*/ 2004560 h 2083613"/>
                  <a:gd name="connsiteX9" fmla="*/ 3320982 w 4190656"/>
                  <a:gd name="connsiteY9" fmla="*/ 2044384 h 2083613"/>
                  <a:gd name="connsiteX10" fmla="*/ 3671485 w 4190656"/>
                  <a:gd name="connsiteY10" fmla="*/ 2044384 h 2083613"/>
                  <a:gd name="connsiteX11" fmla="*/ 3671485 w 4190656"/>
                  <a:gd name="connsiteY11" fmla="*/ 2004560 h 2083613"/>
                  <a:gd name="connsiteX12" fmla="*/ 1359605 w 4190656"/>
                  <a:gd name="connsiteY12" fmla="*/ 1948423 h 2083613"/>
                  <a:gd name="connsiteX13" fmla="*/ 1359605 w 4190656"/>
                  <a:gd name="connsiteY13" fmla="*/ 1988247 h 2083613"/>
                  <a:gd name="connsiteX14" fmla="*/ 1942246 w 4190656"/>
                  <a:gd name="connsiteY14" fmla="*/ 1988247 h 2083613"/>
                  <a:gd name="connsiteX15" fmla="*/ 1942246 w 4190656"/>
                  <a:gd name="connsiteY15" fmla="*/ 1948423 h 2083613"/>
                  <a:gd name="connsiteX16" fmla="*/ 3736514 w 4190656"/>
                  <a:gd name="connsiteY16" fmla="*/ 1943463 h 2083613"/>
                  <a:gd name="connsiteX17" fmla="*/ 3736514 w 4190656"/>
                  <a:gd name="connsiteY17" fmla="*/ 1983287 h 2083613"/>
                  <a:gd name="connsiteX18" fmla="*/ 4087017 w 4190656"/>
                  <a:gd name="connsiteY18" fmla="*/ 1983287 h 2083613"/>
                  <a:gd name="connsiteX19" fmla="*/ 4087017 w 4190656"/>
                  <a:gd name="connsiteY19" fmla="*/ 1943463 h 2083613"/>
                  <a:gd name="connsiteX20" fmla="*/ 3320982 w 4190656"/>
                  <a:gd name="connsiteY20" fmla="*/ 1943463 h 2083613"/>
                  <a:gd name="connsiteX21" fmla="*/ 3320982 w 4190656"/>
                  <a:gd name="connsiteY21" fmla="*/ 1983287 h 2083613"/>
                  <a:gd name="connsiteX22" fmla="*/ 3671485 w 4190656"/>
                  <a:gd name="connsiteY22" fmla="*/ 1983287 h 2083613"/>
                  <a:gd name="connsiteX23" fmla="*/ 3671485 w 4190656"/>
                  <a:gd name="connsiteY23" fmla="*/ 1943463 h 2083613"/>
                  <a:gd name="connsiteX24" fmla="*/ 1359605 w 4190656"/>
                  <a:gd name="connsiteY24" fmla="*/ 1887327 h 2083613"/>
                  <a:gd name="connsiteX25" fmla="*/ 1359605 w 4190656"/>
                  <a:gd name="connsiteY25" fmla="*/ 1927151 h 2083613"/>
                  <a:gd name="connsiteX26" fmla="*/ 1942246 w 4190656"/>
                  <a:gd name="connsiteY26" fmla="*/ 1927151 h 2083613"/>
                  <a:gd name="connsiteX27" fmla="*/ 1942246 w 4190656"/>
                  <a:gd name="connsiteY27" fmla="*/ 1887327 h 2083613"/>
                  <a:gd name="connsiteX28" fmla="*/ 3736514 w 4190656"/>
                  <a:gd name="connsiteY28" fmla="*/ 1882367 h 2083613"/>
                  <a:gd name="connsiteX29" fmla="*/ 3736514 w 4190656"/>
                  <a:gd name="connsiteY29" fmla="*/ 1922191 h 2083613"/>
                  <a:gd name="connsiteX30" fmla="*/ 4087017 w 4190656"/>
                  <a:gd name="connsiteY30" fmla="*/ 1922191 h 2083613"/>
                  <a:gd name="connsiteX31" fmla="*/ 4087017 w 4190656"/>
                  <a:gd name="connsiteY31" fmla="*/ 1882367 h 2083613"/>
                  <a:gd name="connsiteX32" fmla="*/ 3320982 w 4190656"/>
                  <a:gd name="connsiteY32" fmla="*/ 1882367 h 2083613"/>
                  <a:gd name="connsiteX33" fmla="*/ 3320982 w 4190656"/>
                  <a:gd name="connsiteY33" fmla="*/ 1922191 h 2083613"/>
                  <a:gd name="connsiteX34" fmla="*/ 3671485 w 4190656"/>
                  <a:gd name="connsiteY34" fmla="*/ 1922191 h 2083613"/>
                  <a:gd name="connsiteX35" fmla="*/ 3671485 w 4190656"/>
                  <a:gd name="connsiteY35" fmla="*/ 1882367 h 2083613"/>
                  <a:gd name="connsiteX36" fmla="*/ 3051754 w 4190656"/>
                  <a:gd name="connsiteY36" fmla="*/ 1873675 h 2083613"/>
                  <a:gd name="connsiteX37" fmla="*/ 3051754 w 4190656"/>
                  <a:gd name="connsiteY37" fmla="*/ 1939321 h 2083613"/>
                  <a:gd name="connsiteX38" fmla="*/ 3149850 w 4190656"/>
                  <a:gd name="connsiteY38" fmla="*/ 1939321 h 2083613"/>
                  <a:gd name="connsiteX39" fmla="*/ 3149850 w 4190656"/>
                  <a:gd name="connsiteY39" fmla="*/ 1873675 h 2083613"/>
                  <a:gd name="connsiteX40" fmla="*/ 2868153 w 4190656"/>
                  <a:gd name="connsiteY40" fmla="*/ 1873675 h 2083613"/>
                  <a:gd name="connsiteX41" fmla="*/ 2868153 w 4190656"/>
                  <a:gd name="connsiteY41" fmla="*/ 1939321 h 2083613"/>
                  <a:gd name="connsiteX42" fmla="*/ 2966249 w 4190656"/>
                  <a:gd name="connsiteY42" fmla="*/ 1939321 h 2083613"/>
                  <a:gd name="connsiteX43" fmla="*/ 2966249 w 4190656"/>
                  <a:gd name="connsiteY43" fmla="*/ 1873675 h 2083613"/>
                  <a:gd name="connsiteX44" fmla="*/ 2684553 w 4190656"/>
                  <a:gd name="connsiteY44" fmla="*/ 1873675 h 2083613"/>
                  <a:gd name="connsiteX45" fmla="*/ 2684553 w 4190656"/>
                  <a:gd name="connsiteY45" fmla="*/ 1939321 h 2083613"/>
                  <a:gd name="connsiteX46" fmla="*/ 2782649 w 4190656"/>
                  <a:gd name="connsiteY46" fmla="*/ 1939321 h 2083613"/>
                  <a:gd name="connsiteX47" fmla="*/ 2782649 w 4190656"/>
                  <a:gd name="connsiteY47" fmla="*/ 1873675 h 2083613"/>
                  <a:gd name="connsiteX48" fmla="*/ 1359605 w 4190656"/>
                  <a:gd name="connsiteY48" fmla="*/ 1826230 h 2083613"/>
                  <a:gd name="connsiteX49" fmla="*/ 1359605 w 4190656"/>
                  <a:gd name="connsiteY49" fmla="*/ 1866054 h 2083613"/>
                  <a:gd name="connsiteX50" fmla="*/ 1942246 w 4190656"/>
                  <a:gd name="connsiteY50" fmla="*/ 1866054 h 2083613"/>
                  <a:gd name="connsiteX51" fmla="*/ 1942246 w 4190656"/>
                  <a:gd name="connsiteY51" fmla="*/ 1826230 h 2083613"/>
                  <a:gd name="connsiteX52" fmla="*/ 3736514 w 4190656"/>
                  <a:gd name="connsiteY52" fmla="*/ 1821270 h 2083613"/>
                  <a:gd name="connsiteX53" fmla="*/ 3736514 w 4190656"/>
                  <a:gd name="connsiteY53" fmla="*/ 1861094 h 2083613"/>
                  <a:gd name="connsiteX54" fmla="*/ 4087017 w 4190656"/>
                  <a:gd name="connsiteY54" fmla="*/ 1861094 h 2083613"/>
                  <a:gd name="connsiteX55" fmla="*/ 4087017 w 4190656"/>
                  <a:gd name="connsiteY55" fmla="*/ 1821270 h 2083613"/>
                  <a:gd name="connsiteX56" fmla="*/ 3320982 w 4190656"/>
                  <a:gd name="connsiteY56" fmla="*/ 1821270 h 2083613"/>
                  <a:gd name="connsiteX57" fmla="*/ 3320982 w 4190656"/>
                  <a:gd name="connsiteY57" fmla="*/ 1861094 h 2083613"/>
                  <a:gd name="connsiteX58" fmla="*/ 3671485 w 4190656"/>
                  <a:gd name="connsiteY58" fmla="*/ 1861094 h 2083613"/>
                  <a:gd name="connsiteX59" fmla="*/ 3671485 w 4190656"/>
                  <a:gd name="connsiteY59" fmla="*/ 1821270 h 2083613"/>
                  <a:gd name="connsiteX60" fmla="*/ 3051754 w 4190656"/>
                  <a:gd name="connsiteY60" fmla="*/ 1737466 h 2083613"/>
                  <a:gd name="connsiteX61" fmla="*/ 3051754 w 4190656"/>
                  <a:gd name="connsiteY61" fmla="*/ 1803112 h 2083613"/>
                  <a:gd name="connsiteX62" fmla="*/ 3149850 w 4190656"/>
                  <a:gd name="connsiteY62" fmla="*/ 1803112 h 2083613"/>
                  <a:gd name="connsiteX63" fmla="*/ 3149850 w 4190656"/>
                  <a:gd name="connsiteY63" fmla="*/ 1737466 h 2083613"/>
                  <a:gd name="connsiteX64" fmla="*/ 2868153 w 4190656"/>
                  <a:gd name="connsiteY64" fmla="*/ 1737466 h 2083613"/>
                  <a:gd name="connsiteX65" fmla="*/ 2868153 w 4190656"/>
                  <a:gd name="connsiteY65" fmla="*/ 1803112 h 2083613"/>
                  <a:gd name="connsiteX66" fmla="*/ 2966249 w 4190656"/>
                  <a:gd name="connsiteY66" fmla="*/ 1803112 h 2083613"/>
                  <a:gd name="connsiteX67" fmla="*/ 2966249 w 4190656"/>
                  <a:gd name="connsiteY67" fmla="*/ 1737466 h 2083613"/>
                  <a:gd name="connsiteX68" fmla="*/ 2684553 w 4190656"/>
                  <a:gd name="connsiteY68" fmla="*/ 1737466 h 2083613"/>
                  <a:gd name="connsiteX69" fmla="*/ 2684553 w 4190656"/>
                  <a:gd name="connsiteY69" fmla="*/ 1803112 h 2083613"/>
                  <a:gd name="connsiteX70" fmla="*/ 2782649 w 4190656"/>
                  <a:gd name="connsiteY70" fmla="*/ 1803112 h 2083613"/>
                  <a:gd name="connsiteX71" fmla="*/ 2782649 w 4190656"/>
                  <a:gd name="connsiteY71" fmla="*/ 1737466 h 2083613"/>
                  <a:gd name="connsiteX72" fmla="*/ 3051754 w 4190656"/>
                  <a:gd name="connsiteY72" fmla="*/ 1601257 h 2083613"/>
                  <a:gd name="connsiteX73" fmla="*/ 3051754 w 4190656"/>
                  <a:gd name="connsiteY73" fmla="*/ 1666903 h 2083613"/>
                  <a:gd name="connsiteX74" fmla="*/ 3149850 w 4190656"/>
                  <a:gd name="connsiteY74" fmla="*/ 1666903 h 2083613"/>
                  <a:gd name="connsiteX75" fmla="*/ 3149850 w 4190656"/>
                  <a:gd name="connsiteY75" fmla="*/ 1601257 h 2083613"/>
                  <a:gd name="connsiteX76" fmla="*/ 2868153 w 4190656"/>
                  <a:gd name="connsiteY76" fmla="*/ 1601257 h 2083613"/>
                  <a:gd name="connsiteX77" fmla="*/ 2868153 w 4190656"/>
                  <a:gd name="connsiteY77" fmla="*/ 1666903 h 2083613"/>
                  <a:gd name="connsiteX78" fmla="*/ 2966249 w 4190656"/>
                  <a:gd name="connsiteY78" fmla="*/ 1666903 h 2083613"/>
                  <a:gd name="connsiteX79" fmla="*/ 2966249 w 4190656"/>
                  <a:gd name="connsiteY79" fmla="*/ 1601257 h 2083613"/>
                  <a:gd name="connsiteX80" fmla="*/ 2684553 w 4190656"/>
                  <a:gd name="connsiteY80" fmla="*/ 1601257 h 2083613"/>
                  <a:gd name="connsiteX81" fmla="*/ 2684553 w 4190656"/>
                  <a:gd name="connsiteY81" fmla="*/ 1666903 h 2083613"/>
                  <a:gd name="connsiteX82" fmla="*/ 2782649 w 4190656"/>
                  <a:gd name="connsiteY82" fmla="*/ 1666903 h 2083613"/>
                  <a:gd name="connsiteX83" fmla="*/ 2782649 w 4190656"/>
                  <a:gd name="connsiteY83" fmla="*/ 1601257 h 2083613"/>
                  <a:gd name="connsiteX84" fmla="*/ 1003047 w 4190656"/>
                  <a:gd name="connsiteY84" fmla="*/ 1464531 h 2083613"/>
                  <a:gd name="connsiteX85" fmla="*/ 1003047 w 4190656"/>
                  <a:gd name="connsiteY85" fmla="*/ 2082216 h 2083613"/>
                  <a:gd name="connsiteX86" fmla="*/ 1259865 w 4190656"/>
                  <a:gd name="connsiteY86" fmla="*/ 2082216 h 2083613"/>
                  <a:gd name="connsiteX87" fmla="*/ 1259865 w 4190656"/>
                  <a:gd name="connsiteY87" fmla="*/ 1464531 h 2083613"/>
                  <a:gd name="connsiteX88" fmla="*/ 640721 w 4190656"/>
                  <a:gd name="connsiteY88" fmla="*/ 1461809 h 2083613"/>
                  <a:gd name="connsiteX89" fmla="*/ 640721 w 4190656"/>
                  <a:gd name="connsiteY89" fmla="*/ 2079494 h 2083613"/>
                  <a:gd name="connsiteX90" fmla="*/ 860983 w 4190656"/>
                  <a:gd name="connsiteY90" fmla="*/ 2079494 h 2083613"/>
                  <a:gd name="connsiteX91" fmla="*/ 860983 w 4190656"/>
                  <a:gd name="connsiteY91" fmla="*/ 1461809 h 2083613"/>
                  <a:gd name="connsiteX92" fmla="*/ 3977387 w 4190656"/>
                  <a:gd name="connsiteY92" fmla="*/ 1437108 h 2083613"/>
                  <a:gd name="connsiteX93" fmla="*/ 3977387 w 4190656"/>
                  <a:gd name="connsiteY93" fmla="*/ 1502754 h 2083613"/>
                  <a:gd name="connsiteX94" fmla="*/ 4075483 w 4190656"/>
                  <a:gd name="connsiteY94" fmla="*/ 1502754 h 2083613"/>
                  <a:gd name="connsiteX95" fmla="*/ 4075483 w 4190656"/>
                  <a:gd name="connsiteY95" fmla="*/ 1437108 h 2083613"/>
                  <a:gd name="connsiteX96" fmla="*/ 3793786 w 4190656"/>
                  <a:gd name="connsiteY96" fmla="*/ 1437108 h 2083613"/>
                  <a:gd name="connsiteX97" fmla="*/ 3793786 w 4190656"/>
                  <a:gd name="connsiteY97" fmla="*/ 1502754 h 2083613"/>
                  <a:gd name="connsiteX98" fmla="*/ 3891882 w 4190656"/>
                  <a:gd name="connsiteY98" fmla="*/ 1502754 h 2083613"/>
                  <a:gd name="connsiteX99" fmla="*/ 3891882 w 4190656"/>
                  <a:gd name="connsiteY99" fmla="*/ 1437108 h 2083613"/>
                  <a:gd name="connsiteX100" fmla="*/ 3610186 w 4190656"/>
                  <a:gd name="connsiteY100" fmla="*/ 1437108 h 2083613"/>
                  <a:gd name="connsiteX101" fmla="*/ 3610186 w 4190656"/>
                  <a:gd name="connsiteY101" fmla="*/ 1502754 h 2083613"/>
                  <a:gd name="connsiteX102" fmla="*/ 3708282 w 4190656"/>
                  <a:gd name="connsiteY102" fmla="*/ 1502754 h 2083613"/>
                  <a:gd name="connsiteX103" fmla="*/ 3708282 w 4190656"/>
                  <a:gd name="connsiteY103" fmla="*/ 1437108 h 2083613"/>
                  <a:gd name="connsiteX104" fmla="*/ 3413613 w 4190656"/>
                  <a:gd name="connsiteY104" fmla="*/ 1437108 h 2083613"/>
                  <a:gd name="connsiteX105" fmla="*/ 3413613 w 4190656"/>
                  <a:gd name="connsiteY105" fmla="*/ 1502754 h 2083613"/>
                  <a:gd name="connsiteX106" fmla="*/ 3511709 w 4190656"/>
                  <a:gd name="connsiteY106" fmla="*/ 1502754 h 2083613"/>
                  <a:gd name="connsiteX107" fmla="*/ 3511709 w 4190656"/>
                  <a:gd name="connsiteY107" fmla="*/ 1437108 h 2083613"/>
                  <a:gd name="connsiteX108" fmla="*/ 3230013 w 4190656"/>
                  <a:gd name="connsiteY108" fmla="*/ 1437108 h 2083613"/>
                  <a:gd name="connsiteX109" fmla="*/ 3230013 w 4190656"/>
                  <a:gd name="connsiteY109" fmla="*/ 1502754 h 2083613"/>
                  <a:gd name="connsiteX110" fmla="*/ 3328109 w 4190656"/>
                  <a:gd name="connsiteY110" fmla="*/ 1502754 h 2083613"/>
                  <a:gd name="connsiteX111" fmla="*/ 3328109 w 4190656"/>
                  <a:gd name="connsiteY111" fmla="*/ 1437108 h 2083613"/>
                  <a:gd name="connsiteX112" fmla="*/ 3051754 w 4190656"/>
                  <a:gd name="connsiteY112" fmla="*/ 1437108 h 2083613"/>
                  <a:gd name="connsiteX113" fmla="*/ 3051754 w 4190656"/>
                  <a:gd name="connsiteY113" fmla="*/ 1502754 h 2083613"/>
                  <a:gd name="connsiteX114" fmla="*/ 3149850 w 4190656"/>
                  <a:gd name="connsiteY114" fmla="*/ 1502754 h 2083613"/>
                  <a:gd name="connsiteX115" fmla="*/ 3149850 w 4190656"/>
                  <a:gd name="connsiteY115" fmla="*/ 1437108 h 2083613"/>
                  <a:gd name="connsiteX116" fmla="*/ 2868153 w 4190656"/>
                  <a:gd name="connsiteY116" fmla="*/ 1437108 h 2083613"/>
                  <a:gd name="connsiteX117" fmla="*/ 2868153 w 4190656"/>
                  <a:gd name="connsiteY117" fmla="*/ 1502754 h 2083613"/>
                  <a:gd name="connsiteX118" fmla="*/ 2966249 w 4190656"/>
                  <a:gd name="connsiteY118" fmla="*/ 1502754 h 2083613"/>
                  <a:gd name="connsiteX119" fmla="*/ 2966249 w 4190656"/>
                  <a:gd name="connsiteY119" fmla="*/ 1437108 h 2083613"/>
                  <a:gd name="connsiteX120" fmla="*/ 2684553 w 4190656"/>
                  <a:gd name="connsiteY120" fmla="*/ 1437108 h 2083613"/>
                  <a:gd name="connsiteX121" fmla="*/ 2684553 w 4190656"/>
                  <a:gd name="connsiteY121" fmla="*/ 1502754 h 2083613"/>
                  <a:gd name="connsiteX122" fmla="*/ 2782649 w 4190656"/>
                  <a:gd name="connsiteY122" fmla="*/ 1502754 h 2083613"/>
                  <a:gd name="connsiteX123" fmla="*/ 2782649 w 4190656"/>
                  <a:gd name="connsiteY123" fmla="*/ 1437108 h 2083613"/>
                  <a:gd name="connsiteX124" fmla="*/ 1818380 w 4190656"/>
                  <a:gd name="connsiteY124" fmla="*/ 1377680 h 2083613"/>
                  <a:gd name="connsiteX125" fmla="*/ 1818380 w 4190656"/>
                  <a:gd name="connsiteY125" fmla="*/ 1450750 h 2083613"/>
                  <a:gd name="connsiteX126" fmla="*/ 1916476 w 4190656"/>
                  <a:gd name="connsiteY126" fmla="*/ 1450750 h 2083613"/>
                  <a:gd name="connsiteX127" fmla="*/ 1916476 w 4190656"/>
                  <a:gd name="connsiteY127" fmla="*/ 1377680 h 2083613"/>
                  <a:gd name="connsiteX128" fmla="*/ 1634779 w 4190656"/>
                  <a:gd name="connsiteY128" fmla="*/ 1377680 h 2083613"/>
                  <a:gd name="connsiteX129" fmla="*/ 1634779 w 4190656"/>
                  <a:gd name="connsiteY129" fmla="*/ 1450750 h 2083613"/>
                  <a:gd name="connsiteX130" fmla="*/ 1732875 w 4190656"/>
                  <a:gd name="connsiteY130" fmla="*/ 1450750 h 2083613"/>
                  <a:gd name="connsiteX131" fmla="*/ 1732875 w 4190656"/>
                  <a:gd name="connsiteY131" fmla="*/ 1377680 h 2083613"/>
                  <a:gd name="connsiteX132" fmla="*/ 1451179 w 4190656"/>
                  <a:gd name="connsiteY132" fmla="*/ 1377680 h 2083613"/>
                  <a:gd name="connsiteX133" fmla="*/ 1451179 w 4190656"/>
                  <a:gd name="connsiteY133" fmla="*/ 1450750 h 2083613"/>
                  <a:gd name="connsiteX134" fmla="*/ 1549275 w 4190656"/>
                  <a:gd name="connsiteY134" fmla="*/ 1450750 h 2083613"/>
                  <a:gd name="connsiteX135" fmla="*/ 1549275 w 4190656"/>
                  <a:gd name="connsiteY135" fmla="*/ 1377680 h 2083613"/>
                  <a:gd name="connsiteX136" fmla="*/ 1818380 w 4190656"/>
                  <a:gd name="connsiteY136" fmla="*/ 1226067 h 2083613"/>
                  <a:gd name="connsiteX137" fmla="*/ 1818380 w 4190656"/>
                  <a:gd name="connsiteY137" fmla="*/ 1299137 h 2083613"/>
                  <a:gd name="connsiteX138" fmla="*/ 1916476 w 4190656"/>
                  <a:gd name="connsiteY138" fmla="*/ 1299137 h 2083613"/>
                  <a:gd name="connsiteX139" fmla="*/ 1916476 w 4190656"/>
                  <a:gd name="connsiteY139" fmla="*/ 1226067 h 2083613"/>
                  <a:gd name="connsiteX140" fmla="*/ 1634779 w 4190656"/>
                  <a:gd name="connsiteY140" fmla="*/ 1226067 h 2083613"/>
                  <a:gd name="connsiteX141" fmla="*/ 1634779 w 4190656"/>
                  <a:gd name="connsiteY141" fmla="*/ 1299137 h 2083613"/>
                  <a:gd name="connsiteX142" fmla="*/ 1732875 w 4190656"/>
                  <a:gd name="connsiteY142" fmla="*/ 1299137 h 2083613"/>
                  <a:gd name="connsiteX143" fmla="*/ 1732875 w 4190656"/>
                  <a:gd name="connsiteY143" fmla="*/ 1226067 h 2083613"/>
                  <a:gd name="connsiteX144" fmla="*/ 1451179 w 4190656"/>
                  <a:gd name="connsiteY144" fmla="*/ 1226067 h 2083613"/>
                  <a:gd name="connsiteX145" fmla="*/ 1451179 w 4190656"/>
                  <a:gd name="connsiteY145" fmla="*/ 1299137 h 2083613"/>
                  <a:gd name="connsiteX146" fmla="*/ 1549275 w 4190656"/>
                  <a:gd name="connsiteY146" fmla="*/ 1299137 h 2083613"/>
                  <a:gd name="connsiteX147" fmla="*/ 1549275 w 4190656"/>
                  <a:gd name="connsiteY147" fmla="*/ 1226067 h 2083613"/>
                  <a:gd name="connsiteX148" fmla="*/ 403424 w 4190656"/>
                  <a:gd name="connsiteY148" fmla="*/ 1142989 h 2083613"/>
                  <a:gd name="connsiteX149" fmla="*/ 348620 w 4190656"/>
                  <a:gd name="connsiteY149" fmla="*/ 1197793 h 2083613"/>
                  <a:gd name="connsiteX150" fmla="*/ 348620 w 4190656"/>
                  <a:gd name="connsiteY150" fmla="*/ 2081959 h 2083613"/>
                  <a:gd name="connsiteX151" fmla="*/ 458227 w 4190656"/>
                  <a:gd name="connsiteY151" fmla="*/ 2081959 h 2083613"/>
                  <a:gd name="connsiteX152" fmla="*/ 458228 w 4190656"/>
                  <a:gd name="connsiteY152" fmla="*/ 1197793 h 2083613"/>
                  <a:gd name="connsiteX153" fmla="*/ 403424 w 4190656"/>
                  <a:gd name="connsiteY153" fmla="*/ 1142989 h 2083613"/>
                  <a:gd name="connsiteX154" fmla="*/ 169200 w 4190656"/>
                  <a:gd name="connsiteY154" fmla="*/ 1139285 h 2083613"/>
                  <a:gd name="connsiteX155" fmla="*/ 114396 w 4190656"/>
                  <a:gd name="connsiteY155" fmla="*/ 1194089 h 2083613"/>
                  <a:gd name="connsiteX156" fmla="*/ 114396 w 4190656"/>
                  <a:gd name="connsiteY156" fmla="*/ 2078255 h 2083613"/>
                  <a:gd name="connsiteX157" fmla="*/ 224003 w 4190656"/>
                  <a:gd name="connsiteY157" fmla="*/ 2078255 h 2083613"/>
                  <a:gd name="connsiteX158" fmla="*/ 224004 w 4190656"/>
                  <a:gd name="connsiteY158" fmla="*/ 1194089 h 2083613"/>
                  <a:gd name="connsiteX159" fmla="*/ 169200 w 4190656"/>
                  <a:gd name="connsiteY159" fmla="*/ 1139285 h 2083613"/>
                  <a:gd name="connsiteX160" fmla="*/ 1818380 w 4190656"/>
                  <a:gd name="connsiteY160" fmla="*/ 1074453 h 2083613"/>
                  <a:gd name="connsiteX161" fmla="*/ 1818380 w 4190656"/>
                  <a:gd name="connsiteY161" fmla="*/ 1147523 h 2083613"/>
                  <a:gd name="connsiteX162" fmla="*/ 1916476 w 4190656"/>
                  <a:gd name="connsiteY162" fmla="*/ 1147523 h 2083613"/>
                  <a:gd name="connsiteX163" fmla="*/ 1916476 w 4190656"/>
                  <a:gd name="connsiteY163" fmla="*/ 1074453 h 2083613"/>
                  <a:gd name="connsiteX164" fmla="*/ 1634779 w 4190656"/>
                  <a:gd name="connsiteY164" fmla="*/ 1074453 h 2083613"/>
                  <a:gd name="connsiteX165" fmla="*/ 1634779 w 4190656"/>
                  <a:gd name="connsiteY165" fmla="*/ 1147523 h 2083613"/>
                  <a:gd name="connsiteX166" fmla="*/ 1732875 w 4190656"/>
                  <a:gd name="connsiteY166" fmla="*/ 1147523 h 2083613"/>
                  <a:gd name="connsiteX167" fmla="*/ 1732875 w 4190656"/>
                  <a:gd name="connsiteY167" fmla="*/ 1074453 h 2083613"/>
                  <a:gd name="connsiteX168" fmla="*/ 1451179 w 4190656"/>
                  <a:gd name="connsiteY168" fmla="*/ 1074453 h 2083613"/>
                  <a:gd name="connsiteX169" fmla="*/ 1451179 w 4190656"/>
                  <a:gd name="connsiteY169" fmla="*/ 1147523 h 2083613"/>
                  <a:gd name="connsiteX170" fmla="*/ 1549275 w 4190656"/>
                  <a:gd name="connsiteY170" fmla="*/ 1147523 h 2083613"/>
                  <a:gd name="connsiteX171" fmla="*/ 1549275 w 4190656"/>
                  <a:gd name="connsiteY171" fmla="*/ 1074453 h 2083613"/>
                  <a:gd name="connsiteX172" fmla="*/ 1254606 w 4190656"/>
                  <a:gd name="connsiteY172" fmla="*/ 1074453 h 2083613"/>
                  <a:gd name="connsiteX173" fmla="*/ 1254606 w 4190656"/>
                  <a:gd name="connsiteY173" fmla="*/ 1147523 h 2083613"/>
                  <a:gd name="connsiteX174" fmla="*/ 1352702 w 4190656"/>
                  <a:gd name="connsiteY174" fmla="*/ 1147523 h 2083613"/>
                  <a:gd name="connsiteX175" fmla="*/ 1352702 w 4190656"/>
                  <a:gd name="connsiteY175" fmla="*/ 1074453 h 2083613"/>
                  <a:gd name="connsiteX176" fmla="*/ 1071005 w 4190656"/>
                  <a:gd name="connsiteY176" fmla="*/ 1074453 h 2083613"/>
                  <a:gd name="connsiteX177" fmla="*/ 1071005 w 4190656"/>
                  <a:gd name="connsiteY177" fmla="*/ 1147523 h 2083613"/>
                  <a:gd name="connsiteX178" fmla="*/ 1169101 w 4190656"/>
                  <a:gd name="connsiteY178" fmla="*/ 1147523 h 2083613"/>
                  <a:gd name="connsiteX179" fmla="*/ 1169101 w 4190656"/>
                  <a:gd name="connsiteY179" fmla="*/ 1074453 h 2083613"/>
                  <a:gd name="connsiteX180" fmla="*/ 887405 w 4190656"/>
                  <a:gd name="connsiteY180" fmla="*/ 1074453 h 2083613"/>
                  <a:gd name="connsiteX181" fmla="*/ 887405 w 4190656"/>
                  <a:gd name="connsiteY181" fmla="*/ 1147523 h 2083613"/>
                  <a:gd name="connsiteX182" fmla="*/ 985501 w 4190656"/>
                  <a:gd name="connsiteY182" fmla="*/ 1147523 h 2083613"/>
                  <a:gd name="connsiteX183" fmla="*/ 985501 w 4190656"/>
                  <a:gd name="connsiteY183" fmla="*/ 1074453 h 2083613"/>
                  <a:gd name="connsiteX184" fmla="*/ 726849 w 4190656"/>
                  <a:gd name="connsiteY184" fmla="*/ 1074453 h 2083613"/>
                  <a:gd name="connsiteX185" fmla="*/ 726849 w 4190656"/>
                  <a:gd name="connsiteY185" fmla="*/ 1147523 h 2083613"/>
                  <a:gd name="connsiteX186" fmla="*/ 824945 w 4190656"/>
                  <a:gd name="connsiteY186" fmla="*/ 1147523 h 2083613"/>
                  <a:gd name="connsiteX187" fmla="*/ 824945 w 4190656"/>
                  <a:gd name="connsiteY187" fmla="*/ 1074453 h 2083613"/>
                  <a:gd name="connsiteX188" fmla="*/ 543248 w 4190656"/>
                  <a:gd name="connsiteY188" fmla="*/ 1074453 h 2083613"/>
                  <a:gd name="connsiteX189" fmla="*/ 543248 w 4190656"/>
                  <a:gd name="connsiteY189" fmla="*/ 1147523 h 2083613"/>
                  <a:gd name="connsiteX190" fmla="*/ 641344 w 4190656"/>
                  <a:gd name="connsiteY190" fmla="*/ 1147523 h 2083613"/>
                  <a:gd name="connsiteX191" fmla="*/ 641344 w 4190656"/>
                  <a:gd name="connsiteY191" fmla="*/ 1074453 h 2083613"/>
                  <a:gd name="connsiteX192" fmla="*/ 3065554 w 4190656"/>
                  <a:gd name="connsiteY192" fmla="*/ 331011 h 2083613"/>
                  <a:gd name="connsiteX193" fmla="*/ 3065554 w 4190656"/>
                  <a:gd name="connsiteY193" fmla="*/ 465308 h 2083613"/>
                  <a:gd name="connsiteX194" fmla="*/ 3086674 w 4190656"/>
                  <a:gd name="connsiteY194" fmla="*/ 468502 h 2083613"/>
                  <a:gd name="connsiteX195" fmla="*/ 3190451 w 4190656"/>
                  <a:gd name="connsiteY195" fmla="*/ 562591 h 2083613"/>
                  <a:gd name="connsiteX196" fmla="*/ 3200815 w 4190656"/>
                  <a:gd name="connsiteY196" fmla="*/ 613926 h 2083613"/>
                  <a:gd name="connsiteX197" fmla="*/ 3203518 w 4190656"/>
                  <a:gd name="connsiteY197" fmla="*/ 613926 h 2083613"/>
                  <a:gd name="connsiteX198" fmla="*/ 3203518 w 4190656"/>
                  <a:gd name="connsiteY198" fmla="*/ 627317 h 2083613"/>
                  <a:gd name="connsiteX199" fmla="*/ 3203519 w 4190656"/>
                  <a:gd name="connsiteY199" fmla="*/ 627321 h 2083613"/>
                  <a:gd name="connsiteX200" fmla="*/ 3203518 w 4190656"/>
                  <a:gd name="connsiteY200" fmla="*/ 1063497 h 2083613"/>
                  <a:gd name="connsiteX201" fmla="*/ 3310645 w 4190656"/>
                  <a:gd name="connsiteY201" fmla="*/ 1063497 h 2083613"/>
                  <a:gd name="connsiteX202" fmla="*/ 3310645 w 4190656"/>
                  <a:gd name="connsiteY202" fmla="*/ 627216 h 2083613"/>
                  <a:gd name="connsiteX203" fmla="*/ 3412211 w 4190656"/>
                  <a:gd name="connsiteY203" fmla="*/ 473988 h 2083613"/>
                  <a:gd name="connsiteX204" fmla="*/ 3465439 w 4190656"/>
                  <a:gd name="connsiteY204" fmla="*/ 463242 h 2083613"/>
                  <a:gd name="connsiteX205" fmla="*/ 3465439 w 4190656"/>
                  <a:gd name="connsiteY205" fmla="*/ 331011 h 2083613"/>
                  <a:gd name="connsiteX206" fmla="*/ 2812855 w 4190656"/>
                  <a:gd name="connsiteY206" fmla="*/ 331011 h 2083613"/>
                  <a:gd name="connsiteX207" fmla="*/ 2812855 w 4190656"/>
                  <a:gd name="connsiteY207" fmla="*/ 1063497 h 2083613"/>
                  <a:gd name="connsiteX208" fmla="*/ 2870927 w 4190656"/>
                  <a:gd name="connsiteY208" fmla="*/ 1063497 h 2083613"/>
                  <a:gd name="connsiteX209" fmla="*/ 2870927 w 4190656"/>
                  <a:gd name="connsiteY209" fmla="*/ 627321 h 2083613"/>
                  <a:gd name="connsiteX210" fmla="*/ 2972493 w 4190656"/>
                  <a:gd name="connsiteY210" fmla="*/ 474094 h 2083613"/>
                  <a:gd name="connsiteX211" fmla="*/ 3023955 w 4190656"/>
                  <a:gd name="connsiteY211" fmla="*/ 463704 h 2083613"/>
                  <a:gd name="connsiteX212" fmla="*/ 3023955 w 4190656"/>
                  <a:gd name="connsiteY212" fmla="*/ 331011 h 2083613"/>
                  <a:gd name="connsiteX213" fmla="*/ 2711332 w 4190656"/>
                  <a:gd name="connsiteY213" fmla="*/ 0 h 2083613"/>
                  <a:gd name="connsiteX214" fmla="*/ 2812855 w 4190656"/>
                  <a:gd name="connsiteY214" fmla="*/ 0 h 2083613"/>
                  <a:gd name="connsiteX215" fmla="*/ 2812855 w 4190656"/>
                  <a:gd name="connsiteY215" fmla="*/ 1 h 2083613"/>
                  <a:gd name="connsiteX216" fmla="*/ 2812855 w 4190656"/>
                  <a:gd name="connsiteY216" fmla="*/ 150699 h 2083613"/>
                  <a:gd name="connsiteX217" fmla="*/ 2812855 w 4190656"/>
                  <a:gd name="connsiteY217" fmla="*/ 150703 h 2083613"/>
                  <a:gd name="connsiteX218" fmla="*/ 2812855 w 4190656"/>
                  <a:gd name="connsiteY218" fmla="*/ 185573 h 2083613"/>
                  <a:gd name="connsiteX219" fmla="*/ 2812855 w 4190656"/>
                  <a:gd name="connsiteY219" fmla="*/ 268612 h 2083613"/>
                  <a:gd name="connsiteX220" fmla="*/ 3465439 w 4190656"/>
                  <a:gd name="connsiteY220" fmla="*/ 268612 h 2083613"/>
                  <a:gd name="connsiteX221" fmla="*/ 3465439 w 4190656"/>
                  <a:gd name="connsiteY221" fmla="*/ 268180 h 2083613"/>
                  <a:gd name="connsiteX222" fmla="*/ 3507038 w 4190656"/>
                  <a:gd name="connsiteY222" fmla="*/ 268180 h 2083613"/>
                  <a:gd name="connsiteX223" fmla="*/ 3507038 w 4190656"/>
                  <a:gd name="connsiteY223" fmla="*/ 466997 h 2083613"/>
                  <a:gd name="connsiteX224" fmla="*/ 3541671 w 4190656"/>
                  <a:gd name="connsiteY224" fmla="*/ 473988 h 2083613"/>
                  <a:gd name="connsiteX225" fmla="*/ 3635761 w 4190656"/>
                  <a:gd name="connsiteY225" fmla="*/ 577765 h 2083613"/>
                  <a:gd name="connsiteX226" fmla="*/ 3641212 w 4190656"/>
                  <a:gd name="connsiteY226" fmla="*/ 613821 h 2083613"/>
                  <a:gd name="connsiteX227" fmla="*/ 3643236 w 4190656"/>
                  <a:gd name="connsiteY227" fmla="*/ 613821 h 2083613"/>
                  <a:gd name="connsiteX228" fmla="*/ 3643236 w 4190656"/>
                  <a:gd name="connsiteY228" fmla="*/ 627210 h 2083613"/>
                  <a:gd name="connsiteX229" fmla="*/ 3643237 w 4190656"/>
                  <a:gd name="connsiteY229" fmla="*/ 627216 h 2083613"/>
                  <a:gd name="connsiteX230" fmla="*/ 3643236 w 4190656"/>
                  <a:gd name="connsiteY230" fmla="*/ 1063497 h 2083613"/>
                  <a:gd name="connsiteX231" fmla="*/ 4190656 w 4190656"/>
                  <a:gd name="connsiteY231" fmla="*/ 1063497 h 2083613"/>
                  <a:gd name="connsiteX232" fmla="*/ 4190656 w 4190656"/>
                  <a:gd name="connsiteY232" fmla="*/ 1184656 h 2083613"/>
                  <a:gd name="connsiteX233" fmla="*/ 4190656 w 4190656"/>
                  <a:gd name="connsiteY233" fmla="*/ 1530190 h 2083613"/>
                  <a:gd name="connsiteX234" fmla="*/ 4190656 w 4190656"/>
                  <a:gd name="connsiteY234" fmla="*/ 2078653 h 2083613"/>
                  <a:gd name="connsiteX235" fmla="*/ 4190656 w 4190656"/>
                  <a:gd name="connsiteY235" fmla="*/ 2082019 h 2083613"/>
                  <a:gd name="connsiteX236" fmla="*/ 2526770 w 4190656"/>
                  <a:gd name="connsiteY236" fmla="*/ 2082019 h 2083613"/>
                  <a:gd name="connsiteX237" fmla="*/ 2526681 w 4190656"/>
                  <a:gd name="connsiteY237" fmla="*/ 2082019 h 2083613"/>
                  <a:gd name="connsiteX238" fmla="*/ 2449297 w 4190656"/>
                  <a:gd name="connsiteY238" fmla="*/ 2082019 h 2083613"/>
                  <a:gd name="connsiteX239" fmla="*/ 2449297 w 4190656"/>
                  <a:gd name="connsiteY239" fmla="*/ 1864776 h 2083613"/>
                  <a:gd name="connsiteX240" fmla="*/ 2354647 w 4190656"/>
                  <a:gd name="connsiteY240" fmla="*/ 1864776 h 2083613"/>
                  <a:gd name="connsiteX241" fmla="*/ 2354647 w 4190656"/>
                  <a:gd name="connsiteY241" fmla="*/ 2082019 h 2083613"/>
                  <a:gd name="connsiteX242" fmla="*/ 2277173 w 4190656"/>
                  <a:gd name="connsiteY242" fmla="*/ 2082019 h 2083613"/>
                  <a:gd name="connsiteX243" fmla="*/ 2277173 w 4190656"/>
                  <a:gd name="connsiteY243" fmla="*/ 2082018 h 2083613"/>
                  <a:gd name="connsiteX244" fmla="*/ 2190902 w 4190656"/>
                  <a:gd name="connsiteY244" fmla="*/ 2082018 h 2083613"/>
                  <a:gd name="connsiteX245" fmla="*/ 2190902 w 4190656"/>
                  <a:gd name="connsiteY245" fmla="*/ 1864776 h 2083613"/>
                  <a:gd name="connsiteX246" fmla="*/ 2096252 w 4190656"/>
                  <a:gd name="connsiteY246" fmla="*/ 1864776 h 2083613"/>
                  <a:gd name="connsiteX247" fmla="*/ 2096252 w 4190656"/>
                  <a:gd name="connsiteY247" fmla="*/ 2082018 h 2083613"/>
                  <a:gd name="connsiteX248" fmla="*/ 2028518 w 4190656"/>
                  <a:gd name="connsiteY248" fmla="*/ 2082018 h 2083613"/>
                  <a:gd name="connsiteX249" fmla="*/ 2028518 w 4190656"/>
                  <a:gd name="connsiteY249" fmla="*/ 2083613 h 2083613"/>
                  <a:gd name="connsiteX250" fmla="*/ 0 w 4190656"/>
                  <a:gd name="connsiteY250" fmla="*/ 2083613 h 2083613"/>
                  <a:gd name="connsiteX251" fmla="*/ 0 w 4190656"/>
                  <a:gd name="connsiteY251" fmla="*/ 954650 h 2083613"/>
                  <a:gd name="connsiteX252" fmla="*/ 525663 w 4190656"/>
                  <a:gd name="connsiteY252" fmla="*/ 643073 h 2083613"/>
                  <a:gd name="connsiteX253" fmla="*/ 525663 w 4190656"/>
                  <a:gd name="connsiteY253" fmla="*/ 940002 h 2083613"/>
                  <a:gd name="connsiteX254" fmla="*/ 1026614 w 4190656"/>
                  <a:gd name="connsiteY254" fmla="*/ 643073 h 2083613"/>
                  <a:gd name="connsiteX255" fmla="*/ 1026614 w 4190656"/>
                  <a:gd name="connsiteY255" fmla="*/ 940003 h 2083613"/>
                  <a:gd name="connsiteX256" fmla="*/ 1527566 w 4190656"/>
                  <a:gd name="connsiteY256" fmla="*/ 643073 h 2083613"/>
                  <a:gd name="connsiteX257" fmla="*/ 1527566 w 4190656"/>
                  <a:gd name="connsiteY257" fmla="*/ 940003 h 2083613"/>
                  <a:gd name="connsiteX258" fmla="*/ 2028518 w 4190656"/>
                  <a:gd name="connsiteY258" fmla="*/ 643073 h 2083613"/>
                  <a:gd name="connsiteX259" fmla="*/ 2028518 w 4190656"/>
                  <a:gd name="connsiteY259" fmla="*/ 954650 h 2083613"/>
                  <a:gd name="connsiteX260" fmla="*/ 2028518 w 4190656"/>
                  <a:gd name="connsiteY260" fmla="*/ 957207 h 2083613"/>
                  <a:gd name="connsiteX261" fmla="*/ 2119418 w 4190656"/>
                  <a:gd name="connsiteY261" fmla="*/ 957207 h 2083613"/>
                  <a:gd name="connsiteX262" fmla="*/ 2119418 w 4190656"/>
                  <a:gd name="connsiteY262" fmla="*/ 351653 h 2083613"/>
                  <a:gd name="connsiteX263" fmla="*/ 2119417 w 4190656"/>
                  <a:gd name="connsiteY263" fmla="*/ 351653 h 2083613"/>
                  <a:gd name="connsiteX264" fmla="*/ 2119417 w 4190656"/>
                  <a:gd name="connsiteY264" fmla="*/ 185571 h 2083613"/>
                  <a:gd name="connsiteX265" fmla="*/ 2265014 w 4190656"/>
                  <a:gd name="connsiteY265" fmla="*/ 185571 h 2083613"/>
                  <a:gd name="connsiteX266" fmla="*/ 2410612 w 4190656"/>
                  <a:gd name="connsiteY266" fmla="*/ 185571 h 2083613"/>
                  <a:gd name="connsiteX267" fmla="*/ 2410613 w 4190656"/>
                  <a:gd name="connsiteY267" fmla="*/ 185571 h 2083613"/>
                  <a:gd name="connsiteX268" fmla="*/ 2410613 w 4190656"/>
                  <a:gd name="connsiteY268" fmla="*/ 337527 h 2083613"/>
                  <a:gd name="connsiteX269" fmla="*/ 2410614 w 4190656"/>
                  <a:gd name="connsiteY269" fmla="*/ 337527 h 2083613"/>
                  <a:gd name="connsiteX270" fmla="*/ 2410614 w 4190656"/>
                  <a:gd name="connsiteY270" fmla="*/ 337530 h 2083613"/>
                  <a:gd name="connsiteX271" fmla="*/ 2410614 w 4190656"/>
                  <a:gd name="connsiteY271" fmla="*/ 955499 h 2083613"/>
                  <a:gd name="connsiteX272" fmla="*/ 2526770 w 4190656"/>
                  <a:gd name="connsiteY272" fmla="*/ 955499 h 2083613"/>
                  <a:gd name="connsiteX273" fmla="*/ 2526770 w 4190656"/>
                  <a:gd name="connsiteY273" fmla="*/ 956944 h 2083613"/>
                  <a:gd name="connsiteX274" fmla="*/ 2526770 w 4190656"/>
                  <a:gd name="connsiteY274" fmla="*/ 1063497 h 2083613"/>
                  <a:gd name="connsiteX275" fmla="*/ 2619542 w 4190656"/>
                  <a:gd name="connsiteY275" fmla="*/ 1063497 h 2083613"/>
                  <a:gd name="connsiteX276" fmla="*/ 2619542 w 4190656"/>
                  <a:gd name="connsiteY276" fmla="*/ 185573 h 2083613"/>
                  <a:gd name="connsiteX277" fmla="*/ 2619542 w 4190656"/>
                  <a:gd name="connsiteY277" fmla="*/ 150703 h 2083613"/>
                  <a:gd name="connsiteX278" fmla="*/ 2619542 w 4190656"/>
                  <a:gd name="connsiteY278" fmla="*/ 1 h 2083613"/>
                  <a:gd name="connsiteX279" fmla="*/ 2711332 w 4190656"/>
                  <a:gd name="connsiteY279" fmla="*/ 1 h 2083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</a:cxnLst>
                <a:rect l="l" t="t" r="r" b="b"/>
                <a:pathLst>
                  <a:path w="4190656" h="2083613">
                    <a:moveTo>
                      <a:pt x="1359605" y="2009520"/>
                    </a:moveTo>
                    <a:lnTo>
                      <a:pt x="1359605" y="2049344"/>
                    </a:lnTo>
                    <a:lnTo>
                      <a:pt x="1942246" y="2049344"/>
                    </a:lnTo>
                    <a:lnTo>
                      <a:pt x="1942246" y="2009520"/>
                    </a:lnTo>
                    <a:close/>
                    <a:moveTo>
                      <a:pt x="3736514" y="2004560"/>
                    </a:moveTo>
                    <a:lnTo>
                      <a:pt x="3736514" y="2044384"/>
                    </a:lnTo>
                    <a:lnTo>
                      <a:pt x="4087017" y="2044384"/>
                    </a:lnTo>
                    <a:lnTo>
                      <a:pt x="4087017" y="2004560"/>
                    </a:lnTo>
                    <a:close/>
                    <a:moveTo>
                      <a:pt x="3320982" y="2004560"/>
                    </a:moveTo>
                    <a:lnTo>
                      <a:pt x="3320982" y="2044384"/>
                    </a:lnTo>
                    <a:lnTo>
                      <a:pt x="3671485" y="2044384"/>
                    </a:lnTo>
                    <a:lnTo>
                      <a:pt x="3671485" y="2004560"/>
                    </a:lnTo>
                    <a:close/>
                    <a:moveTo>
                      <a:pt x="1359605" y="1948423"/>
                    </a:moveTo>
                    <a:lnTo>
                      <a:pt x="1359605" y="1988247"/>
                    </a:lnTo>
                    <a:lnTo>
                      <a:pt x="1942246" y="1988247"/>
                    </a:lnTo>
                    <a:lnTo>
                      <a:pt x="1942246" y="1948423"/>
                    </a:lnTo>
                    <a:close/>
                    <a:moveTo>
                      <a:pt x="3736514" y="1943463"/>
                    </a:moveTo>
                    <a:lnTo>
                      <a:pt x="3736514" y="1983287"/>
                    </a:lnTo>
                    <a:lnTo>
                      <a:pt x="4087017" y="1983287"/>
                    </a:lnTo>
                    <a:lnTo>
                      <a:pt x="4087017" y="1943463"/>
                    </a:lnTo>
                    <a:close/>
                    <a:moveTo>
                      <a:pt x="3320982" y="1943463"/>
                    </a:moveTo>
                    <a:lnTo>
                      <a:pt x="3320982" y="1983287"/>
                    </a:lnTo>
                    <a:lnTo>
                      <a:pt x="3671485" y="1983287"/>
                    </a:lnTo>
                    <a:lnTo>
                      <a:pt x="3671485" y="1943463"/>
                    </a:lnTo>
                    <a:close/>
                    <a:moveTo>
                      <a:pt x="1359605" y="1887327"/>
                    </a:moveTo>
                    <a:lnTo>
                      <a:pt x="1359605" y="1927151"/>
                    </a:lnTo>
                    <a:lnTo>
                      <a:pt x="1942246" y="1927151"/>
                    </a:lnTo>
                    <a:lnTo>
                      <a:pt x="1942246" y="1887327"/>
                    </a:lnTo>
                    <a:close/>
                    <a:moveTo>
                      <a:pt x="3736514" y="1882367"/>
                    </a:moveTo>
                    <a:lnTo>
                      <a:pt x="3736514" y="1922191"/>
                    </a:lnTo>
                    <a:lnTo>
                      <a:pt x="4087017" y="1922191"/>
                    </a:lnTo>
                    <a:lnTo>
                      <a:pt x="4087017" y="1882367"/>
                    </a:lnTo>
                    <a:close/>
                    <a:moveTo>
                      <a:pt x="3320982" y="1882367"/>
                    </a:moveTo>
                    <a:lnTo>
                      <a:pt x="3320982" y="1922191"/>
                    </a:lnTo>
                    <a:lnTo>
                      <a:pt x="3671485" y="1922191"/>
                    </a:lnTo>
                    <a:lnTo>
                      <a:pt x="3671485" y="1882367"/>
                    </a:lnTo>
                    <a:close/>
                    <a:moveTo>
                      <a:pt x="3051754" y="1873675"/>
                    </a:moveTo>
                    <a:lnTo>
                      <a:pt x="3051754" y="1939321"/>
                    </a:lnTo>
                    <a:lnTo>
                      <a:pt x="3149850" y="1939321"/>
                    </a:lnTo>
                    <a:lnTo>
                      <a:pt x="3149850" y="1873675"/>
                    </a:lnTo>
                    <a:close/>
                    <a:moveTo>
                      <a:pt x="2868153" y="1873675"/>
                    </a:moveTo>
                    <a:lnTo>
                      <a:pt x="2868153" y="1939321"/>
                    </a:lnTo>
                    <a:lnTo>
                      <a:pt x="2966249" y="1939321"/>
                    </a:lnTo>
                    <a:lnTo>
                      <a:pt x="2966249" y="1873675"/>
                    </a:lnTo>
                    <a:close/>
                    <a:moveTo>
                      <a:pt x="2684553" y="1873675"/>
                    </a:moveTo>
                    <a:lnTo>
                      <a:pt x="2684553" y="1939321"/>
                    </a:lnTo>
                    <a:lnTo>
                      <a:pt x="2782649" y="1939321"/>
                    </a:lnTo>
                    <a:lnTo>
                      <a:pt x="2782649" y="1873675"/>
                    </a:lnTo>
                    <a:close/>
                    <a:moveTo>
                      <a:pt x="1359605" y="1826230"/>
                    </a:moveTo>
                    <a:lnTo>
                      <a:pt x="1359605" y="1866054"/>
                    </a:lnTo>
                    <a:lnTo>
                      <a:pt x="1942246" y="1866054"/>
                    </a:lnTo>
                    <a:lnTo>
                      <a:pt x="1942246" y="1826230"/>
                    </a:lnTo>
                    <a:close/>
                    <a:moveTo>
                      <a:pt x="3736514" y="1821270"/>
                    </a:moveTo>
                    <a:lnTo>
                      <a:pt x="3736514" y="1861094"/>
                    </a:lnTo>
                    <a:lnTo>
                      <a:pt x="4087017" y="1861094"/>
                    </a:lnTo>
                    <a:lnTo>
                      <a:pt x="4087017" y="1821270"/>
                    </a:lnTo>
                    <a:close/>
                    <a:moveTo>
                      <a:pt x="3320982" y="1821270"/>
                    </a:moveTo>
                    <a:lnTo>
                      <a:pt x="3320982" y="1861094"/>
                    </a:lnTo>
                    <a:lnTo>
                      <a:pt x="3671485" y="1861094"/>
                    </a:lnTo>
                    <a:lnTo>
                      <a:pt x="3671485" y="1821270"/>
                    </a:lnTo>
                    <a:close/>
                    <a:moveTo>
                      <a:pt x="3051754" y="1737466"/>
                    </a:moveTo>
                    <a:lnTo>
                      <a:pt x="3051754" y="1803112"/>
                    </a:lnTo>
                    <a:lnTo>
                      <a:pt x="3149850" y="1803112"/>
                    </a:lnTo>
                    <a:lnTo>
                      <a:pt x="3149850" y="1737466"/>
                    </a:lnTo>
                    <a:close/>
                    <a:moveTo>
                      <a:pt x="2868153" y="1737466"/>
                    </a:moveTo>
                    <a:lnTo>
                      <a:pt x="2868153" y="1803112"/>
                    </a:lnTo>
                    <a:lnTo>
                      <a:pt x="2966249" y="1803112"/>
                    </a:lnTo>
                    <a:lnTo>
                      <a:pt x="2966249" y="1737466"/>
                    </a:lnTo>
                    <a:close/>
                    <a:moveTo>
                      <a:pt x="2684553" y="1737466"/>
                    </a:moveTo>
                    <a:lnTo>
                      <a:pt x="2684553" y="1803112"/>
                    </a:lnTo>
                    <a:lnTo>
                      <a:pt x="2782649" y="1803112"/>
                    </a:lnTo>
                    <a:lnTo>
                      <a:pt x="2782649" y="1737466"/>
                    </a:lnTo>
                    <a:close/>
                    <a:moveTo>
                      <a:pt x="3051754" y="1601257"/>
                    </a:moveTo>
                    <a:lnTo>
                      <a:pt x="3051754" y="1666903"/>
                    </a:lnTo>
                    <a:lnTo>
                      <a:pt x="3149850" y="1666903"/>
                    </a:lnTo>
                    <a:lnTo>
                      <a:pt x="3149850" y="1601257"/>
                    </a:lnTo>
                    <a:close/>
                    <a:moveTo>
                      <a:pt x="2868153" y="1601257"/>
                    </a:moveTo>
                    <a:lnTo>
                      <a:pt x="2868153" y="1666903"/>
                    </a:lnTo>
                    <a:lnTo>
                      <a:pt x="2966249" y="1666903"/>
                    </a:lnTo>
                    <a:lnTo>
                      <a:pt x="2966249" y="1601257"/>
                    </a:lnTo>
                    <a:close/>
                    <a:moveTo>
                      <a:pt x="2684553" y="1601257"/>
                    </a:moveTo>
                    <a:lnTo>
                      <a:pt x="2684553" y="1666903"/>
                    </a:lnTo>
                    <a:lnTo>
                      <a:pt x="2782649" y="1666903"/>
                    </a:lnTo>
                    <a:lnTo>
                      <a:pt x="2782649" y="1601257"/>
                    </a:lnTo>
                    <a:close/>
                    <a:moveTo>
                      <a:pt x="1003047" y="1464531"/>
                    </a:moveTo>
                    <a:lnTo>
                      <a:pt x="1003047" y="2082216"/>
                    </a:lnTo>
                    <a:lnTo>
                      <a:pt x="1259865" y="2082216"/>
                    </a:lnTo>
                    <a:lnTo>
                      <a:pt x="1259865" y="1464531"/>
                    </a:lnTo>
                    <a:close/>
                    <a:moveTo>
                      <a:pt x="640721" y="1461809"/>
                    </a:moveTo>
                    <a:lnTo>
                      <a:pt x="640721" y="2079494"/>
                    </a:lnTo>
                    <a:lnTo>
                      <a:pt x="860983" y="2079494"/>
                    </a:lnTo>
                    <a:lnTo>
                      <a:pt x="860983" y="1461809"/>
                    </a:lnTo>
                    <a:close/>
                    <a:moveTo>
                      <a:pt x="3977387" y="1437108"/>
                    </a:moveTo>
                    <a:lnTo>
                      <a:pt x="3977387" y="1502754"/>
                    </a:lnTo>
                    <a:lnTo>
                      <a:pt x="4075483" y="1502754"/>
                    </a:lnTo>
                    <a:lnTo>
                      <a:pt x="4075483" y="1437108"/>
                    </a:lnTo>
                    <a:close/>
                    <a:moveTo>
                      <a:pt x="3793786" y="1437108"/>
                    </a:moveTo>
                    <a:lnTo>
                      <a:pt x="3793786" y="1502754"/>
                    </a:lnTo>
                    <a:lnTo>
                      <a:pt x="3891882" y="1502754"/>
                    </a:lnTo>
                    <a:lnTo>
                      <a:pt x="3891882" y="1437108"/>
                    </a:lnTo>
                    <a:close/>
                    <a:moveTo>
                      <a:pt x="3610186" y="1437108"/>
                    </a:moveTo>
                    <a:lnTo>
                      <a:pt x="3610186" y="1502754"/>
                    </a:lnTo>
                    <a:lnTo>
                      <a:pt x="3708282" y="1502754"/>
                    </a:lnTo>
                    <a:lnTo>
                      <a:pt x="3708282" y="1437108"/>
                    </a:lnTo>
                    <a:close/>
                    <a:moveTo>
                      <a:pt x="3413613" y="1437108"/>
                    </a:moveTo>
                    <a:lnTo>
                      <a:pt x="3413613" y="1502754"/>
                    </a:lnTo>
                    <a:lnTo>
                      <a:pt x="3511709" y="1502754"/>
                    </a:lnTo>
                    <a:lnTo>
                      <a:pt x="3511709" y="1437108"/>
                    </a:lnTo>
                    <a:close/>
                    <a:moveTo>
                      <a:pt x="3230013" y="1437108"/>
                    </a:moveTo>
                    <a:lnTo>
                      <a:pt x="3230013" y="1502754"/>
                    </a:lnTo>
                    <a:lnTo>
                      <a:pt x="3328109" y="1502754"/>
                    </a:lnTo>
                    <a:lnTo>
                      <a:pt x="3328109" y="1437108"/>
                    </a:lnTo>
                    <a:close/>
                    <a:moveTo>
                      <a:pt x="3051754" y="1437108"/>
                    </a:moveTo>
                    <a:lnTo>
                      <a:pt x="3051754" y="1502754"/>
                    </a:lnTo>
                    <a:lnTo>
                      <a:pt x="3149850" y="1502754"/>
                    </a:lnTo>
                    <a:lnTo>
                      <a:pt x="3149850" y="1437108"/>
                    </a:lnTo>
                    <a:close/>
                    <a:moveTo>
                      <a:pt x="2868153" y="1437108"/>
                    </a:moveTo>
                    <a:lnTo>
                      <a:pt x="2868153" y="1502754"/>
                    </a:lnTo>
                    <a:lnTo>
                      <a:pt x="2966249" y="1502754"/>
                    </a:lnTo>
                    <a:lnTo>
                      <a:pt x="2966249" y="1437108"/>
                    </a:lnTo>
                    <a:close/>
                    <a:moveTo>
                      <a:pt x="2684553" y="1437108"/>
                    </a:moveTo>
                    <a:lnTo>
                      <a:pt x="2684553" y="1502754"/>
                    </a:lnTo>
                    <a:lnTo>
                      <a:pt x="2782649" y="1502754"/>
                    </a:lnTo>
                    <a:lnTo>
                      <a:pt x="2782649" y="1437108"/>
                    </a:lnTo>
                    <a:close/>
                    <a:moveTo>
                      <a:pt x="1818380" y="1377680"/>
                    </a:moveTo>
                    <a:lnTo>
                      <a:pt x="1818380" y="1450750"/>
                    </a:lnTo>
                    <a:lnTo>
                      <a:pt x="1916476" y="1450750"/>
                    </a:lnTo>
                    <a:lnTo>
                      <a:pt x="1916476" y="1377680"/>
                    </a:lnTo>
                    <a:close/>
                    <a:moveTo>
                      <a:pt x="1634779" y="1377680"/>
                    </a:moveTo>
                    <a:lnTo>
                      <a:pt x="1634779" y="1450750"/>
                    </a:lnTo>
                    <a:lnTo>
                      <a:pt x="1732875" y="1450750"/>
                    </a:lnTo>
                    <a:lnTo>
                      <a:pt x="1732875" y="1377680"/>
                    </a:lnTo>
                    <a:close/>
                    <a:moveTo>
                      <a:pt x="1451179" y="1377680"/>
                    </a:moveTo>
                    <a:lnTo>
                      <a:pt x="1451179" y="1450750"/>
                    </a:lnTo>
                    <a:lnTo>
                      <a:pt x="1549275" y="1450750"/>
                    </a:lnTo>
                    <a:lnTo>
                      <a:pt x="1549275" y="1377680"/>
                    </a:lnTo>
                    <a:close/>
                    <a:moveTo>
                      <a:pt x="1818380" y="1226067"/>
                    </a:moveTo>
                    <a:lnTo>
                      <a:pt x="1818380" y="1299137"/>
                    </a:lnTo>
                    <a:lnTo>
                      <a:pt x="1916476" y="1299137"/>
                    </a:lnTo>
                    <a:lnTo>
                      <a:pt x="1916476" y="1226067"/>
                    </a:lnTo>
                    <a:close/>
                    <a:moveTo>
                      <a:pt x="1634779" y="1226067"/>
                    </a:moveTo>
                    <a:lnTo>
                      <a:pt x="1634779" y="1299137"/>
                    </a:lnTo>
                    <a:lnTo>
                      <a:pt x="1732875" y="1299137"/>
                    </a:lnTo>
                    <a:lnTo>
                      <a:pt x="1732875" y="1226067"/>
                    </a:lnTo>
                    <a:close/>
                    <a:moveTo>
                      <a:pt x="1451179" y="1226067"/>
                    </a:moveTo>
                    <a:lnTo>
                      <a:pt x="1451179" y="1299137"/>
                    </a:lnTo>
                    <a:lnTo>
                      <a:pt x="1549275" y="1299137"/>
                    </a:lnTo>
                    <a:lnTo>
                      <a:pt x="1549275" y="1226067"/>
                    </a:lnTo>
                    <a:close/>
                    <a:moveTo>
                      <a:pt x="403424" y="1142989"/>
                    </a:moveTo>
                    <a:cubicBezTo>
                      <a:pt x="373157" y="1142989"/>
                      <a:pt x="348620" y="1167526"/>
                      <a:pt x="348620" y="1197793"/>
                    </a:cubicBezTo>
                    <a:lnTo>
                      <a:pt x="348620" y="2081959"/>
                    </a:lnTo>
                    <a:lnTo>
                      <a:pt x="458227" y="2081959"/>
                    </a:lnTo>
                    <a:cubicBezTo>
                      <a:pt x="458227" y="1787237"/>
                      <a:pt x="458228" y="1492515"/>
                      <a:pt x="458228" y="1197793"/>
                    </a:cubicBezTo>
                    <a:cubicBezTo>
                      <a:pt x="458228" y="1167526"/>
                      <a:pt x="433691" y="1142989"/>
                      <a:pt x="403424" y="1142989"/>
                    </a:cubicBezTo>
                    <a:close/>
                    <a:moveTo>
                      <a:pt x="169200" y="1139285"/>
                    </a:moveTo>
                    <a:cubicBezTo>
                      <a:pt x="138933" y="1139285"/>
                      <a:pt x="114396" y="1163822"/>
                      <a:pt x="114396" y="1194089"/>
                    </a:cubicBezTo>
                    <a:lnTo>
                      <a:pt x="114396" y="2078255"/>
                    </a:lnTo>
                    <a:lnTo>
                      <a:pt x="224003" y="2078255"/>
                    </a:lnTo>
                    <a:cubicBezTo>
                      <a:pt x="224003" y="1783533"/>
                      <a:pt x="224004" y="1488811"/>
                      <a:pt x="224004" y="1194089"/>
                    </a:cubicBezTo>
                    <a:cubicBezTo>
                      <a:pt x="224004" y="1163822"/>
                      <a:pt x="199467" y="1139285"/>
                      <a:pt x="169200" y="1139285"/>
                    </a:cubicBezTo>
                    <a:close/>
                    <a:moveTo>
                      <a:pt x="1818380" y="1074453"/>
                    </a:moveTo>
                    <a:lnTo>
                      <a:pt x="1818380" y="1147523"/>
                    </a:lnTo>
                    <a:lnTo>
                      <a:pt x="1916476" y="1147523"/>
                    </a:lnTo>
                    <a:lnTo>
                      <a:pt x="1916476" y="1074453"/>
                    </a:lnTo>
                    <a:close/>
                    <a:moveTo>
                      <a:pt x="1634779" y="1074453"/>
                    </a:moveTo>
                    <a:lnTo>
                      <a:pt x="1634779" y="1147523"/>
                    </a:lnTo>
                    <a:lnTo>
                      <a:pt x="1732875" y="1147523"/>
                    </a:lnTo>
                    <a:lnTo>
                      <a:pt x="1732875" y="1074453"/>
                    </a:lnTo>
                    <a:close/>
                    <a:moveTo>
                      <a:pt x="1451179" y="1074453"/>
                    </a:moveTo>
                    <a:lnTo>
                      <a:pt x="1451179" y="1147523"/>
                    </a:lnTo>
                    <a:lnTo>
                      <a:pt x="1549275" y="1147523"/>
                    </a:lnTo>
                    <a:lnTo>
                      <a:pt x="1549275" y="1074453"/>
                    </a:lnTo>
                    <a:close/>
                    <a:moveTo>
                      <a:pt x="1254606" y="1074453"/>
                    </a:moveTo>
                    <a:lnTo>
                      <a:pt x="1254606" y="1147523"/>
                    </a:lnTo>
                    <a:lnTo>
                      <a:pt x="1352702" y="1147523"/>
                    </a:lnTo>
                    <a:lnTo>
                      <a:pt x="1352702" y="1074453"/>
                    </a:lnTo>
                    <a:close/>
                    <a:moveTo>
                      <a:pt x="1071005" y="1074453"/>
                    </a:moveTo>
                    <a:lnTo>
                      <a:pt x="1071005" y="1147523"/>
                    </a:lnTo>
                    <a:lnTo>
                      <a:pt x="1169101" y="1147523"/>
                    </a:lnTo>
                    <a:lnTo>
                      <a:pt x="1169101" y="1074453"/>
                    </a:lnTo>
                    <a:close/>
                    <a:moveTo>
                      <a:pt x="887405" y="1074453"/>
                    </a:moveTo>
                    <a:lnTo>
                      <a:pt x="887405" y="1147523"/>
                    </a:lnTo>
                    <a:lnTo>
                      <a:pt x="985501" y="1147523"/>
                    </a:lnTo>
                    <a:lnTo>
                      <a:pt x="985501" y="1074453"/>
                    </a:lnTo>
                    <a:close/>
                    <a:moveTo>
                      <a:pt x="726849" y="1074453"/>
                    </a:moveTo>
                    <a:lnTo>
                      <a:pt x="726849" y="1147523"/>
                    </a:lnTo>
                    <a:lnTo>
                      <a:pt x="824945" y="1147523"/>
                    </a:lnTo>
                    <a:lnTo>
                      <a:pt x="824945" y="1074453"/>
                    </a:lnTo>
                    <a:close/>
                    <a:moveTo>
                      <a:pt x="543248" y="1074453"/>
                    </a:moveTo>
                    <a:lnTo>
                      <a:pt x="543248" y="1147523"/>
                    </a:lnTo>
                    <a:lnTo>
                      <a:pt x="641344" y="1147523"/>
                    </a:lnTo>
                    <a:lnTo>
                      <a:pt x="641344" y="1074453"/>
                    </a:lnTo>
                    <a:close/>
                    <a:moveTo>
                      <a:pt x="3065554" y="331011"/>
                    </a:moveTo>
                    <a:lnTo>
                      <a:pt x="3065554" y="465308"/>
                    </a:lnTo>
                    <a:lnTo>
                      <a:pt x="3086674" y="468502"/>
                    </a:lnTo>
                    <a:cubicBezTo>
                      <a:pt x="3133539" y="483078"/>
                      <a:pt x="3171517" y="517827"/>
                      <a:pt x="3190451" y="562591"/>
                    </a:cubicBezTo>
                    <a:lnTo>
                      <a:pt x="3200815" y="613926"/>
                    </a:lnTo>
                    <a:lnTo>
                      <a:pt x="3203518" y="613926"/>
                    </a:lnTo>
                    <a:lnTo>
                      <a:pt x="3203518" y="627317"/>
                    </a:lnTo>
                    <a:lnTo>
                      <a:pt x="3203519" y="627321"/>
                    </a:lnTo>
                    <a:lnTo>
                      <a:pt x="3203518" y="1063497"/>
                    </a:lnTo>
                    <a:lnTo>
                      <a:pt x="3310645" y="1063497"/>
                    </a:lnTo>
                    <a:lnTo>
                      <a:pt x="3310645" y="627216"/>
                    </a:lnTo>
                    <a:cubicBezTo>
                      <a:pt x="3310645" y="558334"/>
                      <a:pt x="3352525" y="499233"/>
                      <a:pt x="3412211" y="473988"/>
                    </a:cubicBezTo>
                    <a:lnTo>
                      <a:pt x="3465439" y="463242"/>
                    </a:lnTo>
                    <a:lnTo>
                      <a:pt x="3465439" y="331011"/>
                    </a:lnTo>
                    <a:close/>
                    <a:moveTo>
                      <a:pt x="2812855" y="331011"/>
                    </a:moveTo>
                    <a:lnTo>
                      <a:pt x="2812855" y="1063497"/>
                    </a:lnTo>
                    <a:lnTo>
                      <a:pt x="2870927" y="1063497"/>
                    </a:lnTo>
                    <a:lnTo>
                      <a:pt x="2870927" y="627321"/>
                    </a:lnTo>
                    <a:cubicBezTo>
                      <a:pt x="2870927" y="558439"/>
                      <a:pt x="2912807" y="499339"/>
                      <a:pt x="2972493" y="474094"/>
                    </a:cubicBezTo>
                    <a:lnTo>
                      <a:pt x="3023955" y="463704"/>
                    </a:lnTo>
                    <a:lnTo>
                      <a:pt x="3023955" y="331011"/>
                    </a:lnTo>
                    <a:close/>
                    <a:moveTo>
                      <a:pt x="2711332" y="0"/>
                    </a:moveTo>
                    <a:lnTo>
                      <a:pt x="2812855" y="0"/>
                    </a:lnTo>
                    <a:lnTo>
                      <a:pt x="2812855" y="1"/>
                    </a:lnTo>
                    <a:lnTo>
                      <a:pt x="2812855" y="150699"/>
                    </a:lnTo>
                    <a:lnTo>
                      <a:pt x="2812855" y="150703"/>
                    </a:lnTo>
                    <a:lnTo>
                      <a:pt x="2812855" y="185573"/>
                    </a:lnTo>
                    <a:lnTo>
                      <a:pt x="2812855" y="268612"/>
                    </a:lnTo>
                    <a:lnTo>
                      <a:pt x="3465439" y="268612"/>
                    </a:lnTo>
                    <a:lnTo>
                      <a:pt x="3465439" y="268180"/>
                    </a:lnTo>
                    <a:lnTo>
                      <a:pt x="3507038" y="268180"/>
                    </a:lnTo>
                    <a:lnTo>
                      <a:pt x="3507038" y="466997"/>
                    </a:lnTo>
                    <a:lnTo>
                      <a:pt x="3541671" y="473988"/>
                    </a:lnTo>
                    <a:cubicBezTo>
                      <a:pt x="3586436" y="492922"/>
                      <a:pt x="3621184" y="530900"/>
                      <a:pt x="3635761" y="577765"/>
                    </a:cubicBezTo>
                    <a:lnTo>
                      <a:pt x="3641212" y="613821"/>
                    </a:lnTo>
                    <a:lnTo>
                      <a:pt x="3643236" y="613821"/>
                    </a:lnTo>
                    <a:lnTo>
                      <a:pt x="3643236" y="627210"/>
                    </a:lnTo>
                    <a:lnTo>
                      <a:pt x="3643237" y="627216"/>
                    </a:lnTo>
                    <a:lnTo>
                      <a:pt x="3643236" y="1063497"/>
                    </a:lnTo>
                    <a:lnTo>
                      <a:pt x="4190656" y="1063497"/>
                    </a:lnTo>
                    <a:lnTo>
                      <a:pt x="4190656" y="1184656"/>
                    </a:lnTo>
                    <a:lnTo>
                      <a:pt x="4190656" y="1530190"/>
                    </a:lnTo>
                    <a:lnTo>
                      <a:pt x="4190656" y="2078653"/>
                    </a:lnTo>
                    <a:lnTo>
                      <a:pt x="4190656" y="2082019"/>
                    </a:lnTo>
                    <a:lnTo>
                      <a:pt x="2526770" y="2082019"/>
                    </a:lnTo>
                    <a:lnTo>
                      <a:pt x="2526681" y="2082019"/>
                    </a:lnTo>
                    <a:lnTo>
                      <a:pt x="2449297" y="2082019"/>
                    </a:lnTo>
                    <a:lnTo>
                      <a:pt x="2449297" y="1864776"/>
                    </a:lnTo>
                    <a:lnTo>
                      <a:pt x="2354647" y="1864776"/>
                    </a:lnTo>
                    <a:lnTo>
                      <a:pt x="2354647" y="2082019"/>
                    </a:lnTo>
                    <a:lnTo>
                      <a:pt x="2277173" y="2082019"/>
                    </a:lnTo>
                    <a:lnTo>
                      <a:pt x="2277173" y="2082018"/>
                    </a:lnTo>
                    <a:lnTo>
                      <a:pt x="2190902" y="2082018"/>
                    </a:lnTo>
                    <a:lnTo>
                      <a:pt x="2190902" y="1864776"/>
                    </a:lnTo>
                    <a:lnTo>
                      <a:pt x="2096252" y="1864776"/>
                    </a:lnTo>
                    <a:lnTo>
                      <a:pt x="2096252" y="2082018"/>
                    </a:lnTo>
                    <a:lnTo>
                      <a:pt x="2028518" y="2082018"/>
                    </a:lnTo>
                    <a:lnTo>
                      <a:pt x="2028518" y="2083613"/>
                    </a:lnTo>
                    <a:lnTo>
                      <a:pt x="0" y="2083613"/>
                    </a:lnTo>
                    <a:lnTo>
                      <a:pt x="0" y="954650"/>
                    </a:lnTo>
                    <a:lnTo>
                      <a:pt x="525663" y="643073"/>
                    </a:lnTo>
                    <a:lnTo>
                      <a:pt x="525663" y="940002"/>
                    </a:lnTo>
                    <a:lnTo>
                      <a:pt x="1026614" y="643073"/>
                    </a:lnTo>
                    <a:lnTo>
                      <a:pt x="1026614" y="940003"/>
                    </a:lnTo>
                    <a:lnTo>
                      <a:pt x="1527566" y="643073"/>
                    </a:lnTo>
                    <a:lnTo>
                      <a:pt x="1527566" y="940003"/>
                    </a:lnTo>
                    <a:lnTo>
                      <a:pt x="2028518" y="643073"/>
                    </a:lnTo>
                    <a:lnTo>
                      <a:pt x="2028518" y="954650"/>
                    </a:lnTo>
                    <a:lnTo>
                      <a:pt x="2028518" y="957207"/>
                    </a:lnTo>
                    <a:lnTo>
                      <a:pt x="2119418" y="957207"/>
                    </a:lnTo>
                    <a:lnTo>
                      <a:pt x="2119418" y="351653"/>
                    </a:lnTo>
                    <a:lnTo>
                      <a:pt x="2119417" y="351653"/>
                    </a:lnTo>
                    <a:lnTo>
                      <a:pt x="2119417" y="185571"/>
                    </a:lnTo>
                    <a:lnTo>
                      <a:pt x="2265014" y="185571"/>
                    </a:lnTo>
                    <a:lnTo>
                      <a:pt x="2410612" y="185571"/>
                    </a:lnTo>
                    <a:lnTo>
                      <a:pt x="2410613" y="185571"/>
                    </a:lnTo>
                    <a:lnTo>
                      <a:pt x="2410613" y="337527"/>
                    </a:lnTo>
                    <a:lnTo>
                      <a:pt x="2410614" y="337527"/>
                    </a:lnTo>
                    <a:lnTo>
                      <a:pt x="2410614" y="337530"/>
                    </a:lnTo>
                    <a:lnTo>
                      <a:pt x="2410614" y="955499"/>
                    </a:lnTo>
                    <a:lnTo>
                      <a:pt x="2526770" y="955499"/>
                    </a:lnTo>
                    <a:lnTo>
                      <a:pt x="2526770" y="956944"/>
                    </a:lnTo>
                    <a:lnTo>
                      <a:pt x="2526770" y="1063497"/>
                    </a:lnTo>
                    <a:lnTo>
                      <a:pt x="2619542" y="1063497"/>
                    </a:lnTo>
                    <a:lnTo>
                      <a:pt x="2619542" y="185573"/>
                    </a:lnTo>
                    <a:lnTo>
                      <a:pt x="2619542" y="150703"/>
                    </a:lnTo>
                    <a:lnTo>
                      <a:pt x="2619542" y="1"/>
                    </a:lnTo>
                    <a:lnTo>
                      <a:pt x="27113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en-US"/>
              </a:p>
            </p:txBody>
          </p:sp>
          <p:sp>
            <p:nvSpPr>
              <p:cNvPr id="128" name="Freeform: Shape 5"/>
              <p:cNvSpPr/>
              <p:nvPr/>
            </p:nvSpPr>
            <p:spPr>
              <a:xfrm>
                <a:off x="6202506" y="1386078"/>
                <a:ext cx="1303698" cy="1355913"/>
              </a:xfrm>
              <a:custGeom>
                <a:avLst/>
                <a:gdLst>
                  <a:gd name="connsiteX0" fmla="*/ 91855 w 1303698"/>
                  <a:gd name="connsiteY0" fmla="*/ 1312553 h 1355913"/>
                  <a:gd name="connsiteX1" fmla="*/ 91855 w 1303698"/>
                  <a:gd name="connsiteY1" fmla="*/ 1330841 h 1355913"/>
                  <a:gd name="connsiteX2" fmla="*/ 274735 w 1303698"/>
                  <a:gd name="connsiteY2" fmla="*/ 1330841 h 1355913"/>
                  <a:gd name="connsiteX3" fmla="*/ 274735 w 1303698"/>
                  <a:gd name="connsiteY3" fmla="*/ 1312553 h 1355913"/>
                  <a:gd name="connsiteX4" fmla="*/ 91855 w 1303698"/>
                  <a:gd name="connsiteY4" fmla="*/ 1284733 h 1355913"/>
                  <a:gd name="connsiteX5" fmla="*/ 91855 w 1303698"/>
                  <a:gd name="connsiteY5" fmla="*/ 1303021 h 1355913"/>
                  <a:gd name="connsiteX6" fmla="*/ 274735 w 1303698"/>
                  <a:gd name="connsiteY6" fmla="*/ 1303021 h 1355913"/>
                  <a:gd name="connsiteX7" fmla="*/ 274735 w 1303698"/>
                  <a:gd name="connsiteY7" fmla="*/ 1284733 h 1355913"/>
                  <a:gd name="connsiteX8" fmla="*/ 91855 w 1303698"/>
                  <a:gd name="connsiteY8" fmla="*/ 1256914 h 1355913"/>
                  <a:gd name="connsiteX9" fmla="*/ 91855 w 1303698"/>
                  <a:gd name="connsiteY9" fmla="*/ 1275202 h 1355913"/>
                  <a:gd name="connsiteX10" fmla="*/ 274735 w 1303698"/>
                  <a:gd name="connsiteY10" fmla="*/ 1275202 h 1355913"/>
                  <a:gd name="connsiteX11" fmla="*/ 274735 w 1303698"/>
                  <a:gd name="connsiteY11" fmla="*/ 1256914 h 1355913"/>
                  <a:gd name="connsiteX12" fmla="*/ 91855 w 1303698"/>
                  <a:gd name="connsiteY12" fmla="*/ 1229095 h 1355913"/>
                  <a:gd name="connsiteX13" fmla="*/ 91855 w 1303698"/>
                  <a:gd name="connsiteY13" fmla="*/ 1247383 h 1355913"/>
                  <a:gd name="connsiteX14" fmla="*/ 274735 w 1303698"/>
                  <a:gd name="connsiteY14" fmla="*/ 1247383 h 1355913"/>
                  <a:gd name="connsiteX15" fmla="*/ 274735 w 1303698"/>
                  <a:gd name="connsiteY15" fmla="*/ 1229095 h 1355913"/>
                  <a:gd name="connsiteX16" fmla="*/ 550507 w 1303698"/>
                  <a:gd name="connsiteY16" fmla="*/ 1139433 h 1355913"/>
                  <a:gd name="connsiteX17" fmla="*/ 550507 w 1303698"/>
                  <a:gd name="connsiteY17" fmla="*/ 1176009 h 1355913"/>
                  <a:gd name="connsiteX18" fmla="*/ 596469 w 1303698"/>
                  <a:gd name="connsiteY18" fmla="*/ 1176009 h 1355913"/>
                  <a:gd name="connsiteX19" fmla="*/ 596469 w 1303698"/>
                  <a:gd name="connsiteY19" fmla="*/ 1139433 h 1355913"/>
                  <a:gd name="connsiteX20" fmla="*/ 474065 w 1303698"/>
                  <a:gd name="connsiteY20" fmla="*/ 1139433 h 1355913"/>
                  <a:gd name="connsiteX21" fmla="*/ 474065 w 1303698"/>
                  <a:gd name="connsiteY21" fmla="*/ 1176009 h 1355913"/>
                  <a:gd name="connsiteX22" fmla="*/ 520027 w 1303698"/>
                  <a:gd name="connsiteY22" fmla="*/ 1176009 h 1355913"/>
                  <a:gd name="connsiteX23" fmla="*/ 520027 w 1303698"/>
                  <a:gd name="connsiteY23" fmla="*/ 1139433 h 1355913"/>
                  <a:gd name="connsiteX24" fmla="*/ 397623 w 1303698"/>
                  <a:gd name="connsiteY24" fmla="*/ 1139433 h 1355913"/>
                  <a:gd name="connsiteX25" fmla="*/ 397623 w 1303698"/>
                  <a:gd name="connsiteY25" fmla="*/ 1176009 h 1355913"/>
                  <a:gd name="connsiteX26" fmla="*/ 443585 w 1303698"/>
                  <a:gd name="connsiteY26" fmla="*/ 1176009 h 1355913"/>
                  <a:gd name="connsiteX27" fmla="*/ 443585 w 1303698"/>
                  <a:gd name="connsiteY27" fmla="*/ 1139433 h 1355913"/>
                  <a:gd name="connsiteX28" fmla="*/ 321181 w 1303698"/>
                  <a:gd name="connsiteY28" fmla="*/ 1139433 h 1355913"/>
                  <a:gd name="connsiteX29" fmla="*/ 321181 w 1303698"/>
                  <a:gd name="connsiteY29" fmla="*/ 1176009 h 1355913"/>
                  <a:gd name="connsiteX30" fmla="*/ 367143 w 1303698"/>
                  <a:gd name="connsiteY30" fmla="*/ 1176009 h 1355913"/>
                  <a:gd name="connsiteX31" fmla="*/ 367143 w 1303698"/>
                  <a:gd name="connsiteY31" fmla="*/ 1139433 h 1355913"/>
                  <a:gd name="connsiteX32" fmla="*/ 244739 w 1303698"/>
                  <a:gd name="connsiteY32" fmla="*/ 1139433 h 1355913"/>
                  <a:gd name="connsiteX33" fmla="*/ 244739 w 1303698"/>
                  <a:gd name="connsiteY33" fmla="*/ 1176009 h 1355913"/>
                  <a:gd name="connsiteX34" fmla="*/ 290701 w 1303698"/>
                  <a:gd name="connsiteY34" fmla="*/ 1176009 h 1355913"/>
                  <a:gd name="connsiteX35" fmla="*/ 290701 w 1303698"/>
                  <a:gd name="connsiteY35" fmla="*/ 1139433 h 1355913"/>
                  <a:gd name="connsiteX36" fmla="*/ 168297 w 1303698"/>
                  <a:gd name="connsiteY36" fmla="*/ 1139433 h 1355913"/>
                  <a:gd name="connsiteX37" fmla="*/ 168297 w 1303698"/>
                  <a:gd name="connsiteY37" fmla="*/ 1176009 h 1355913"/>
                  <a:gd name="connsiteX38" fmla="*/ 214259 w 1303698"/>
                  <a:gd name="connsiteY38" fmla="*/ 1176009 h 1355913"/>
                  <a:gd name="connsiteX39" fmla="*/ 214259 w 1303698"/>
                  <a:gd name="connsiteY39" fmla="*/ 1139433 h 1355913"/>
                  <a:gd name="connsiteX40" fmla="*/ 91855 w 1303698"/>
                  <a:gd name="connsiteY40" fmla="*/ 1139433 h 1355913"/>
                  <a:gd name="connsiteX41" fmla="*/ 91855 w 1303698"/>
                  <a:gd name="connsiteY41" fmla="*/ 1176009 h 1355913"/>
                  <a:gd name="connsiteX42" fmla="*/ 137817 w 1303698"/>
                  <a:gd name="connsiteY42" fmla="*/ 1176009 h 1355913"/>
                  <a:gd name="connsiteX43" fmla="*/ 137817 w 1303698"/>
                  <a:gd name="connsiteY43" fmla="*/ 1139433 h 1355913"/>
                  <a:gd name="connsiteX44" fmla="*/ 550507 w 1303698"/>
                  <a:gd name="connsiteY44" fmla="*/ 1066462 h 1355913"/>
                  <a:gd name="connsiteX45" fmla="*/ 550507 w 1303698"/>
                  <a:gd name="connsiteY45" fmla="*/ 1103038 h 1355913"/>
                  <a:gd name="connsiteX46" fmla="*/ 596469 w 1303698"/>
                  <a:gd name="connsiteY46" fmla="*/ 1103038 h 1355913"/>
                  <a:gd name="connsiteX47" fmla="*/ 596469 w 1303698"/>
                  <a:gd name="connsiteY47" fmla="*/ 1066462 h 1355913"/>
                  <a:gd name="connsiteX48" fmla="*/ 474065 w 1303698"/>
                  <a:gd name="connsiteY48" fmla="*/ 1066462 h 1355913"/>
                  <a:gd name="connsiteX49" fmla="*/ 474065 w 1303698"/>
                  <a:gd name="connsiteY49" fmla="*/ 1103038 h 1355913"/>
                  <a:gd name="connsiteX50" fmla="*/ 520027 w 1303698"/>
                  <a:gd name="connsiteY50" fmla="*/ 1103038 h 1355913"/>
                  <a:gd name="connsiteX51" fmla="*/ 520027 w 1303698"/>
                  <a:gd name="connsiteY51" fmla="*/ 1066462 h 1355913"/>
                  <a:gd name="connsiteX52" fmla="*/ 397623 w 1303698"/>
                  <a:gd name="connsiteY52" fmla="*/ 1066462 h 1355913"/>
                  <a:gd name="connsiteX53" fmla="*/ 397623 w 1303698"/>
                  <a:gd name="connsiteY53" fmla="*/ 1103038 h 1355913"/>
                  <a:gd name="connsiteX54" fmla="*/ 443585 w 1303698"/>
                  <a:gd name="connsiteY54" fmla="*/ 1103038 h 1355913"/>
                  <a:gd name="connsiteX55" fmla="*/ 443585 w 1303698"/>
                  <a:gd name="connsiteY55" fmla="*/ 1066462 h 1355913"/>
                  <a:gd name="connsiteX56" fmla="*/ 321181 w 1303698"/>
                  <a:gd name="connsiteY56" fmla="*/ 1066462 h 1355913"/>
                  <a:gd name="connsiteX57" fmla="*/ 321181 w 1303698"/>
                  <a:gd name="connsiteY57" fmla="*/ 1103038 h 1355913"/>
                  <a:gd name="connsiteX58" fmla="*/ 367143 w 1303698"/>
                  <a:gd name="connsiteY58" fmla="*/ 1103038 h 1355913"/>
                  <a:gd name="connsiteX59" fmla="*/ 367143 w 1303698"/>
                  <a:gd name="connsiteY59" fmla="*/ 1066462 h 1355913"/>
                  <a:gd name="connsiteX60" fmla="*/ 244739 w 1303698"/>
                  <a:gd name="connsiteY60" fmla="*/ 1066462 h 1355913"/>
                  <a:gd name="connsiteX61" fmla="*/ 244739 w 1303698"/>
                  <a:gd name="connsiteY61" fmla="*/ 1103038 h 1355913"/>
                  <a:gd name="connsiteX62" fmla="*/ 290701 w 1303698"/>
                  <a:gd name="connsiteY62" fmla="*/ 1103038 h 1355913"/>
                  <a:gd name="connsiteX63" fmla="*/ 290701 w 1303698"/>
                  <a:gd name="connsiteY63" fmla="*/ 1066462 h 1355913"/>
                  <a:gd name="connsiteX64" fmla="*/ 168297 w 1303698"/>
                  <a:gd name="connsiteY64" fmla="*/ 1066462 h 1355913"/>
                  <a:gd name="connsiteX65" fmla="*/ 168297 w 1303698"/>
                  <a:gd name="connsiteY65" fmla="*/ 1103038 h 1355913"/>
                  <a:gd name="connsiteX66" fmla="*/ 214259 w 1303698"/>
                  <a:gd name="connsiteY66" fmla="*/ 1103038 h 1355913"/>
                  <a:gd name="connsiteX67" fmla="*/ 214259 w 1303698"/>
                  <a:gd name="connsiteY67" fmla="*/ 1066462 h 1355913"/>
                  <a:gd name="connsiteX68" fmla="*/ 91855 w 1303698"/>
                  <a:gd name="connsiteY68" fmla="*/ 1066462 h 1355913"/>
                  <a:gd name="connsiteX69" fmla="*/ 91855 w 1303698"/>
                  <a:gd name="connsiteY69" fmla="*/ 1103038 h 1355913"/>
                  <a:gd name="connsiteX70" fmla="*/ 137817 w 1303698"/>
                  <a:gd name="connsiteY70" fmla="*/ 1103038 h 1355913"/>
                  <a:gd name="connsiteX71" fmla="*/ 137817 w 1303698"/>
                  <a:gd name="connsiteY71" fmla="*/ 1066462 h 1355913"/>
                  <a:gd name="connsiteX72" fmla="*/ 406719 w 1303698"/>
                  <a:gd name="connsiteY72" fmla="*/ 768369 h 1355913"/>
                  <a:gd name="connsiteX73" fmla="*/ 392429 w 1303698"/>
                  <a:gd name="connsiteY73" fmla="*/ 781560 h 1355913"/>
                  <a:gd name="connsiteX74" fmla="*/ 391879 w 1303698"/>
                  <a:gd name="connsiteY74" fmla="*/ 942049 h 1355913"/>
                  <a:gd name="connsiteX75" fmla="*/ 405620 w 1303698"/>
                  <a:gd name="connsiteY75" fmla="*/ 956339 h 1355913"/>
                  <a:gd name="connsiteX76" fmla="*/ 419360 w 1303698"/>
                  <a:gd name="connsiteY76" fmla="*/ 942049 h 1355913"/>
                  <a:gd name="connsiteX77" fmla="*/ 419360 w 1303698"/>
                  <a:gd name="connsiteY77" fmla="*/ 863453 h 1355913"/>
                  <a:gd name="connsiteX78" fmla="*/ 419360 w 1303698"/>
                  <a:gd name="connsiteY78" fmla="*/ 782110 h 1355913"/>
                  <a:gd name="connsiteX79" fmla="*/ 406719 w 1303698"/>
                  <a:gd name="connsiteY79" fmla="*/ 768369 h 1355913"/>
                  <a:gd name="connsiteX80" fmla="*/ 555116 w 1303698"/>
                  <a:gd name="connsiteY80" fmla="*/ 723300 h 1355913"/>
                  <a:gd name="connsiteX81" fmla="*/ 544674 w 1303698"/>
                  <a:gd name="connsiteY81" fmla="*/ 734842 h 1355913"/>
                  <a:gd name="connsiteX82" fmla="*/ 545223 w 1303698"/>
                  <a:gd name="connsiteY82" fmla="*/ 944797 h 1355913"/>
                  <a:gd name="connsiteX83" fmla="*/ 556765 w 1303698"/>
                  <a:gd name="connsiteY83" fmla="*/ 956339 h 1355913"/>
                  <a:gd name="connsiteX84" fmla="*/ 600185 w 1303698"/>
                  <a:gd name="connsiteY84" fmla="*/ 956339 h 1355913"/>
                  <a:gd name="connsiteX85" fmla="*/ 615025 w 1303698"/>
                  <a:gd name="connsiteY85" fmla="*/ 941499 h 1355913"/>
                  <a:gd name="connsiteX86" fmla="*/ 615025 w 1303698"/>
                  <a:gd name="connsiteY86" fmla="*/ 866751 h 1355913"/>
                  <a:gd name="connsiteX87" fmla="*/ 621071 w 1303698"/>
                  <a:gd name="connsiteY87" fmla="*/ 853010 h 1355913"/>
                  <a:gd name="connsiteX88" fmla="*/ 637559 w 1303698"/>
                  <a:gd name="connsiteY88" fmla="*/ 827728 h 1355913"/>
                  <a:gd name="connsiteX89" fmla="*/ 625468 w 1303698"/>
                  <a:gd name="connsiteY89" fmla="*/ 816735 h 1355913"/>
                  <a:gd name="connsiteX90" fmla="*/ 585895 w 1303698"/>
                  <a:gd name="connsiteY90" fmla="*/ 816735 h 1355913"/>
                  <a:gd name="connsiteX91" fmla="*/ 567208 w 1303698"/>
                  <a:gd name="connsiteY91" fmla="*/ 798598 h 1355913"/>
                  <a:gd name="connsiteX92" fmla="*/ 567208 w 1303698"/>
                  <a:gd name="connsiteY92" fmla="*/ 767819 h 1355913"/>
                  <a:gd name="connsiteX93" fmla="*/ 566659 w 1303698"/>
                  <a:gd name="connsiteY93" fmla="*/ 767819 h 1355913"/>
                  <a:gd name="connsiteX94" fmla="*/ 566659 w 1303698"/>
                  <a:gd name="connsiteY94" fmla="*/ 735392 h 1355913"/>
                  <a:gd name="connsiteX95" fmla="*/ 555116 w 1303698"/>
                  <a:gd name="connsiteY95" fmla="*/ 723300 h 1355913"/>
                  <a:gd name="connsiteX96" fmla="*/ 509498 w 1303698"/>
                  <a:gd name="connsiteY96" fmla="*/ 565559 h 1355913"/>
                  <a:gd name="connsiteX97" fmla="*/ 495208 w 1303698"/>
                  <a:gd name="connsiteY97" fmla="*/ 572704 h 1355913"/>
                  <a:gd name="connsiteX98" fmla="*/ 502353 w 1303698"/>
                  <a:gd name="connsiteY98" fmla="*/ 601284 h 1355913"/>
                  <a:gd name="connsiteX99" fmla="*/ 545223 w 1303698"/>
                  <a:gd name="connsiteY99" fmla="*/ 674384 h 1355913"/>
                  <a:gd name="connsiteX100" fmla="*/ 571605 w 1303698"/>
                  <a:gd name="connsiteY100" fmla="*/ 702964 h 1355913"/>
                  <a:gd name="connsiteX101" fmla="*/ 578750 w 1303698"/>
                  <a:gd name="connsiteY101" fmla="*/ 703514 h 1355913"/>
                  <a:gd name="connsiteX102" fmla="*/ 588643 w 1303698"/>
                  <a:gd name="connsiteY102" fmla="*/ 715056 h 1355913"/>
                  <a:gd name="connsiteX103" fmla="*/ 588093 w 1303698"/>
                  <a:gd name="connsiteY103" fmla="*/ 767270 h 1355913"/>
                  <a:gd name="connsiteX104" fmla="*/ 613376 w 1303698"/>
                  <a:gd name="connsiteY104" fmla="*/ 794751 h 1355913"/>
                  <a:gd name="connsiteX105" fmla="*/ 617773 w 1303698"/>
                  <a:gd name="connsiteY105" fmla="*/ 795300 h 1355913"/>
                  <a:gd name="connsiteX106" fmla="*/ 637559 w 1303698"/>
                  <a:gd name="connsiteY106" fmla="*/ 783758 h 1355913"/>
                  <a:gd name="connsiteX107" fmla="*/ 620521 w 1303698"/>
                  <a:gd name="connsiteY107" fmla="*/ 754629 h 1355913"/>
                  <a:gd name="connsiteX108" fmla="*/ 597987 w 1303698"/>
                  <a:gd name="connsiteY108" fmla="*/ 731545 h 1355913"/>
                  <a:gd name="connsiteX109" fmla="*/ 597987 w 1303698"/>
                  <a:gd name="connsiteY109" fmla="*/ 656796 h 1355913"/>
                  <a:gd name="connsiteX110" fmla="*/ 597437 w 1303698"/>
                  <a:gd name="connsiteY110" fmla="*/ 656796 h 1355913"/>
                  <a:gd name="connsiteX111" fmla="*/ 597437 w 1303698"/>
                  <a:gd name="connsiteY111" fmla="*/ 580949 h 1355913"/>
                  <a:gd name="connsiteX112" fmla="*/ 582597 w 1303698"/>
                  <a:gd name="connsiteY112" fmla="*/ 565559 h 1355913"/>
                  <a:gd name="connsiteX113" fmla="*/ 509498 w 1303698"/>
                  <a:gd name="connsiteY113" fmla="*/ 565559 h 1355913"/>
                  <a:gd name="connsiteX114" fmla="*/ 1099240 w 1303698"/>
                  <a:gd name="connsiteY114" fmla="*/ 0 h 1355913"/>
                  <a:gd name="connsiteX115" fmla="*/ 1179484 w 1303698"/>
                  <a:gd name="connsiteY115" fmla="*/ 0 h 1355913"/>
                  <a:gd name="connsiteX116" fmla="*/ 1216309 w 1303698"/>
                  <a:gd name="connsiteY116" fmla="*/ 756827 h 1355913"/>
                  <a:gd name="connsiteX117" fmla="*/ 1303698 w 1303698"/>
                  <a:gd name="connsiteY117" fmla="*/ 758476 h 1355913"/>
                  <a:gd name="connsiteX118" fmla="*/ 1301500 w 1303698"/>
                  <a:gd name="connsiteY118" fmla="*/ 1355913 h 1355913"/>
                  <a:gd name="connsiteX119" fmla="*/ 0 w 1303698"/>
                  <a:gd name="connsiteY119" fmla="*/ 1355913 h 1355913"/>
                  <a:gd name="connsiteX120" fmla="*/ 2199 w 1303698"/>
                  <a:gd name="connsiteY120" fmla="*/ 951942 h 1355913"/>
                  <a:gd name="connsiteX121" fmla="*/ 149497 w 1303698"/>
                  <a:gd name="connsiteY121" fmla="*/ 867850 h 1355913"/>
                  <a:gd name="connsiteX122" fmla="*/ 190719 w 1303698"/>
                  <a:gd name="connsiteY122" fmla="*/ 943698 h 1355913"/>
                  <a:gd name="connsiteX123" fmla="*/ 325925 w 1303698"/>
                  <a:gd name="connsiteY123" fmla="*/ 867300 h 1355913"/>
                  <a:gd name="connsiteX124" fmla="*/ 364398 w 1303698"/>
                  <a:gd name="connsiteY124" fmla="*/ 938751 h 1355913"/>
                  <a:gd name="connsiteX125" fmla="*/ 366047 w 1303698"/>
                  <a:gd name="connsiteY125" fmla="*/ 767270 h 1355913"/>
                  <a:gd name="connsiteX126" fmla="*/ 391879 w 1303698"/>
                  <a:gd name="connsiteY126" fmla="*/ 741987 h 1355913"/>
                  <a:gd name="connsiteX127" fmla="*/ 419910 w 1303698"/>
                  <a:gd name="connsiteY127" fmla="*/ 714506 h 1355913"/>
                  <a:gd name="connsiteX128" fmla="*/ 419910 w 1303698"/>
                  <a:gd name="connsiteY128" fmla="*/ 661193 h 1355913"/>
                  <a:gd name="connsiteX129" fmla="*/ 454536 w 1303698"/>
                  <a:gd name="connsiteY129" fmla="*/ 606231 h 1355913"/>
                  <a:gd name="connsiteX130" fmla="*/ 467727 w 1303698"/>
                  <a:gd name="connsiteY130" fmla="*/ 584796 h 1355913"/>
                  <a:gd name="connsiteX131" fmla="*/ 467177 w 1303698"/>
                  <a:gd name="connsiteY131" fmla="*/ 555116 h 1355913"/>
                  <a:gd name="connsiteX132" fmla="*/ 482017 w 1303698"/>
                  <a:gd name="connsiteY132" fmla="*/ 539178 h 1355913"/>
                  <a:gd name="connsiteX133" fmla="*/ 607330 w 1303698"/>
                  <a:gd name="connsiteY133" fmla="*/ 539178 h 1355913"/>
                  <a:gd name="connsiteX134" fmla="*/ 624368 w 1303698"/>
                  <a:gd name="connsiteY134" fmla="*/ 558414 h 1355913"/>
                  <a:gd name="connsiteX135" fmla="*/ 624368 w 1303698"/>
                  <a:gd name="connsiteY135" fmla="*/ 673834 h 1355913"/>
                  <a:gd name="connsiteX136" fmla="*/ 626017 w 1303698"/>
                  <a:gd name="connsiteY136" fmla="*/ 717254 h 1355913"/>
                  <a:gd name="connsiteX137" fmla="*/ 632063 w 1303698"/>
                  <a:gd name="connsiteY137" fmla="*/ 726598 h 1355913"/>
                  <a:gd name="connsiteX138" fmla="*/ 637010 w 1303698"/>
                  <a:gd name="connsiteY138" fmla="*/ 717804 h 1355913"/>
                  <a:gd name="connsiteX139" fmla="*/ 637010 w 1303698"/>
                  <a:gd name="connsiteY139" fmla="*/ 690873 h 1355913"/>
                  <a:gd name="connsiteX140" fmla="*/ 653498 w 1303698"/>
                  <a:gd name="connsiteY140" fmla="*/ 674384 h 1355913"/>
                  <a:gd name="connsiteX141" fmla="*/ 671086 w 1303698"/>
                  <a:gd name="connsiteY141" fmla="*/ 658445 h 1355913"/>
                  <a:gd name="connsiteX142" fmla="*/ 695819 w 1303698"/>
                  <a:gd name="connsiteY142" fmla="*/ 611727 h 1355913"/>
                  <a:gd name="connsiteX143" fmla="*/ 715056 w 1303698"/>
                  <a:gd name="connsiteY143" fmla="*/ 594140 h 1355913"/>
                  <a:gd name="connsiteX144" fmla="*/ 753529 w 1303698"/>
                  <a:gd name="connsiteY144" fmla="*/ 597987 h 1355913"/>
                  <a:gd name="connsiteX145" fmla="*/ 762323 w 1303698"/>
                  <a:gd name="connsiteY145" fmla="*/ 606231 h 1355913"/>
                  <a:gd name="connsiteX146" fmla="*/ 795850 w 1303698"/>
                  <a:gd name="connsiteY146" fmla="*/ 665590 h 1355913"/>
                  <a:gd name="connsiteX147" fmla="*/ 795850 w 1303698"/>
                  <a:gd name="connsiteY147" fmla="*/ 765071 h 1355913"/>
                  <a:gd name="connsiteX148" fmla="*/ 862903 w 1303698"/>
                  <a:gd name="connsiteY148" fmla="*/ 761773 h 1355913"/>
                  <a:gd name="connsiteX149" fmla="*/ 898079 w 1303698"/>
                  <a:gd name="connsiteY149" fmla="*/ 155543 h 1355913"/>
                  <a:gd name="connsiteX150" fmla="*/ 979973 w 1303698"/>
                  <a:gd name="connsiteY150" fmla="*/ 155543 h 1355913"/>
                  <a:gd name="connsiteX151" fmla="*/ 1016797 w 1303698"/>
                  <a:gd name="connsiteY151" fmla="*/ 759026 h 1355913"/>
                  <a:gd name="connsiteX152" fmla="*/ 1063515 w 1303698"/>
                  <a:gd name="connsiteY152" fmla="*/ 757376 h 1355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303698" h="1355913">
                    <a:moveTo>
                      <a:pt x="91855" y="1312553"/>
                    </a:moveTo>
                    <a:lnTo>
                      <a:pt x="91855" y="1330841"/>
                    </a:lnTo>
                    <a:lnTo>
                      <a:pt x="274735" y="1330841"/>
                    </a:lnTo>
                    <a:lnTo>
                      <a:pt x="274735" y="1312553"/>
                    </a:lnTo>
                    <a:close/>
                    <a:moveTo>
                      <a:pt x="91855" y="1284733"/>
                    </a:moveTo>
                    <a:lnTo>
                      <a:pt x="91855" y="1303021"/>
                    </a:lnTo>
                    <a:lnTo>
                      <a:pt x="274735" y="1303021"/>
                    </a:lnTo>
                    <a:lnTo>
                      <a:pt x="274735" y="1284733"/>
                    </a:lnTo>
                    <a:close/>
                    <a:moveTo>
                      <a:pt x="91855" y="1256914"/>
                    </a:moveTo>
                    <a:lnTo>
                      <a:pt x="91855" y="1275202"/>
                    </a:lnTo>
                    <a:lnTo>
                      <a:pt x="274735" y="1275202"/>
                    </a:lnTo>
                    <a:lnTo>
                      <a:pt x="274735" y="1256914"/>
                    </a:lnTo>
                    <a:close/>
                    <a:moveTo>
                      <a:pt x="91855" y="1229095"/>
                    </a:moveTo>
                    <a:lnTo>
                      <a:pt x="91855" y="1247383"/>
                    </a:lnTo>
                    <a:lnTo>
                      <a:pt x="274735" y="1247383"/>
                    </a:lnTo>
                    <a:lnTo>
                      <a:pt x="274735" y="1229095"/>
                    </a:lnTo>
                    <a:close/>
                    <a:moveTo>
                      <a:pt x="550507" y="1139433"/>
                    </a:moveTo>
                    <a:lnTo>
                      <a:pt x="550507" y="1176009"/>
                    </a:lnTo>
                    <a:lnTo>
                      <a:pt x="596469" y="1176009"/>
                    </a:lnTo>
                    <a:lnTo>
                      <a:pt x="596469" y="1139433"/>
                    </a:lnTo>
                    <a:close/>
                    <a:moveTo>
                      <a:pt x="474065" y="1139433"/>
                    </a:moveTo>
                    <a:lnTo>
                      <a:pt x="474065" y="1176009"/>
                    </a:lnTo>
                    <a:lnTo>
                      <a:pt x="520027" y="1176009"/>
                    </a:lnTo>
                    <a:lnTo>
                      <a:pt x="520027" y="1139433"/>
                    </a:lnTo>
                    <a:close/>
                    <a:moveTo>
                      <a:pt x="397623" y="1139433"/>
                    </a:moveTo>
                    <a:lnTo>
                      <a:pt x="397623" y="1176009"/>
                    </a:lnTo>
                    <a:lnTo>
                      <a:pt x="443585" y="1176009"/>
                    </a:lnTo>
                    <a:lnTo>
                      <a:pt x="443585" y="1139433"/>
                    </a:lnTo>
                    <a:close/>
                    <a:moveTo>
                      <a:pt x="321181" y="1139433"/>
                    </a:moveTo>
                    <a:lnTo>
                      <a:pt x="321181" y="1176009"/>
                    </a:lnTo>
                    <a:lnTo>
                      <a:pt x="367143" y="1176009"/>
                    </a:lnTo>
                    <a:lnTo>
                      <a:pt x="367143" y="1139433"/>
                    </a:lnTo>
                    <a:close/>
                    <a:moveTo>
                      <a:pt x="244739" y="1139433"/>
                    </a:moveTo>
                    <a:lnTo>
                      <a:pt x="244739" y="1176009"/>
                    </a:lnTo>
                    <a:lnTo>
                      <a:pt x="290701" y="1176009"/>
                    </a:lnTo>
                    <a:lnTo>
                      <a:pt x="290701" y="1139433"/>
                    </a:lnTo>
                    <a:close/>
                    <a:moveTo>
                      <a:pt x="168297" y="1139433"/>
                    </a:moveTo>
                    <a:lnTo>
                      <a:pt x="168297" y="1176009"/>
                    </a:lnTo>
                    <a:lnTo>
                      <a:pt x="214259" y="1176009"/>
                    </a:lnTo>
                    <a:lnTo>
                      <a:pt x="214259" y="1139433"/>
                    </a:lnTo>
                    <a:close/>
                    <a:moveTo>
                      <a:pt x="91855" y="1139433"/>
                    </a:moveTo>
                    <a:lnTo>
                      <a:pt x="91855" y="1176009"/>
                    </a:lnTo>
                    <a:lnTo>
                      <a:pt x="137817" y="1176009"/>
                    </a:lnTo>
                    <a:lnTo>
                      <a:pt x="137817" y="1139433"/>
                    </a:lnTo>
                    <a:close/>
                    <a:moveTo>
                      <a:pt x="550507" y="1066462"/>
                    </a:moveTo>
                    <a:lnTo>
                      <a:pt x="550507" y="1103038"/>
                    </a:lnTo>
                    <a:lnTo>
                      <a:pt x="596469" y="1103038"/>
                    </a:lnTo>
                    <a:lnTo>
                      <a:pt x="596469" y="1066462"/>
                    </a:lnTo>
                    <a:close/>
                    <a:moveTo>
                      <a:pt x="474065" y="1066462"/>
                    </a:moveTo>
                    <a:lnTo>
                      <a:pt x="474065" y="1103038"/>
                    </a:lnTo>
                    <a:lnTo>
                      <a:pt x="520027" y="1103038"/>
                    </a:lnTo>
                    <a:lnTo>
                      <a:pt x="520027" y="1066462"/>
                    </a:lnTo>
                    <a:close/>
                    <a:moveTo>
                      <a:pt x="397623" y="1066462"/>
                    </a:moveTo>
                    <a:lnTo>
                      <a:pt x="397623" y="1103038"/>
                    </a:lnTo>
                    <a:lnTo>
                      <a:pt x="443585" y="1103038"/>
                    </a:lnTo>
                    <a:lnTo>
                      <a:pt x="443585" y="1066462"/>
                    </a:lnTo>
                    <a:close/>
                    <a:moveTo>
                      <a:pt x="321181" y="1066462"/>
                    </a:moveTo>
                    <a:lnTo>
                      <a:pt x="321181" y="1103038"/>
                    </a:lnTo>
                    <a:lnTo>
                      <a:pt x="367143" y="1103038"/>
                    </a:lnTo>
                    <a:lnTo>
                      <a:pt x="367143" y="1066462"/>
                    </a:lnTo>
                    <a:close/>
                    <a:moveTo>
                      <a:pt x="244739" y="1066462"/>
                    </a:moveTo>
                    <a:lnTo>
                      <a:pt x="244739" y="1103038"/>
                    </a:lnTo>
                    <a:lnTo>
                      <a:pt x="290701" y="1103038"/>
                    </a:lnTo>
                    <a:lnTo>
                      <a:pt x="290701" y="1066462"/>
                    </a:lnTo>
                    <a:close/>
                    <a:moveTo>
                      <a:pt x="168297" y="1066462"/>
                    </a:moveTo>
                    <a:lnTo>
                      <a:pt x="168297" y="1103038"/>
                    </a:lnTo>
                    <a:lnTo>
                      <a:pt x="214259" y="1103038"/>
                    </a:lnTo>
                    <a:lnTo>
                      <a:pt x="214259" y="1066462"/>
                    </a:lnTo>
                    <a:close/>
                    <a:moveTo>
                      <a:pt x="91855" y="1066462"/>
                    </a:moveTo>
                    <a:lnTo>
                      <a:pt x="91855" y="1103038"/>
                    </a:lnTo>
                    <a:lnTo>
                      <a:pt x="137817" y="1103038"/>
                    </a:lnTo>
                    <a:lnTo>
                      <a:pt x="137817" y="1066462"/>
                    </a:lnTo>
                    <a:close/>
                    <a:moveTo>
                      <a:pt x="406719" y="768369"/>
                    </a:moveTo>
                    <a:cubicBezTo>
                      <a:pt x="397376" y="768369"/>
                      <a:pt x="392429" y="770567"/>
                      <a:pt x="392429" y="781560"/>
                    </a:cubicBezTo>
                    <a:cubicBezTo>
                      <a:pt x="392979" y="834873"/>
                      <a:pt x="392979" y="888736"/>
                      <a:pt x="391879" y="942049"/>
                    </a:cubicBezTo>
                    <a:cubicBezTo>
                      <a:pt x="391879" y="951942"/>
                      <a:pt x="395177" y="956339"/>
                      <a:pt x="405620" y="956339"/>
                    </a:cubicBezTo>
                    <a:cubicBezTo>
                      <a:pt x="416063" y="956339"/>
                      <a:pt x="419360" y="952492"/>
                      <a:pt x="419360" y="942049"/>
                    </a:cubicBezTo>
                    <a:cubicBezTo>
                      <a:pt x="418811" y="915667"/>
                      <a:pt x="419360" y="889835"/>
                      <a:pt x="419360" y="863453"/>
                    </a:cubicBezTo>
                    <a:cubicBezTo>
                      <a:pt x="419360" y="836522"/>
                      <a:pt x="418811" y="809041"/>
                      <a:pt x="419360" y="782110"/>
                    </a:cubicBezTo>
                    <a:cubicBezTo>
                      <a:pt x="419360" y="772766"/>
                      <a:pt x="417162" y="768369"/>
                      <a:pt x="406719" y="768369"/>
                    </a:cubicBezTo>
                    <a:close/>
                    <a:moveTo>
                      <a:pt x="555116" y="723300"/>
                    </a:moveTo>
                    <a:cubicBezTo>
                      <a:pt x="546872" y="723300"/>
                      <a:pt x="544674" y="727697"/>
                      <a:pt x="544674" y="734842"/>
                    </a:cubicBezTo>
                    <a:cubicBezTo>
                      <a:pt x="544674" y="804644"/>
                      <a:pt x="544674" y="874446"/>
                      <a:pt x="545223" y="944797"/>
                    </a:cubicBezTo>
                    <a:cubicBezTo>
                      <a:pt x="544674" y="953041"/>
                      <a:pt x="548521" y="956339"/>
                      <a:pt x="556765" y="956339"/>
                    </a:cubicBezTo>
                    <a:cubicBezTo>
                      <a:pt x="571056" y="955789"/>
                      <a:pt x="585895" y="955789"/>
                      <a:pt x="600185" y="956339"/>
                    </a:cubicBezTo>
                    <a:cubicBezTo>
                      <a:pt x="611177" y="956889"/>
                      <a:pt x="615025" y="952492"/>
                      <a:pt x="615025" y="941499"/>
                    </a:cubicBezTo>
                    <a:cubicBezTo>
                      <a:pt x="614475" y="916217"/>
                      <a:pt x="615025" y="891484"/>
                      <a:pt x="615025" y="866751"/>
                    </a:cubicBezTo>
                    <a:cubicBezTo>
                      <a:pt x="615025" y="861255"/>
                      <a:pt x="613926" y="853010"/>
                      <a:pt x="621071" y="853010"/>
                    </a:cubicBezTo>
                    <a:cubicBezTo>
                      <a:pt x="640857" y="853010"/>
                      <a:pt x="637010" y="839270"/>
                      <a:pt x="637559" y="827728"/>
                    </a:cubicBezTo>
                    <a:cubicBezTo>
                      <a:pt x="637559" y="818934"/>
                      <a:pt x="633712" y="816735"/>
                      <a:pt x="625468" y="816735"/>
                    </a:cubicBezTo>
                    <a:cubicBezTo>
                      <a:pt x="612277" y="816735"/>
                      <a:pt x="599086" y="816186"/>
                      <a:pt x="585895" y="816735"/>
                    </a:cubicBezTo>
                    <a:cubicBezTo>
                      <a:pt x="572704" y="817285"/>
                      <a:pt x="567208" y="811239"/>
                      <a:pt x="567208" y="798598"/>
                    </a:cubicBezTo>
                    <a:cubicBezTo>
                      <a:pt x="567208" y="788705"/>
                      <a:pt x="567208" y="778262"/>
                      <a:pt x="567208" y="767819"/>
                    </a:cubicBezTo>
                    <a:cubicBezTo>
                      <a:pt x="566659" y="767819"/>
                      <a:pt x="566659" y="767819"/>
                      <a:pt x="566659" y="767819"/>
                    </a:cubicBezTo>
                    <a:cubicBezTo>
                      <a:pt x="566659" y="756827"/>
                      <a:pt x="566659" y="746384"/>
                      <a:pt x="566659" y="735392"/>
                    </a:cubicBezTo>
                    <a:cubicBezTo>
                      <a:pt x="566659" y="727148"/>
                      <a:pt x="563910" y="723300"/>
                      <a:pt x="555116" y="723300"/>
                    </a:cubicBezTo>
                    <a:close/>
                    <a:moveTo>
                      <a:pt x="509498" y="565559"/>
                    </a:moveTo>
                    <a:cubicBezTo>
                      <a:pt x="503452" y="565559"/>
                      <a:pt x="495208" y="563910"/>
                      <a:pt x="495208" y="572704"/>
                    </a:cubicBezTo>
                    <a:cubicBezTo>
                      <a:pt x="495208" y="582597"/>
                      <a:pt x="488063" y="595239"/>
                      <a:pt x="502353" y="601284"/>
                    </a:cubicBezTo>
                    <a:cubicBezTo>
                      <a:pt x="534781" y="615025"/>
                      <a:pt x="546322" y="640857"/>
                      <a:pt x="545223" y="674384"/>
                    </a:cubicBezTo>
                    <a:cubicBezTo>
                      <a:pt x="544674" y="705712"/>
                      <a:pt x="543025" y="702964"/>
                      <a:pt x="571605" y="702964"/>
                    </a:cubicBezTo>
                    <a:cubicBezTo>
                      <a:pt x="574353" y="702964"/>
                      <a:pt x="576552" y="702964"/>
                      <a:pt x="578750" y="703514"/>
                    </a:cubicBezTo>
                    <a:cubicBezTo>
                      <a:pt x="584796" y="704613"/>
                      <a:pt x="589193" y="706262"/>
                      <a:pt x="588643" y="715056"/>
                    </a:cubicBezTo>
                    <a:cubicBezTo>
                      <a:pt x="586994" y="732644"/>
                      <a:pt x="588093" y="749682"/>
                      <a:pt x="588093" y="767270"/>
                    </a:cubicBezTo>
                    <a:cubicBezTo>
                      <a:pt x="588093" y="793651"/>
                      <a:pt x="588093" y="793651"/>
                      <a:pt x="613376" y="794751"/>
                    </a:cubicBezTo>
                    <a:cubicBezTo>
                      <a:pt x="615025" y="794751"/>
                      <a:pt x="616124" y="795300"/>
                      <a:pt x="617773" y="795300"/>
                    </a:cubicBezTo>
                    <a:cubicBezTo>
                      <a:pt x="627117" y="795850"/>
                      <a:pt x="637010" y="799148"/>
                      <a:pt x="637559" y="783758"/>
                    </a:cubicBezTo>
                    <a:cubicBezTo>
                      <a:pt x="638658" y="756827"/>
                      <a:pt x="638658" y="755178"/>
                      <a:pt x="620521" y="754629"/>
                    </a:cubicBezTo>
                    <a:cubicBezTo>
                      <a:pt x="602384" y="753529"/>
                      <a:pt x="597987" y="749682"/>
                      <a:pt x="597987" y="731545"/>
                    </a:cubicBezTo>
                    <a:cubicBezTo>
                      <a:pt x="597987" y="706262"/>
                      <a:pt x="597987" y="681529"/>
                      <a:pt x="597987" y="656796"/>
                    </a:cubicBezTo>
                    <a:cubicBezTo>
                      <a:pt x="597437" y="656796"/>
                      <a:pt x="597437" y="656796"/>
                      <a:pt x="597437" y="656796"/>
                    </a:cubicBezTo>
                    <a:cubicBezTo>
                      <a:pt x="597437" y="631514"/>
                      <a:pt x="596887" y="606231"/>
                      <a:pt x="597437" y="580949"/>
                    </a:cubicBezTo>
                    <a:cubicBezTo>
                      <a:pt x="597987" y="569956"/>
                      <a:pt x="594689" y="565009"/>
                      <a:pt x="582597" y="565559"/>
                    </a:cubicBezTo>
                    <a:cubicBezTo>
                      <a:pt x="558414" y="566109"/>
                      <a:pt x="533681" y="565559"/>
                      <a:pt x="509498" y="565559"/>
                    </a:cubicBezTo>
                    <a:close/>
                    <a:moveTo>
                      <a:pt x="1099240" y="0"/>
                    </a:moveTo>
                    <a:lnTo>
                      <a:pt x="1179484" y="0"/>
                    </a:lnTo>
                    <a:lnTo>
                      <a:pt x="1216309" y="756827"/>
                    </a:lnTo>
                    <a:lnTo>
                      <a:pt x="1303698" y="758476"/>
                    </a:lnTo>
                    <a:lnTo>
                      <a:pt x="1301500" y="1355913"/>
                    </a:lnTo>
                    <a:lnTo>
                      <a:pt x="0" y="1355913"/>
                    </a:lnTo>
                    <a:lnTo>
                      <a:pt x="2199" y="951942"/>
                    </a:lnTo>
                    <a:lnTo>
                      <a:pt x="149497" y="867850"/>
                    </a:lnTo>
                    <a:lnTo>
                      <a:pt x="190719" y="943698"/>
                    </a:lnTo>
                    <a:lnTo>
                      <a:pt x="325925" y="867300"/>
                    </a:lnTo>
                    <a:lnTo>
                      <a:pt x="364398" y="938751"/>
                    </a:lnTo>
                    <a:cubicBezTo>
                      <a:pt x="364398" y="881591"/>
                      <a:pt x="365498" y="824430"/>
                      <a:pt x="366047" y="767270"/>
                    </a:cubicBezTo>
                    <a:cubicBezTo>
                      <a:pt x="366047" y="743636"/>
                      <a:pt x="367696" y="741987"/>
                      <a:pt x="391879" y="741987"/>
                    </a:cubicBezTo>
                    <a:cubicBezTo>
                      <a:pt x="423208" y="741987"/>
                      <a:pt x="419910" y="745835"/>
                      <a:pt x="419910" y="714506"/>
                    </a:cubicBezTo>
                    <a:cubicBezTo>
                      <a:pt x="419910" y="696918"/>
                      <a:pt x="419910" y="678781"/>
                      <a:pt x="419910" y="661193"/>
                    </a:cubicBezTo>
                    <a:cubicBezTo>
                      <a:pt x="420460" y="635911"/>
                      <a:pt x="431452" y="616674"/>
                      <a:pt x="454536" y="606231"/>
                    </a:cubicBezTo>
                    <a:cubicBezTo>
                      <a:pt x="464979" y="601834"/>
                      <a:pt x="468826" y="595788"/>
                      <a:pt x="467727" y="584796"/>
                    </a:cubicBezTo>
                    <a:cubicBezTo>
                      <a:pt x="466628" y="574903"/>
                      <a:pt x="467177" y="565009"/>
                      <a:pt x="467177" y="555116"/>
                    </a:cubicBezTo>
                    <a:cubicBezTo>
                      <a:pt x="466628" y="544674"/>
                      <a:pt x="471574" y="539178"/>
                      <a:pt x="482017" y="539178"/>
                    </a:cubicBezTo>
                    <a:cubicBezTo>
                      <a:pt x="523788" y="539178"/>
                      <a:pt x="565559" y="539178"/>
                      <a:pt x="607330" y="539178"/>
                    </a:cubicBezTo>
                    <a:cubicBezTo>
                      <a:pt x="620521" y="539178"/>
                      <a:pt x="624368" y="546872"/>
                      <a:pt x="624368" y="558414"/>
                    </a:cubicBezTo>
                    <a:cubicBezTo>
                      <a:pt x="623819" y="596887"/>
                      <a:pt x="623819" y="635361"/>
                      <a:pt x="624368" y="673834"/>
                    </a:cubicBezTo>
                    <a:cubicBezTo>
                      <a:pt x="624368" y="688124"/>
                      <a:pt x="625468" y="702964"/>
                      <a:pt x="626017" y="717254"/>
                    </a:cubicBezTo>
                    <a:cubicBezTo>
                      <a:pt x="626017" y="721651"/>
                      <a:pt x="626017" y="727148"/>
                      <a:pt x="632063" y="726598"/>
                    </a:cubicBezTo>
                    <a:cubicBezTo>
                      <a:pt x="637559" y="726048"/>
                      <a:pt x="637010" y="721651"/>
                      <a:pt x="637010" y="717804"/>
                    </a:cubicBezTo>
                    <a:cubicBezTo>
                      <a:pt x="637010" y="708461"/>
                      <a:pt x="637559" y="699667"/>
                      <a:pt x="637010" y="690873"/>
                    </a:cubicBezTo>
                    <a:cubicBezTo>
                      <a:pt x="636460" y="679330"/>
                      <a:pt x="641407" y="672735"/>
                      <a:pt x="653498" y="674384"/>
                    </a:cubicBezTo>
                    <a:cubicBezTo>
                      <a:pt x="665590" y="676033"/>
                      <a:pt x="671086" y="672186"/>
                      <a:pt x="671086" y="658445"/>
                    </a:cubicBezTo>
                    <a:cubicBezTo>
                      <a:pt x="671086" y="639208"/>
                      <a:pt x="680430" y="623819"/>
                      <a:pt x="695819" y="611727"/>
                    </a:cubicBezTo>
                    <a:cubicBezTo>
                      <a:pt x="702414" y="606231"/>
                      <a:pt x="710109" y="602933"/>
                      <a:pt x="715056" y="594140"/>
                    </a:cubicBezTo>
                    <a:cubicBezTo>
                      <a:pt x="720002" y="585346"/>
                      <a:pt x="748582" y="588643"/>
                      <a:pt x="753529" y="597987"/>
                    </a:cubicBezTo>
                    <a:cubicBezTo>
                      <a:pt x="755728" y="601834"/>
                      <a:pt x="758476" y="604033"/>
                      <a:pt x="762323" y="606231"/>
                    </a:cubicBezTo>
                    <a:cubicBezTo>
                      <a:pt x="785407" y="619422"/>
                      <a:pt x="795850" y="639758"/>
                      <a:pt x="795850" y="665590"/>
                    </a:cubicBezTo>
                    <a:cubicBezTo>
                      <a:pt x="795850" y="698567"/>
                      <a:pt x="795850" y="732094"/>
                      <a:pt x="795850" y="765071"/>
                    </a:cubicBezTo>
                    <a:lnTo>
                      <a:pt x="862903" y="761773"/>
                    </a:lnTo>
                    <a:lnTo>
                      <a:pt x="898079" y="155543"/>
                    </a:lnTo>
                    <a:lnTo>
                      <a:pt x="979973" y="155543"/>
                    </a:lnTo>
                    <a:lnTo>
                      <a:pt x="1016797" y="759026"/>
                    </a:lnTo>
                    <a:lnTo>
                      <a:pt x="1063515" y="75737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p>
                <a:endParaRPr lang="en-US"/>
              </a:p>
            </p:txBody>
          </p:sp>
        </p:grpSp>
        <p:grpSp>
          <p:nvGrpSpPr>
            <p:cNvPr id="129" name="Group 128"/>
            <p:cNvGrpSpPr/>
            <p:nvPr/>
          </p:nvGrpSpPr>
          <p:grpSpPr>
            <a:xfrm rot="10800000">
              <a:off x="6867" y="-2"/>
              <a:ext cx="5781" cy="2461"/>
              <a:chOff x="2141211" y="1548026"/>
              <a:chExt cx="9211525" cy="4580013"/>
            </a:xfrm>
            <a:solidFill>
              <a:schemeClr val="tx1">
                <a:lumMod val="75000"/>
                <a:lumOff val="25000"/>
              </a:schemeClr>
            </a:solidFill>
          </p:grpSpPr>
          <p:grpSp>
            <p:nvGrpSpPr>
              <p:cNvPr id="130" name="Group 129"/>
              <p:cNvGrpSpPr/>
              <p:nvPr/>
            </p:nvGrpSpPr>
            <p:grpSpPr>
              <a:xfrm>
                <a:off x="2141211" y="2961574"/>
                <a:ext cx="4458905" cy="3166465"/>
                <a:chOff x="2141211" y="2961574"/>
                <a:chExt cx="4458905" cy="3166465"/>
              </a:xfrm>
              <a:grpFill/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2141211" y="3646500"/>
                  <a:ext cx="4458905" cy="2481539"/>
                  <a:chOff x="2049404" y="3512503"/>
                  <a:chExt cx="4458905" cy="2481539"/>
                </a:xfrm>
                <a:grpFill/>
              </p:grpSpPr>
              <p:sp>
                <p:nvSpPr>
                  <p:cNvPr id="252" name="Rectangle 251"/>
                  <p:cNvSpPr/>
                  <p:nvPr/>
                </p:nvSpPr>
                <p:spPr>
                  <a:xfrm>
                    <a:off x="2049404" y="3512503"/>
                    <a:ext cx="4458905" cy="248153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3" name="Rectangle 252"/>
                  <p:cNvSpPr/>
                  <p:nvPr/>
                </p:nvSpPr>
                <p:spPr>
                  <a:xfrm>
                    <a:off x="2049404" y="3764590"/>
                    <a:ext cx="4458905" cy="222945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96" name="Rectangle: Top Corners Rounded 195"/>
                <p:cNvSpPr/>
                <p:nvPr/>
              </p:nvSpPr>
              <p:spPr>
                <a:xfrm>
                  <a:off x="3302673" y="4426085"/>
                  <a:ext cx="731071" cy="1692900"/>
                </a:xfrm>
                <a:prstGeom prst="round2SameRect">
                  <a:avLst>
                    <a:gd name="adj1" fmla="val 50000"/>
                    <a:gd name="adj2" fmla="val 0"/>
                  </a:avLst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197" name="Rectangle 196"/>
                <p:cNvSpPr/>
                <p:nvPr/>
              </p:nvSpPr>
              <p:spPr>
                <a:xfrm>
                  <a:off x="3683564" y="4761245"/>
                  <a:ext cx="350180" cy="135774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grpSp>
              <p:nvGrpSpPr>
                <p:cNvPr id="198" name="Group 197"/>
                <p:cNvGrpSpPr/>
                <p:nvPr/>
              </p:nvGrpSpPr>
              <p:grpSpPr>
                <a:xfrm>
                  <a:off x="2317238" y="3976797"/>
                  <a:ext cx="379603" cy="2139464"/>
                  <a:chOff x="-2634905" y="4064178"/>
                  <a:chExt cx="379603" cy="2139464"/>
                </a:xfrm>
                <a:grpFill/>
              </p:grpSpPr>
              <p:sp>
                <p:nvSpPr>
                  <p:cNvPr id="240" name="Oval 239"/>
                  <p:cNvSpPr/>
                  <p:nvPr/>
                </p:nvSpPr>
                <p:spPr>
                  <a:xfrm>
                    <a:off x="-2634905" y="4064178"/>
                    <a:ext cx="379603" cy="379603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41" name="Rectangle: Top Corners Rounded 240"/>
                  <p:cNvSpPr/>
                  <p:nvPr/>
                </p:nvSpPr>
                <p:spPr>
                  <a:xfrm>
                    <a:off x="-2559476" y="4139682"/>
                    <a:ext cx="240928" cy="206396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42" name="Rectangle 241"/>
                  <p:cNvSpPr/>
                  <p:nvPr/>
                </p:nvSpPr>
                <p:spPr>
                  <a:xfrm>
                    <a:off x="-2433468" y="4271109"/>
                    <a:ext cx="120438" cy="1932533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grpSp>
                <p:nvGrpSpPr>
                  <p:cNvPr id="243" name="Group 242"/>
                  <p:cNvGrpSpPr/>
                  <p:nvPr/>
                </p:nvGrpSpPr>
                <p:grpSpPr>
                  <a:xfrm>
                    <a:off x="-2605327" y="4699470"/>
                    <a:ext cx="348698" cy="148770"/>
                    <a:chOff x="2203573" y="4490681"/>
                    <a:chExt cx="348698" cy="148770"/>
                  </a:xfrm>
                  <a:grpFill/>
                </p:grpSpPr>
                <p:sp>
                  <p:nvSpPr>
                    <p:cNvPr id="250" name="Rectangle 249"/>
                    <p:cNvSpPr/>
                    <p:nvPr/>
                  </p:nvSpPr>
                  <p:spPr>
                    <a:xfrm>
                      <a:off x="2203573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1" name="Rectangle 250"/>
                    <p:cNvSpPr/>
                    <p:nvPr/>
                  </p:nvSpPr>
                  <p:spPr>
                    <a:xfrm>
                      <a:off x="2375000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44" name="Group 243"/>
                  <p:cNvGrpSpPr/>
                  <p:nvPr/>
                </p:nvGrpSpPr>
                <p:grpSpPr>
                  <a:xfrm>
                    <a:off x="-2605327" y="5103800"/>
                    <a:ext cx="348698" cy="148770"/>
                    <a:chOff x="2203573" y="4490681"/>
                    <a:chExt cx="348698" cy="148770"/>
                  </a:xfrm>
                  <a:grpFill/>
                </p:grpSpPr>
                <p:sp>
                  <p:nvSpPr>
                    <p:cNvPr id="248" name="Rectangle 247"/>
                    <p:cNvSpPr/>
                    <p:nvPr/>
                  </p:nvSpPr>
                  <p:spPr>
                    <a:xfrm>
                      <a:off x="2203573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9" name="Rectangle 248"/>
                    <p:cNvSpPr/>
                    <p:nvPr/>
                  </p:nvSpPr>
                  <p:spPr>
                    <a:xfrm>
                      <a:off x="2375000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45" name="Group 244"/>
                  <p:cNvGrpSpPr/>
                  <p:nvPr/>
                </p:nvGrpSpPr>
                <p:grpSpPr>
                  <a:xfrm>
                    <a:off x="-2605327" y="5508130"/>
                    <a:ext cx="348698" cy="148770"/>
                    <a:chOff x="2203573" y="4490681"/>
                    <a:chExt cx="348698" cy="148770"/>
                  </a:xfrm>
                  <a:grpFill/>
                </p:grpSpPr>
                <p:sp>
                  <p:nvSpPr>
                    <p:cNvPr id="246" name="Rectangle 245"/>
                    <p:cNvSpPr/>
                    <p:nvPr/>
                  </p:nvSpPr>
                  <p:spPr>
                    <a:xfrm>
                      <a:off x="2203573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47" name="Rectangle 246"/>
                    <p:cNvSpPr/>
                    <p:nvPr/>
                  </p:nvSpPr>
                  <p:spPr>
                    <a:xfrm>
                      <a:off x="2375000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99" name="Group 198"/>
                <p:cNvGrpSpPr/>
                <p:nvPr/>
              </p:nvGrpSpPr>
              <p:grpSpPr>
                <a:xfrm>
                  <a:off x="4179460" y="4432067"/>
                  <a:ext cx="731071" cy="1692900"/>
                  <a:chOff x="-772683" y="4329325"/>
                  <a:chExt cx="731071" cy="1692900"/>
                </a:xfrm>
                <a:grpFill/>
              </p:grpSpPr>
              <p:sp>
                <p:nvSpPr>
                  <p:cNvPr id="238" name="Rectangle: Top Corners Rounded 237"/>
                  <p:cNvSpPr/>
                  <p:nvPr/>
                </p:nvSpPr>
                <p:spPr>
                  <a:xfrm>
                    <a:off x="-772683" y="4329325"/>
                    <a:ext cx="731071" cy="169290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39" name="Rectangle 238"/>
                  <p:cNvSpPr/>
                  <p:nvPr/>
                </p:nvSpPr>
                <p:spPr>
                  <a:xfrm>
                    <a:off x="-391792" y="4664485"/>
                    <a:ext cx="350180" cy="135774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0" name="Group 199"/>
                <p:cNvGrpSpPr/>
                <p:nvPr/>
              </p:nvGrpSpPr>
              <p:grpSpPr>
                <a:xfrm>
                  <a:off x="2832087" y="3984940"/>
                  <a:ext cx="379603" cy="2139464"/>
                  <a:chOff x="-2634905" y="4064178"/>
                  <a:chExt cx="379603" cy="2139464"/>
                </a:xfrm>
                <a:grpFill/>
              </p:grpSpPr>
              <p:sp>
                <p:nvSpPr>
                  <p:cNvPr id="226" name="Oval 225"/>
                  <p:cNvSpPr/>
                  <p:nvPr/>
                </p:nvSpPr>
                <p:spPr>
                  <a:xfrm>
                    <a:off x="-2634905" y="4064178"/>
                    <a:ext cx="379603" cy="379603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27" name="Rectangle: Top Corners Rounded 226"/>
                  <p:cNvSpPr/>
                  <p:nvPr/>
                </p:nvSpPr>
                <p:spPr>
                  <a:xfrm>
                    <a:off x="-2559476" y="4139682"/>
                    <a:ext cx="240928" cy="206396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28" name="Rectangle 227"/>
                  <p:cNvSpPr/>
                  <p:nvPr/>
                </p:nvSpPr>
                <p:spPr>
                  <a:xfrm>
                    <a:off x="-2433468" y="4271109"/>
                    <a:ext cx="120438" cy="1932533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grpSp>
                <p:nvGrpSpPr>
                  <p:cNvPr id="229" name="Group 228"/>
                  <p:cNvGrpSpPr/>
                  <p:nvPr/>
                </p:nvGrpSpPr>
                <p:grpSpPr>
                  <a:xfrm>
                    <a:off x="-2605327" y="4699470"/>
                    <a:ext cx="348698" cy="148770"/>
                    <a:chOff x="2203573" y="4490681"/>
                    <a:chExt cx="348698" cy="148770"/>
                  </a:xfrm>
                  <a:grpFill/>
                </p:grpSpPr>
                <p:sp>
                  <p:nvSpPr>
                    <p:cNvPr id="236" name="Rectangle 235"/>
                    <p:cNvSpPr/>
                    <p:nvPr/>
                  </p:nvSpPr>
                  <p:spPr>
                    <a:xfrm>
                      <a:off x="2203573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7" name="Rectangle 236"/>
                    <p:cNvSpPr/>
                    <p:nvPr/>
                  </p:nvSpPr>
                  <p:spPr>
                    <a:xfrm>
                      <a:off x="2375000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30" name="Group 229"/>
                  <p:cNvGrpSpPr/>
                  <p:nvPr/>
                </p:nvGrpSpPr>
                <p:grpSpPr>
                  <a:xfrm>
                    <a:off x="-2605327" y="5103800"/>
                    <a:ext cx="348698" cy="148770"/>
                    <a:chOff x="2203573" y="4490681"/>
                    <a:chExt cx="348698" cy="148770"/>
                  </a:xfrm>
                  <a:grpFill/>
                </p:grpSpPr>
                <p:sp>
                  <p:nvSpPr>
                    <p:cNvPr id="234" name="Rectangle 233"/>
                    <p:cNvSpPr/>
                    <p:nvPr/>
                  </p:nvSpPr>
                  <p:spPr>
                    <a:xfrm>
                      <a:off x="2203573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5" name="Rectangle 234"/>
                    <p:cNvSpPr/>
                    <p:nvPr/>
                  </p:nvSpPr>
                  <p:spPr>
                    <a:xfrm>
                      <a:off x="2375000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231" name="Group 230"/>
                  <p:cNvGrpSpPr/>
                  <p:nvPr/>
                </p:nvGrpSpPr>
                <p:grpSpPr>
                  <a:xfrm>
                    <a:off x="-2605327" y="5508130"/>
                    <a:ext cx="348698" cy="148770"/>
                    <a:chOff x="2203573" y="4490681"/>
                    <a:chExt cx="348698" cy="148770"/>
                  </a:xfrm>
                  <a:grpFill/>
                </p:grpSpPr>
                <p:sp>
                  <p:nvSpPr>
                    <p:cNvPr id="232" name="Rectangle 231"/>
                    <p:cNvSpPr/>
                    <p:nvPr/>
                  </p:nvSpPr>
                  <p:spPr>
                    <a:xfrm>
                      <a:off x="2203573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33" name="Rectangle 232"/>
                    <p:cNvSpPr/>
                    <p:nvPr/>
                  </p:nvSpPr>
                  <p:spPr>
                    <a:xfrm>
                      <a:off x="2375000" y="4490681"/>
                      <a:ext cx="177271" cy="148770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201" name="Group 200"/>
                <p:cNvGrpSpPr/>
                <p:nvPr/>
              </p:nvGrpSpPr>
              <p:grpSpPr>
                <a:xfrm>
                  <a:off x="5129772" y="5474338"/>
                  <a:ext cx="1280708" cy="653701"/>
                  <a:chOff x="3816127" y="5359816"/>
                  <a:chExt cx="615608" cy="653701"/>
                </a:xfrm>
                <a:grpFill/>
              </p:grpSpPr>
              <p:sp>
                <p:nvSpPr>
                  <p:cNvPr id="221" name="Rectangle 220"/>
                  <p:cNvSpPr/>
                  <p:nvPr/>
                </p:nvSpPr>
                <p:spPr>
                  <a:xfrm>
                    <a:off x="3816127" y="5359816"/>
                    <a:ext cx="615608" cy="65370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22" name="Rectangle 221"/>
                  <p:cNvSpPr/>
                  <p:nvPr/>
                </p:nvSpPr>
                <p:spPr>
                  <a:xfrm>
                    <a:off x="3816127" y="5447761"/>
                    <a:ext cx="615608" cy="8753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23" name="Rectangle 222"/>
                  <p:cNvSpPr/>
                  <p:nvPr/>
                </p:nvSpPr>
                <p:spPr>
                  <a:xfrm>
                    <a:off x="3816127" y="5582058"/>
                    <a:ext cx="615608" cy="8753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24" name="Rectangle 223"/>
                  <p:cNvSpPr/>
                  <p:nvPr/>
                </p:nvSpPr>
                <p:spPr>
                  <a:xfrm>
                    <a:off x="3816127" y="5716355"/>
                    <a:ext cx="615608" cy="8753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25" name="Rectangle 224"/>
                  <p:cNvSpPr/>
                  <p:nvPr/>
                </p:nvSpPr>
                <p:spPr>
                  <a:xfrm>
                    <a:off x="3816127" y="5850652"/>
                    <a:ext cx="615608" cy="8753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02" name="Right Triangle 201"/>
                <p:cNvSpPr/>
                <p:nvPr/>
              </p:nvSpPr>
              <p:spPr>
                <a:xfrm flipH="1">
                  <a:off x="2141211" y="2961574"/>
                  <a:ext cx="1155466" cy="68488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203" name="Right Triangle 202"/>
                <p:cNvSpPr/>
                <p:nvPr/>
              </p:nvSpPr>
              <p:spPr>
                <a:xfrm flipH="1">
                  <a:off x="3242357" y="2961574"/>
                  <a:ext cx="1155466" cy="68488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204" name="Right Triangle 203"/>
                <p:cNvSpPr/>
                <p:nvPr/>
              </p:nvSpPr>
              <p:spPr>
                <a:xfrm flipH="1">
                  <a:off x="4343503" y="2961574"/>
                  <a:ext cx="1155466" cy="68488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sp>
              <p:nvSpPr>
                <p:cNvPr id="205" name="Right Triangle 204"/>
                <p:cNvSpPr/>
                <p:nvPr/>
              </p:nvSpPr>
              <p:spPr>
                <a:xfrm flipH="1">
                  <a:off x="5444650" y="2961574"/>
                  <a:ext cx="1155466" cy="68488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/>
                </a:p>
              </p:txBody>
            </p:sp>
            <p:grpSp>
              <p:nvGrpSpPr>
                <p:cNvPr id="206" name="Group 205"/>
                <p:cNvGrpSpPr/>
                <p:nvPr/>
              </p:nvGrpSpPr>
              <p:grpSpPr>
                <a:xfrm>
                  <a:off x="3335329" y="4135174"/>
                  <a:ext cx="3018505" cy="743102"/>
                  <a:chOff x="3247777" y="4135174"/>
                  <a:chExt cx="3018505" cy="743102"/>
                </a:xfrm>
                <a:grpFill/>
              </p:grpSpPr>
              <p:sp>
                <p:nvSpPr>
                  <p:cNvPr id="207" name="Rectangle 206"/>
                  <p:cNvSpPr/>
                  <p:nvPr/>
                </p:nvSpPr>
                <p:spPr>
                  <a:xfrm>
                    <a:off x="5243508" y="4135174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08" name="Rectangle 207"/>
                  <p:cNvSpPr/>
                  <p:nvPr/>
                </p:nvSpPr>
                <p:spPr>
                  <a:xfrm>
                    <a:off x="5647082" y="4135174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09" name="Rectangle 208"/>
                  <p:cNvSpPr/>
                  <p:nvPr/>
                </p:nvSpPr>
                <p:spPr>
                  <a:xfrm>
                    <a:off x="6050656" y="4135174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Rectangle 209"/>
                  <p:cNvSpPr/>
                  <p:nvPr/>
                </p:nvSpPr>
                <p:spPr>
                  <a:xfrm>
                    <a:off x="5243508" y="4434576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1" name="Rectangle 210"/>
                  <p:cNvSpPr/>
                  <p:nvPr/>
                </p:nvSpPr>
                <p:spPr>
                  <a:xfrm>
                    <a:off x="5647082" y="4434576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2" name="Rectangle 211"/>
                  <p:cNvSpPr/>
                  <p:nvPr/>
                </p:nvSpPr>
                <p:spPr>
                  <a:xfrm>
                    <a:off x="6050656" y="4434576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3" name="Rectangle 212"/>
                  <p:cNvSpPr/>
                  <p:nvPr/>
                </p:nvSpPr>
                <p:spPr>
                  <a:xfrm>
                    <a:off x="5243508" y="4733978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4" name="Rectangle 213"/>
                  <p:cNvSpPr/>
                  <p:nvPr/>
                </p:nvSpPr>
                <p:spPr>
                  <a:xfrm>
                    <a:off x="5647082" y="4733978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5" name="Rectangle 214"/>
                  <p:cNvSpPr/>
                  <p:nvPr/>
                </p:nvSpPr>
                <p:spPr>
                  <a:xfrm>
                    <a:off x="6050656" y="4733978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6" name="Rectangle 215"/>
                  <p:cNvSpPr/>
                  <p:nvPr/>
                </p:nvSpPr>
                <p:spPr>
                  <a:xfrm>
                    <a:off x="4004271" y="4135174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7" name="Rectangle 216"/>
                  <p:cNvSpPr/>
                  <p:nvPr/>
                </p:nvSpPr>
                <p:spPr>
                  <a:xfrm>
                    <a:off x="4407845" y="4135174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8" name="Rectangle 217"/>
                  <p:cNvSpPr/>
                  <p:nvPr/>
                </p:nvSpPr>
                <p:spPr>
                  <a:xfrm>
                    <a:off x="4811419" y="4135174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19" name="Rectangle 218"/>
                  <p:cNvSpPr/>
                  <p:nvPr/>
                </p:nvSpPr>
                <p:spPr>
                  <a:xfrm>
                    <a:off x="3247777" y="4135174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20" name="Rectangle 219"/>
                  <p:cNvSpPr/>
                  <p:nvPr/>
                </p:nvSpPr>
                <p:spPr>
                  <a:xfrm>
                    <a:off x="3651351" y="4135174"/>
                    <a:ext cx="215626" cy="14429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131" name="Group 130"/>
              <p:cNvGrpSpPr/>
              <p:nvPr/>
            </p:nvGrpSpPr>
            <p:grpSpPr>
              <a:xfrm>
                <a:off x="6598051" y="1548026"/>
                <a:ext cx="4754685" cy="4580013"/>
                <a:chOff x="7976627" y="1166736"/>
                <a:chExt cx="4754685" cy="4580013"/>
              </a:xfrm>
              <a:grpFill/>
            </p:grpSpPr>
            <p:grpSp>
              <p:nvGrpSpPr>
                <p:cNvPr id="132" name="Group 131"/>
                <p:cNvGrpSpPr/>
                <p:nvPr/>
              </p:nvGrpSpPr>
              <p:grpSpPr>
                <a:xfrm>
                  <a:off x="7976627" y="1574644"/>
                  <a:ext cx="1097280" cy="4172105"/>
                  <a:chOff x="6599258" y="1944858"/>
                  <a:chExt cx="1097280" cy="4172105"/>
                </a:xfrm>
                <a:grpFill/>
              </p:grpSpPr>
              <p:sp>
                <p:nvSpPr>
                  <p:cNvPr id="182" name="Rectangle 181"/>
                  <p:cNvSpPr/>
                  <p:nvPr/>
                </p:nvSpPr>
                <p:spPr>
                  <a:xfrm>
                    <a:off x="6599259" y="3642459"/>
                    <a:ext cx="1097279" cy="247099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Rectangle 182"/>
                  <p:cNvSpPr/>
                  <p:nvPr/>
                </p:nvSpPr>
                <p:spPr>
                  <a:xfrm>
                    <a:off x="7147898" y="3640420"/>
                    <a:ext cx="548640" cy="2473038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grpSp>
                <p:nvGrpSpPr>
                  <p:cNvPr id="184" name="Group 183"/>
                  <p:cNvGrpSpPr/>
                  <p:nvPr/>
                </p:nvGrpSpPr>
                <p:grpSpPr>
                  <a:xfrm>
                    <a:off x="6801135" y="1944858"/>
                    <a:ext cx="640082" cy="1722534"/>
                    <a:chOff x="6913575" y="1813492"/>
                    <a:chExt cx="405185" cy="2497948"/>
                  </a:xfrm>
                  <a:grpFill/>
                </p:grpSpPr>
                <p:grpSp>
                  <p:nvGrpSpPr>
                    <p:cNvPr id="189" name="Group 188"/>
                    <p:cNvGrpSpPr/>
                    <p:nvPr/>
                  </p:nvGrpSpPr>
                  <p:grpSpPr>
                    <a:xfrm>
                      <a:off x="6913576" y="2297867"/>
                      <a:ext cx="405184" cy="2013573"/>
                      <a:chOff x="2507828" y="1738469"/>
                      <a:chExt cx="405184" cy="214763"/>
                    </a:xfrm>
                    <a:grpFill/>
                  </p:grpSpPr>
                  <p:sp>
                    <p:nvSpPr>
                      <p:cNvPr id="193" name="Rectangle 192"/>
                      <p:cNvSpPr/>
                      <p:nvPr/>
                    </p:nvSpPr>
                    <p:spPr>
                      <a:xfrm>
                        <a:off x="2507828" y="1738470"/>
                        <a:ext cx="405184" cy="21476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94" name="Rectangle 193"/>
                      <p:cNvSpPr/>
                      <p:nvPr/>
                    </p:nvSpPr>
                    <p:spPr>
                      <a:xfrm>
                        <a:off x="2710420" y="1738469"/>
                        <a:ext cx="202592" cy="21476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90" name="Group 189"/>
                    <p:cNvGrpSpPr/>
                    <p:nvPr/>
                  </p:nvGrpSpPr>
                  <p:grpSpPr>
                    <a:xfrm>
                      <a:off x="6913575" y="1813492"/>
                      <a:ext cx="405184" cy="529407"/>
                      <a:chOff x="2507827" y="1488604"/>
                      <a:chExt cx="405184" cy="348318"/>
                    </a:xfrm>
                    <a:grpFill/>
                  </p:grpSpPr>
                  <p:sp>
                    <p:nvSpPr>
                      <p:cNvPr id="191" name="Rectangle 190"/>
                      <p:cNvSpPr/>
                      <p:nvPr/>
                    </p:nvSpPr>
                    <p:spPr>
                      <a:xfrm>
                        <a:off x="2507827" y="1488604"/>
                        <a:ext cx="405184" cy="348316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92" name="Rectangle 191"/>
                      <p:cNvSpPr/>
                      <p:nvPr/>
                    </p:nvSpPr>
                    <p:spPr>
                      <a:xfrm>
                        <a:off x="2710417" y="1488604"/>
                        <a:ext cx="202592" cy="348318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 dirty="0"/>
                      </a:p>
                    </p:txBody>
                  </p:sp>
                </p:grpSp>
              </p:grpSp>
              <p:sp>
                <p:nvSpPr>
                  <p:cNvPr id="185" name="Rectangle 184"/>
                  <p:cNvSpPr/>
                  <p:nvPr/>
                </p:nvSpPr>
                <p:spPr>
                  <a:xfrm>
                    <a:off x="6750212" y="5635934"/>
                    <a:ext cx="208050" cy="48102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Rectangle 185"/>
                  <p:cNvSpPr/>
                  <p:nvPr/>
                </p:nvSpPr>
                <p:spPr>
                  <a:xfrm>
                    <a:off x="7318193" y="5635934"/>
                    <a:ext cx="208050" cy="481029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Rectangle 186"/>
                  <p:cNvSpPr/>
                  <p:nvPr/>
                </p:nvSpPr>
                <p:spPr>
                  <a:xfrm>
                    <a:off x="6599258" y="3640999"/>
                    <a:ext cx="1097280" cy="249366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8" name="Rectangle 187"/>
                  <p:cNvSpPr/>
                  <p:nvPr/>
                </p:nvSpPr>
                <p:spPr>
                  <a:xfrm>
                    <a:off x="7147898" y="3637245"/>
                    <a:ext cx="548640" cy="262324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33" name="Group 132"/>
                <p:cNvGrpSpPr/>
                <p:nvPr/>
              </p:nvGrpSpPr>
              <p:grpSpPr>
                <a:xfrm>
                  <a:off x="9073712" y="3504421"/>
                  <a:ext cx="3657600" cy="2238823"/>
                  <a:chOff x="9073712" y="3504421"/>
                  <a:chExt cx="3657600" cy="2238823"/>
                </a:xfrm>
                <a:grpFill/>
              </p:grpSpPr>
              <p:sp>
                <p:nvSpPr>
                  <p:cNvPr id="148" name="Rectangle 147"/>
                  <p:cNvSpPr/>
                  <p:nvPr/>
                </p:nvSpPr>
                <p:spPr>
                  <a:xfrm>
                    <a:off x="9073712" y="3504421"/>
                    <a:ext cx="3657600" cy="2238823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149" name="Rectangle 148"/>
                  <p:cNvSpPr/>
                  <p:nvPr/>
                </p:nvSpPr>
                <p:spPr>
                  <a:xfrm>
                    <a:off x="9073712" y="3770741"/>
                    <a:ext cx="3657600" cy="1965103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50" name="Rectangle 149"/>
                  <p:cNvSpPr/>
                  <p:nvPr/>
                </p:nvSpPr>
                <p:spPr>
                  <a:xfrm>
                    <a:off x="9073712" y="4530263"/>
                    <a:ext cx="3657600" cy="1205581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grpSp>
                <p:nvGrpSpPr>
                  <p:cNvPr id="151" name="Group 150"/>
                  <p:cNvGrpSpPr/>
                  <p:nvPr/>
                </p:nvGrpSpPr>
                <p:grpSpPr>
                  <a:xfrm>
                    <a:off x="10819673" y="5082143"/>
                    <a:ext cx="770444" cy="653701"/>
                    <a:chOff x="3816127" y="5359816"/>
                    <a:chExt cx="615608" cy="653701"/>
                  </a:xfrm>
                  <a:grpFill/>
                </p:grpSpPr>
                <p:sp>
                  <p:nvSpPr>
                    <p:cNvPr id="177" name="Rectangle 176"/>
                    <p:cNvSpPr/>
                    <p:nvPr/>
                  </p:nvSpPr>
                  <p:spPr>
                    <a:xfrm>
                      <a:off x="3816127" y="5359816"/>
                      <a:ext cx="615608" cy="653701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8" name="Rectangle 177"/>
                    <p:cNvSpPr/>
                    <p:nvPr/>
                  </p:nvSpPr>
                  <p:spPr>
                    <a:xfrm>
                      <a:off x="3816127" y="5447761"/>
                      <a:ext cx="615608" cy="8753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9" name="Rectangle 178"/>
                    <p:cNvSpPr/>
                    <p:nvPr/>
                  </p:nvSpPr>
                  <p:spPr>
                    <a:xfrm>
                      <a:off x="3816127" y="5582058"/>
                      <a:ext cx="615608" cy="8753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0" name="Rectangle 179"/>
                    <p:cNvSpPr/>
                    <p:nvPr/>
                  </p:nvSpPr>
                  <p:spPr>
                    <a:xfrm>
                      <a:off x="3816127" y="5716355"/>
                      <a:ext cx="615608" cy="8753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81" name="Rectangle 180"/>
                    <p:cNvSpPr/>
                    <p:nvPr/>
                  </p:nvSpPr>
                  <p:spPr>
                    <a:xfrm>
                      <a:off x="3816127" y="5850652"/>
                      <a:ext cx="615608" cy="8753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2" name="Group 151"/>
                  <p:cNvGrpSpPr/>
                  <p:nvPr/>
                </p:nvGrpSpPr>
                <p:grpSpPr>
                  <a:xfrm>
                    <a:off x="11733059" y="5082143"/>
                    <a:ext cx="770444" cy="653701"/>
                    <a:chOff x="3816127" y="5359816"/>
                    <a:chExt cx="615608" cy="653701"/>
                  </a:xfrm>
                  <a:grpFill/>
                </p:grpSpPr>
                <p:sp>
                  <p:nvSpPr>
                    <p:cNvPr id="172" name="Rectangle 171"/>
                    <p:cNvSpPr/>
                    <p:nvPr/>
                  </p:nvSpPr>
                  <p:spPr>
                    <a:xfrm>
                      <a:off x="3816127" y="5359816"/>
                      <a:ext cx="615608" cy="653701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3" name="Rectangle 172"/>
                    <p:cNvSpPr/>
                    <p:nvPr/>
                  </p:nvSpPr>
                  <p:spPr>
                    <a:xfrm>
                      <a:off x="3816127" y="5447761"/>
                      <a:ext cx="615608" cy="8753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4" name="Rectangle 173"/>
                    <p:cNvSpPr/>
                    <p:nvPr/>
                  </p:nvSpPr>
                  <p:spPr>
                    <a:xfrm>
                      <a:off x="3816127" y="5582058"/>
                      <a:ext cx="615608" cy="8753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5" name="Rectangle 174"/>
                    <p:cNvSpPr/>
                    <p:nvPr/>
                  </p:nvSpPr>
                  <p:spPr>
                    <a:xfrm>
                      <a:off x="3816127" y="5716355"/>
                      <a:ext cx="615608" cy="8753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6" name="Rectangle 175"/>
                    <p:cNvSpPr/>
                    <p:nvPr/>
                  </p:nvSpPr>
                  <p:spPr>
                    <a:xfrm>
                      <a:off x="3816127" y="5850652"/>
                      <a:ext cx="615608" cy="8753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3" name="Group 152"/>
                  <p:cNvGrpSpPr/>
                  <p:nvPr/>
                </p:nvGrpSpPr>
                <p:grpSpPr>
                  <a:xfrm>
                    <a:off x="9420733" y="4325657"/>
                    <a:ext cx="3057417" cy="144298"/>
                    <a:chOff x="9420733" y="4325657"/>
                    <a:chExt cx="3057417" cy="144298"/>
                  </a:xfrm>
                  <a:grpFill/>
                </p:grpSpPr>
                <p:sp>
                  <p:nvSpPr>
                    <p:cNvPr id="164" name="Rectangle 163"/>
                    <p:cNvSpPr/>
                    <p:nvPr/>
                  </p:nvSpPr>
                  <p:spPr>
                    <a:xfrm>
                      <a:off x="11455376" y="4325657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5" name="Rectangle 164"/>
                    <p:cNvSpPr/>
                    <p:nvPr/>
                  </p:nvSpPr>
                  <p:spPr>
                    <a:xfrm>
                      <a:off x="11858950" y="4325657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6" name="Rectangle 165"/>
                    <p:cNvSpPr/>
                    <p:nvPr/>
                  </p:nvSpPr>
                  <p:spPr>
                    <a:xfrm>
                      <a:off x="12262524" y="4325657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7" name="Rectangle 166"/>
                    <p:cNvSpPr/>
                    <p:nvPr/>
                  </p:nvSpPr>
                  <p:spPr>
                    <a:xfrm>
                      <a:off x="10227881" y="4325657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8" name="Rectangle 167"/>
                    <p:cNvSpPr/>
                    <p:nvPr/>
                  </p:nvSpPr>
                  <p:spPr>
                    <a:xfrm>
                      <a:off x="10619713" y="4325657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9" name="Rectangle 168"/>
                    <p:cNvSpPr/>
                    <p:nvPr/>
                  </p:nvSpPr>
                  <p:spPr>
                    <a:xfrm>
                      <a:off x="11023287" y="4325657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0" name="Rectangle 169"/>
                    <p:cNvSpPr/>
                    <p:nvPr/>
                  </p:nvSpPr>
                  <p:spPr>
                    <a:xfrm>
                      <a:off x="9420733" y="4325657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71" name="Rectangle 170"/>
                    <p:cNvSpPr/>
                    <p:nvPr/>
                  </p:nvSpPr>
                  <p:spPr>
                    <a:xfrm>
                      <a:off x="9824307" y="4325657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54" name="Group 153"/>
                  <p:cNvGrpSpPr/>
                  <p:nvPr/>
                </p:nvGrpSpPr>
                <p:grpSpPr>
                  <a:xfrm>
                    <a:off x="9420733" y="4686474"/>
                    <a:ext cx="1022774" cy="743102"/>
                    <a:chOff x="5243508" y="4135174"/>
                    <a:chExt cx="1022774" cy="743102"/>
                  </a:xfrm>
                  <a:grpFill/>
                </p:grpSpPr>
                <p:sp>
                  <p:nvSpPr>
                    <p:cNvPr id="155" name="Rectangle 154"/>
                    <p:cNvSpPr/>
                    <p:nvPr/>
                  </p:nvSpPr>
                  <p:spPr>
                    <a:xfrm>
                      <a:off x="5243508" y="4135174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6" name="Rectangle 155"/>
                    <p:cNvSpPr/>
                    <p:nvPr/>
                  </p:nvSpPr>
                  <p:spPr>
                    <a:xfrm>
                      <a:off x="5647082" y="4135174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7" name="Rectangle 156"/>
                    <p:cNvSpPr/>
                    <p:nvPr/>
                  </p:nvSpPr>
                  <p:spPr>
                    <a:xfrm>
                      <a:off x="6050656" y="4135174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8" name="Rectangle 157"/>
                    <p:cNvSpPr/>
                    <p:nvPr/>
                  </p:nvSpPr>
                  <p:spPr>
                    <a:xfrm>
                      <a:off x="5243508" y="4434576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59" name="Rectangle 158"/>
                    <p:cNvSpPr/>
                    <p:nvPr/>
                  </p:nvSpPr>
                  <p:spPr>
                    <a:xfrm>
                      <a:off x="5647082" y="4434576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0" name="Rectangle 159"/>
                    <p:cNvSpPr/>
                    <p:nvPr/>
                  </p:nvSpPr>
                  <p:spPr>
                    <a:xfrm>
                      <a:off x="6050656" y="4434576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1" name="Rectangle 160"/>
                    <p:cNvSpPr/>
                    <p:nvPr/>
                  </p:nvSpPr>
                  <p:spPr>
                    <a:xfrm>
                      <a:off x="5243508" y="4733978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2" name="Rectangle 161"/>
                    <p:cNvSpPr/>
                    <p:nvPr/>
                  </p:nvSpPr>
                  <p:spPr>
                    <a:xfrm>
                      <a:off x="5647082" y="4733978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63" name="Rectangle 162"/>
                    <p:cNvSpPr/>
                    <p:nvPr/>
                  </p:nvSpPr>
                  <p:spPr>
                    <a:xfrm>
                      <a:off x="6050656" y="4733978"/>
                      <a:ext cx="215626" cy="144298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34" name="Group 133"/>
                <p:cNvGrpSpPr/>
                <p:nvPr/>
              </p:nvGrpSpPr>
              <p:grpSpPr>
                <a:xfrm>
                  <a:off x="9277830" y="1166736"/>
                  <a:ext cx="2250191" cy="2344826"/>
                  <a:chOff x="9277830" y="1166736"/>
                  <a:chExt cx="2250191" cy="2344826"/>
                </a:xfrm>
                <a:grpFill/>
              </p:grpSpPr>
              <p:grpSp>
                <p:nvGrpSpPr>
                  <p:cNvPr id="135" name="Group 134"/>
                  <p:cNvGrpSpPr/>
                  <p:nvPr/>
                </p:nvGrpSpPr>
                <p:grpSpPr>
                  <a:xfrm>
                    <a:off x="9830401" y="2180121"/>
                    <a:ext cx="731071" cy="1326166"/>
                    <a:chOff x="-772683" y="4329325"/>
                    <a:chExt cx="731071" cy="1692900"/>
                  </a:xfrm>
                  <a:grpFill/>
                </p:grpSpPr>
                <p:sp>
                  <p:nvSpPr>
                    <p:cNvPr id="146" name="Rectangle: Top Corners Rounded 145"/>
                    <p:cNvSpPr/>
                    <p:nvPr/>
                  </p:nvSpPr>
                  <p:spPr>
                    <a:xfrm>
                      <a:off x="-772683" y="4329325"/>
                      <a:ext cx="731071" cy="16929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7" name="Rectangle 146"/>
                    <p:cNvSpPr/>
                    <p:nvPr/>
                  </p:nvSpPr>
                  <p:spPr>
                    <a:xfrm>
                      <a:off x="-391792" y="4758361"/>
                      <a:ext cx="350180" cy="1263864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6" name="Group 135"/>
                  <p:cNvGrpSpPr/>
                  <p:nvPr/>
                </p:nvGrpSpPr>
                <p:grpSpPr>
                  <a:xfrm>
                    <a:off x="10796950" y="2179890"/>
                    <a:ext cx="731071" cy="1326166"/>
                    <a:chOff x="-772683" y="4329325"/>
                    <a:chExt cx="731071" cy="1692900"/>
                  </a:xfrm>
                  <a:grpFill/>
                </p:grpSpPr>
                <p:sp>
                  <p:nvSpPr>
                    <p:cNvPr id="144" name="Rectangle: Top Corners Rounded 143"/>
                    <p:cNvSpPr/>
                    <p:nvPr/>
                  </p:nvSpPr>
                  <p:spPr>
                    <a:xfrm>
                      <a:off x="-772683" y="4329325"/>
                      <a:ext cx="731071" cy="1692900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45" name="Rectangle 144"/>
                    <p:cNvSpPr/>
                    <p:nvPr/>
                  </p:nvSpPr>
                  <p:spPr>
                    <a:xfrm>
                      <a:off x="-391792" y="4758361"/>
                      <a:ext cx="350180" cy="1263864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9277830" y="1166736"/>
                    <a:ext cx="424922" cy="2344826"/>
                    <a:chOff x="9277830" y="1166736"/>
                    <a:chExt cx="424922" cy="2344826"/>
                  </a:xfrm>
                  <a:grpFill/>
                </p:grpSpPr>
                <p:grpSp>
                  <p:nvGrpSpPr>
                    <p:cNvPr id="138" name="Group 137"/>
                    <p:cNvGrpSpPr/>
                    <p:nvPr/>
                  </p:nvGrpSpPr>
                  <p:grpSpPr>
                    <a:xfrm>
                      <a:off x="9277830" y="1497989"/>
                      <a:ext cx="424922" cy="2013573"/>
                      <a:chOff x="2507828" y="1767064"/>
                      <a:chExt cx="424922" cy="214763"/>
                    </a:xfrm>
                    <a:grpFill/>
                  </p:grpSpPr>
                  <p:sp>
                    <p:nvSpPr>
                      <p:cNvPr id="142" name="Rectangle 141"/>
                      <p:cNvSpPr/>
                      <p:nvPr/>
                    </p:nvSpPr>
                    <p:spPr>
                      <a:xfrm>
                        <a:off x="2507828" y="1767065"/>
                        <a:ext cx="424922" cy="214762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3" name="Rectangle 142"/>
                      <p:cNvSpPr/>
                      <p:nvPr/>
                    </p:nvSpPr>
                    <p:spPr>
                      <a:xfrm>
                        <a:off x="2709592" y="1767064"/>
                        <a:ext cx="223158" cy="214763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/>
                      </a:p>
                    </p:txBody>
                  </p:sp>
                </p:grpSp>
                <p:grpSp>
                  <p:nvGrpSpPr>
                    <p:cNvPr id="139" name="Group 138"/>
                    <p:cNvGrpSpPr/>
                    <p:nvPr/>
                  </p:nvGrpSpPr>
                  <p:grpSpPr>
                    <a:xfrm>
                      <a:off x="9277830" y="1166736"/>
                      <a:ext cx="424922" cy="407911"/>
                      <a:chOff x="2507828" y="1767064"/>
                      <a:chExt cx="424922" cy="268381"/>
                    </a:xfrm>
                    <a:grpFill/>
                  </p:grpSpPr>
                  <p:sp>
                    <p:nvSpPr>
                      <p:cNvPr id="140" name="Rectangle 139"/>
                      <p:cNvSpPr/>
                      <p:nvPr/>
                    </p:nvSpPr>
                    <p:spPr>
                      <a:xfrm>
                        <a:off x="2507828" y="1767065"/>
                        <a:ext cx="424922" cy="268379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141" name="Rectangle 140"/>
                      <p:cNvSpPr/>
                      <p:nvPr/>
                    </p:nvSpPr>
                    <p:spPr>
                      <a:xfrm>
                        <a:off x="2709592" y="1767064"/>
                        <a:ext cx="223158" cy="268381"/>
                      </a:xfrm>
                      <a:prstGeom prst="rect">
                        <a:avLst/>
                      </a:prstGeom>
                      <a:grp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p>
                        <a:pPr algn="ctr"/>
                        <a:endParaRPr lang="en-US"/>
                      </a:p>
                    </p:txBody>
                  </p:sp>
                </p:grpSp>
              </p:grpSp>
              <p:sp>
                <p:nvSpPr>
                  <p:cNvPr id="254" name="Rectangle 253"/>
                  <p:cNvSpPr/>
                  <p:nvPr/>
                </p:nvSpPr>
                <p:spPr>
                  <a:xfrm>
                    <a:off x="9702752" y="1757176"/>
                    <a:ext cx="1475089" cy="13716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55" name="Rectangle 254"/>
                  <p:cNvSpPr/>
                  <p:nvPr/>
                </p:nvSpPr>
                <p:spPr>
                  <a:xfrm>
                    <a:off x="10166773" y="1780779"/>
                    <a:ext cx="91440" cy="5310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Rectangle 255"/>
                  <p:cNvSpPr/>
                  <p:nvPr/>
                </p:nvSpPr>
                <p:spPr>
                  <a:xfrm>
                    <a:off x="11137203" y="1756226"/>
                    <a:ext cx="91440" cy="531080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257" name="Group 256"/>
            <p:cNvGrpSpPr/>
            <p:nvPr/>
          </p:nvGrpSpPr>
          <p:grpSpPr>
            <a:xfrm rot="10800000">
              <a:off x="8958" y="-15"/>
              <a:ext cx="6969" cy="2135"/>
              <a:chOff x="3983392" y="1386078"/>
              <a:chExt cx="4425067" cy="1355914"/>
            </a:xfrm>
            <a:solidFill>
              <a:schemeClr val="tx1">
                <a:lumMod val="75000"/>
                <a:lumOff val="25000"/>
              </a:schemeClr>
            </a:solidFill>
          </p:grpSpPr>
          <p:sp>
            <p:nvSpPr>
              <p:cNvPr id="258" name="Freeform: Shape 3"/>
              <p:cNvSpPr/>
              <p:nvPr/>
            </p:nvSpPr>
            <p:spPr>
              <a:xfrm>
                <a:off x="7429500" y="1781175"/>
                <a:ext cx="978959" cy="960817"/>
              </a:xfrm>
              <a:custGeom>
                <a:avLst/>
                <a:gdLst>
                  <a:gd name="connsiteX0" fmla="*/ 885118 w 885149"/>
                  <a:gd name="connsiteY0" fmla="*/ 999263 h 999573"/>
                  <a:gd name="connsiteX1" fmla="*/ 885120 w 885149"/>
                  <a:gd name="connsiteY1" fmla="*/ 999263 h 999573"/>
                  <a:gd name="connsiteX2" fmla="*/ 885120 w 885149"/>
                  <a:gd name="connsiteY2" fmla="*/ 999573 h 999573"/>
                  <a:gd name="connsiteX3" fmla="*/ 421711 w 885149"/>
                  <a:gd name="connsiteY3" fmla="*/ 433 h 999573"/>
                  <a:gd name="connsiteX4" fmla="*/ 496514 w 885149"/>
                  <a:gd name="connsiteY4" fmla="*/ 72132 h 999573"/>
                  <a:gd name="connsiteX5" fmla="*/ 496514 w 885149"/>
                  <a:gd name="connsiteY5" fmla="*/ 358001 h 999573"/>
                  <a:gd name="connsiteX6" fmla="*/ 496514 w 885149"/>
                  <a:gd name="connsiteY6" fmla="*/ 366692 h 999573"/>
                  <a:gd name="connsiteX7" fmla="*/ 501791 w 885149"/>
                  <a:gd name="connsiteY7" fmla="*/ 370417 h 999573"/>
                  <a:gd name="connsiteX8" fmla="*/ 606392 w 885149"/>
                  <a:gd name="connsiteY8" fmla="*/ 361415 h 999573"/>
                  <a:gd name="connsiteX9" fmla="*/ 831113 w 885149"/>
                  <a:gd name="connsiteY9" fmla="*/ 522507 h 999573"/>
                  <a:gd name="connsiteX10" fmla="*/ 845080 w 885149"/>
                  <a:gd name="connsiteY10" fmla="*/ 560995 h 999573"/>
                  <a:gd name="connsiteX11" fmla="*/ 850357 w 885149"/>
                  <a:gd name="connsiteY11" fmla="*/ 563167 h 999573"/>
                  <a:gd name="connsiteX12" fmla="*/ 865876 w 885149"/>
                  <a:gd name="connsiteY12" fmla="*/ 582101 h 999573"/>
                  <a:gd name="connsiteX13" fmla="*/ 866186 w 885149"/>
                  <a:gd name="connsiteY13" fmla="*/ 648213 h 999573"/>
                  <a:gd name="connsiteX14" fmla="*/ 879533 w 885149"/>
                  <a:gd name="connsiteY14" fmla="*/ 648524 h 999573"/>
                  <a:gd name="connsiteX15" fmla="*/ 885120 w 885149"/>
                  <a:gd name="connsiteY15" fmla="*/ 654111 h 999573"/>
                  <a:gd name="connsiteX16" fmla="*/ 885120 w 885149"/>
                  <a:gd name="connsiteY16" fmla="*/ 657836 h 999573"/>
                  <a:gd name="connsiteX17" fmla="*/ 885120 w 885149"/>
                  <a:gd name="connsiteY17" fmla="*/ 949290 h 999573"/>
                  <a:gd name="connsiteX18" fmla="*/ 884810 w 885149"/>
                  <a:gd name="connsiteY18" fmla="*/ 953946 h 999573"/>
                  <a:gd name="connsiteX19" fmla="*/ 885118 w 885149"/>
                  <a:gd name="connsiteY19" fmla="*/ 999263 h 999573"/>
                  <a:gd name="connsiteX20" fmla="*/ 0 w 885149"/>
                  <a:gd name="connsiteY20" fmla="*/ 999263 h 999573"/>
                  <a:gd name="connsiteX21" fmla="*/ 0 w 885149"/>
                  <a:gd name="connsiteY21" fmla="*/ 378487 h 999573"/>
                  <a:gd name="connsiteX22" fmla="*/ 154778 w 885149"/>
                  <a:gd name="connsiteY22" fmla="*/ 378487 h 999573"/>
                  <a:gd name="connsiteX23" fmla="*/ 162848 w 885149"/>
                  <a:gd name="connsiteY23" fmla="*/ 369175 h 999573"/>
                  <a:gd name="connsiteX24" fmla="*/ 162848 w 885149"/>
                  <a:gd name="connsiteY24" fmla="*/ 186045 h 999573"/>
                  <a:gd name="connsiteX25" fmla="*/ 162848 w 885149"/>
                  <a:gd name="connsiteY25" fmla="*/ 78340 h 999573"/>
                  <a:gd name="connsiteX26" fmla="*/ 164400 w 885149"/>
                  <a:gd name="connsiteY26" fmla="*/ 67166 h 999573"/>
                  <a:gd name="connsiteX27" fmla="*/ 164710 w 885149"/>
                  <a:gd name="connsiteY27" fmla="*/ 80513 h 999573"/>
                  <a:gd name="connsiteX28" fmla="*/ 164710 w 885149"/>
                  <a:gd name="connsiteY28" fmla="*/ 366382 h 999573"/>
                  <a:gd name="connsiteX29" fmla="*/ 164400 w 885149"/>
                  <a:gd name="connsiteY29" fmla="*/ 379728 h 999573"/>
                  <a:gd name="connsiteX30" fmla="*/ 165641 w 885149"/>
                  <a:gd name="connsiteY30" fmla="*/ 379728 h 999573"/>
                  <a:gd name="connsiteX31" fmla="*/ 165331 w 885149"/>
                  <a:gd name="connsiteY31" fmla="*/ 379418 h 999573"/>
                  <a:gd name="connsiteX32" fmla="*/ 165331 w 885149"/>
                  <a:gd name="connsiteY32" fmla="*/ 72753 h 999573"/>
                  <a:gd name="connsiteX33" fmla="*/ 165952 w 885149"/>
                  <a:gd name="connsiteY33" fmla="*/ 67166 h 999573"/>
                  <a:gd name="connsiteX34" fmla="*/ 242307 w 885149"/>
                  <a:gd name="connsiteY34" fmla="*/ 743 h 999573"/>
                  <a:gd name="connsiteX35" fmla="*/ 317110 w 885149"/>
                  <a:gd name="connsiteY35" fmla="*/ 72443 h 999573"/>
                  <a:gd name="connsiteX36" fmla="*/ 317110 w 885149"/>
                  <a:gd name="connsiteY36" fmla="*/ 305856 h 999573"/>
                  <a:gd name="connsiteX37" fmla="*/ 317110 w 885149"/>
                  <a:gd name="connsiteY37" fmla="*/ 523127 h 999573"/>
                  <a:gd name="connsiteX38" fmla="*/ 320214 w 885149"/>
                  <a:gd name="connsiteY38" fmla="*/ 533991 h 999573"/>
                  <a:gd name="connsiteX39" fmla="*/ 340079 w 885149"/>
                  <a:gd name="connsiteY39" fmla="*/ 493951 h 999573"/>
                  <a:gd name="connsiteX40" fmla="*/ 345045 w 885149"/>
                  <a:gd name="connsiteY40" fmla="*/ 475948 h 999573"/>
                  <a:gd name="connsiteX41" fmla="*/ 345045 w 885149"/>
                  <a:gd name="connsiteY41" fmla="*/ 154695 h 999573"/>
                  <a:gd name="connsiteX42" fmla="*/ 345045 w 885149"/>
                  <a:gd name="connsiteY42" fmla="*/ 75547 h 999573"/>
                  <a:gd name="connsiteX43" fmla="*/ 408364 w 885149"/>
                  <a:gd name="connsiteY43" fmla="*/ 743 h 999573"/>
                  <a:gd name="connsiteX44" fmla="*/ 421711 w 885149"/>
                  <a:gd name="connsiteY44" fmla="*/ 433 h 999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885149" h="999573">
                    <a:moveTo>
                      <a:pt x="885118" y="999263"/>
                    </a:moveTo>
                    <a:lnTo>
                      <a:pt x="885120" y="999263"/>
                    </a:lnTo>
                    <a:lnTo>
                      <a:pt x="885120" y="999573"/>
                    </a:lnTo>
                    <a:close/>
                    <a:moveTo>
                      <a:pt x="421711" y="433"/>
                    </a:moveTo>
                    <a:cubicBezTo>
                      <a:pt x="462372" y="-1430"/>
                      <a:pt x="496514" y="35507"/>
                      <a:pt x="496514" y="72132"/>
                    </a:cubicBezTo>
                    <a:cubicBezTo>
                      <a:pt x="496204" y="167421"/>
                      <a:pt x="496514" y="262712"/>
                      <a:pt x="496514" y="358001"/>
                    </a:cubicBezTo>
                    <a:cubicBezTo>
                      <a:pt x="496514" y="361105"/>
                      <a:pt x="496514" y="363898"/>
                      <a:pt x="496514" y="366692"/>
                    </a:cubicBezTo>
                    <a:cubicBezTo>
                      <a:pt x="496514" y="370106"/>
                      <a:pt x="499308" y="370417"/>
                      <a:pt x="501791" y="370417"/>
                    </a:cubicBezTo>
                    <a:cubicBezTo>
                      <a:pt x="535934" y="359863"/>
                      <a:pt x="571318" y="357070"/>
                      <a:pt x="606392" y="361415"/>
                    </a:cubicBezTo>
                    <a:cubicBezTo>
                      <a:pt x="710062" y="374452"/>
                      <a:pt x="785176" y="428459"/>
                      <a:pt x="831113" y="522507"/>
                    </a:cubicBezTo>
                    <a:cubicBezTo>
                      <a:pt x="837010" y="534922"/>
                      <a:pt x="842287" y="547648"/>
                      <a:pt x="845080" y="560995"/>
                    </a:cubicBezTo>
                    <a:cubicBezTo>
                      <a:pt x="846943" y="561926"/>
                      <a:pt x="848495" y="562857"/>
                      <a:pt x="850357" y="563167"/>
                    </a:cubicBezTo>
                    <a:cubicBezTo>
                      <a:pt x="861531" y="565650"/>
                      <a:pt x="865876" y="570617"/>
                      <a:pt x="865876" y="582101"/>
                    </a:cubicBezTo>
                    <a:cubicBezTo>
                      <a:pt x="866186" y="604138"/>
                      <a:pt x="866186" y="626176"/>
                      <a:pt x="866186" y="648213"/>
                    </a:cubicBezTo>
                    <a:cubicBezTo>
                      <a:pt x="870532" y="648524"/>
                      <a:pt x="875188" y="648524"/>
                      <a:pt x="879533" y="648524"/>
                    </a:cubicBezTo>
                    <a:cubicBezTo>
                      <a:pt x="883258" y="648524"/>
                      <a:pt x="885430" y="650076"/>
                      <a:pt x="885120" y="654111"/>
                    </a:cubicBezTo>
                    <a:cubicBezTo>
                      <a:pt x="885120" y="655352"/>
                      <a:pt x="885120" y="656594"/>
                      <a:pt x="885120" y="657836"/>
                    </a:cubicBezTo>
                    <a:cubicBezTo>
                      <a:pt x="885120" y="754987"/>
                      <a:pt x="885120" y="852138"/>
                      <a:pt x="885120" y="949290"/>
                    </a:cubicBezTo>
                    <a:cubicBezTo>
                      <a:pt x="885120" y="950842"/>
                      <a:pt x="884810" y="952394"/>
                      <a:pt x="884810" y="953946"/>
                    </a:cubicBezTo>
                    <a:lnTo>
                      <a:pt x="885118" y="999263"/>
                    </a:lnTo>
                    <a:lnTo>
                      <a:pt x="0" y="999263"/>
                    </a:lnTo>
                    <a:lnTo>
                      <a:pt x="0" y="378487"/>
                    </a:lnTo>
                    <a:lnTo>
                      <a:pt x="154778" y="378487"/>
                    </a:lnTo>
                    <a:cubicBezTo>
                      <a:pt x="162848" y="378487"/>
                      <a:pt x="162848" y="378176"/>
                      <a:pt x="162848" y="369175"/>
                    </a:cubicBezTo>
                    <a:cubicBezTo>
                      <a:pt x="162848" y="308029"/>
                      <a:pt x="162848" y="247193"/>
                      <a:pt x="162848" y="186045"/>
                    </a:cubicBezTo>
                    <a:cubicBezTo>
                      <a:pt x="162848" y="150040"/>
                      <a:pt x="162848" y="114345"/>
                      <a:pt x="162848" y="78340"/>
                    </a:cubicBezTo>
                    <a:cubicBezTo>
                      <a:pt x="162848" y="74615"/>
                      <a:pt x="161606" y="70580"/>
                      <a:pt x="164400" y="67166"/>
                    </a:cubicBezTo>
                    <a:cubicBezTo>
                      <a:pt x="164710" y="71511"/>
                      <a:pt x="164710" y="76167"/>
                      <a:pt x="164710" y="80513"/>
                    </a:cubicBezTo>
                    <a:cubicBezTo>
                      <a:pt x="164710" y="175802"/>
                      <a:pt x="164710" y="271093"/>
                      <a:pt x="164710" y="366382"/>
                    </a:cubicBezTo>
                    <a:cubicBezTo>
                      <a:pt x="164710" y="370727"/>
                      <a:pt x="164400" y="375383"/>
                      <a:pt x="164400" y="379728"/>
                    </a:cubicBezTo>
                    <a:cubicBezTo>
                      <a:pt x="164710" y="379728"/>
                      <a:pt x="165331" y="379728"/>
                      <a:pt x="165641" y="379728"/>
                    </a:cubicBezTo>
                    <a:cubicBezTo>
                      <a:pt x="165641" y="379728"/>
                      <a:pt x="165331" y="379418"/>
                      <a:pt x="165331" y="379418"/>
                    </a:cubicBezTo>
                    <a:cubicBezTo>
                      <a:pt x="165331" y="277300"/>
                      <a:pt x="165331" y="174871"/>
                      <a:pt x="165331" y="72753"/>
                    </a:cubicBezTo>
                    <a:cubicBezTo>
                      <a:pt x="165331" y="70891"/>
                      <a:pt x="165020" y="69028"/>
                      <a:pt x="165952" y="67166"/>
                    </a:cubicBezTo>
                    <a:cubicBezTo>
                      <a:pt x="170918" y="22470"/>
                      <a:pt x="212199" y="-2361"/>
                      <a:pt x="242307" y="743"/>
                    </a:cubicBezTo>
                    <a:cubicBezTo>
                      <a:pt x="281416" y="-1740"/>
                      <a:pt x="317421" y="34886"/>
                      <a:pt x="317110" y="72443"/>
                    </a:cubicBezTo>
                    <a:cubicBezTo>
                      <a:pt x="316800" y="150040"/>
                      <a:pt x="317110" y="227949"/>
                      <a:pt x="317110" y="305856"/>
                    </a:cubicBezTo>
                    <a:cubicBezTo>
                      <a:pt x="317110" y="378176"/>
                      <a:pt x="317110" y="450807"/>
                      <a:pt x="317110" y="523127"/>
                    </a:cubicBezTo>
                    <a:cubicBezTo>
                      <a:pt x="317110" y="526852"/>
                      <a:pt x="314938" y="531508"/>
                      <a:pt x="320214" y="533991"/>
                    </a:cubicBezTo>
                    <a:cubicBezTo>
                      <a:pt x="325180" y="519713"/>
                      <a:pt x="332319" y="506677"/>
                      <a:pt x="340079" y="493951"/>
                    </a:cubicBezTo>
                    <a:cubicBezTo>
                      <a:pt x="343804" y="488053"/>
                      <a:pt x="345045" y="482466"/>
                      <a:pt x="345045" y="475948"/>
                    </a:cubicBezTo>
                    <a:cubicBezTo>
                      <a:pt x="345045" y="368865"/>
                      <a:pt x="345045" y="261781"/>
                      <a:pt x="345045" y="154695"/>
                    </a:cubicBezTo>
                    <a:cubicBezTo>
                      <a:pt x="345045" y="128312"/>
                      <a:pt x="345666" y="101929"/>
                      <a:pt x="345045" y="75547"/>
                    </a:cubicBezTo>
                    <a:cubicBezTo>
                      <a:pt x="344114" y="43266"/>
                      <a:pt x="367393" y="8503"/>
                      <a:pt x="408364" y="743"/>
                    </a:cubicBezTo>
                    <a:cubicBezTo>
                      <a:pt x="412710" y="-188"/>
                      <a:pt x="417366" y="-188"/>
                      <a:pt x="421711" y="433"/>
                    </a:cubicBezTo>
                    <a:close/>
                  </a:path>
                </a:pathLst>
              </a:custGeom>
              <a:grpFill/>
              <a:ln w="3651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p>
                <a:endParaRPr lang="en-US"/>
              </a:p>
            </p:txBody>
          </p:sp>
          <p:sp>
            <p:nvSpPr>
              <p:cNvPr id="259" name="Freeform: Shape 4"/>
              <p:cNvSpPr/>
              <p:nvPr/>
            </p:nvSpPr>
            <p:spPr>
              <a:xfrm>
                <a:off x="3983392" y="1627126"/>
                <a:ext cx="2234528" cy="1111017"/>
              </a:xfrm>
              <a:custGeom>
                <a:avLst/>
                <a:gdLst>
                  <a:gd name="connsiteX0" fmla="*/ 1359605 w 4190656"/>
                  <a:gd name="connsiteY0" fmla="*/ 2009520 h 2083613"/>
                  <a:gd name="connsiteX1" fmla="*/ 1359605 w 4190656"/>
                  <a:gd name="connsiteY1" fmla="*/ 2049344 h 2083613"/>
                  <a:gd name="connsiteX2" fmla="*/ 1942246 w 4190656"/>
                  <a:gd name="connsiteY2" fmla="*/ 2049344 h 2083613"/>
                  <a:gd name="connsiteX3" fmla="*/ 1942246 w 4190656"/>
                  <a:gd name="connsiteY3" fmla="*/ 2009520 h 2083613"/>
                  <a:gd name="connsiteX4" fmla="*/ 3736514 w 4190656"/>
                  <a:gd name="connsiteY4" fmla="*/ 2004560 h 2083613"/>
                  <a:gd name="connsiteX5" fmla="*/ 3736514 w 4190656"/>
                  <a:gd name="connsiteY5" fmla="*/ 2044384 h 2083613"/>
                  <a:gd name="connsiteX6" fmla="*/ 4087017 w 4190656"/>
                  <a:gd name="connsiteY6" fmla="*/ 2044384 h 2083613"/>
                  <a:gd name="connsiteX7" fmla="*/ 4087017 w 4190656"/>
                  <a:gd name="connsiteY7" fmla="*/ 2004560 h 2083613"/>
                  <a:gd name="connsiteX8" fmla="*/ 3320982 w 4190656"/>
                  <a:gd name="connsiteY8" fmla="*/ 2004560 h 2083613"/>
                  <a:gd name="connsiteX9" fmla="*/ 3320982 w 4190656"/>
                  <a:gd name="connsiteY9" fmla="*/ 2044384 h 2083613"/>
                  <a:gd name="connsiteX10" fmla="*/ 3671485 w 4190656"/>
                  <a:gd name="connsiteY10" fmla="*/ 2044384 h 2083613"/>
                  <a:gd name="connsiteX11" fmla="*/ 3671485 w 4190656"/>
                  <a:gd name="connsiteY11" fmla="*/ 2004560 h 2083613"/>
                  <a:gd name="connsiteX12" fmla="*/ 1359605 w 4190656"/>
                  <a:gd name="connsiteY12" fmla="*/ 1948423 h 2083613"/>
                  <a:gd name="connsiteX13" fmla="*/ 1359605 w 4190656"/>
                  <a:gd name="connsiteY13" fmla="*/ 1988247 h 2083613"/>
                  <a:gd name="connsiteX14" fmla="*/ 1942246 w 4190656"/>
                  <a:gd name="connsiteY14" fmla="*/ 1988247 h 2083613"/>
                  <a:gd name="connsiteX15" fmla="*/ 1942246 w 4190656"/>
                  <a:gd name="connsiteY15" fmla="*/ 1948423 h 2083613"/>
                  <a:gd name="connsiteX16" fmla="*/ 3736514 w 4190656"/>
                  <a:gd name="connsiteY16" fmla="*/ 1943463 h 2083613"/>
                  <a:gd name="connsiteX17" fmla="*/ 3736514 w 4190656"/>
                  <a:gd name="connsiteY17" fmla="*/ 1983287 h 2083613"/>
                  <a:gd name="connsiteX18" fmla="*/ 4087017 w 4190656"/>
                  <a:gd name="connsiteY18" fmla="*/ 1983287 h 2083613"/>
                  <a:gd name="connsiteX19" fmla="*/ 4087017 w 4190656"/>
                  <a:gd name="connsiteY19" fmla="*/ 1943463 h 2083613"/>
                  <a:gd name="connsiteX20" fmla="*/ 3320982 w 4190656"/>
                  <a:gd name="connsiteY20" fmla="*/ 1943463 h 2083613"/>
                  <a:gd name="connsiteX21" fmla="*/ 3320982 w 4190656"/>
                  <a:gd name="connsiteY21" fmla="*/ 1983287 h 2083613"/>
                  <a:gd name="connsiteX22" fmla="*/ 3671485 w 4190656"/>
                  <a:gd name="connsiteY22" fmla="*/ 1983287 h 2083613"/>
                  <a:gd name="connsiteX23" fmla="*/ 3671485 w 4190656"/>
                  <a:gd name="connsiteY23" fmla="*/ 1943463 h 2083613"/>
                  <a:gd name="connsiteX24" fmla="*/ 1359605 w 4190656"/>
                  <a:gd name="connsiteY24" fmla="*/ 1887327 h 2083613"/>
                  <a:gd name="connsiteX25" fmla="*/ 1359605 w 4190656"/>
                  <a:gd name="connsiteY25" fmla="*/ 1927151 h 2083613"/>
                  <a:gd name="connsiteX26" fmla="*/ 1942246 w 4190656"/>
                  <a:gd name="connsiteY26" fmla="*/ 1927151 h 2083613"/>
                  <a:gd name="connsiteX27" fmla="*/ 1942246 w 4190656"/>
                  <a:gd name="connsiteY27" fmla="*/ 1887327 h 2083613"/>
                  <a:gd name="connsiteX28" fmla="*/ 3736514 w 4190656"/>
                  <a:gd name="connsiteY28" fmla="*/ 1882367 h 2083613"/>
                  <a:gd name="connsiteX29" fmla="*/ 3736514 w 4190656"/>
                  <a:gd name="connsiteY29" fmla="*/ 1922191 h 2083613"/>
                  <a:gd name="connsiteX30" fmla="*/ 4087017 w 4190656"/>
                  <a:gd name="connsiteY30" fmla="*/ 1922191 h 2083613"/>
                  <a:gd name="connsiteX31" fmla="*/ 4087017 w 4190656"/>
                  <a:gd name="connsiteY31" fmla="*/ 1882367 h 2083613"/>
                  <a:gd name="connsiteX32" fmla="*/ 3320982 w 4190656"/>
                  <a:gd name="connsiteY32" fmla="*/ 1882367 h 2083613"/>
                  <a:gd name="connsiteX33" fmla="*/ 3320982 w 4190656"/>
                  <a:gd name="connsiteY33" fmla="*/ 1922191 h 2083613"/>
                  <a:gd name="connsiteX34" fmla="*/ 3671485 w 4190656"/>
                  <a:gd name="connsiteY34" fmla="*/ 1922191 h 2083613"/>
                  <a:gd name="connsiteX35" fmla="*/ 3671485 w 4190656"/>
                  <a:gd name="connsiteY35" fmla="*/ 1882367 h 2083613"/>
                  <a:gd name="connsiteX36" fmla="*/ 3051754 w 4190656"/>
                  <a:gd name="connsiteY36" fmla="*/ 1873675 h 2083613"/>
                  <a:gd name="connsiteX37" fmla="*/ 3051754 w 4190656"/>
                  <a:gd name="connsiteY37" fmla="*/ 1939321 h 2083613"/>
                  <a:gd name="connsiteX38" fmla="*/ 3149850 w 4190656"/>
                  <a:gd name="connsiteY38" fmla="*/ 1939321 h 2083613"/>
                  <a:gd name="connsiteX39" fmla="*/ 3149850 w 4190656"/>
                  <a:gd name="connsiteY39" fmla="*/ 1873675 h 2083613"/>
                  <a:gd name="connsiteX40" fmla="*/ 2868153 w 4190656"/>
                  <a:gd name="connsiteY40" fmla="*/ 1873675 h 2083613"/>
                  <a:gd name="connsiteX41" fmla="*/ 2868153 w 4190656"/>
                  <a:gd name="connsiteY41" fmla="*/ 1939321 h 2083613"/>
                  <a:gd name="connsiteX42" fmla="*/ 2966249 w 4190656"/>
                  <a:gd name="connsiteY42" fmla="*/ 1939321 h 2083613"/>
                  <a:gd name="connsiteX43" fmla="*/ 2966249 w 4190656"/>
                  <a:gd name="connsiteY43" fmla="*/ 1873675 h 2083613"/>
                  <a:gd name="connsiteX44" fmla="*/ 2684553 w 4190656"/>
                  <a:gd name="connsiteY44" fmla="*/ 1873675 h 2083613"/>
                  <a:gd name="connsiteX45" fmla="*/ 2684553 w 4190656"/>
                  <a:gd name="connsiteY45" fmla="*/ 1939321 h 2083613"/>
                  <a:gd name="connsiteX46" fmla="*/ 2782649 w 4190656"/>
                  <a:gd name="connsiteY46" fmla="*/ 1939321 h 2083613"/>
                  <a:gd name="connsiteX47" fmla="*/ 2782649 w 4190656"/>
                  <a:gd name="connsiteY47" fmla="*/ 1873675 h 2083613"/>
                  <a:gd name="connsiteX48" fmla="*/ 1359605 w 4190656"/>
                  <a:gd name="connsiteY48" fmla="*/ 1826230 h 2083613"/>
                  <a:gd name="connsiteX49" fmla="*/ 1359605 w 4190656"/>
                  <a:gd name="connsiteY49" fmla="*/ 1866054 h 2083613"/>
                  <a:gd name="connsiteX50" fmla="*/ 1942246 w 4190656"/>
                  <a:gd name="connsiteY50" fmla="*/ 1866054 h 2083613"/>
                  <a:gd name="connsiteX51" fmla="*/ 1942246 w 4190656"/>
                  <a:gd name="connsiteY51" fmla="*/ 1826230 h 2083613"/>
                  <a:gd name="connsiteX52" fmla="*/ 3736514 w 4190656"/>
                  <a:gd name="connsiteY52" fmla="*/ 1821270 h 2083613"/>
                  <a:gd name="connsiteX53" fmla="*/ 3736514 w 4190656"/>
                  <a:gd name="connsiteY53" fmla="*/ 1861094 h 2083613"/>
                  <a:gd name="connsiteX54" fmla="*/ 4087017 w 4190656"/>
                  <a:gd name="connsiteY54" fmla="*/ 1861094 h 2083613"/>
                  <a:gd name="connsiteX55" fmla="*/ 4087017 w 4190656"/>
                  <a:gd name="connsiteY55" fmla="*/ 1821270 h 2083613"/>
                  <a:gd name="connsiteX56" fmla="*/ 3320982 w 4190656"/>
                  <a:gd name="connsiteY56" fmla="*/ 1821270 h 2083613"/>
                  <a:gd name="connsiteX57" fmla="*/ 3320982 w 4190656"/>
                  <a:gd name="connsiteY57" fmla="*/ 1861094 h 2083613"/>
                  <a:gd name="connsiteX58" fmla="*/ 3671485 w 4190656"/>
                  <a:gd name="connsiteY58" fmla="*/ 1861094 h 2083613"/>
                  <a:gd name="connsiteX59" fmla="*/ 3671485 w 4190656"/>
                  <a:gd name="connsiteY59" fmla="*/ 1821270 h 2083613"/>
                  <a:gd name="connsiteX60" fmla="*/ 3051754 w 4190656"/>
                  <a:gd name="connsiteY60" fmla="*/ 1737466 h 2083613"/>
                  <a:gd name="connsiteX61" fmla="*/ 3051754 w 4190656"/>
                  <a:gd name="connsiteY61" fmla="*/ 1803112 h 2083613"/>
                  <a:gd name="connsiteX62" fmla="*/ 3149850 w 4190656"/>
                  <a:gd name="connsiteY62" fmla="*/ 1803112 h 2083613"/>
                  <a:gd name="connsiteX63" fmla="*/ 3149850 w 4190656"/>
                  <a:gd name="connsiteY63" fmla="*/ 1737466 h 2083613"/>
                  <a:gd name="connsiteX64" fmla="*/ 2868153 w 4190656"/>
                  <a:gd name="connsiteY64" fmla="*/ 1737466 h 2083613"/>
                  <a:gd name="connsiteX65" fmla="*/ 2868153 w 4190656"/>
                  <a:gd name="connsiteY65" fmla="*/ 1803112 h 2083613"/>
                  <a:gd name="connsiteX66" fmla="*/ 2966249 w 4190656"/>
                  <a:gd name="connsiteY66" fmla="*/ 1803112 h 2083613"/>
                  <a:gd name="connsiteX67" fmla="*/ 2966249 w 4190656"/>
                  <a:gd name="connsiteY67" fmla="*/ 1737466 h 2083613"/>
                  <a:gd name="connsiteX68" fmla="*/ 2684553 w 4190656"/>
                  <a:gd name="connsiteY68" fmla="*/ 1737466 h 2083613"/>
                  <a:gd name="connsiteX69" fmla="*/ 2684553 w 4190656"/>
                  <a:gd name="connsiteY69" fmla="*/ 1803112 h 2083613"/>
                  <a:gd name="connsiteX70" fmla="*/ 2782649 w 4190656"/>
                  <a:gd name="connsiteY70" fmla="*/ 1803112 h 2083613"/>
                  <a:gd name="connsiteX71" fmla="*/ 2782649 w 4190656"/>
                  <a:gd name="connsiteY71" fmla="*/ 1737466 h 2083613"/>
                  <a:gd name="connsiteX72" fmla="*/ 3051754 w 4190656"/>
                  <a:gd name="connsiteY72" fmla="*/ 1601257 h 2083613"/>
                  <a:gd name="connsiteX73" fmla="*/ 3051754 w 4190656"/>
                  <a:gd name="connsiteY73" fmla="*/ 1666903 h 2083613"/>
                  <a:gd name="connsiteX74" fmla="*/ 3149850 w 4190656"/>
                  <a:gd name="connsiteY74" fmla="*/ 1666903 h 2083613"/>
                  <a:gd name="connsiteX75" fmla="*/ 3149850 w 4190656"/>
                  <a:gd name="connsiteY75" fmla="*/ 1601257 h 2083613"/>
                  <a:gd name="connsiteX76" fmla="*/ 2868153 w 4190656"/>
                  <a:gd name="connsiteY76" fmla="*/ 1601257 h 2083613"/>
                  <a:gd name="connsiteX77" fmla="*/ 2868153 w 4190656"/>
                  <a:gd name="connsiteY77" fmla="*/ 1666903 h 2083613"/>
                  <a:gd name="connsiteX78" fmla="*/ 2966249 w 4190656"/>
                  <a:gd name="connsiteY78" fmla="*/ 1666903 h 2083613"/>
                  <a:gd name="connsiteX79" fmla="*/ 2966249 w 4190656"/>
                  <a:gd name="connsiteY79" fmla="*/ 1601257 h 2083613"/>
                  <a:gd name="connsiteX80" fmla="*/ 2684553 w 4190656"/>
                  <a:gd name="connsiteY80" fmla="*/ 1601257 h 2083613"/>
                  <a:gd name="connsiteX81" fmla="*/ 2684553 w 4190656"/>
                  <a:gd name="connsiteY81" fmla="*/ 1666903 h 2083613"/>
                  <a:gd name="connsiteX82" fmla="*/ 2782649 w 4190656"/>
                  <a:gd name="connsiteY82" fmla="*/ 1666903 h 2083613"/>
                  <a:gd name="connsiteX83" fmla="*/ 2782649 w 4190656"/>
                  <a:gd name="connsiteY83" fmla="*/ 1601257 h 2083613"/>
                  <a:gd name="connsiteX84" fmla="*/ 1003047 w 4190656"/>
                  <a:gd name="connsiteY84" fmla="*/ 1464531 h 2083613"/>
                  <a:gd name="connsiteX85" fmla="*/ 1003047 w 4190656"/>
                  <a:gd name="connsiteY85" fmla="*/ 2082216 h 2083613"/>
                  <a:gd name="connsiteX86" fmla="*/ 1259865 w 4190656"/>
                  <a:gd name="connsiteY86" fmla="*/ 2082216 h 2083613"/>
                  <a:gd name="connsiteX87" fmla="*/ 1259865 w 4190656"/>
                  <a:gd name="connsiteY87" fmla="*/ 1464531 h 2083613"/>
                  <a:gd name="connsiteX88" fmla="*/ 640721 w 4190656"/>
                  <a:gd name="connsiteY88" fmla="*/ 1461809 h 2083613"/>
                  <a:gd name="connsiteX89" fmla="*/ 640721 w 4190656"/>
                  <a:gd name="connsiteY89" fmla="*/ 2079494 h 2083613"/>
                  <a:gd name="connsiteX90" fmla="*/ 860983 w 4190656"/>
                  <a:gd name="connsiteY90" fmla="*/ 2079494 h 2083613"/>
                  <a:gd name="connsiteX91" fmla="*/ 860983 w 4190656"/>
                  <a:gd name="connsiteY91" fmla="*/ 1461809 h 2083613"/>
                  <a:gd name="connsiteX92" fmla="*/ 3977387 w 4190656"/>
                  <a:gd name="connsiteY92" fmla="*/ 1437108 h 2083613"/>
                  <a:gd name="connsiteX93" fmla="*/ 3977387 w 4190656"/>
                  <a:gd name="connsiteY93" fmla="*/ 1502754 h 2083613"/>
                  <a:gd name="connsiteX94" fmla="*/ 4075483 w 4190656"/>
                  <a:gd name="connsiteY94" fmla="*/ 1502754 h 2083613"/>
                  <a:gd name="connsiteX95" fmla="*/ 4075483 w 4190656"/>
                  <a:gd name="connsiteY95" fmla="*/ 1437108 h 2083613"/>
                  <a:gd name="connsiteX96" fmla="*/ 3793786 w 4190656"/>
                  <a:gd name="connsiteY96" fmla="*/ 1437108 h 2083613"/>
                  <a:gd name="connsiteX97" fmla="*/ 3793786 w 4190656"/>
                  <a:gd name="connsiteY97" fmla="*/ 1502754 h 2083613"/>
                  <a:gd name="connsiteX98" fmla="*/ 3891882 w 4190656"/>
                  <a:gd name="connsiteY98" fmla="*/ 1502754 h 2083613"/>
                  <a:gd name="connsiteX99" fmla="*/ 3891882 w 4190656"/>
                  <a:gd name="connsiteY99" fmla="*/ 1437108 h 2083613"/>
                  <a:gd name="connsiteX100" fmla="*/ 3610186 w 4190656"/>
                  <a:gd name="connsiteY100" fmla="*/ 1437108 h 2083613"/>
                  <a:gd name="connsiteX101" fmla="*/ 3610186 w 4190656"/>
                  <a:gd name="connsiteY101" fmla="*/ 1502754 h 2083613"/>
                  <a:gd name="connsiteX102" fmla="*/ 3708282 w 4190656"/>
                  <a:gd name="connsiteY102" fmla="*/ 1502754 h 2083613"/>
                  <a:gd name="connsiteX103" fmla="*/ 3708282 w 4190656"/>
                  <a:gd name="connsiteY103" fmla="*/ 1437108 h 2083613"/>
                  <a:gd name="connsiteX104" fmla="*/ 3413613 w 4190656"/>
                  <a:gd name="connsiteY104" fmla="*/ 1437108 h 2083613"/>
                  <a:gd name="connsiteX105" fmla="*/ 3413613 w 4190656"/>
                  <a:gd name="connsiteY105" fmla="*/ 1502754 h 2083613"/>
                  <a:gd name="connsiteX106" fmla="*/ 3511709 w 4190656"/>
                  <a:gd name="connsiteY106" fmla="*/ 1502754 h 2083613"/>
                  <a:gd name="connsiteX107" fmla="*/ 3511709 w 4190656"/>
                  <a:gd name="connsiteY107" fmla="*/ 1437108 h 2083613"/>
                  <a:gd name="connsiteX108" fmla="*/ 3230013 w 4190656"/>
                  <a:gd name="connsiteY108" fmla="*/ 1437108 h 2083613"/>
                  <a:gd name="connsiteX109" fmla="*/ 3230013 w 4190656"/>
                  <a:gd name="connsiteY109" fmla="*/ 1502754 h 2083613"/>
                  <a:gd name="connsiteX110" fmla="*/ 3328109 w 4190656"/>
                  <a:gd name="connsiteY110" fmla="*/ 1502754 h 2083613"/>
                  <a:gd name="connsiteX111" fmla="*/ 3328109 w 4190656"/>
                  <a:gd name="connsiteY111" fmla="*/ 1437108 h 2083613"/>
                  <a:gd name="connsiteX112" fmla="*/ 3051754 w 4190656"/>
                  <a:gd name="connsiteY112" fmla="*/ 1437108 h 2083613"/>
                  <a:gd name="connsiteX113" fmla="*/ 3051754 w 4190656"/>
                  <a:gd name="connsiteY113" fmla="*/ 1502754 h 2083613"/>
                  <a:gd name="connsiteX114" fmla="*/ 3149850 w 4190656"/>
                  <a:gd name="connsiteY114" fmla="*/ 1502754 h 2083613"/>
                  <a:gd name="connsiteX115" fmla="*/ 3149850 w 4190656"/>
                  <a:gd name="connsiteY115" fmla="*/ 1437108 h 2083613"/>
                  <a:gd name="connsiteX116" fmla="*/ 2868153 w 4190656"/>
                  <a:gd name="connsiteY116" fmla="*/ 1437108 h 2083613"/>
                  <a:gd name="connsiteX117" fmla="*/ 2868153 w 4190656"/>
                  <a:gd name="connsiteY117" fmla="*/ 1502754 h 2083613"/>
                  <a:gd name="connsiteX118" fmla="*/ 2966249 w 4190656"/>
                  <a:gd name="connsiteY118" fmla="*/ 1502754 h 2083613"/>
                  <a:gd name="connsiteX119" fmla="*/ 2966249 w 4190656"/>
                  <a:gd name="connsiteY119" fmla="*/ 1437108 h 2083613"/>
                  <a:gd name="connsiteX120" fmla="*/ 2684553 w 4190656"/>
                  <a:gd name="connsiteY120" fmla="*/ 1437108 h 2083613"/>
                  <a:gd name="connsiteX121" fmla="*/ 2684553 w 4190656"/>
                  <a:gd name="connsiteY121" fmla="*/ 1502754 h 2083613"/>
                  <a:gd name="connsiteX122" fmla="*/ 2782649 w 4190656"/>
                  <a:gd name="connsiteY122" fmla="*/ 1502754 h 2083613"/>
                  <a:gd name="connsiteX123" fmla="*/ 2782649 w 4190656"/>
                  <a:gd name="connsiteY123" fmla="*/ 1437108 h 2083613"/>
                  <a:gd name="connsiteX124" fmla="*/ 1818380 w 4190656"/>
                  <a:gd name="connsiteY124" fmla="*/ 1377680 h 2083613"/>
                  <a:gd name="connsiteX125" fmla="*/ 1818380 w 4190656"/>
                  <a:gd name="connsiteY125" fmla="*/ 1450750 h 2083613"/>
                  <a:gd name="connsiteX126" fmla="*/ 1916476 w 4190656"/>
                  <a:gd name="connsiteY126" fmla="*/ 1450750 h 2083613"/>
                  <a:gd name="connsiteX127" fmla="*/ 1916476 w 4190656"/>
                  <a:gd name="connsiteY127" fmla="*/ 1377680 h 2083613"/>
                  <a:gd name="connsiteX128" fmla="*/ 1634779 w 4190656"/>
                  <a:gd name="connsiteY128" fmla="*/ 1377680 h 2083613"/>
                  <a:gd name="connsiteX129" fmla="*/ 1634779 w 4190656"/>
                  <a:gd name="connsiteY129" fmla="*/ 1450750 h 2083613"/>
                  <a:gd name="connsiteX130" fmla="*/ 1732875 w 4190656"/>
                  <a:gd name="connsiteY130" fmla="*/ 1450750 h 2083613"/>
                  <a:gd name="connsiteX131" fmla="*/ 1732875 w 4190656"/>
                  <a:gd name="connsiteY131" fmla="*/ 1377680 h 2083613"/>
                  <a:gd name="connsiteX132" fmla="*/ 1451179 w 4190656"/>
                  <a:gd name="connsiteY132" fmla="*/ 1377680 h 2083613"/>
                  <a:gd name="connsiteX133" fmla="*/ 1451179 w 4190656"/>
                  <a:gd name="connsiteY133" fmla="*/ 1450750 h 2083613"/>
                  <a:gd name="connsiteX134" fmla="*/ 1549275 w 4190656"/>
                  <a:gd name="connsiteY134" fmla="*/ 1450750 h 2083613"/>
                  <a:gd name="connsiteX135" fmla="*/ 1549275 w 4190656"/>
                  <a:gd name="connsiteY135" fmla="*/ 1377680 h 2083613"/>
                  <a:gd name="connsiteX136" fmla="*/ 1818380 w 4190656"/>
                  <a:gd name="connsiteY136" fmla="*/ 1226067 h 2083613"/>
                  <a:gd name="connsiteX137" fmla="*/ 1818380 w 4190656"/>
                  <a:gd name="connsiteY137" fmla="*/ 1299137 h 2083613"/>
                  <a:gd name="connsiteX138" fmla="*/ 1916476 w 4190656"/>
                  <a:gd name="connsiteY138" fmla="*/ 1299137 h 2083613"/>
                  <a:gd name="connsiteX139" fmla="*/ 1916476 w 4190656"/>
                  <a:gd name="connsiteY139" fmla="*/ 1226067 h 2083613"/>
                  <a:gd name="connsiteX140" fmla="*/ 1634779 w 4190656"/>
                  <a:gd name="connsiteY140" fmla="*/ 1226067 h 2083613"/>
                  <a:gd name="connsiteX141" fmla="*/ 1634779 w 4190656"/>
                  <a:gd name="connsiteY141" fmla="*/ 1299137 h 2083613"/>
                  <a:gd name="connsiteX142" fmla="*/ 1732875 w 4190656"/>
                  <a:gd name="connsiteY142" fmla="*/ 1299137 h 2083613"/>
                  <a:gd name="connsiteX143" fmla="*/ 1732875 w 4190656"/>
                  <a:gd name="connsiteY143" fmla="*/ 1226067 h 2083613"/>
                  <a:gd name="connsiteX144" fmla="*/ 1451179 w 4190656"/>
                  <a:gd name="connsiteY144" fmla="*/ 1226067 h 2083613"/>
                  <a:gd name="connsiteX145" fmla="*/ 1451179 w 4190656"/>
                  <a:gd name="connsiteY145" fmla="*/ 1299137 h 2083613"/>
                  <a:gd name="connsiteX146" fmla="*/ 1549275 w 4190656"/>
                  <a:gd name="connsiteY146" fmla="*/ 1299137 h 2083613"/>
                  <a:gd name="connsiteX147" fmla="*/ 1549275 w 4190656"/>
                  <a:gd name="connsiteY147" fmla="*/ 1226067 h 2083613"/>
                  <a:gd name="connsiteX148" fmla="*/ 403424 w 4190656"/>
                  <a:gd name="connsiteY148" fmla="*/ 1142989 h 2083613"/>
                  <a:gd name="connsiteX149" fmla="*/ 348620 w 4190656"/>
                  <a:gd name="connsiteY149" fmla="*/ 1197793 h 2083613"/>
                  <a:gd name="connsiteX150" fmla="*/ 348620 w 4190656"/>
                  <a:gd name="connsiteY150" fmla="*/ 2081959 h 2083613"/>
                  <a:gd name="connsiteX151" fmla="*/ 458227 w 4190656"/>
                  <a:gd name="connsiteY151" fmla="*/ 2081959 h 2083613"/>
                  <a:gd name="connsiteX152" fmla="*/ 458228 w 4190656"/>
                  <a:gd name="connsiteY152" fmla="*/ 1197793 h 2083613"/>
                  <a:gd name="connsiteX153" fmla="*/ 403424 w 4190656"/>
                  <a:gd name="connsiteY153" fmla="*/ 1142989 h 2083613"/>
                  <a:gd name="connsiteX154" fmla="*/ 169200 w 4190656"/>
                  <a:gd name="connsiteY154" fmla="*/ 1139285 h 2083613"/>
                  <a:gd name="connsiteX155" fmla="*/ 114396 w 4190656"/>
                  <a:gd name="connsiteY155" fmla="*/ 1194089 h 2083613"/>
                  <a:gd name="connsiteX156" fmla="*/ 114396 w 4190656"/>
                  <a:gd name="connsiteY156" fmla="*/ 2078255 h 2083613"/>
                  <a:gd name="connsiteX157" fmla="*/ 224003 w 4190656"/>
                  <a:gd name="connsiteY157" fmla="*/ 2078255 h 2083613"/>
                  <a:gd name="connsiteX158" fmla="*/ 224004 w 4190656"/>
                  <a:gd name="connsiteY158" fmla="*/ 1194089 h 2083613"/>
                  <a:gd name="connsiteX159" fmla="*/ 169200 w 4190656"/>
                  <a:gd name="connsiteY159" fmla="*/ 1139285 h 2083613"/>
                  <a:gd name="connsiteX160" fmla="*/ 1818380 w 4190656"/>
                  <a:gd name="connsiteY160" fmla="*/ 1074453 h 2083613"/>
                  <a:gd name="connsiteX161" fmla="*/ 1818380 w 4190656"/>
                  <a:gd name="connsiteY161" fmla="*/ 1147523 h 2083613"/>
                  <a:gd name="connsiteX162" fmla="*/ 1916476 w 4190656"/>
                  <a:gd name="connsiteY162" fmla="*/ 1147523 h 2083613"/>
                  <a:gd name="connsiteX163" fmla="*/ 1916476 w 4190656"/>
                  <a:gd name="connsiteY163" fmla="*/ 1074453 h 2083613"/>
                  <a:gd name="connsiteX164" fmla="*/ 1634779 w 4190656"/>
                  <a:gd name="connsiteY164" fmla="*/ 1074453 h 2083613"/>
                  <a:gd name="connsiteX165" fmla="*/ 1634779 w 4190656"/>
                  <a:gd name="connsiteY165" fmla="*/ 1147523 h 2083613"/>
                  <a:gd name="connsiteX166" fmla="*/ 1732875 w 4190656"/>
                  <a:gd name="connsiteY166" fmla="*/ 1147523 h 2083613"/>
                  <a:gd name="connsiteX167" fmla="*/ 1732875 w 4190656"/>
                  <a:gd name="connsiteY167" fmla="*/ 1074453 h 2083613"/>
                  <a:gd name="connsiteX168" fmla="*/ 1451179 w 4190656"/>
                  <a:gd name="connsiteY168" fmla="*/ 1074453 h 2083613"/>
                  <a:gd name="connsiteX169" fmla="*/ 1451179 w 4190656"/>
                  <a:gd name="connsiteY169" fmla="*/ 1147523 h 2083613"/>
                  <a:gd name="connsiteX170" fmla="*/ 1549275 w 4190656"/>
                  <a:gd name="connsiteY170" fmla="*/ 1147523 h 2083613"/>
                  <a:gd name="connsiteX171" fmla="*/ 1549275 w 4190656"/>
                  <a:gd name="connsiteY171" fmla="*/ 1074453 h 2083613"/>
                  <a:gd name="connsiteX172" fmla="*/ 1254606 w 4190656"/>
                  <a:gd name="connsiteY172" fmla="*/ 1074453 h 2083613"/>
                  <a:gd name="connsiteX173" fmla="*/ 1254606 w 4190656"/>
                  <a:gd name="connsiteY173" fmla="*/ 1147523 h 2083613"/>
                  <a:gd name="connsiteX174" fmla="*/ 1352702 w 4190656"/>
                  <a:gd name="connsiteY174" fmla="*/ 1147523 h 2083613"/>
                  <a:gd name="connsiteX175" fmla="*/ 1352702 w 4190656"/>
                  <a:gd name="connsiteY175" fmla="*/ 1074453 h 2083613"/>
                  <a:gd name="connsiteX176" fmla="*/ 1071005 w 4190656"/>
                  <a:gd name="connsiteY176" fmla="*/ 1074453 h 2083613"/>
                  <a:gd name="connsiteX177" fmla="*/ 1071005 w 4190656"/>
                  <a:gd name="connsiteY177" fmla="*/ 1147523 h 2083613"/>
                  <a:gd name="connsiteX178" fmla="*/ 1169101 w 4190656"/>
                  <a:gd name="connsiteY178" fmla="*/ 1147523 h 2083613"/>
                  <a:gd name="connsiteX179" fmla="*/ 1169101 w 4190656"/>
                  <a:gd name="connsiteY179" fmla="*/ 1074453 h 2083613"/>
                  <a:gd name="connsiteX180" fmla="*/ 887405 w 4190656"/>
                  <a:gd name="connsiteY180" fmla="*/ 1074453 h 2083613"/>
                  <a:gd name="connsiteX181" fmla="*/ 887405 w 4190656"/>
                  <a:gd name="connsiteY181" fmla="*/ 1147523 h 2083613"/>
                  <a:gd name="connsiteX182" fmla="*/ 985501 w 4190656"/>
                  <a:gd name="connsiteY182" fmla="*/ 1147523 h 2083613"/>
                  <a:gd name="connsiteX183" fmla="*/ 985501 w 4190656"/>
                  <a:gd name="connsiteY183" fmla="*/ 1074453 h 2083613"/>
                  <a:gd name="connsiteX184" fmla="*/ 726849 w 4190656"/>
                  <a:gd name="connsiteY184" fmla="*/ 1074453 h 2083613"/>
                  <a:gd name="connsiteX185" fmla="*/ 726849 w 4190656"/>
                  <a:gd name="connsiteY185" fmla="*/ 1147523 h 2083613"/>
                  <a:gd name="connsiteX186" fmla="*/ 824945 w 4190656"/>
                  <a:gd name="connsiteY186" fmla="*/ 1147523 h 2083613"/>
                  <a:gd name="connsiteX187" fmla="*/ 824945 w 4190656"/>
                  <a:gd name="connsiteY187" fmla="*/ 1074453 h 2083613"/>
                  <a:gd name="connsiteX188" fmla="*/ 543248 w 4190656"/>
                  <a:gd name="connsiteY188" fmla="*/ 1074453 h 2083613"/>
                  <a:gd name="connsiteX189" fmla="*/ 543248 w 4190656"/>
                  <a:gd name="connsiteY189" fmla="*/ 1147523 h 2083613"/>
                  <a:gd name="connsiteX190" fmla="*/ 641344 w 4190656"/>
                  <a:gd name="connsiteY190" fmla="*/ 1147523 h 2083613"/>
                  <a:gd name="connsiteX191" fmla="*/ 641344 w 4190656"/>
                  <a:gd name="connsiteY191" fmla="*/ 1074453 h 2083613"/>
                  <a:gd name="connsiteX192" fmla="*/ 3065554 w 4190656"/>
                  <a:gd name="connsiteY192" fmla="*/ 331011 h 2083613"/>
                  <a:gd name="connsiteX193" fmla="*/ 3065554 w 4190656"/>
                  <a:gd name="connsiteY193" fmla="*/ 465308 h 2083613"/>
                  <a:gd name="connsiteX194" fmla="*/ 3086674 w 4190656"/>
                  <a:gd name="connsiteY194" fmla="*/ 468502 h 2083613"/>
                  <a:gd name="connsiteX195" fmla="*/ 3190451 w 4190656"/>
                  <a:gd name="connsiteY195" fmla="*/ 562591 h 2083613"/>
                  <a:gd name="connsiteX196" fmla="*/ 3200815 w 4190656"/>
                  <a:gd name="connsiteY196" fmla="*/ 613926 h 2083613"/>
                  <a:gd name="connsiteX197" fmla="*/ 3203518 w 4190656"/>
                  <a:gd name="connsiteY197" fmla="*/ 613926 h 2083613"/>
                  <a:gd name="connsiteX198" fmla="*/ 3203518 w 4190656"/>
                  <a:gd name="connsiteY198" fmla="*/ 627317 h 2083613"/>
                  <a:gd name="connsiteX199" fmla="*/ 3203519 w 4190656"/>
                  <a:gd name="connsiteY199" fmla="*/ 627321 h 2083613"/>
                  <a:gd name="connsiteX200" fmla="*/ 3203518 w 4190656"/>
                  <a:gd name="connsiteY200" fmla="*/ 1063497 h 2083613"/>
                  <a:gd name="connsiteX201" fmla="*/ 3310645 w 4190656"/>
                  <a:gd name="connsiteY201" fmla="*/ 1063497 h 2083613"/>
                  <a:gd name="connsiteX202" fmla="*/ 3310645 w 4190656"/>
                  <a:gd name="connsiteY202" fmla="*/ 627216 h 2083613"/>
                  <a:gd name="connsiteX203" fmla="*/ 3412211 w 4190656"/>
                  <a:gd name="connsiteY203" fmla="*/ 473988 h 2083613"/>
                  <a:gd name="connsiteX204" fmla="*/ 3465439 w 4190656"/>
                  <a:gd name="connsiteY204" fmla="*/ 463242 h 2083613"/>
                  <a:gd name="connsiteX205" fmla="*/ 3465439 w 4190656"/>
                  <a:gd name="connsiteY205" fmla="*/ 331011 h 2083613"/>
                  <a:gd name="connsiteX206" fmla="*/ 2812855 w 4190656"/>
                  <a:gd name="connsiteY206" fmla="*/ 331011 h 2083613"/>
                  <a:gd name="connsiteX207" fmla="*/ 2812855 w 4190656"/>
                  <a:gd name="connsiteY207" fmla="*/ 1063497 h 2083613"/>
                  <a:gd name="connsiteX208" fmla="*/ 2870927 w 4190656"/>
                  <a:gd name="connsiteY208" fmla="*/ 1063497 h 2083613"/>
                  <a:gd name="connsiteX209" fmla="*/ 2870927 w 4190656"/>
                  <a:gd name="connsiteY209" fmla="*/ 627321 h 2083613"/>
                  <a:gd name="connsiteX210" fmla="*/ 2972493 w 4190656"/>
                  <a:gd name="connsiteY210" fmla="*/ 474094 h 2083613"/>
                  <a:gd name="connsiteX211" fmla="*/ 3023955 w 4190656"/>
                  <a:gd name="connsiteY211" fmla="*/ 463704 h 2083613"/>
                  <a:gd name="connsiteX212" fmla="*/ 3023955 w 4190656"/>
                  <a:gd name="connsiteY212" fmla="*/ 331011 h 2083613"/>
                  <a:gd name="connsiteX213" fmla="*/ 2711332 w 4190656"/>
                  <a:gd name="connsiteY213" fmla="*/ 0 h 2083613"/>
                  <a:gd name="connsiteX214" fmla="*/ 2812855 w 4190656"/>
                  <a:gd name="connsiteY214" fmla="*/ 0 h 2083613"/>
                  <a:gd name="connsiteX215" fmla="*/ 2812855 w 4190656"/>
                  <a:gd name="connsiteY215" fmla="*/ 1 h 2083613"/>
                  <a:gd name="connsiteX216" fmla="*/ 2812855 w 4190656"/>
                  <a:gd name="connsiteY216" fmla="*/ 150699 h 2083613"/>
                  <a:gd name="connsiteX217" fmla="*/ 2812855 w 4190656"/>
                  <a:gd name="connsiteY217" fmla="*/ 150703 h 2083613"/>
                  <a:gd name="connsiteX218" fmla="*/ 2812855 w 4190656"/>
                  <a:gd name="connsiteY218" fmla="*/ 185573 h 2083613"/>
                  <a:gd name="connsiteX219" fmla="*/ 2812855 w 4190656"/>
                  <a:gd name="connsiteY219" fmla="*/ 268612 h 2083613"/>
                  <a:gd name="connsiteX220" fmla="*/ 3465439 w 4190656"/>
                  <a:gd name="connsiteY220" fmla="*/ 268612 h 2083613"/>
                  <a:gd name="connsiteX221" fmla="*/ 3465439 w 4190656"/>
                  <a:gd name="connsiteY221" fmla="*/ 268180 h 2083613"/>
                  <a:gd name="connsiteX222" fmla="*/ 3507038 w 4190656"/>
                  <a:gd name="connsiteY222" fmla="*/ 268180 h 2083613"/>
                  <a:gd name="connsiteX223" fmla="*/ 3507038 w 4190656"/>
                  <a:gd name="connsiteY223" fmla="*/ 466997 h 2083613"/>
                  <a:gd name="connsiteX224" fmla="*/ 3541671 w 4190656"/>
                  <a:gd name="connsiteY224" fmla="*/ 473988 h 2083613"/>
                  <a:gd name="connsiteX225" fmla="*/ 3635761 w 4190656"/>
                  <a:gd name="connsiteY225" fmla="*/ 577765 h 2083613"/>
                  <a:gd name="connsiteX226" fmla="*/ 3641212 w 4190656"/>
                  <a:gd name="connsiteY226" fmla="*/ 613821 h 2083613"/>
                  <a:gd name="connsiteX227" fmla="*/ 3643236 w 4190656"/>
                  <a:gd name="connsiteY227" fmla="*/ 613821 h 2083613"/>
                  <a:gd name="connsiteX228" fmla="*/ 3643236 w 4190656"/>
                  <a:gd name="connsiteY228" fmla="*/ 627210 h 2083613"/>
                  <a:gd name="connsiteX229" fmla="*/ 3643237 w 4190656"/>
                  <a:gd name="connsiteY229" fmla="*/ 627216 h 2083613"/>
                  <a:gd name="connsiteX230" fmla="*/ 3643236 w 4190656"/>
                  <a:gd name="connsiteY230" fmla="*/ 1063497 h 2083613"/>
                  <a:gd name="connsiteX231" fmla="*/ 4190656 w 4190656"/>
                  <a:gd name="connsiteY231" fmla="*/ 1063497 h 2083613"/>
                  <a:gd name="connsiteX232" fmla="*/ 4190656 w 4190656"/>
                  <a:gd name="connsiteY232" fmla="*/ 1184656 h 2083613"/>
                  <a:gd name="connsiteX233" fmla="*/ 4190656 w 4190656"/>
                  <a:gd name="connsiteY233" fmla="*/ 1530190 h 2083613"/>
                  <a:gd name="connsiteX234" fmla="*/ 4190656 w 4190656"/>
                  <a:gd name="connsiteY234" fmla="*/ 2078653 h 2083613"/>
                  <a:gd name="connsiteX235" fmla="*/ 4190656 w 4190656"/>
                  <a:gd name="connsiteY235" fmla="*/ 2082019 h 2083613"/>
                  <a:gd name="connsiteX236" fmla="*/ 2526770 w 4190656"/>
                  <a:gd name="connsiteY236" fmla="*/ 2082019 h 2083613"/>
                  <a:gd name="connsiteX237" fmla="*/ 2526681 w 4190656"/>
                  <a:gd name="connsiteY237" fmla="*/ 2082019 h 2083613"/>
                  <a:gd name="connsiteX238" fmla="*/ 2449297 w 4190656"/>
                  <a:gd name="connsiteY238" fmla="*/ 2082019 h 2083613"/>
                  <a:gd name="connsiteX239" fmla="*/ 2449297 w 4190656"/>
                  <a:gd name="connsiteY239" fmla="*/ 1864776 h 2083613"/>
                  <a:gd name="connsiteX240" fmla="*/ 2354647 w 4190656"/>
                  <a:gd name="connsiteY240" fmla="*/ 1864776 h 2083613"/>
                  <a:gd name="connsiteX241" fmla="*/ 2354647 w 4190656"/>
                  <a:gd name="connsiteY241" fmla="*/ 2082019 h 2083613"/>
                  <a:gd name="connsiteX242" fmla="*/ 2277173 w 4190656"/>
                  <a:gd name="connsiteY242" fmla="*/ 2082019 h 2083613"/>
                  <a:gd name="connsiteX243" fmla="*/ 2277173 w 4190656"/>
                  <a:gd name="connsiteY243" fmla="*/ 2082018 h 2083613"/>
                  <a:gd name="connsiteX244" fmla="*/ 2190902 w 4190656"/>
                  <a:gd name="connsiteY244" fmla="*/ 2082018 h 2083613"/>
                  <a:gd name="connsiteX245" fmla="*/ 2190902 w 4190656"/>
                  <a:gd name="connsiteY245" fmla="*/ 1864776 h 2083613"/>
                  <a:gd name="connsiteX246" fmla="*/ 2096252 w 4190656"/>
                  <a:gd name="connsiteY246" fmla="*/ 1864776 h 2083613"/>
                  <a:gd name="connsiteX247" fmla="*/ 2096252 w 4190656"/>
                  <a:gd name="connsiteY247" fmla="*/ 2082018 h 2083613"/>
                  <a:gd name="connsiteX248" fmla="*/ 2028518 w 4190656"/>
                  <a:gd name="connsiteY248" fmla="*/ 2082018 h 2083613"/>
                  <a:gd name="connsiteX249" fmla="*/ 2028518 w 4190656"/>
                  <a:gd name="connsiteY249" fmla="*/ 2083613 h 2083613"/>
                  <a:gd name="connsiteX250" fmla="*/ 0 w 4190656"/>
                  <a:gd name="connsiteY250" fmla="*/ 2083613 h 2083613"/>
                  <a:gd name="connsiteX251" fmla="*/ 0 w 4190656"/>
                  <a:gd name="connsiteY251" fmla="*/ 954650 h 2083613"/>
                  <a:gd name="connsiteX252" fmla="*/ 525663 w 4190656"/>
                  <a:gd name="connsiteY252" fmla="*/ 643073 h 2083613"/>
                  <a:gd name="connsiteX253" fmla="*/ 525663 w 4190656"/>
                  <a:gd name="connsiteY253" fmla="*/ 940002 h 2083613"/>
                  <a:gd name="connsiteX254" fmla="*/ 1026614 w 4190656"/>
                  <a:gd name="connsiteY254" fmla="*/ 643073 h 2083613"/>
                  <a:gd name="connsiteX255" fmla="*/ 1026614 w 4190656"/>
                  <a:gd name="connsiteY255" fmla="*/ 940003 h 2083613"/>
                  <a:gd name="connsiteX256" fmla="*/ 1527566 w 4190656"/>
                  <a:gd name="connsiteY256" fmla="*/ 643073 h 2083613"/>
                  <a:gd name="connsiteX257" fmla="*/ 1527566 w 4190656"/>
                  <a:gd name="connsiteY257" fmla="*/ 940003 h 2083613"/>
                  <a:gd name="connsiteX258" fmla="*/ 2028518 w 4190656"/>
                  <a:gd name="connsiteY258" fmla="*/ 643073 h 2083613"/>
                  <a:gd name="connsiteX259" fmla="*/ 2028518 w 4190656"/>
                  <a:gd name="connsiteY259" fmla="*/ 954650 h 2083613"/>
                  <a:gd name="connsiteX260" fmla="*/ 2028518 w 4190656"/>
                  <a:gd name="connsiteY260" fmla="*/ 957207 h 2083613"/>
                  <a:gd name="connsiteX261" fmla="*/ 2119418 w 4190656"/>
                  <a:gd name="connsiteY261" fmla="*/ 957207 h 2083613"/>
                  <a:gd name="connsiteX262" fmla="*/ 2119418 w 4190656"/>
                  <a:gd name="connsiteY262" fmla="*/ 351653 h 2083613"/>
                  <a:gd name="connsiteX263" fmla="*/ 2119417 w 4190656"/>
                  <a:gd name="connsiteY263" fmla="*/ 351653 h 2083613"/>
                  <a:gd name="connsiteX264" fmla="*/ 2119417 w 4190656"/>
                  <a:gd name="connsiteY264" fmla="*/ 185571 h 2083613"/>
                  <a:gd name="connsiteX265" fmla="*/ 2265014 w 4190656"/>
                  <a:gd name="connsiteY265" fmla="*/ 185571 h 2083613"/>
                  <a:gd name="connsiteX266" fmla="*/ 2410612 w 4190656"/>
                  <a:gd name="connsiteY266" fmla="*/ 185571 h 2083613"/>
                  <a:gd name="connsiteX267" fmla="*/ 2410613 w 4190656"/>
                  <a:gd name="connsiteY267" fmla="*/ 185571 h 2083613"/>
                  <a:gd name="connsiteX268" fmla="*/ 2410613 w 4190656"/>
                  <a:gd name="connsiteY268" fmla="*/ 337527 h 2083613"/>
                  <a:gd name="connsiteX269" fmla="*/ 2410614 w 4190656"/>
                  <a:gd name="connsiteY269" fmla="*/ 337527 h 2083613"/>
                  <a:gd name="connsiteX270" fmla="*/ 2410614 w 4190656"/>
                  <a:gd name="connsiteY270" fmla="*/ 337530 h 2083613"/>
                  <a:gd name="connsiteX271" fmla="*/ 2410614 w 4190656"/>
                  <a:gd name="connsiteY271" fmla="*/ 955499 h 2083613"/>
                  <a:gd name="connsiteX272" fmla="*/ 2526770 w 4190656"/>
                  <a:gd name="connsiteY272" fmla="*/ 955499 h 2083613"/>
                  <a:gd name="connsiteX273" fmla="*/ 2526770 w 4190656"/>
                  <a:gd name="connsiteY273" fmla="*/ 956944 h 2083613"/>
                  <a:gd name="connsiteX274" fmla="*/ 2526770 w 4190656"/>
                  <a:gd name="connsiteY274" fmla="*/ 1063497 h 2083613"/>
                  <a:gd name="connsiteX275" fmla="*/ 2619542 w 4190656"/>
                  <a:gd name="connsiteY275" fmla="*/ 1063497 h 2083613"/>
                  <a:gd name="connsiteX276" fmla="*/ 2619542 w 4190656"/>
                  <a:gd name="connsiteY276" fmla="*/ 185573 h 2083613"/>
                  <a:gd name="connsiteX277" fmla="*/ 2619542 w 4190656"/>
                  <a:gd name="connsiteY277" fmla="*/ 150703 h 2083613"/>
                  <a:gd name="connsiteX278" fmla="*/ 2619542 w 4190656"/>
                  <a:gd name="connsiteY278" fmla="*/ 1 h 2083613"/>
                  <a:gd name="connsiteX279" fmla="*/ 2711332 w 4190656"/>
                  <a:gd name="connsiteY279" fmla="*/ 1 h 20836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</a:cxnLst>
                <a:rect l="l" t="t" r="r" b="b"/>
                <a:pathLst>
                  <a:path w="4190656" h="2083613">
                    <a:moveTo>
                      <a:pt x="1359605" y="2009520"/>
                    </a:moveTo>
                    <a:lnTo>
                      <a:pt x="1359605" y="2049344"/>
                    </a:lnTo>
                    <a:lnTo>
                      <a:pt x="1942246" y="2049344"/>
                    </a:lnTo>
                    <a:lnTo>
                      <a:pt x="1942246" y="2009520"/>
                    </a:lnTo>
                    <a:close/>
                    <a:moveTo>
                      <a:pt x="3736514" y="2004560"/>
                    </a:moveTo>
                    <a:lnTo>
                      <a:pt x="3736514" y="2044384"/>
                    </a:lnTo>
                    <a:lnTo>
                      <a:pt x="4087017" y="2044384"/>
                    </a:lnTo>
                    <a:lnTo>
                      <a:pt x="4087017" y="2004560"/>
                    </a:lnTo>
                    <a:close/>
                    <a:moveTo>
                      <a:pt x="3320982" y="2004560"/>
                    </a:moveTo>
                    <a:lnTo>
                      <a:pt x="3320982" y="2044384"/>
                    </a:lnTo>
                    <a:lnTo>
                      <a:pt x="3671485" y="2044384"/>
                    </a:lnTo>
                    <a:lnTo>
                      <a:pt x="3671485" y="2004560"/>
                    </a:lnTo>
                    <a:close/>
                    <a:moveTo>
                      <a:pt x="1359605" y="1948423"/>
                    </a:moveTo>
                    <a:lnTo>
                      <a:pt x="1359605" y="1988247"/>
                    </a:lnTo>
                    <a:lnTo>
                      <a:pt x="1942246" y="1988247"/>
                    </a:lnTo>
                    <a:lnTo>
                      <a:pt x="1942246" y="1948423"/>
                    </a:lnTo>
                    <a:close/>
                    <a:moveTo>
                      <a:pt x="3736514" y="1943463"/>
                    </a:moveTo>
                    <a:lnTo>
                      <a:pt x="3736514" y="1983287"/>
                    </a:lnTo>
                    <a:lnTo>
                      <a:pt x="4087017" y="1983287"/>
                    </a:lnTo>
                    <a:lnTo>
                      <a:pt x="4087017" y="1943463"/>
                    </a:lnTo>
                    <a:close/>
                    <a:moveTo>
                      <a:pt x="3320982" y="1943463"/>
                    </a:moveTo>
                    <a:lnTo>
                      <a:pt x="3320982" y="1983287"/>
                    </a:lnTo>
                    <a:lnTo>
                      <a:pt x="3671485" y="1983287"/>
                    </a:lnTo>
                    <a:lnTo>
                      <a:pt x="3671485" y="1943463"/>
                    </a:lnTo>
                    <a:close/>
                    <a:moveTo>
                      <a:pt x="1359605" y="1887327"/>
                    </a:moveTo>
                    <a:lnTo>
                      <a:pt x="1359605" y="1927151"/>
                    </a:lnTo>
                    <a:lnTo>
                      <a:pt x="1942246" y="1927151"/>
                    </a:lnTo>
                    <a:lnTo>
                      <a:pt x="1942246" y="1887327"/>
                    </a:lnTo>
                    <a:close/>
                    <a:moveTo>
                      <a:pt x="3736514" y="1882367"/>
                    </a:moveTo>
                    <a:lnTo>
                      <a:pt x="3736514" y="1922191"/>
                    </a:lnTo>
                    <a:lnTo>
                      <a:pt x="4087017" y="1922191"/>
                    </a:lnTo>
                    <a:lnTo>
                      <a:pt x="4087017" y="1882367"/>
                    </a:lnTo>
                    <a:close/>
                    <a:moveTo>
                      <a:pt x="3320982" y="1882367"/>
                    </a:moveTo>
                    <a:lnTo>
                      <a:pt x="3320982" y="1922191"/>
                    </a:lnTo>
                    <a:lnTo>
                      <a:pt x="3671485" y="1922191"/>
                    </a:lnTo>
                    <a:lnTo>
                      <a:pt x="3671485" y="1882367"/>
                    </a:lnTo>
                    <a:close/>
                    <a:moveTo>
                      <a:pt x="3051754" y="1873675"/>
                    </a:moveTo>
                    <a:lnTo>
                      <a:pt x="3051754" y="1939321"/>
                    </a:lnTo>
                    <a:lnTo>
                      <a:pt x="3149850" y="1939321"/>
                    </a:lnTo>
                    <a:lnTo>
                      <a:pt x="3149850" y="1873675"/>
                    </a:lnTo>
                    <a:close/>
                    <a:moveTo>
                      <a:pt x="2868153" y="1873675"/>
                    </a:moveTo>
                    <a:lnTo>
                      <a:pt x="2868153" y="1939321"/>
                    </a:lnTo>
                    <a:lnTo>
                      <a:pt x="2966249" y="1939321"/>
                    </a:lnTo>
                    <a:lnTo>
                      <a:pt x="2966249" y="1873675"/>
                    </a:lnTo>
                    <a:close/>
                    <a:moveTo>
                      <a:pt x="2684553" y="1873675"/>
                    </a:moveTo>
                    <a:lnTo>
                      <a:pt x="2684553" y="1939321"/>
                    </a:lnTo>
                    <a:lnTo>
                      <a:pt x="2782649" y="1939321"/>
                    </a:lnTo>
                    <a:lnTo>
                      <a:pt x="2782649" y="1873675"/>
                    </a:lnTo>
                    <a:close/>
                    <a:moveTo>
                      <a:pt x="1359605" y="1826230"/>
                    </a:moveTo>
                    <a:lnTo>
                      <a:pt x="1359605" y="1866054"/>
                    </a:lnTo>
                    <a:lnTo>
                      <a:pt x="1942246" y="1866054"/>
                    </a:lnTo>
                    <a:lnTo>
                      <a:pt x="1942246" y="1826230"/>
                    </a:lnTo>
                    <a:close/>
                    <a:moveTo>
                      <a:pt x="3736514" y="1821270"/>
                    </a:moveTo>
                    <a:lnTo>
                      <a:pt x="3736514" y="1861094"/>
                    </a:lnTo>
                    <a:lnTo>
                      <a:pt x="4087017" y="1861094"/>
                    </a:lnTo>
                    <a:lnTo>
                      <a:pt x="4087017" y="1821270"/>
                    </a:lnTo>
                    <a:close/>
                    <a:moveTo>
                      <a:pt x="3320982" y="1821270"/>
                    </a:moveTo>
                    <a:lnTo>
                      <a:pt x="3320982" y="1861094"/>
                    </a:lnTo>
                    <a:lnTo>
                      <a:pt x="3671485" y="1861094"/>
                    </a:lnTo>
                    <a:lnTo>
                      <a:pt x="3671485" y="1821270"/>
                    </a:lnTo>
                    <a:close/>
                    <a:moveTo>
                      <a:pt x="3051754" y="1737466"/>
                    </a:moveTo>
                    <a:lnTo>
                      <a:pt x="3051754" y="1803112"/>
                    </a:lnTo>
                    <a:lnTo>
                      <a:pt x="3149850" y="1803112"/>
                    </a:lnTo>
                    <a:lnTo>
                      <a:pt x="3149850" y="1737466"/>
                    </a:lnTo>
                    <a:close/>
                    <a:moveTo>
                      <a:pt x="2868153" y="1737466"/>
                    </a:moveTo>
                    <a:lnTo>
                      <a:pt x="2868153" y="1803112"/>
                    </a:lnTo>
                    <a:lnTo>
                      <a:pt x="2966249" y="1803112"/>
                    </a:lnTo>
                    <a:lnTo>
                      <a:pt x="2966249" y="1737466"/>
                    </a:lnTo>
                    <a:close/>
                    <a:moveTo>
                      <a:pt x="2684553" y="1737466"/>
                    </a:moveTo>
                    <a:lnTo>
                      <a:pt x="2684553" y="1803112"/>
                    </a:lnTo>
                    <a:lnTo>
                      <a:pt x="2782649" y="1803112"/>
                    </a:lnTo>
                    <a:lnTo>
                      <a:pt x="2782649" y="1737466"/>
                    </a:lnTo>
                    <a:close/>
                    <a:moveTo>
                      <a:pt x="3051754" y="1601257"/>
                    </a:moveTo>
                    <a:lnTo>
                      <a:pt x="3051754" y="1666903"/>
                    </a:lnTo>
                    <a:lnTo>
                      <a:pt x="3149850" y="1666903"/>
                    </a:lnTo>
                    <a:lnTo>
                      <a:pt x="3149850" y="1601257"/>
                    </a:lnTo>
                    <a:close/>
                    <a:moveTo>
                      <a:pt x="2868153" y="1601257"/>
                    </a:moveTo>
                    <a:lnTo>
                      <a:pt x="2868153" y="1666903"/>
                    </a:lnTo>
                    <a:lnTo>
                      <a:pt x="2966249" y="1666903"/>
                    </a:lnTo>
                    <a:lnTo>
                      <a:pt x="2966249" y="1601257"/>
                    </a:lnTo>
                    <a:close/>
                    <a:moveTo>
                      <a:pt x="2684553" y="1601257"/>
                    </a:moveTo>
                    <a:lnTo>
                      <a:pt x="2684553" y="1666903"/>
                    </a:lnTo>
                    <a:lnTo>
                      <a:pt x="2782649" y="1666903"/>
                    </a:lnTo>
                    <a:lnTo>
                      <a:pt x="2782649" y="1601257"/>
                    </a:lnTo>
                    <a:close/>
                    <a:moveTo>
                      <a:pt x="1003047" y="1464531"/>
                    </a:moveTo>
                    <a:lnTo>
                      <a:pt x="1003047" y="2082216"/>
                    </a:lnTo>
                    <a:lnTo>
                      <a:pt x="1259865" y="2082216"/>
                    </a:lnTo>
                    <a:lnTo>
                      <a:pt x="1259865" y="1464531"/>
                    </a:lnTo>
                    <a:close/>
                    <a:moveTo>
                      <a:pt x="640721" y="1461809"/>
                    </a:moveTo>
                    <a:lnTo>
                      <a:pt x="640721" y="2079494"/>
                    </a:lnTo>
                    <a:lnTo>
                      <a:pt x="860983" y="2079494"/>
                    </a:lnTo>
                    <a:lnTo>
                      <a:pt x="860983" y="1461809"/>
                    </a:lnTo>
                    <a:close/>
                    <a:moveTo>
                      <a:pt x="3977387" y="1437108"/>
                    </a:moveTo>
                    <a:lnTo>
                      <a:pt x="3977387" y="1502754"/>
                    </a:lnTo>
                    <a:lnTo>
                      <a:pt x="4075483" y="1502754"/>
                    </a:lnTo>
                    <a:lnTo>
                      <a:pt x="4075483" y="1437108"/>
                    </a:lnTo>
                    <a:close/>
                    <a:moveTo>
                      <a:pt x="3793786" y="1437108"/>
                    </a:moveTo>
                    <a:lnTo>
                      <a:pt x="3793786" y="1502754"/>
                    </a:lnTo>
                    <a:lnTo>
                      <a:pt x="3891882" y="1502754"/>
                    </a:lnTo>
                    <a:lnTo>
                      <a:pt x="3891882" y="1437108"/>
                    </a:lnTo>
                    <a:close/>
                    <a:moveTo>
                      <a:pt x="3610186" y="1437108"/>
                    </a:moveTo>
                    <a:lnTo>
                      <a:pt x="3610186" y="1502754"/>
                    </a:lnTo>
                    <a:lnTo>
                      <a:pt x="3708282" y="1502754"/>
                    </a:lnTo>
                    <a:lnTo>
                      <a:pt x="3708282" y="1437108"/>
                    </a:lnTo>
                    <a:close/>
                    <a:moveTo>
                      <a:pt x="3413613" y="1437108"/>
                    </a:moveTo>
                    <a:lnTo>
                      <a:pt x="3413613" y="1502754"/>
                    </a:lnTo>
                    <a:lnTo>
                      <a:pt x="3511709" y="1502754"/>
                    </a:lnTo>
                    <a:lnTo>
                      <a:pt x="3511709" y="1437108"/>
                    </a:lnTo>
                    <a:close/>
                    <a:moveTo>
                      <a:pt x="3230013" y="1437108"/>
                    </a:moveTo>
                    <a:lnTo>
                      <a:pt x="3230013" y="1502754"/>
                    </a:lnTo>
                    <a:lnTo>
                      <a:pt x="3328109" y="1502754"/>
                    </a:lnTo>
                    <a:lnTo>
                      <a:pt x="3328109" y="1437108"/>
                    </a:lnTo>
                    <a:close/>
                    <a:moveTo>
                      <a:pt x="3051754" y="1437108"/>
                    </a:moveTo>
                    <a:lnTo>
                      <a:pt x="3051754" y="1502754"/>
                    </a:lnTo>
                    <a:lnTo>
                      <a:pt x="3149850" y="1502754"/>
                    </a:lnTo>
                    <a:lnTo>
                      <a:pt x="3149850" y="1437108"/>
                    </a:lnTo>
                    <a:close/>
                    <a:moveTo>
                      <a:pt x="2868153" y="1437108"/>
                    </a:moveTo>
                    <a:lnTo>
                      <a:pt x="2868153" y="1502754"/>
                    </a:lnTo>
                    <a:lnTo>
                      <a:pt x="2966249" y="1502754"/>
                    </a:lnTo>
                    <a:lnTo>
                      <a:pt x="2966249" y="1437108"/>
                    </a:lnTo>
                    <a:close/>
                    <a:moveTo>
                      <a:pt x="2684553" y="1437108"/>
                    </a:moveTo>
                    <a:lnTo>
                      <a:pt x="2684553" y="1502754"/>
                    </a:lnTo>
                    <a:lnTo>
                      <a:pt x="2782649" y="1502754"/>
                    </a:lnTo>
                    <a:lnTo>
                      <a:pt x="2782649" y="1437108"/>
                    </a:lnTo>
                    <a:close/>
                    <a:moveTo>
                      <a:pt x="1818380" y="1377680"/>
                    </a:moveTo>
                    <a:lnTo>
                      <a:pt x="1818380" y="1450750"/>
                    </a:lnTo>
                    <a:lnTo>
                      <a:pt x="1916476" y="1450750"/>
                    </a:lnTo>
                    <a:lnTo>
                      <a:pt x="1916476" y="1377680"/>
                    </a:lnTo>
                    <a:close/>
                    <a:moveTo>
                      <a:pt x="1634779" y="1377680"/>
                    </a:moveTo>
                    <a:lnTo>
                      <a:pt x="1634779" y="1450750"/>
                    </a:lnTo>
                    <a:lnTo>
                      <a:pt x="1732875" y="1450750"/>
                    </a:lnTo>
                    <a:lnTo>
                      <a:pt x="1732875" y="1377680"/>
                    </a:lnTo>
                    <a:close/>
                    <a:moveTo>
                      <a:pt x="1451179" y="1377680"/>
                    </a:moveTo>
                    <a:lnTo>
                      <a:pt x="1451179" y="1450750"/>
                    </a:lnTo>
                    <a:lnTo>
                      <a:pt x="1549275" y="1450750"/>
                    </a:lnTo>
                    <a:lnTo>
                      <a:pt x="1549275" y="1377680"/>
                    </a:lnTo>
                    <a:close/>
                    <a:moveTo>
                      <a:pt x="1818380" y="1226067"/>
                    </a:moveTo>
                    <a:lnTo>
                      <a:pt x="1818380" y="1299137"/>
                    </a:lnTo>
                    <a:lnTo>
                      <a:pt x="1916476" y="1299137"/>
                    </a:lnTo>
                    <a:lnTo>
                      <a:pt x="1916476" y="1226067"/>
                    </a:lnTo>
                    <a:close/>
                    <a:moveTo>
                      <a:pt x="1634779" y="1226067"/>
                    </a:moveTo>
                    <a:lnTo>
                      <a:pt x="1634779" y="1299137"/>
                    </a:lnTo>
                    <a:lnTo>
                      <a:pt x="1732875" y="1299137"/>
                    </a:lnTo>
                    <a:lnTo>
                      <a:pt x="1732875" y="1226067"/>
                    </a:lnTo>
                    <a:close/>
                    <a:moveTo>
                      <a:pt x="1451179" y="1226067"/>
                    </a:moveTo>
                    <a:lnTo>
                      <a:pt x="1451179" y="1299137"/>
                    </a:lnTo>
                    <a:lnTo>
                      <a:pt x="1549275" y="1299137"/>
                    </a:lnTo>
                    <a:lnTo>
                      <a:pt x="1549275" y="1226067"/>
                    </a:lnTo>
                    <a:close/>
                    <a:moveTo>
                      <a:pt x="403424" y="1142989"/>
                    </a:moveTo>
                    <a:cubicBezTo>
                      <a:pt x="373157" y="1142989"/>
                      <a:pt x="348620" y="1167526"/>
                      <a:pt x="348620" y="1197793"/>
                    </a:cubicBezTo>
                    <a:lnTo>
                      <a:pt x="348620" y="2081959"/>
                    </a:lnTo>
                    <a:lnTo>
                      <a:pt x="458227" y="2081959"/>
                    </a:lnTo>
                    <a:cubicBezTo>
                      <a:pt x="458227" y="1787237"/>
                      <a:pt x="458228" y="1492515"/>
                      <a:pt x="458228" y="1197793"/>
                    </a:cubicBezTo>
                    <a:cubicBezTo>
                      <a:pt x="458228" y="1167526"/>
                      <a:pt x="433691" y="1142989"/>
                      <a:pt x="403424" y="1142989"/>
                    </a:cubicBezTo>
                    <a:close/>
                    <a:moveTo>
                      <a:pt x="169200" y="1139285"/>
                    </a:moveTo>
                    <a:cubicBezTo>
                      <a:pt x="138933" y="1139285"/>
                      <a:pt x="114396" y="1163822"/>
                      <a:pt x="114396" y="1194089"/>
                    </a:cubicBezTo>
                    <a:lnTo>
                      <a:pt x="114396" y="2078255"/>
                    </a:lnTo>
                    <a:lnTo>
                      <a:pt x="224003" y="2078255"/>
                    </a:lnTo>
                    <a:cubicBezTo>
                      <a:pt x="224003" y="1783533"/>
                      <a:pt x="224004" y="1488811"/>
                      <a:pt x="224004" y="1194089"/>
                    </a:cubicBezTo>
                    <a:cubicBezTo>
                      <a:pt x="224004" y="1163822"/>
                      <a:pt x="199467" y="1139285"/>
                      <a:pt x="169200" y="1139285"/>
                    </a:cubicBezTo>
                    <a:close/>
                    <a:moveTo>
                      <a:pt x="1818380" y="1074453"/>
                    </a:moveTo>
                    <a:lnTo>
                      <a:pt x="1818380" y="1147523"/>
                    </a:lnTo>
                    <a:lnTo>
                      <a:pt x="1916476" y="1147523"/>
                    </a:lnTo>
                    <a:lnTo>
                      <a:pt x="1916476" y="1074453"/>
                    </a:lnTo>
                    <a:close/>
                    <a:moveTo>
                      <a:pt x="1634779" y="1074453"/>
                    </a:moveTo>
                    <a:lnTo>
                      <a:pt x="1634779" y="1147523"/>
                    </a:lnTo>
                    <a:lnTo>
                      <a:pt x="1732875" y="1147523"/>
                    </a:lnTo>
                    <a:lnTo>
                      <a:pt x="1732875" y="1074453"/>
                    </a:lnTo>
                    <a:close/>
                    <a:moveTo>
                      <a:pt x="1451179" y="1074453"/>
                    </a:moveTo>
                    <a:lnTo>
                      <a:pt x="1451179" y="1147523"/>
                    </a:lnTo>
                    <a:lnTo>
                      <a:pt x="1549275" y="1147523"/>
                    </a:lnTo>
                    <a:lnTo>
                      <a:pt x="1549275" y="1074453"/>
                    </a:lnTo>
                    <a:close/>
                    <a:moveTo>
                      <a:pt x="1254606" y="1074453"/>
                    </a:moveTo>
                    <a:lnTo>
                      <a:pt x="1254606" y="1147523"/>
                    </a:lnTo>
                    <a:lnTo>
                      <a:pt x="1352702" y="1147523"/>
                    </a:lnTo>
                    <a:lnTo>
                      <a:pt x="1352702" y="1074453"/>
                    </a:lnTo>
                    <a:close/>
                    <a:moveTo>
                      <a:pt x="1071005" y="1074453"/>
                    </a:moveTo>
                    <a:lnTo>
                      <a:pt x="1071005" y="1147523"/>
                    </a:lnTo>
                    <a:lnTo>
                      <a:pt x="1169101" y="1147523"/>
                    </a:lnTo>
                    <a:lnTo>
                      <a:pt x="1169101" y="1074453"/>
                    </a:lnTo>
                    <a:close/>
                    <a:moveTo>
                      <a:pt x="887405" y="1074453"/>
                    </a:moveTo>
                    <a:lnTo>
                      <a:pt x="887405" y="1147523"/>
                    </a:lnTo>
                    <a:lnTo>
                      <a:pt x="985501" y="1147523"/>
                    </a:lnTo>
                    <a:lnTo>
                      <a:pt x="985501" y="1074453"/>
                    </a:lnTo>
                    <a:close/>
                    <a:moveTo>
                      <a:pt x="726849" y="1074453"/>
                    </a:moveTo>
                    <a:lnTo>
                      <a:pt x="726849" y="1147523"/>
                    </a:lnTo>
                    <a:lnTo>
                      <a:pt x="824945" y="1147523"/>
                    </a:lnTo>
                    <a:lnTo>
                      <a:pt x="824945" y="1074453"/>
                    </a:lnTo>
                    <a:close/>
                    <a:moveTo>
                      <a:pt x="543248" y="1074453"/>
                    </a:moveTo>
                    <a:lnTo>
                      <a:pt x="543248" y="1147523"/>
                    </a:lnTo>
                    <a:lnTo>
                      <a:pt x="641344" y="1147523"/>
                    </a:lnTo>
                    <a:lnTo>
                      <a:pt x="641344" y="1074453"/>
                    </a:lnTo>
                    <a:close/>
                    <a:moveTo>
                      <a:pt x="3065554" y="331011"/>
                    </a:moveTo>
                    <a:lnTo>
                      <a:pt x="3065554" y="465308"/>
                    </a:lnTo>
                    <a:lnTo>
                      <a:pt x="3086674" y="468502"/>
                    </a:lnTo>
                    <a:cubicBezTo>
                      <a:pt x="3133539" y="483078"/>
                      <a:pt x="3171517" y="517827"/>
                      <a:pt x="3190451" y="562591"/>
                    </a:cubicBezTo>
                    <a:lnTo>
                      <a:pt x="3200815" y="613926"/>
                    </a:lnTo>
                    <a:lnTo>
                      <a:pt x="3203518" y="613926"/>
                    </a:lnTo>
                    <a:lnTo>
                      <a:pt x="3203518" y="627317"/>
                    </a:lnTo>
                    <a:lnTo>
                      <a:pt x="3203519" y="627321"/>
                    </a:lnTo>
                    <a:lnTo>
                      <a:pt x="3203518" y="1063497"/>
                    </a:lnTo>
                    <a:lnTo>
                      <a:pt x="3310645" y="1063497"/>
                    </a:lnTo>
                    <a:lnTo>
                      <a:pt x="3310645" y="627216"/>
                    </a:lnTo>
                    <a:cubicBezTo>
                      <a:pt x="3310645" y="558334"/>
                      <a:pt x="3352525" y="499233"/>
                      <a:pt x="3412211" y="473988"/>
                    </a:cubicBezTo>
                    <a:lnTo>
                      <a:pt x="3465439" y="463242"/>
                    </a:lnTo>
                    <a:lnTo>
                      <a:pt x="3465439" y="331011"/>
                    </a:lnTo>
                    <a:close/>
                    <a:moveTo>
                      <a:pt x="2812855" y="331011"/>
                    </a:moveTo>
                    <a:lnTo>
                      <a:pt x="2812855" y="1063497"/>
                    </a:lnTo>
                    <a:lnTo>
                      <a:pt x="2870927" y="1063497"/>
                    </a:lnTo>
                    <a:lnTo>
                      <a:pt x="2870927" y="627321"/>
                    </a:lnTo>
                    <a:cubicBezTo>
                      <a:pt x="2870927" y="558439"/>
                      <a:pt x="2912807" y="499339"/>
                      <a:pt x="2972493" y="474094"/>
                    </a:cubicBezTo>
                    <a:lnTo>
                      <a:pt x="3023955" y="463704"/>
                    </a:lnTo>
                    <a:lnTo>
                      <a:pt x="3023955" y="331011"/>
                    </a:lnTo>
                    <a:close/>
                    <a:moveTo>
                      <a:pt x="2711332" y="0"/>
                    </a:moveTo>
                    <a:lnTo>
                      <a:pt x="2812855" y="0"/>
                    </a:lnTo>
                    <a:lnTo>
                      <a:pt x="2812855" y="1"/>
                    </a:lnTo>
                    <a:lnTo>
                      <a:pt x="2812855" y="150699"/>
                    </a:lnTo>
                    <a:lnTo>
                      <a:pt x="2812855" y="150703"/>
                    </a:lnTo>
                    <a:lnTo>
                      <a:pt x="2812855" y="185573"/>
                    </a:lnTo>
                    <a:lnTo>
                      <a:pt x="2812855" y="268612"/>
                    </a:lnTo>
                    <a:lnTo>
                      <a:pt x="3465439" y="268612"/>
                    </a:lnTo>
                    <a:lnTo>
                      <a:pt x="3465439" y="268180"/>
                    </a:lnTo>
                    <a:lnTo>
                      <a:pt x="3507038" y="268180"/>
                    </a:lnTo>
                    <a:lnTo>
                      <a:pt x="3507038" y="466997"/>
                    </a:lnTo>
                    <a:lnTo>
                      <a:pt x="3541671" y="473988"/>
                    </a:lnTo>
                    <a:cubicBezTo>
                      <a:pt x="3586436" y="492922"/>
                      <a:pt x="3621184" y="530900"/>
                      <a:pt x="3635761" y="577765"/>
                    </a:cubicBezTo>
                    <a:lnTo>
                      <a:pt x="3641212" y="613821"/>
                    </a:lnTo>
                    <a:lnTo>
                      <a:pt x="3643236" y="613821"/>
                    </a:lnTo>
                    <a:lnTo>
                      <a:pt x="3643236" y="627210"/>
                    </a:lnTo>
                    <a:lnTo>
                      <a:pt x="3643237" y="627216"/>
                    </a:lnTo>
                    <a:lnTo>
                      <a:pt x="3643236" y="1063497"/>
                    </a:lnTo>
                    <a:lnTo>
                      <a:pt x="4190656" y="1063497"/>
                    </a:lnTo>
                    <a:lnTo>
                      <a:pt x="4190656" y="1184656"/>
                    </a:lnTo>
                    <a:lnTo>
                      <a:pt x="4190656" y="1530190"/>
                    </a:lnTo>
                    <a:lnTo>
                      <a:pt x="4190656" y="2078653"/>
                    </a:lnTo>
                    <a:lnTo>
                      <a:pt x="4190656" y="2082019"/>
                    </a:lnTo>
                    <a:lnTo>
                      <a:pt x="2526770" y="2082019"/>
                    </a:lnTo>
                    <a:lnTo>
                      <a:pt x="2526681" y="2082019"/>
                    </a:lnTo>
                    <a:lnTo>
                      <a:pt x="2449297" y="2082019"/>
                    </a:lnTo>
                    <a:lnTo>
                      <a:pt x="2449297" y="1864776"/>
                    </a:lnTo>
                    <a:lnTo>
                      <a:pt x="2354647" y="1864776"/>
                    </a:lnTo>
                    <a:lnTo>
                      <a:pt x="2354647" y="2082019"/>
                    </a:lnTo>
                    <a:lnTo>
                      <a:pt x="2277173" y="2082019"/>
                    </a:lnTo>
                    <a:lnTo>
                      <a:pt x="2277173" y="2082018"/>
                    </a:lnTo>
                    <a:lnTo>
                      <a:pt x="2190902" y="2082018"/>
                    </a:lnTo>
                    <a:lnTo>
                      <a:pt x="2190902" y="1864776"/>
                    </a:lnTo>
                    <a:lnTo>
                      <a:pt x="2096252" y="1864776"/>
                    </a:lnTo>
                    <a:lnTo>
                      <a:pt x="2096252" y="2082018"/>
                    </a:lnTo>
                    <a:lnTo>
                      <a:pt x="2028518" y="2082018"/>
                    </a:lnTo>
                    <a:lnTo>
                      <a:pt x="2028518" y="2083613"/>
                    </a:lnTo>
                    <a:lnTo>
                      <a:pt x="0" y="2083613"/>
                    </a:lnTo>
                    <a:lnTo>
                      <a:pt x="0" y="954650"/>
                    </a:lnTo>
                    <a:lnTo>
                      <a:pt x="525663" y="643073"/>
                    </a:lnTo>
                    <a:lnTo>
                      <a:pt x="525663" y="940002"/>
                    </a:lnTo>
                    <a:lnTo>
                      <a:pt x="1026614" y="643073"/>
                    </a:lnTo>
                    <a:lnTo>
                      <a:pt x="1026614" y="940003"/>
                    </a:lnTo>
                    <a:lnTo>
                      <a:pt x="1527566" y="643073"/>
                    </a:lnTo>
                    <a:lnTo>
                      <a:pt x="1527566" y="940003"/>
                    </a:lnTo>
                    <a:lnTo>
                      <a:pt x="2028518" y="643073"/>
                    </a:lnTo>
                    <a:lnTo>
                      <a:pt x="2028518" y="954650"/>
                    </a:lnTo>
                    <a:lnTo>
                      <a:pt x="2028518" y="957207"/>
                    </a:lnTo>
                    <a:lnTo>
                      <a:pt x="2119418" y="957207"/>
                    </a:lnTo>
                    <a:lnTo>
                      <a:pt x="2119418" y="351653"/>
                    </a:lnTo>
                    <a:lnTo>
                      <a:pt x="2119417" y="351653"/>
                    </a:lnTo>
                    <a:lnTo>
                      <a:pt x="2119417" y="185571"/>
                    </a:lnTo>
                    <a:lnTo>
                      <a:pt x="2265014" y="185571"/>
                    </a:lnTo>
                    <a:lnTo>
                      <a:pt x="2410612" y="185571"/>
                    </a:lnTo>
                    <a:lnTo>
                      <a:pt x="2410613" y="185571"/>
                    </a:lnTo>
                    <a:lnTo>
                      <a:pt x="2410613" y="337527"/>
                    </a:lnTo>
                    <a:lnTo>
                      <a:pt x="2410614" y="337527"/>
                    </a:lnTo>
                    <a:lnTo>
                      <a:pt x="2410614" y="337530"/>
                    </a:lnTo>
                    <a:lnTo>
                      <a:pt x="2410614" y="955499"/>
                    </a:lnTo>
                    <a:lnTo>
                      <a:pt x="2526770" y="955499"/>
                    </a:lnTo>
                    <a:lnTo>
                      <a:pt x="2526770" y="956944"/>
                    </a:lnTo>
                    <a:lnTo>
                      <a:pt x="2526770" y="1063497"/>
                    </a:lnTo>
                    <a:lnTo>
                      <a:pt x="2619542" y="1063497"/>
                    </a:lnTo>
                    <a:lnTo>
                      <a:pt x="2619542" y="185573"/>
                    </a:lnTo>
                    <a:lnTo>
                      <a:pt x="2619542" y="150703"/>
                    </a:lnTo>
                    <a:lnTo>
                      <a:pt x="2619542" y="1"/>
                    </a:lnTo>
                    <a:lnTo>
                      <a:pt x="27113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en-US"/>
              </a:p>
            </p:txBody>
          </p:sp>
          <p:sp>
            <p:nvSpPr>
              <p:cNvPr id="260" name="Freeform: Shape 5"/>
              <p:cNvSpPr/>
              <p:nvPr/>
            </p:nvSpPr>
            <p:spPr>
              <a:xfrm flipH="1">
                <a:off x="6202506" y="1386078"/>
                <a:ext cx="1303698" cy="1355913"/>
              </a:xfrm>
              <a:custGeom>
                <a:avLst/>
                <a:gdLst>
                  <a:gd name="connsiteX0" fmla="*/ 91855 w 1303698"/>
                  <a:gd name="connsiteY0" fmla="*/ 1312553 h 1355913"/>
                  <a:gd name="connsiteX1" fmla="*/ 91855 w 1303698"/>
                  <a:gd name="connsiteY1" fmla="*/ 1330841 h 1355913"/>
                  <a:gd name="connsiteX2" fmla="*/ 274735 w 1303698"/>
                  <a:gd name="connsiteY2" fmla="*/ 1330841 h 1355913"/>
                  <a:gd name="connsiteX3" fmla="*/ 274735 w 1303698"/>
                  <a:gd name="connsiteY3" fmla="*/ 1312553 h 1355913"/>
                  <a:gd name="connsiteX4" fmla="*/ 91855 w 1303698"/>
                  <a:gd name="connsiteY4" fmla="*/ 1284733 h 1355913"/>
                  <a:gd name="connsiteX5" fmla="*/ 91855 w 1303698"/>
                  <a:gd name="connsiteY5" fmla="*/ 1303021 h 1355913"/>
                  <a:gd name="connsiteX6" fmla="*/ 274735 w 1303698"/>
                  <a:gd name="connsiteY6" fmla="*/ 1303021 h 1355913"/>
                  <a:gd name="connsiteX7" fmla="*/ 274735 w 1303698"/>
                  <a:gd name="connsiteY7" fmla="*/ 1284733 h 1355913"/>
                  <a:gd name="connsiteX8" fmla="*/ 91855 w 1303698"/>
                  <a:gd name="connsiteY8" fmla="*/ 1256914 h 1355913"/>
                  <a:gd name="connsiteX9" fmla="*/ 91855 w 1303698"/>
                  <a:gd name="connsiteY9" fmla="*/ 1275202 h 1355913"/>
                  <a:gd name="connsiteX10" fmla="*/ 274735 w 1303698"/>
                  <a:gd name="connsiteY10" fmla="*/ 1275202 h 1355913"/>
                  <a:gd name="connsiteX11" fmla="*/ 274735 w 1303698"/>
                  <a:gd name="connsiteY11" fmla="*/ 1256914 h 1355913"/>
                  <a:gd name="connsiteX12" fmla="*/ 91855 w 1303698"/>
                  <a:gd name="connsiteY12" fmla="*/ 1229095 h 1355913"/>
                  <a:gd name="connsiteX13" fmla="*/ 91855 w 1303698"/>
                  <a:gd name="connsiteY13" fmla="*/ 1247383 h 1355913"/>
                  <a:gd name="connsiteX14" fmla="*/ 274735 w 1303698"/>
                  <a:gd name="connsiteY14" fmla="*/ 1247383 h 1355913"/>
                  <a:gd name="connsiteX15" fmla="*/ 274735 w 1303698"/>
                  <a:gd name="connsiteY15" fmla="*/ 1229095 h 1355913"/>
                  <a:gd name="connsiteX16" fmla="*/ 550507 w 1303698"/>
                  <a:gd name="connsiteY16" fmla="*/ 1139433 h 1355913"/>
                  <a:gd name="connsiteX17" fmla="*/ 550507 w 1303698"/>
                  <a:gd name="connsiteY17" fmla="*/ 1176009 h 1355913"/>
                  <a:gd name="connsiteX18" fmla="*/ 596469 w 1303698"/>
                  <a:gd name="connsiteY18" fmla="*/ 1176009 h 1355913"/>
                  <a:gd name="connsiteX19" fmla="*/ 596469 w 1303698"/>
                  <a:gd name="connsiteY19" fmla="*/ 1139433 h 1355913"/>
                  <a:gd name="connsiteX20" fmla="*/ 474065 w 1303698"/>
                  <a:gd name="connsiteY20" fmla="*/ 1139433 h 1355913"/>
                  <a:gd name="connsiteX21" fmla="*/ 474065 w 1303698"/>
                  <a:gd name="connsiteY21" fmla="*/ 1176009 h 1355913"/>
                  <a:gd name="connsiteX22" fmla="*/ 520027 w 1303698"/>
                  <a:gd name="connsiteY22" fmla="*/ 1176009 h 1355913"/>
                  <a:gd name="connsiteX23" fmla="*/ 520027 w 1303698"/>
                  <a:gd name="connsiteY23" fmla="*/ 1139433 h 1355913"/>
                  <a:gd name="connsiteX24" fmla="*/ 397623 w 1303698"/>
                  <a:gd name="connsiteY24" fmla="*/ 1139433 h 1355913"/>
                  <a:gd name="connsiteX25" fmla="*/ 397623 w 1303698"/>
                  <a:gd name="connsiteY25" fmla="*/ 1176009 h 1355913"/>
                  <a:gd name="connsiteX26" fmla="*/ 443585 w 1303698"/>
                  <a:gd name="connsiteY26" fmla="*/ 1176009 h 1355913"/>
                  <a:gd name="connsiteX27" fmla="*/ 443585 w 1303698"/>
                  <a:gd name="connsiteY27" fmla="*/ 1139433 h 1355913"/>
                  <a:gd name="connsiteX28" fmla="*/ 321181 w 1303698"/>
                  <a:gd name="connsiteY28" fmla="*/ 1139433 h 1355913"/>
                  <a:gd name="connsiteX29" fmla="*/ 321181 w 1303698"/>
                  <a:gd name="connsiteY29" fmla="*/ 1176009 h 1355913"/>
                  <a:gd name="connsiteX30" fmla="*/ 367143 w 1303698"/>
                  <a:gd name="connsiteY30" fmla="*/ 1176009 h 1355913"/>
                  <a:gd name="connsiteX31" fmla="*/ 367143 w 1303698"/>
                  <a:gd name="connsiteY31" fmla="*/ 1139433 h 1355913"/>
                  <a:gd name="connsiteX32" fmla="*/ 244739 w 1303698"/>
                  <a:gd name="connsiteY32" fmla="*/ 1139433 h 1355913"/>
                  <a:gd name="connsiteX33" fmla="*/ 244739 w 1303698"/>
                  <a:gd name="connsiteY33" fmla="*/ 1176009 h 1355913"/>
                  <a:gd name="connsiteX34" fmla="*/ 290701 w 1303698"/>
                  <a:gd name="connsiteY34" fmla="*/ 1176009 h 1355913"/>
                  <a:gd name="connsiteX35" fmla="*/ 290701 w 1303698"/>
                  <a:gd name="connsiteY35" fmla="*/ 1139433 h 1355913"/>
                  <a:gd name="connsiteX36" fmla="*/ 168297 w 1303698"/>
                  <a:gd name="connsiteY36" fmla="*/ 1139433 h 1355913"/>
                  <a:gd name="connsiteX37" fmla="*/ 168297 w 1303698"/>
                  <a:gd name="connsiteY37" fmla="*/ 1176009 h 1355913"/>
                  <a:gd name="connsiteX38" fmla="*/ 214259 w 1303698"/>
                  <a:gd name="connsiteY38" fmla="*/ 1176009 h 1355913"/>
                  <a:gd name="connsiteX39" fmla="*/ 214259 w 1303698"/>
                  <a:gd name="connsiteY39" fmla="*/ 1139433 h 1355913"/>
                  <a:gd name="connsiteX40" fmla="*/ 91855 w 1303698"/>
                  <a:gd name="connsiteY40" fmla="*/ 1139433 h 1355913"/>
                  <a:gd name="connsiteX41" fmla="*/ 91855 w 1303698"/>
                  <a:gd name="connsiteY41" fmla="*/ 1176009 h 1355913"/>
                  <a:gd name="connsiteX42" fmla="*/ 137817 w 1303698"/>
                  <a:gd name="connsiteY42" fmla="*/ 1176009 h 1355913"/>
                  <a:gd name="connsiteX43" fmla="*/ 137817 w 1303698"/>
                  <a:gd name="connsiteY43" fmla="*/ 1139433 h 1355913"/>
                  <a:gd name="connsiteX44" fmla="*/ 550507 w 1303698"/>
                  <a:gd name="connsiteY44" fmla="*/ 1066462 h 1355913"/>
                  <a:gd name="connsiteX45" fmla="*/ 550507 w 1303698"/>
                  <a:gd name="connsiteY45" fmla="*/ 1103038 h 1355913"/>
                  <a:gd name="connsiteX46" fmla="*/ 596469 w 1303698"/>
                  <a:gd name="connsiteY46" fmla="*/ 1103038 h 1355913"/>
                  <a:gd name="connsiteX47" fmla="*/ 596469 w 1303698"/>
                  <a:gd name="connsiteY47" fmla="*/ 1066462 h 1355913"/>
                  <a:gd name="connsiteX48" fmla="*/ 474065 w 1303698"/>
                  <a:gd name="connsiteY48" fmla="*/ 1066462 h 1355913"/>
                  <a:gd name="connsiteX49" fmla="*/ 474065 w 1303698"/>
                  <a:gd name="connsiteY49" fmla="*/ 1103038 h 1355913"/>
                  <a:gd name="connsiteX50" fmla="*/ 520027 w 1303698"/>
                  <a:gd name="connsiteY50" fmla="*/ 1103038 h 1355913"/>
                  <a:gd name="connsiteX51" fmla="*/ 520027 w 1303698"/>
                  <a:gd name="connsiteY51" fmla="*/ 1066462 h 1355913"/>
                  <a:gd name="connsiteX52" fmla="*/ 397623 w 1303698"/>
                  <a:gd name="connsiteY52" fmla="*/ 1066462 h 1355913"/>
                  <a:gd name="connsiteX53" fmla="*/ 397623 w 1303698"/>
                  <a:gd name="connsiteY53" fmla="*/ 1103038 h 1355913"/>
                  <a:gd name="connsiteX54" fmla="*/ 443585 w 1303698"/>
                  <a:gd name="connsiteY54" fmla="*/ 1103038 h 1355913"/>
                  <a:gd name="connsiteX55" fmla="*/ 443585 w 1303698"/>
                  <a:gd name="connsiteY55" fmla="*/ 1066462 h 1355913"/>
                  <a:gd name="connsiteX56" fmla="*/ 321181 w 1303698"/>
                  <a:gd name="connsiteY56" fmla="*/ 1066462 h 1355913"/>
                  <a:gd name="connsiteX57" fmla="*/ 321181 w 1303698"/>
                  <a:gd name="connsiteY57" fmla="*/ 1103038 h 1355913"/>
                  <a:gd name="connsiteX58" fmla="*/ 367143 w 1303698"/>
                  <a:gd name="connsiteY58" fmla="*/ 1103038 h 1355913"/>
                  <a:gd name="connsiteX59" fmla="*/ 367143 w 1303698"/>
                  <a:gd name="connsiteY59" fmla="*/ 1066462 h 1355913"/>
                  <a:gd name="connsiteX60" fmla="*/ 244739 w 1303698"/>
                  <a:gd name="connsiteY60" fmla="*/ 1066462 h 1355913"/>
                  <a:gd name="connsiteX61" fmla="*/ 244739 w 1303698"/>
                  <a:gd name="connsiteY61" fmla="*/ 1103038 h 1355913"/>
                  <a:gd name="connsiteX62" fmla="*/ 290701 w 1303698"/>
                  <a:gd name="connsiteY62" fmla="*/ 1103038 h 1355913"/>
                  <a:gd name="connsiteX63" fmla="*/ 290701 w 1303698"/>
                  <a:gd name="connsiteY63" fmla="*/ 1066462 h 1355913"/>
                  <a:gd name="connsiteX64" fmla="*/ 168297 w 1303698"/>
                  <a:gd name="connsiteY64" fmla="*/ 1066462 h 1355913"/>
                  <a:gd name="connsiteX65" fmla="*/ 168297 w 1303698"/>
                  <a:gd name="connsiteY65" fmla="*/ 1103038 h 1355913"/>
                  <a:gd name="connsiteX66" fmla="*/ 214259 w 1303698"/>
                  <a:gd name="connsiteY66" fmla="*/ 1103038 h 1355913"/>
                  <a:gd name="connsiteX67" fmla="*/ 214259 w 1303698"/>
                  <a:gd name="connsiteY67" fmla="*/ 1066462 h 1355913"/>
                  <a:gd name="connsiteX68" fmla="*/ 91855 w 1303698"/>
                  <a:gd name="connsiteY68" fmla="*/ 1066462 h 1355913"/>
                  <a:gd name="connsiteX69" fmla="*/ 91855 w 1303698"/>
                  <a:gd name="connsiteY69" fmla="*/ 1103038 h 1355913"/>
                  <a:gd name="connsiteX70" fmla="*/ 137817 w 1303698"/>
                  <a:gd name="connsiteY70" fmla="*/ 1103038 h 1355913"/>
                  <a:gd name="connsiteX71" fmla="*/ 137817 w 1303698"/>
                  <a:gd name="connsiteY71" fmla="*/ 1066462 h 1355913"/>
                  <a:gd name="connsiteX72" fmla="*/ 406719 w 1303698"/>
                  <a:gd name="connsiteY72" fmla="*/ 768369 h 1355913"/>
                  <a:gd name="connsiteX73" fmla="*/ 392429 w 1303698"/>
                  <a:gd name="connsiteY73" fmla="*/ 781560 h 1355913"/>
                  <a:gd name="connsiteX74" fmla="*/ 391879 w 1303698"/>
                  <a:gd name="connsiteY74" fmla="*/ 942049 h 1355913"/>
                  <a:gd name="connsiteX75" fmla="*/ 405620 w 1303698"/>
                  <a:gd name="connsiteY75" fmla="*/ 956339 h 1355913"/>
                  <a:gd name="connsiteX76" fmla="*/ 419360 w 1303698"/>
                  <a:gd name="connsiteY76" fmla="*/ 942049 h 1355913"/>
                  <a:gd name="connsiteX77" fmla="*/ 419360 w 1303698"/>
                  <a:gd name="connsiteY77" fmla="*/ 863453 h 1355913"/>
                  <a:gd name="connsiteX78" fmla="*/ 419360 w 1303698"/>
                  <a:gd name="connsiteY78" fmla="*/ 782110 h 1355913"/>
                  <a:gd name="connsiteX79" fmla="*/ 406719 w 1303698"/>
                  <a:gd name="connsiteY79" fmla="*/ 768369 h 1355913"/>
                  <a:gd name="connsiteX80" fmla="*/ 555116 w 1303698"/>
                  <a:gd name="connsiteY80" fmla="*/ 723300 h 1355913"/>
                  <a:gd name="connsiteX81" fmla="*/ 544674 w 1303698"/>
                  <a:gd name="connsiteY81" fmla="*/ 734842 h 1355913"/>
                  <a:gd name="connsiteX82" fmla="*/ 545223 w 1303698"/>
                  <a:gd name="connsiteY82" fmla="*/ 944797 h 1355913"/>
                  <a:gd name="connsiteX83" fmla="*/ 556765 w 1303698"/>
                  <a:gd name="connsiteY83" fmla="*/ 956339 h 1355913"/>
                  <a:gd name="connsiteX84" fmla="*/ 600185 w 1303698"/>
                  <a:gd name="connsiteY84" fmla="*/ 956339 h 1355913"/>
                  <a:gd name="connsiteX85" fmla="*/ 615025 w 1303698"/>
                  <a:gd name="connsiteY85" fmla="*/ 941499 h 1355913"/>
                  <a:gd name="connsiteX86" fmla="*/ 615025 w 1303698"/>
                  <a:gd name="connsiteY86" fmla="*/ 866751 h 1355913"/>
                  <a:gd name="connsiteX87" fmla="*/ 621071 w 1303698"/>
                  <a:gd name="connsiteY87" fmla="*/ 853010 h 1355913"/>
                  <a:gd name="connsiteX88" fmla="*/ 637559 w 1303698"/>
                  <a:gd name="connsiteY88" fmla="*/ 827728 h 1355913"/>
                  <a:gd name="connsiteX89" fmla="*/ 625468 w 1303698"/>
                  <a:gd name="connsiteY89" fmla="*/ 816735 h 1355913"/>
                  <a:gd name="connsiteX90" fmla="*/ 585895 w 1303698"/>
                  <a:gd name="connsiteY90" fmla="*/ 816735 h 1355913"/>
                  <a:gd name="connsiteX91" fmla="*/ 567208 w 1303698"/>
                  <a:gd name="connsiteY91" fmla="*/ 798598 h 1355913"/>
                  <a:gd name="connsiteX92" fmla="*/ 567208 w 1303698"/>
                  <a:gd name="connsiteY92" fmla="*/ 767819 h 1355913"/>
                  <a:gd name="connsiteX93" fmla="*/ 566659 w 1303698"/>
                  <a:gd name="connsiteY93" fmla="*/ 767819 h 1355913"/>
                  <a:gd name="connsiteX94" fmla="*/ 566659 w 1303698"/>
                  <a:gd name="connsiteY94" fmla="*/ 735392 h 1355913"/>
                  <a:gd name="connsiteX95" fmla="*/ 555116 w 1303698"/>
                  <a:gd name="connsiteY95" fmla="*/ 723300 h 1355913"/>
                  <a:gd name="connsiteX96" fmla="*/ 509498 w 1303698"/>
                  <a:gd name="connsiteY96" fmla="*/ 565559 h 1355913"/>
                  <a:gd name="connsiteX97" fmla="*/ 495208 w 1303698"/>
                  <a:gd name="connsiteY97" fmla="*/ 572704 h 1355913"/>
                  <a:gd name="connsiteX98" fmla="*/ 502353 w 1303698"/>
                  <a:gd name="connsiteY98" fmla="*/ 601284 h 1355913"/>
                  <a:gd name="connsiteX99" fmla="*/ 545223 w 1303698"/>
                  <a:gd name="connsiteY99" fmla="*/ 674384 h 1355913"/>
                  <a:gd name="connsiteX100" fmla="*/ 571605 w 1303698"/>
                  <a:gd name="connsiteY100" fmla="*/ 702964 h 1355913"/>
                  <a:gd name="connsiteX101" fmla="*/ 578750 w 1303698"/>
                  <a:gd name="connsiteY101" fmla="*/ 703514 h 1355913"/>
                  <a:gd name="connsiteX102" fmla="*/ 588643 w 1303698"/>
                  <a:gd name="connsiteY102" fmla="*/ 715056 h 1355913"/>
                  <a:gd name="connsiteX103" fmla="*/ 588093 w 1303698"/>
                  <a:gd name="connsiteY103" fmla="*/ 767270 h 1355913"/>
                  <a:gd name="connsiteX104" fmla="*/ 613376 w 1303698"/>
                  <a:gd name="connsiteY104" fmla="*/ 794751 h 1355913"/>
                  <a:gd name="connsiteX105" fmla="*/ 617773 w 1303698"/>
                  <a:gd name="connsiteY105" fmla="*/ 795300 h 1355913"/>
                  <a:gd name="connsiteX106" fmla="*/ 637559 w 1303698"/>
                  <a:gd name="connsiteY106" fmla="*/ 783758 h 1355913"/>
                  <a:gd name="connsiteX107" fmla="*/ 620521 w 1303698"/>
                  <a:gd name="connsiteY107" fmla="*/ 754629 h 1355913"/>
                  <a:gd name="connsiteX108" fmla="*/ 597987 w 1303698"/>
                  <a:gd name="connsiteY108" fmla="*/ 731545 h 1355913"/>
                  <a:gd name="connsiteX109" fmla="*/ 597987 w 1303698"/>
                  <a:gd name="connsiteY109" fmla="*/ 656796 h 1355913"/>
                  <a:gd name="connsiteX110" fmla="*/ 597437 w 1303698"/>
                  <a:gd name="connsiteY110" fmla="*/ 656796 h 1355913"/>
                  <a:gd name="connsiteX111" fmla="*/ 597437 w 1303698"/>
                  <a:gd name="connsiteY111" fmla="*/ 580949 h 1355913"/>
                  <a:gd name="connsiteX112" fmla="*/ 582597 w 1303698"/>
                  <a:gd name="connsiteY112" fmla="*/ 565559 h 1355913"/>
                  <a:gd name="connsiteX113" fmla="*/ 509498 w 1303698"/>
                  <a:gd name="connsiteY113" fmla="*/ 565559 h 1355913"/>
                  <a:gd name="connsiteX114" fmla="*/ 1099240 w 1303698"/>
                  <a:gd name="connsiteY114" fmla="*/ 0 h 1355913"/>
                  <a:gd name="connsiteX115" fmla="*/ 1179484 w 1303698"/>
                  <a:gd name="connsiteY115" fmla="*/ 0 h 1355913"/>
                  <a:gd name="connsiteX116" fmla="*/ 1216309 w 1303698"/>
                  <a:gd name="connsiteY116" fmla="*/ 756827 h 1355913"/>
                  <a:gd name="connsiteX117" fmla="*/ 1303698 w 1303698"/>
                  <a:gd name="connsiteY117" fmla="*/ 758476 h 1355913"/>
                  <a:gd name="connsiteX118" fmla="*/ 1301500 w 1303698"/>
                  <a:gd name="connsiteY118" fmla="*/ 1355913 h 1355913"/>
                  <a:gd name="connsiteX119" fmla="*/ 0 w 1303698"/>
                  <a:gd name="connsiteY119" fmla="*/ 1355913 h 1355913"/>
                  <a:gd name="connsiteX120" fmla="*/ 2199 w 1303698"/>
                  <a:gd name="connsiteY120" fmla="*/ 951942 h 1355913"/>
                  <a:gd name="connsiteX121" fmla="*/ 149497 w 1303698"/>
                  <a:gd name="connsiteY121" fmla="*/ 867850 h 1355913"/>
                  <a:gd name="connsiteX122" fmla="*/ 190719 w 1303698"/>
                  <a:gd name="connsiteY122" fmla="*/ 943698 h 1355913"/>
                  <a:gd name="connsiteX123" fmla="*/ 325925 w 1303698"/>
                  <a:gd name="connsiteY123" fmla="*/ 867300 h 1355913"/>
                  <a:gd name="connsiteX124" fmla="*/ 364398 w 1303698"/>
                  <a:gd name="connsiteY124" fmla="*/ 938751 h 1355913"/>
                  <a:gd name="connsiteX125" fmla="*/ 366047 w 1303698"/>
                  <a:gd name="connsiteY125" fmla="*/ 767270 h 1355913"/>
                  <a:gd name="connsiteX126" fmla="*/ 391879 w 1303698"/>
                  <a:gd name="connsiteY126" fmla="*/ 741987 h 1355913"/>
                  <a:gd name="connsiteX127" fmla="*/ 419910 w 1303698"/>
                  <a:gd name="connsiteY127" fmla="*/ 714506 h 1355913"/>
                  <a:gd name="connsiteX128" fmla="*/ 419910 w 1303698"/>
                  <a:gd name="connsiteY128" fmla="*/ 661193 h 1355913"/>
                  <a:gd name="connsiteX129" fmla="*/ 454536 w 1303698"/>
                  <a:gd name="connsiteY129" fmla="*/ 606231 h 1355913"/>
                  <a:gd name="connsiteX130" fmla="*/ 467727 w 1303698"/>
                  <a:gd name="connsiteY130" fmla="*/ 584796 h 1355913"/>
                  <a:gd name="connsiteX131" fmla="*/ 467177 w 1303698"/>
                  <a:gd name="connsiteY131" fmla="*/ 555116 h 1355913"/>
                  <a:gd name="connsiteX132" fmla="*/ 482017 w 1303698"/>
                  <a:gd name="connsiteY132" fmla="*/ 539178 h 1355913"/>
                  <a:gd name="connsiteX133" fmla="*/ 607330 w 1303698"/>
                  <a:gd name="connsiteY133" fmla="*/ 539178 h 1355913"/>
                  <a:gd name="connsiteX134" fmla="*/ 624368 w 1303698"/>
                  <a:gd name="connsiteY134" fmla="*/ 558414 h 1355913"/>
                  <a:gd name="connsiteX135" fmla="*/ 624368 w 1303698"/>
                  <a:gd name="connsiteY135" fmla="*/ 673834 h 1355913"/>
                  <a:gd name="connsiteX136" fmla="*/ 626017 w 1303698"/>
                  <a:gd name="connsiteY136" fmla="*/ 717254 h 1355913"/>
                  <a:gd name="connsiteX137" fmla="*/ 632063 w 1303698"/>
                  <a:gd name="connsiteY137" fmla="*/ 726598 h 1355913"/>
                  <a:gd name="connsiteX138" fmla="*/ 637010 w 1303698"/>
                  <a:gd name="connsiteY138" fmla="*/ 717804 h 1355913"/>
                  <a:gd name="connsiteX139" fmla="*/ 637010 w 1303698"/>
                  <a:gd name="connsiteY139" fmla="*/ 690873 h 1355913"/>
                  <a:gd name="connsiteX140" fmla="*/ 653498 w 1303698"/>
                  <a:gd name="connsiteY140" fmla="*/ 674384 h 1355913"/>
                  <a:gd name="connsiteX141" fmla="*/ 671086 w 1303698"/>
                  <a:gd name="connsiteY141" fmla="*/ 658445 h 1355913"/>
                  <a:gd name="connsiteX142" fmla="*/ 695819 w 1303698"/>
                  <a:gd name="connsiteY142" fmla="*/ 611727 h 1355913"/>
                  <a:gd name="connsiteX143" fmla="*/ 715056 w 1303698"/>
                  <a:gd name="connsiteY143" fmla="*/ 594140 h 1355913"/>
                  <a:gd name="connsiteX144" fmla="*/ 753529 w 1303698"/>
                  <a:gd name="connsiteY144" fmla="*/ 597987 h 1355913"/>
                  <a:gd name="connsiteX145" fmla="*/ 762323 w 1303698"/>
                  <a:gd name="connsiteY145" fmla="*/ 606231 h 1355913"/>
                  <a:gd name="connsiteX146" fmla="*/ 795850 w 1303698"/>
                  <a:gd name="connsiteY146" fmla="*/ 665590 h 1355913"/>
                  <a:gd name="connsiteX147" fmla="*/ 795850 w 1303698"/>
                  <a:gd name="connsiteY147" fmla="*/ 765071 h 1355913"/>
                  <a:gd name="connsiteX148" fmla="*/ 862903 w 1303698"/>
                  <a:gd name="connsiteY148" fmla="*/ 761773 h 1355913"/>
                  <a:gd name="connsiteX149" fmla="*/ 898079 w 1303698"/>
                  <a:gd name="connsiteY149" fmla="*/ 155543 h 1355913"/>
                  <a:gd name="connsiteX150" fmla="*/ 979973 w 1303698"/>
                  <a:gd name="connsiteY150" fmla="*/ 155543 h 1355913"/>
                  <a:gd name="connsiteX151" fmla="*/ 1016797 w 1303698"/>
                  <a:gd name="connsiteY151" fmla="*/ 759026 h 1355913"/>
                  <a:gd name="connsiteX152" fmla="*/ 1063515 w 1303698"/>
                  <a:gd name="connsiteY152" fmla="*/ 757376 h 1355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</a:cxnLst>
                <a:rect l="l" t="t" r="r" b="b"/>
                <a:pathLst>
                  <a:path w="1303698" h="1355913">
                    <a:moveTo>
                      <a:pt x="91855" y="1312553"/>
                    </a:moveTo>
                    <a:lnTo>
                      <a:pt x="91855" y="1330841"/>
                    </a:lnTo>
                    <a:lnTo>
                      <a:pt x="274735" y="1330841"/>
                    </a:lnTo>
                    <a:lnTo>
                      <a:pt x="274735" y="1312553"/>
                    </a:lnTo>
                    <a:close/>
                    <a:moveTo>
                      <a:pt x="91855" y="1284733"/>
                    </a:moveTo>
                    <a:lnTo>
                      <a:pt x="91855" y="1303021"/>
                    </a:lnTo>
                    <a:lnTo>
                      <a:pt x="274735" y="1303021"/>
                    </a:lnTo>
                    <a:lnTo>
                      <a:pt x="274735" y="1284733"/>
                    </a:lnTo>
                    <a:close/>
                    <a:moveTo>
                      <a:pt x="91855" y="1256914"/>
                    </a:moveTo>
                    <a:lnTo>
                      <a:pt x="91855" y="1275202"/>
                    </a:lnTo>
                    <a:lnTo>
                      <a:pt x="274735" y="1275202"/>
                    </a:lnTo>
                    <a:lnTo>
                      <a:pt x="274735" y="1256914"/>
                    </a:lnTo>
                    <a:close/>
                    <a:moveTo>
                      <a:pt x="91855" y="1229095"/>
                    </a:moveTo>
                    <a:lnTo>
                      <a:pt x="91855" y="1247383"/>
                    </a:lnTo>
                    <a:lnTo>
                      <a:pt x="274735" y="1247383"/>
                    </a:lnTo>
                    <a:lnTo>
                      <a:pt x="274735" y="1229095"/>
                    </a:lnTo>
                    <a:close/>
                    <a:moveTo>
                      <a:pt x="550507" y="1139433"/>
                    </a:moveTo>
                    <a:lnTo>
                      <a:pt x="550507" y="1176009"/>
                    </a:lnTo>
                    <a:lnTo>
                      <a:pt x="596469" y="1176009"/>
                    </a:lnTo>
                    <a:lnTo>
                      <a:pt x="596469" y="1139433"/>
                    </a:lnTo>
                    <a:close/>
                    <a:moveTo>
                      <a:pt x="474065" y="1139433"/>
                    </a:moveTo>
                    <a:lnTo>
                      <a:pt x="474065" y="1176009"/>
                    </a:lnTo>
                    <a:lnTo>
                      <a:pt x="520027" y="1176009"/>
                    </a:lnTo>
                    <a:lnTo>
                      <a:pt x="520027" y="1139433"/>
                    </a:lnTo>
                    <a:close/>
                    <a:moveTo>
                      <a:pt x="397623" y="1139433"/>
                    </a:moveTo>
                    <a:lnTo>
                      <a:pt x="397623" y="1176009"/>
                    </a:lnTo>
                    <a:lnTo>
                      <a:pt x="443585" y="1176009"/>
                    </a:lnTo>
                    <a:lnTo>
                      <a:pt x="443585" y="1139433"/>
                    </a:lnTo>
                    <a:close/>
                    <a:moveTo>
                      <a:pt x="321181" y="1139433"/>
                    </a:moveTo>
                    <a:lnTo>
                      <a:pt x="321181" y="1176009"/>
                    </a:lnTo>
                    <a:lnTo>
                      <a:pt x="367143" y="1176009"/>
                    </a:lnTo>
                    <a:lnTo>
                      <a:pt x="367143" y="1139433"/>
                    </a:lnTo>
                    <a:close/>
                    <a:moveTo>
                      <a:pt x="244739" y="1139433"/>
                    </a:moveTo>
                    <a:lnTo>
                      <a:pt x="244739" y="1176009"/>
                    </a:lnTo>
                    <a:lnTo>
                      <a:pt x="290701" y="1176009"/>
                    </a:lnTo>
                    <a:lnTo>
                      <a:pt x="290701" y="1139433"/>
                    </a:lnTo>
                    <a:close/>
                    <a:moveTo>
                      <a:pt x="168297" y="1139433"/>
                    </a:moveTo>
                    <a:lnTo>
                      <a:pt x="168297" y="1176009"/>
                    </a:lnTo>
                    <a:lnTo>
                      <a:pt x="214259" y="1176009"/>
                    </a:lnTo>
                    <a:lnTo>
                      <a:pt x="214259" y="1139433"/>
                    </a:lnTo>
                    <a:close/>
                    <a:moveTo>
                      <a:pt x="91855" y="1139433"/>
                    </a:moveTo>
                    <a:lnTo>
                      <a:pt x="91855" y="1176009"/>
                    </a:lnTo>
                    <a:lnTo>
                      <a:pt x="137817" y="1176009"/>
                    </a:lnTo>
                    <a:lnTo>
                      <a:pt x="137817" y="1139433"/>
                    </a:lnTo>
                    <a:close/>
                    <a:moveTo>
                      <a:pt x="550507" y="1066462"/>
                    </a:moveTo>
                    <a:lnTo>
                      <a:pt x="550507" y="1103038"/>
                    </a:lnTo>
                    <a:lnTo>
                      <a:pt x="596469" y="1103038"/>
                    </a:lnTo>
                    <a:lnTo>
                      <a:pt x="596469" y="1066462"/>
                    </a:lnTo>
                    <a:close/>
                    <a:moveTo>
                      <a:pt x="474065" y="1066462"/>
                    </a:moveTo>
                    <a:lnTo>
                      <a:pt x="474065" y="1103038"/>
                    </a:lnTo>
                    <a:lnTo>
                      <a:pt x="520027" y="1103038"/>
                    </a:lnTo>
                    <a:lnTo>
                      <a:pt x="520027" y="1066462"/>
                    </a:lnTo>
                    <a:close/>
                    <a:moveTo>
                      <a:pt x="397623" y="1066462"/>
                    </a:moveTo>
                    <a:lnTo>
                      <a:pt x="397623" y="1103038"/>
                    </a:lnTo>
                    <a:lnTo>
                      <a:pt x="443585" y="1103038"/>
                    </a:lnTo>
                    <a:lnTo>
                      <a:pt x="443585" y="1066462"/>
                    </a:lnTo>
                    <a:close/>
                    <a:moveTo>
                      <a:pt x="321181" y="1066462"/>
                    </a:moveTo>
                    <a:lnTo>
                      <a:pt x="321181" y="1103038"/>
                    </a:lnTo>
                    <a:lnTo>
                      <a:pt x="367143" y="1103038"/>
                    </a:lnTo>
                    <a:lnTo>
                      <a:pt x="367143" y="1066462"/>
                    </a:lnTo>
                    <a:close/>
                    <a:moveTo>
                      <a:pt x="244739" y="1066462"/>
                    </a:moveTo>
                    <a:lnTo>
                      <a:pt x="244739" y="1103038"/>
                    </a:lnTo>
                    <a:lnTo>
                      <a:pt x="290701" y="1103038"/>
                    </a:lnTo>
                    <a:lnTo>
                      <a:pt x="290701" y="1066462"/>
                    </a:lnTo>
                    <a:close/>
                    <a:moveTo>
                      <a:pt x="168297" y="1066462"/>
                    </a:moveTo>
                    <a:lnTo>
                      <a:pt x="168297" y="1103038"/>
                    </a:lnTo>
                    <a:lnTo>
                      <a:pt x="214259" y="1103038"/>
                    </a:lnTo>
                    <a:lnTo>
                      <a:pt x="214259" y="1066462"/>
                    </a:lnTo>
                    <a:close/>
                    <a:moveTo>
                      <a:pt x="91855" y="1066462"/>
                    </a:moveTo>
                    <a:lnTo>
                      <a:pt x="91855" y="1103038"/>
                    </a:lnTo>
                    <a:lnTo>
                      <a:pt x="137817" y="1103038"/>
                    </a:lnTo>
                    <a:lnTo>
                      <a:pt x="137817" y="1066462"/>
                    </a:lnTo>
                    <a:close/>
                    <a:moveTo>
                      <a:pt x="406719" y="768369"/>
                    </a:moveTo>
                    <a:cubicBezTo>
                      <a:pt x="397376" y="768369"/>
                      <a:pt x="392429" y="770567"/>
                      <a:pt x="392429" y="781560"/>
                    </a:cubicBezTo>
                    <a:cubicBezTo>
                      <a:pt x="392979" y="834873"/>
                      <a:pt x="392979" y="888736"/>
                      <a:pt x="391879" y="942049"/>
                    </a:cubicBezTo>
                    <a:cubicBezTo>
                      <a:pt x="391879" y="951942"/>
                      <a:pt x="395177" y="956339"/>
                      <a:pt x="405620" y="956339"/>
                    </a:cubicBezTo>
                    <a:cubicBezTo>
                      <a:pt x="416063" y="956339"/>
                      <a:pt x="419360" y="952492"/>
                      <a:pt x="419360" y="942049"/>
                    </a:cubicBezTo>
                    <a:cubicBezTo>
                      <a:pt x="418811" y="915667"/>
                      <a:pt x="419360" y="889835"/>
                      <a:pt x="419360" y="863453"/>
                    </a:cubicBezTo>
                    <a:cubicBezTo>
                      <a:pt x="419360" y="836522"/>
                      <a:pt x="418811" y="809041"/>
                      <a:pt x="419360" y="782110"/>
                    </a:cubicBezTo>
                    <a:cubicBezTo>
                      <a:pt x="419360" y="772766"/>
                      <a:pt x="417162" y="768369"/>
                      <a:pt x="406719" y="768369"/>
                    </a:cubicBezTo>
                    <a:close/>
                    <a:moveTo>
                      <a:pt x="555116" y="723300"/>
                    </a:moveTo>
                    <a:cubicBezTo>
                      <a:pt x="546872" y="723300"/>
                      <a:pt x="544674" y="727697"/>
                      <a:pt x="544674" y="734842"/>
                    </a:cubicBezTo>
                    <a:cubicBezTo>
                      <a:pt x="544674" y="804644"/>
                      <a:pt x="544674" y="874446"/>
                      <a:pt x="545223" y="944797"/>
                    </a:cubicBezTo>
                    <a:cubicBezTo>
                      <a:pt x="544674" y="953041"/>
                      <a:pt x="548521" y="956339"/>
                      <a:pt x="556765" y="956339"/>
                    </a:cubicBezTo>
                    <a:cubicBezTo>
                      <a:pt x="571056" y="955789"/>
                      <a:pt x="585895" y="955789"/>
                      <a:pt x="600185" y="956339"/>
                    </a:cubicBezTo>
                    <a:cubicBezTo>
                      <a:pt x="611177" y="956889"/>
                      <a:pt x="615025" y="952492"/>
                      <a:pt x="615025" y="941499"/>
                    </a:cubicBezTo>
                    <a:cubicBezTo>
                      <a:pt x="614475" y="916217"/>
                      <a:pt x="615025" y="891484"/>
                      <a:pt x="615025" y="866751"/>
                    </a:cubicBezTo>
                    <a:cubicBezTo>
                      <a:pt x="615025" y="861255"/>
                      <a:pt x="613926" y="853010"/>
                      <a:pt x="621071" y="853010"/>
                    </a:cubicBezTo>
                    <a:cubicBezTo>
                      <a:pt x="640857" y="853010"/>
                      <a:pt x="637010" y="839270"/>
                      <a:pt x="637559" y="827728"/>
                    </a:cubicBezTo>
                    <a:cubicBezTo>
                      <a:pt x="637559" y="818934"/>
                      <a:pt x="633712" y="816735"/>
                      <a:pt x="625468" y="816735"/>
                    </a:cubicBezTo>
                    <a:cubicBezTo>
                      <a:pt x="612277" y="816735"/>
                      <a:pt x="599086" y="816186"/>
                      <a:pt x="585895" y="816735"/>
                    </a:cubicBezTo>
                    <a:cubicBezTo>
                      <a:pt x="572704" y="817285"/>
                      <a:pt x="567208" y="811239"/>
                      <a:pt x="567208" y="798598"/>
                    </a:cubicBezTo>
                    <a:cubicBezTo>
                      <a:pt x="567208" y="788705"/>
                      <a:pt x="567208" y="778262"/>
                      <a:pt x="567208" y="767819"/>
                    </a:cubicBezTo>
                    <a:cubicBezTo>
                      <a:pt x="566659" y="767819"/>
                      <a:pt x="566659" y="767819"/>
                      <a:pt x="566659" y="767819"/>
                    </a:cubicBezTo>
                    <a:cubicBezTo>
                      <a:pt x="566659" y="756827"/>
                      <a:pt x="566659" y="746384"/>
                      <a:pt x="566659" y="735392"/>
                    </a:cubicBezTo>
                    <a:cubicBezTo>
                      <a:pt x="566659" y="727148"/>
                      <a:pt x="563910" y="723300"/>
                      <a:pt x="555116" y="723300"/>
                    </a:cubicBezTo>
                    <a:close/>
                    <a:moveTo>
                      <a:pt x="509498" y="565559"/>
                    </a:moveTo>
                    <a:cubicBezTo>
                      <a:pt x="503452" y="565559"/>
                      <a:pt x="495208" y="563910"/>
                      <a:pt x="495208" y="572704"/>
                    </a:cubicBezTo>
                    <a:cubicBezTo>
                      <a:pt x="495208" y="582597"/>
                      <a:pt x="488063" y="595239"/>
                      <a:pt x="502353" y="601284"/>
                    </a:cubicBezTo>
                    <a:cubicBezTo>
                      <a:pt x="534781" y="615025"/>
                      <a:pt x="546322" y="640857"/>
                      <a:pt x="545223" y="674384"/>
                    </a:cubicBezTo>
                    <a:cubicBezTo>
                      <a:pt x="544674" y="705712"/>
                      <a:pt x="543025" y="702964"/>
                      <a:pt x="571605" y="702964"/>
                    </a:cubicBezTo>
                    <a:cubicBezTo>
                      <a:pt x="574353" y="702964"/>
                      <a:pt x="576552" y="702964"/>
                      <a:pt x="578750" y="703514"/>
                    </a:cubicBezTo>
                    <a:cubicBezTo>
                      <a:pt x="584796" y="704613"/>
                      <a:pt x="589193" y="706262"/>
                      <a:pt x="588643" y="715056"/>
                    </a:cubicBezTo>
                    <a:cubicBezTo>
                      <a:pt x="586994" y="732644"/>
                      <a:pt x="588093" y="749682"/>
                      <a:pt x="588093" y="767270"/>
                    </a:cubicBezTo>
                    <a:cubicBezTo>
                      <a:pt x="588093" y="793651"/>
                      <a:pt x="588093" y="793651"/>
                      <a:pt x="613376" y="794751"/>
                    </a:cubicBezTo>
                    <a:cubicBezTo>
                      <a:pt x="615025" y="794751"/>
                      <a:pt x="616124" y="795300"/>
                      <a:pt x="617773" y="795300"/>
                    </a:cubicBezTo>
                    <a:cubicBezTo>
                      <a:pt x="627117" y="795850"/>
                      <a:pt x="637010" y="799148"/>
                      <a:pt x="637559" y="783758"/>
                    </a:cubicBezTo>
                    <a:cubicBezTo>
                      <a:pt x="638658" y="756827"/>
                      <a:pt x="638658" y="755178"/>
                      <a:pt x="620521" y="754629"/>
                    </a:cubicBezTo>
                    <a:cubicBezTo>
                      <a:pt x="602384" y="753529"/>
                      <a:pt x="597987" y="749682"/>
                      <a:pt x="597987" y="731545"/>
                    </a:cubicBezTo>
                    <a:cubicBezTo>
                      <a:pt x="597987" y="706262"/>
                      <a:pt x="597987" y="681529"/>
                      <a:pt x="597987" y="656796"/>
                    </a:cubicBezTo>
                    <a:cubicBezTo>
                      <a:pt x="597437" y="656796"/>
                      <a:pt x="597437" y="656796"/>
                      <a:pt x="597437" y="656796"/>
                    </a:cubicBezTo>
                    <a:cubicBezTo>
                      <a:pt x="597437" y="631514"/>
                      <a:pt x="596887" y="606231"/>
                      <a:pt x="597437" y="580949"/>
                    </a:cubicBezTo>
                    <a:cubicBezTo>
                      <a:pt x="597987" y="569956"/>
                      <a:pt x="594689" y="565009"/>
                      <a:pt x="582597" y="565559"/>
                    </a:cubicBezTo>
                    <a:cubicBezTo>
                      <a:pt x="558414" y="566109"/>
                      <a:pt x="533681" y="565559"/>
                      <a:pt x="509498" y="565559"/>
                    </a:cubicBezTo>
                    <a:close/>
                    <a:moveTo>
                      <a:pt x="1099240" y="0"/>
                    </a:moveTo>
                    <a:lnTo>
                      <a:pt x="1179484" y="0"/>
                    </a:lnTo>
                    <a:lnTo>
                      <a:pt x="1216309" y="756827"/>
                    </a:lnTo>
                    <a:lnTo>
                      <a:pt x="1303698" y="758476"/>
                    </a:lnTo>
                    <a:lnTo>
                      <a:pt x="1301500" y="1355913"/>
                    </a:lnTo>
                    <a:lnTo>
                      <a:pt x="0" y="1355913"/>
                    </a:lnTo>
                    <a:lnTo>
                      <a:pt x="2199" y="951942"/>
                    </a:lnTo>
                    <a:lnTo>
                      <a:pt x="149497" y="867850"/>
                    </a:lnTo>
                    <a:lnTo>
                      <a:pt x="190719" y="943698"/>
                    </a:lnTo>
                    <a:lnTo>
                      <a:pt x="325925" y="867300"/>
                    </a:lnTo>
                    <a:lnTo>
                      <a:pt x="364398" y="938751"/>
                    </a:lnTo>
                    <a:cubicBezTo>
                      <a:pt x="364398" y="881591"/>
                      <a:pt x="365498" y="824430"/>
                      <a:pt x="366047" y="767270"/>
                    </a:cubicBezTo>
                    <a:cubicBezTo>
                      <a:pt x="366047" y="743636"/>
                      <a:pt x="367696" y="741987"/>
                      <a:pt x="391879" y="741987"/>
                    </a:cubicBezTo>
                    <a:cubicBezTo>
                      <a:pt x="423208" y="741987"/>
                      <a:pt x="419910" y="745835"/>
                      <a:pt x="419910" y="714506"/>
                    </a:cubicBezTo>
                    <a:cubicBezTo>
                      <a:pt x="419910" y="696918"/>
                      <a:pt x="419910" y="678781"/>
                      <a:pt x="419910" y="661193"/>
                    </a:cubicBezTo>
                    <a:cubicBezTo>
                      <a:pt x="420460" y="635911"/>
                      <a:pt x="431452" y="616674"/>
                      <a:pt x="454536" y="606231"/>
                    </a:cubicBezTo>
                    <a:cubicBezTo>
                      <a:pt x="464979" y="601834"/>
                      <a:pt x="468826" y="595788"/>
                      <a:pt x="467727" y="584796"/>
                    </a:cubicBezTo>
                    <a:cubicBezTo>
                      <a:pt x="466628" y="574903"/>
                      <a:pt x="467177" y="565009"/>
                      <a:pt x="467177" y="555116"/>
                    </a:cubicBezTo>
                    <a:cubicBezTo>
                      <a:pt x="466628" y="544674"/>
                      <a:pt x="471574" y="539178"/>
                      <a:pt x="482017" y="539178"/>
                    </a:cubicBezTo>
                    <a:cubicBezTo>
                      <a:pt x="523788" y="539178"/>
                      <a:pt x="565559" y="539178"/>
                      <a:pt x="607330" y="539178"/>
                    </a:cubicBezTo>
                    <a:cubicBezTo>
                      <a:pt x="620521" y="539178"/>
                      <a:pt x="624368" y="546872"/>
                      <a:pt x="624368" y="558414"/>
                    </a:cubicBezTo>
                    <a:cubicBezTo>
                      <a:pt x="623819" y="596887"/>
                      <a:pt x="623819" y="635361"/>
                      <a:pt x="624368" y="673834"/>
                    </a:cubicBezTo>
                    <a:cubicBezTo>
                      <a:pt x="624368" y="688124"/>
                      <a:pt x="625468" y="702964"/>
                      <a:pt x="626017" y="717254"/>
                    </a:cubicBezTo>
                    <a:cubicBezTo>
                      <a:pt x="626017" y="721651"/>
                      <a:pt x="626017" y="727148"/>
                      <a:pt x="632063" y="726598"/>
                    </a:cubicBezTo>
                    <a:cubicBezTo>
                      <a:pt x="637559" y="726048"/>
                      <a:pt x="637010" y="721651"/>
                      <a:pt x="637010" y="717804"/>
                    </a:cubicBezTo>
                    <a:cubicBezTo>
                      <a:pt x="637010" y="708461"/>
                      <a:pt x="637559" y="699667"/>
                      <a:pt x="637010" y="690873"/>
                    </a:cubicBezTo>
                    <a:cubicBezTo>
                      <a:pt x="636460" y="679330"/>
                      <a:pt x="641407" y="672735"/>
                      <a:pt x="653498" y="674384"/>
                    </a:cubicBezTo>
                    <a:cubicBezTo>
                      <a:pt x="665590" y="676033"/>
                      <a:pt x="671086" y="672186"/>
                      <a:pt x="671086" y="658445"/>
                    </a:cubicBezTo>
                    <a:cubicBezTo>
                      <a:pt x="671086" y="639208"/>
                      <a:pt x="680430" y="623819"/>
                      <a:pt x="695819" y="611727"/>
                    </a:cubicBezTo>
                    <a:cubicBezTo>
                      <a:pt x="702414" y="606231"/>
                      <a:pt x="710109" y="602933"/>
                      <a:pt x="715056" y="594140"/>
                    </a:cubicBezTo>
                    <a:cubicBezTo>
                      <a:pt x="720002" y="585346"/>
                      <a:pt x="748582" y="588643"/>
                      <a:pt x="753529" y="597987"/>
                    </a:cubicBezTo>
                    <a:cubicBezTo>
                      <a:pt x="755728" y="601834"/>
                      <a:pt x="758476" y="604033"/>
                      <a:pt x="762323" y="606231"/>
                    </a:cubicBezTo>
                    <a:cubicBezTo>
                      <a:pt x="785407" y="619422"/>
                      <a:pt x="795850" y="639758"/>
                      <a:pt x="795850" y="665590"/>
                    </a:cubicBezTo>
                    <a:cubicBezTo>
                      <a:pt x="795850" y="698567"/>
                      <a:pt x="795850" y="732094"/>
                      <a:pt x="795850" y="765071"/>
                    </a:cubicBezTo>
                    <a:lnTo>
                      <a:pt x="862903" y="761773"/>
                    </a:lnTo>
                    <a:lnTo>
                      <a:pt x="898079" y="155543"/>
                    </a:lnTo>
                    <a:lnTo>
                      <a:pt x="979973" y="155543"/>
                    </a:lnTo>
                    <a:lnTo>
                      <a:pt x="1016797" y="759026"/>
                    </a:lnTo>
                    <a:lnTo>
                      <a:pt x="1063515" y="75737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p>
                <a:endParaRPr lang="en-US"/>
              </a:p>
            </p:txBody>
          </p:sp>
        </p:grpSp>
      </p:grpSp>
      <p:grpSp>
        <p:nvGrpSpPr>
          <p:cNvPr id="92" name="그룹 1"/>
          <p:cNvGrpSpPr/>
          <p:nvPr/>
        </p:nvGrpSpPr>
        <p:grpSpPr>
          <a:xfrm rot="0" flipH="1">
            <a:off x="7984994" y="1797183"/>
            <a:ext cx="3391122" cy="3722208"/>
            <a:chOff x="3977069" y="1700475"/>
            <a:chExt cx="4694580" cy="5152927"/>
          </a:xfrm>
        </p:grpSpPr>
        <p:sp>
          <p:nvSpPr>
            <p:cNvPr id="93" name="Freeform 18"/>
            <p:cNvSpPr/>
            <p:nvPr/>
          </p:nvSpPr>
          <p:spPr bwMode="auto">
            <a:xfrm>
              <a:off x="4270891" y="2447109"/>
              <a:ext cx="3931753" cy="4406293"/>
            </a:xfrm>
            <a:custGeom>
              <a:avLst/>
              <a:gdLst>
                <a:gd name="T0" fmla="*/ 1131 w 2400"/>
                <a:gd name="T1" fmla="*/ 40 h 3356"/>
                <a:gd name="T2" fmla="*/ 1129 w 2400"/>
                <a:gd name="T3" fmla="*/ 60 h 3356"/>
                <a:gd name="T4" fmla="*/ 1071 w 2400"/>
                <a:gd name="T5" fmla="*/ 253 h 3356"/>
                <a:gd name="T6" fmla="*/ 1006 w 2400"/>
                <a:gd name="T7" fmla="*/ 665 h 3356"/>
                <a:gd name="T8" fmla="*/ 1020 w 2400"/>
                <a:gd name="T9" fmla="*/ 853 h 3356"/>
                <a:gd name="T10" fmla="*/ 1289 w 2400"/>
                <a:gd name="T11" fmla="*/ 678 h 3356"/>
                <a:gd name="T12" fmla="*/ 1480 w 2400"/>
                <a:gd name="T13" fmla="*/ 327 h 3356"/>
                <a:gd name="T14" fmla="*/ 1409 w 2400"/>
                <a:gd name="T15" fmla="*/ 565 h 3356"/>
                <a:gd name="T16" fmla="*/ 1226 w 2400"/>
                <a:gd name="T17" fmla="*/ 845 h 3356"/>
                <a:gd name="T18" fmla="*/ 1022 w 2400"/>
                <a:gd name="T19" fmla="*/ 1149 h 3356"/>
                <a:gd name="T20" fmla="*/ 1171 w 2400"/>
                <a:gd name="T21" fmla="*/ 1656 h 3356"/>
                <a:gd name="T22" fmla="*/ 1237 w 2400"/>
                <a:gd name="T23" fmla="*/ 1789 h 3356"/>
                <a:gd name="T24" fmla="*/ 1409 w 2400"/>
                <a:gd name="T25" fmla="*/ 1784 h 3356"/>
                <a:gd name="T26" fmla="*/ 1588 w 2400"/>
                <a:gd name="T27" fmla="*/ 1556 h 3356"/>
                <a:gd name="T28" fmla="*/ 1851 w 2400"/>
                <a:gd name="T29" fmla="*/ 893 h 3356"/>
                <a:gd name="T30" fmla="*/ 1953 w 2400"/>
                <a:gd name="T31" fmla="*/ 344 h 3356"/>
                <a:gd name="T32" fmla="*/ 1962 w 2400"/>
                <a:gd name="T33" fmla="*/ 582 h 3356"/>
                <a:gd name="T34" fmla="*/ 1935 w 2400"/>
                <a:gd name="T35" fmla="*/ 882 h 3356"/>
                <a:gd name="T36" fmla="*/ 1960 w 2400"/>
                <a:gd name="T37" fmla="*/ 1240 h 3356"/>
                <a:gd name="T38" fmla="*/ 2217 w 2400"/>
                <a:gd name="T39" fmla="*/ 1069 h 3356"/>
                <a:gd name="T40" fmla="*/ 1993 w 2400"/>
                <a:gd name="T41" fmla="*/ 1294 h 3356"/>
                <a:gd name="T42" fmla="*/ 1757 w 2400"/>
                <a:gd name="T43" fmla="*/ 1500 h 3356"/>
                <a:gd name="T44" fmla="*/ 1584 w 2400"/>
                <a:gd name="T45" fmla="*/ 1814 h 3356"/>
                <a:gd name="T46" fmla="*/ 1555 w 2400"/>
                <a:gd name="T47" fmla="*/ 1931 h 3356"/>
                <a:gd name="T48" fmla="*/ 1824 w 2400"/>
                <a:gd name="T49" fmla="*/ 1924 h 3356"/>
                <a:gd name="T50" fmla="*/ 2244 w 2400"/>
                <a:gd name="T51" fmla="*/ 1718 h 3356"/>
                <a:gd name="T52" fmla="*/ 2377 w 2400"/>
                <a:gd name="T53" fmla="*/ 1620 h 3356"/>
                <a:gd name="T54" fmla="*/ 2089 w 2400"/>
                <a:gd name="T55" fmla="*/ 1947 h 3356"/>
                <a:gd name="T56" fmla="*/ 1815 w 2400"/>
                <a:gd name="T57" fmla="*/ 2073 h 3356"/>
                <a:gd name="T58" fmla="*/ 1564 w 2400"/>
                <a:gd name="T59" fmla="*/ 2124 h 3356"/>
                <a:gd name="T60" fmla="*/ 1426 w 2400"/>
                <a:gd name="T61" fmla="*/ 2360 h 3356"/>
                <a:gd name="T62" fmla="*/ 1422 w 2400"/>
                <a:gd name="T63" fmla="*/ 2785 h 3356"/>
                <a:gd name="T64" fmla="*/ 1400 w 2400"/>
                <a:gd name="T65" fmla="*/ 3356 h 3356"/>
                <a:gd name="T66" fmla="*/ 1144 w 2400"/>
                <a:gd name="T67" fmla="*/ 3124 h 3356"/>
                <a:gd name="T68" fmla="*/ 1200 w 2400"/>
                <a:gd name="T69" fmla="*/ 2647 h 3356"/>
                <a:gd name="T70" fmla="*/ 1166 w 2400"/>
                <a:gd name="T71" fmla="*/ 2158 h 3356"/>
                <a:gd name="T72" fmla="*/ 1011 w 2400"/>
                <a:gd name="T73" fmla="*/ 1822 h 3356"/>
                <a:gd name="T74" fmla="*/ 779 w 2400"/>
                <a:gd name="T75" fmla="*/ 1782 h 3356"/>
                <a:gd name="T76" fmla="*/ 462 w 2400"/>
                <a:gd name="T77" fmla="*/ 1816 h 3356"/>
                <a:gd name="T78" fmla="*/ 124 w 2400"/>
                <a:gd name="T79" fmla="*/ 1724 h 3356"/>
                <a:gd name="T80" fmla="*/ 609 w 2400"/>
                <a:gd name="T81" fmla="*/ 1716 h 3356"/>
                <a:gd name="T82" fmla="*/ 451 w 2400"/>
                <a:gd name="T83" fmla="*/ 1322 h 3356"/>
                <a:gd name="T84" fmla="*/ 71 w 2400"/>
                <a:gd name="T85" fmla="*/ 1191 h 3356"/>
                <a:gd name="T86" fmla="*/ 59 w 2400"/>
                <a:gd name="T87" fmla="*/ 1154 h 3356"/>
                <a:gd name="T88" fmla="*/ 319 w 2400"/>
                <a:gd name="T89" fmla="*/ 1254 h 3356"/>
                <a:gd name="T90" fmla="*/ 477 w 2400"/>
                <a:gd name="T91" fmla="*/ 1229 h 3356"/>
                <a:gd name="T92" fmla="*/ 251 w 2400"/>
                <a:gd name="T93" fmla="*/ 644 h 3356"/>
                <a:gd name="T94" fmla="*/ 220 w 2400"/>
                <a:gd name="T95" fmla="*/ 469 h 3356"/>
                <a:gd name="T96" fmla="*/ 266 w 2400"/>
                <a:gd name="T97" fmla="*/ 604 h 3356"/>
                <a:gd name="T98" fmla="*/ 391 w 2400"/>
                <a:gd name="T99" fmla="*/ 942 h 3356"/>
                <a:gd name="T100" fmla="*/ 404 w 2400"/>
                <a:gd name="T101" fmla="*/ 956 h 3356"/>
                <a:gd name="T102" fmla="*/ 442 w 2400"/>
                <a:gd name="T103" fmla="*/ 889 h 3356"/>
                <a:gd name="T104" fmla="*/ 546 w 2400"/>
                <a:gd name="T105" fmla="*/ 605 h 3356"/>
                <a:gd name="T106" fmla="*/ 517 w 2400"/>
                <a:gd name="T107" fmla="*/ 847 h 3356"/>
                <a:gd name="T108" fmla="*/ 711 w 2400"/>
                <a:gd name="T109" fmla="*/ 1353 h 3356"/>
                <a:gd name="T110" fmla="*/ 937 w 2400"/>
                <a:gd name="T111" fmla="*/ 1160 h 3356"/>
                <a:gd name="T112" fmla="*/ 971 w 2400"/>
                <a:gd name="T113" fmla="*/ 511 h 3356"/>
                <a:gd name="T114" fmla="*/ 1137 w 2400"/>
                <a:gd name="T115" fmla="*/ 0 h 3356"/>
                <a:gd name="connsiteX0" fmla="*/ 4738 w 10000"/>
                <a:gd name="connsiteY0" fmla="*/ 0 h 10714"/>
                <a:gd name="connsiteX1" fmla="*/ 4721 w 10000"/>
                <a:gd name="connsiteY1" fmla="*/ 48 h 10714"/>
                <a:gd name="connsiteX2" fmla="*/ 4713 w 10000"/>
                <a:gd name="connsiteY2" fmla="*/ 80 h 10714"/>
                <a:gd name="connsiteX3" fmla="*/ 4704 w 10000"/>
                <a:gd name="connsiteY3" fmla="*/ 101 h 10714"/>
                <a:gd name="connsiteX4" fmla="*/ 4704 w 10000"/>
                <a:gd name="connsiteY4" fmla="*/ 113 h 10714"/>
                <a:gd name="connsiteX5" fmla="*/ 4713 w 10000"/>
                <a:gd name="connsiteY5" fmla="*/ 119 h 10714"/>
                <a:gd name="connsiteX6" fmla="*/ 4713 w 10000"/>
                <a:gd name="connsiteY6" fmla="*/ 125 h 10714"/>
                <a:gd name="connsiteX7" fmla="*/ 4721 w 10000"/>
                <a:gd name="connsiteY7" fmla="*/ 125 h 10714"/>
                <a:gd name="connsiteX8" fmla="*/ 4721 w 10000"/>
                <a:gd name="connsiteY8" fmla="*/ 125 h 10714"/>
                <a:gd name="connsiteX9" fmla="*/ 4721 w 10000"/>
                <a:gd name="connsiteY9" fmla="*/ 134 h 10714"/>
                <a:gd name="connsiteX10" fmla="*/ 4713 w 10000"/>
                <a:gd name="connsiteY10" fmla="*/ 152 h 10714"/>
                <a:gd name="connsiteX11" fmla="*/ 4704 w 10000"/>
                <a:gd name="connsiteY11" fmla="*/ 179 h 10714"/>
                <a:gd name="connsiteX12" fmla="*/ 4692 w 10000"/>
                <a:gd name="connsiteY12" fmla="*/ 221 h 10714"/>
                <a:gd name="connsiteX13" fmla="*/ 4667 w 10000"/>
                <a:gd name="connsiteY13" fmla="*/ 280 h 10714"/>
                <a:gd name="connsiteX14" fmla="*/ 4629 w 10000"/>
                <a:gd name="connsiteY14" fmla="*/ 364 h 10714"/>
                <a:gd name="connsiteX15" fmla="*/ 4592 w 10000"/>
                <a:gd name="connsiteY15" fmla="*/ 465 h 10714"/>
                <a:gd name="connsiteX16" fmla="*/ 4533 w 10000"/>
                <a:gd name="connsiteY16" fmla="*/ 596 h 10714"/>
                <a:gd name="connsiteX17" fmla="*/ 4463 w 10000"/>
                <a:gd name="connsiteY17" fmla="*/ 754 h 10714"/>
                <a:gd name="connsiteX18" fmla="*/ 4379 w 10000"/>
                <a:gd name="connsiteY18" fmla="*/ 1001 h 10714"/>
                <a:gd name="connsiteX19" fmla="*/ 4321 w 10000"/>
                <a:gd name="connsiteY19" fmla="*/ 1266 h 10714"/>
                <a:gd name="connsiteX20" fmla="*/ 4275 w 10000"/>
                <a:gd name="connsiteY20" fmla="*/ 1538 h 10714"/>
                <a:gd name="connsiteX21" fmla="*/ 4213 w 10000"/>
                <a:gd name="connsiteY21" fmla="*/ 1827 h 10714"/>
                <a:gd name="connsiteX22" fmla="*/ 4204 w 10000"/>
                <a:gd name="connsiteY22" fmla="*/ 1889 h 10714"/>
                <a:gd name="connsiteX23" fmla="*/ 4192 w 10000"/>
                <a:gd name="connsiteY23" fmla="*/ 1982 h 10714"/>
                <a:gd name="connsiteX24" fmla="*/ 4183 w 10000"/>
                <a:gd name="connsiteY24" fmla="*/ 2080 h 10714"/>
                <a:gd name="connsiteX25" fmla="*/ 4175 w 10000"/>
                <a:gd name="connsiteY25" fmla="*/ 2187 h 10714"/>
                <a:gd name="connsiteX26" fmla="*/ 4175 w 10000"/>
                <a:gd name="connsiteY26" fmla="*/ 2297 h 10714"/>
                <a:gd name="connsiteX27" fmla="*/ 4192 w 10000"/>
                <a:gd name="connsiteY27" fmla="*/ 2396 h 10714"/>
                <a:gd name="connsiteX28" fmla="*/ 4213 w 10000"/>
                <a:gd name="connsiteY28" fmla="*/ 2482 h 10714"/>
                <a:gd name="connsiteX29" fmla="*/ 4250 w 10000"/>
                <a:gd name="connsiteY29" fmla="*/ 2542 h 10714"/>
                <a:gd name="connsiteX30" fmla="*/ 4450 w 10000"/>
                <a:gd name="connsiteY30" fmla="*/ 2530 h 10714"/>
                <a:gd name="connsiteX31" fmla="*/ 4646 w 10000"/>
                <a:gd name="connsiteY31" fmla="*/ 2482 h 10714"/>
                <a:gd name="connsiteX32" fmla="*/ 4833 w 10000"/>
                <a:gd name="connsiteY32" fmla="*/ 2405 h 10714"/>
                <a:gd name="connsiteX33" fmla="*/ 5025 w 10000"/>
                <a:gd name="connsiteY33" fmla="*/ 2297 h 10714"/>
                <a:gd name="connsiteX34" fmla="*/ 5200 w 10000"/>
                <a:gd name="connsiteY34" fmla="*/ 2172 h 10714"/>
                <a:gd name="connsiteX35" fmla="*/ 5371 w 10000"/>
                <a:gd name="connsiteY35" fmla="*/ 2020 h 10714"/>
                <a:gd name="connsiteX36" fmla="*/ 5533 w 10000"/>
                <a:gd name="connsiteY36" fmla="*/ 1859 h 10714"/>
                <a:gd name="connsiteX37" fmla="*/ 5683 w 10000"/>
                <a:gd name="connsiteY37" fmla="*/ 1690 h 10714"/>
                <a:gd name="connsiteX38" fmla="*/ 5829 w 10000"/>
                <a:gd name="connsiteY38" fmla="*/ 1511 h 10714"/>
                <a:gd name="connsiteX39" fmla="*/ 5954 w 10000"/>
                <a:gd name="connsiteY39" fmla="*/ 1326 h 10714"/>
                <a:gd name="connsiteX40" fmla="*/ 6071 w 10000"/>
                <a:gd name="connsiteY40" fmla="*/ 1147 h 10714"/>
                <a:gd name="connsiteX41" fmla="*/ 6167 w 10000"/>
                <a:gd name="connsiteY41" fmla="*/ 974 h 10714"/>
                <a:gd name="connsiteX42" fmla="*/ 6213 w 10000"/>
                <a:gd name="connsiteY42" fmla="*/ 974 h 10714"/>
                <a:gd name="connsiteX43" fmla="*/ 6213 w 10000"/>
                <a:gd name="connsiteY43" fmla="*/ 992 h 10714"/>
                <a:gd name="connsiteX44" fmla="*/ 6138 w 10000"/>
                <a:gd name="connsiteY44" fmla="*/ 1165 h 10714"/>
                <a:gd name="connsiteX45" fmla="*/ 6054 w 10000"/>
                <a:gd name="connsiteY45" fmla="*/ 1344 h 10714"/>
                <a:gd name="connsiteX46" fmla="*/ 5963 w 10000"/>
                <a:gd name="connsiteY46" fmla="*/ 1517 h 10714"/>
                <a:gd name="connsiteX47" fmla="*/ 5871 w 10000"/>
                <a:gd name="connsiteY47" fmla="*/ 1684 h 10714"/>
                <a:gd name="connsiteX48" fmla="*/ 5775 w 10000"/>
                <a:gd name="connsiteY48" fmla="*/ 1847 h 10714"/>
                <a:gd name="connsiteX49" fmla="*/ 5667 w 10000"/>
                <a:gd name="connsiteY49" fmla="*/ 1999 h 10714"/>
                <a:gd name="connsiteX50" fmla="*/ 5554 w 10000"/>
                <a:gd name="connsiteY50" fmla="*/ 2145 h 10714"/>
                <a:gd name="connsiteX51" fmla="*/ 5417 w 10000"/>
                <a:gd name="connsiteY51" fmla="*/ 2279 h 10714"/>
                <a:gd name="connsiteX52" fmla="*/ 5275 w 10000"/>
                <a:gd name="connsiteY52" fmla="*/ 2411 h 10714"/>
                <a:gd name="connsiteX53" fmla="*/ 5108 w 10000"/>
                <a:gd name="connsiteY53" fmla="*/ 2518 h 10714"/>
                <a:gd name="connsiteX54" fmla="*/ 4917 w 10000"/>
                <a:gd name="connsiteY54" fmla="*/ 2616 h 10714"/>
                <a:gd name="connsiteX55" fmla="*/ 4704 w 10000"/>
                <a:gd name="connsiteY55" fmla="*/ 2703 h 10714"/>
                <a:gd name="connsiteX56" fmla="*/ 4479 w 10000"/>
                <a:gd name="connsiteY56" fmla="*/ 2768 h 10714"/>
                <a:gd name="connsiteX57" fmla="*/ 4213 w 10000"/>
                <a:gd name="connsiteY57" fmla="*/ 2813 h 10714"/>
                <a:gd name="connsiteX58" fmla="*/ 4221 w 10000"/>
                <a:gd name="connsiteY58" fmla="*/ 3126 h 10714"/>
                <a:gd name="connsiteX59" fmla="*/ 4258 w 10000"/>
                <a:gd name="connsiteY59" fmla="*/ 3424 h 10714"/>
                <a:gd name="connsiteX60" fmla="*/ 4321 w 10000"/>
                <a:gd name="connsiteY60" fmla="*/ 3707 h 10714"/>
                <a:gd name="connsiteX61" fmla="*/ 4404 w 10000"/>
                <a:gd name="connsiteY61" fmla="*/ 3975 h 10714"/>
                <a:gd name="connsiteX62" fmla="*/ 4508 w 10000"/>
                <a:gd name="connsiteY62" fmla="*/ 4231 h 10714"/>
                <a:gd name="connsiteX63" fmla="*/ 4621 w 10000"/>
                <a:gd name="connsiteY63" fmla="*/ 4476 h 10714"/>
                <a:gd name="connsiteX64" fmla="*/ 4750 w 10000"/>
                <a:gd name="connsiteY64" fmla="*/ 4708 h 10714"/>
                <a:gd name="connsiteX65" fmla="*/ 4879 w 10000"/>
                <a:gd name="connsiteY65" fmla="*/ 4934 h 10714"/>
                <a:gd name="connsiteX66" fmla="*/ 4917 w 10000"/>
                <a:gd name="connsiteY66" fmla="*/ 4988 h 10714"/>
                <a:gd name="connsiteX67" fmla="*/ 4950 w 10000"/>
                <a:gd name="connsiteY67" fmla="*/ 5054 h 10714"/>
                <a:gd name="connsiteX68" fmla="*/ 4996 w 10000"/>
                <a:gd name="connsiteY68" fmla="*/ 5125 h 10714"/>
                <a:gd name="connsiteX69" fmla="*/ 5038 w 10000"/>
                <a:gd name="connsiteY69" fmla="*/ 5200 h 10714"/>
                <a:gd name="connsiteX70" fmla="*/ 5092 w 10000"/>
                <a:gd name="connsiteY70" fmla="*/ 5271 h 10714"/>
                <a:gd name="connsiteX71" fmla="*/ 5154 w 10000"/>
                <a:gd name="connsiteY71" fmla="*/ 5331 h 10714"/>
                <a:gd name="connsiteX72" fmla="*/ 5229 w 10000"/>
                <a:gd name="connsiteY72" fmla="*/ 5384 h 10714"/>
                <a:gd name="connsiteX73" fmla="*/ 5313 w 10000"/>
                <a:gd name="connsiteY73" fmla="*/ 5423 h 10714"/>
                <a:gd name="connsiteX74" fmla="*/ 5413 w 10000"/>
                <a:gd name="connsiteY74" fmla="*/ 5438 h 10714"/>
                <a:gd name="connsiteX75" fmla="*/ 5517 w 10000"/>
                <a:gd name="connsiteY75" fmla="*/ 5435 h 10714"/>
                <a:gd name="connsiteX76" fmla="*/ 5704 w 10000"/>
                <a:gd name="connsiteY76" fmla="*/ 5390 h 10714"/>
                <a:gd name="connsiteX77" fmla="*/ 5871 w 10000"/>
                <a:gd name="connsiteY77" fmla="*/ 5316 h 10714"/>
                <a:gd name="connsiteX78" fmla="*/ 6033 w 10000"/>
                <a:gd name="connsiteY78" fmla="*/ 5223 h 10714"/>
                <a:gd name="connsiteX79" fmla="*/ 6167 w 10000"/>
                <a:gd name="connsiteY79" fmla="*/ 5113 h 10714"/>
                <a:gd name="connsiteX80" fmla="*/ 6296 w 10000"/>
                <a:gd name="connsiteY80" fmla="*/ 4994 h 10714"/>
                <a:gd name="connsiteX81" fmla="*/ 6417 w 10000"/>
                <a:gd name="connsiteY81" fmla="*/ 4869 h 10714"/>
                <a:gd name="connsiteX82" fmla="*/ 6525 w 10000"/>
                <a:gd name="connsiteY82" fmla="*/ 4750 h 10714"/>
                <a:gd name="connsiteX83" fmla="*/ 6617 w 10000"/>
                <a:gd name="connsiteY83" fmla="*/ 4636 h 10714"/>
                <a:gd name="connsiteX84" fmla="*/ 6821 w 10000"/>
                <a:gd name="connsiteY84" fmla="*/ 4377 h 10714"/>
                <a:gd name="connsiteX85" fmla="*/ 7017 w 10000"/>
                <a:gd name="connsiteY85" fmla="*/ 4085 h 10714"/>
                <a:gd name="connsiteX86" fmla="*/ 7213 w 10000"/>
                <a:gd name="connsiteY86" fmla="*/ 3766 h 10714"/>
                <a:gd name="connsiteX87" fmla="*/ 7396 w 10000"/>
                <a:gd name="connsiteY87" fmla="*/ 3418 h 10714"/>
                <a:gd name="connsiteX88" fmla="*/ 7563 w 10000"/>
                <a:gd name="connsiteY88" fmla="*/ 3051 h 10714"/>
                <a:gd name="connsiteX89" fmla="*/ 7713 w 10000"/>
                <a:gd name="connsiteY89" fmla="*/ 2661 h 10714"/>
                <a:gd name="connsiteX90" fmla="*/ 7850 w 10000"/>
                <a:gd name="connsiteY90" fmla="*/ 2253 h 10714"/>
                <a:gd name="connsiteX91" fmla="*/ 7950 w 10000"/>
                <a:gd name="connsiteY91" fmla="*/ 1830 h 10714"/>
                <a:gd name="connsiteX92" fmla="*/ 8025 w 10000"/>
                <a:gd name="connsiteY92" fmla="*/ 1397 h 10714"/>
                <a:gd name="connsiteX93" fmla="*/ 8071 w 10000"/>
                <a:gd name="connsiteY93" fmla="*/ 954 h 10714"/>
                <a:gd name="connsiteX94" fmla="*/ 8108 w 10000"/>
                <a:gd name="connsiteY94" fmla="*/ 974 h 10714"/>
                <a:gd name="connsiteX95" fmla="*/ 8138 w 10000"/>
                <a:gd name="connsiteY95" fmla="*/ 1025 h 10714"/>
                <a:gd name="connsiteX96" fmla="*/ 8163 w 10000"/>
                <a:gd name="connsiteY96" fmla="*/ 1100 h 10714"/>
                <a:gd name="connsiteX97" fmla="*/ 8175 w 10000"/>
                <a:gd name="connsiteY97" fmla="*/ 1198 h 10714"/>
                <a:gd name="connsiteX98" fmla="*/ 8183 w 10000"/>
                <a:gd name="connsiteY98" fmla="*/ 1311 h 10714"/>
                <a:gd name="connsiteX99" fmla="*/ 8183 w 10000"/>
                <a:gd name="connsiteY99" fmla="*/ 1442 h 10714"/>
                <a:gd name="connsiteX100" fmla="*/ 8183 w 10000"/>
                <a:gd name="connsiteY100" fmla="*/ 1582 h 10714"/>
                <a:gd name="connsiteX101" fmla="*/ 8175 w 10000"/>
                <a:gd name="connsiteY101" fmla="*/ 1734 h 10714"/>
                <a:gd name="connsiteX102" fmla="*/ 8163 w 10000"/>
                <a:gd name="connsiteY102" fmla="*/ 1889 h 10714"/>
                <a:gd name="connsiteX103" fmla="*/ 8146 w 10000"/>
                <a:gd name="connsiteY103" fmla="*/ 2047 h 10714"/>
                <a:gd name="connsiteX104" fmla="*/ 8121 w 10000"/>
                <a:gd name="connsiteY104" fmla="*/ 2205 h 10714"/>
                <a:gd name="connsiteX105" fmla="*/ 8108 w 10000"/>
                <a:gd name="connsiteY105" fmla="*/ 2357 h 10714"/>
                <a:gd name="connsiteX106" fmla="*/ 8083 w 10000"/>
                <a:gd name="connsiteY106" fmla="*/ 2497 h 10714"/>
                <a:gd name="connsiteX107" fmla="*/ 8063 w 10000"/>
                <a:gd name="connsiteY107" fmla="*/ 2628 h 10714"/>
                <a:gd name="connsiteX108" fmla="*/ 8038 w 10000"/>
                <a:gd name="connsiteY108" fmla="*/ 2741 h 10714"/>
                <a:gd name="connsiteX109" fmla="*/ 8017 w 10000"/>
                <a:gd name="connsiteY109" fmla="*/ 2834 h 10714"/>
                <a:gd name="connsiteX110" fmla="*/ 8000 w 10000"/>
                <a:gd name="connsiteY110" fmla="*/ 2908 h 10714"/>
                <a:gd name="connsiteX111" fmla="*/ 7700 w 10000"/>
                <a:gd name="connsiteY111" fmla="*/ 3754 h 10714"/>
                <a:gd name="connsiteX112" fmla="*/ 7942 w 10000"/>
                <a:gd name="connsiteY112" fmla="*/ 3737 h 10714"/>
                <a:gd name="connsiteX113" fmla="*/ 8167 w 10000"/>
                <a:gd name="connsiteY113" fmla="*/ 3695 h 10714"/>
                <a:gd name="connsiteX114" fmla="*/ 8379 w 10000"/>
                <a:gd name="connsiteY114" fmla="*/ 3635 h 10714"/>
                <a:gd name="connsiteX115" fmla="*/ 8583 w 10000"/>
                <a:gd name="connsiteY115" fmla="*/ 3558 h 10714"/>
                <a:gd name="connsiteX116" fmla="*/ 8767 w 10000"/>
                <a:gd name="connsiteY116" fmla="*/ 3471 h 10714"/>
                <a:gd name="connsiteX117" fmla="*/ 8933 w 10000"/>
                <a:gd name="connsiteY117" fmla="*/ 3376 h 10714"/>
                <a:gd name="connsiteX118" fmla="*/ 9092 w 10000"/>
                <a:gd name="connsiteY118" fmla="*/ 3278 h 10714"/>
                <a:gd name="connsiteX119" fmla="*/ 9238 w 10000"/>
                <a:gd name="connsiteY119" fmla="*/ 3185 h 10714"/>
                <a:gd name="connsiteX120" fmla="*/ 9250 w 10000"/>
                <a:gd name="connsiteY120" fmla="*/ 3230 h 10714"/>
                <a:gd name="connsiteX121" fmla="*/ 9117 w 10000"/>
                <a:gd name="connsiteY121" fmla="*/ 3376 h 10714"/>
                <a:gd name="connsiteX122" fmla="*/ 8954 w 10000"/>
                <a:gd name="connsiteY122" fmla="*/ 3516 h 10714"/>
                <a:gd name="connsiteX123" fmla="*/ 8758 w 10000"/>
                <a:gd name="connsiteY123" fmla="*/ 3641 h 10714"/>
                <a:gd name="connsiteX124" fmla="*/ 8538 w 10000"/>
                <a:gd name="connsiteY124" fmla="*/ 3754 h 10714"/>
                <a:gd name="connsiteX125" fmla="*/ 8304 w 10000"/>
                <a:gd name="connsiteY125" fmla="*/ 3856 h 10714"/>
                <a:gd name="connsiteX126" fmla="*/ 8054 w 10000"/>
                <a:gd name="connsiteY126" fmla="*/ 3945 h 10714"/>
                <a:gd name="connsiteX127" fmla="*/ 7796 w 10000"/>
                <a:gd name="connsiteY127" fmla="*/ 4014 h 10714"/>
                <a:gd name="connsiteX128" fmla="*/ 7533 w 10000"/>
                <a:gd name="connsiteY128" fmla="*/ 4064 h 10714"/>
                <a:gd name="connsiteX129" fmla="*/ 7479 w 10000"/>
                <a:gd name="connsiteY129" fmla="*/ 4184 h 10714"/>
                <a:gd name="connsiteX130" fmla="*/ 7404 w 10000"/>
                <a:gd name="connsiteY130" fmla="*/ 4324 h 10714"/>
                <a:gd name="connsiteX131" fmla="*/ 7321 w 10000"/>
                <a:gd name="connsiteY131" fmla="*/ 4470 h 10714"/>
                <a:gd name="connsiteX132" fmla="*/ 7213 w 10000"/>
                <a:gd name="connsiteY132" fmla="*/ 4628 h 10714"/>
                <a:gd name="connsiteX133" fmla="*/ 7100 w 10000"/>
                <a:gd name="connsiteY133" fmla="*/ 4794 h 10714"/>
                <a:gd name="connsiteX134" fmla="*/ 6979 w 10000"/>
                <a:gd name="connsiteY134" fmla="*/ 4958 h 10714"/>
                <a:gd name="connsiteX135" fmla="*/ 6850 w 10000"/>
                <a:gd name="connsiteY135" fmla="*/ 5113 h 10714"/>
                <a:gd name="connsiteX136" fmla="*/ 6721 w 10000"/>
                <a:gd name="connsiteY136" fmla="*/ 5265 h 10714"/>
                <a:gd name="connsiteX137" fmla="*/ 6600 w 10000"/>
                <a:gd name="connsiteY137" fmla="*/ 5405 h 10714"/>
                <a:gd name="connsiteX138" fmla="*/ 6471 w 10000"/>
                <a:gd name="connsiteY138" fmla="*/ 5530 h 10714"/>
                <a:gd name="connsiteX139" fmla="*/ 6358 w 10000"/>
                <a:gd name="connsiteY139" fmla="*/ 5641 h 10714"/>
                <a:gd name="connsiteX140" fmla="*/ 6250 w 10000"/>
                <a:gd name="connsiteY140" fmla="*/ 5721 h 10714"/>
                <a:gd name="connsiteX141" fmla="*/ 6267 w 10000"/>
                <a:gd name="connsiteY141" fmla="*/ 5781 h 10714"/>
                <a:gd name="connsiteX142" fmla="*/ 6296 w 10000"/>
                <a:gd name="connsiteY142" fmla="*/ 5793 h 10714"/>
                <a:gd name="connsiteX143" fmla="*/ 6479 w 10000"/>
                <a:gd name="connsiteY143" fmla="*/ 5754 h 10714"/>
                <a:gd name="connsiteX144" fmla="*/ 6663 w 10000"/>
                <a:gd name="connsiteY144" fmla="*/ 5736 h 10714"/>
                <a:gd name="connsiteX145" fmla="*/ 6858 w 10000"/>
                <a:gd name="connsiteY145" fmla="*/ 5736 h 10714"/>
                <a:gd name="connsiteX146" fmla="*/ 7046 w 10000"/>
                <a:gd name="connsiteY146" fmla="*/ 5742 h 10714"/>
                <a:gd name="connsiteX147" fmla="*/ 7246 w 10000"/>
                <a:gd name="connsiteY147" fmla="*/ 5748 h 10714"/>
                <a:gd name="connsiteX148" fmla="*/ 7425 w 10000"/>
                <a:gd name="connsiteY148" fmla="*/ 5748 h 10714"/>
                <a:gd name="connsiteX149" fmla="*/ 7600 w 10000"/>
                <a:gd name="connsiteY149" fmla="*/ 5733 h 10714"/>
                <a:gd name="connsiteX150" fmla="*/ 7950 w 10000"/>
                <a:gd name="connsiteY150" fmla="*/ 5673 h 10714"/>
                <a:gd name="connsiteX151" fmla="*/ 8275 w 10000"/>
                <a:gd name="connsiteY151" fmla="*/ 5596 h 10714"/>
                <a:gd name="connsiteX152" fmla="*/ 8579 w 10000"/>
                <a:gd name="connsiteY152" fmla="*/ 5504 h 10714"/>
                <a:gd name="connsiteX153" fmla="*/ 8858 w 10000"/>
                <a:gd name="connsiteY153" fmla="*/ 5390 h 10714"/>
                <a:gd name="connsiteX154" fmla="*/ 9117 w 10000"/>
                <a:gd name="connsiteY154" fmla="*/ 5265 h 10714"/>
                <a:gd name="connsiteX155" fmla="*/ 9350 w 10000"/>
                <a:gd name="connsiteY155" fmla="*/ 5119 h 10714"/>
                <a:gd name="connsiteX156" fmla="*/ 9563 w 10000"/>
                <a:gd name="connsiteY156" fmla="*/ 4967 h 10714"/>
                <a:gd name="connsiteX157" fmla="*/ 9758 w 10000"/>
                <a:gd name="connsiteY157" fmla="*/ 4794 h 10714"/>
                <a:gd name="connsiteX158" fmla="*/ 9933 w 10000"/>
                <a:gd name="connsiteY158" fmla="*/ 4610 h 10714"/>
                <a:gd name="connsiteX159" fmla="*/ 10000 w 10000"/>
                <a:gd name="connsiteY159" fmla="*/ 4648 h 10714"/>
                <a:gd name="connsiteX160" fmla="*/ 10000 w 10000"/>
                <a:gd name="connsiteY160" fmla="*/ 4660 h 10714"/>
                <a:gd name="connsiteX161" fmla="*/ 9904 w 10000"/>
                <a:gd name="connsiteY161" fmla="*/ 4827 h 10714"/>
                <a:gd name="connsiteX162" fmla="*/ 9767 w 10000"/>
                <a:gd name="connsiteY162" fmla="*/ 5000 h 10714"/>
                <a:gd name="connsiteX163" fmla="*/ 9600 w 10000"/>
                <a:gd name="connsiteY163" fmla="*/ 5173 h 10714"/>
                <a:gd name="connsiteX164" fmla="*/ 9404 w 10000"/>
                <a:gd name="connsiteY164" fmla="*/ 5343 h 10714"/>
                <a:gd name="connsiteX165" fmla="*/ 9183 w 10000"/>
                <a:gd name="connsiteY165" fmla="*/ 5504 h 10714"/>
                <a:gd name="connsiteX166" fmla="*/ 8950 w 10000"/>
                <a:gd name="connsiteY166" fmla="*/ 5662 h 10714"/>
                <a:gd name="connsiteX167" fmla="*/ 8704 w 10000"/>
                <a:gd name="connsiteY167" fmla="*/ 5802 h 10714"/>
                <a:gd name="connsiteX168" fmla="*/ 8463 w 10000"/>
                <a:gd name="connsiteY168" fmla="*/ 5927 h 10714"/>
                <a:gd name="connsiteX169" fmla="*/ 8229 w 10000"/>
                <a:gd name="connsiteY169" fmla="*/ 6025 h 10714"/>
                <a:gd name="connsiteX170" fmla="*/ 8000 w 10000"/>
                <a:gd name="connsiteY170" fmla="*/ 6105 h 10714"/>
                <a:gd name="connsiteX171" fmla="*/ 7879 w 10000"/>
                <a:gd name="connsiteY171" fmla="*/ 6132 h 10714"/>
                <a:gd name="connsiteX172" fmla="*/ 7729 w 10000"/>
                <a:gd name="connsiteY172" fmla="*/ 6153 h 10714"/>
                <a:gd name="connsiteX173" fmla="*/ 7563 w 10000"/>
                <a:gd name="connsiteY173" fmla="*/ 6177 h 10714"/>
                <a:gd name="connsiteX174" fmla="*/ 7388 w 10000"/>
                <a:gd name="connsiteY174" fmla="*/ 6198 h 10714"/>
                <a:gd name="connsiteX175" fmla="*/ 7204 w 10000"/>
                <a:gd name="connsiteY175" fmla="*/ 6219 h 10714"/>
                <a:gd name="connsiteX176" fmla="*/ 7017 w 10000"/>
                <a:gd name="connsiteY176" fmla="*/ 6240 h 10714"/>
                <a:gd name="connsiteX177" fmla="*/ 6842 w 10000"/>
                <a:gd name="connsiteY177" fmla="*/ 6263 h 10714"/>
                <a:gd name="connsiteX178" fmla="*/ 6675 w 10000"/>
                <a:gd name="connsiteY178" fmla="*/ 6290 h 10714"/>
                <a:gd name="connsiteX179" fmla="*/ 6517 w 10000"/>
                <a:gd name="connsiteY179" fmla="*/ 6329 h 10714"/>
                <a:gd name="connsiteX180" fmla="*/ 6388 w 10000"/>
                <a:gd name="connsiteY180" fmla="*/ 6365 h 10714"/>
                <a:gd name="connsiteX181" fmla="*/ 6288 w 10000"/>
                <a:gd name="connsiteY181" fmla="*/ 6415 h 10714"/>
                <a:gd name="connsiteX182" fmla="*/ 6213 w 10000"/>
                <a:gd name="connsiteY182" fmla="*/ 6475 h 10714"/>
                <a:gd name="connsiteX183" fmla="*/ 6092 w 10000"/>
                <a:gd name="connsiteY183" fmla="*/ 6648 h 10714"/>
                <a:gd name="connsiteX184" fmla="*/ 6008 w 10000"/>
                <a:gd name="connsiteY184" fmla="*/ 6836 h 10714"/>
                <a:gd name="connsiteX185" fmla="*/ 5942 w 10000"/>
                <a:gd name="connsiteY185" fmla="*/ 7032 h 10714"/>
                <a:gd name="connsiteX186" fmla="*/ 5904 w 10000"/>
                <a:gd name="connsiteY186" fmla="*/ 7232 h 10714"/>
                <a:gd name="connsiteX187" fmla="*/ 5888 w 10000"/>
                <a:gd name="connsiteY187" fmla="*/ 7443 h 10714"/>
                <a:gd name="connsiteX188" fmla="*/ 5879 w 10000"/>
                <a:gd name="connsiteY188" fmla="*/ 7655 h 10714"/>
                <a:gd name="connsiteX189" fmla="*/ 5888 w 10000"/>
                <a:gd name="connsiteY189" fmla="*/ 7867 h 10714"/>
                <a:gd name="connsiteX190" fmla="*/ 5904 w 10000"/>
                <a:gd name="connsiteY190" fmla="*/ 8084 h 10714"/>
                <a:gd name="connsiteX191" fmla="*/ 5925 w 10000"/>
                <a:gd name="connsiteY191" fmla="*/ 8299 h 10714"/>
                <a:gd name="connsiteX192" fmla="*/ 5950 w 10000"/>
                <a:gd name="connsiteY192" fmla="*/ 8510 h 10714"/>
                <a:gd name="connsiteX193" fmla="*/ 5954 w 10000"/>
                <a:gd name="connsiteY193" fmla="*/ 8820 h 10714"/>
                <a:gd name="connsiteX194" fmla="*/ 5933 w 10000"/>
                <a:gd name="connsiteY194" fmla="*/ 9130 h 10714"/>
                <a:gd name="connsiteX195" fmla="*/ 5896 w 10000"/>
                <a:gd name="connsiteY195" fmla="*/ 9428 h 10714"/>
                <a:gd name="connsiteX196" fmla="*/ 5850 w 10000"/>
                <a:gd name="connsiteY196" fmla="*/ 9720 h 10714"/>
                <a:gd name="connsiteX197" fmla="*/ 5756 w 10000"/>
                <a:gd name="connsiteY197" fmla="*/ 10714 h 10714"/>
                <a:gd name="connsiteX198" fmla="*/ 4463 w 10000"/>
                <a:gd name="connsiteY198" fmla="*/ 10000 h 10714"/>
                <a:gd name="connsiteX199" fmla="*/ 4463 w 10000"/>
                <a:gd name="connsiteY199" fmla="*/ 9991 h 10714"/>
                <a:gd name="connsiteX200" fmla="*/ 4546 w 10000"/>
                <a:gd name="connsiteY200" fmla="*/ 9848 h 10714"/>
                <a:gd name="connsiteX201" fmla="*/ 4629 w 10000"/>
                <a:gd name="connsiteY201" fmla="*/ 9687 h 10714"/>
                <a:gd name="connsiteX202" fmla="*/ 4700 w 10000"/>
                <a:gd name="connsiteY202" fmla="*/ 9508 h 10714"/>
                <a:gd name="connsiteX203" fmla="*/ 4767 w 10000"/>
                <a:gd name="connsiteY203" fmla="*/ 9309 h 10714"/>
                <a:gd name="connsiteX204" fmla="*/ 4829 w 10000"/>
                <a:gd name="connsiteY204" fmla="*/ 9097 h 10714"/>
                <a:gd name="connsiteX205" fmla="*/ 4879 w 10000"/>
                <a:gd name="connsiteY205" fmla="*/ 8868 h 10714"/>
                <a:gd name="connsiteX206" fmla="*/ 4917 w 10000"/>
                <a:gd name="connsiteY206" fmla="*/ 8635 h 10714"/>
                <a:gd name="connsiteX207" fmla="*/ 4954 w 10000"/>
                <a:gd name="connsiteY207" fmla="*/ 8391 h 10714"/>
                <a:gd name="connsiteX208" fmla="*/ 4979 w 10000"/>
                <a:gd name="connsiteY208" fmla="*/ 8144 h 10714"/>
                <a:gd name="connsiteX209" fmla="*/ 5000 w 10000"/>
                <a:gd name="connsiteY209" fmla="*/ 7887 h 10714"/>
                <a:gd name="connsiteX210" fmla="*/ 5000 w 10000"/>
                <a:gd name="connsiteY210" fmla="*/ 7634 h 10714"/>
                <a:gd name="connsiteX211" fmla="*/ 5000 w 10000"/>
                <a:gd name="connsiteY211" fmla="*/ 7384 h 10714"/>
                <a:gd name="connsiteX212" fmla="*/ 4979 w 10000"/>
                <a:gd name="connsiteY212" fmla="*/ 7133 h 10714"/>
                <a:gd name="connsiteX213" fmla="*/ 4950 w 10000"/>
                <a:gd name="connsiteY213" fmla="*/ 6892 h 10714"/>
                <a:gd name="connsiteX214" fmla="*/ 4913 w 10000"/>
                <a:gd name="connsiteY214" fmla="*/ 6657 h 10714"/>
                <a:gd name="connsiteX215" fmla="*/ 4858 w 10000"/>
                <a:gd name="connsiteY215" fmla="*/ 6430 h 10714"/>
                <a:gd name="connsiteX216" fmla="*/ 4783 w 10000"/>
                <a:gd name="connsiteY216" fmla="*/ 6219 h 10714"/>
                <a:gd name="connsiteX217" fmla="*/ 4700 w 10000"/>
                <a:gd name="connsiteY217" fmla="*/ 6019 h 10714"/>
                <a:gd name="connsiteX218" fmla="*/ 4600 w 10000"/>
                <a:gd name="connsiteY218" fmla="*/ 5840 h 10714"/>
                <a:gd name="connsiteX219" fmla="*/ 4488 w 10000"/>
                <a:gd name="connsiteY219" fmla="*/ 5682 h 10714"/>
                <a:gd name="connsiteX220" fmla="*/ 4358 w 10000"/>
                <a:gd name="connsiteY220" fmla="*/ 5542 h 10714"/>
                <a:gd name="connsiteX221" fmla="*/ 4213 w 10000"/>
                <a:gd name="connsiteY221" fmla="*/ 5429 h 10714"/>
                <a:gd name="connsiteX222" fmla="*/ 4046 w 10000"/>
                <a:gd name="connsiteY222" fmla="*/ 5343 h 10714"/>
                <a:gd name="connsiteX223" fmla="*/ 3904 w 10000"/>
                <a:gd name="connsiteY223" fmla="*/ 5292 h 10714"/>
                <a:gd name="connsiteX224" fmla="*/ 3746 w 10000"/>
                <a:gd name="connsiteY224" fmla="*/ 5271 h 10714"/>
                <a:gd name="connsiteX225" fmla="*/ 3583 w 10000"/>
                <a:gd name="connsiteY225" fmla="*/ 5271 h 10714"/>
                <a:gd name="connsiteX226" fmla="*/ 3413 w 10000"/>
                <a:gd name="connsiteY226" fmla="*/ 5286 h 10714"/>
                <a:gd name="connsiteX227" fmla="*/ 3246 w 10000"/>
                <a:gd name="connsiteY227" fmla="*/ 5310 h 10714"/>
                <a:gd name="connsiteX228" fmla="*/ 3079 w 10000"/>
                <a:gd name="connsiteY228" fmla="*/ 5343 h 10714"/>
                <a:gd name="connsiteX229" fmla="*/ 2913 w 10000"/>
                <a:gd name="connsiteY229" fmla="*/ 5369 h 10714"/>
                <a:gd name="connsiteX230" fmla="*/ 2750 w 10000"/>
                <a:gd name="connsiteY230" fmla="*/ 5396 h 10714"/>
                <a:gd name="connsiteX231" fmla="*/ 2600 w 10000"/>
                <a:gd name="connsiteY231" fmla="*/ 5411 h 10714"/>
                <a:gd name="connsiteX232" fmla="*/ 2258 w 10000"/>
                <a:gd name="connsiteY232" fmla="*/ 5423 h 10714"/>
                <a:gd name="connsiteX233" fmla="*/ 1925 w 10000"/>
                <a:gd name="connsiteY233" fmla="*/ 5411 h 10714"/>
                <a:gd name="connsiteX234" fmla="*/ 1617 w 10000"/>
                <a:gd name="connsiteY234" fmla="*/ 5384 h 10714"/>
                <a:gd name="connsiteX235" fmla="*/ 1321 w 10000"/>
                <a:gd name="connsiteY235" fmla="*/ 5346 h 10714"/>
                <a:gd name="connsiteX236" fmla="*/ 1033 w 10000"/>
                <a:gd name="connsiteY236" fmla="*/ 5298 h 10714"/>
                <a:gd name="connsiteX237" fmla="*/ 758 w 10000"/>
                <a:gd name="connsiteY237" fmla="*/ 5250 h 10714"/>
                <a:gd name="connsiteX238" fmla="*/ 500 w 10000"/>
                <a:gd name="connsiteY238" fmla="*/ 5197 h 10714"/>
                <a:gd name="connsiteX239" fmla="*/ 517 w 10000"/>
                <a:gd name="connsiteY239" fmla="*/ 5137 h 10714"/>
                <a:gd name="connsiteX240" fmla="*/ 871 w 10000"/>
                <a:gd name="connsiteY240" fmla="*/ 5173 h 10714"/>
                <a:gd name="connsiteX241" fmla="*/ 1221 w 10000"/>
                <a:gd name="connsiteY241" fmla="*/ 5197 h 10714"/>
                <a:gd name="connsiteX242" fmla="*/ 1563 w 10000"/>
                <a:gd name="connsiteY242" fmla="*/ 5206 h 10714"/>
                <a:gd name="connsiteX243" fmla="*/ 1896 w 10000"/>
                <a:gd name="connsiteY243" fmla="*/ 5197 h 10714"/>
                <a:gd name="connsiteX244" fmla="*/ 2221 w 10000"/>
                <a:gd name="connsiteY244" fmla="*/ 5164 h 10714"/>
                <a:gd name="connsiteX245" fmla="*/ 2538 w 10000"/>
                <a:gd name="connsiteY245" fmla="*/ 5113 h 10714"/>
                <a:gd name="connsiteX246" fmla="*/ 2842 w 10000"/>
                <a:gd name="connsiteY246" fmla="*/ 5045 h 10714"/>
                <a:gd name="connsiteX247" fmla="*/ 3129 w 10000"/>
                <a:gd name="connsiteY247" fmla="*/ 4946 h 10714"/>
                <a:gd name="connsiteX248" fmla="*/ 3500 w 10000"/>
                <a:gd name="connsiteY248" fmla="*/ 4815 h 10714"/>
                <a:gd name="connsiteX249" fmla="*/ 2821 w 10000"/>
                <a:gd name="connsiteY249" fmla="*/ 4389 h 10714"/>
                <a:gd name="connsiteX250" fmla="*/ 2213 w 10000"/>
                <a:gd name="connsiteY250" fmla="*/ 3912 h 10714"/>
                <a:gd name="connsiteX251" fmla="*/ 1879 w 10000"/>
                <a:gd name="connsiteY251" fmla="*/ 3939 h 10714"/>
                <a:gd name="connsiteX252" fmla="*/ 1554 w 10000"/>
                <a:gd name="connsiteY252" fmla="*/ 3939 h 10714"/>
                <a:gd name="connsiteX253" fmla="*/ 1258 w 10000"/>
                <a:gd name="connsiteY253" fmla="*/ 3912 h 10714"/>
                <a:gd name="connsiteX254" fmla="*/ 979 w 10000"/>
                <a:gd name="connsiteY254" fmla="*/ 3856 h 10714"/>
                <a:gd name="connsiteX255" fmla="*/ 721 w 10000"/>
                <a:gd name="connsiteY255" fmla="*/ 3775 h 10714"/>
                <a:gd name="connsiteX256" fmla="*/ 496 w 10000"/>
                <a:gd name="connsiteY256" fmla="*/ 3674 h 10714"/>
                <a:gd name="connsiteX257" fmla="*/ 296 w 10000"/>
                <a:gd name="connsiteY257" fmla="*/ 3549 h 10714"/>
                <a:gd name="connsiteX258" fmla="*/ 129 w 10000"/>
                <a:gd name="connsiteY258" fmla="*/ 3403 h 10714"/>
                <a:gd name="connsiteX259" fmla="*/ 0 w 10000"/>
                <a:gd name="connsiteY259" fmla="*/ 3245 h 10714"/>
                <a:gd name="connsiteX260" fmla="*/ 17 w 10000"/>
                <a:gd name="connsiteY260" fmla="*/ 3218 h 10714"/>
                <a:gd name="connsiteX261" fmla="*/ 71 w 10000"/>
                <a:gd name="connsiteY261" fmla="*/ 3245 h 10714"/>
                <a:gd name="connsiteX262" fmla="*/ 138 w 10000"/>
                <a:gd name="connsiteY262" fmla="*/ 3349 h 10714"/>
                <a:gd name="connsiteX263" fmla="*/ 246 w 10000"/>
                <a:gd name="connsiteY263" fmla="*/ 3439 h 10714"/>
                <a:gd name="connsiteX264" fmla="*/ 379 w 10000"/>
                <a:gd name="connsiteY264" fmla="*/ 3528 h 10714"/>
                <a:gd name="connsiteX265" fmla="*/ 538 w 10000"/>
                <a:gd name="connsiteY265" fmla="*/ 3597 h 10714"/>
                <a:gd name="connsiteX266" fmla="*/ 721 w 10000"/>
                <a:gd name="connsiteY266" fmla="*/ 3656 h 10714"/>
                <a:gd name="connsiteX267" fmla="*/ 913 w 10000"/>
                <a:gd name="connsiteY267" fmla="*/ 3701 h 10714"/>
                <a:gd name="connsiteX268" fmla="*/ 1117 w 10000"/>
                <a:gd name="connsiteY268" fmla="*/ 3728 h 10714"/>
                <a:gd name="connsiteX269" fmla="*/ 1329 w 10000"/>
                <a:gd name="connsiteY269" fmla="*/ 3737 h 10714"/>
                <a:gd name="connsiteX270" fmla="*/ 1533 w 10000"/>
                <a:gd name="connsiteY270" fmla="*/ 3734 h 10714"/>
                <a:gd name="connsiteX271" fmla="*/ 1646 w 10000"/>
                <a:gd name="connsiteY271" fmla="*/ 3722 h 10714"/>
                <a:gd name="connsiteX272" fmla="*/ 1746 w 10000"/>
                <a:gd name="connsiteY272" fmla="*/ 3722 h 10714"/>
                <a:gd name="connsiteX273" fmla="*/ 1833 w 10000"/>
                <a:gd name="connsiteY273" fmla="*/ 3710 h 10714"/>
                <a:gd name="connsiteX274" fmla="*/ 1917 w 10000"/>
                <a:gd name="connsiteY274" fmla="*/ 3695 h 10714"/>
                <a:gd name="connsiteX275" fmla="*/ 1988 w 10000"/>
                <a:gd name="connsiteY275" fmla="*/ 3662 h 10714"/>
                <a:gd name="connsiteX276" fmla="*/ 1788 w 10000"/>
                <a:gd name="connsiteY276" fmla="*/ 3391 h 10714"/>
                <a:gd name="connsiteX277" fmla="*/ 1617 w 10000"/>
                <a:gd name="connsiteY277" fmla="*/ 3126 h 10714"/>
                <a:gd name="connsiteX278" fmla="*/ 1454 w 10000"/>
                <a:gd name="connsiteY278" fmla="*/ 2849 h 10714"/>
                <a:gd name="connsiteX279" fmla="*/ 1313 w 10000"/>
                <a:gd name="connsiteY279" fmla="*/ 2563 h 10714"/>
                <a:gd name="connsiteX280" fmla="*/ 1175 w 10000"/>
                <a:gd name="connsiteY280" fmla="*/ 2253 h 10714"/>
                <a:gd name="connsiteX281" fmla="*/ 1046 w 10000"/>
                <a:gd name="connsiteY281" fmla="*/ 1919 h 10714"/>
                <a:gd name="connsiteX282" fmla="*/ 1033 w 10000"/>
                <a:gd name="connsiteY282" fmla="*/ 1859 h 10714"/>
                <a:gd name="connsiteX283" fmla="*/ 1000 w 10000"/>
                <a:gd name="connsiteY283" fmla="*/ 1776 h 10714"/>
                <a:gd name="connsiteX284" fmla="*/ 979 w 10000"/>
                <a:gd name="connsiteY284" fmla="*/ 1684 h 10714"/>
                <a:gd name="connsiteX285" fmla="*/ 950 w 10000"/>
                <a:gd name="connsiteY285" fmla="*/ 1591 h 10714"/>
                <a:gd name="connsiteX286" fmla="*/ 925 w 10000"/>
                <a:gd name="connsiteY286" fmla="*/ 1490 h 10714"/>
                <a:gd name="connsiteX287" fmla="*/ 917 w 10000"/>
                <a:gd name="connsiteY287" fmla="*/ 1397 h 10714"/>
                <a:gd name="connsiteX288" fmla="*/ 917 w 10000"/>
                <a:gd name="connsiteY288" fmla="*/ 1311 h 10714"/>
                <a:gd name="connsiteX289" fmla="*/ 933 w 10000"/>
                <a:gd name="connsiteY289" fmla="*/ 1234 h 10714"/>
                <a:gd name="connsiteX290" fmla="*/ 963 w 10000"/>
                <a:gd name="connsiteY290" fmla="*/ 1180 h 10714"/>
                <a:gd name="connsiteX291" fmla="*/ 1000 w 10000"/>
                <a:gd name="connsiteY291" fmla="*/ 1192 h 10714"/>
                <a:gd name="connsiteX292" fmla="*/ 1033 w 10000"/>
                <a:gd name="connsiteY292" fmla="*/ 1496 h 10714"/>
                <a:gd name="connsiteX293" fmla="*/ 1108 w 10000"/>
                <a:gd name="connsiteY293" fmla="*/ 1800 h 10714"/>
                <a:gd name="connsiteX294" fmla="*/ 1221 w 10000"/>
                <a:gd name="connsiteY294" fmla="*/ 2098 h 10714"/>
                <a:gd name="connsiteX295" fmla="*/ 1358 w 10000"/>
                <a:gd name="connsiteY295" fmla="*/ 2372 h 10714"/>
                <a:gd name="connsiteX296" fmla="*/ 1508 w 10000"/>
                <a:gd name="connsiteY296" fmla="*/ 2628 h 10714"/>
                <a:gd name="connsiteX297" fmla="*/ 1646 w 10000"/>
                <a:gd name="connsiteY297" fmla="*/ 2795 h 10714"/>
                <a:gd name="connsiteX298" fmla="*/ 1629 w 10000"/>
                <a:gd name="connsiteY298" fmla="*/ 2801 h 10714"/>
                <a:gd name="connsiteX299" fmla="*/ 1629 w 10000"/>
                <a:gd name="connsiteY299" fmla="*/ 2807 h 10714"/>
                <a:gd name="connsiteX300" fmla="*/ 1638 w 10000"/>
                <a:gd name="connsiteY300" fmla="*/ 2813 h 10714"/>
                <a:gd name="connsiteX301" fmla="*/ 1646 w 10000"/>
                <a:gd name="connsiteY301" fmla="*/ 2816 h 10714"/>
                <a:gd name="connsiteX302" fmla="*/ 1663 w 10000"/>
                <a:gd name="connsiteY302" fmla="*/ 2822 h 10714"/>
                <a:gd name="connsiteX303" fmla="*/ 1667 w 10000"/>
                <a:gd name="connsiteY303" fmla="*/ 2834 h 10714"/>
                <a:gd name="connsiteX304" fmla="*/ 1675 w 10000"/>
                <a:gd name="connsiteY304" fmla="*/ 2840 h 10714"/>
                <a:gd name="connsiteX305" fmla="*/ 1683 w 10000"/>
                <a:gd name="connsiteY305" fmla="*/ 2849 h 10714"/>
                <a:gd name="connsiteX306" fmla="*/ 1683 w 10000"/>
                <a:gd name="connsiteY306" fmla="*/ 2843 h 10714"/>
                <a:gd name="connsiteX307" fmla="*/ 1675 w 10000"/>
                <a:gd name="connsiteY307" fmla="*/ 2840 h 10714"/>
                <a:gd name="connsiteX308" fmla="*/ 1675 w 10000"/>
                <a:gd name="connsiteY308" fmla="*/ 2840 h 10714"/>
                <a:gd name="connsiteX309" fmla="*/ 1646 w 10000"/>
                <a:gd name="connsiteY309" fmla="*/ 2795 h 10714"/>
                <a:gd name="connsiteX310" fmla="*/ 1746 w 10000"/>
                <a:gd name="connsiteY310" fmla="*/ 2741 h 10714"/>
                <a:gd name="connsiteX311" fmla="*/ 1842 w 10000"/>
                <a:gd name="connsiteY311" fmla="*/ 2649 h 10714"/>
                <a:gd name="connsiteX312" fmla="*/ 1933 w 10000"/>
                <a:gd name="connsiteY312" fmla="*/ 2542 h 10714"/>
                <a:gd name="connsiteX313" fmla="*/ 2017 w 10000"/>
                <a:gd name="connsiteY313" fmla="*/ 2411 h 10714"/>
                <a:gd name="connsiteX314" fmla="*/ 2092 w 10000"/>
                <a:gd name="connsiteY314" fmla="*/ 2265 h 10714"/>
                <a:gd name="connsiteX315" fmla="*/ 2163 w 10000"/>
                <a:gd name="connsiteY315" fmla="*/ 2113 h 10714"/>
                <a:gd name="connsiteX316" fmla="*/ 2221 w 10000"/>
                <a:gd name="connsiteY316" fmla="*/ 1955 h 10714"/>
                <a:gd name="connsiteX317" fmla="*/ 2275 w 10000"/>
                <a:gd name="connsiteY317" fmla="*/ 1803 h 10714"/>
                <a:gd name="connsiteX318" fmla="*/ 2321 w 10000"/>
                <a:gd name="connsiteY318" fmla="*/ 1657 h 10714"/>
                <a:gd name="connsiteX319" fmla="*/ 2329 w 10000"/>
                <a:gd name="connsiteY319" fmla="*/ 1853 h 10714"/>
                <a:gd name="connsiteX320" fmla="*/ 2321 w 10000"/>
                <a:gd name="connsiteY320" fmla="*/ 2032 h 10714"/>
                <a:gd name="connsiteX321" fmla="*/ 2283 w 10000"/>
                <a:gd name="connsiteY321" fmla="*/ 2199 h 10714"/>
                <a:gd name="connsiteX322" fmla="*/ 2229 w 10000"/>
                <a:gd name="connsiteY322" fmla="*/ 2366 h 10714"/>
                <a:gd name="connsiteX323" fmla="*/ 2154 w 10000"/>
                <a:gd name="connsiteY323" fmla="*/ 2524 h 10714"/>
                <a:gd name="connsiteX324" fmla="*/ 2046 w 10000"/>
                <a:gd name="connsiteY324" fmla="*/ 2682 h 10714"/>
                <a:gd name="connsiteX325" fmla="*/ 1796 w 10000"/>
                <a:gd name="connsiteY325" fmla="*/ 3027 h 10714"/>
                <a:gd name="connsiteX326" fmla="*/ 2054 w 10000"/>
                <a:gd name="connsiteY326" fmla="*/ 3305 h 10714"/>
                <a:gd name="connsiteX327" fmla="*/ 2333 w 10000"/>
                <a:gd name="connsiteY327" fmla="*/ 3564 h 10714"/>
                <a:gd name="connsiteX328" fmla="*/ 2638 w 10000"/>
                <a:gd name="connsiteY328" fmla="*/ 3808 h 10714"/>
                <a:gd name="connsiteX329" fmla="*/ 2963 w 10000"/>
                <a:gd name="connsiteY329" fmla="*/ 4032 h 10714"/>
                <a:gd name="connsiteX330" fmla="*/ 4129 w 10000"/>
                <a:gd name="connsiteY330" fmla="*/ 4610 h 10714"/>
                <a:gd name="connsiteX331" fmla="*/ 4167 w 10000"/>
                <a:gd name="connsiteY331" fmla="*/ 4589 h 10714"/>
                <a:gd name="connsiteX332" fmla="*/ 4071 w 10000"/>
                <a:gd name="connsiteY332" fmla="*/ 4333 h 10714"/>
                <a:gd name="connsiteX333" fmla="*/ 3996 w 10000"/>
                <a:gd name="connsiteY333" fmla="*/ 4058 h 10714"/>
                <a:gd name="connsiteX334" fmla="*/ 3933 w 10000"/>
                <a:gd name="connsiteY334" fmla="*/ 3760 h 10714"/>
                <a:gd name="connsiteX335" fmla="*/ 3904 w 10000"/>
                <a:gd name="connsiteY335" fmla="*/ 3456 h 10714"/>
                <a:gd name="connsiteX336" fmla="*/ 3879 w 10000"/>
                <a:gd name="connsiteY336" fmla="*/ 3138 h 10714"/>
                <a:gd name="connsiteX337" fmla="*/ 3879 w 10000"/>
                <a:gd name="connsiteY337" fmla="*/ 2813 h 10714"/>
                <a:gd name="connsiteX338" fmla="*/ 3896 w 10000"/>
                <a:gd name="connsiteY338" fmla="*/ 2485 h 10714"/>
                <a:gd name="connsiteX339" fmla="*/ 3933 w 10000"/>
                <a:gd name="connsiteY339" fmla="*/ 2160 h 10714"/>
                <a:gd name="connsiteX340" fmla="*/ 3988 w 10000"/>
                <a:gd name="connsiteY340" fmla="*/ 1836 h 10714"/>
                <a:gd name="connsiteX341" fmla="*/ 4046 w 10000"/>
                <a:gd name="connsiteY341" fmla="*/ 1523 h 10714"/>
                <a:gd name="connsiteX342" fmla="*/ 4129 w 10000"/>
                <a:gd name="connsiteY342" fmla="*/ 1219 h 10714"/>
                <a:gd name="connsiteX343" fmla="*/ 4229 w 10000"/>
                <a:gd name="connsiteY343" fmla="*/ 933 h 10714"/>
                <a:gd name="connsiteX344" fmla="*/ 4333 w 10000"/>
                <a:gd name="connsiteY344" fmla="*/ 662 h 10714"/>
                <a:gd name="connsiteX345" fmla="*/ 4454 w 10000"/>
                <a:gd name="connsiteY345" fmla="*/ 417 h 10714"/>
                <a:gd name="connsiteX346" fmla="*/ 4583 w 10000"/>
                <a:gd name="connsiteY346" fmla="*/ 194 h 10714"/>
                <a:gd name="connsiteX347" fmla="*/ 4738 w 10000"/>
                <a:gd name="connsiteY347" fmla="*/ 0 h 10714"/>
                <a:gd name="connsiteX0-1" fmla="*/ 4738 w 10000"/>
                <a:gd name="connsiteY0-2" fmla="*/ 0 h 10714"/>
                <a:gd name="connsiteX1-3" fmla="*/ 4721 w 10000"/>
                <a:gd name="connsiteY1-4" fmla="*/ 48 h 10714"/>
                <a:gd name="connsiteX2-5" fmla="*/ 4713 w 10000"/>
                <a:gd name="connsiteY2-6" fmla="*/ 80 h 10714"/>
                <a:gd name="connsiteX3-7" fmla="*/ 4704 w 10000"/>
                <a:gd name="connsiteY3-8" fmla="*/ 101 h 10714"/>
                <a:gd name="connsiteX4-9" fmla="*/ 4704 w 10000"/>
                <a:gd name="connsiteY4-10" fmla="*/ 113 h 10714"/>
                <a:gd name="connsiteX5-11" fmla="*/ 4713 w 10000"/>
                <a:gd name="connsiteY5-12" fmla="*/ 119 h 10714"/>
                <a:gd name="connsiteX6-13" fmla="*/ 4713 w 10000"/>
                <a:gd name="connsiteY6-14" fmla="*/ 125 h 10714"/>
                <a:gd name="connsiteX7-15" fmla="*/ 4721 w 10000"/>
                <a:gd name="connsiteY7-16" fmla="*/ 125 h 10714"/>
                <a:gd name="connsiteX8-17" fmla="*/ 4721 w 10000"/>
                <a:gd name="connsiteY8-18" fmla="*/ 125 h 10714"/>
                <a:gd name="connsiteX9-19" fmla="*/ 4721 w 10000"/>
                <a:gd name="connsiteY9-20" fmla="*/ 134 h 10714"/>
                <a:gd name="connsiteX10-21" fmla="*/ 4713 w 10000"/>
                <a:gd name="connsiteY10-22" fmla="*/ 152 h 10714"/>
                <a:gd name="connsiteX11-23" fmla="*/ 4704 w 10000"/>
                <a:gd name="connsiteY11-24" fmla="*/ 179 h 10714"/>
                <a:gd name="connsiteX12-25" fmla="*/ 4692 w 10000"/>
                <a:gd name="connsiteY12-26" fmla="*/ 221 h 10714"/>
                <a:gd name="connsiteX13-27" fmla="*/ 4667 w 10000"/>
                <a:gd name="connsiteY13-28" fmla="*/ 280 h 10714"/>
                <a:gd name="connsiteX14-29" fmla="*/ 4629 w 10000"/>
                <a:gd name="connsiteY14-30" fmla="*/ 364 h 10714"/>
                <a:gd name="connsiteX15-31" fmla="*/ 4592 w 10000"/>
                <a:gd name="connsiteY15-32" fmla="*/ 465 h 10714"/>
                <a:gd name="connsiteX16-33" fmla="*/ 4533 w 10000"/>
                <a:gd name="connsiteY16-34" fmla="*/ 596 h 10714"/>
                <a:gd name="connsiteX17-35" fmla="*/ 4463 w 10000"/>
                <a:gd name="connsiteY17-36" fmla="*/ 754 h 10714"/>
                <a:gd name="connsiteX18-37" fmla="*/ 4379 w 10000"/>
                <a:gd name="connsiteY18-38" fmla="*/ 1001 h 10714"/>
                <a:gd name="connsiteX19-39" fmla="*/ 4321 w 10000"/>
                <a:gd name="connsiteY19-40" fmla="*/ 1266 h 10714"/>
                <a:gd name="connsiteX20-41" fmla="*/ 4275 w 10000"/>
                <a:gd name="connsiteY20-42" fmla="*/ 1538 h 10714"/>
                <a:gd name="connsiteX21-43" fmla="*/ 4213 w 10000"/>
                <a:gd name="connsiteY21-44" fmla="*/ 1827 h 10714"/>
                <a:gd name="connsiteX22-45" fmla="*/ 4204 w 10000"/>
                <a:gd name="connsiteY22-46" fmla="*/ 1889 h 10714"/>
                <a:gd name="connsiteX23-47" fmla="*/ 4192 w 10000"/>
                <a:gd name="connsiteY23-48" fmla="*/ 1982 h 10714"/>
                <a:gd name="connsiteX24-49" fmla="*/ 4183 w 10000"/>
                <a:gd name="connsiteY24-50" fmla="*/ 2080 h 10714"/>
                <a:gd name="connsiteX25-51" fmla="*/ 4175 w 10000"/>
                <a:gd name="connsiteY25-52" fmla="*/ 2187 h 10714"/>
                <a:gd name="connsiteX26-53" fmla="*/ 4175 w 10000"/>
                <a:gd name="connsiteY26-54" fmla="*/ 2297 h 10714"/>
                <a:gd name="connsiteX27-55" fmla="*/ 4192 w 10000"/>
                <a:gd name="connsiteY27-56" fmla="*/ 2396 h 10714"/>
                <a:gd name="connsiteX28-57" fmla="*/ 4213 w 10000"/>
                <a:gd name="connsiteY28-58" fmla="*/ 2482 h 10714"/>
                <a:gd name="connsiteX29-59" fmla="*/ 4250 w 10000"/>
                <a:gd name="connsiteY29-60" fmla="*/ 2542 h 10714"/>
                <a:gd name="connsiteX30-61" fmla="*/ 4450 w 10000"/>
                <a:gd name="connsiteY30-62" fmla="*/ 2530 h 10714"/>
                <a:gd name="connsiteX31-63" fmla="*/ 4646 w 10000"/>
                <a:gd name="connsiteY31-64" fmla="*/ 2482 h 10714"/>
                <a:gd name="connsiteX32-65" fmla="*/ 4833 w 10000"/>
                <a:gd name="connsiteY32-66" fmla="*/ 2405 h 10714"/>
                <a:gd name="connsiteX33-67" fmla="*/ 5025 w 10000"/>
                <a:gd name="connsiteY33-68" fmla="*/ 2297 h 10714"/>
                <a:gd name="connsiteX34-69" fmla="*/ 5200 w 10000"/>
                <a:gd name="connsiteY34-70" fmla="*/ 2172 h 10714"/>
                <a:gd name="connsiteX35-71" fmla="*/ 5371 w 10000"/>
                <a:gd name="connsiteY35-72" fmla="*/ 2020 h 10714"/>
                <a:gd name="connsiteX36-73" fmla="*/ 5533 w 10000"/>
                <a:gd name="connsiteY36-74" fmla="*/ 1859 h 10714"/>
                <a:gd name="connsiteX37-75" fmla="*/ 5683 w 10000"/>
                <a:gd name="connsiteY37-76" fmla="*/ 1690 h 10714"/>
                <a:gd name="connsiteX38-77" fmla="*/ 5829 w 10000"/>
                <a:gd name="connsiteY38-78" fmla="*/ 1511 h 10714"/>
                <a:gd name="connsiteX39-79" fmla="*/ 5954 w 10000"/>
                <a:gd name="connsiteY39-80" fmla="*/ 1326 h 10714"/>
                <a:gd name="connsiteX40-81" fmla="*/ 6071 w 10000"/>
                <a:gd name="connsiteY40-82" fmla="*/ 1147 h 10714"/>
                <a:gd name="connsiteX41-83" fmla="*/ 6167 w 10000"/>
                <a:gd name="connsiteY41-84" fmla="*/ 974 h 10714"/>
                <a:gd name="connsiteX42-85" fmla="*/ 6213 w 10000"/>
                <a:gd name="connsiteY42-86" fmla="*/ 974 h 10714"/>
                <a:gd name="connsiteX43-87" fmla="*/ 6213 w 10000"/>
                <a:gd name="connsiteY43-88" fmla="*/ 992 h 10714"/>
                <a:gd name="connsiteX44-89" fmla="*/ 6138 w 10000"/>
                <a:gd name="connsiteY44-90" fmla="*/ 1165 h 10714"/>
                <a:gd name="connsiteX45-91" fmla="*/ 6054 w 10000"/>
                <a:gd name="connsiteY45-92" fmla="*/ 1344 h 10714"/>
                <a:gd name="connsiteX46-93" fmla="*/ 5963 w 10000"/>
                <a:gd name="connsiteY46-94" fmla="*/ 1517 h 10714"/>
                <a:gd name="connsiteX47-95" fmla="*/ 5871 w 10000"/>
                <a:gd name="connsiteY47-96" fmla="*/ 1684 h 10714"/>
                <a:gd name="connsiteX48-97" fmla="*/ 5775 w 10000"/>
                <a:gd name="connsiteY48-98" fmla="*/ 1847 h 10714"/>
                <a:gd name="connsiteX49-99" fmla="*/ 5667 w 10000"/>
                <a:gd name="connsiteY49-100" fmla="*/ 1999 h 10714"/>
                <a:gd name="connsiteX50-101" fmla="*/ 5554 w 10000"/>
                <a:gd name="connsiteY50-102" fmla="*/ 2145 h 10714"/>
                <a:gd name="connsiteX51-103" fmla="*/ 5417 w 10000"/>
                <a:gd name="connsiteY51-104" fmla="*/ 2279 h 10714"/>
                <a:gd name="connsiteX52-105" fmla="*/ 5275 w 10000"/>
                <a:gd name="connsiteY52-106" fmla="*/ 2411 h 10714"/>
                <a:gd name="connsiteX53-107" fmla="*/ 5108 w 10000"/>
                <a:gd name="connsiteY53-108" fmla="*/ 2518 h 10714"/>
                <a:gd name="connsiteX54-109" fmla="*/ 4917 w 10000"/>
                <a:gd name="connsiteY54-110" fmla="*/ 2616 h 10714"/>
                <a:gd name="connsiteX55-111" fmla="*/ 4704 w 10000"/>
                <a:gd name="connsiteY55-112" fmla="*/ 2703 h 10714"/>
                <a:gd name="connsiteX56-113" fmla="*/ 4479 w 10000"/>
                <a:gd name="connsiteY56-114" fmla="*/ 2768 h 10714"/>
                <a:gd name="connsiteX57-115" fmla="*/ 4213 w 10000"/>
                <a:gd name="connsiteY57-116" fmla="*/ 2813 h 10714"/>
                <a:gd name="connsiteX58-117" fmla="*/ 4221 w 10000"/>
                <a:gd name="connsiteY58-118" fmla="*/ 3126 h 10714"/>
                <a:gd name="connsiteX59-119" fmla="*/ 4258 w 10000"/>
                <a:gd name="connsiteY59-120" fmla="*/ 3424 h 10714"/>
                <a:gd name="connsiteX60-121" fmla="*/ 4321 w 10000"/>
                <a:gd name="connsiteY60-122" fmla="*/ 3707 h 10714"/>
                <a:gd name="connsiteX61-123" fmla="*/ 4404 w 10000"/>
                <a:gd name="connsiteY61-124" fmla="*/ 3975 h 10714"/>
                <a:gd name="connsiteX62-125" fmla="*/ 4508 w 10000"/>
                <a:gd name="connsiteY62-126" fmla="*/ 4231 h 10714"/>
                <a:gd name="connsiteX63-127" fmla="*/ 4621 w 10000"/>
                <a:gd name="connsiteY63-128" fmla="*/ 4476 h 10714"/>
                <a:gd name="connsiteX64-129" fmla="*/ 4750 w 10000"/>
                <a:gd name="connsiteY64-130" fmla="*/ 4708 h 10714"/>
                <a:gd name="connsiteX65-131" fmla="*/ 4879 w 10000"/>
                <a:gd name="connsiteY65-132" fmla="*/ 4934 h 10714"/>
                <a:gd name="connsiteX66-133" fmla="*/ 4917 w 10000"/>
                <a:gd name="connsiteY66-134" fmla="*/ 4988 h 10714"/>
                <a:gd name="connsiteX67-135" fmla="*/ 4950 w 10000"/>
                <a:gd name="connsiteY67-136" fmla="*/ 5054 h 10714"/>
                <a:gd name="connsiteX68-137" fmla="*/ 4996 w 10000"/>
                <a:gd name="connsiteY68-138" fmla="*/ 5125 h 10714"/>
                <a:gd name="connsiteX69-139" fmla="*/ 5038 w 10000"/>
                <a:gd name="connsiteY69-140" fmla="*/ 5200 h 10714"/>
                <a:gd name="connsiteX70-141" fmla="*/ 5092 w 10000"/>
                <a:gd name="connsiteY70-142" fmla="*/ 5271 h 10714"/>
                <a:gd name="connsiteX71-143" fmla="*/ 5154 w 10000"/>
                <a:gd name="connsiteY71-144" fmla="*/ 5331 h 10714"/>
                <a:gd name="connsiteX72-145" fmla="*/ 5229 w 10000"/>
                <a:gd name="connsiteY72-146" fmla="*/ 5384 h 10714"/>
                <a:gd name="connsiteX73-147" fmla="*/ 5313 w 10000"/>
                <a:gd name="connsiteY73-148" fmla="*/ 5423 h 10714"/>
                <a:gd name="connsiteX74-149" fmla="*/ 5413 w 10000"/>
                <a:gd name="connsiteY74-150" fmla="*/ 5438 h 10714"/>
                <a:gd name="connsiteX75-151" fmla="*/ 5517 w 10000"/>
                <a:gd name="connsiteY75-152" fmla="*/ 5435 h 10714"/>
                <a:gd name="connsiteX76-153" fmla="*/ 5704 w 10000"/>
                <a:gd name="connsiteY76-154" fmla="*/ 5390 h 10714"/>
                <a:gd name="connsiteX77-155" fmla="*/ 5871 w 10000"/>
                <a:gd name="connsiteY77-156" fmla="*/ 5316 h 10714"/>
                <a:gd name="connsiteX78-157" fmla="*/ 6033 w 10000"/>
                <a:gd name="connsiteY78-158" fmla="*/ 5223 h 10714"/>
                <a:gd name="connsiteX79-159" fmla="*/ 6167 w 10000"/>
                <a:gd name="connsiteY79-160" fmla="*/ 5113 h 10714"/>
                <a:gd name="connsiteX80-161" fmla="*/ 6296 w 10000"/>
                <a:gd name="connsiteY80-162" fmla="*/ 4994 h 10714"/>
                <a:gd name="connsiteX81-163" fmla="*/ 6417 w 10000"/>
                <a:gd name="connsiteY81-164" fmla="*/ 4869 h 10714"/>
                <a:gd name="connsiteX82-165" fmla="*/ 6525 w 10000"/>
                <a:gd name="connsiteY82-166" fmla="*/ 4750 h 10714"/>
                <a:gd name="connsiteX83-167" fmla="*/ 6617 w 10000"/>
                <a:gd name="connsiteY83-168" fmla="*/ 4636 h 10714"/>
                <a:gd name="connsiteX84-169" fmla="*/ 6821 w 10000"/>
                <a:gd name="connsiteY84-170" fmla="*/ 4377 h 10714"/>
                <a:gd name="connsiteX85-171" fmla="*/ 7017 w 10000"/>
                <a:gd name="connsiteY85-172" fmla="*/ 4085 h 10714"/>
                <a:gd name="connsiteX86-173" fmla="*/ 7213 w 10000"/>
                <a:gd name="connsiteY86-174" fmla="*/ 3766 h 10714"/>
                <a:gd name="connsiteX87-175" fmla="*/ 7396 w 10000"/>
                <a:gd name="connsiteY87-176" fmla="*/ 3418 h 10714"/>
                <a:gd name="connsiteX88-177" fmla="*/ 7563 w 10000"/>
                <a:gd name="connsiteY88-178" fmla="*/ 3051 h 10714"/>
                <a:gd name="connsiteX89-179" fmla="*/ 7713 w 10000"/>
                <a:gd name="connsiteY89-180" fmla="*/ 2661 h 10714"/>
                <a:gd name="connsiteX90-181" fmla="*/ 7850 w 10000"/>
                <a:gd name="connsiteY90-182" fmla="*/ 2253 h 10714"/>
                <a:gd name="connsiteX91-183" fmla="*/ 7950 w 10000"/>
                <a:gd name="connsiteY91-184" fmla="*/ 1830 h 10714"/>
                <a:gd name="connsiteX92-185" fmla="*/ 8025 w 10000"/>
                <a:gd name="connsiteY92-186" fmla="*/ 1397 h 10714"/>
                <a:gd name="connsiteX93-187" fmla="*/ 8071 w 10000"/>
                <a:gd name="connsiteY93-188" fmla="*/ 954 h 10714"/>
                <a:gd name="connsiteX94-189" fmla="*/ 8108 w 10000"/>
                <a:gd name="connsiteY94-190" fmla="*/ 974 h 10714"/>
                <a:gd name="connsiteX95-191" fmla="*/ 8138 w 10000"/>
                <a:gd name="connsiteY95-192" fmla="*/ 1025 h 10714"/>
                <a:gd name="connsiteX96-193" fmla="*/ 8163 w 10000"/>
                <a:gd name="connsiteY96-194" fmla="*/ 1100 h 10714"/>
                <a:gd name="connsiteX97-195" fmla="*/ 8175 w 10000"/>
                <a:gd name="connsiteY97-196" fmla="*/ 1198 h 10714"/>
                <a:gd name="connsiteX98-197" fmla="*/ 8183 w 10000"/>
                <a:gd name="connsiteY98-198" fmla="*/ 1311 h 10714"/>
                <a:gd name="connsiteX99-199" fmla="*/ 8183 w 10000"/>
                <a:gd name="connsiteY99-200" fmla="*/ 1442 h 10714"/>
                <a:gd name="connsiteX100-201" fmla="*/ 8183 w 10000"/>
                <a:gd name="connsiteY100-202" fmla="*/ 1582 h 10714"/>
                <a:gd name="connsiteX101-203" fmla="*/ 8175 w 10000"/>
                <a:gd name="connsiteY101-204" fmla="*/ 1734 h 10714"/>
                <a:gd name="connsiteX102-205" fmla="*/ 8163 w 10000"/>
                <a:gd name="connsiteY102-206" fmla="*/ 1889 h 10714"/>
                <a:gd name="connsiteX103-207" fmla="*/ 8146 w 10000"/>
                <a:gd name="connsiteY103-208" fmla="*/ 2047 h 10714"/>
                <a:gd name="connsiteX104-209" fmla="*/ 8121 w 10000"/>
                <a:gd name="connsiteY104-210" fmla="*/ 2205 h 10714"/>
                <a:gd name="connsiteX105-211" fmla="*/ 8108 w 10000"/>
                <a:gd name="connsiteY105-212" fmla="*/ 2357 h 10714"/>
                <a:gd name="connsiteX106-213" fmla="*/ 8083 w 10000"/>
                <a:gd name="connsiteY106-214" fmla="*/ 2497 h 10714"/>
                <a:gd name="connsiteX107-215" fmla="*/ 8063 w 10000"/>
                <a:gd name="connsiteY107-216" fmla="*/ 2628 h 10714"/>
                <a:gd name="connsiteX108-217" fmla="*/ 8038 w 10000"/>
                <a:gd name="connsiteY108-218" fmla="*/ 2741 h 10714"/>
                <a:gd name="connsiteX109-219" fmla="*/ 8017 w 10000"/>
                <a:gd name="connsiteY109-220" fmla="*/ 2834 h 10714"/>
                <a:gd name="connsiteX110-221" fmla="*/ 8000 w 10000"/>
                <a:gd name="connsiteY110-222" fmla="*/ 2908 h 10714"/>
                <a:gd name="connsiteX111-223" fmla="*/ 7700 w 10000"/>
                <a:gd name="connsiteY111-224" fmla="*/ 3754 h 10714"/>
                <a:gd name="connsiteX112-225" fmla="*/ 7942 w 10000"/>
                <a:gd name="connsiteY112-226" fmla="*/ 3737 h 10714"/>
                <a:gd name="connsiteX113-227" fmla="*/ 8167 w 10000"/>
                <a:gd name="connsiteY113-228" fmla="*/ 3695 h 10714"/>
                <a:gd name="connsiteX114-229" fmla="*/ 8379 w 10000"/>
                <a:gd name="connsiteY114-230" fmla="*/ 3635 h 10714"/>
                <a:gd name="connsiteX115-231" fmla="*/ 8583 w 10000"/>
                <a:gd name="connsiteY115-232" fmla="*/ 3558 h 10714"/>
                <a:gd name="connsiteX116-233" fmla="*/ 8767 w 10000"/>
                <a:gd name="connsiteY116-234" fmla="*/ 3471 h 10714"/>
                <a:gd name="connsiteX117-235" fmla="*/ 8933 w 10000"/>
                <a:gd name="connsiteY117-236" fmla="*/ 3376 h 10714"/>
                <a:gd name="connsiteX118-237" fmla="*/ 9092 w 10000"/>
                <a:gd name="connsiteY118-238" fmla="*/ 3278 h 10714"/>
                <a:gd name="connsiteX119-239" fmla="*/ 9238 w 10000"/>
                <a:gd name="connsiteY119-240" fmla="*/ 3185 h 10714"/>
                <a:gd name="connsiteX120-241" fmla="*/ 9250 w 10000"/>
                <a:gd name="connsiteY120-242" fmla="*/ 3230 h 10714"/>
                <a:gd name="connsiteX121-243" fmla="*/ 9117 w 10000"/>
                <a:gd name="connsiteY121-244" fmla="*/ 3376 h 10714"/>
                <a:gd name="connsiteX122-245" fmla="*/ 8954 w 10000"/>
                <a:gd name="connsiteY122-246" fmla="*/ 3516 h 10714"/>
                <a:gd name="connsiteX123-247" fmla="*/ 8758 w 10000"/>
                <a:gd name="connsiteY123-248" fmla="*/ 3641 h 10714"/>
                <a:gd name="connsiteX124-249" fmla="*/ 8538 w 10000"/>
                <a:gd name="connsiteY124-250" fmla="*/ 3754 h 10714"/>
                <a:gd name="connsiteX125-251" fmla="*/ 8304 w 10000"/>
                <a:gd name="connsiteY125-252" fmla="*/ 3856 h 10714"/>
                <a:gd name="connsiteX126-253" fmla="*/ 8054 w 10000"/>
                <a:gd name="connsiteY126-254" fmla="*/ 3945 h 10714"/>
                <a:gd name="connsiteX127-255" fmla="*/ 7796 w 10000"/>
                <a:gd name="connsiteY127-256" fmla="*/ 4014 h 10714"/>
                <a:gd name="connsiteX128-257" fmla="*/ 7533 w 10000"/>
                <a:gd name="connsiteY128-258" fmla="*/ 4064 h 10714"/>
                <a:gd name="connsiteX129-259" fmla="*/ 7479 w 10000"/>
                <a:gd name="connsiteY129-260" fmla="*/ 4184 h 10714"/>
                <a:gd name="connsiteX130-261" fmla="*/ 7404 w 10000"/>
                <a:gd name="connsiteY130-262" fmla="*/ 4324 h 10714"/>
                <a:gd name="connsiteX131-263" fmla="*/ 7321 w 10000"/>
                <a:gd name="connsiteY131-264" fmla="*/ 4470 h 10714"/>
                <a:gd name="connsiteX132-265" fmla="*/ 7213 w 10000"/>
                <a:gd name="connsiteY132-266" fmla="*/ 4628 h 10714"/>
                <a:gd name="connsiteX133-267" fmla="*/ 7100 w 10000"/>
                <a:gd name="connsiteY133-268" fmla="*/ 4794 h 10714"/>
                <a:gd name="connsiteX134-269" fmla="*/ 6979 w 10000"/>
                <a:gd name="connsiteY134-270" fmla="*/ 4958 h 10714"/>
                <a:gd name="connsiteX135-271" fmla="*/ 6850 w 10000"/>
                <a:gd name="connsiteY135-272" fmla="*/ 5113 h 10714"/>
                <a:gd name="connsiteX136-273" fmla="*/ 6721 w 10000"/>
                <a:gd name="connsiteY136-274" fmla="*/ 5265 h 10714"/>
                <a:gd name="connsiteX137-275" fmla="*/ 6600 w 10000"/>
                <a:gd name="connsiteY137-276" fmla="*/ 5405 h 10714"/>
                <a:gd name="connsiteX138-277" fmla="*/ 6471 w 10000"/>
                <a:gd name="connsiteY138-278" fmla="*/ 5530 h 10714"/>
                <a:gd name="connsiteX139-279" fmla="*/ 6358 w 10000"/>
                <a:gd name="connsiteY139-280" fmla="*/ 5641 h 10714"/>
                <a:gd name="connsiteX140-281" fmla="*/ 6250 w 10000"/>
                <a:gd name="connsiteY140-282" fmla="*/ 5721 h 10714"/>
                <a:gd name="connsiteX141-283" fmla="*/ 6267 w 10000"/>
                <a:gd name="connsiteY141-284" fmla="*/ 5781 h 10714"/>
                <a:gd name="connsiteX142-285" fmla="*/ 6296 w 10000"/>
                <a:gd name="connsiteY142-286" fmla="*/ 5793 h 10714"/>
                <a:gd name="connsiteX143-287" fmla="*/ 6479 w 10000"/>
                <a:gd name="connsiteY143-288" fmla="*/ 5754 h 10714"/>
                <a:gd name="connsiteX144-289" fmla="*/ 6663 w 10000"/>
                <a:gd name="connsiteY144-290" fmla="*/ 5736 h 10714"/>
                <a:gd name="connsiteX145-291" fmla="*/ 6858 w 10000"/>
                <a:gd name="connsiteY145-292" fmla="*/ 5736 h 10714"/>
                <a:gd name="connsiteX146-293" fmla="*/ 7046 w 10000"/>
                <a:gd name="connsiteY146-294" fmla="*/ 5742 h 10714"/>
                <a:gd name="connsiteX147-295" fmla="*/ 7246 w 10000"/>
                <a:gd name="connsiteY147-296" fmla="*/ 5748 h 10714"/>
                <a:gd name="connsiteX148-297" fmla="*/ 7425 w 10000"/>
                <a:gd name="connsiteY148-298" fmla="*/ 5748 h 10714"/>
                <a:gd name="connsiteX149-299" fmla="*/ 7600 w 10000"/>
                <a:gd name="connsiteY149-300" fmla="*/ 5733 h 10714"/>
                <a:gd name="connsiteX150-301" fmla="*/ 7950 w 10000"/>
                <a:gd name="connsiteY150-302" fmla="*/ 5673 h 10714"/>
                <a:gd name="connsiteX151-303" fmla="*/ 8275 w 10000"/>
                <a:gd name="connsiteY151-304" fmla="*/ 5596 h 10714"/>
                <a:gd name="connsiteX152-305" fmla="*/ 8579 w 10000"/>
                <a:gd name="connsiteY152-306" fmla="*/ 5504 h 10714"/>
                <a:gd name="connsiteX153-307" fmla="*/ 8858 w 10000"/>
                <a:gd name="connsiteY153-308" fmla="*/ 5390 h 10714"/>
                <a:gd name="connsiteX154-309" fmla="*/ 9117 w 10000"/>
                <a:gd name="connsiteY154-310" fmla="*/ 5265 h 10714"/>
                <a:gd name="connsiteX155-311" fmla="*/ 9350 w 10000"/>
                <a:gd name="connsiteY155-312" fmla="*/ 5119 h 10714"/>
                <a:gd name="connsiteX156-313" fmla="*/ 9563 w 10000"/>
                <a:gd name="connsiteY156-314" fmla="*/ 4967 h 10714"/>
                <a:gd name="connsiteX157-315" fmla="*/ 9758 w 10000"/>
                <a:gd name="connsiteY157-316" fmla="*/ 4794 h 10714"/>
                <a:gd name="connsiteX158-317" fmla="*/ 9933 w 10000"/>
                <a:gd name="connsiteY158-318" fmla="*/ 4610 h 10714"/>
                <a:gd name="connsiteX159-319" fmla="*/ 10000 w 10000"/>
                <a:gd name="connsiteY159-320" fmla="*/ 4648 h 10714"/>
                <a:gd name="connsiteX160-321" fmla="*/ 10000 w 10000"/>
                <a:gd name="connsiteY160-322" fmla="*/ 4660 h 10714"/>
                <a:gd name="connsiteX161-323" fmla="*/ 9904 w 10000"/>
                <a:gd name="connsiteY161-324" fmla="*/ 4827 h 10714"/>
                <a:gd name="connsiteX162-325" fmla="*/ 9767 w 10000"/>
                <a:gd name="connsiteY162-326" fmla="*/ 5000 h 10714"/>
                <a:gd name="connsiteX163-327" fmla="*/ 9600 w 10000"/>
                <a:gd name="connsiteY163-328" fmla="*/ 5173 h 10714"/>
                <a:gd name="connsiteX164-329" fmla="*/ 9404 w 10000"/>
                <a:gd name="connsiteY164-330" fmla="*/ 5343 h 10714"/>
                <a:gd name="connsiteX165-331" fmla="*/ 9183 w 10000"/>
                <a:gd name="connsiteY165-332" fmla="*/ 5504 h 10714"/>
                <a:gd name="connsiteX166-333" fmla="*/ 8950 w 10000"/>
                <a:gd name="connsiteY166-334" fmla="*/ 5662 h 10714"/>
                <a:gd name="connsiteX167-335" fmla="*/ 8704 w 10000"/>
                <a:gd name="connsiteY167-336" fmla="*/ 5802 h 10714"/>
                <a:gd name="connsiteX168-337" fmla="*/ 8463 w 10000"/>
                <a:gd name="connsiteY168-338" fmla="*/ 5927 h 10714"/>
                <a:gd name="connsiteX169-339" fmla="*/ 8229 w 10000"/>
                <a:gd name="connsiteY169-340" fmla="*/ 6025 h 10714"/>
                <a:gd name="connsiteX170-341" fmla="*/ 8000 w 10000"/>
                <a:gd name="connsiteY170-342" fmla="*/ 6105 h 10714"/>
                <a:gd name="connsiteX171-343" fmla="*/ 7879 w 10000"/>
                <a:gd name="connsiteY171-344" fmla="*/ 6132 h 10714"/>
                <a:gd name="connsiteX172-345" fmla="*/ 7729 w 10000"/>
                <a:gd name="connsiteY172-346" fmla="*/ 6153 h 10714"/>
                <a:gd name="connsiteX173-347" fmla="*/ 7563 w 10000"/>
                <a:gd name="connsiteY173-348" fmla="*/ 6177 h 10714"/>
                <a:gd name="connsiteX174-349" fmla="*/ 7388 w 10000"/>
                <a:gd name="connsiteY174-350" fmla="*/ 6198 h 10714"/>
                <a:gd name="connsiteX175-351" fmla="*/ 7204 w 10000"/>
                <a:gd name="connsiteY175-352" fmla="*/ 6219 h 10714"/>
                <a:gd name="connsiteX176-353" fmla="*/ 7017 w 10000"/>
                <a:gd name="connsiteY176-354" fmla="*/ 6240 h 10714"/>
                <a:gd name="connsiteX177-355" fmla="*/ 6842 w 10000"/>
                <a:gd name="connsiteY177-356" fmla="*/ 6263 h 10714"/>
                <a:gd name="connsiteX178-357" fmla="*/ 6675 w 10000"/>
                <a:gd name="connsiteY178-358" fmla="*/ 6290 h 10714"/>
                <a:gd name="connsiteX179-359" fmla="*/ 6517 w 10000"/>
                <a:gd name="connsiteY179-360" fmla="*/ 6329 h 10714"/>
                <a:gd name="connsiteX180-361" fmla="*/ 6388 w 10000"/>
                <a:gd name="connsiteY180-362" fmla="*/ 6365 h 10714"/>
                <a:gd name="connsiteX181-363" fmla="*/ 6288 w 10000"/>
                <a:gd name="connsiteY181-364" fmla="*/ 6415 h 10714"/>
                <a:gd name="connsiteX182-365" fmla="*/ 6213 w 10000"/>
                <a:gd name="connsiteY182-366" fmla="*/ 6475 h 10714"/>
                <a:gd name="connsiteX183-367" fmla="*/ 6092 w 10000"/>
                <a:gd name="connsiteY183-368" fmla="*/ 6648 h 10714"/>
                <a:gd name="connsiteX184-369" fmla="*/ 6008 w 10000"/>
                <a:gd name="connsiteY184-370" fmla="*/ 6836 h 10714"/>
                <a:gd name="connsiteX185-371" fmla="*/ 5942 w 10000"/>
                <a:gd name="connsiteY185-372" fmla="*/ 7032 h 10714"/>
                <a:gd name="connsiteX186-373" fmla="*/ 5904 w 10000"/>
                <a:gd name="connsiteY186-374" fmla="*/ 7232 h 10714"/>
                <a:gd name="connsiteX187-375" fmla="*/ 5888 w 10000"/>
                <a:gd name="connsiteY187-376" fmla="*/ 7443 h 10714"/>
                <a:gd name="connsiteX188-377" fmla="*/ 5879 w 10000"/>
                <a:gd name="connsiteY188-378" fmla="*/ 7655 h 10714"/>
                <a:gd name="connsiteX189-379" fmla="*/ 5888 w 10000"/>
                <a:gd name="connsiteY189-380" fmla="*/ 7867 h 10714"/>
                <a:gd name="connsiteX190-381" fmla="*/ 5904 w 10000"/>
                <a:gd name="connsiteY190-382" fmla="*/ 8084 h 10714"/>
                <a:gd name="connsiteX191-383" fmla="*/ 5925 w 10000"/>
                <a:gd name="connsiteY191-384" fmla="*/ 8299 h 10714"/>
                <a:gd name="connsiteX192-385" fmla="*/ 5950 w 10000"/>
                <a:gd name="connsiteY192-386" fmla="*/ 8510 h 10714"/>
                <a:gd name="connsiteX193-387" fmla="*/ 5954 w 10000"/>
                <a:gd name="connsiteY193-388" fmla="*/ 8820 h 10714"/>
                <a:gd name="connsiteX194-389" fmla="*/ 5933 w 10000"/>
                <a:gd name="connsiteY194-390" fmla="*/ 9130 h 10714"/>
                <a:gd name="connsiteX195-391" fmla="*/ 5896 w 10000"/>
                <a:gd name="connsiteY195-392" fmla="*/ 9428 h 10714"/>
                <a:gd name="connsiteX196-393" fmla="*/ 5850 w 10000"/>
                <a:gd name="connsiteY196-394" fmla="*/ 9720 h 10714"/>
                <a:gd name="connsiteX197-395" fmla="*/ 5756 w 10000"/>
                <a:gd name="connsiteY197-396" fmla="*/ 10714 h 10714"/>
                <a:gd name="connsiteX198-397" fmla="*/ 4463 w 10000"/>
                <a:gd name="connsiteY198-398" fmla="*/ 10000 h 10714"/>
                <a:gd name="connsiteX199-399" fmla="*/ 3043 w 10000"/>
                <a:gd name="connsiteY199-400" fmla="*/ 9881 h 10714"/>
                <a:gd name="connsiteX200-401" fmla="*/ 4546 w 10000"/>
                <a:gd name="connsiteY200-402" fmla="*/ 9848 h 10714"/>
                <a:gd name="connsiteX201-403" fmla="*/ 4629 w 10000"/>
                <a:gd name="connsiteY201-404" fmla="*/ 9687 h 10714"/>
                <a:gd name="connsiteX202-405" fmla="*/ 4700 w 10000"/>
                <a:gd name="connsiteY202-406" fmla="*/ 9508 h 10714"/>
                <a:gd name="connsiteX203-407" fmla="*/ 4767 w 10000"/>
                <a:gd name="connsiteY203-408" fmla="*/ 9309 h 10714"/>
                <a:gd name="connsiteX204-409" fmla="*/ 4829 w 10000"/>
                <a:gd name="connsiteY204-410" fmla="*/ 9097 h 10714"/>
                <a:gd name="connsiteX205-411" fmla="*/ 4879 w 10000"/>
                <a:gd name="connsiteY205-412" fmla="*/ 8868 h 10714"/>
                <a:gd name="connsiteX206-413" fmla="*/ 4917 w 10000"/>
                <a:gd name="connsiteY206-414" fmla="*/ 8635 h 10714"/>
                <a:gd name="connsiteX207-415" fmla="*/ 4954 w 10000"/>
                <a:gd name="connsiteY207-416" fmla="*/ 8391 h 10714"/>
                <a:gd name="connsiteX208-417" fmla="*/ 4979 w 10000"/>
                <a:gd name="connsiteY208-418" fmla="*/ 8144 h 10714"/>
                <a:gd name="connsiteX209-419" fmla="*/ 5000 w 10000"/>
                <a:gd name="connsiteY209-420" fmla="*/ 7887 h 10714"/>
                <a:gd name="connsiteX210-421" fmla="*/ 5000 w 10000"/>
                <a:gd name="connsiteY210-422" fmla="*/ 7634 h 10714"/>
                <a:gd name="connsiteX211-423" fmla="*/ 5000 w 10000"/>
                <a:gd name="connsiteY211-424" fmla="*/ 7384 h 10714"/>
                <a:gd name="connsiteX212-425" fmla="*/ 4979 w 10000"/>
                <a:gd name="connsiteY212-426" fmla="*/ 7133 h 10714"/>
                <a:gd name="connsiteX213-427" fmla="*/ 4950 w 10000"/>
                <a:gd name="connsiteY213-428" fmla="*/ 6892 h 10714"/>
                <a:gd name="connsiteX214-429" fmla="*/ 4913 w 10000"/>
                <a:gd name="connsiteY214-430" fmla="*/ 6657 h 10714"/>
                <a:gd name="connsiteX215-431" fmla="*/ 4858 w 10000"/>
                <a:gd name="connsiteY215-432" fmla="*/ 6430 h 10714"/>
                <a:gd name="connsiteX216-433" fmla="*/ 4783 w 10000"/>
                <a:gd name="connsiteY216-434" fmla="*/ 6219 h 10714"/>
                <a:gd name="connsiteX217-435" fmla="*/ 4700 w 10000"/>
                <a:gd name="connsiteY217-436" fmla="*/ 6019 h 10714"/>
                <a:gd name="connsiteX218-437" fmla="*/ 4600 w 10000"/>
                <a:gd name="connsiteY218-438" fmla="*/ 5840 h 10714"/>
                <a:gd name="connsiteX219-439" fmla="*/ 4488 w 10000"/>
                <a:gd name="connsiteY219-440" fmla="*/ 5682 h 10714"/>
                <a:gd name="connsiteX220-441" fmla="*/ 4358 w 10000"/>
                <a:gd name="connsiteY220-442" fmla="*/ 5542 h 10714"/>
                <a:gd name="connsiteX221-443" fmla="*/ 4213 w 10000"/>
                <a:gd name="connsiteY221-444" fmla="*/ 5429 h 10714"/>
                <a:gd name="connsiteX222-445" fmla="*/ 4046 w 10000"/>
                <a:gd name="connsiteY222-446" fmla="*/ 5343 h 10714"/>
                <a:gd name="connsiteX223-447" fmla="*/ 3904 w 10000"/>
                <a:gd name="connsiteY223-448" fmla="*/ 5292 h 10714"/>
                <a:gd name="connsiteX224-449" fmla="*/ 3746 w 10000"/>
                <a:gd name="connsiteY224-450" fmla="*/ 5271 h 10714"/>
                <a:gd name="connsiteX225-451" fmla="*/ 3583 w 10000"/>
                <a:gd name="connsiteY225-452" fmla="*/ 5271 h 10714"/>
                <a:gd name="connsiteX226-453" fmla="*/ 3413 w 10000"/>
                <a:gd name="connsiteY226-454" fmla="*/ 5286 h 10714"/>
                <a:gd name="connsiteX227-455" fmla="*/ 3246 w 10000"/>
                <a:gd name="connsiteY227-456" fmla="*/ 5310 h 10714"/>
                <a:gd name="connsiteX228-457" fmla="*/ 3079 w 10000"/>
                <a:gd name="connsiteY228-458" fmla="*/ 5343 h 10714"/>
                <a:gd name="connsiteX229-459" fmla="*/ 2913 w 10000"/>
                <a:gd name="connsiteY229-460" fmla="*/ 5369 h 10714"/>
                <a:gd name="connsiteX230-461" fmla="*/ 2750 w 10000"/>
                <a:gd name="connsiteY230-462" fmla="*/ 5396 h 10714"/>
                <a:gd name="connsiteX231-463" fmla="*/ 2600 w 10000"/>
                <a:gd name="connsiteY231-464" fmla="*/ 5411 h 10714"/>
                <a:gd name="connsiteX232-465" fmla="*/ 2258 w 10000"/>
                <a:gd name="connsiteY232-466" fmla="*/ 5423 h 10714"/>
                <a:gd name="connsiteX233-467" fmla="*/ 1925 w 10000"/>
                <a:gd name="connsiteY233-468" fmla="*/ 5411 h 10714"/>
                <a:gd name="connsiteX234-469" fmla="*/ 1617 w 10000"/>
                <a:gd name="connsiteY234-470" fmla="*/ 5384 h 10714"/>
                <a:gd name="connsiteX235-471" fmla="*/ 1321 w 10000"/>
                <a:gd name="connsiteY235-472" fmla="*/ 5346 h 10714"/>
                <a:gd name="connsiteX236-473" fmla="*/ 1033 w 10000"/>
                <a:gd name="connsiteY236-474" fmla="*/ 5298 h 10714"/>
                <a:gd name="connsiteX237-475" fmla="*/ 758 w 10000"/>
                <a:gd name="connsiteY237-476" fmla="*/ 5250 h 10714"/>
                <a:gd name="connsiteX238-477" fmla="*/ 500 w 10000"/>
                <a:gd name="connsiteY238-478" fmla="*/ 5197 h 10714"/>
                <a:gd name="connsiteX239-479" fmla="*/ 517 w 10000"/>
                <a:gd name="connsiteY239-480" fmla="*/ 5137 h 10714"/>
                <a:gd name="connsiteX240-481" fmla="*/ 871 w 10000"/>
                <a:gd name="connsiteY240-482" fmla="*/ 5173 h 10714"/>
                <a:gd name="connsiteX241-483" fmla="*/ 1221 w 10000"/>
                <a:gd name="connsiteY241-484" fmla="*/ 5197 h 10714"/>
                <a:gd name="connsiteX242-485" fmla="*/ 1563 w 10000"/>
                <a:gd name="connsiteY242-486" fmla="*/ 5206 h 10714"/>
                <a:gd name="connsiteX243-487" fmla="*/ 1896 w 10000"/>
                <a:gd name="connsiteY243-488" fmla="*/ 5197 h 10714"/>
                <a:gd name="connsiteX244-489" fmla="*/ 2221 w 10000"/>
                <a:gd name="connsiteY244-490" fmla="*/ 5164 h 10714"/>
                <a:gd name="connsiteX245-491" fmla="*/ 2538 w 10000"/>
                <a:gd name="connsiteY245-492" fmla="*/ 5113 h 10714"/>
                <a:gd name="connsiteX246-493" fmla="*/ 2842 w 10000"/>
                <a:gd name="connsiteY246-494" fmla="*/ 5045 h 10714"/>
                <a:gd name="connsiteX247-495" fmla="*/ 3129 w 10000"/>
                <a:gd name="connsiteY247-496" fmla="*/ 4946 h 10714"/>
                <a:gd name="connsiteX248-497" fmla="*/ 3500 w 10000"/>
                <a:gd name="connsiteY248-498" fmla="*/ 4815 h 10714"/>
                <a:gd name="connsiteX249-499" fmla="*/ 2821 w 10000"/>
                <a:gd name="connsiteY249-500" fmla="*/ 4389 h 10714"/>
                <a:gd name="connsiteX250-501" fmla="*/ 2213 w 10000"/>
                <a:gd name="connsiteY250-502" fmla="*/ 3912 h 10714"/>
                <a:gd name="connsiteX251-503" fmla="*/ 1879 w 10000"/>
                <a:gd name="connsiteY251-504" fmla="*/ 3939 h 10714"/>
                <a:gd name="connsiteX252-505" fmla="*/ 1554 w 10000"/>
                <a:gd name="connsiteY252-506" fmla="*/ 3939 h 10714"/>
                <a:gd name="connsiteX253-507" fmla="*/ 1258 w 10000"/>
                <a:gd name="connsiteY253-508" fmla="*/ 3912 h 10714"/>
                <a:gd name="connsiteX254-509" fmla="*/ 979 w 10000"/>
                <a:gd name="connsiteY254-510" fmla="*/ 3856 h 10714"/>
                <a:gd name="connsiteX255-511" fmla="*/ 721 w 10000"/>
                <a:gd name="connsiteY255-512" fmla="*/ 3775 h 10714"/>
                <a:gd name="connsiteX256-513" fmla="*/ 496 w 10000"/>
                <a:gd name="connsiteY256-514" fmla="*/ 3674 h 10714"/>
                <a:gd name="connsiteX257-515" fmla="*/ 296 w 10000"/>
                <a:gd name="connsiteY257-516" fmla="*/ 3549 h 10714"/>
                <a:gd name="connsiteX258-517" fmla="*/ 129 w 10000"/>
                <a:gd name="connsiteY258-518" fmla="*/ 3403 h 10714"/>
                <a:gd name="connsiteX259-519" fmla="*/ 0 w 10000"/>
                <a:gd name="connsiteY259-520" fmla="*/ 3245 h 10714"/>
                <a:gd name="connsiteX260-521" fmla="*/ 17 w 10000"/>
                <a:gd name="connsiteY260-522" fmla="*/ 3218 h 10714"/>
                <a:gd name="connsiteX261-523" fmla="*/ 71 w 10000"/>
                <a:gd name="connsiteY261-524" fmla="*/ 3245 h 10714"/>
                <a:gd name="connsiteX262-525" fmla="*/ 138 w 10000"/>
                <a:gd name="connsiteY262-526" fmla="*/ 3349 h 10714"/>
                <a:gd name="connsiteX263-527" fmla="*/ 246 w 10000"/>
                <a:gd name="connsiteY263-528" fmla="*/ 3439 h 10714"/>
                <a:gd name="connsiteX264-529" fmla="*/ 379 w 10000"/>
                <a:gd name="connsiteY264-530" fmla="*/ 3528 h 10714"/>
                <a:gd name="connsiteX265-531" fmla="*/ 538 w 10000"/>
                <a:gd name="connsiteY265-532" fmla="*/ 3597 h 10714"/>
                <a:gd name="connsiteX266-533" fmla="*/ 721 w 10000"/>
                <a:gd name="connsiteY266-534" fmla="*/ 3656 h 10714"/>
                <a:gd name="connsiteX267-535" fmla="*/ 913 w 10000"/>
                <a:gd name="connsiteY267-536" fmla="*/ 3701 h 10714"/>
                <a:gd name="connsiteX268-537" fmla="*/ 1117 w 10000"/>
                <a:gd name="connsiteY268-538" fmla="*/ 3728 h 10714"/>
                <a:gd name="connsiteX269-539" fmla="*/ 1329 w 10000"/>
                <a:gd name="connsiteY269-540" fmla="*/ 3737 h 10714"/>
                <a:gd name="connsiteX270-541" fmla="*/ 1533 w 10000"/>
                <a:gd name="connsiteY270-542" fmla="*/ 3734 h 10714"/>
                <a:gd name="connsiteX271-543" fmla="*/ 1646 w 10000"/>
                <a:gd name="connsiteY271-544" fmla="*/ 3722 h 10714"/>
                <a:gd name="connsiteX272-545" fmla="*/ 1746 w 10000"/>
                <a:gd name="connsiteY272-546" fmla="*/ 3722 h 10714"/>
                <a:gd name="connsiteX273-547" fmla="*/ 1833 w 10000"/>
                <a:gd name="connsiteY273-548" fmla="*/ 3710 h 10714"/>
                <a:gd name="connsiteX274-549" fmla="*/ 1917 w 10000"/>
                <a:gd name="connsiteY274-550" fmla="*/ 3695 h 10714"/>
                <a:gd name="connsiteX275-551" fmla="*/ 1988 w 10000"/>
                <a:gd name="connsiteY275-552" fmla="*/ 3662 h 10714"/>
                <a:gd name="connsiteX276-553" fmla="*/ 1788 w 10000"/>
                <a:gd name="connsiteY276-554" fmla="*/ 3391 h 10714"/>
                <a:gd name="connsiteX277-555" fmla="*/ 1617 w 10000"/>
                <a:gd name="connsiteY277-556" fmla="*/ 3126 h 10714"/>
                <a:gd name="connsiteX278-557" fmla="*/ 1454 w 10000"/>
                <a:gd name="connsiteY278-558" fmla="*/ 2849 h 10714"/>
                <a:gd name="connsiteX279-559" fmla="*/ 1313 w 10000"/>
                <a:gd name="connsiteY279-560" fmla="*/ 2563 h 10714"/>
                <a:gd name="connsiteX280-561" fmla="*/ 1175 w 10000"/>
                <a:gd name="connsiteY280-562" fmla="*/ 2253 h 10714"/>
                <a:gd name="connsiteX281-563" fmla="*/ 1046 w 10000"/>
                <a:gd name="connsiteY281-564" fmla="*/ 1919 h 10714"/>
                <a:gd name="connsiteX282-565" fmla="*/ 1033 w 10000"/>
                <a:gd name="connsiteY282-566" fmla="*/ 1859 h 10714"/>
                <a:gd name="connsiteX283-567" fmla="*/ 1000 w 10000"/>
                <a:gd name="connsiteY283-568" fmla="*/ 1776 h 10714"/>
                <a:gd name="connsiteX284-569" fmla="*/ 979 w 10000"/>
                <a:gd name="connsiteY284-570" fmla="*/ 1684 h 10714"/>
                <a:gd name="connsiteX285-571" fmla="*/ 950 w 10000"/>
                <a:gd name="connsiteY285-572" fmla="*/ 1591 h 10714"/>
                <a:gd name="connsiteX286-573" fmla="*/ 925 w 10000"/>
                <a:gd name="connsiteY286-574" fmla="*/ 1490 h 10714"/>
                <a:gd name="connsiteX287-575" fmla="*/ 917 w 10000"/>
                <a:gd name="connsiteY287-576" fmla="*/ 1397 h 10714"/>
                <a:gd name="connsiteX288-577" fmla="*/ 917 w 10000"/>
                <a:gd name="connsiteY288-578" fmla="*/ 1311 h 10714"/>
                <a:gd name="connsiteX289-579" fmla="*/ 933 w 10000"/>
                <a:gd name="connsiteY289-580" fmla="*/ 1234 h 10714"/>
                <a:gd name="connsiteX290-581" fmla="*/ 963 w 10000"/>
                <a:gd name="connsiteY290-582" fmla="*/ 1180 h 10714"/>
                <a:gd name="connsiteX291-583" fmla="*/ 1000 w 10000"/>
                <a:gd name="connsiteY291-584" fmla="*/ 1192 h 10714"/>
                <a:gd name="connsiteX292-585" fmla="*/ 1033 w 10000"/>
                <a:gd name="connsiteY292-586" fmla="*/ 1496 h 10714"/>
                <a:gd name="connsiteX293-587" fmla="*/ 1108 w 10000"/>
                <a:gd name="connsiteY293-588" fmla="*/ 1800 h 10714"/>
                <a:gd name="connsiteX294-589" fmla="*/ 1221 w 10000"/>
                <a:gd name="connsiteY294-590" fmla="*/ 2098 h 10714"/>
                <a:gd name="connsiteX295-591" fmla="*/ 1358 w 10000"/>
                <a:gd name="connsiteY295-592" fmla="*/ 2372 h 10714"/>
                <a:gd name="connsiteX296-593" fmla="*/ 1508 w 10000"/>
                <a:gd name="connsiteY296-594" fmla="*/ 2628 h 10714"/>
                <a:gd name="connsiteX297-595" fmla="*/ 1646 w 10000"/>
                <a:gd name="connsiteY297-596" fmla="*/ 2795 h 10714"/>
                <a:gd name="connsiteX298-597" fmla="*/ 1629 w 10000"/>
                <a:gd name="connsiteY298-598" fmla="*/ 2801 h 10714"/>
                <a:gd name="connsiteX299-599" fmla="*/ 1629 w 10000"/>
                <a:gd name="connsiteY299-600" fmla="*/ 2807 h 10714"/>
                <a:gd name="connsiteX300-601" fmla="*/ 1638 w 10000"/>
                <a:gd name="connsiteY300-602" fmla="*/ 2813 h 10714"/>
                <a:gd name="connsiteX301-603" fmla="*/ 1646 w 10000"/>
                <a:gd name="connsiteY301-604" fmla="*/ 2816 h 10714"/>
                <a:gd name="connsiteX302-605" fmla="*/ 1663 w 10000"/>
                <a:gd name="connsiteY302-606" fmla="*/ 2822 h 10714"/>
                <a:gd name="connsiteX303-607" fmla="*/ 1667 w 10000"/>
                <a:gd name="connsiteY303-608" fmla="*/ 2834 h 10714"/>
                <a:gd name="connsiteX304-609" fmla="*/ 1675 w 10000"/>
                <a:gd name="connsiteY304-610" fmla="*/ 2840 h 10714"/>
                <a:gd name="connsiteX305-611" fmla="*/ 1683 w 10000"/>
                <a:gd name="connsiteY305-612" fmla="*/ 2849 h 10714"/>
                <a:gd name="connsiteX306-613" fmla="*/ 1683 w 10000"/>
                <a:gd name="connsiteY306-614" fmla="*/ 2843 h 10714"/>
                <a:gd name="connsiteX307-615" fmla="*/ 1675 w 10000"/>
                <a:gd name="connsiteY307-616" fmla="*/ 2840 h 10714"/>
                <a:gd name="connsiteX308-617" fmla="*/ 1675 w 10000"/>
                <a:gd name="connsiteY308-618" fmla="*/ 2840 h 10714"/>
                <a:gd name="connsiteX309-619" fmla="*/ 1646 w 10000"/>
                <a:gd name="connsiteY309-620" fmla="*/ 2795 h 10714"/>
                <a:gd name="connsiteX310-621" fmla="*/ 1746 w 10000"/>
                <a:gd name="connsiteY310-622" fmla="*/ 2741 h 10714"/>
                <a:gd name="connsiteX311-623" fmla="*/ 1842 w 10000"/>
                <a:gd name="connsiteY311-624" fmla="*/ 2649 h 10714"/>
                <a:gd name="connsiteX312-625" fmla="*/ 1933 w 10000"/>
                <a:gd name="connsiteY312-626" fmla="*/ 2542 h 10714"/>
                <a:gd name="connsiteX313-627" fmla="*/ 2017 w 10000"/>
                <a:gd name="connsiteY313-628" fmla="*/ 2411 h 10714"/>
                <a:gd name="connsiteX314-629" fmla="*/ 2092 w 10000"/>
                <a:gd name="connsiteY314-630" fmla="*/ 2265 h 10714"/>
                <a:gd name="connsiteX315-631" fmla="*/ 2163 w 10000"/>
                <a:gd name="connsiteY315-632" fmla="*/ 2113 h 10714"/>
                <a:gd name="connsiteX316-633" fmla="*/ 2221 w 10000"/>
                <a:gd name="connsiteY316-634" fmla="*/ 1955 h 10714"/>
                <a:gd name="connsiteX317-635" fmla="*/ 2275 w 10000"/>
                <a:gd name="connsiteY317-636" fmla="*/ 1803 h 10714"/>
                <a:gd name="connsiteX318-637" fmla="*/ 2321 w 10000"/>
                <a:gd name="connsiteY318-638" fmla="*/ 1657 h 10714"/>
                <a:gd name="connsiteX319-639" fmla="*/ 2329 w 10000"/>
                <a:gd name="connsiteY319-640" fmla="*/ 1853 h 10714"/>
                <a:gd name="connsiteX320-641" fmla="*/ 2321 w 10000"/>
                <a:gd name="connsiteY320-642" fmla="*/ 2032 h 10714"/>
                <a:gd name="connsiteX321-643" fmla="*/ 2283 w 10000"/>
                <a:gd name="connsiteY321-644" fmla="*/ 2199 h 10714"/>
                <a:gd name="connsiteX322-645" fmla="*/ 2229 w 10000"/>
                <a:gd name="connsiteY322-646" fmla="*/ 2366 h 10714"/>
                <a:gd name="connsiteX323-647" fmla="*/ 2154 w 10000"/>
                <a:gd name="connsiteY323-648" fmla="*/ 2524 h 10714"/>
                <a:gd name="connsiteX324-649" fmla="*/ 2046 w 10000"/>
                <a:gd name="connsiteY324-650" fmla="*/ 2682 h 10714"/>
                <a:gd name="connsiteX325-651" fmla="*/ 1796 w 10000"/>
                <a:gd name="connsiteY325-652" fmla="*/ 3027 h 10714"/>
                <a:gd name="connsiteX326-653" fmla="*/ 2054 w 10000"/>
                <a:gd name="connsiteY326-654" fmla="*/ 3305 h 10714"/>
                <a:gd name="connsiteX327-655" fmla="*/ 2333 w 10000"/>
                <a:gd name="connsiteY327-656" fmla="*/ 3564 h 10714"/>
                <a:gd name="connsiteX328-657" fmla="*/ 2638 w 10000"/>
                <a:gd name="connsiteY328-658" fmla="*/ 3808 h 10714"/>
                <a:gd name="connsiteX329-659" fmla="*/ 2963 w 10000"/>
                <a:gd name="connsiteY329-660" fmla="*/ 4032 h 10714"/>
                <a:gd name="connsiteX330-661" fmla="*/ 4129 w 10000"/>
                <a:gd name="connsiteY330-662" fmla="*/ 4610 h 10714"/>
                <a:gd name="connsiteX331-663" fmla="*/ 4167 w 10000"/>
                <a:gd name="connsiteY331-664" fmla="*/ 4589 h 10714"/>
                <a:gd name="connsiteX332-665" fmla="*/ 4071 w 10000"/>
                <a:gd name="connsiteY332-666" fmla="*/ 4333 h 10714"/>
                <a:gd name="connsiteX333-667" fmla="*/ 3996 w 10000"/>
                <a:gd name="connsiteY333-668" fmla="*/ 4058 h 10714"/>
                <a:gd name="connsiteX334-669" fmla="*/ 3933 w 10000"/>
                <a:gd name="connsiteY334-670" fmla="*/ 3760 h 10714"/>
                <a:gd name="connsiteX335-671" fmla="*/ 3904 w 10000"/>
                <a:gd name="connsiteY335-672" fmla="*/ 3456 h 10714"/>
                <a:gd name="connsiteX336-673" fmla="*/ 3879 w 10000"/>
                <a:gd name="connsiteY336-674" fmla="*/ 3138 h 10714"/>
                <a:gd name="connsiteX337-675" fmla="*/ 3879 w 10000"/>
                <a:gd name="connsiteY337-676" fmla="*/ 2813 h 10714"/>
                <a:gd name="connsiteX338-677" fmla="*/ 3896 w 10000"/>
                <a:gd name="connsiteY338-678" fmla="*/ 2485 h 10714"/>
                <a:gd name="connsiteX339-679" fmla="*/ 3933 w 10000"/>
                <a:gd name="connsiteY339-680" fmla="*/ 2160 h 10714"/>
                <a:gd name="connsiteX340-681" fmla="*/ 3988 w 10000"/>
                <a:gd name="connsiteY340-682" fmla="*/ 1836 h 10714"/>
                <a:gd name="connsiteX341-683" fmla="*/ 4046 w 10000"/>
                <a:gd name="connsiteY341-684" fmla="*/ 1523 h 10714"/>
                <a:gd name="connsiteX342-685" fmla="*/ 4129 w 10000"/>
                <a:gd name="connsiteY342-686" fmla="*/ 1219 h 10714"/>
                <a:gd name="connsiteX343-687" fmla="*/ 4229 w 10000"/>
                <a:gd name="connsiteY343-688" fmla="*/ 933 h 10714"/>
                <a:gd name="connsiteX344-689" fmla="*/ 4333 w 10000"/>
                <a:gd name="connsiteY344-690" fmla="*/ 662 h 10714"/>
                <a:gd name="connsiteX345-691" fmla="*/ 4454 w 10000"/>
                <a:gd name="connsiteY345-692" fmla="*/ 417 h 10714"/>
                <a:gd name="connsiteX346-693" fmla="*/ 4583 w 10000"/>
                <a:gd name="connsiteY346-694" fmla="*/ 194 h 10714"/>
                <a:gd name="connsiteX347-695" fmla="*/ 4738 w 10000"/>
                <a:gd name="connsiteY347-696" fmla="*/ 0 h 10714"/>
                <a:gd name="connsiteX0-697" fmla="*/ 4738 w 10000"/>
                <a:gd name="connsiteY0-698" fmla="*/ 0 h 10768"/>
                <a:gd name="connsiteX1-699" fmla="*/ 4721 w 10000"/>
                <a:gd name="connsiteY1-700" fmla="*/ 48 h 10768"/>
                <a:gd name="connsiteX2-701" fmla="*/ 4713 w 10000"/>
                <a:gd name="connsiteY2-702" fmla="*/ 80 h 10768"/>
                <a:gd name="connsiteX3-703" fmla="*/ 4704 w 10000"/>
                <a:gd name="connsiteY3-704" fmla="*/ 101 h 10768"/>
                <a:gd name="connsiteX4-705" fmla="*/ 4704 w 10000"/>
                <a:gd name="connsiteY4-706" fmla="*/ 113 h 10768"/>
                <a:gd name="connsiteX5-707" fmla="*/ 4713 w 10000"/>
                <a:gd name="connsiteY5-708" fmla="*/ 119 h 10768"/>
                <a:gd name="connsiteX6-709" fmla="*/ 4713 w 10000"/>
                <a:gd name="connsiteY6-710" fmla="*/ 125 h 10768"/>
                <a:gd name="connsiteX7-711" fmla="*/ 4721 w 10000"/>
                <a:gd name="connsiteY7-712" fmla="*/ 125 h 10768"/>
                <a:gd name="connsiteX8-713" fmla="*/ 4721 w 10000"/>
                <a:gd name="connsiteY8-714" fmla="*/ 125 h 10768"/>
                <a:gd name="connsiteX9-715" fmla="*/ 4721 w 10000"/>
                <a:gd name="connsiteY9-716" fmla="*/ 134 h 10768"/>
                <a:gd name="connsiteX10-717" fmla="*/ 4713 w 10000"/>
                <a:gd name="connsiteY10-718" fmla="*/ 152 h 10768"/>
                <a:gd name="connsiteX11-719" fmla="*/ 4704 w 10000"/>
                <a:gd name="connsiteY11-720" fmla="*/ 179 h 10768"/>
                <a:gd name="connsiteX12-721" fmla="*/ 4692 w 10000"/>
                <a:gd name="connsiteY12-722" fmla="*/ 221 h 10768"/>
                <a:gd name="connsiteX13-723" fmla="*/ 4667 w 10000"/>
                <a:gd name="connsiteY13-724" fmla="*/ 280 h 10768"/>
                <a:gd name="connsiteX14-725" fmla="*/ 4629 w 10000"/>
                <a:gd name="connsiteY14-726" fmla="*/ 364 h 10768"/>
                <a:gd name="connsiteX15-727" fmla="*/ 4592 w 10000"/>
                <a:gd name="connsiteY15-728" fmla="*/ 465 h 10768"/>
                <a:gd name="connsiteX16-729" fmla="*/ 4533 w 10000"/>
                <a:gd name="connsiteY16-730" fmla="*/ 596 h 10768"/>
                <a:gd name="connsiteX17-731" fmla="*/ 4463 w 10000"/>
                <a:gd name="connsiteY17-732" fmla="*/ 754 h 10768"/>
                <a:gd name="connsiteX18-733" fmla="*/ 4379 w 10000"/>
                <a:gd name="connsiteY18-734" fmla="*/ 1001 h 10768"/>
                <a:gd name="connsiteX19-735" fmla="*/ 4321 w 10000"/>
                <a:gd name="connsiteY19-736" fmla="*/ 1266 h 10768"/>
                <a:gd name="connsiteX20-737" fmla="*/ 4275 w 10000"/>
                <a:gd name="connsiteY20-738" fmla="*/ 1538 h 10768"/>
                <a:gd name="connsiteX21-739" fmla="*/ 4213 w 10000"/>
                <a:gd name="connsiteY21-740" fmla="*/ 1827 h 10768"/>
                <a:gd name="connsiteX22-741" fmla="*/ 4204 w 10000"/>
                <a:gd name="connsiteY22-742" fmla="*/ 1889 h 10768"/>
                <a:gd name="connsiteX23-743" fmla="*/ 4192 w 10000"/>
                <a:gd name="connsiteY23-744" fmla="*/ 1982 h 10768"/>
                <a:gd name="connsiteX24-745" fmla="*/ 4183 w 10000"/>
                <a:gd name="connsiteY24-746" fmla="*/ 2080 h 10768"/>
                <a:gd name="connsiteX25-747" fmla="*/ 4175 w 10000"/>
                <a:gd name="connsiteY25-748" fmla="*/ 2187 h 10768"/>
                <a:gd name="connsiteX26-749" fmla="*/ 4175 w 10000"/>
                <a:gd name="connsiteY26-750" fmla="*/ 2297 h 10768"/>
                <a:gd name="connsiteX27-751" fmla="*/ 4192 w 10000"/>
                <a:gd name="connsiteY27-752" fmla="*/ 2396 h 10768"/>
                <a:gd name="connsiteX28-753" fmla="*/ 4213 w 10000"/>
                <a:gd name="connsiteY28-754" fmla="*/ 2482 h 10768"/>
                <a:gd name="connsiteX29-755" fmla="*/ 4250 w 10000"/>
                <a:gd name="connsiteY29-756" fmla="*/ 2542 h 10768"/>
                <a:gd name="connsiteX30-757" fmla="*/ 4450 w 10000"/>
                <a:gd name="connsiteY30-758" fmla="*/ 2530 h 10768"/>
                <a:gd name="connsiteX31-759" fmla="*/ 4646 w 10000"/>
                <a:gd name="connsiteY31-760" fmla="*/ 2482 h 10768"/>
                <a:gd name="connsiteX32-761" fmla="*/ 4833 w 10000"/>
                <a:gd name="connsiteY32-762" fmla="*/ 2405 h 10768"/>
                <a:gd name="connsiteX33-763" fmla="*/ 5025 w 10000"/>
                <a:gd name="connsiteY33-764" fmla="*/ 2297 h 10768"/>
                <a:gd name="connsiteX34-765" fmla="*/ 5200 w 10000"/>
                <a:gd name="connsiteY34-766" fmla="*/ 2172 h 10768"/>
                <a:gd name="connsiteX35-767" fmla="*/ 5371 w 10000"/>
                <a:gd name="connsiteY35-768" fmla="*/ 2020 h 10768"/>
                <a:gd name="connsiteX36-769" fmla="*/ 5533 w 10000"/>
                <a:gd name="connsiteY36-770" fmla="*/ 1859 h 10768"/>
                <a:gd name="connsiteX37-771" fmla="*/ 5683 w 10000"/>
                <a:gd name="connsiteY37-772" fmla="*/ 1690 h 10768"/>
                <a:gd name="connsiteX38-773" fmla="*/ 5829 w 10000"/>
                <a:gd name="connsiteY38-774" fmla="*/ 1511 h 10768"/>
                <a:gd name="connsiteX39-775" fmla="*/ 5954 w 10000"/>
                <a:gd name="connsiteY39-776" fmla="*/ 1326 h 10768"/>
                <a:gd name="connsiteX40-777" fmla="*/ 6071 w 10000"/>
                <a:gd name="connsiteY40-778" fmla="*/ 1147 h 10768"/>
                <a:gd name="connsiteX41-779" fmla="*/ 6167 w 10000"/>
                <a:gd name="connsiteY41-780" fmla="*/ 974 h 10768"/>
                <a:gd name="connsiteX42-781" fmla="*/ 6213 w 10000"/>
                <a:gd name="connsiteY42-782" fmla="*/ 974 h 10768"/>
                <a:gd name="connsiteX43-783" fmla="*/ 6213 w 10000"/>
                <a:gd name="connsiteY43-784" fmla="*/ 992 h 10768"/>
                <a:gd name="connsiteX44-785" fmla="*/ 6138 w 10000"/>
                <a:gd name="connsiteY44-786" fmla="*/ 1165 h 10768"/>
                <a:gd name="connsiteX45-787" fmla="*/ 6054 w 10000"/>
                <a:gd name="connsiteY45-788" fmla="*/ 1344 h 10768"/>
                <a:gd name="connsiteX46-789" fmla="*/ 5963 w 10000"/>
                <a:gd name="connsiteY46-790" fmla="*/ 1517 h 10768"/>
                <a:gd name="connsiteX47-791" fmla="*/ 5871 w 10000"/>
                <a:gd name="connsiteY47-792" fmla="*/ 1684 h 10768"/>
                <a:gd name="connsiteX48-793" fmla="*/ 5775 w 10000"/>
                <a:gd name="connsiteY48-794" fmla="*/ 1847 h 10768"/>
                <a:gd name="connsiteX49-795" fmla="*/ 5667 w 10000"/>
                <a:gd name="connsiteY49-796" fmla="*/ 1999 h 10768"/>
                <a:gd name="connsiteX50-797" fmla="*/ 5554 w 10000"/>
                <a:gd name="connsiteY50-798" fmla="*/ 2145 h 10768"/>
                <a:gd name="connsiteX51-799" fmla="*/ 5417 w 10000"/>
                <a:gd name="connsiteY51-800" fmla="*/ 2279 h 10768"/>
                <a:gd name="connsiteX52-801" fmla="*/ 5275 w 10000"/>
                <a:gd name="connsiteY52-802" fmla="*/ 2411 h 10768"/>
                <a:gd name="connsiteX53-803" fmla="*/ 5108 w 10000"/>
                <a:gd name="connsiteY53-804" fmla="*/ 2518 h 10768"/>
                <a:gd name="connsiteX54-805" fmla="*/ 4917 w 10000"/>
                <a:gd name="connsiteY54-806" fmla="*/ 2616 h 10768"/>
                <a:gd name="connsiteX55-807" fmla="*/ 4704 w 10000"/>
                <a:gd name="connsiteY55-808" fmla="*/ 2703 h 10768"/>
                <a:gd name="connsiteX56-809" fmla="*/ 4479 w 10000"/>
                <a:gd name="connsiteY56-810" fmla="*/ 2768 h 10768"/>
                <a:gd name="connsiteX57-811" fmla="*/ 4213 w 10000"/>
                <a:gd name="connsiteY57-812" fmla="*/ 2813 h 10768"/>
                <a:gd name="connsiteX58-813" fmla="*/ 4221 w 10000"/>
                <a:gd name="connsiteY58-814" fmla="*/ 3126 h 10768"/>
                <a:gd name="connsiteX59-815" fmla="*/ 4258 w 10000"/>
                <a:gd name="connsiteY59-816" fmla="*/ 3424 h 10768"/>
                <a:gd name="connsiteX60-817" fmla="*/ 4321 w 10000"/>
                <a:gd name="connsiteY60-818" fmla="*/ 3707 h 10768"/>
                <a:gd name="connsiteX61-819" fmla="*/ 4404 w 10000"/>
                <a:gd name="connsiteY61-820" fmla="*/ 3975 h 10768"/>
                <a:gd name="connsiteX62-821" fmla="*/ 4508 w 10000"/>
                <a:gd name="connsiteY62-822" fmla="*/ 4231 h 10768"/>
                <a:gd name="connsiteX63-823" fmla="*/ 4621 w 10000"/>
                <a:gd name="connsiteY63-824" fmla="*/ 4476 h 10768"/>
                <a:gd name="connsiteX64-825" fmla="*/ 4750 w 10000"/>
                <a:gd name="connsiteY64-826" fmla="*/ 4708 h 10768"/>
                <a:gd name="connsiteX65-827" fmla="*/ 4879 w 10000"/>
                <a:gd name="connsiteY65-828" fmla="*/ 4934 h 10768"/>
                <a:gd name="connsiteX66-829" fmla="*/ 4917 w 10000"/>
                <a:gd name="connsiteY66-830" fmla="*/ 4988 h 10768"/>
                <a:gd name="connsiteX67-831" fmla="*/ 4950 w 10000"/>
                <a:gd name="connsiteY67-832" fmla="*/ 5054 h 10768"/>
                <a:gd name="connsiteX68-833" fmla="*/ 4996 w 10000"/>
                <a:gd name="connsiteY68-834" fmla="*/ 5125 h 10768"/>
                <a:gd name="connsiteX69-835" fmla="*/ 5038 w 10000"/>
                <a:gd name="connsiteY69-836" fmla="*/ 5200 h 10768"/>
                <a:gd name="connsiteX70-837" fmla="*/ 5092 w 10000"/>
                <a:gd name="connsiteY70-838" fmla="*/ 5271 h 10768"/>
                <a:gd name="connsiteX71-839" fmla="*/ 5154 w 10000"/>
                <a:gd name="connsiteY71-840" fmla="*/ 5331 h 10768"/>
                <a:gd name="connsiteX72-841" fmla="*/ 5229 w 10000"/>
                <a:gd name="connsiteY72-842" fmla="*/ 5384 h 10768"/>
                <a:gd name="connsiteX73-843" fmla="*/ 5313 w 10000"/>
                <a:gd name="connsiteY73-844" fmla="*/ 5423 h 10768"/>
                <a:gd name="connsiteX74-845" fmla="*/ 5413 w 10000"/>
                <a:gd name="connsiteY74-846" fmla="*/ 5438 h 10768"/>
                <a:gd name="connsiteX75-847" fmla="*/ 5517 w 10000"/>
                <a:gd name="connsiteY75-848" fmla="*/ 5435 h 10768"/>
                <a:gd name="connsiteX76-849" fmla="*/ 5704 w 10000"/>
                <a:gd name="connsiteY76-850" fmla="*/ 5390 h 10768"/>
                <a:gd name="connsiteX77-851" fmla="*/ 5871 w 10000"/>
                <a:gd name="connsiteY77-852" fmla="*/ 5316 h 10768"/>
                <a:gd name="connsiteX78-853" fmla="*/ 6033 w 10000"/>
                <a:gd name="connsiteY78-854" fmla="*/ 5223 h 10768"/>
                <a:gd name="connsiteX79-855" fmla="*/ 6167 w 10000"/>
                <a:gd name="connsiteY79-856" fmla="*/ 5113 h 10768"/>
                <a:gd name="connsiteX80-857" fmla="*/ 6296 w 10000"/>
                <a:gd name="connsiteY80-858" fmla="*/ 4994 h 10768"/>
                <a:gd name="connsiteX81-859" fmla="*/ 6417 w 10000"/>
                <a:gd name="connsiteY81-860" fmla="*/ 4869 h 10768"/>
                <a:gd name="connsiteX82-861" fmla="*/ 6525 w 10000"/>
                <a:gd name="connsiteY82-862" fmla="*/ 4750 h 10768"/>
                <a:gd name="connsiteX83-863" fmla="*/ 6617 w 10000"/>
                <a:gd name="connsiteY83-864" fmla="*/ 4636 h 10768"/>
                <a:gd name="connsiteX84-865" fmla="*/ 6821 w 10000"/>
                <a:gd name="connsiteY84-866" fmla="*/ 4377 h 10768"/>
                <a:gd name="connsiteX85-867" fmla="*/ 7017 w 10000"/>
                <a:gd name="connsiteY85-868" fmla="*/ 4085 h 10768"/>
                <a:gd name="connsiteX86-869" fmla="*/ 7213 w 10000"/>
                <a:gd name="connsiteY86-870" fmla="*/ 3766 h 10768"/>
                <a:gd name="connsiteX87-871" fmla="*/ 7396 w 10000"/>
                <a:gd name="connsiteY87-872" fmla="*/ 3418 h 10768"/>
                <a:gd name="connsiteX88-873" fmla="*/ 7563 w 10000"/>
                <a:gd name="connsiteY88-874" fmla="*/ 3051 h 10768"/>
                <a:gd name="connsiteX89-875" fmla="*/ 7713 w 10000"/>
                <a:gd name="connsiteY89-876" fmla="*/ 2661 h 10768"/>
                <a:gd name="connsiteX90-877" fmla="*/ 7850 w 10000"/>
                <a:gd name="connsiteY90-878" fmla="*/ 2253 h 10768"/>
                <a:gd name="connsiteX91-879" fmla="*/ 7950 w 10000"/>
                <a:gd name="connsiteY91-880" fmla="*/ 1830 h 10768"/>
                <a:gd name="connsiteX92-881" fmla="*/ 8025 w 10000"/>
                <a:gd name="connsiteY92-882" fmla="*/ 1397 h 10768"/>
                <a:gd name="connsiteX93-883" fmla="*/ 8071 w 10000"/>
                <a:gd name="connsiteY93-884" fmla="*/ 954 h 10768"/>
                <a:gd name="connsiteX94-885" fmla="*/ 8108 w 10000"/>
                <a:gd name="connsiteY94-886" fmla="*/ 974 h 10768"/>
                <a:gd name="connsiteX95-887" fmla="*/ 8138 w 10000"/>
                <a:gd name="connsiteY95-888" fmla="*/ 1025 h 10768"/>
                <a:gd name="connsiteX96-889" fmla="*/ 8163 w 10000"/>
                <a:gd name="connsiteY96-890" fmla="*/ 1100 h 10768"/>
                <a:gd name="connsiteX97-891" fmla="*/ 8175 w 10000"/>
                <a:gd name="connsiteY97-892" fmla="*/ 1198 h 10768"/>
                <a:gd name="connsiteX98-893" fmla="*/ 8183 w 10000"/>
                <a:gd name="connsiteY98-894" fmla="*/ 1311 h 10768"/>
                <a:gd name="connsiteX99-895" fmla="*/ 8183 w 10000"/>
                <a:gd name="connsiteY99-896" fmla="*/ 1442 h 10768"/>
                <a:gd name="connsiteX100-897" fmla="*/ 8183 w 10000"/>
                <a:gd name="connsiteY100-898" fmla="*/ 1582 h 10768"/>
                <a:gd name="connsiteX101-899" fmla="*/ 8175 w 10000"/>
                <a:gd name="connsiteY101-900" fmla="*/ 1734 h 10768"/>
                <a:gd name="connsiteX102-901" fmla="*/ 8163 w 10000"/>
                <a:gd name="connsiteY102-902" fmla="*/ 1889 h 10768"/>
                <a:gd name="connsiteX103-903" fmla="*/ 8146 w 10000"/>
                <a:gd name="connsiteY103-904" fmla="*/ 2047 h 10768"/>
                <a:gd name="connsiteX104-905" fmla="*/ 8121 w 10000"/>
                <a:gd name="connsiteY104-906" fmla="*/ 2205 h 10768"/>
                <a:gd name="connsiteX105-907" fmla="*/ 8108 w 10000"/>
                <a:gd name="connsiteY105-908" fmla="*/ 2357 h 10768"/>
                <a:gd name="connsiteX106-909" fmla="*/ 8083 w 10000"/>
                <a:gd name="connsiteY106-910" fmla="*/ 2497 h 10768"/>
                <a:gd name="connsiteX107-911" fmla="*/ 8063 w 10000"/>
                <a:gd name="connsiteY107-912" fmla="*/ 2628 h 10768"/>
                <a:gd name="connsiteX108-913" fmla="*/ 8038 w 10000"/>
                <a:gd name="connsiteY108-914" fmla="*/ 2741 h 10768"/>
                <a:gd name="connsiteX109-915" fmla="*/ 8017 w 10000"/>
                <a:gd name="connsiteY109-916" fmla="*/ 2834 h 10768"/>
                <a:gd name="connsiteX110-917" fmla="*/ 8000 w 10000"/>
                <a:gd name="connsiteY110-918" fmla="*/ 2908 h 10768"/>
                <a:gd name="connsiteX111-919" fmla="*/ 7700 w 10000"/>
                <a:gd name="connsiteY111-920" fmla="*/ 3754 h 10768"/>
                <a:gd name="connsiteX112-921" fmla="*/ 7942 w 10000"/>
                <a:gd name="connsiteY112-922" fmla="*/ 3737 h 10768"/>
                <a:gd name="connsiteX113-923" fmla="*/ 8167 w 10000"/>
                <a:gd name="connsiteY113-924" fmla="*/ 3695 h 10768"/>
                <a:gd name="connsiteX114-925" fmla="*/ 8379 w 10000"/>
                <a:gd name="connsiteY114-926" fmla="*/ 3635 h 10768"/>
                <a:gd name="connsiteX115-927" fmla="*/ 8583 w 10000"/>
                <a:gd name="connsiteY115-928" fmla="*/ 3558 h 10768"/>
                <a:gd name="connsiteX116-929" fmla="*/ 8767 w 10000"/>
                <a:gd name="connsiteY116-930" fmla="*/ 3471 h 10768"/>
                <a:gd name="connsiteX117-931" fmla="*/ 8933 w 10000"/>
                <a:gd name="connsiteY117-932" fmla="*/ 3376 h 10768"/>
                <a:gd name="connsiteX118-933" fmla="*/ 9092 w 10000"/>
                <a:gd name="connsiteY118-934" fmla="*/ 3278 h 10768"/>
                <a:gd name="connsiteX119-935" fmla="*/ 9238 w 10000"/>
                <a:gd name="connsiteY119-936" fmla="*/ 3185 h 10768"/>
                <a:gd name="connsiteX120-937" fmla="*/ 9250 w 10000"/>
                <a:gd name="connsiteY120-938" fmla="*/ 3230 h 10768"/>
                <a:gd name="connsiteX121-939" fmla="*/ 9117 w 10000"/>
                <a:gd name="connsiteY121-940" fmla="*/ 3376 h 10768"/>
                <a:gd name="connsiteX122-941" fmla="*/ 8954 w 10000"/>
                <a:gd name="connsiteY122-942" fmla="*/ 3516 h 10768"/>
                <a:gd name="connsiteX123-943" fmla="*/ 8758 w 10000"/>
                <a:gd name="connsiteY123-944" fmla="*/ 3641 h 10768"/>
                <a:gd name="connsiteX124-945" fmla="*/ 8538 w 10000"/>
                <a:gd name="connsiteY124-946" fmla="*/ 3754 h 10768"/>
                <a:gd name="connsiteX125-947" fmla="*/ 8304 w 10000"/>
                <a:gd name="connsiteY125-948" fmla="*/ 3856 h 10768"/>
                <a:gd name="connsiteX126-949" fmla="*/ 8054 w 10000"/>
                <a:gd name="connsiteY126-950" fmla="*/ 3945 h 10768"/>
                <a:gd name="connsiteX127-951" fmla="*/ 7796 w 10000"/>
                <a:gd name="connsiteY127-952" fmla="*/ 4014 h 10768"/>
                <a:gd name="connsiteX128-953" fmla="*/ 7533 w 10000"/>
                <a:gd name="connsiteY128-954" fmla="*/ 4064 h 10768"/>
                <a:gd name="connsiteX129-955" fmla="*/ 7479 w 10000"/>
                <a:gd name="connsiteY129-956" fmla="*/ 4184 h 10768"/>
                <a:gd name="connsiteX130-957" fmla="*/ 7404 w 10000"/>
                <a:gd name="connsiteY130-958" fmla="*/ 4324 h 10768"/>
                <a:gd name="connsiteX131-959" fmla="*/ 7321 w 10000"/>
                <a:gd name="connsiteY131-960" fmla="*/ 4470 h 10768"/>
                <a:gd name="connsiteX132-961" fmla="*/ 7213 w 10000"/>
                <a:gd name="connsiteY132-962" fmla="*/ 4628 h 10768"/>
                <a:gd name="connsiteX133-963" fmla="*/ 7100 w 10000"/>
                <a:gd name="connsiteY133-964" fmla="*/ 4794 h 10768"/>
                <a:gd name="connsiteX134-965" fmla="*/ 6979 w 10000"/>
                <a:gd name="connsiteY134-966" fmla="*/ 4958 h 10768"/>
                <a:gd name="connsiteX135-967" fmla="*/ 6850 w 10000"/>
                <a:gd name="connsiteY135-968" fmla="*/ 5113 h 10768"/>
                <a:gd name="connsiteX136-969" fmla="*/ 6721 w 10000"/>
                <a:gd name="connsiteY136-970" fmla="*/ 5265 h 10768"/>
                <a:gd name="connsiteX137-971" fmla="*/ 6600 w 10000"/>
                <a:gd name="connsiteY137-972" fmla="*/ 5405 h 10768"/>
                <a:gd name="connsiteX138-973" fmla="*/ 6471 w 10000"/>
                <a:gd name="connsiteY138-974" fmla="*/ 5530 h 10768"/>
                <a:gd name="connsiteX139-975" fmla="*/ 6358 w 10000"/>
                <a:gd name="connsiteY139-976" fmla="*/ 5641 h 10768"/>
                <a:gd name="connsiteX140-977" fmla="*/ 6250 w 10000"/>
                <a:gd name="connsiteY140-978" fmla="*/ 5721 h 10768"/>
                <a:gd name="connsiteX141-979" fmla="*/ 6267 w 10000"/>
                <a:gd name="connsiteY141-980" fmla="*/ 5781 h 10768"/>
                <a:gd name="connsiteX142-981" fmla="*/ 6296 w 10000"/>
                <a:gd name="connsiteY142-982" fmla="*/ 5793 h 10768"/>
                <a:gd name="connsiteX143-983" fmla="*/ 6479 w 10000"/>
                <a:gd name="connsiteY143-984" fmla="*/ 5754 h 10768"/>
                <a:gd name="connsiteX144-985" fmla="*/ 6663 w 10000"/>
                <a:gd name="connsiteY144-986" fmla="*/ 5736 h 10768"/>
                <a:gd name="connsiteX145-987" fmla="*/ 6858 w 10000"/>
                <a:gd name="connsiteY145-988" fmla="*/ 5736 h 10768"/>
                <a:gd name="connsiteX146-989" fmla="*/ 7046 w 10000"/>
                <a:gd name="connsiteY146-990" fmla="*/ 5742 h 10768"/>
                <a:gd name="connsiteX147-991" fmla="*/ 7246 w 10000"/>
                <a:gd name="connsiteY147-992" fmla="*/ 5748 h 10768"/>
                <a:gd name="connsiteX148-993" fmla="*/ 7425 w 10000"/>
                <a:gd name="connsiteY148-994" fmla="*/ 5748 h 10768"/>
                <a:gd name="connsiteX149-995" fmla="*/ 7600 w 10000"/>
                <a:gd name="connsiteY149-996" fmla="*/ 5733 h 10768"/>
                <a:gd name="connsiteX150-997" fmla="*/ 7950 w 10000"/>
                <a:gd name="connsiteY150-998" fmla="*/ 5673 h 10768"/>
                <a:gd name="connsiteX151-999" fmla="*/ 8275 w 10000"/>
                <a:gd name="connsiteY151-1000" fmla="*/ 5596 h 10768"/>
                <a:gd name="connsiteX152-1001" fmla="*/ 8579 w 10000"/>
                <a:gd name="connsiteY152-1002" fmla="*/ 5504 h 10768"/>
                <a:gd name="connsiteX153-1003" fmla="*/ 8858 w 10000"/>
                <a:gd name="connsiteY153-1004" fmla="*/ 5390 h 10768"/>
                <a:gd name="connsiteX154-1005" fmla="*/ 9117 w 10000"/>
                <a:gd name="connsiteY154-1006" fmla="*/ 5265 h 10768"/>
                <a:gd name="connsiteX155-1007" fmla="*/ 9350 w 10000"/>
                <a:gd name="connsiteY155-1008" fmla="*/ 5119 h 10768"/>
                <a:gd name="connsiteX156-1009" fmla="*/ 9563 w 10000"/>
                <a:gd name="connsiteY156-1010" fmla="*/ 4967 h 10768"/>
                <a:gd name="connsiteX157-1011" fmla="*/ 9758 w 10000"/>
                <a:gd name="connsiteY157-1012" fmla="*/ 4794 h 10768"/>
                <a:gd name="connsiteX158-1013" fmla="*/ 9933 w 10000"/>
                <a:gd name="connsiteY158-1014" fmla="*/ 4610 h 10768"/>
                <a:gd name="connsiteX159-1015" fmla="*/ 10000 w 10000"/>
                <a:gd name="connsiteY159-1016" fmla="*/ 4648 h 10768"/>
                <a:gd name="connsiteX160-1017" fmla="*/ 10000 w 10000"/>
                <a:gd name="connsiteY160-1018" fmla="*/ 4660 h 10768"/>
                <a:gd name="connsiteX161-1019" fmla="*/ 9904 w 10000"/>
                <a:gd name="connsiteY161-1020" fmla="*/ 4827 h 10768"/>
                <a:gd name="connsiteX162-1021" fmla="*/ 9767 w 10000"/>
                <a:gd name="connsiteY162-1022" fmla="*/ 5000 h 10768"/>
                <a:gd name="connsiteX163-1023" fmla="*/ 9600 w 10000"/>
                <a:gd name="connsiteY163-1024" fmla="*/ 5173 h 10768"/>
                <a:gd name="connsiteX164-1025" fmla="*/ 9404 w 10000"/>
                <a:gd name="connsiteY164-1026" fmla="*/ 5343 h 10768"/>
                <a:gd name="connsiteX165-1027" fmla="*/ 9183 w 10000"/>
                <a:gd name="connsiteY165-1028" fmla="*/ 5504 h 10768"/>
                <a:gd name="connsiteX166-1029" fmla="*/ 8950 w 10000"/>
                <a:gd name="connsiteY166-1030" fmla="*/ 5662 h 10768"/>
                <a:gd name="connsiteX167-1031" fmla="*/ 8704 w 10000"/>
                <a:gd name="connsiteY167-1032" fmla="*/ 5802 h 10768"/>
                <a:gd name="connsiteX168-1033" fmla="*/ 8463 w 10000"/>
                <a:gd name="connsiteY168-1034" fmla="*/ 5927 h 10768"/>
                <a:gd name="connsiteX169-1035" fmla="*/ 8229 w 10000"/>
                <a:gd name="connsiteY169-1036" fmla="*/ 6025 h 10768"/>
                <a:gd name="connsiteX170-1037" fmla="*/ 8000 w 10000"/>
                <a:gd name="connsiteY170-1038" fmla="*/ 6105 h 10768"/>
                <a:gd name="connsiteX171-1039" fmla="*/ 7879 w 10000"/>
                <a:gd name="connsiteY171-1040" fmla="*/ 6132 h 10768"/>
                <a:gd name="connsiteX172-1041" fmla="*/ 7729 w 10000"/>
                <a:gd name="connsiteY172-1042" fmla="*/ 6153 h 10768"/>
                <a:gd name="connsiteX173-1043" fmla="*/ 7563 w 10000"/>
                <a:gd name="connsiteY173-1044" fmla="*/ 6177 h 10768"/>
                <a:gd name="connsiteX174-1045" fmla="*/ 7388 w 10000"/>
                <a:gd name="connsiteY174-1046" fmla="*/ 6198 h 10768"/>
                <a:gd name="connsiteX175-1047" fmla="*/ 7204 w 10000"/>
                <a:gd name="connsiteY175-1048" fmla="*/ 6219 h 10768"/>
                <a:gd name="connsiteX176-1049" fmla="*/ 7017 w 10000"/>
                <a:gd name="connsiteY176-1050" fmla="*/ 6240 h 10768"/>
                <a:gd name="connsiteX177-1051" fmla="*/ 6842 w 10000"/>
                <a:gd name="connsiteY177-1052" fmla="*/ 6263 h 10768"/>
                <a:gd name="connsiteX178-1053" fmla="*/ 6675 w 10000"/>
                <a:gd name="connsiteY178-1054" fmla="*/ 6290 h 10768"/>
                <a:gd name="connsiteX179-1055" fmla="*/ 6517 w 10000"/>
                <a:gd name="connsiteY179-1056" fmla="*/ 6329 h 10768"/>
                <a:gd name="connsiteX180-1057" fmla="*/ 6388 w 10000"/>
                <a:gd name="connsiteY180-1058" fmla="*/ 6365 h 10768"/>
                <a:gd name="connsiteX181-1059" fmla="*/ 6288 w 10000"/>
                <a:gd name="connsiteY181-1060" fmla="*/ 6415 h 10768"/>
                <a:gd name="connsiteX182-1061" fmla="*/ 6213 w 10000"/>
                <a:gd name="connsiteY182-1062" fmla="*/ 6475 h 10768"/>
                <a:gd name="connsiteX183-1063" fmla="*/ 6092 w 10000"/>
                <a:gd name="connsiteY183-1064" fmla="*/ 6648 h 10768"/>
                <a:gd name="connsiteX184-1065" fmla="*/ 6008 w 10000"/>
                <a:gd name="connsiteY184-1066" fmla="*/ 6836 h 10768"/>
                <a:gd name="connsiteX185-1067" fmla="*/ 5942 w 10000"/>
                <a:gd name="connsiteY185-1068" fmla="*/ 7032 h 10768"/>
                <a:gd name="connsiteX186-1069" fmla="*/ 5904 w 10000"/>
                <a:gd name="connsiteY186-1070" fmla="*/ 7232 h 10768"/>
                <a:gd name="connsiteX187-1071" fmla="*/ 5888 w 10000"/>
                <a:gd name="connsiteY187-1072" fmla="*/ 7443 h 10768"/>
                <a:gd name="connsiteX188-1073" fmla="*/ 5879 w 10000"/>
                <a:gd name="connsiteY188-1074" fmla="*/ 7655 h 10768"/>
                <a:gd name="connsiteX189-1075" fmla="*/ 5888 w 10000"/>
                <a:gd name="connsiteY189-1076" fmla="*/ 7867 h 10768"/>
                <a:gd name="connsiteX190-1077" fmla="*/ 5904 w 10000"/>
                <a:gd name="connsiteY190-1078" fmla="*/ 8084 h 10768"/>
                <a:gd name="connsiteX191-1079" fmla="*/ 5925 w 10000"/>
                <a:gd name="connsiteY191-1080" fmla="*/ 8299 h 10768"/>
                <a:gd name="connsiteX192-1081" fmla="*/ 5950 w 10000"/>
                <a:gd name="connsiteY192-1082" fmla="*/ 8510 h 10768"/>
                <a:gd name="connsiteX193-1083" fmla="*/ 5954 w 10000"/>
                <a:gd name="connsiteY193-1084" fmla="*/ 8820 h 10768"/>
                <a:gd name="connsiteX194-1085" fmla="*/ 5933 w 10000"/>
                <a:gd name="connsiteY194-1086" fmla="*/ 9130 h 10768"/>
                <a:gd name="connsiteX195-1087" fmla="*/ 5896 w 10000"/>
                <a:gd name="connsiteY195-1088" fmla="*/ 9428 h 10768"/>
                <a:gd name="connsiteX196-1089" fmla="*/ 5850 w 10000"/>
                <a:gd name="connsiteY196-1090" fmla="*/ 9720 h 10768"/>
                <a:gd name="connsiteX197-1091" fmla="*/ 5756 w 10000"/>
                <a:gd name="connsiteY197-1092" fmla="*/ 10714 h 10768"/>
                <a:gd name="connsiteX198-1093" fmla="*/ 3964 w 10000"/>
                <a:gd name="connsiteY198-1094" fmla="*/ 10768 h 10768"/>
                <a:gd name="connsiteX199-1095" fmla="*/ 3043 w 10000"/>
                <a:gd name="connsiteY199-1096" fmla="*/ 9881 h 10768"/>
                <a:gd name="connsiteX200-1097" fmla="*/ 4546 w 10000"/>
                <a:gd name="connsiteY200-1098" fmla="*/ 9848 h 10768"/>
                <a:gd name="connsiteX201-1099" fmla="*/ 4629 w 10000"/>
                <a:gd name="connsiteY201-1100" fmla="*/ 9687 h 10768"/>
                <a:gd name="connsiteX202-1101" fmla="*/ 4700 w 10000"/>
                <a:gd name="connsiteY202-1102" fmla="*/ 9508 h 10768"/>
                <a:gd name="connsiteX203-1103" fmla="*/ 4767 w 10000"/>
                <a:gd name="connsiteY203-1104" fmla="*/ 9309 h 10768"/>
                <a:gd name="connsiteX204-1105" fmla="*/ 4829 w 10000"/>
                <a:gd name="connsiteY204-1106" fmla="*/ 9097 h 10768"/>
                <a:gd name="connsiteX205-1107" fmla="*/ 4879 w 10000"/>
                <a:gd name="connsiteY205-1108" fmla="*/ 8868 h 10768"/>
                <a:gd name="connsiteX206-1109" fmla="*/ 4917 w 10000"/>
                <a:gd name="connsiteY206-1110" fmla="*/ 8635 h 10768"/>
                <a:gd name="connsiteX207-1111" fmla="*/ 4954 w 10000"/>
                <a:gd name="connsiteY207-1112" fmla="*/ 8391 h 10768"/>
                <a:gd name="connsiteX208-1113" fmla="*/ 4979 w 10000"/>
                <a:gd name="connsiteY208-1114" fmla="*/ 8144 h 10768"/>
                <a:gd name="connsiteX209-1115" fmla="*/ 5000 w 10000"/>
                <a:gd name="connsiteY209-1116" fmla="*/ 7887 h 10768"/>
                <a:gd name="connsiteX210-1117" fmla="*/ 5000 w 10000"/>
                <a:gd name="connsiteY210-1118" fmla="*/ 7634 h 10768"/>
                <a:gd name="connsiteX211-1119" fmla="*/ 5000 w 10000"/>
                <a:gd name="connsiteY211-1120" fmla="*/ 7384 h 10768"/>
                <a:gd name="connsiteX212-1121" fmla="*/ 4979 w 10000"/>
                <a:gd name="connsiteY212-1122" fmla="*/ 7133 h 10768"/>
                <a:gd name="connsiteX213-1123" fmla="*/ 4950 w 10000"/>
                <a:gd name="connsiteY213-1124" fmla="*/ 6892 h 10768"/>
                <a:gd name="connsiteX214-1125" fmla="*/ 4913 w 10000"/>
                <a:gd name="connsiteY214-1126" fmla="*/ 6657 h 10768"/>
                <a:gd name="connsiteX215-1127" fmla="*/ 4858 w 10000"/>
                <a:gd name="connsiteY215-1128" fmla="*/ 6430 h 10768"/>
                <a:gd name="connsiteX216-1129" fmla="*/ 4783 w 10000"/>
                <a:gd name="connsiteY216-1130" fmla="*/ 6219 h 10768"/>
                <a:gd name="connsiteX217-1131" fmla="*/ 4700 w 10000"/>
                <a:gd name="connsiteY217-1132" fmla="*/ 6019 h 10768"/>
                <a:gd name="connsiteX218-1133" fmla="*/ 4600 w 10000"/>
                <a:gd name="connsiteY218-1134" fmla="*/ 5840 h 10768"/>
                <a:gd name="connsiteX219-1135" fmla="*/ 4488 w 10000"/>
                <a:gd name="connsiteY219-1136" fmla="*/ 5682 h 10768"/>
                <a:gd name="connsiteX220-1137" fmla="*/ 4358 w 10000"/>
                <a:gd name="connsiteY220-1138" fmla="*/ 5542 h 10768"/>
                <a:gd name="connsiteX221-1139" fmla="*/ 4213 w 10000"/>
                <a:gd name="connsiteY221-1140" fmla="*/ 5429 h 10768"/>
                <a:gd name="connsiteX222-1141" fmla="*/ 4046 w 10000"/>
                <a:gd name="connsiteY222-1142" fmla="*/ 5343 h 10768"/>
                <a:gd name="connsiteX223-1143" fmla="*/ 3904 w 10000"/>
                <a:gd name="connsiteY223-1144" fmla="*/ 5292 h 10768"/>
                <a:gd name="connsiteX224-1145" fmla="*/ 3746 w 10000"/>
                <a:gd name="connsiteY224-1146" fmla="*/ 5271 h 10768"/>
                <a:gd name="connsiteX225-1147" fmla="*/ 3583 w 10000"/>
                <a:gd name="connsiteY225-1148" fmla="*/ 5271 h 10768"/>
                <a:gd name="connsiteX226-1149" fmla="*/ 3413 w 10000"/>
                <a:gd name="connsiteY226-1150" fmla="*/ 5286 h 10768"/>
                <a:gd name="connsiteX227-1151" fmla="*/ 3246 w 10000"/>
                <a:gd name="connsiteY227-1152" fmla="*/ 5310 h 10768"/>
                <a:gd name="connsiteX228-1153" fmla="*/ 3079 w 10000"/>
                <a:gd name="connsiteY228-1154" fmla="*/ 5343 h 10768"/>
                <a:gd name="connsiteX229-1155" fmla="*/ 2913 w 10000"/>
                <a:gd name="connsiteY229-1156" fmla="*/ 5369 h 10768"/>
                <a:gd name="connsiteX230-1157" fmla="*/ 2750 w 10000"/>
                <a:gd name="connsiteY230-1158" fmla="*/ 5396 h 10768"/>
                <a:gd name="connsiteX231-1159" fmla="*/ 2600 w 10000"/>
                <a:gd name="connsiteY231-1160" fmla="*/ 5411 h 10768"/>
                <a:gd name="connsiteX232-1161" fmla="*/ 2258 w 10000"/>
                <a:gd name="connsiteY232-1162" fmla="*/ 5423 h 10768"/>
                <a:gd name="connsiteX233-1163" fmla="*/ 1925 w 10000"/>
                <a:gd name="connsiteY233-1164" fmla="*/ 5411 h 10768"/>
                <a:gd name="connsiteX234-1165" fmla="*/ 1617 w 10000"/>
                <a:gd name="connsiteY234-1166" fmla="*/ 5384 h 10768"/>
                <a:gd name="connsiteX235-1167" fmla="*/ 1321 w 10000"/>
                <a:gd name="connsiteY235-1168" fmla="*/ 5346 h 10768"/>
                <a:gd name="connsiteX236-1169" fmla="*/ 1033 w 10000"/>
                <a:gd name="connsiteY236-1170" fmla="*/ 5298 h 10768"/>
                <a:gd name="connsiteX237-1171" fmla="*/ 758 w 10000"/>
                <a:gd name="connsiteY237-1172" fmla="*/ 5250 h 10768"/>
                <a:gd name="connsiteX238-1173" fmla="*/ 500 w 10000"/>
                <a:gd name="connsiteY238-1174" fmla="*/ 5197 h 10768"/>
                <a:gd name="connsiteX239-1175" fmla="*/ 517 w 10000"/>
                <a:gd name="connsiteY239-1176" fmla="*/ 5137 h 10768"/>
                <a:gd name="connsiteX240-1177" fmla="*/ 871 w 10000"/>
                <a:gd name="connsiteY240-1178" fmla="*/ 5173 h 10768"/>
                <a:gd name="connsiteX241-1179" fmla="*/ 1221 w 10000"/>
                <a:gd name="connsiteY241-1180" fmla="*/ 5197 h 10768"/>
                <a:gd name="connsiteX242-1181" fmla="*/ 1563 w 10000"/>
                <a:gd name="connsiteY242-1182" fmla="*/ 5206 h 10768"/>
                <a:gd name="connsiteX243-1183" fmla="*/ 1896 w 10000"/>
                <a:gd name="connsiteY243-1184" fmla="*/ 5197 h 10768"/>
                <a:gd name="connsiteX244-1185" fmla="*/ 2221 w 10000"/>
                <a:gd name="connsiteY244-1186" fmla="*/ 5164 h 10768"/>
                <a:gd name="connsiteX245-1187" fmla="*/ 2538 w 10000"/>
                <a:gd name="connsiteY245-1188" fmla="*/ 5113 h 10768"/>
                <a:gd name="connsiteX246-1189" fmla="*/ 2842 w 10000"/>
                <a:gd name="connsiteY246-1190" fmla="*/ 5045 h 10768"/>
                <a:gd name="connsiteX247-1191" fmla="*/ 3129 w 10000"/>
                <a:gd name="connsiteY247-1192" fmla="*/ 4946 h 10768"/>
                <a:gd name="connsiteX248-1193" fmla="*/ 3500 w 10000"/>
                <a:gd name="connsiteY248-1194" fmla="*/ 4815 h 10768"/>
                <a:gd name="connsiteX249-1195" fmla="*/ 2821 w 10000"/>
                <a:gd name="connsiteY249-1196" fmla="*/ 4389 h 10768"/>
                <a:gd name="connsiteX250-1197" fmla="*/ 2213 w 10000"/>
                <a:gd name="connsiteY250-1198" fmla="*/ 3912 h 10768"/>
                <a:gd name="connsiteX251-1199" fmla="*/ 1879 w 10000"/>
                <a:gd name="connsiteY251-1200" fmla="*/ 3939 h 10768"/>
                <a:gd name="connsiteX252-1201" fmla="*/ 1554 w 10000"/>
                <a:gd name="connsiteY252-1202" fmla="*/ 3939 h 10768"/>
                <a:gd name="connsiteX253-1203" fmla="*/ 1258 w 10000"/>
                <a:gd name="connsiteY253-1204" fmla="*/ 3912 h 10768"/>
                <a:gd name="connsiteX254-1205" fmla="*/ 979 w 10000"/>
                <a:gd name="connsiteY254-1206" fmla="*/ 3856 h 10768"/>
                <a:gd name="connsiteX255-1207" fmla="*/ 721 w 10000"/>
                <a:gd name="connsiteY255-1208" fmla="*/ 3775 h 10768"/>
                <a:gd name="connsiteX256-1209" fmla="*/ 496 w 10000"/>
                <a:gd name="connsiteY256-1210" fmla="*/ 3674 h 10768"/>
                <a:gd name="connsiteX257-1211" fmla="*/ 296 w 10000"/>
                <a:gd name="connsiteY257-1212" fmla="*/ 3549 h 10768"/>
                <a:gd name="connsiteX258-1213" fmla="*/ 129 w 10000"/>
                <a:gd name="connsiteY258-1214" fmla="*/ 3403 h 10768"/>
                <a:gd name="connsiteX259-1215" fmla="*/ 0 w 10000"/>
                <a:gd name="connsiteY259-1216" fmla="*/ 3245 h 10768"/>
                <a:gd name="connsiteX260-1217" fmla="*/ 17 w 10000"/>
                <a:gd name="connsiteY260-1218" fmla="*/ 3218 h 10768"/>
                <a:gd name="connsiteX261-1219" fmla="*/ 71 w 10000"/>
                <a:gd name="connsiteY261-1220" fmla="*/ 3245 h 10768"/>
                <a:gd name="connsiteX262-1221" fmla="*/ 138 w 10000"/>
                <a:gd name="connsiteY262-1222" fmla="*/ 3349 h 10768"/>
                <a:gd name="connsiteX263-1223" fmla="*/ 246 w 10000"/>
                <a:gd name="connsiteY263-1224" fmla="*/ 3439 h 10768"/>
                <a:gd name="connsiteX264-1225" fmla="*/ 379 w 10000"/>
                <a:gd name="connsiteY264-1226" fmla="*/ 3528 h 10768"/>
                <a:gd name="connsiteX265-1227" fmla="*/ 538 w 10000"/>
                <a:gd name="connsiteY265-1228" fmla="*/ 3597 h 10768"/>
                <a:gd name="connsiteX266-1229" fmla="*/ 721 w 10000"/>
                <a:gd name="connsiteY266-1230" fmla="*/ 3656 h 10768"/>
                <a:gd name="connsiteX267-1231" fmla="*/ 913 w 10000"/>
                <a:gd name="connsiteY267-1232" fmla="*/ 3701 h 10768"/>
                <a:gd name="connsiteX268-1233" fmla="*/ 1117 w 10000"/>
                <a:gd name="connsiteY268-1234" fmla="*/ 3728 h 10768"/>
                <a:gd name="connsiteX269-1235" fmla="*/ 1329 w 10000"/>
                <a:gd name="connsiteY269-1236" fmla="*/ 3737 h 10768"/>
                <a:gd name="connsiteX270-1237" fmla="*/ 1533 w 10000"/>
                <a:gd name="connsiteY270-1238" fmla="*/ 3734 h 10768"/>
                <a:gd name="connsiteX271-1239" fmla="*/ 1646 w 10000"/>
                <a:gd name="connsiteY271-1240" fmla="*/ 3722 h 10768"/>
                <a:gd name="connsiteX272-1241" fmla="*/ 1746 w 10000"/>
                <a:gd name="connsiteY272-1242" fmla="*/ 3722 h 10768"/>
                <a:gd name="connsiteX273-1243" fmla="*/ 1833 w 10000"/>
                <a:gd name="connsiteY273-1244" fmla="*/ 3710 h 10768"/>
                <a:gd name="connsiteX274-1245" fmla="*/ 1917 w 10000"/>
                <a:gd name="connsiteY274-1246" fmla="*/ 3695 h 10768"/>
                <a:gd name="connsiteX275-1247" fmla="*/ 1988 w 10000"/>
                <a:gd name="connsiteY275-1248" fmla="*/ 3662 h 10768"/>
                <a:gd name="connsiteX276-1249" fmla="*/ 1788 w 10000"/>
                <a:gd name="connsiteY276-1250" fmla="*/ 3391 h 10768"/>
                <a:gd name="connsiteX277-1251" fmla="*/ 1617 w 10000"/>
                <a:gd name="connsiteY277-1252" fmla="*/ 3126 h 10768"/>
                <a:gd name="connsiteX278-1253" fmla="*/ 1454 w 10000"/>
                <a:gd name="connsiteY278-1254" fmla="*/ 2849 h 10768"/>
                <a:gd name="connsiteX279-1255" fmla="*/ 1313 w 10000"/>
                <a:gd name="connsiteY279-1256" fmla="*/ 2563 h 10768"/>
                <a:gd name="connsiteX280-1257" fmla="*/ 1175 w 10000"/>
                <a:gd name="connsiteY280-1258" fmla="*/ 2253 h 10768"/>
                <a:gd name="connsiteX281-1259" fmla="*/ 1046 w 10000"/>
                <a:gd name="connsiteY281-1260" fmla="*/ 1919 h 10768"/>
                <a:gd name="connsiteX282-1261" fmla="*/ 1033 w 10000"/>
                <a:gd name="connsiteY282-1262" fmla="*/ 1859 h 10768"/>
                <a:gd name="connsiteX283-1263" fmla="*/ 1000 w 10000"/>
                <a:gd name="connsiteY283-1264" fmla="*/ 1776 h 10768"/>
                <a:gd name="connsiteX284-1265" fmla="*/ 979 w 10000"/>
                <a:gd name="connsiteY284-1266" fmla="*/ 1684 h 10768"/>
                <a:gd name="connsiteX285-1267" fmla="*/ 950 w 10000"/>
                <a:gd name="connsiteY285-1268" fmla="*/ 1591 h 10768"/>
                <a:gd name="connsiteX286-1269" fmla="*/ 925 w 10000"/>
                <a:gd name="connsiteY286-1270" fmla="*/ 1490 h 10768"/>
                <a:gd name="connsiteX287-1271" fmla="*/ 917 w 10000"/>
                <a:gd name="connsiteY287-1272" fmla="*/ 1397 h 10768"/>
                <a:gd name="connsiteX288-1273" fmla="*/ 917 w 10000"/>
                <a:gd name="connsiteY288-1274" fmla="*/ 1311 h 10768"/>
                <a:gd name="connsiteX289-1275" fmla="*/ 933 w 10000"/>
                <a:gd name="connsiteY289-1276" fmla="*/ 1234 h 10768"/>
                <a:gd name="connsiteX290-1277" fmla="*/ 963 w 10000"/>
                <a:gd name="connsiteY290-1278" fmla="*/ 1180 h 10768"/>
                <a:gd name="connsiteX291-1279" fmla="*/ 1000 w 10000"/>
                <a:gd name="connsiteY291-1280" fmla="*/ 1192 h 10768"/>
                <a:gd name="connsiteX292-1281" fmla="*/ 1033 w 10000"/>
                <a:gd name="connsiteY292-1282" fmla="*/ 1496 h 10768"/>
                <a:gd name="connsiteX293-1283" fmla="*/ 1108 w 10000"/>
                <a:gd name="connsiteY293-1284" fmla="*/ 1800 h 10768"/>
                <a:gd name="connsiteX294-1285" fmla="*/ 1221 w 10000"/>
                <a:gd name="connsiteY294-1286" fmla="*/ 2098 h 10768"/>
                <a:gd name="connsiteX295-1287" fmla="*/ 1358 w 10000"/>
                <a:gd name="connsiteY295-1288" fmla="*/ 2372 h 10768"/>
                <a:gd name="connsiteX296-1289" fmla="*/ 1508 w 10000"/>
                <a:gd name="connsiteY296-1290" fmla="*/ 2628 h 10768"/>
                <a:gd name="connsiteX297-1291" fmla="*/ 1646 w 10000"/>
                <a:gd name="connsiteY297-1292" fmla="*/ 2795 h 10768"/>
                <a:gd name="connsiteX298-1293" fmla="*/ 1629 w 10000"/>
                <a:gd name="connsiteY298-1294" fmla="*/ 2801 h 10768"/>
                <a:gd name="connsiteX299-1295" fmla="*/ 1629 w 10000"/>
                <a:gd name="connsiteY299-1296" fmla="*/ 2807 h 10768"/>
                <a:gd name="connsiteX300-1297" fmla="*/ 1638 w 10000"/>
                <a:gd name="connsiteY300-1298" fmla="*/ 2813 h 10768"/>
                <a:gd name="connsiteX301-1299" fmla="*/ 1646 w 10000"/>
                <a:gd name="connsiteY301-1300" fmla="*/ 2816 h 10768"/>
                <a:gd name="connsiteX302-1301" fmla="*/ 1663 w 10000"/>
                <a:gd name="connsiteY302-1302" fmla="*/ 2822 h 10768"/>
                <a:gd name="connsiteX303-1303" fmla="*/ 1667 w 10000"/>
                <a:gd name="connsiteY303-1304" fmla="*/ 2834 h 10768"/>
                <a:gd name="connsiteX304-1305" fmla="*/ 1675 w 10000"/>
                <a:gd name="connsiteY304-1306" fmla="*/ 2840 h 10768"/>
                <a:gd name="connsiteX305-1307" fmla="*/ 1683 w 10000"/>
                <a:gd name="connsiteY305-1308" fmla="*/ 2849 h 10768"/>
                <a:gd name="connsiteX306-1309" fmla="*/ 1683 w 10000"/>
                <a:gd name="connsiteY306-1310" fmla="*/ 2843 h 10768"/>
                <a:gd name="connsiteX307-1311" fmla="*/ 1675 w 10000"/>
                <a:gd name="connsiteY307-1312" fmla="*/ 2840 h 10768"/>
                <a:gd name="connsiteX308-1313" fmla="*/ 1675 w 10000"/>
                <a:gd name="connsiteY308-1314" fmla="*/ 2840 h 10768"/>
                <a:gd name="connsiteX309-1315" fmla="*/ 1646 w 10000"/>
                <a:gd name="connsiteY309-1316" fmla="*/ 2795 h 10768"/>
                <a:gd name="connsiteX310-1317" fmla="*/ 1746 w 10000"/>
                <a:gd name="connsiteY310-1318" fmla="*/ 2741 h 10768"/>
                <a:gd name="connsiteX311-1319" fmla="*/ 1842 w 10000"/>
                <a:gd name="connsiteY311-1320" fmla="*/ 2649 h 10768"/>
                <a:gd name="connsiteX312-1321" fmla="*/ 1933 w 10000"/>
                <a:gd name="connsiteY312-1322" fmla="*/ 2542 h 10768"/>
                <a:gd name="connsiteX313-1323" fmla="*/ 2017 w 10000"/>
                <a:gd name="connsiteY313-1324" fmla="*/ 2411 h 10768"/>
                <a:gd name="connsiteX314-1325" fmla="*/ 2092 w 10000"/>
                <a:gd name="connsiteY314-1326" fmla="*/ 2265 h 10768"/>
                <a:gd name="connsiteX315-1327" fmla="*/ 2163 w 10000"/>
                <a:gd name="connsiteY315-1328" fmla="*/ 2113 h 10768"/>
                <a:gd name="connsiteX316-1329" fmla="*/ 2221 w 10000"/>
                <a:gd name="connsiteY316-1330" fmla="*/ 1955 h 10768"/>
                <a:gd name="connsiteX317-1331" fmla="*/ 2275 w 10000"/>
                <a:gd name="connsiteY317-1332" fmla="*/ 1803 h 10768"/>
                <a:gd name="connsiteX318-1333" fmla="*/ 2321 w 10000"/>
                <a:gd name="connsiteY318-1334" fmla="*/ 1657 h 10768"/>
                <a:gd name="connsiteX319-1335" fmla="*/ 2329 w 10000"/>
                <a:gd name="connsiteY319-1336" fmla="*/ 1853 h 10768"/>
                <a:gd name="connsiteX320-1337" fmla="*/ 2321 w 10000"/>
                <a:gd name="connsiteY320-1338" fmla="*/ 2032 h 10768"/>
                <a:gd name="connsiteX321-1339" fmla="*/ 2283 w 10000"/>
                <a:gd name="connsiteY321-1340" fmla="*/ 2199 h 10768"/>
                <a:gd name="connsiteX322-1341" fmla="*/ 2229 w 10000"/>
                <a:gd name="connsiteY322-1342" fmla="*/ 2366 h 10768"/>
                <a:gd name="connsiteX323-1343" fmla="*/ 2154 w 10000"/>
                <a:gd name="connsiteY323-1344" fmla="*/ 2524 h 10768"/>
                <a:gd name="connsiteX324-1345" fmla="*/ 2046 w 10000"/>
                <a:gd name="connsiteY324-1346" fmla="*/ 2682 h 10768"/>
                <a:gd name="connsiteX325-1347" fmla="*/ 1796 w 10000"/>
                <a:gd name="connsiteY325-1348" fmla="*/ 3027 h 10768"/>
                <a:gd name="connsiteX326-1349" fmla="*/ 2054 w 10000"/>
                <a:gd name="connsiteY326-1350" fmla="*/ 3305 h 10768"/>
                <a:gd name="connsiteX327-1351" fmla="*/ 2333 w 10000"/>
                <a:gd name="connsiteY327-1352" fmla="*/ 3564 h 10768"/>
                <a:gd name="connsiteX328-1353" fmla="*/ 2638 w 10000"/>
                <a:gd name="connsiteY328-1354" fmla="*/ 3808 h 10768"/>
                <a:gd name="connsiteX329-1355" fmla="*/ 2963 w 10000"/>
                <a:gd name="connsiteY329-1356" fmla="*/ 4032 h 10768"/>
                <a:gd name="connsiteX330-1357" fmla="*/ 4129 w 10000"/>
                <a:gd name="connsiteY330-1358" fmla="*/ 4610 h 10768"/>
                <a:gd name="connsiteX331-1359" fmla="*/ 4167 w 10000"/>
                <a:gd name="connsiteY331-1360" fmla="*/ 4589 h 10768"/>
                <a:gd name="connsiteX332-1361" fmla="*/ 4071 w 10000"/>
                <a:gd name="connsiteY332-1362" fmla="*/ 4333 h 10768"/>
                <a:gd name="connsiteX333-1363" fmla="*/ 3996 w 10000"/>
                <a:gd name="connsiteY333-1364" fmla="*/ 4058 h 10768"/>
                <a:gd name="connsiteX334-1365" fmla="*/ 3933 w 10000"/>
                <a:gd name="connsiteY334-1366" fmla="*/ 3760 h 10768"/>
                <a:gd name="connsiteX335-1367" fmla="*/ 3904 w 10000"/>
                <a:gd name="connsiteY335-1368" fmla="*/ 3456 h 10768"/>
                <a:gd name="connsiteX336-1369" fmla="*/ 3879 w 10000"/>
                <a:gd name="connsiteY336-1370" fmla="*/ 3138 h 10768"/>
                <a:gd name="connsiteX337-1371" fmla="*/ 3879 w 10000"/>
                <a:gd name="connsiteY337-1372" fmla="*/ 2813 h 10768"/>
                <a:gd name="connsiteX338-1373" fmla="*/ 3896 w 10000"/>
                <a:gd name="connsiteY338-1374" fmla="*/ 2485 h 10768"/>
                <a:gd name="connsiteX339-1375" fmla="*/ 3933 w 10000"/>
                <a:gd name="connsiteY339-1376" fmla="*/ 2160 h 10768"/>
                <a:gd name="connsiteX340-1377" fmla="*/ 3988 w 10000"/>
                <a:gd name="connsiteY340-1378" fmla="*/ 1836 h 10768"/>
                <a:gd name="connsiteX341-1379" fmla="*/ 4046 w 10000"/>
                <a:gd name="connsiteY341-1380" fmla="*/ 1523 h 10768"/>
                <a:gd name="connsiteX342-1381" fmla="*/ 4129 w 10000"/>
                <a:gd name="connsiteY342-1382" fmla="*/ 1219 h 10768"/>
                <a:gd name="connsiteX343-1383" fmla="*/ 4229 w 10000"/>
                <a:gd name="connsiteY343-1384" fmla="*/ 933 h 10768"/>
                <a:gd name="connsiteX344-1385" fmla="*/ 4333 w 10000"/>
                <a:gd name="connsiteY344-1386" fmla="*/ 662 h 10768"/>
                <a:gd name="connsiteX345-1387" fmla="*/ 4454 w 10000"/>
                <a:gd name="connsiteY345-1388" fmla="*/ 417 h 10768"/>
                <a:gd name="connsiteX346-1389" fmla="*/ 4583 w 10000"/>
                <a:gd name="connsiteY346-1390" fmla="*/ 194 h 10768"/>
                <a:gd name="connsiteX347-1391" fmla="*/ 4738 w 10000"/>
                <a:gd name="connsiteY347-1392" fmla="*/ 0 h 10768"/>
                <a:gd name="connsiteX0-1393" fmla="*/ 4738 w 10000"/>
                <a:gd name="connsiteY0-1394" fmla="*/ 0 h 10714"/>
                <a:gd name="connsiteX1-1395" fmla="*/ 4721 w 10000"/>
                <a:gd name="connsiteY1-1396" fmla="*/ 48 h 10714"/>
                <a:gd name="connsiteX2-1397" fmla="*/ 4713 w 10000"/>
                <a:gd name="connsiteY2-1398" fmla="*/ 80 h 10714"/>
                <a:gd name="connsiteX3-1399" fmla="*/ 4704 w 10000"/>
                <a:gd name="connsiteY3-1400" fmla="*/ 101 h 10714"/>
                <a:gd name="connsiteX4-1401" fmla="*/ 4704 w 10000"/>
                <a:gd name="connsiteY4-1402" fmla="*/ 113 h 10714"/>
                <a:gd name="connsiteX5-1403" fmla="*/ 4713 w 10000"/>
                <a:gd name="connsiteY5-1404" fmla="*/ 119 h 10714"/>
                <a:gd name="connsiteX6-1405" fmla="*/ 4713 w 10000"/>
                <a:gd name="connsiteY6-1406" fmla="*/ 125 h 10714"/>
                <a:gd name="connsiteX7-1407" fmla="*/ 4721 w 10000"/>
                <a:gd name="connsiteY7-1408" fmla="*/ 125 h 10714"/>
                <a:gd name="connsiteX8-1409" fmla="*/ 4721 w 10000"/>
                <a:gd name="connsiteY8-1410" fmla="*/ 125 h 10714"/>
                <a:gd name="connsiteX9-1411" fmla="*/ 4721 w 10000"/>
                <a:gd name="connsiteY9-1412" fmla="*/ 134 h 10714"/>
                <a:gd name="connsiteX10-1413" fmla="*/ 4713 w 10000"/>
                <a:gd name="connsiteY10-1414" fmla="*/ 152 h 10714"/>
                <a:gd name="connsiteX11-1415" fmla="*/ 4704 w 10000"/>
                <a:gd name="connsiteY11-1416" fmla="*/ 179 h 10714"/>
                <a:gd name="connsiteX12-1417" fmla="*/ 4692 w 10000"/>
                <a:gd name="connsiteY12-1418" fmla="*/ 221 h 10714"/>
                <a:gd name="connsiteX13-1419" fmla="*/ 4667 w 10000"/>
                <a:gd name="connsiteY13-1420" fmla="*/ 280 h 10714"/>
                <a:gd name="connsiteX14-1421" fmla="*/ 4629 w 10000"/>
                <a:gd name="connsiteY14-1422" fmla="*/ 364 h 10714"/>
                <a:gd name="connsiteX15-1423" fmla="*/ 4592 w 10000"/>
                <a:gd name="connsiteY15-1424" fmla="*/ 465 h 10714"/>
                <a:gd name="connsiteX16-1425" fmla="*/ 4533 w 10000"/>
                <a:gd name="connsiteY16-1426" fmla="*/ 596 h 10714"/>
                <a:gd name="connsiteX17-1427" fmla="*/ 4463 w 10000"/>
                <a:gd name="connsiteY17-1428" fmla="*/ 754 h 10714"/>
                <a:gd name="connsiteX18-1429" fmla="*/ 4379 w 10000"/>
                <a:gd name="connsiteY18-1430" fmla="*/ 1001 h 10714"/>
                <a:gd name="connsiteX19-1431" fmla="*/ 4321 w 10000"/>
                <a:gd name="connsiteY19-1432" fmla="*/ 1266 h 10714"/>
                <a:gd name="connsiteX20-1433" fmla="*/ 4275 w 10000"/>
                <a:gd name="connsiteY20-1434" fmla="*/ 1538 h 10714"/>
                <a:gd name="connsiteX21-1435" fmla="*/ 4213 w 10000"/>
                <a:gd name="connsiteY21-1436" fmla="*/ 1827 h 10714"/>
                <a:gd name="connsiteX22-1437" fmla="*/ 4204 w 10000"/>
                <a:gd name="connsiteY22-1438" fmla="*/ 1889 h 10714"/>
                <a:gd name="connsiteX23-1439" fmla="*/ 4192 w 10000"/>
                <a:gd name="connsiteY23-1440" fmla="*/ 1982 h 10714"/>
                <a:gd name="connsiteX24-1441" fmla="*/ 4183 w 10000"/>
                <a:gd name="connsiteY24-1442" fmla="*/ 2080 h 10714"/>
                <a:gd name="connsiteX25-1443" fmla="*/ 4175 w 10000"/>
                <a:gd name="connsiteY25-1444" fmla="*/ 2187 h 10714"/>
                <a:gd name="connsiteX26-1445" fmla="*/ 4175 w 10000"/>
                <a:gd name="connsiteY26-1446" fmla="*/ 2297 h 10714"/>
                <a:gd name="connsiteX27-1447" fmla="*/ 4192 w 10000"/>
                <a:gd name="connsiteY27-1448" fmla="*/ 2396 h 10714"/>
                <a:gd name="connsiteX28-1449" fmla="*/ 4213 w 10000"/>
                <a:gd name="connsiteY28-1450" fmla="*/ 2482 h 10714"/>
                <a:gd name="connsiteX29-1451" fmla="*/ 4250 w 10000"/>
                <a:gd name="connsiteY29-1452" fmla="*/ 2542 h 10714"/>
                <a:gd name="connsiteX30-1453" fmla="*/ 4450 w 10000"/>
                <a:gd name="connsiteY30-1454" fmla="*/ 2530 h 10714"/>
                <a:gd name="connsiteX31-1455" fmla="*/ 4646 w 10000"/>
                <a:gd name="connsiteY31-1456" fmla="*/ 2482 h 10714"/>
                <a:gd name="connsiteX32-1457" fmla="*/ 4833 w 10000"/>
                <a:gd name="connsiteY32-1458" fmla="*/ 2405 h 10714"/>
                <a:gd name="connsiteX33-1459" fmla="*/ 5025 w 10000"/>
                <a:gd name="connsiteY33-1460" fmla="*/ 2297 h 10714"/>
                <a:gd name="connsiteX34-1461" fmla="*/ 5200 w 10000"/>
                <a:gd name="connsiteY34-1462" fmla="*/ 2172 h 10714"/>
                <a:gd name="connsiteX35-1463" fmla="*/ 5371 w 10000"/>
                <a:gd name="connsiteY35-1464" fmla="*/ 2020 h 10714"/>
                <a:gd name="connsiteX36-1465" fmla="*/ 5533 w 10000"/>
                <a:gd name="connsiteY36-1466" fmla="*/ 1859 h 10714"/>
                <a:gd name="connsiteX37-1467" fmla="*/ 5683 w 10000"/>
                <a:gd name="connsiteY37-1468" fmla="*/ 1690 h 10714"/>
                <a:gd name="connsiteX38-1469" fmla="*/ 5829 w 10000"/>
                <a:gd name="connsiteY38-1470" fmla="*/ 1511 h 10714"/>
                <a:gd name="connsiteX39-1471" fmla="*/ 5954 w 10000"/>
                <a:gd name="connsiteY39-1472" fmla="*/ 1326 h 10714"/>
                <a:gd name="connsiteX40-1473" fmla="*/ 6071 w 10000"/>
                <a:gd name="connsiteY40-1474" fmla="*/ 1147 h 10714"/>
                <a:gd name="connsiteX41-1475" fmla="*/ 6167 w 10000"/>
                <a:gd name="connsiteY41-1476" fmla="*/ 974 h 10714"/>
                <a:gd name="connsiteX42-1477" fmla="*/ 6213 w 10000"/>
                <a:gd name="connsiteY42-1478" fmla="*/ 974 h 10714"/>
                <a:gd name="connsiteX43-1479" fmla="*/ 6213 w 10000"/>
                <a:gd name="connsiteY43-1480" fmla="*/ 992 h 10714"/>
                <a:gd name="connsiteX44-1481" fmla="*/ 6138 w 10000"/>
                <a:gd name="connsiteY44-1482" fmla="*/ 1165 h 10714"/>
                <a:gd name="connsiteX45-1483" fmla="*/ 6054 w 10000"/>
                <a:gd name="connsiteY45-1484" fmla="*/ 1344 h 10714"/>
                <a:gd name="connsiteX46-1485" fmla="*/ 5963 w 10000"/>
                <a:gd name="connsiteY46-1486" fmla="*/ 1517 h 10714"/>
                <a:gd name="connsiteX47-1487" fmla="*/ 5871 w 10000"/>
                <a:gd name="connsiteY47-1488" fmla="*/ 1684 h 10714"/>
                <a:gd name="connsiteX48-1489" fmla="*/ 5775 w 10000"/>
                <a:gd name="connsiteY48-1490" fmla="*/ 1847 h 10714"/>
                <a:gd name="connsiteX49-1491" fmla="*/ 5667 w 10000"/>
                <a:gd name="connsiteY49-1492" fmla="*/ 1999 h 10714"/>
                <a:gd name="connsiteX50-1493" fmla="*/ 5554 w 10000"/>
                <a:gd name="connsiteY50-1494" fmla="*/ 2145 h 10714"/>
                <a:gd name="connsiteX51-1495" fmla="*/ 5417 w 10000"/>
                <a:gd name="connsiteY51-1496" fmla="*/ 2279 h 10714"/>
                <a:gd name="connsiteX52-1497" fmla="*/ 5275 w 10000"/>
                <a:gd name="connsiteY52-1498" fmla="*/ 2411 h 10714"/>
                <a:gd name="connsiteX53-1499" fmla="*/ 5108 w 10000"/>
                <a:gd name="connsiteY53-1500" fmla="*/ 2518 h 10714"/>
                <a:gd name="connsiteX54-1501" fmla="*/ 4917 w 10000"/>
                <a:gd name="connsiteY54-1502" fmla="*/ 2616 h 10714"/>
                <a:gd name="connsiteX55-1503" fmla="*/ 4704 w 10000"/>
                <a:gd name="connsiteY55-1504" fmla="*/ 2703 h 10714"/>
                <a:gd name="connsiteX56-1505" fmla="*/ 4479 w 10000"/>
                <a:gd name="connsiteY56-1506" fmla="*/ 2768 h 10714"/>
                <a:gd name="connsiteX57-1507" fmla="*/ 4213 w 10000"/>
                <a:gd name="connsiteY57-1508" fmla="*/ 2813 h 10714"/>
                <a:gd name="connsiteX58-1509" fmla="*/ 4221 w 10000"/>
                <a:gd name="connsiteY58-1510" fmla="*/ 3126 h 10714"/>
                <a:gd name="connsiteX59-1511" fmla="*/ 4258 w 10000"/>
                <a:gd name="connsiteY59-1512" fmla="*/ 3424 h 10714"/>
                <a:gd name="connsiteX60-1513" fmla="*/ 4321 w 10000"/>
                <a:gd name="connsiteY60-1514" fmla="*/ 3707 h 10714"/>
                <a:gd name="connsiteX61-1515" fmla="*/ 4404 w 10000"/>
                <a:gd name="connsiteY61-1516" fmla="*/ 3975 h 10714"/>
                <a:gd name="connsiteX62-1517" fmla="*/ 4508 w 10000"/>
                <a:gd name="connsiteY62-1518" fmla="*/ 4231 h 10714"/>
                <a:gd name="connsiteX63-1519" fmla="*/ 4621 w 10000"/>
                <a:gd name="connsiteY63-1520" fmla="*/ 4476 h 10714"/>
                <a:gd name="connsiteX64-1521" fmla="*/ 4750 w 10000"/>
                <a:gd name="connsiteY64-1522" fmla="*/ 4708 h 10714"/>
                <a:gd name="connsiteX65-1523" fmla="*/ 4879 w 10000"/>
                <a:gd name="connsiteY65-1524" fmla="*/ 4934 h 10714"/>
                <a:gd name="connsiteX66-1525" fmla="*/ 4917 w 10000"/>
                <a:gd name="connsiteY66-1526" fmla="*/ 4988 h 10714"/>
                <a:gd name="connsiteX67-1527" fmla="*/ 4950 w 10000"/>
                <a:gd name="connsiteY67-1528" fmla="*/ 5054 h 10714"/>
                <a:gd name="connsiteX68-1529" fmla="*/ 4996 w 10000"/>
                <a:gd name="connsiteY68-1530" fmla="*/ 5125 h 10714"/>
                <a:gd name="connsiteX69-1531" fmla="*/ 5038 w 10000"/>
                <a:gd name="connsiteY69-1532" fmla="*/ 5200 h 10714"/>
                <a:gd name="connsiteX70-1533" fmla="*/ 5092 w 10000"/>
                <a:gd name="connsiteY70-1534" fmla="*/ 5271 h 10714"/>
                <a:gd name="connsiteX71-1535" fmla="*/ 5154 w 10000"/>
                <a:gd name="connsiteY71-1536" fmla="*/ 5331 h 10714"/>
                <a:gd name="connsiteX72-1537" fmla="*/ 5229 w 10000"/>
                <a:gd name="connsiteY72-1538" fmla="*/ 5384 h 10714"/>
                <a:gd name="connsiteX73-1539" fmla="*/ 5313 w 10000"/>
                <a:gd name="connsiteY73-1540" fmla="*/ 5423 h 10714"/>
                <a:gd name="connsiteX74-1541" fmla="*/ 5413 w 10000"/>
                <a:gd name="connsiteY74-1542" fmla="*/ 5438 h 10714"/>
                <a:gd name="connsiteX75-1543" fmla="*/ 5517 w 10000"/>
                <a:gd name="connsiteY75-1544" fmla="*/ 5435 h 10714"/>
                <a:gd name="connsiteX76-1545" fmla="*/ 5704 w 10000"/>
                <a:gd name="connsiteY76-1546" fmla="*/ 5390 h 10714"/>
                <a:gd name="connsiteX77-1547" fmla="*/ 5871 w 10000"/>
                <a:gd name="connsiteY77-1548" fmla="*/ 5316 h 10714"/>
                <a:gd name="connsiteX78-1549" fmla="*/ 6033 w 10000"/>
                <a:gd name="connsiteY78-1550" fmla="*/ 5223 h 10714"/>
                <a:gd name="connsiteX79-1551" fmla="*/ 6167 w 10000"/>
                <a:gd name="connsiteY79-1552" fmla="*/ 5113 h 10714"/>
                <a:gd name="connsiteX80-1553" fmla="*/ 6296 w 10000"/>
                <a:gd name="connsiteY80-1554" fmla="*/ 4994 h 10714"/>
                <a:gd name="connsiteX81-1555" fmla="*/ 6417 w 10000"/>
                <a:gd name="connsiteY81-1556" fmla="*/ 4869 h 10714"/>
                <a:gd name="connsiteX82-1557" fmla="*/ 6525 w 10000"/>
                <a:gd name="connsiteY82-1558" fmla="*/ 4750 h 10714"/>
                <a:gd name="connsiteX83-1559" fmla="*/ 6617 w 10000"/>
                <a:gd name="connsiteY83-1560" fmla="*/ 4636 h 10714"/>
                <a:gd name="connsiteX84-1561" fmla="*/ 6821 w 10000"/>
                <a:gd name="connsiteY84-1562" fmla="*/ 4377 h 10714"/>
                <a:gd name="connsiteX85-1563" fmla="*/ 7017 w 10000"/>
                <a:gd name="connsiteY85-1564" fmla="*/ 4085 h 10714"/>
                <a:gd name="connsiteX86-1565" fmla="*/ 7213 w 10000"/>
                <a:gd name="connsiteY86-1566" fmla="*/ 3766 h 10714"/>
                <a:gd name="connsiteX87-1567" fmla="*/ 7396 w 10000"/>
                <a:gd name="connsiteY87-1568" fmla="*/ 3418 h 10714"/>
                <a:gd name="connsiteX88-1569" fmla="*/ 7563 w 10000"/>
                <a:gd name="connsiteY88-1570" fmla="*/ 3051 h 10714"/>
                <a:gd name="connsiteX89-1571" fmla="*/ 7713 w 10000"/>
                <a:gd name="connsiteY89-1572" fmla="*/ 2661 h 10714"/>
                <a:gd name="connsiteX90-1573" fmla="*/ 7850 w 10000"/>
                <a:gd name="connsiteY90-1574" fmla="*/ 2253 h 10714"/>
                <a:gd name="connsiteX91-1575" fmla="*/ 7950 w 10000"/>
                <a:gd name="connsiteY91-1576" fmla="*/ 1830 h 10714"/>
                <a:gd name="connsiteX92-1577" fmla="*/ 8025 w 10000"/>
                <a:gd name="connsiteY92-1578" fmla="*/ 1397 h 10714"/>
                <a:gd name="connsiteX93-1579" fmla="*/ 8071 w 10000"/>
                <a:gd name="connsiteY93-1580" fmla="*/ 954 h 10714"/>
                <a:gd name="connsiteX94-1581" fmla="*/ 8108 w 10000"/>
                <a:gd name="connsiteY94-1582" fmla="*/ 974 h 10714"/>
                <a:gd name="connsiteX95-1583" fmla="*/ 8138 w 10000"/>
                <a:gd name="connsiteY95-1584" fmla="*/ 1025 h 10714"/>
                <a:gd name="connsiteX96-1585" fmla="*/ 8163 w 10000"/>
                <a:gd name="connsiteY96-1586" fmla="*/ 1100 h 10714"/>
                <a:gd name="connsiteX97-1587" fmla="*/ 8175 w 10000"/>
                <a:gd name="connsiteY97-1588" fmla="*/ 1198 h 10714"/>
                <a:gd name="connsiteX98-1589" fmla="*/ 8183 w 10000"/>
                <a:gd name="connsiteY98-1590" fmla="*/ 1311 h 10714"/>
                <a:gd name="connsiteX99-1591" fmla="*/ 8183 w 10000"/>
                <a:gd name="connsiteY99-1592" fmla="*/ 1442 h 10714"/>
                <a:gd name="connsiteX100-1593" fmla="*/ 8183 w 10000"/>
                <a:gd name="connsiteY100-1594" fmla="*/ 1582 h 10714"/>
                <a:gd name="connsiteX101-1595" fmla="*/ 8175 w 10000"/>
                <a:gd name="connsiteY101-1596" fmla="*/ 1734 h 10714"/>
                <a:gd name="connsiteX102-1597" fmla="*/ 8163 w 10000"/>
                <a:gd name="connsiteY102-1598" fmla="*/ 1889 h 10714"/>
                <a:gd name="connsiteX103-1599" fmla="*/ 8146 w 10000"/>
                <a:gd name="connsiteY103-1600" fmla="*/ 2047 h 10714"/>
                <a:gd name="connsiteX104-1601" fmla="*/ 8121 w 10000"/>
                <a:gd name="connsiteY104-1602" fmla="*/ 2205 h 10714"/>
                <a:gd name="connsiteX105-1603" fmla="*/ 8108 w 10000"/>
                <a:gd name="connsiteY105-1604" fmla="*/ 2357 h 10714"/>
                <a:gd name="connsiteX106-1605" fmla="*/ 8083 w 10000"/>
                <a:gd name="connsiteY106-1606" fmla="*/ 2497 h 10714"/>
                <a:gd name="connsiteX107-1607" fmla="*/ 8063 w 10000"/>
                <a:gd name="connsiteY107-1608" fmla="*/ 2628 h 10714"/>
                <a:gd name="connsiteX108-1609" fmla="*/ 8038 w 10000"/>
                <a:gd name="connsiteY108-1610" fmla="*/ 2741 h 10714"/>
                <a:gd name="connsiteX109-1611" fmla="*/ 8017 w 10000"/>
                <a:gd name="connsiteY109-1612" fmla="*/ 2834 h 10714"/>
                <a:gd name="connsiteX110-1613" fmla="*/ 8000 w 10000"/>
                <a:gd name="connsiteY110-1614" fmla="*/ 2908 h 10714"/>
                <a:gd name="connsiteX111-1615" fmla="*/ 7700 w 10000"/>
                <a:gd name="connsiteY111-1616" fmla="*/ 3754 h 10714"/>
                <a:gd name="connsiteX112-1617" fmla="*/ 7942 w 10000"/>
                <a:gd name="connsiteY112-1618" fmla="*/ 3737 h 10714"/>
                <a:gd name="connsiteX113-1619" fmla="*/ 8167 w 10000"/>
                <a:gd name="connsiteY113-1620" fmla="*/ 3695 h 10714"/>
                <a:gd name="connsiteX114-1621" fmla="*/ 8379 w 10000"/>
                <a:gd name="connsiteY114-1622" fmla="*/ 3635 h 10714"/>
                <a:gd name="connsiteX115-1623" fmla="*/ 8583 w 10000"/>
                <a:gd name="connsiteY115-1624" fmla="*/ 3558 h 10714"/>
                <a:gd name="connsiteX116-1625" fmla="*/ 8767 w 10000"/>
                <a:gd name="connsiteY116-1626" fmla="*/ 3471 h 10714"/>
                <a:gd name="connsiteX117-1627" fmla="*/ 8933 w 10000"/>
                <a:gd name="connsiteY117-1628" fmla="*/ 3376 h 10714"/>
                <a:gd name="connsiteX118-1629" fmla="*/ 9092 w 10000"/>
                <a:gd name="connsiteY118-1630" fmla="*/ 3278 h 10714"/>
                <a:gd name="connsiteX119-1631" fmla="*/ 9238 w 10000"/>
                <a:gd name="connsiteY119-1632" fmla="*/ 3185 h 10714"/>
                <a:gd name="connsiteX120-1633" fmla="*/ 9250 w 10000"/>
                <a:gd name="connsiteY120-1634" fmla="*/ 3230 h 10714"/>
                <a:gd name="connsiteX121-1635" fmla="*/ 9117 w 10000"/>
                <a:gd name="connsiteY121-1636" fmla="*/ 3376 h 10714"/>
                <a:gd name="connsiteX122-1637" fmla="*/ 8954 w 10000"/>
                <a:gd name="connsiteY122-1638" fmla="*/ 3516 h 10714"/>
                <a:gd name="connsiteX123-1639" fmla="*/ 8758 w 10000"/>
                <a:gd name="connsiteY123-1640" fmla="*/ 3641 h 10714"/>
                <a:gd name="connsiteX124-1641" fmla="*/ 8538 w 10000"/>
                <a:gd name="connsiteY124-1642" fmla="*/ 3754 h 10714"/>
                <a:gd name="connsiteX125-1643" fmla="*/ 8304 w 10000"/>
                <a:gd name="connsiteY125-1644" fmla="*/ 3856 h 10714"/>
                <a:gd name="connsiteX126-1645" fmla="*/ 8054 w 10000"/>
                <a:gd name="connsiteY126-1646" fmla="*/ 3945 h 10714"/>
                <a:gd name="connsiteX127-1647" fmla="*/ 7796 w 10000"/>
                <a:gd name="connsiteY127-1648" fmla="*/ 4014 h 10714"/>
                <a:gd name="connsiteX128-1649" fmla="*/ 7533 w 10000"/>
                <a:gd name="connsiteY128-1650" fmla="*/ 4064 h 10714"/>
                <a:gd name="connsiteX129-1651" fmla="*/ 7479 w 10000"/>
                <a:gd name="connsiteY129-1652" fmla="*/ 4184 h 10714"/>
                <a:gd name="connsiteX130-1653" fmla="*/ 7404 w 10000"/>
                <a:gd name="connsiteY130-1654" fmla="*/ 4324 h 10714"/>
                <a:gd name="connsiteX131-1655" fmla="*/ 7321 w 10000"/>
                <a:gd name="connsiteY131-1656" fmla="*/ 4470 h 10714"/>
                <a:gd name="connsiteX132-1657" fmla="*/ 7213 w 10000"/>
                <a:gd name="connsiteY132-1658" fmla="*/ 4628 h 10714"/>
                <a:gd name="connsiteX133-1659" fmla="*/ 7100 w 10000"/>
                <a:gd name="connsiteY133-1660" fmla="*/ 4794 h 10714"/>
                <a:gd name="connsiteX134-1661" fmla="*/ 6979 w 10000"/>
                <a:gd name="connsiteY134-1662" fmla="*/ 4958 h 10714"/>
                <a:gd name="connsiteX135-1663" fmla="*/ 6850 w 10000"/>
                <a:gd name="connsiteY135-1664" fmla="*/ 5113 h 10714"/>
                <a:gd name="connsiteX136-1665" fmla="*/ 6721 w 10000"/>
                <a:gd name="connsiteY136-1666" fmla="*/ 5265 h 10714"/>
                <a:gd name="connsiteX137-1667" fmla="*/ 6600 w 10000"/>
                <a:gd name="connsiteY137-1668" fmla="*/ 5405 h 10714"/>
                <a:gd name="connsiteX138-1669" fmla="*/ 6471 w 10000"/>
                <a:gd name="connsiteY138-1670" fmla="*/ 5530 h 10714"/>
                <a:gd name="connsiteX139-1671" fmla="*/ 6358 w 10000"/>
                <a:gd name="connsiteY139-1672" fmla="*/ 5641 h 10714"/>
                <a:gd name="connsiteX140-1673" fmla="*/ 6250 w 10000"/>
                <a:gd name="connsiteY140-1674" fmla="*/ 5721 h 10714"/>
                <a:gd name="connsiteX141-1675" fmla="*/ 6267 w 10000"/>
                <a:gd name="connsiteY141-1676" fmla="*/ 5781 h 10714"/>
                <a:gd name="connsiteX142-1677" fmla="*/ 6296 w 10000"/>
                <a:gd name="connsiteY142-1678" fmla="*/ 5793 h 10714"/>
                <a:gd name="connsiteX143-1679" fmla="*/ 6479 w 10000"/>
                <a:gd name="connsiteY143-1680" fmla="*/ 5754 h 10714"/>
                <a:gd name="connsiteX144-1681" fmla="*/ 6663 w 10000"/>
                <a:gd name="connsiteY144-1682" fmla="*/ 5736 h 10714"/>
                <a:gd name="connsiteX145-1683" fmla="*/ 6858 w 10000"/>
                <a:gd name="connsiteY145-1684" fmla="*/ 5736 h 10714"/>
                <a:gd name="connsiteX146-1685" fmla="*/ 7046 w 10000"/>
                <a:gd name="connsiteY146-1686" fmla="*/ 5742 h 10714"/>
                <a:gd name="connsiteX147-1687" fmla="*/ 7246 w 10000"/>
                <a:gd name="connsiteY147-1688" fmla="*/ 5748 h 10714"/>
                <a:gd name="connsiteX148-1689" fmla="*/ 7425 w 10000"/>
                <a:gd name="connsiteY148-1690" fmla="*/ 5748 h 10714"/>
                <a:gd name="connsiteX149-1691" fmla="*/ 7600 w 10000"/>
                <a:gd name="connsiteY149-1692" fmla="*/ 5733 h 10714"/>
                <a:gd name="connsiteX150-1693" fmla="*/ 7950 w 10000"/>
                <a:gd name="connsiteY150-1694" fmla="*/ 5673 h 10714"/>
                <a:gd name="connsiteX151-1695" fmla="*/ 8275 w 10000"/>
                <a:gd name="connsiteY151-1696" fmla="*/ 5596 h 10714"/>
                <a:gd name="connsiteX152-1697" fmla="*/ 8579 w 10000"/>
                <a:gd name="connsiteY152-1698" fmla="*/ 5504 h 10714"/>
                <a:gd name="connsiteX153-1699" fmla="*/ 8858 w 10000"/>
                <a:gd name="connsiteY153-1700" fmla="*/ 5390 h 10714"/>
                <a:gd name="connsiteX154-1701" fmla="*/ 9117 w 10000"/>
                <a:gd name="connsiteY154-1702" fmla="*/ 5265 h 10714"/>
                <a:gd name="connsiteX155-1703" fmla="*/ 9350 w 10000"/>
                <a:gd name="connsiteY155-1704" fmla="*/ 5119 h 10714"/>
                <a:gd name="connsiteX156-1705" fmla="*/ 9563 w 10000"/>
                <a:gd name="connsiteY156-1706" fmla="*/ 4967 h 10714"/>
                <a:gd name="connsiteX157-1707" fmla="*/ 9758 w 10000"/>
                <a:gd name="connsiteY157-1708" fmla="*/ 4794 h 10714"/>
                <a:gd name="connsiteX158-1709" fmla="*/ 9933 w 10000"/>
                <a:gd name="connsiteY158-1710" fmla="*/ 4610 h 10714"/>
                <a:gd name="connsiteX159-1711" fmla="*/ 10000 w 10000"/>
                <a:gd name="connsiteY159-1712" fmla="*/ 4648 h 10714"/>
                <a:gd name="connsiteX160-1713" fmla="*/ 10000 w 10000"/>
                <a:gd name="connsiteY160-1714" fmla="*/ 4660 h 10714"/>
                <a:gd name="connsiteX161-1715" fmla="*/ 9904 w 10000"/>
                <a:gd name="connsiteY161-1716" fmla="*/ 4827 h 10714"/>
                <a:gd name="connsiteX162-1717" fmla="*/ 9767 w 10000"/>
                <a:gd name="connsiteY162-1718" fmla="*/ 5000 h 10714"/>
                <a:gd name="connsiteX163-1719" fmla="*/ 9600 w 10000"/>
                <a:gd name="connsiteY163-1720" fmla="*/ 5173 h 10714"/>
                <a:gd name="connsiteX164-1721" fmla="*/ 9404 w 10000"/>
                <a:gd name="connsiteY164-1722" fmla="*/ 5343 h 10714"/>
                <a:gd name="connsiteX165-1723" fmla="*/ 9183 w 10000"/>
                <a:gd name="connsiteY165-1724" fmla="*/ 5504 h 10714"/>
                <a:gd name="connsiteX166-1725" fmla="*/ 8950 w 10000"/>
                <a:gd name="connsiteY166-1726" fmla="*/ 5662 h 10714"/>
                <a:gd name="connsiteX167-1727" fmla="*/ 8704 w 10000"/>
                <a:gd name="connsiteY167-1728" fmla="*/ 5802 h 10714"/>
                <a:gd name="connsiteX168-1729" fmla="*/ 8463 w 10000"/>
                <a:gd name="connsiteY168-1730" fmla="*/ 5927 h 10714"/>
                <a:gd name="connsiteX169-1731" fmla="*/ 8229 w 10000"/>
                <a:gd name="connsiteY169-1732" fmla="*/ 6025 h 10714"/>
                <a:gd name="connsiteX170-1733" fmla="*/ 8000 w 10000"/>
                <a:gd name="connsiteY170-1734" fmla="*/ 6105 h 10714"/>
                <a:gd name="connsiteX171-1735" fmla="*/ 7879 w 10000"/>
                <a:gd name="connsiteY171-1736" fmla="*/ 6132 h 10714"/>
                <a:gd name="connsiteX172-1737" fmla="*/ 7729 w 10000"/>
                <a:gd name="connsiteY172-1738" fmla="*/ 6153 h 10714"/>
                <a:gd name="connsiteX173-1739" fmla="*/ 7563 w 10000"/>
                <a:gd name="connsiteY173-1740" fmla="*/ 6177 h 10714"/>
                <a:gd name="connsiteX174-1741" fmla="*/ 7388 w 10000"/>
                <a:gd name="connsiteY174-1742" fmla="*/ 6198 h 10714"/>
                <a:gd name="connsiteX175-1743" fmla="*/ 7204 w 10000"/>
                <a:gd name="connsiteY175-1744" fmla="*/ 6219 h 10714"/>
                <a:gd name="connsiteX176-1745" fmla="*/ 7017 w 10000"/>
                <a:gd name="connsiteY176-1746" fmla="*/ 6240 h 10714"/>
                <a:gd name="connsiteX177-1747" fmla="*/ 6842 w 10000"/>
                <a:gd name="connsiteY177-1748" fmla="*/ 6263 h 10714"/>
                <a:gd name="connsiteX178-1749" fmla="*/ 6675 w 10000"/>
                <a:gd name="connsiteY178-1750" fmla="*/ 6290 h 10714"/>
                <a:gd name="connsiteX179-1751" fmla="*/ 6517 w 10000"/>
                <a:gd name="connsiteY179-1752" fmla="*/ 6329 h 10714"/>
                <a:gd name="connsiteX180-1753" fmla="*/ 6388 w 10000"/>
                <a:gd name="connsiteY180-1754" fmla="*/ 6365 h 10714"/>
                <a:gd name="connsiteX181-1755" fmla="*/ 6288 w 10000"/>
                <a:gd name="connsiteY181-1756" fmla="*/ 6415 h 10714"/>
                <a:gd name="connsiteX182-1757" fmla="*/ 6213 w 10000"/>
                <a:gd name="connsiteY182-1758" fmla="*/ 6475 h 10714"/>
                <a:gd name="connsiteX183-1759" fmla="*/ 6092 w 10000"/>
                <a:gd name="connsiteY183-1760" fmla="*/ 6648 h 10714"/>
                <a:gd name="connsiteX184-1761" fmla="*/ 6008 w 10000"/>
                <a:gd name="connsiteY184-1762" fmla="*/ 6836 h 10714"/>
                <a:gd name="connsiteX185-1763" fmla="*/ 5942 w 10000"/>
                <a:gd name="connsiteY185-1764" fmla="*/ 7032 h 10714"/>
                <a:gd name="connsiteX186-1765" fmla="*/ 5904 w 10000"/>
                <a:gd name="connsiteY186-1766" fmla="*/ 7232 h 10714"/>
                <a:gd name="connsiteX187-1767" fmla="*/ 5888 w 10000"/>
                <a:gd name="connsiteY187-1768" fmla="*/ 7443 h 10714"/>
                <a:gd name="connsiteX188-1769" fmla="*/ 5879 w 10000"/>
                <a:gd name="connsiteY188-1770" fmla="*/ 7655 h 10714"/>
                <a:gd name="connsiteX189-1771" fmla="*/ 5888 w 10000"/>
                <a:gd name="connsiteY189-1772" fmla="*/ 7867 h 10714"/>
                <a:gd name="connsiteX190-1773" fmla="*/ 5904 w 10000"/>
                <a:gd name="connsiteY190-1774" fmla="*/ 8084 h 10714"/>
                <a:gd name="connsiteX191-1775" fmla="*/ 5925 w 10000"/>
                <a:gd name="connsiteY191-1776" fmla="*/ 8299 h 10714"/>
                <a:gd name="connsiteX192-1777" fmla="*/ 5950 w 10000"/>
                <a:gd name="connsiteY192-1778" fmla="*/ 8510 h 10714"/>
                <a:gd name="connsiteX193-1779" fmla="*/ 5954 w 10000"/>
                <a:gd name="connsiteY193-1780" fmla="*/ 8820 h 10714"/>
                <a:gd name="connsiteX194-1781" fmla="*/ 5933 w 10000"/>
                <a:gd name="connsiteY194-1782" fmla="*/ 9130 h 10714"/>
                <a:gd name="connsiteX195-1783" fmla="*/ 5896 w 10000"/>
                <a:gd name="connsiteY195-1784" fmla="*/ 9428 h 10714"/>
                <a:gd name="connsiteX196-1785" fmla="*/ 5850 w 10000"/>
                <a:gd name="connsiteY196-1786" fmla="*/ 9720 h 10714"/>
                <a:gd name="connsiteX197-1787" fmla="*/ 5756 w 10000"/>
                <a:gd name="connsiteY197-1788" fmla="*/ 10714 h 10714"/>
                <a:gd name="connsiteX198-1789" fmla="*/ 4117 w 10000"/>
                <a:gd name="connsiteY198-1790" fmla="*/ 10686 h 10714"/>
                <a:gd name="connsiteX199-1791" fmla="*/ 3043 w 10000"/>
                <a:gd name="connsiteY199-1792" fmla="*/ 9881 h 10714"/>
                <a:gd name="connsiteX200-1793" fmla="*/ 4546 w 10000"/>
                <a:gd name="connsiteY200-1794" fmla="*/ 9848 h 10714"/>
                <a:gd name="connsiteX201-1795" fmla="*/ 4629 w 10000"/>
                <a:gd name="connsiteY201-1796" fmla="*/ 9687 h 10714"/>
                <a:gd name="connsiteX202-1797" fmla="*/ 4700 w 10000"/>
                <a:gd name="connsiteY202-1798" fmla="*/ 9508 h 10714"/>
                <a:gd name="connsiteX203-1799" fmla="*/ 4767 w 10000"/>
                <a:gd name="connsiteY203-1800" fmla="*/ 9309 h 10714"/>
                <a:gd name="connsiteX204-1801" fmla="*/ 4829 w 10000"/>
                <a:gd name="connsiteY204-1802" fmla="*/ 9097 h 10714"/>
                <a:gd name="connsiteX205-1803" fmla="*/ 4879 w 10000"/>
                <a:gd name="connsiteY205-1804" fmla="*/ 8868 h 10714"/>
                <a:gd name="connsiteX206-1805" fmla="*/ 4917 w 10000"/>
                <a:gd name="connsiteY206-1806" fmla="*/ 8635 h 10714"/>
                <a:gd name="connsiteX207-1807" fmla="*/ 4954 w 10000"/>
                <a:gd name="connsiteY207-1808" fmla="*/ 8391 h 10714"/>
                <a:gd name="connsiteX208-1809" fmla="*/ 4979 w 10000"/>
                <a:gd name="connsiteY208-1810" fmla="*/ 8144 h 10714"/>
                <a:gd name="connsiteX209-1811" fmla="*/ 5000 w 10000"/>
                <a:gd name="connsiteY209-1812" fmla="*/ 7887 h 10714"/>
                <a:gd name="connsiteX210-1813" fmla="*/ 5000 w 10000"/>
                <a:gd name="connsiteY210-1814" fmla="*/ 7634 h 10714"/>
                <a:gd name="connsiteX211-1815" fmla="*/ 5000 w 10000"/>
                <a:gd name="connsiteY211-1816" fmla="*/ 7384 h 10714"/>
                <a:gd name="connsiteX212-1817" fmla="*/ 4979 w 10000"/>
                <a:gd name="connsiteY212-1818" fmla="*/ 7133 h 10714"/>
                <a:gd name="connsiteX213-1819" fmla="*/ 4950 w 10000"/>
                <a:gd name="connsiteY213-1820" fmla="*/ 6892 h 10714"/>
                <a:gd name="connsiteX214-1821" fmla="*/ 4913 w 10000"/>
                <a:gd name="connsiteY214-1822" fmla="*/ 6657 h 10714"/>
                <a:gd name="connsiteX215-1823" fmla="*/ 4858 w 10000"/>
                <a:gd name="connsiteY215-1824" fmla="*/ 6430 h 10714"/>
                <a:gd name="connsiteX216-1825" fmla="*/ 4783 w 10000"/>
                <a:gd name="connsiteY216-1826" fmla="*/ 6219 h 10714"/>
                <a:gd name="connsiteX217-1827" fmla="*/ 4700 w 10000"/>
                <a:gd name="connsiteY217-1828" fmla="*/ 6019 h 10714"/>
                <a:gd name="connsiteX218-1829" fmla="*/ 4600 w 10000"/>
                <a:gd name="connsiteY218-1830" fmla="*/ 5840 h 10714"/>
                <a:gd name="connsiteX219-1831" fmla="*/ 4488 w 10000"/>
                <a:gd name="connsiteY219-1832" fmla="*/ 5682 h 10714"/>
                <a:gd name="connsiteX220-1833" fmla="*/ 4358 w 10000"/>
                <a:gd name="connsiteY220-1834" fmla="*/ 5542 h 10714"/>
                <a:gd name="connsiteX221-1835" fmla="*/ 4213 w 10000"/>
                <a:gd name="connsiteY221-1836" fmla="*/ 5429 h 10714"/>
                <a:gd name="connsiteX222-1837" fmla="*/ 4046 w 10000"/>
                <a:gd name="connsiteY222-1838" fmla="*/ 5343 h 10714"/>
                <a:gd name="connsiteX223-1839" fmla="*/ 3904 w 10000"/>
                <a:gd name="connsiteY223-1840" fmla="*/ 5292 h 10714"/>
                <a:gd name="connsiteX224-1841" fmla="*/ 3746 w 10000"/>
                <a:gd name="connsiteY224-1842" fmla="*/ 5271 h 10714"/>
                <a:gd name="connsiteX225-1843" fmla="*/ 3583 w 10000"/>
                <a:gd name="connsiteY225-1844" fmla="*/ 5271 h 10714"/>
                <a:gd name="connsiteX226-1845" fmla="*/ 3413 w 10000"/>
                <a:gd name="connsiteY226-1846" fmla="*/ 5286 h 10714"/>
                <a:gd name="connsiteX227-1847" fmla="*/ 3246 w 10000"/>
                <a:gd name="connsiteY227-1848" fmla="*/ 5310 h 10714"/>
                <a:gd name="connsiteX228-1849" fmla="*/ 3079 w 10000"/>
                <a:gd name="connsiteY228-1850" fmla="*/ 5343 h 10714"/>
                <a:gd name="connsiteX229-1851" fmla="*/ 2913 w 10000"/>
                <a:gd name="connsiteY229-1852" fmla="*/ 5369 h 10714"/>
                <a:gd name="connsiteX230-1853" fmla="*/ 2750 w 10000"/>
                <a:gd name="connsiteY230-1854" fmla="*/ 5396 h 10714"/>
                <a:gd name="connsiteX231-1855" fmla="*/ 2600 w 10000"/>
                <a:gd name="connsiteY231-1856" fmla="*/ 5411 h 10714"/>
                <a:gd name="connsiteX232-1857" fmla="*/ 2258 w 10000"/>
                <a:gd name="connsiteY232-1858" fmla="*/ 5423 h 10714"/>
                <a:gd name="connsiteX233-1859" fmla="*/ 1925 w 10000"/>
                <a:gd name="connsiteY233-1860" fmla="*/ 5411 h 10714"/>
                <a:gd name="connsiteX234-1861" fmla="*/ 1617 w 10000"/>
                <a:gd name="connsiteY234-1862" fmla="*/ 5384 h 10714"/>
                <a:gd name="connsiteX235-1863" fmla="*/ 1321 w 10000"/>
                <a:gd name="connsiteY235-1864" fmla="*/ 5346 h 10714"/>
                <a:gd name="connsiteX236-1865" fmla="*/ 1033 w 10000"/>
                <a:gd name="connsiteY236-1866" fmla="*/ 5298 h 10714"/>
                <a:gd name="connsiteX237-1867" fmla="*/ 758 w 10000"/>
                <a:gd name="connsiteY237-1868" fmla="*/ 5250 h 10714"/>
                <a:gd name="connsiteX238-1869" fmla="*/ 500 w 10000"/>
                <a:gd name="connsiteY238-1870" fmla="*/ 5197 h 10714"/>
                <a:gd name="connsiteX239-1871" fmla="*/ 517 w 10000"/>
                <a:gd name="connsiteY239-1872" fmla="*/ 5137 h 10714"/>
                <a:gd name="connsiteX240-1873" fmla="*/ 871 w 10000"/>
                <a:gd name="connsiteY240-1874" fmla="*/ 5173 h 10714"/>
                <a:gd name="connsiteX241-1875" fmla="*/ 1221 w 10000"/>
                <a:gd name="connsiteY241-1876" fmla="*/ 5197 h 10714"/>
                <a:gd name="connsiteX242-1877" fmla="*/ 1563 w 10000"/>
                <a:gd name="connsiteY242-1878" fmla="*/ 5206 h 10714"/>
                <a:gd name="connsiteX243-1879" fmla="*/ 1896 w 10000"/>
                <a:gd name="connsiteY243-1880" fmla="*/ 5197 h 10714"/>
                <a:gd name="connsiteX244-1881" fmla="*/ 2221 w 10000"/>
                <a:gd name="connsiteY244-1882" fmla="*/ 5164 h 10714"/>
                <a:gd name="connsiteX245-1883" fmla="*/ 2538 w 10000"/>
                <a:gd name="connsiteY245-1884" fmla="*/ 5113 h 10714"/>
                <a:gd name="connsiteX246-1885" fmla="*/ 2842 w 10000"/>
                <a:gd name="connsiteY246-1886" fmla="*/ 5045 h 10714"/>
                <a:gd name="connsiteX247-1887" fmla="*/ 3129 w 10000"/>
                <a:gd name="connsiteY247-1888" fmla="*/ 4946 h 10714"/>
                <a:gd name="connsiteX248-1889" fmla="*/ 3500 w 10000"/>
                <a:gd name="connsiteY248-1890" fmla="*/ 4815 h 10714"/>
                <a:gd name="connsiteX249-1891" fmla="*/ 2821 w 10000"/>
                <a:gd name="connsiteY249-1892" fmla="*/ 4389 h 10714"/>
                <a:gd name="connsiteX250-1893" fmla="*/ 2213 w 10000"/>
                <a:gd name="connsiteY250-1894" fmla="*/ 3912 h 10714"/>
                <a:gd name="connsiteX251-1895" fmla="*/ 1879 w 10000"/>
                <a:gd name="connsiteY251-1896" fmla="*/ 3939 h 10714"/>
                <a:gd name="connsiteX252-1897" fmla="*/ 1554 w 10000"/>
                <a:gd name="connsiteY252-1898" fmla="*/ 3939 h 10714"/>
                <a:gd name="connsiteX253-1899" fmla="*/ 1258 w 10000"/>
                <a:gd name="connsiteY253-1900" fmla="*/ 3912 h 10714"/>
                <a:gd name="connsiteX254-1901" fmla="*/ 979 w 10000"/>
                <a:gd name="connsiteY254-1902" fmla="*/ 3856 h 10714"/>
                <a:gd name="connsiteX255-1903" fmla="*/ 721 w 10000"/>
                <a:gd name="connsiteY255-1904" fmla="*/ 3775 h 10714"/>
                <a:gd name="connsiteX256-1905" fmla="*/ 496 w 10000"/>
                <a:gd name="connsiteY256-1906" fmla="*/ 3674 h 10714"/>
                <a:gd name="connsiteX257-1907" fmla="*/ 296 w 10000"/>
                <a:gd name="connsiteY257-1908" fmla="*/ 3549 h 10714"/>
                <a:gd name="connsiteX258-1909" fmla="*/ 129 w 10000"/>
                <a:gd name="connsiteY258-1910" fmla="*/ 3403 h 10714"/>
                <a:gd name="connsiteX259-1911" fmla="*/ 0 w 10000"/>
                <a:gd name="connsiteY259-1912" fmla="*/ 3245 h 10714"/>
                <a:gd name="connsiteX260-1913" fmla="*/ 17 w 10000"/>
                <a:gd name="connsiteY260-1914" fmla="*/ 3218 h 10714"/>
                <a:gd name="connsiteX261-1915" fmla="*/ 71 w 10000"/>
                <a:gd name="connsiteY261-1916" fmla="*/ 3245 h 10714"/>
                <a:gd name="connsiteX262-1917" fmla="*/ 138 w 10000"/>
                <a:gd name="connsiteY262-1918" fmla="*/ 3349 h 10714"/>
                <a:gd name="connsiteX263-1919" fmla="*/ 246 w 10000"/>
                <a:gd name="connsiteY263-1920" fmla="*/ 3439 h 10714"/>
                <a:gd name="connsiteX264-1921" fmla="*/ 379 w 10000"/>
                <a:gd name="connsiteY264-1922" fmla="*/ 3528 h 10714"/>
                <a:gd name="connsiteX265-1923" fmla="*/ 538 w 10000"/>
                <a:gd name="connsiteY265-1924" fmla="*/ 3597 h 10714"/>
                <a:gd name="connsiteX266-1925" fmla="*/ 721 w 10000"/>
                <a:gd name="connsiteY266-1926" fmla="*/ 3656 h 10714"/>
                <a:gd name="connsiteX267-1927" fmla="*/ 913 w 10000"/>
                <a:gd name="connsiteY267-1928" fmla="*/ 3701 h 10714"/>
                <a:gd name="connsiteX268-1929" fmla="*/ 1117 w 10000"/>
                <a:gd name="connsiteY268-1930" fmla="*/ 3728 h 10714"/>
                <a:gd name="connsiteX269-1931" fmla="*/ 1329 w 10000"/>
                <a:gd name="connsiteY269-1932" fmla="*/ 3737 h 10714"/>
                <a:gd name="connsiteX270-1933" fmla="*/ 1533 w 10000"/>
                <a:gd name="connsiteY270-1934" fmla="*/ 3734 h 10714"/>
                <a:gd name="connsiteX271-1935" fmla="*/ 1646 w 10000"/>
                <a:gd name="connsiteY271-1936" fmla="*/ 3722 h 10714"/>
                <a:gd name="connsiteX272-1937" fmla="*/ 1746 w 10000"/>
                <a:gd name="connsiteY272-1938" fmla="*/ 3722 h 10714"/>
                <a:gd name="connsiteX273-1939" fmla="*/ 1833 w 10000"/>
                <a:gd name="connsiteY273-1940" fmla="*/ 3710 h 10714"/>
                <a:gd name="connsiteX274-1941" fmla="*/ 1917 w 10000"/>
                <a:gd name="connsiteY274-1942" fmla="*/ 3695 h 10714"/>
                <a:gd name="connsiteX275-1943" fmla="*/ 1988 w 10000"/>
                <a:gd name="connsiteY275-1944" fmla="*/ 3662 h 10714"/>
                <a:gd name="connsiteX276-1945" fmla="*/ 1788 w 10000"/>
                <a:gd name="connsiteY276-1946" fmla="*/ 3391 h 10714"/>
                <a:gd name="connsiteX277-1947" fmla="*/ 1617 w 10000"/>
                <a:gd name="connsiteY277-1948" fmla="*/ 3126 h 10714"/>
                <a:gd name="connsiteX278-1949" fmla="*/ 1454 w 10000"/>
                <a:gd name="connsiteY278-1950" fmla="*/ 2849 h 10714"/>
                <a:gd name="connsiteX279-1951" fmla="*/ 1313 w 10000"/>
                <a:gd name="connsiteY279-1952" fmla="*/ 2563 h 10714"/>
                <a:gd name="connsiteX280-1953" fmla="*/ 1175 w 10000"/>
                <a:gd name="connsiteY280-1954" fmla="*/ 2253 h 10714"/>
                <a:gd name="connsiteX281-1955" fmla="*/ 1046 w 10000"/>
                <a:gd name="connsiteY281-1956" fmla="*/ 1919 h 10714"/>
                <a:gd name="connsiteX282-1957" fmla="*/ 1033 w 10000"/>
                <a:gd name="connsiteY282-1958" fmla="*/ 1859 h 10714"/>
                <a:gd name="connsiteX283-1959" fmla="*/ 1000 w 10000"/>
                <a:gd name="connsiteY283-1960" fmla="*/ 1776 h 10714"/>
                <a:gd name="connsiteX284-1961" fmla="*/ 979 w 10000"/>
                <a:gd name="connsiteY284-1962" fmla="*/ 1684 h 10714"/>
                <a:gd name="connsiteX285-1963" fmla="*/ 950 w 10000"/>
                <a:gd name="connsiteY285-1964" fmla="*/ 1591 h 10714"/>
                <a:gd name="connsiteX286-1965" fmla="*/ 925 w 10000"/>
                <a:gd name="connsiteY286-1966" fmla="*/ 1490 h 10714"/>
                <a:gd name="connsiteX287-1967" fmla="*/ 917 w 10000"/>
                <a:gd name="connsiteY287-1968" fmla="*/ 1397 h 10714"/>
                <a:gd name="connsiteX288-1969" fmla="*/ 917 w 10000"/>
                <a:gd name="connsiteY288-1970" fmla="*/ 1311 h 10714"/>
                <a:gd name="connsiteX289-1971" fmla="*/ 933 w 10000"/>
                <a:gd name="connsiteY289-1972" fmla="*/ 1234 h 10714"/>
                <a:gd name="connsiteX290-1973" fmla="*/ 963 w 10000"/>
                <a:gd name="connsiteY290-1974" fmla="*/ 1180 h 10714"/>
                <a:gd name="connsiteX291-1975" fmla="*/ 1000 w 10000"/>
                <a:gd name="connsiteY291-1976" fmla="*/ 1192 h 10714"/>
                <a:gd name="connsiteX292-1977" fmla="*/ 1033 w 10000"/>
                <a:gd name="connsiteY292-1978" fmla="*/ 1496 h 10714"/>
                <a:gd name="connsiteX293-1979" fmla="*/ 1108 w 10000"/>
                <a:gd name="connsiteY293-1980" fmla="*/ 1800 h 10714"/>
                <a:gd name="connsiteX294-1981" fmla="*/ 1221 w 10000"/>
                <a:gd name="connsiteY294-1982" fmla="*/ 2098 h 10714"/>
                <a:gd name="connsiteX295-1983" fmla="*/ 1358 w 10000"/>
                <a:gd name="connsiteY295-1984" fmla="*/ 2372 h 10714"/>
                <a:gd name="connsiteX296-1985" fmla="*/ 1508 w 10000"/>
                <a:gd name="connsiteY296-1986" fmla="*/ 2628 h 10714"/>
                <a:gd name="connsiteX297-1987" fmla="*/ 1646 w 10000"/>
                <a:gd name="connsiteY297-1988" fmla="*/ 2795 h 10714"/>
                <a:gd name="connsiteX298-1989" fmla="*/ 1629 w 10000"/>
                <a:gd name="connsiteY298-1990" fmla="*/ 2801 h 10714"/>
                <a:gd name="connsiteX299-1991" fmla="*/ 1629 w 10000"/>
                <a:gd name="connsiteY299-1992" fmla="*/ 2807 h 10714"/>
                <a:gd name="connsiteX300-1993" fmla="*/ 1638 w 10000"/>
                <a:gd name="connsiteY300-1994" fmla="*/ 2813 h 10714"/>
                <a:gd name="connsiteX301-1995" fmla="*/ 1646 w 10000"/>
                <a:gd name="connsiteY301-1996" fmla="*/ 2816 h 10714"/>
                <a:gd name="connsiteX302-1997" fmla="*/ 1663 w 10000"/>
                <a:gd name="connsiteY302-1998" fmla="*/ 2822 h 10714"/>
                <a:gd name="connsiteX303-1999" fmla="*/ 1667 w 10000"/>
                <a:gd name="connsiteY303-2000" fmla="*/ 2834 h 10714"/>
                <a:gd name="connsiteX304-2001" fmla="*/ 1675 w 10000"/>
                <a:gd name="connsiteY304-2002" fmla="*/ 2840 h 10714"/>
                <a:gd name="connsiteX305-2003" fmla="*/ 1683 w 10000"/>
                <a:gd name="connsiteY305-2004" fmla="*/ 2849 h 10714"/>
                <a:gd name="connsiteX306-2005" fmla="*/ 1683 w 10000"/>
                <a:gd name="connsiteY306-2006" fmla="*/ 2843 h 10714"/>
                <a:gd name="connsiteX307-2007" fmla="*/ 1675 w 10000"/>
                <a:gd name="connsiteY307-2008" fmla="*/ 2840 h 10714"/>
                <a:gd name="connsiteX308-2009" fmla="*/ 1675 w 10000"/>
                <a:gd name="connsiteY308-2010" fmla="*/ 2840 h 10714"/>
                <a:gd name="connsiteX309-2011" fmla="*/ 1646 w 10000"/>
                <a:gd name="connsiteY309-2012" fmla="*/ 2795 h 10714"/>
                <a:gd name="connsiteX310-2013" fmla="*/ 1746 w 10000"/>
                <a:gd name="connsiteY310-2014" fmla="*/ 2741 h 10714"/>
                <a:gd name="connsiteX311-2015" fmla="*/ 1842 w 10000"/>
                <a:gd name="connsiteY311-2016" fmla="*/ 2649 h 10714"/>
                <a:gd name="connsiteX312-2017" fmla="*/ 1933 w 10000"/>
                <a:gd name="connsiteY312-2018" fmla="*/ 2542 h 10714"/>
                <a:gd name="connsiteX313-2019" fmla="*/ 2017 w 10000"/>
                <a:gd name="connsiteY313-2020" fmla="*/ 2411 h 10714"/>
                <a:gd name="connsiteX314-2021" fmla="*/ 2092 w 10000"/>
                <a:gd name="connsiteY314-2022" fmla="*/ 2265 h 10714"/>
                <a:gd name="connsiteX315-2023" fmla="*/ 2163 w 10000"/>
                <a:gd name="connsiteY315-2024" fmla="*/ 2113 h 10714"/>
                <a:gd name="connsiteX316-2025" fmla="*/ 2221 w 10000"/>
                <a:gd name="connsiteY316-2026" fmla="*/ 1955 h 10714"/>
                <a:gd name="connsiteX317-2027" fmla="*/ 2275 w 10000"/>
                <a:gd name="connsiteY317-2028" fmla="*/ 1803 h 10714"/>
                <a:gd name="connsiteX318-2029" fmla="*/ 2321 w 10000"/>
                <a:gd name="connsiteY318-2030" fmla="*/ 1657 h 10714"/>
                <a:gd name="connsiteX319-2031" fmla="*/ 2329 w 10000"/>
                <a:gd name="connsiteY319-2032" fmla="*/ 1853 h 10714"/>
                <a:gd name="connsiteX320-2033" fmla="*/ 2321 w 10000"/>
                <a:gd name="connsiteY320-2034" fmla="*/ 2032 h 10714"/>
                <a:gd name="connsiteX321-2035" fmla="*/ 2283 w 10000"/>
                <a:gd name="connsiteY321-2036" fmla="*/ 2199 h 10714"/>
                <a:gd name="connsiteX322-2037" fmla="*/ 2229 w 10000"/>
                <a:gd name="connsiteY322-2038" fmla="*/ 2366 h 10714"/>
                <a:gd name="connsiteX323-2039" fmla="*/ 2154 w 10000"/>
                <a:gd name="connsiteY323-2040" fmla="*/ 2524 h 10714"/>
                <a:gd name="connsiteX324-2041" fmla="*/ 2046 w 10000"/>
                <a:gd name="connsiteY324-2042" fmla="*/ 2682 h 10714"/>
                <a:gd name="connsiteX325-2043" fmla="*/ 1796 w 10000"/>
                <a:gd name="connsiteY325-2044" fmla="*/ 3027 h 10714"/>
                <a:gd name="connsiteX326-2045" fmla="*/ 2054 w 10000"/>
                <a:gd name="connsiteY326-2046" fmla="*/ 3305 h 10714"/>
                <a:gd name="connsiteX327-2047" fmla="*/ 2333 w 10000"/>
                <a:gd name="connsiteY327-2048" fmla="*/ 3564 h 10714"/>
                <a:gd name="connsiteX328-2049" fmla="*/ 2638 w 10000"/>
                <a:gd name="connsiteY328-2050" fmla="*/ 3808 h 10714"/>
                <a:gd name="connsiteX329-2051" fmla="*/ 2963 w 10000"/>
                <a:gd name="connsiteY329-2052" fmla="*/ 4032 h 10714"/>
                <a:gd name="connsiteX330-2053" fmla="*/ 4129 w 10000"/>
                <a:gd name="connsiteY330-2054" fmla="*/ 4610 h 10714"/>
                <a:gd name="connsiteX331-2055" fmla="*/ 4167 w 10000"/>
                <a:gd name="connsiteY331-2056" fmla="*/ 4589 h 10714"/>
                <a:gd name="connsiteX332-2057" fmla="*/ 4071 w 10000"/>
                <a:gd name="connsiteY332-2058" fmla="*/ 4333 h 10714"/>
                <a:gd name="connsiteX333-2059" fmla="*/ 3996 w 10000"/>
                <a:gd name="connsiteY333-2060" fmla="*/ 4058 h 10714"/>
                <a:gd name="connsiteX334-2061" fmla="*/ 3933 w 10000"/>
                <a:gd name="connsiteY334-2062" fmla="*/ 3760 h 10714"/>
                <a:gd name="connsiteX335-2063" fmla="*/ 3904 w 10000"/>
                <a:gd name="connsiteY335-2064" fmla="*/ 3456 h 10714"/>
                <a:gd name="connsiteX336-2065" fmla="*/ 3879 w 10000"/>
                <a:gd name="connsiteY336-2066" fmla="*/ 3138 h 10714"/>
                <a:gd name="connsiteX337-2067" fmla="*/ 3879 w 10000"/>
                <a:gd name="connsiteY337-2068" fmla="*/ 2813 h 10714"/>
                <a:gd name="connsiteX338-2069" fmla="*/ 3896 w 10000"/>
                <a:gd name="connsiteY338-2070" fmla="*/ 2485 h 10714"/>
                <a:gd name="connsiteX339-2071" fmla="*/ 3933 w 10000"/>
                <a:gd name="connsiteY339-2072" fmla="*/ 2160 h 10714"/>
                <a:gd name="connsiteX340-2073" fmla="*/ 3988 w 10000"/>
                <a:gd name="connsiteY340-2074" fmla="*/ 1836 h 10714"/>
                <a:gd name="connsiteX341-2075" fmla="*/ 4046 w 10000"/>
                <a:gd name="connsiteY341-2076" fmla="*/ 1523 h 10714"/>
                <a:gd name="connsiteX342-2077" fmla="*/ 4129 w 10000"/>
                <a:gd name="connsiteY342-2078" fmla="*/ 1219 h 10714"/>
                <a:gd name="connsiteX343-2079" fmla="*/ 4229 w 10000"/>
                <a:gd name="connsiteY343-2080" fmla="*/ 933 h 10714"/>
                <a:gd name="connsiteX344-2081" fmla="*/ 4333 w 10000"/>
                <a:gd name="connsiteY344-2082" fmla="*/ 662 h 10714"/>
                <a:gd name="connsiteX345-2083" fmla="*/ 4454 w 10000"/>
                <a:gd name="connsiteY345-2084" fmla="*/ 417 h 10714"/>
                <a:gd name="connsiteX346-2085" fmla="*/ 4583 w 10000"/>
                <a:gd name="connsiteY346-2086" fmla="*/ 194 h 10714"/>
                <a:gd name="connsiteX347-2087" fmla="*/ 4738 w 10000"/>
                <a:gd name="connsiteY347-2088" fmla="*/ 0 h 10714"/>
                <a:gd name="connsiteX0-2089" fmla="*/ 4738 w 10000"/>
                <a:gd name="connsiteY0-2090" fmla="*/ 0 h 10714"/>
                <a:gd name="connsiteX1-2091" fmla="*/ 4721 w 10000"/>
                <a:gd name="connsiteY1-2092" fmla="*/ 48 h 10714"/>
                <a:gd name="connsiteX2-2093" fmla="*/ 4713 w 10000"/>
                <a:gd name="connsiteY2-2094" fmla="*/ 80 h 10714"/>
                <a:gd name="connsiteX3-2095" fmla="*/ 4704 w 10000"/>
                <a:gd name="connsiteY3-2096" fmla="*/ 101 h 10714"/>
                <a:gd name="connsiteX4-2097" fmla="*/ 4704 w 10000"/>
                <a:gd name="connsiteY4-2098" fmla="*/ 113 h 10714"/>
                <a:gd name="connsiteX5-2099" fmla="*/ 4713 w 10000"/>
                <a:gd name="connsiteY5-2100" fmla="*/ 119 h 10714"/>
                <a:gd name="connsiteX6-2101" fmla="*/ 4713 w 10000"/>
                <a:gd name="connsiteY6-2102" fmla="*/ 125 h 10714"/>
                <a:gd name="connsiteX7-2103" fmla="*/ 4721 w 10000"/>
                <a:gd name="connsiteY7-2104" fmla="*/ 125 h 10714"/>
                <a:gd name="connsiteX8-2105" fmla="*/ 4721 w 10000"/>
                <a:gd name="connsiteY8-2106" fmla="*/ 125 h 10714"/>
                <a:gd name="connsiteX9-2107" fmla="*/ 4721 w 10000"/>
                <a:gd name="connsiteY9-2108" fmla="*/ 134 h 10714"/>
                <a:gd name="connsiteX10-2109" fmla="*/ 4713 w 10000"/>
                <a:gd name="connsiteY10-2110" fmla="*/ 152 h 10714"/>
                <a:gd name="connsiteX11-2111" fmla="*/ 4704 w 10000"/>
                <a:gd name="connsiteY11-2112" fmla="*/ 179 h 10714"/>
                <a:gd name="connsiteX12-2113" fmla="*/ 4692 w 10000"/>
                <a:gd name="connsiteY12-2114" fmla="*/ 221 h 10714"/>
                <a:gd name="connsiteX13-2115" fmla="*/ 4667 w 10000"/>
                <a:gd name="connsiteY13-2116" fmla="*/ 280 h 10714"/>
                <a:gd name="connsiteX14-2117" fmla="*/ 4629 w 10000"/>
                <a:gd name="connsiteY14-2118" fmla="*/ 364 h 10714"/>
                <a:gd name="connsiteX15-2119" fmla="*/ 4592 w 10000"/>
                <a:gd name="connsiteY15-2120" fmla="*/ 465 h 10714"/>
                <a:gd name="connsiteX16-2121" fmla="*/ 4533 w 10000"/>
                <a:gd name="connsiteY16-2122" fmla="*/ 596 h 10714"/>
                <a:gd name="connsiteX17-2123" fmla="*/ 4463 w 10000"/>
                <a:gd name="connsiteY17-2124" fmla="*/ 754 h 10714"/>
                <a:gd name="connsiteX18-2125" fmla="*/ 4379 w 10000"/>
                <a:gd name="connsiteY18-2126" fmla="*/ 1001 h 10714"/>
                <a:gd name="connsiteX19-2127" fmla="*/ 4321 w 10000"/>
                <a:gd name="connsiteY19-2128" fmla="*/ 1266 h 10714"/>
                <a:gd name="connsiteX20-2129" fmla="*/ 4275 w 10000"/>
                <a:gd name="connsiteY20-2130" fmla="*/ 1538 h 10714"/>
                <a:gd name="connsiteX21-2131" fmla="*/ 4213 w 10000"/>
                <a:gd name="connsiteY21-2132" fmla="*/ 1827 h 10714"/>
                <a:gd name="connsiteX22-2133" fmla="*/ 4204 w 10000"/>
                <a:gd name="connsiteY22-2134" fmla="*/ 1889 h 10714"/>
                <a:gd name="connsiteX23-2135" fmla="*/ 4192 w 10000"/>
                <a:gd name="connsiteY23-2136" fmla="*/ 1982 h 10714"/>
                <a:gd name="connsiteX24-2137" fmla="*/ 4183 w 10000"/>
                <a:gd name="connsiteY24-2138" fmla="*/ 2080 h 10714"/>
                <a:gd name="connsiteX25-2139" fmla="*/ 4175 w 10000"/>
                <a:gd name="connsiteY25-2140" fmla="*/ 2187 h 10714"/>
                <a:gd name="connsiteX26-2141" fmla="*/ 4175 w 10000"/>
                <a:gd name="connsiteY26-2142" fmla="*/ 2297 h 10714"/>
                <a:gd name="connsiteX27-2143" fmla="*/ 4192 w 10000"/>
                <a:gd name="connsiteY27-2144" fmla="*/ 2396 h 10714"/>
                <a:gd name="connsiteX28-2145" fmla="*/ 4213 w 10000"/>
                <a:gd name="connsiteY28-2146" fmla="*/ 2482 h 10714"/>
                <a:gd name="connsiteX29-2147" fmla="*/ 4250 w 10000"/>
                <a:gd name="connsiteY29-2148" fmla="*/ 2542 h 10714"/>
                <a:gd name="connsiteX30-2149" fmla="*/ 4450 w 10000"/>
                <a:gd name="connsiteY30-2150" fmla="*/ 2530 h 10714"/>
                <a:gd name="connsiteX31-2151" fmla="*/ 4646 w 10000"/>
                <a:gd name="connsiteY31-2152" fmla="*/ 2482 h 10714"/>
                <a:gd name="connsiteX32-2153" fmla="*/ 4833 w 10000"/>
                <a:gd name="connsiteY32-2154" fmla="*/ 2405 h 10714"/>
                <a:gd name="connsiteX33-2155" fmla="*/ 5025 w 10000"/>
                <a:gd name="connsiteY33-2156" fmla="*/ 2297 h 10714"/>
                <a:gd name="connsiteX34-2157" fmla="*/ 5200 w 10000"/>
                <a:gd name="connsiteY34-2158" fmla="*/ 2172 h 10714"/>
                <a:gd name="connsiteX35-2159" fmla="*/ 5371 w 10000"/>
                <a:gd name="connsiteY35-2160" fmla="*/ 2020 h 10714"/>
                <a:gd name="connsiteX36-2161" fmla="*/ 5533 w 10000"/>
                <a:gd name="connsiteY36-2162" fmla="*/ 1859 h 10714"/>
                <a:gd name="connsiteX37-2163" fmla="*/ 5683 w 10000"/>
                <a:gd name="connsiteY37-2164" fmla="*/ 1690 h 10714"/>
                <a:gd name="connsiteX38-2165" fmla="*/ 5829 w 10000"/>
                <a:gd name="connsiteY38-2166" fmla="*/ 1511 h 10714"/>
                <a:gd name="connsiteX39-2167" fmla="*/ 5954 w 10000"/>
                <a:gd name="connsiteY39-2168" fmla="*/ 1326 h 10714"/>
                <a:gd name="connsiteX40-2169" fmla="*/ 6071 w 10000"/>
                <a:gd name="connsiteY40-2170" fmla="*/ 1147 h 10714"/>
                <a:gd name="connsiteX41-2171" fmla="*/ 6167 w 10000"/>
                <a:gd name="connsiteY41-2172" fmla="*/ 974 h 10714"/>
                <a:gd name="connsiteX42-2173" fmla="*/ 6213 w 10000"/>
                <a:gd name="connsiteY42-2174" fmla="*/ 974 h 10714"/>
                <a:gd name="connsiteX43-2175" fmla="*/ 6213 w 10000"/>
                <a:gd name="connsiteY43-2176" fmla="*/ 992 h 10714"/>
                <a:gd name="connsiteX44-2177" fmla="*/ 6138 w 10000"/>
                <a:gd name="connsiteY44-2178" fmla="*/ 1165 h 10714"/>
                <a:gd name="connsiteX45-2179" fmla="*/ 6054 w 10000"/>
                <a:gd name="connsiteY45-2180" fmla="*/ 1344 h 10714"/>
                <a:gd name="connsiteX46-2181" fmla="*/ 5963 w 10000"/>
                <a:gd name="connsiteY46-2182" fmla="*/ 1517 h 10714"/>
                <a:gd name="connsiteX47-2183" fmla="*/ 5871 w 10000"/>
                <a:gd name="connsiteY47-2184" fmla="*/ 1684 h 10714"/>
                <a:gd name="connsiteX48-2185" fmla="*/ 5775 w 10000"/>
                <a:gd name="connsiteY48-2186" fmla="*/ 1847 h 10714"/>
                <a:gd name="connsiteX49-2187" fmla="*/ 5667 w 10000"/>
                <a:gd name="connsiteY49-2188" fmla="*/ 1999 h 10714"/>
                <a:gd name="connsiteX50-2189" fmla="*/ 5554 w 10000"/>
                <a:gd name="connsiteY50-2190" fmla="*/ 2145 h 10714"/>
                <a:gd name="connsiteX51-2191" fmla="*/ 5417 w 10000"/>
                <a:gd name="connsiteY51-2192" fmla="*/ 2279 h 10714"/>
                <a:gd name="connsiteX52-2193" fmla="*/ 5275 w 10000"/>
                <a:gd name="connsiteY52-2194" fmla="*/ 2411 h 10714"/>
                <a:gd name="connsiteX53-2195" fmla="*/ 5108 w 10000"/>
                <a:gd name="connsiteY53-2196" fmla="*/ 2518 h 10714"/>
                <a:gd name="connsiteX54-2197" fmla="*/ 4917 w 10000"/>
                <a:gd name="connsiteY54-2198" fmla="*/ 2616 h 10714"/>
                <a:gd name="connsiteX55-2199" fmla="*/ 4704 w 10000"/>
                <a:gd name="connsiteY55-2200" fmla="*/ 2703 h 10714"/>
                <a:gd name="connsiteX56-2201" fmla="*/ 4479 w 10000"/>
                <a:gd name="connsiteY56-2202" fmla="*/ 2768 h 10714"/>
                <a:gd name="connsiteX57-2203" fmla="*/ 4213 w 10000"/>
                <a:gd name="connsiteY57-2204" fmla="*/ 2813 h 10714"/>
                <a:gd name="connsiteX58-2205" fmla="*/ 4221 w 10000"/>
                <a:gd name="connsiteY58-2206" fmla="*/ 3126 h 10714"/>
                <a:gd name="connsiteX59-2207" fmla="*/ 4258 w 10000"/>
                <a:gd name="connsiteY59-2208" fmla="*/ 3424 h 10714"/>
                <a:gd name="connsiteX60-2209" fmla="*/ 4321 w 10000"/>
                <a:gd name="connsiteY60-2210" fmla="*/ 3707 h 10714"/>
                <a:gd name="connsiteX61-2211" fmla="*/ 4404 w 10000"/>
                <a:gd name="connsiteY61-2212" fmla="*/ 3975 h 10714"/>
                <a:gd name="connsiteX62-2213" fmla="*/ 4508 w 10000"/>
                <a:gd name="connsiteY62-2214" fmla="*/ 4231 h 10714"/>
                <a:gd name="connsiteX63-2215" fmla="*/ 4621 w 10000"/>
                <a:gd name="connsiteY63-2216" fmla="*/ 4476 h 10714"/>
                <a:gd name="connsiteX64-2217" fmla="*/ 4750 w 10000"/>
                <a:gd name="connsiteY64-2218" fmla="*/ 4708 h 10714"/>
                <a:gd name="connsiteX65-2219" fmla="*/ 4879 w 10000"/>
                <a:gd name="connsiteY65-2220" fmla="*/ 4934 h 10714"/>
                <a:gd name="connsiteX66-2221" fmla="*/ 4917 w 10000"/>
                <a:gd name="connsiteY66-2222" fmla="*/ 4988 h 10714"/>
                <a:gd name="connsiteX67-2223" fmla="*/ 4950 w 10000"/>
                <a:gd name="connsiteY67-2224" fmla="*/ 5054 h 10714"/>
                <a:gd name="connsiteX68-2225" fmla="*/ 4996 w 10000"/>
                <a:gd name="connsiteY68-2226" fmla="*/ 5125 h 10714"/>
                <a:gd name="connsiteX69-2227" fmla="*/ 5038 w 10000"/>
                <a:gd name="connsiteY69-2228" fmla="*/ 5200 h 10714"/>
                <a:gd name="connsiteX70-2229" fmla="*/ 5092 w 10000"/>
                <a:gd name="connsiteY70-2230" fmla="*/ 5271 h 10714"/>
                <a:gd name="connsiteX71-2231" fmla="*/ 5154 w 10000"/>
                <a:gd name="connsiteY71-2232" fmla="*/ 5331 h 10714"/>
                <a:gd name="connsiteX72-2233" fmla="*/ 5229 w 10000"/>
                <a:gd name="connsiteY72-2234" fmla="*/ 5384 h 10714"/>
                <a:gd name="connsiteX73-2235" fmla="*/ 5313 w 10000"/>
                <a:gd name="connsiteY73-2236" fmla="*/ 5423 h 10714"/>
                <a:gd name="connsiteX74-2237" fmla="*/ 5413 w 10000"/>
                <a:gd name="connsiteY74-2238" fmla="*/ 5438 h 10714"/>
                <a:gd name="connsiteX75-2239" fmla="*/ 5517 w 10000"/>
                <a:gd name="connsiteY75-2240" fmla="*/ 5435 h 10714"/>
                <a:gd name="connsiteX76-2241" fmla="*/ 5704 w 10000"/>
                <a:gd name="connsiteY76-2242" fmla="*/ 5390 h 10714"/>
                <a:gd name="connsiteX77-2243" fmla="*/ 5871 w 10000"/>
                <a:gd name="connsiteY77-2244" fmla="*/ 5316 h 10714"/>
                <a:gd name="connsiteX78-2245" fmla="*/ 6033 w 10000"/>
                <a:gd name="connsiteY78-2246" fmla="*/ 5223 h 10714"/>
                <a:gd name="connsiteX79-2247" fmla="*/ 6167 w 10000"/>
                <a:gd name="connsiteY79-2248" fmla="*/ 5113 h 10714"/>
                <a:gd name="connsiteX80-2249" fmla="*/ 6296 w 10000"/>
                <a:gd name="connsiteY80-2250" fmla="*/ 4994 h 10714"/>
                <a:gd name="connsiteX81-2251" fmla="*/ 6417 w 10000"/>
                <a:gd name="connsiteY81-2252" fmla="*/ 4869 h 10714"/>
                <a:gd name="connsiteX82-2253" fmla="*/ 6525 w 10000"/>
                <a:gd name="connsiteY82-2254" fmla="*/ 4750 h 10714"/>
                <a:gd name="connsiteX83-2255" fmla="*/ 6617 w 10000"/>
                <a:gd name="connsiteY83-2256" fmla="*/ 4636 h 10714"/>
                <a:gd name="connsiteX84-2257" fmla="*/ 6821 w 10000"/>
                <a:gd name="connsiteY84-2258" fmla="*/ 4377 h 10714"/>
                <a:gd name="connsiteX85-2259" fmla="*/ 7017 w 10000"/>
                <a:gd name="connsiteY85-2260" fmla="*/ 4085 h 10714"/>
                <a:gd name="connsiteX86-2261" fmla="*/ 7213 w 10000"/>
                <a:gd name="connsiteY86-2262" fmla="*/ 3766 h 10714"/>
                <a:gd name="connsiteX87-2263" fmla="*/ 7396 w 10000"/>
                <a:gd name="connsiteY87-2264" fmla="*/ 3418 h 10714"/>
                <a:gd name="connsiteX88-2265" fmla="*/ 7563 w 10000"/>
                <a:gd name="connsiteY88-2266" fmla="*/ 3051 h 10714"/>
                <a:gd name="connsiteX89-2267" fmla="*/ 7713 w 10000"/>
                <a:gd name="connsiteY89-2268" fmla="*/ 2661 h 10714"/>
                <a:gd name="connsiteX90-2269" fmla="*/ 7850 w 10000"/>
                <a:gd name="connsiteY90-2270" fmla="*/ 2253 h 10714"/>
                <a:gd name="connsiteX91-2271" fmla="*/ 7950 w 10000"/>
                <a:gd name="connsiteY91-2272" fmla="*/ 1830 h 10714"/>
                <a:gd name="connsiteX92-2273" fmla="*/ 8025 w 10000"/>
                <a:gd name="connsiteY92-2274" fmla="*/ 1397 h 10714"/>
                <a:gd name="connsiteX93-2275" fmla="*/ 8071 w 10000"/>
                <a:gd name="connsiteY93-2276" fmla="*/ 954 h 10714"/>
                <a:gd name="connsiteX94-2277" fmla="*/ 8108 w 10000"/>
                <a:gd name="connsiteY94-2278" fmla="*/ 974 h 10714"/>
                <a:gd name="connsiteX95-2279" fmla="*/ 8138 w 10000"/>
                <a:gd name="connsiteY95-2280" fmla="*/ 1025 h 10714"/>
                <a:gd name="connsiteX96-2281" fmla="*/ 8163 w 10000"/>
                <a:gd name="connsiteY96-2282" fmla="*/ 1100 h 10714"/>
                <a:gd name="connsiteX97-2283" fmla="*/ 8175 w 10000"/>
                <a:gd name="connsiteY97-2284" fmla="*/ 1198 h 10714"/>
                <a:gd name="connsiteX98-2285" fmla="*/ 8183 w 10000"/>
                <a:gd name="connsiteY98-2286" fmla="*/ 1311 h 10714"/>
                <a:gd name="connsiteX99-2287" fmla="*/ 8183 w 10000"/>
                <a:gd name="connsiteY99-2288" fmla="*/ 1442 h 10714"/>
                <a:gd name="connsiteX100-2289" fmla="*/ 8183 w 10000"/>
                <a:gd name="connsiteY100-2290" fmla="*/ 1582 h 10714"/>
                <a:gd name="connsiteX101-2291" fmla="*/ 8175 w 10000"/>
                <a:gd name="connsiteY101-2292" fmla="*/ 1734 h 10714"/>
                <a:gd name="connsiteX102-2293" fmla="*/ 8163 w 10000"/>
                <a:gd name="connsiteY102-2294" fmla="*/ 1889 h 10714"/>
                <a:gd name="connsiteX103-2295" fmla="*/ 8146 w 10000"/>
                <a:gd name="connsiteY103-2296" fmla="*/ 2047 h 10714"/>
                <a:gd name="connsiteX104-2297" fmla="*/ 8121 w 10000"/>
                <a:gd name="connsiteY104-2298" fmla="*/ 2205 h 10714"/>
                <a:gd name="connsiteX105-2299" fmla="*/ 8108 w 10000"/>
                <a:gd name="connsiteY105-2300" fmla="*/ 2357 h 10714"/>
                <a:gd name="connsiteX106-2301" fmla="*/ 8083 w 10000"/>
                <a:gd name="connsiteY106-2302" fmla="*/ 2497 h 10714"/>
                <a:gd name="connsiteX107-2303" fmla="*/ 8063 w 10000"/>
                <a:gd name="connsiteY107-2304" fmla="*/ 2628 h 10714"/>
                <a:gd name="connsiteX108-2305" fmla="*/ 8038 w 10000"/>
                <a:gd name="connsiteY108-2306" fmla="*/ 2741 h 10714"/>
                <a:gd name="connsiteX109-2307" fmla="*/ 8017 w 10000"/>
                <a:gd name="connsiteY109-2308" fmla="*/ 2834 h 10714"/>
                <a:gd name="connsiteX110-2309" fmla="*/ 8000 w 10000"/>
                <a:gd name="connsiteY110-2310" fmla="*/ 2908 h 10714"/>
                <a:gd name="connsiteX111-2311" fmla="*/ 7700 w 10000"/>
                <a:gd name="connsiteY111-2312" fmla="*/ 3754 h 10714"/>
                <a:gd name="connsiteX112-2313" fmla="*/ 7942 w 10000"/>
                <a:gd name="connsiteY112-2314" fmla="*/ 3737 h 10714"/>
                <a:gd name="connsiteX113-2315" fmla="*/ 8167 w 10000"/>
                <a:gd name="connsiteY113-2316" fmla="*/ 3695 h 10714"/>
                <a:gd name="connsiteX114-2317" fmla="*/ 8379 w 10000"/>
                <a:gd name="connsiteY114-2318" fmla="*/ 3635 h 10714"/>
                <a:gd name="connsiteX115-2319" fmla="*/ 8583 w 10000"/>
                <a:gd name="connsiteY115-2320" fmla="*/ 3558 h 10714"/>
                <a:gd name="connsiteX116-2321" fmla="*/ 8767 w 10000"/>
                <a:gd name="connsiteY116-2322" fmla="*/ 3471 h 10714"/>
                <a:gd name="connsiteX117-2323" fmla="*/ 8933 w 10000"/>
                <a:gd name="connsiteY117-2324" fmla="*/ 3376 h 10714"/>
                <a:gd name="connsiteX118-2325" fmla="*/ 9092 w 10000"/>
                <a:gd name="connsiteY118-2326" fmla="*/ 3278 h 10714"/>
                <a:gd name="connsiteX119-2327" fmla="*/ 9238 w 10000"/>
                <a:gd name="connsiteY119-2328" fmla="*/ 3185 h 10714"/>
                <a:gd name="connsiteX120-2329" fmla="*/ 9250 w 10000"/>
                <a:gd name="connsiteY120-2330" fmla="*/ 3230 h 10714"/>
                <a:gd name="connsiteX121-2331" fmla="*/ 9117 w 10000"/>
                <a:gd name="connsiteY121-2332" fmla="*/ 3376 h 10714"/>
                <a:gd name="connsiteX122-2333" fmla="*/ 8954 w 10000"/>
                <a:gd name="connsiteY122-2334" fmla="*/ 3516 h 10714"/>
                <a:gd name="connsiteX123-2335" fmla="*/ 8758 w 10000"/>
                <a:gd name="connsiteY123-2336" fmla="*/ 3641 h 10714"/>
                <a:gd name="connsiteX124-2337" fmla="*/ 8538 w 10000"/>
                <a:gd name="connsiteY124-2338" fmla="*/ 3754 h 10714"/>
                <a:gd name="connsiteX125-2339" fmla="*/ 8304 w 10000"/>
                <a:gd name="connsiteY125-2340" fmla="*/ 3856 h 10714"/>
                <a:gd name="connsiteX126-2341" fmla="*/ 8054 w 10000"/>
                <a:gd name="connsiteY126-2342" fmla="*/ 3945 h 10714"/>
                <a:gd name="connsiteX127-2343" fmla="*/ 7796 w 10000"/>
                <a:gd name="connsiteY127-2344" fmla="*/ 4014 h 10714"/>
                <a:gd name="connsiteX128-2345" fmla="*/ 7533 w 10000"/>
                <a:gd name="connsiteY128-2346" fmla="*/ 4064 h 10714"/>
                <a:gd name="connsiteX129-2347" fmla="*/ 7479 w 10000"/>
                <a:gd name="connsiteY129-2348" fmla="*/ 4184 h 10714"/>
                <a:gd name="connsiteX130-2349" fmla="*/ 7404 w 10000"/>
                <a:gd name="connsiteY130-2350" fmla="*/ 4324 h 10714"/>
                <a:gd name="connsiteX131-2351" fmla="*/ 7321 w 10000"/>
                <a:gd name="connsiteY131-2352" fmla="*/ 4470 h 10714"/>
                <a:gd name="connsiteX132-2353" fmla="*/ 7213 w 10000"/>
                <a:gd name="connsiteY132-2354" fmla="*/ 4628 h 10714"/>
                <a:gd name="connsiteX133-2355" fmla="*/ 7100 w 10000"/>
                <a:gd name="connsiteY133-2356" fmla="*/ 4794 h 10714"/>
                <a:gd name="connsiteX134-2357" fmla="*/ 6979 w 10000"/>
                <a:gd name="connsiteY134-2358" fmla="*/ 4958 h 10714"/>
                <a:gd name="connsiteX135-2359" fmla="*/ 6850 w 10000"/>
                <a:gd name="connsiteY135-2360" fmla="*/ 5113 h 10714"/>
                <a:gd name="connsiteX136-2361" fmla="*/ 6721 w 10000"/>
                <a:gd name="connsiteY136-2362" fmla="*/ 5265 h 10714"/>
                <a:gd name="connsiteX137-2363" fmla="*/ 6600 w 10000"/>
                <a:gd name="connsiteY137-2364" fmla="*/ 5405 h 10714"/>
                <a:gd name="connsiteX138-2365" fmla="*/ 6471 w 10000"/>
                <a:gd name="connsiteY138-2366" fmla="*/ 5530 h 10714"/>
                <a:gd name="connsiteX139-2367" fmla="*/ 6358 w 10000"/>
                <a:gd name="connsiteY139-2368" fmla="*/ 5641 h 10714"/>
                <a:gd name="connsiteX140-2369" fmla="*/ 6250 w 10000"/>
                <a:gd name="connsiteY140-2370" fmla="*/ 5721 h 10714"/>
                <a:gd name="connsiteX141-2371" fmla="*/ 6267 w 10000"/>
                <a:gd name="connsiteY141-2372" fmla="*/ 5781 h 10714"/>
                <a:gd name="connsiteX142-2373" fmla="*/ 6296 w 10000"/>
                <a:gd name="connsiteY142-2374" fmla="*/ 5793 h 10714"/>
                <a:gd name="connsiteX143-2375" fmla="*/ 6479 w 10000"/>
                <a:gd name="connsiteY143-2376" fmla="*/ 5754 h 10714"/>
                <a:gd name="connsiteX144-2377" fmla="*/ 6663 w 10000"/>
                <a:gd name="connsiteY144-2378" fmla="*/ 5736 h 10714"/>
                <a:gd name="connsiteX145-2379" fmla="*/ 6858 w 10000"/>
                <a:gd name="connsiteY145-2380" fmla="*/ 5736 h 10714"/>
                <a:gd name="connsiteX146-2381" fmla="*/ 7046 w 10000"/>
                <a:gd name="connsiteY146-2382" fmla="*/ 5742 h 10714"/>
                <a:gd name="connsiteX147-2383" fmla="*/ 7246 w 10000"/>
                <a:gd name="connsiteY147-2384" fmla="*/ 5748 h 10714"/>
                <a:gd name="connsiteX148-2385" fmla="*/ 7425 w 10000"/>
                <a:gd name="connsiteY148-2386" fmla="*/ 5748 h 10714"/>
                <a:gd name="connsiteX149-2387" fmla="*/ 7600 w 10000"/>
                <a:gd name="connsiteY149-2388" fmla="*/ 5733 h 10714"/>
                <a:gd name="connsiteX150-2389" fmla="*/ 7950 w 10000"/>
                <a:gd name="connsiteY150-2390" fmla="*/ 5673 h 10714"/>
                <a:gd name="connsiteX151-2391" fmla="*/ 8275 w 10000"/>
                <a:gd name="connsiteY151-2392" fmla="*/ 5596 h 10714"/>
                <a:gd name="connsiteX152-2393" fmla="*/ 8579 w 10000"/>
                <a:gd name="connsiteY152-2394" fmla="*/ 5504 h 10714"/>
                <a:gd name="connsiteX153-2395" fmla="*/ 8858 w 10000"/>
                <a:gd name="connsiteY153-2396" fmla="*/ 5390 h 10714"/>
                <a:gd name="connsiteX154-2397" fmla="*/ 9117 w 10000"/>
                <a:gd name="connsiteY154-2398" fmla="*/ 5265 h 10714"/>
                <a:gd name="connsiteX155-2399" fmla="*/ 9350 w 10000"/>
                <a:gd name="connsiteY155-2400" fmla="*/ 5119 h 10714"/>
                <a:gd name="connsiteX156-2401" fmla="*/ 9563 w 10000"/>
                <a:gd name="connsiteY156-2402" fmla="*/ 4967 h 10714"/>
                <a:gd name="connsiteX157-2403" fmla="*/ 9758 w 10000"/>
                <a:gd name="connsiteY157-2404" fmla="*/ 4794 h 10714"/>
                <a:gd name="connsiteX158-2405" fmla="*/ 9933 w 10000"/>
                <a:gd name="connsiteY158-2406" fmla="*/ 4610 h 10714"/>
                <a:gd name="connsiteX159-2407" fmla="*/ 10000 w 10000"/>
                <a:gd name="connsiteY159-2408" fmla="*/ 4648 h 10714"/>
                <a:gd name="connsiteX160-2409" fmla="*/ 10000 w 10000"/>
                <a:gd name="connsiteY160-2410" fmla="*/ 4660 h 10714"/>
                <a:gd name="connsiteX161-2411" fmla="*/ 9904 w 10000"/>
                <a:gd name="connsiteY161-2412" fmla="*/ 4827 h 10714"/>
                <a:gd name="connsiteX162-2413" fmla="*/ 9767 w 10000"/>
                <a:gd name="connsiteY162-2414" fmla="*/ 5000 h 10714"/>
                <a:gd name="connsiteX163-2415" fmla="*/ 9600 w 10000"/>
                <a:gd name="connsiteY163-2416" fmla="*/ 5173 h 10714"/>
                <a:gd name="connsiteX164-2417" fmla="*/ 9404 w 10000"/>
                <a:gd name="connsiteY164-2418" fmla="*/ 5343 h 10714"/>
                <a:gd name="connsiteX165-2419" fmla="*/ 9183 w 10000"/>
                <a:gd name="connsiteY165-2420" fmla="*/ 5504 h 10714"/>
                <a:gd name="connsiteX166-2421" fmla="*/ 8950 w 10000"/>
                <a:gd name="connsiteY166-2422" fmla="*/ 5662 h 10714"/>
                <a:gd name="connsiteX167-2423" fmla="*/ 8704 w 10000"/>
                <a:gd name="connsiteY167-2424" fmla="*/ 5802 h 10714"/>
                <a:gd name="connsiteX168-2425" fmla="*/ 8463 w 10000"/>
                <a:gd name="connsiteY168-2426" fmla="*/ 5927 h 10714"/>
                <a:gd name="connsiteX169-2427" fmla="*/ 8229 w 10000"/>
                <a:gd name="connsiteY169-2428" fmla="*/ 6025 h 10714"/>
                <a:gd name="connsiteX170-2429" fmla="*/ 8000 w 10000"/>
                <a:gd name="connsiteY170-2430" fmla="*/ 6105 h 10714"/>
                <a:gd name="connsiteX171-2431" fmla="*/ 7879 w 10000"/>
                <a:gd name="connsiteY171-2432" fmla="*/ 6132 h 10714"/>
                <a:gd name="connsiteX172-2433" fmla="*/ 7729 w 10000"/>
                <a:gd name="connsiteY172-2434" fmla="*/ 6153 h 10714"/>
                <a:gd name="connsiteX173-2435" fmla="*/ 7563 w 10000"/>
                <a:gd name="connsiteY173-2436" fmla="*/ 6177 h 10714"/>
                <a:gd name="connsiteX174-2437" fmla="*/ 7388 w 10000"/>
                <a:gd name="connsiteY174-2438" fmla="*/ 6198 h 10714"/>
                <a:gd name="connsiteX175-2439" fmla="*/ 7204 w 10000"/>
                <a:gd name="connsiteY175-2440" fmla="*/ 6219 h 10714"/>
                <a:gd name="connsiteX176-2441" fmla="*/ 7017 w 10000"/>
                <a:gd name="connsiteY176-2442" fmla="*/ 6240 h 10714"/>
                <a:gd name="connsiteX177-2443" fmla="*/ 6842 w 10000"/>
                <a:gd name="connsiteY177-2444" fmla="*/ 6263 h 10714"/>
                <a:gd name="connsiteX178-2445" fmla="*/ 6675 w 10000"/>
                <a:gd name="connsiteY178-2446" fmla="*/ 6290 h 10714"/>
                <a:gd name="connsiteX179-2447" fmla="*/ 6517 w 10000"/>
                <a:gd name="connsiteY179-2448" fmla="*/ 6329 h 10714"/>
                <a:gd name="connsiteX180-2449" fmla="*/ 6388 w 10000"/>
                <a:gd name="connsiteY180-2450" fmla="*/ 6365 h 10714"/>
                <a:gd name="connsiteX181-2451" fmla="*/ 6288 w 10000"/>
                <a:gd name="connsiteY181-2452" fmla="*/ 6415 h 10714"/>
                <a:gd name="connsiteX182-2453" fmla="*/ 6213 w 10000"/>
                <a:gd name="connsiteY182-2454" fmla="*/ 6475 h 10714"/>
                <a:gd name="connsiteX183-2455" fmla="*/ 6092 w 10000"/>
                <a:gd name="connsiteY183-2456" fmla="*/ 6648 h 10714"/>
                <a:gd name="connsiteX184-2457" fmla="*/ 6008 w 10000"/>
                <a:gd name="connsiteY184-2458" fmla="*/ 6836 h 10714"/>
                <a:gd name="connsiteX185-2459" fmla="*/ 5942 w 10000"/>
                <a:gd name="connsiteY185-2460" fmla="*/ 7032 h 10714"/>
                <a:gd name="connsiteX186-2461" fmla="*/ 5904 w 10000"/>
                <a:gd name="connsiteY186-2462" fmla="*/ 7232 h 10714"/>
                <a:gd name="connsiteX187-2463" fmla="*/ 5888 w 10000"/>
                <a:gd name="connsiteY187-2464" fmla="*/ 7443 h 10714"/>
                <a:gd name="connsiteX188-2465" fmla="*/ 5879 w 10000"/>
                <a:gd name="connsiteY188-2466" fmla="*/ 7655 h 10714"/>
                <a:gd name="connsiteX189-2467" fmla="*/ 5888 w 10000"/>
                <a:gd name="connsiteY189-2468" fmla="*/ 7867 h 10714"/>
                <a:gd name="connsiteX190-2469" fmla="*/ 5904 w 10000"/>
                <a:gd name="connsiteY190-2470" fmla="*/ 8084 h 10714"/>
                <a:gd name="connsiteX191-2471" fmla="*/ 5925 w 10000"/>
                <a:gd name="connsiteY191-2472" fmla="*/ 8299 h 10714"/>
                <a:gd name="connsiteX192-2473" fmla="*/ 5950 w 10000"/>
                <a:gd name="connsiteY192-2474" fmla="*/ 8510 h 10714"/>
                <a:gd name="connsiteX193-2475" fmla="*/ 5954 w 10000"/>
                <a:gd name="connsiteY193-2476" fmla="*/ 8820 h 10714"/>
                <a:gd name="connsiteX194-2477" fmla="*/ 5933 w 10000"/>
                <a:gd name="connsiteY194-2478" fmla="*/ 9130 h 10714"/>
                <a:gd name="connsiteX195-2479" fmla="*/ 5896 w 10000"/>
                <a:gd name="connsiteY195-2480" fmla="*/ 9428 h 10714"/>
                <a:gd name="connsiteX196-2481" fmla="*/ 5850 w 10000"/>
                <a:gd name="connsiteY196-2482" fmla="*/ 9720 h 10714"/>
                <a:gd name="connsiteX197-2483" fmla="*/ 5756 w 10000"/>
                <a:gd name="connsiteY197-2484" fmla="*/ 10714 h 10714"/>
                <a:gd name="connsiteX198-2485" fmla="*/ 4117 w 10000"/>
                <a:gd name="connsiteY198-2486" fmla="*/ 10686 h 10714"/>
                <a:gd name="connsiteX199-2487" fmla="*/ 4309 w 10000"/>
                <a:gd name="connsiteY199-2488" fmla="*/ 10293 h 10714"/>
                <a:gd name="connsiteX200-2489" fmla="*/ 4546 w 10000"/>
                <a:gd name="connsiteY200-2490" fmla="*/ 9848 h 10714"/>
                <a:gd name="connsiteX201-2491" fmla="*/ 4629 w 10000"/>
                <a:gd name="connsiteY201-2492" fmla="*/ 9687 h 10714"/>
                <a:gd name="connsiteX202-2493" fmla="*/ 4700 w 10000"/>
                <a:gd name="connsiteY202-2494" fmla="*/ 9508 h 10714"/>
                <a:gd name="connsiteX203-2495" fmla="*/ 4767 w 10000"/>
                <a:gd name="connsiteY203-2496" fmla="*/ 9309 h 10714"/>
                <a:gd name="connsiteX204-2497" fmla="*/ 4829 w 10000"/>
                <a:gd name="connsiteY204-2498" fmla="*/ 9097 h 10714"/>
                <a:gd name="connsiteX205-2499" fmla="*/ 4879 w 10000"/>
                <a:gd name="connsiteY205-2500" fmla="*/ 8868 h 10714"/>
                <a:gd name="connsiteX206-2501" fmla="*/ 4917 w 10000"/>
                <a:gd name="connsiteY206-2502" fmla="*/ 8635 h 10714"/>
                <a:gd name="connsiteX207-2503" fmla="*/ 4954 w 10000"/>
                <a:gd name="connsiteY207-2504" fmla="*/ 8391 h 10714"/>
                <a:gd name="connsiteX208-2505" fmla="*/ 4979 w 10000"/>
                <a:gd name="connsiteY208-2506" fmla="*/ 8144 h 10714"/>
                <a:gd name="connsiteX209-2507" fmla="*/ 5000 w 10000"/>
                <a:gd name="connsiteY209-2508" fmla="*/ 7887 h 10714"/>
                <a:gd name="connsiteX210-2509" fmla="*/ 5000 w 10000"/>
                <a:gd name="connsiteY210-2510" fmla="*/ 7634 h 10714"/>
                <a:gd name="connsiteX211-2511" fmla="*/ 5000 w 10000"/>
                <a:gd name="connsiteY211-2512" fmla="*/ 7384 h 10714"/>
                <a:gd name="connsiteX212-2513" fmla="*/ 4979 w 10000"/>
                <a:gd name="connsiteY212-2514" fmla="*/ 7133 h 10714"/>
                <a:gd name="connsiteX213-2515" fmla="*/ 4950 w 10000"/>
                <a:gd name="connsiteY213-2516" fmla="*/ 6892 h 10714"/>
                <a:gd name="connsiteX214-2517" fmla="*/ 4913 w 10000"/>
                <a:gd name="connsiteY214-2518" fmla="*/ 6657 h 10714"/>
                <a:gd name="connsiteX215-2519" fmla="*/ 4858 w 10000"/>
                <a:gd name="connsiteY215-2520" fmla="*/ 6430 h 10714"/>
                <a:gd name="connsiteX216-2521" fmla="*/ 4783 w 10000"/>
                <a:gd name="connsiteY216-2522" fmla="*/ 6219 h 10714"/>
                <a:gd name="connsiteX217-2523" fmla="*/ 4700 w 10000"/>
                <a:gd name="connsiteY217-2524" fmla="*/ 6019 h 10714"/>
                <a:gd name="connsiteX218-2525" fmla="*/ 4600 w 10000"/>
                <a:gd name="connsiteY218-2526" fmla="*/ 5840 h 10714"/>
                <a:gd name="connsiteX219-2527" fmla="*/ 4488 w 10000"/>
                <a:gd name="connsiteY219-2528" fmla="*/ 5682 h 10714"/>
                <a:gd name="connsiteX220-2529" fmla="*/ 4358 w 10000"/>
                <a:gd name="connsiteY220-2530" fmla="*/ 5542 h 10714"/>
                <a:gd name="connsiteX221-2531" fmla="*/ 4213 w 10000"/>
                <a:gd name="connsiteY221-2532" fmla="*/ 5429 h 10714"/>
                <a:gd name="connsiteX222-2533" fmla="*/ 4046 w 10000"/>
                <a:gd name="connsiteY222-2534" fmla="*/ 5343 h 10714"/>
                <a:gd name="connsiteX223-2535" fmla="*/ 3904 w 10000"/>
                <a:gd name="connsiteY223-2536" fmla="*/ 5292 h 10714"/>
                <a:gd name="connsiteX224-2537" fmla="*/ 3746 w 10000"/>
                <a:gd name="connsiteY224-2538" fmla="*/ 5271 h 10714"/>
                <a:gd name="connsiteX225-2539" fmla="*/ 3583 w 10000"/>
                <a:gd name="connsiteY225-2540" fmla="*/ 5271 h 10714"/>
                <a:gd name="connsiteX226-2541" fmla="*/ 3413 w 10000"/>
                <a:gd name="connsiteY226-2542" fmla="*/ 5286 h 10714"/>
                <a:gd name="connsiteX227-2543" fmla="*/ 3246 w 10000"/>
                <a:gd name="connsiteY227-2544" fmla="*/ 5310 h 10714"/>
                <a:gd name="connsiteX228-2545" fmla="*/ 3079 w 10000"/>
                <a:gd name="connsiteY228-2546" fmla="*/ 5343 h 10714"/>
                <a:gd name="connsiteX229-2547" fmla="*/ 2913 w 10000"/>
                <a:gd name="connsiteY229-2548" fmla="*/ 5369 h 10714"/>
                <a:gd name="connsiteX230-2549" fmla="*/ 2750 w 10000"/>
                <a:gd name="connsiteY230-2550" fmla="*/ 5396 h 10714"/>
                <a:gd name="connsiteX231-2551" fmla="*/ 2600 w 10000"/>
                <a:gd name="connsiteY231-2552" fmla="*/ 5411 h 10714"/>
                <a:gd name="connsiteX232-2553" fmla="*/ 2258 w 10000"/>
                <a:gd name="connsiteY232-2554" fmla="*/ 5423 h 10714"/>
                <a:gd name="connsiteX233-2555" fmla="*/ 1925 w 10000"/>
                <a:gd name="connsiteY233-2556" fmla="*/ 5411 h 10714"/>
                <a:gd name="connsiteX234-2557" fmla="*/ 1617 w 10000"/>
                <a:gd name="connsiteY234-2558" fmla="*/ 5384 h 10714"/>
                <a:gd name="connsiteX235-2559" fmla="*/ 1321 w 10000"/>
                <a:gd name="connsiteY235-2560" fmla="*/ 5346 h 10714"/>
                <a:gd name="connsiteX236-2561" fmla="*/ 1033 w 10000"/>
                <a:gd name="connsiteY236-2562" fmla="*/ 5298 h 10714"/>
                <a:gd name="connsiteX237-2563" fmla="*/ 758 w 10000"/>
                <a:gd name="connsiteY237-2564" fmla="*/ 5250 h 10714"/>
                <a:gd name="connsiteX238-2565" fmla="*/ 500 w 10000"/>
                <a:gd name="connsiteY238-2566" fmla="*/ 5197 h 10714"/>
                <a:gd name="connsiteX239-2567" fmla="*/ 517 w 10000"/>
                <a:gd name="connsiteY239-2568" fmla="*/ 5137 h 10714"/>
                <a:gd name="connsiteX240-2569" fmla="*/ 871 w 10000"/>
                <a:gd name="connsiteY240-2570" fmla="*/ 5173 h 10714"/>
                <a:gd name="connsiteX241-2571" fmla="*/ 1221 w 10000"/>
                <a:gd name="connsiteY241-2572" fmla="*/ 5197 h 10714"/>
                <a:gd name="connsiteX242-2573" fmla="*/ 1563 w 10000"/>
                <a:gd name="connsiteY242-2574" fmla="*/ 5206 h 10714"/>
                <a:gd name="connsiteX243-2575" fmla="*/ 1896 w 10000"/>
                <a:gd name="connsiteY243-2576" fmla="*/ 5197 h 10714"/>
                <a:gd name="connsiteX244-2577" fmla="*/ 2221 w 10000"/>
                <a:gd name="connsiteY244-2578" fmla="*/ 5164 h 10714"/>
                <a:gd name="connsiteX245-2579" fmla="*/ 2538 w 10000"/>
                <a:gd name="connsiteY245-2580" fmla="*/ 5113 h 10714"/>
                <a:gd name="connsiteX246-2581" fmla="*/ 2842 w 10000"/>
                <a:gd name="connsiteY246-2582" fmla="*/ 5045 h 10714"/>
                <a:gd name="connsiteX247-2583" fmla="*/ 3129 w 10000"/>
                <a:gd name="connsiteY247-2584" fmla="*/ 4946 h 10714"/>
                <a:gd name="connsiteX248-2585" fmla="*/ 3500 w 10000"/>
                <a:gd name="connsiteY248-2586" fmla="*/ 4815 h 10714"/>
                <a:gd name="connsiteX249-2587" fmla="*/ 2821 w 10000"/>
                <a:gd name="connsiteY249-2588" fmla="*/ 4389 h 10714"/>
                <a:gd name="connsiteX250-2589" fmla="*/ 2213 w 10000"/>
                <a:gd name="connsiteY250-2590" fmla="*/ 3912 h 10714"/>
                <a:gd name="connsiteX251-2591" fmla="*/ 1879 w 10000"/>
                <a:gd name="connsiteY251-2592" fmla="*/ 3939 h 10714"/>
                <a:gd name="connsiteX252-2593" fmla="*/ 1554 w 10000"/>
                <a:gd name="connsiteY252-2594" fmla="*/ 3939 h 10714"/>
                <a:gd name="connsiteX253-2595" fmla="*/ 1258 w 10000"/>
                <a:gd name="connsiteY253-2596" fmla="*/ 3912 h 10714"/>
                <a:gd name="connsiteX254-2597" fmla="*/ 979 w 10000"/>
                <a:gd name="connsiteY254-2598" fmla="*/ 3856 h 10714"/>
                <a:gd name="connsiteX255-2599" fmla="*/ 721 w 10000"/>
                <a:gd name="connsiteY255-2600" fmla="*/ 3775 h 10714"/>
                <a:gd name="connsiteX256-2601" fmla="*/ 496 w 10000"/>
                <a:gd name="connsiteY256-2602" fmla="*/ 3674 h 10714"/>
                <a:gd name="connsiteX257-2603" fmla="*/ 296 w 10000"/>
                <a:gd name="connsiteY257-2604" fmla="*/ 3549 h 10714"/>
                <a:gd name="connsiteX258-2605" fmla="*/ 129 w 10000"/>
                <a:gd name="connsiteY258-2606" fmla="*/ 3403 h 10714"/>
                <a:gd name="connsiteX259-2607" fmla="*/ 0 w 10000"/>
                <a:gd name="connsiteY259-2608" fmla="*/ 3245 h 10714"/>
                <a:gd name="connsiteX260-2609" fmla="*/ 17 w 10000"/>
                <a:gd name="connsiteY260-2610" fmla="*/ 3218 h 10714"/>
                <a:gd name="connsiteX261-2611" fmla="*/ 71 w 10000"/>
                <a:gd name="connsiteY261-2612" fmla="*/ 3245 h 10714"/>
                <a:gd name="connsiteX262-2613" fmla="*/ 138 w 10000"/>
                <a:gd name="connsiteY262-2614" fmla="*/ 3349 h 10714"/>
                <a:gd name="connsiteX263-2615" fmla="*/ 246 w 10000"/>
                <a:gd name="connsiteY263-2616" fmla="*/ 3439 h 10714"/>
                <a:gd name="connsiteX264-2617" fmla="*/ 379 w 10000"/>
                <a:gd name="connsiteY264-2618" fmla="*/ 3528 h 10714"/>
                <a:gd name="connsiteX265-2619" fmla="*/ 538 w 10000"/>
                <a:gd name="connsiteY265-2620" fmla="*/ 3597 h 10714"/>
                <a:gd name="connsiteX266-2621" fmla="*/ 721 w 10000"/>
                <a:gd name="connsiteY266-2622" fmla="*/ 3656 h 10714"/>
                <a:gd name="connsiteX267-2623" fmla="*/ 913 w 10000"/>
                <a:gd name="connsiteY267-2624" fmla="*/ 3701 h 10714"/>
                <a:gd name="connsiteX268-2625" fmla="*/ 1117 w 10000"/>
                <a:gd name="connsiteY268-2626" fmla="*/ 3728 h 10714"/>
                <a:gd name="connsiteX269-2627" fmla="*/ 1329 w 10000"/>
                <a:gd name="connsiteY269-2628" fmla="*/ 3737 h 10714"/>
                <a:gd name="connsiteX270-2629" fmla="*/ 1533 w 10000"/>
                <a:gd name="connsiteY270-2630" fmla="*/ 3734 h 10714"/>
                <a:gd name="connsiteX271-2631" fmla="*/ 1646 w 10000"/>
                <a:gd name="connsiteY271-2632" fmla="*/ 3722 h 10714"/>
                <a:gd name="connsiteX272-2633" fmla="*/ 1746 w 10000"/>
                <a:gd name="connsiteY272-2634" fmla="*/ 3722 h 10714"/>
                <a:gd name="connsiteX273-2635" fmla="*/ 1833 w 10000"/>
                <a:gd name="connsiteY273-2636" fmla="*/ 3710 h 10714"/>
                <a:gd name="connsiteX274-2637" fmla="*/ 1917 w 10000"/>
                <a:gd name="connsiteY274-2638" fmla="*/ 3695 h 10714"/>
                <a:gd name="connsiteX275-2639" fmla="*/ 1988 w 10000"/>
                <a:gd name="connsiteY275-2640" fmla="*/ 3662 h 10714"/>
                <a:gd name="connsiteX276-2641" fmla="*/ 1788 w 10000"/>
                <a:gd name="connsiteY276-2642" fmla="*/ 3391 h 10714"/>
                <a:gd name="connsiteX277-2643" fmla="*/ 1617 w 10000"/>
                <a:gd name="connsiteY277-2644" fmla="*/ 3126 h 10714"/>
                <a:gd name="connsiteX278-2645" fmla="*/ 1454 w 10000"/>
                <a:gd name="connsiteY278-2646" fmla="*/ 2849 h 10714"/>
                <a:gd name="connsiteX279-2647" fmla="*/ 1313 w 10000"/>
                <a:gd name="connsiteY279-2648" fmla="*/ 2563 h 10714"/>
                <a:gd name="connsiteX280-2649" fmla="*/ 1175 w 10000"/>
                <a:gd name="connsiteY280-2650" fmla="*/ 2253 h 10714"/>
                <a:gd name="connsiteX281-2651" fmla="*/ 1046 w 10000"/>
                <a:gd name="connsiteY281-2652" fmla="*/ 1919 h 10714"/>
                <a:gd name="connsiteX282-2653" fmla="*/ 1033 w 10000"/>
                <a:gd name="connsiteY282-2654" fmla="*/ 1859 h 10714"/>
                <a:gd name="connsiteX283-2655" fmla="*/ 1000 w 10000"/>
                <a:gd name="connsiteY283-2656" fmla="*/ 1776 h 10714"/>
                <a:gd name="connsiteX284-2657" fmla="*/ 979 w 10000"/>
                <a:gd name="connsiteY284-2658" fmla="*/ 1684 h 10714"/>
                <a:gd name="connsiteX285-2659" fmla="*/ 950 w 10000"/>
                <a:gd name="connsiteY285-2660" fmla="*/ 1591 h 10714"/>
                <a:gd name="connsiteX286-2661" fmla="*/ 925 w 10000"/>
                <a:gd name="connsiteY286-2662" fmla="*/ 1490 h 10714"/>
                <a:gd name="connsiteX287-2663" fmla="*/ 917 w 10000"/>
                <a:gd name="connsiteY287-2664" fmla="*/ 1397 h 10714"/>
                <a:gd name="connsiteX288-2665" fmla="*/ 917 w 10000"/>
                <a:gd name="connsiteY288-2666" fmla="*/ 1311 h 10714"/>
                <a:gd name="connsiteX289-2667" fmla="*/ 933 w 10000"/>
                <a:gd name="connsiteY289-2668" fmla="*/ 1234 h 10714"/>
                <a:gd name="connsiteX290-2669" fmla="*/ 963 w 10000"/>
                <a:gd name="connsiteY290-2670" fmla="*/ 1180 h 10714"/>
                <a:gd name="connsiteX291-2671" fmla="*/ 1000 w 10000"/>
                <a:gd name="connsiteY291-2672" fmla="*/ 1192 h 10714"/>
                <a:gd name="connsiteX292-2673" fmla="*/ 1033 w 10000"/>
                <a:gd name="connsiteY292-2674" fmla="*/ 1496 h 10714"/>
                <a:gd name="connsiteX293-2675" fmla="*/ 1108 w 10000"/>
                <a:gd name="connsiteY293-2676" fmla="*/ 1800 h 10714"/>
                <a:gd name="connsiteX294-2677" fmla="*/ 1221 w 10000"/>
                <a:gd name="connsiteY294-2678" fmla="*/ 2098 h 10714"/>
                <a:gd name="connsiteX295-2679" fmla="*/ 1358 w 10000"/>
                <a:gd name="connsiteY295-2680" fmla="*/ 2372 h 10714"/>
                <a:gd name="connsiteX296-2681" fmla="*/ 1508 w 10000"/>
                <a:gd name="connsiteY296-2682" fmla="*/ 2628 h 10714"/>
                <a:gd name="connsiteX297-2683" fmla="*/ 1646 w 10000"/>
                <a:gd name="connsiteY297-2684" fmla="*/ 2795 h 10714"/>
                <a:gd name="connsiteX298-2685" fmla="*/ 1629 w 10000"/>
                <a:gd name="connsiteY298-2686" fmla="*/ 2801 h 10714"/>
                <a:gd name="connsiteX299-2687" fmla="*/ 1629 w 10000"/>
                <a:gd name="connsiteY299-2688" fmla="*/ 2807 h 10714"/>
                <a:gd name="connsiteX300-2689" fmla="*/ 1638 w 10000"/>
                <a:gd name="connsiteY300-2690" fmla="*/ 2813 h 10714"/>
                <a:gd name="connsiteX301-2691" fmla="*/ 1646 w 10000"/>
                <a:gd name="connsiteY301-2692" fmla="*/ 2816 h 10714"/>
                <a:gd name="connsiteX302-2693" fmla="*/ 1663 w 10000"/>
                <a:gd name="connsiteY302-2694" fmla="*/ 2822 h 10714"/>
                <a:gd name="connsiteX303-2695" fmla="*/ 1667 w 10000"/>
                <a:gd name="connsiteY303-2696" fmla="*/ 2834 h 10714"/>
                <a:gd name="connsiteX304-2697" fmla="*/ 1675 w 10000"/>
                <a:gd name="connsiteY304-2698" fmla="*/ 2840 h 10714"/>
                <a:gd name="connsiteX305-2699" fmla="*/ 1683 w 10000"/>
                <a:gd name="connsiteY305-2700" fmla="*/ 2849 h 10714"/>
                <a:gd name="connsiteX306-2701" fmla="*/ 1683 w 10000"/>
                <a:gd name="connsiteY306-2702" fmla="*/ 2843 h 10714"/>
                <a:gd name="connsiteX307-2703" fmla="*/ 1675 w 10000"/>
                <a:gd name="connsiteY307-2704" fmla="*/ 2840 h 10714"/>
                <a:gd name="connsiteX308-2705" fmla="*/ 1675 w 10000"/>
                <a:gd name="connsiteY308-2706" fmla="*/ 2840 h 10714"/>
                <a:gd name="connsiteX309-2707" fmla="*/ 1646 w 10000"/>
                <a:gd name="connsiteY309-2708" fmla="*/ 2795 h 10714"/>
                <a:gd name="connsiteX310-2709" fmla="*/ 1746 w 10000"/>
                <a:gd name="connsiteY310-2710" fmla="*/ 2741 h 10714"/>
                <a:gd name="connsiteX311-2711" fmla="*/ 1842 w 10000"/>
                <a:gd name="connsiteY311-2712" fmla="*/ 2649 h 10714"/>
                <a:gd name="connsiteX312-2713" fmla="*/ 1933 w 10000"/>
                <a:gd name="connsiteY312-2714" fmla="*/ 2542 h 10714"/>
                <a:gd name="connsiteX313-2715" fmla="*/ 2017 w 10000"/>
                <a:gd name="connsiteY313-2716" fmla="*/ 2411 h 10714"/>
                <a:gd name="connsiteX314-2717" fmla="*/ 2092 w 10000"/>
                <a:gd name="connsiteY314-2718" fmla="*/ 2265 h 10714"/>
                <a:gd name="connsiteX315-2719" fmla="*/ 2163 w 10000"/>
                <a:gd name="connsiteY315-2720" fmla="*/ 2113 h 10714"/>
                <a:gd name="connsiteX316-2721" fmla="*/ 2221 w 10000"/>
                <a:gd name="connsiteY316-2722" fmla="*/ 1955 h 10714"/>
                <a:gd name="connsiteX317-2723" fmla="*/ 2275 w 10000"/>
                <a:gd name="connsiteY317-2724" fmla="*/ 1803 h 10714"/>
                <a:gd name="connsiteX318-2725" fmla="*/ 2321 w 10000"/>
                <a:gd name="connsiteY318-2726" fmla="*/ 1657 h 10714"/>
                <a:gd name="connsiteX319-2727" fmla="*/ 2329 w 10000"/>
                <a:gd name="connsiteY319-2728" fmla="*/ 1853 h 10714"/>
                <a:gd name="connsiteX320-2729" fmla="*/ 2321 w 10000"/>
                <a:gd name="connsiteY320-2730" fmla="*/ 2032 h 10714"/>
                <a:gd name="connsiteX321-2731" fmla="*/ 2283 w 10000"/>
                <a:gd name="connsiteY321-2732" fmla="*/ 2199 h 10714"/>
                <a:gd name="connsiteX322-2733" fmla="*/ 2229 w 10000"/>
                <a:gd name="connsiteY322-2734" fmla="*/ 2366 h 10714"/>
                <a:gd name="connsiteX323-2735" fmla="*/ 2154 w 10000"/>
                <a:gd name="connsiteY323-2736" fmla="*/ 2524 h 10714"/>
                <a:gd name="connsiteX324-2737" fmla="*/ 2046 w 10000"/>
                <a:gd name="connsiteY324-2738" fmla="*/ 2682 h 10714"/>
                <a:gd name="connsiteX325-2739" fmla="*/ 1796 w 10000"/>
                <a:gd name="connsiteY325-2740" fmla="*/ 3027 h 10714"/>
                <a:gd name="connsiteX326-2741" fmla="*/ 2054 w 10000"/>
                <a:gd name="connsiteY326-2742" fmla="*/ 3305 h 10714"/>
                <a:gd name="connsiteX327-2743" fmla="*/ 2333 w 10000"/>
                <a:gd name="connsiteY327-2744" fmla="*/ 3564 h 10714"/>
                <a:gd name="connsiteX328-2745" fmla="*/ 2638 w 10000"/>
                <a:gd name="connsiteY328-2746" fmla="*/ 3808 h 10714"/>
                <a:gd name="connsiteX329-2747" fmla="*/ 2963 w 10000"/>
                <a:gd name="connsiteY329-2748" fmla="*/ 4032 h 10714"/>
                <a:gd name="connsiteX330-2749" fmla="*/ 4129 w 10000"/>
                <a:gd name="connsiteY330-2750" fmla="*/ 4610 h 10714"/>
                <a:gd name="connsiteX331-2751" fmla="*/ 4167 w 10000"/>
                <a:gd name="connsiteY331-2752" fmla="*/ 4589 h 10714"/>
                <a:gd name="connsiteX332-2753" fmla="*/ 4071 w 10000"/>
                <a:gd name="connsiteY332-2754" fmla="*/ 4333 h 10714"/>
                <a:gd name="connsiteX333-2755" fmla="*/ 3996 w 10000"/>
                <a:gd name="connsiteY333-2756" fmla="*/ 4058 h 10714"/>
                <a:gd name="connsiteX334-2757" fmla="*/ 3933 w 10000"/>
                <a:gd name="connsiteY334-2758" fmla="*/ 3760 h 10714"/>
                <a:gd name="connsiteX335-2759" fmla="*/ 3904 w 10000"/>
                <a:gd name="connsiteY335-2760" fmla="*/ 3456 h 10714"/>
                <a:gd name="connsiteX336-2761" fmla="*/ 3879 w 10000"/>
                <a:gd name="connsiteY336-2762" fmla="*/ 3138 h 10714"/>
                <a:gd name="connsiteX337-2763" fmla="*/ 3879 w 10000"/>
                <a:gd name="connsiteY337-2764" fmla="*/ 2813 h 10714"/>
                <a:gd name="connsiteX338-2765" fmla="*/ 3896 w 10000"/>
                <a:gd name="connsiteY338-2766" fmla="*/ 2485 h 10714"/>
                <a:gd name="connsiteX339-2767" fmla="*/ 3933 w 10000"/>
                <a:gd name="connsiteY339-2768" fmla="*/ 2160 h 10714"/>
                <a:gd name="connsiteX340-2769" fmla="*/ 3988 w 10000"/>
                <a:gd name="connsiteY340-2770" fmla="*/ 1836 h 10714"/>
                <a:gd name="connsiteX341-2771" fmla="*/ 4046 w 10000"/>
                <a:gd name="connsiteY341-2772" fmla="*/ 1523 h 10714"/>
                <a:gd name="connsiteX342-2773" fmla="*/ 4129 w 10000"/>
                <a:gd name="connsiteY342-2774" fmla="*/ 1219 h 10714"/>
                <a:gd name="connsiteX343-2775" fmla="*/ 4229 w 10000"/>
                <a:gd name="connsiteY343-2776" fmla="*/ 933 h 10714"/>
                <a:gd name="connsiteX344-2777" fmla="*/ 4333 w 10000"/>
                <a:gd name="connsiteY344-2778" fmla="*/ 662 h 10714"/>
                <a:gd name="connsiteX345-2779" fmla="*/ 4454 w 10000"/>
                <a:gd name="connsiteY345-2780" fmla="*/ 417 h 10714"/>
                <a:gd name="connsiteX346-2781" fmla="*/ 4583 w 10000"/>
                <a:gd name="connsiteY346-2782" fmla="*/ 194 h 10714"/>
                <a:gd name="connsiteX347-2783" fmla="*/ 4738 w 10000"/>
                <a:gd name="connsiteY347-2784" fmla="*/ 0 h 10714"/>
                <a:gd name="connsiteX0-2785" fmla="*/ 4738 w 10000"/>
                <a:gd name="connsiteY0-2786" fmla="*/ 0 h 10741"/>
                <a:gd name="connsiteX1-2787" fmla="*/ 4721 w 10000"/>
                <a:gd name="connsiteY1-2788" fmla="*/ 48 h 10741"/>
                <a:gd name="connsiteX2-2789" fmla="*/ 4713 w 10000"/>
                <a:gd name="connsiteY2-2790" fmla="*/ 80 h 10741"/>
                <a:gd name="connsiteX3-2791" fmla="*/ 4704 w 10000"/>
                <a:gd name="connsiteY3-2792" fmla="*/ 101 h 10741"/>
                <a:gd name="connsiteX4-2793" fmla="*/ 4704 w 10000"/>
                <a:gd name="connsiteY4-2794" fmla="*/ 113 h 10741"/>
                <a:gd name="connsiteX5-2795" fmla="*/ 4713 w 10000"/>
                <a:gd name="connsiteY5-2796" fmla="*/ 119 h 10741"/>
                <a:gd name="connsiteX6-2797" fmla="*/ 4713 w 10000"/>
                <a:gd name="connsiteY6-2798" fmla="*/ 125 h 10741"/>
                <a:gd name="connsiteX7-2799" fmla="*/ 4721 w 10000"/>
                <a:gd name="connsiteY7-2800" fmla="*/ 125 h 10741"/>
                <a:gd name="connsiteX8-2801" fmla="*/ 4721 w 10000"/>
                <a:gd name="connsiteY8-2802" fmla="*/ 125 h 10741"/>
                <a:gd name="connsiteX9-2803" fmla="*/ 4721 w 10000"/>
                <a:gd name="connsiteY9-2804" fmla="*/ 134 h 10741"/>
                <a:gd name="connsiteX10-2805" fmla="*/ 4713 w 10000"/>
                <a:gd name="connsiteY10-2806" fmla="*/ 152 h 10741"/>
                <a:gd name="connsiteX11-2807" fmla="*/ 4704 w 10000"/>
                <a:gd name="connsiteY11-2808" fmla="*/ 179 h 10741"/>
                <a:gd name="connsiteX12-2809" fmla="*/ 4692 w 10000"/>
                <a:gd name="connsiteY12-2810" fmla="*/ 221 h 10741"/>
                <a:gd name="connsiteX13-2811" fmla="*/ 4667 w 10000"/>
                <a:gd name="connsiteY13-2812" fmla="*/ 280 h 10741"/>
                <a:gd name="connsiteX14-2813" fmla="*/ 4629 w 10000"/>
                <a:gd name="connsiteY14-2814" fmla="*/ 364 h 10741"/>
                <a:gd name="connsiteX15-2815" fmla="*/ 4592 w 10000"/>
                <a:gd name="connsiteY15-2816" fmla="*/ 465 h 10741"/>
                <a:gd name="connsiteX16-2817" fmla="*/ 4533 w 10000"/>
                <a:gd name="connsiteY16-2818" fmla="*/ 596 h 10741"/>
                <a:gd name="connsiteX17-2819" fmla="*/ 4463 w 10000"/>
                <a:gd name="connsiteY17-2820" fmla="*/ 754 h 10741"/>
                <a:gd name="connsiteX18-2821" fmla="*/ 4379 w 10000"/>
                <a:gd name="connsiteY18-2822" fmla="*/ 1001 h 10741"/>
                <a:gd name="connsiteX19-2823" fmla="*/ 4321 w 10000"/>
                <a:gd name="connsiteY19-2824" fmla="*/ 1266 h 10741"/>
                <a:gd name="connsiteX20-2825" fmla="*/ 4275 w 10000"/>
                <a:gd name="connsiteY20-2826" fmla="*/ 1538 h 10741"/>
                <a:gd name="connsiteX21-2827" fmla="*/ 4213 w 10000"/>
                <a:gd name="connsiteY21-2828" fmla="*/ 1827 h 10741"/>
                <a:gd name="connsiteX22-2829" fmla="*/ 4204 w 10000"/>
                <a:gd name="connsiteY22-2830" fmla="*/ 1889 h 10741"/>
                <a:gd name="connsiteX23-2831" fmla="*/ 4192 w 10000"/>
                <a:gd name="connsiteY23-2832" fmla="*/ 1982 h 10741"/>
                <a:gd name="connsiteX24-2833" fmla="*/ 4183 w 10000"/>
                <a:gd name="connsiteY24-2834" fmla="*/ 2080 h 10741"/>
                <a:gd name="connsiteX25-2835" fmla="*/ 4175 w 10000"/>
                <a:gd name="connsiteY25-2836" fmla="*/ 2187 h 10741"/>
                <a:gd name="connsiteX26-2837" fmla="*/ 4175 w 10000"/>
                <a:gd name="connsiteY26-2838" fmla="*/ 2297 h 10741"/>
                <a:gd name="connsiteX27-2839" fmla="*/ 4192 w 10000"/>
                <a:gd name="connsiteY27-2840" fmla="*/ 2396 h 10741"/>
                <a:gd name="connsiteX28-2841" fmla="*/ 4213 w 10000"/>
                <a:gd name="connsiteY28-2842" fmla="*/ 2482 h 10741"/>
                <a:gd name="connsiteX29-2843" fmla="*/ 4250 w 10000"/>
                <a:gd name="connsiteY29-2844" fmla="*/ 2542 h 10741"/>
                <a:gd name="connsiteX30-2845" fmla="*/ 4450 w 10000"/>
                <a:gd name="connsiteY30-2846" fmla="*/ 2530 h 10741"/>
                <a:gd name="connsiteX31-2847" fmla="*/ 4646 w 10000"/>
                <a:gd name="connsiteY31-2848" fmla="*/ 2482 h 10741"/>
                <a:gd name="connsiteX32-2849" fmla="*/ 4833 w 10000"/>
                <a:gd name="connsiteY32-2850" fmla="*/ 2405 h 10741"/>
                <a:gd name="connsiteX33-2851" fmla="*/ 5025 w 10000"/>
                <a:gd name="connsiteY33-2852" fmla="*/ 2297 h 10741"/>
                <a:gd name="connsiteX34-2853" fmla="*/ 5200 w 10000"/>
                <a:gd name="connsiteY34-2854" fmla="*/ 2172 h 10741"/>
                <a:gd name="connsiteX35-2855" fmla="*/ 5371 w 10000"/>
                <a:gd name="connsiteY35-2856" fmla="*/ 2020 h 10741"/>
                <a:gd name="connsiteX36-2857" fmla="*/ 5533 w 10000"/>
                <a:gd name="connsiteY36-2858" fmla="*/ 1859 h 10741"/>
                <a:gd name="connsiteX37-2859" fmla="*/ 5683 w 10000"/>
                <a:gd name="connsiteY37-2860" fmla="*/ 1690 h 10741"/>
                <a:gd name="connsiteX38-2861" fmla="*/ 5829 w 10000"/>
                <a:gd name="connsiteY38-2862" fmla="*/ 1511 h 10741"/>
                <a:gd name="connsiteX39-2863" fmla="*/ 5954 w 10000"/>
                <a:gd name="connsiteY39-2864" fmla="*/ 1326 h 10741"/>
                <a:gd name="connsiteX40-2865" fmla="*/ 6071 w 10000"/>
                <a:gd name="connsiteY40-2866" fmla="*/ 1147 h 10741"/>
                <a:gd name="connsiteX41-2867" fmla="*/ 6167 w 10000"/>
                <a:gd name="connsiteY41-2868" fmla="*/ 974 h 10741"/>
                <a:gd name="connsiteX42-2869" fmla="*/ 6213 w 10000"/>
                <a:gd name="connsiteY42-2870" fmla="*/ 974 h 10741"/>
                <a:gd name="connsiteX43-2871" fmla="*/ 6213 w 10000"/>
                <a:gd name="connsiteY43-2872" fmla="*/ 992 h 10741"/>
                <a:gd name="connsiteX44-2873" fmla="*/ 6138 w 10000"/>
                <a:gd name="connsiteY44-2874" fmla="*/ 1165 h 10741"/>
                <a:gd name="connsiteX45-2875" fmla="*/ 6054 w 10000"/>
                <a:gd name="connsiteY45-2876" fmla="*/ 1344 h 10741"/>
                <a:gd name="connsiteX46-2877" fmla="*/ 5963 w 10000"/>
                <a:gd name="connsiteY46-2878" fmla="*/ 1517 h 10741"/>
                <a:gd name="connsiteX47-2879" fmla="*/ 5871 w 10000"/>
                <a:gd name="connsiteY47-2880" fmla="*/ 1684 h 10741"/>
                <a:gd name="connsiteX48-2881" fmla="*/ 5775 w 10000"/>
                <a:gd name="connsiteY48-2882" fmla="*/ 1847 h 10741"/>
                <a:gd name="connsiteX49-2883" fmla="*/ 5667 w 10000"/>
                <a:gd name="connsiteY49-2884" fmla="*/ 1999 h 10741"/>
                <a:gd name="connsiteX50-2885" fmla="*/ 5554 w 10000"/>
                <a:gd name="connsiteY50-2886" fmla="*/ 2145 h 10741"/>
                <a:gd name="connsiteX51-2887" fmla="*/ 5417 w 10000"/>
                <a:gd name="connsiteY51-2888" fmla="*/ 2279 h 10741"/>
                <a:gd name="connsiteX52-2889" fmla="*/ 5275 w 10000"/>
                <a:gd name="connsiteY52-2890" fmla="*/ 2411 h 10741"/>
                <a:gd name="connsiteX53-2891" fmla="*/ 5108 w 10000"/>
                <a:gd name="connsiteY53-2892" fmla="*/ 2518 h 10741"/>
                <a:gd name="connsiteX54-2893" fmla="*/ 4917 w 10000"/>
                <a:gd name="connsiteY54-2894" fmla="*/ 2616 h 10741"/>
                <a:gd name="connsiteX55-2895" fmla="*/ 4704 w 10000"/>
                <a:gd name="connsiteY55-2896" fmla="*/ 2703 h 10741"/>
                <a:gd name="connsiteX56-2897" fmla="*/ 4479 w 10000"/>
                <a:gd name="connsiteY56-2898" fmla="*/ 2768 h 10741"/>
                <a:gd name="connsiteX57-2899" fmla="*/ 4213 w 10000"/>
                <a:gd name="connsiteY57-2900" fmla="*/ 2813 h 10741"/>
                <a:gd name="connsiteX58-2901" fmla="*/ 4221 w 10000"/>
                <a:gd name="connsiteY58-2902" fmla="*/ 3126 h 10741"/>
                <a:gd name="connsiteX59-2903" fmla="*/ 4258 w 10000"/>
                <a:gd name="connsiteY59-2904" fmla="*/ 3424 h 10741"/>
                <a:gd name="connsiteX60-2905" fmla="*/ 4321 w 10000"/>
                <a:gd name="connsiteY60-2906" fmla="*/ 3707 h 10741"/>
                <a:gd name="connsiteX61-2907" fmla="*/ 4404 w 10000"/>
                <a:gd name="connsiteY61-2908" fmla="*/ 3975 h 10741"/>
                <a:gd name="connsiteX62-2909" fmla="*/ 4508 w 10000"/>
                <a:gd name="connsiteY62-2910" fmla="*/ 4231 h 10741"/>
                <a:gd name="connsiteX63-2911" fmla="*/ 4621 w 10000"/>
                <a:gd name="connsiteY63-2912" fmla="*/ 4476 h 10741"/>
                <a:gd name="connsiteX64-2913" fmla="*/ 4750 w 10000"/>
                <a:gd name="connsiteY64-2914" fmla="*/ 4708 h 10741"/>
                <a:gd name="connsiteX65-2915" fmla="*/ 4879 w 10000"/>
                <a:gd name="connsiteY65-2916" fmla="*/ 4934 h 10741"/>
                <a:gd name="connsiteX66-2917" fmla="*/ 4917 w 10000"/>
                <a:gd name="connsiteY66-2918" fmla="*/ 4988 h 10741"/>
                <a:gd name="connsiteX67-2919" fmla="*/ 4950 w 10000"/>
                <a:gd name="connsiteY67-2920" fmla="*/ 5054 h 10741"/>
                <a:gd name="connsiteX68-2921" fmla="*/ 4996 w 10000"/>
                <a:gd name="connsiteY68-2922" fmla="*/ 5125 h 10741"/>
                <a:gd name="connsiteX69-2923" fmla="*/ 5038 w 10000"/>
                <a:gd name="connsiteY69-2924" fmla="*/ 5200 h 10741"/>
                <a:gd name="connsiteX70-2925" fmla="*/ 5092 w 10000"/>
                <a:gd name="connsiteY70-2926" fmla="*/ 5271 h 10741"/>
                <a:gd name="connsiteX71-2927" fmla="*/ 5154 w 10000"/>
                <a:gd name="connsiteY71-2928" fmla="*/ 5331 h 10741"/>
                <a:gd name="connsiteX72-2929" fmla="*/ 5229 w 10000"/>
                <a:gd name="connsiteY72-2930" fmla="*/ 5384 h 10741"/>
                <a:gd name="connsiteX73-2931" fmla="*/ 5313 w 10000"/>
                <a:gd name="connsiteY73-2932" fmla="*/ 5423 h 10741"/>
                <a:gd name="connsiteX74-2933" fmla="*/ 5413 w 10000"/>
                <a:gd name="connsiteY74-2934" fmla="*/ 5438 h 10741"/>
                <a:gd name="connsiteX75-2935" fmla="*/ 5517 w 10000"/>
                <a:gd name="connsiteY75-2936" fmla="*/ 5435 h 10741"/>
                <a:gd name="connsiteX76-2937" fmla="*/ 5704 w 10000"/>
                <a:gd name="connsiteY76-2938" fmla="*/ 5390 h 10741"/>
                <a:gd name="connsiteX77-2939" fmla="*/ 5871 w 10000"/>
                <a:gd name="connsiteY77-2940" fmla="*/ 5316 h 10741"/>
                <a:gd name="connsiteX78-2941" fmla="*/ 6033 w 10000"/>
                <a:gd name="connsiteY78-2942" fmla="*/ 5223 h 10741"/>
                <a:gd name="connsiteX79-2943" fmla="*/ 6167 w 10000"/>
                <a:gd name="connsiteY79-2944" fmla="*/ 5113 h 10741"/>
                <a:gd name="connsiteX80-2945" fmla="*/ 6296 w 10000"/>
                <a:gd name="connsiteY80-2946" fmla="*/ 4994 h 10741"/>
                <a:gd name="connsiteX81-2947" fmla="*/ 6417 w 10000"/>
                <a:gd name="connsiteY81-2948" fmla="*/ 4869 h 10741"/>
                <a:gd name="connsiteX82-2949" fmla="*/ 6525 w 10000"/>
                <a:gd name="connsiteY82-2950" fmla="*/ 4750 h 10741"/>
                <a:gd name="connsiteX83-2951" fmla="*/ 6617 w 10000"/>
                <a:gd name="connsiteY83-2952" fmla="*/ 4636 h 10741"/>
                <a:gd name="connsiteX84-2953" fmla="*/ 6821 w 10000"/>
                <a:gd name="connsiteY84-2954" fmla="*/ 4377 h 10741"/>
                <a:gd name="connsiteX85-2955" fmla="*/ 7017 w 10000"/>
                <a:gd name="connsiteY85-2956" fmla="*/ 4085 h 10741"/>
                <a:gd name="connsiteX86-2957" fmla="*/ 7213 w 10000"/>
                <a:gd name="connsiteY86-2958" fmla="*/ 3766 h 10741"/>
                <a:gd name="connsiteX87-2959" fmla="*/ 7396 w 10000"/>
                <a:gd name="connsiteY87-2960" fmla="*/ 3418 h 10741"/>
                <a:gd name="connsiteX88-2961" fmla="*/ 7563 w 10000"/>
                <a:gd name="connsiteY88-2962" fmla="*/ 3051 h 10741"/>
                <a:gd name="connsiteX89-2963" fmla="*/ 7713 w 10000"/>
                <a:gd name="connsiteY89-2964" fmla="*/ 2661 h 10741"/>
                <a:gd name="connsiteX90-2965" fmla="*/ 7850 w 10000"/>
                <a:gd name="connsiteY90-2966" fmla="*/ 2253 h 10741"/>
                <a:gd name="connsiteX91-2967" fmla="*/ 7950 w 10000"/>
                <a:gd name="connsiteY91-2968" fmla="*/ 1830 h 10741"/>
                <a:gd name="connsiteX92-2969" fmla="*/ 8025 w 10000"/>
                <a:gd name="connsiteY92-2970" fmla="*/ 1397 h 10741"/>
                <a:gd name="connsiteX93-2971" fmla="*/ 8071 w 10000"/>
                <a:gd name="connsiteY93-2972" fmla="*/ 954 h 10741"/>
                <a:gd name="connsiteX94-2973" fmla="*/ 8108 w 10000"/>
                <a:gd name="connsiteY94-2974" fmla="*/ 974 h 10741"/>
                <a:gd name="connsiteX95-2975" fmla="*/ 8138 w 10000"/>
                <a:gd name="connsiteY95-2976" fmla="*/ 1025 h 10741"/>
                <a:gd name="connsiteX96-2977" fmla="*/ 8163 w 10000"/>
                <a:gd name="connsiteY96-2978" fmla="*/ 1100 h 10741"/>
                <a:gd name="connsiteX97-2979" fmla="*/ 8175 w 10000"/>
                <a:gd name="connsiteY97-2980" fmla="*/ 1198 h 10741"/>
                <a:gd name="connsiteX98-2981" fmla="*/ 8183 w 10000"/>
                <a:gd name="connsiteY98-2982" fmla="*/ 1311 h 10741"/>
                <a:gd name="connsiteX99-2983" fmla="*/ 8183 w 10000"/>
                <a:gd name="connsiteY99-2984" fmla="*/ 1442 h 10741"/>
                <a:gd name="connsiteX100-2985" fmla="*/ 8183 w 10000"/>
                <a:gd name="connsiteY100-2986" fmla="*/ 1582 h 10741"/>
                <a:gd name="connsiteX101-2987" fmla="*/ 8175 w 10000"/>
                <a:gd name="connsiteY101-2988" fmla="*/ 1734 h 10741"/>
                <a:gd name="connsiteX102-2989" fmla="*/ 8163 w 10000"/>
                <a:gd name="connsiteY102-2990" fmla="*/ 1889 h 10741"/>
                <a:gd name="connsiteX103-2991" fmla="*/ 8146 w 10000"/>
                <a:gd name="connsiteY103-2992" fmla="*/ 2047 h 10741"/>
                <a:gd name="connsiteX104-2993" fmla="*/ 8121 w 10000"/>
                <a:gd name="connsiteY104-2994" fmla="*/ 2205 h 10741"/>
                <a:gd name="connsiteX105-2995" fmla="*/ 8108 w 10000"/>
                <a:gd name="connsiteY105-2996" fmla="*/ 2357 h 10741"/>
                <a:gd name="connsiteX106-2997" fmla="*/ 8083 w 10000"/>
                <a:gd name="connsiteY106-2998" fmla="*/ 2497 h 10741"/>
                <a:gd name="connsiteX107-2999" fmla="*/ 8063 w 10000"/>
                <a:gd name="connsiteY107-3000" fmla="*/ 2628 h 10741"/>
                <a:gd name="connsiteX108-3001" fmla="*/ 8038 w 10000"/>
                <a:gd name="connsiteY108-3002" fmla="*/ 2741 h 10741"/>
                <a:gd name="connsiteX109-3003" fmla="*/ 8017 w 10000"/>
                <a:gd name="connsiteY109-3004" fmla="*/ 2834 h 10741"/>
                <a:gd name="connsiteX110-3005" fmla="*/ 8000 w 10000"/>
                <a:gd name="connsiteY110-3006" fmla="*/ 2908 h 10741"/>
                <a:gd name="connsiteX111-3007" fmla="*/ 7700 w 10000"/>
                <a:gd name="connsiteY111-3008" fmla="*/ 3754 h 10741"/>
                <a:gd name="connsiteX112-3009" fmla="*/ 7942 w 10000"/>
                <a:gd name="connsiteY112-3010" fmla="*/ 3737 h 10741"/>
                <a:gd name="connsiteX113-3011" fmla="*/ 8167 w 10000"/>
                <a:gd name="connsiteY113-3012" fmla="*/ 3695 h 10741"/>
                <a:gd name="connsiteX114-3013" fmla="*/ 8379 w 10000"/>
                <a:gd name="connsiteY114-3014" fmla="*/ 3635 h 10741"/>
                <a:gd name="connsiteX115-3015" fmla="*/ 8583 w 10000"/>
                <a:gd name="connsiteY115-3016" fmla="*/ 3558 h 10741"/>
                <a:gd name="connsiteX116-3017" fmla="*/ 8767 w 10000"/>
                <a:gd name="connsiteY116-3018" fmla="*/ 3471 h 10741"/>
                <a:gd name="connsiteX117-3019" fmla="*/ 8933 w 10000"/>
                <a:gd name="connsiteY117-3020" fmla="*/ 3376 h 10741"/>
                <a:gd name="connsiteX118-3021" fmla="*/ 9092 w 10000"/>
                <a:gd name="connsiteY118-3022" fmla="*/ 3278 h 10741"/>
                <a:gd name="connsiteX119-3023" fmla="*/ 9238 w 10000"/>
                <a:gd name="connsiteY119-3024" fmla="*/ 3185 h 10741"/>
                <a:gd name="connsiteX120-3025" fmla="*/ 9250 w 10000"/>
                <a:gd name="connsiteY120-3026" fmla="*/ 3230 h 10741"/>
                <a:gd name="connsiteX121-3027" fmla="*/ 9117 w 10000"/>
                <a:gd name="connsiteY121-3028" fmla="*/ 3376 h 10741"/>
                <a:gd name="connsiteX122-3029" fmla="*/ 8954 w 10000"/>
                <a:gd name="connsiteY122-3030" fmla="*/ 3516 h 10741"/>
                <a:gd name="connsiteX123-3031" fmla="*/ 8758 w 10000"/>
                <a:gd name="connsiteY123-3032" fmla="*/ 3641 h 10741"/>
                <a:gd name="connsiteX124-3033" fmla="*/ 8538 w 10000"/>
                <a:gd name="connsiteY124-3034" fmla="*/ 3754 h 10741"/>
                <a:gd name="connsiteX125-3035" fmla="*/ 8304 w 10000"/>
                <a:gd name="connsiteY125-3036" fmla="*/ 3856 h 10741"/>
                <a:gd name="connsiteX126-3037" fmla="*/ 8054 w 10000"/>
                <a:gd name="connsiteY126-3038" fmla="*/ 3945 h 10741"/>
                <a:gd name="connsiteX127-3039" fmla="*/ 7796 w 10000"/>
                <a:gd name="connsiteY127-3040" fmla="*/ 4014 h 10741"/>
                <a:gd name="connsiteX128-3041" fmla="*/ 7533 w 10000"/>
                <a:gd name="connsiteY128-3042" fmla="*/ 4064 h 10741"/>
                <a:gd name="connsiteX129-3043" fmla="*/ 7479 w 10000"/>
                <a:gd name="connsiteY129-3044" fmla="*/ 4184 h 10741"/>
                <a:gd name="connsiteX130-3045" fmla="*/ 7404 w 10000"/>
                <a:gd name="connsiteY130-3046" fmla="*/ 4324 h 10741"/>
                <a:gd name="connsiteX131-3047" fmla="*/ 7321 w 10000"/>
                <a:gd name="connsiteY131-3048" fmla="*/ 4470 h 10741"/>
                <a:gd name="connsiteX132-3049" fmla="*/ 7213 w 10000"/>
                <a:gd name="connsiteY132-3050" fmla="*/ 4628 h 10741"/>
                <a:gd name="connsiteX133-3051" fmla="*/ 7100 w 10000"/>
                <a:gd name="connsiteY133-3052" fmla="*/ 4794 h 10741"/>
                <a:gd name="connsiteX134-3053" fmla="*/ 6979 w 10000"/>
                <a:gd name="connsiteY134-3054" fmla="*/ 4958 h 10741"/>
                <a:gd name="connsiteX135-3055" fmla="*/ 6850 w 10000"/>
                <a:gd name="connsiteY135-3056" fmla="*/ 5113 h 10741"/>
                <a:gd name="connsiteX136-3057" fmla="*/ 6721 w 10000"/>
                <a:gd name="connsiteY136-3058" fmla="*/ 5265 h 10741"/>
                <a:gd name="connsiteX137-3059" fmla="*/ 6600 w 10000"/>
                <a:gd name="connsiteY137-3060" fmla="*/ 5405 h 10741"/>
                <a:gd name="connsiteX138-3061" fmla="*/ 6471 w 10000"/>
                <a:gd name="connsiteY138-3062" fmla="*/ 5530 h 10741"/>
                <a:gd name="connsiteX139-3063" fmla="*/ 6358 w 10000"/>
                <a:gd name="connsiteY139-3064" fmla="*/ 5641 h 10741"/>
                <a:gd name="connsiteX140-3065" fmla="*/ 6250 w 10000"/>
                <a:gd name="connsiteY140-3066" fmla="*/ 5721 h 10741"/>
                <a:gd name="connsiteX141-3067" fmla="*/ 6267 w 10000"/>
                <a:gd name="connsiteY141-3068" fmla="*/ 5781 h 10741"/>
                <a:gd name="connsiteX142-3069" fmla="*/ 6296 w 10000"/>
                <a:gd name="connsiteY142-3070" fmla="*/ 5793 h 10741"/>
                <a:gd name="connsiteX143-3071" fmla="*/ 6479 w 10000"/>
                <a:gd name="connsiteY143-3072" fmla="*/ 5754 h 10741"/>
                <a:gd name="connsiteX144-3073" fmla="*/ 6663 w 10000"/>
                <a:gd name="connsiteY144-3074" fmla="*/ 5736 h 10741"/>
                <a:gd name="connsiteX145-3075" fmla="*/ 6858 w 10000"/>
                <a:gd name="connsiteY145-3076" fmla="*/ 5736 h 10741"/>
                <a:gd name="connsiteX146-3077" fmla="*/ 7046 w 10000"/>
                <a:gd name="connsiteY146-3078" fmla="*/ 5742 h 10741"/>
                <a:gd name="connsiteX147-3079" fmla="*/ 7246 w 10000"/>
                <a:gd name="connsiteY147-3080" fmla="*/ 5748 h 10741"/>
                <a:gd name="connsiteX148-3081" fmla="*/ 7425 w 10000"/>
                <a:gd name="connsiteY148-3082" fmla="*/ 5748 h 10741"/>
                <a:gd name="connsiteX149-3083" fmla="*/ 7600 w 10000"/>
                <a:gd name="connsiteY149-3084" fmla="*/ 5733 h 10741"/>
                <a:gd name="connsiteX150-3085" fmla="*/ 7950 w 10000"/>
                <a:gd name="connsiteY150-3086" fmla="*/ 5673 h 10741"/>
                <a:gd name="connsiteX151-3087" fmla="*/ 8275 w 10000"/>
                <a:gd name="connsiteY151-3088" fmla="*/ 5596 h 10741"/>
                <a:gd name="connsiteX152-3089" fmla="*/ 8579 w 10000"/>
                <a:gd name="connsiteY152-3090" fmla="*/ 5504 h 10741"/>
                <a:gd name="connsiteX153-3091" fmla="*/ 8858 w 10000"/>
                <a:gd name="connsiteY153-3092" fmla="*/ 5390 h 10741"/>
                <a:gd name="connsiteX154-3093" fmla="*/ 9117 w 10000"/>
                <a:gd name="connsiteY154-3094" fmla="*/ 5265 h 10741"/>
                <a:gd name="connsiteX155-3095" fmla="*/ 9350 w 10000"/>
                <a:gd name="connsiteY155-3096" fmla="*/ 5119 h 10741"/>
                <a:gd name="connsiteX156-3097" fmla="*/ 9563 w 10000"/>
                <a:gd name="connsiteY156-3098" fmla="*/ 4967 h 10741"/>
                <a:gd name="connsiteX157-3099" fmla="*/ 9758 w 10000"/>
                <a:gd name="connsiteY157-3100" fmla="*/ 4794 h 10741"/>
                <a:gd name="connsiteX158-3101" fmla="*/ 9933 w 10000"/>
                <a:gd name="connsiteY158-3102" fmla="*/ 4610 h 10741"/>
                <a:gd name="connsiteX159-3103" fmla="*/ 10000 w 10000"/>
                <a:gd name="connsiteY159-3104" fmla="*/ 4648 h 10741"/>
                <a:gd name="connsiteX160-3105" fmla="*/ 10000 w 10000"/>
                <a:gd name="connsiteY160-3106" fmla="*/ 4660 h 10741"/>
                <a:gd name="connsiteX161-3107" fmla="*/ 9904 w 10000"/>
                <a:gd name="connsiteY161-3108" fmla="*/ 4827 h 10741"/>
                <a:gd name="connsiteX162-3109" fmla="*/ 9767 w 10000"/>
                <a:gd name="connsiteY162-3110" fmla="*/ 5000 h 10741"/>
                <a:gd name="connsiteX163-3111" fmla="*/ 9600 w 10000"/>
                <a:gd name="connsiteY163-3112" fmla="*/ 5173 h 10741"/>
                <a:gd name="connsiteX164-3113" fmla="*/ 9404 w 10000"/>
                <a:gd name="connsiteY164-3114" fmla="*/ 5343 h 10741"/>
                <a:gd name="connsiteX165-3115" fmla="*/ 9183 w 10000"/>
                <a:gd name="connsiteY165-3116" fmla="*/ 5504 h 10741"/>
                <a:gd name="connsiteX166-3117" fmla="*/ 8950 w 10000"/>
                <a:gd name="connsiteY166-3118" fmla="*/ 5662 h 10741"/>
                <a:gd name="connsiteX167-3119" fmla="*/ 8704 w 10000"/>
                <a:gd name="connsiteY167-3120" fmla="*/ 5802 h 10741"/>
                <a:gd name="connsiteX168-3121" fmla="*/ 8463 w 10000"/>
                <a:gd name="connsiteY168-3122" fmla="*/ 5927 h 10741"/>
                <a:gd name="connsiteX169-3123" fmla="*/ 8229 w 10000"/>
                <a:gd name="connsiteY169-3124" fmla="*/ 6025 h 10741"/>
                <a:gd name="connsiteX170-3125" fmla="*/ 8000 w 10000"/>
                <a:gd name="connsiteY170-3126" fmla="*/ 6105 h 10741"/>
                <a:gd name="connsiteX171-3127" fmla="*/ 7879 w 10000"/>
                <a:gd name="connsiteY171-3128" fmla="*/ 6132 h 10741"/>
                <a:gd name="connsiteX172-3129" fmla="*/ 7729 w 10000"/>
                <a:gd name="connsiteY172-3130" fmla="*/ 6153 h 10741"/>
                <a:gd name="connsiteX173-3131" fmla="*/ 7563 w 10000"/>
                <a:gd name="connsiteY173-3132" fmla="*/ 6177 h 10741"/>
                <a:gd name="connsiteX174-3133" fmla="*/ 7388 w 10000"/>
                <a:gd name="connsiteY174-3134" fmla="*/ 6198 h 10741"/>
                <a:gd name="connsiteX175-3135" fmla="*/ 7204 w 10000"/>
                <a:gd name="connsiteY175-3136" fmla="*/ 6219 h 10741"/>
                <a:gd name="connsiteX176-3137" fmla="*/ 7017 w 10000"/>
                <a:gd name="connsiteY176-3138" fmla="*/ 6240 h 10741"/>
                <a:gd name="connsiteX177-3139" fmla="*/ 6842 w 10000"/>
                <a:gd name="connsiteY177-3140" fmla="*/ 6263 h 10741"/>
                <a:gd name="connsiteX178-3141" fmla="*/ 6675 w 10000"/>
                <a:gd name="connsiteY178-3142" fmla="*/ 6290 h 10741"/>
                <a:gd name="connsiteX179-3143" fmla="*/ 6517 w 10000"/>
                <a:gd name="connsiteY179-3144" fmla="*/ 6329 h 10741"/>
                <a:gd name="connsiteX180-3145" fmla="*/ 6388 w 10000"/>
                <a:gd name="connsiteY180-3146" fmla="*/ 6365 h 10741"/>
                <a:gd name="connsiteX181-3147" fmla="*/ 6288 w 10000"/>
                <a:gd name="connsiteY181-3148" fmla="*/ 6415 h 10741"/>
                <a:gd name="connsiteX182-3149" fmla="*/ 6213 w 10000"/>
                <a:gd name="connsiteY182-3150" fmla="*/ 6475 h 10741"/>
                <a:gd name="connsiteX183-3151" fmla="*/ 6092 w 10000"/>
                <a:gd name="connsiteY183-3152" fmla="*/ 6648 h 10741"/>
                <a:gd name="connsiteX184-3153" fmla="*/ 6008 w 10000"/>
                <a:gd name="connsiteY184-3154" fmla="*/ 6836 h 10741"/>
                <a:gd name="connsiteX185-3155" fmla="*/ 5942 w 10000"/>
                <a:gd name="connsiteY185-3156" fmla="*/ 7032 h 10741"/>
                <a:gd name="connsiteX186-3157" fmla="*/ 5904 w 10000"/>
                <a:gd name="connsiteY186-3158" fmla="*/ 7232 h 10741"/>
                <a:gd name="connsiteX187-3159" fmla="*/ 5888 w 10000"/>
                <a:gd name="connsiteY187-3160" fmla="*/ 7443 h 10741"/>
                <a:gd name="connsiteX188-3161" fmla="*/ 5879 w 10000"/>
                <a:gd name="connsiteY188-3162" fmla="*/ 7655 h 10741"/>
                <a:gd name="connsiteX189-3163" fmla="*/ 5888 w 10000"/>
                <a:gd name="connsiteY189-3164" fmla="*/ 7867 h 10741"/>
                <a:gd name="connsiteX190-3165" fmla="*/ 5904 w 10000"/>
                <a:gd name="connsiteY190-3166" fmla="*/ 8084 h 10741"/>
                <a:gd name="connsiteX191-3167" fmla="*/ 5925 w 10000"/>
                <a:gd name="connsiteY191-3168" fmla="*/ 8299 h 10741"/>
                <a:gd name="connsiteX192-3169" fmla="*/ 5950 w 10000"/>
                <a:gd name="connsiteY192-3170" fmla="*/ 8510 h 10741"/>
                <a:gd name="connsiteX193-3171" fmla="*/ 5954 w 10000"/>
                <a:gd name="connsiteY193-3172" fmla="*/ 8820 h 10741"/>
                <a:gd name="connsiteX194-3173" fmla="*/ 5933 w 10000"/>
                <a:gd name="connsiteY194-3174" fmla="*/ 9130 h 10741"/>
                <a:gd name="connsiteX195-3175" fmla="*/ 5896 w 10000"/>
                <a:gd name="connsiteY195-3176" fmla="*/ 9428 h 10741"/>
                <a:gd name="connsiteX196-3177" fmla="*/ 5850 w 10000"/>
                <a:gd name="connsiteY196-3178" fmla="*/ 9720 h 10741"/>
                <a:gd name="connsiteX197-3179" fmla="*/ 5909 w 10000"/>
                <a:gd name="connsiteY197-3180" fmla="*/ 10741 h 10741"/>
                <a:gd name="connsiteX198-3181" fmla="*/ 4117 w 10000"/>
                <a:gd name="connsiteY198-3182" fmla="*/ 10686 h 10741"/>
                <a:gd name="connsiteX199-3183" fmla="*/ 4309 w 10000"/>
                <a:gd name="connsiteY199-3184" fmla="*/ 10293 h 10741"/>
                <a:gd name="connsiteX200-3185" fmla="*/ 4546 w 10000"/>
                <a:gd name="connsiteY200-3186" fmla="*/ 9848 h 10741"/>
                <a:gd name="connsiteX201-3187" fmla="*/ 4629 w 10000"/>
                <a:gd name="connsiteY201-3188" fmla="*/ 9687 h 10741"/>
                <a:gd name="connsiteX202-3189" fmla="*/ 4700 w 10000"/>
                <a:gd name="connsiteY202-3190" fmla="*/ 9508 h 10741"/>
                <a:gd name="connsiteX203-3191" fmla="*/ 4767 w 10000"/>
                <a:gd name="connsiteY203-3192" fmla="*/ 9309 h 10741"/>
                <a:gd name="connsiteX204-3193" fmla="*/ 4829 w 10000"/>
                <a:gd name="connsiteY204-3194" fmla="*/ 9097 h 10741"/>
                <a:gd name="connsiteX205-3195" fmla="*/ 4879 w 10000"/>
                <a:gd name="connsiteY205-3196" fmla="*/ 8868 h 10741"/>
                <a:gd name="connsiteX206-3197" fmla="*/ 4917 w 10000"/>
                <a:gd name="connsiteY206-3198" fmla="*/ 8635 h 10741"/>
                <a:gd name="connsiteX207-3199" fmla="*/ 4954 w 10000"/>
                <a:gd name="connsiteY207-3200" fmla="*/ 8391 h 10741"/>
                <a:gd name="connsiteX208-3201" fmla="*/ 4979 w 10000"/>
                <a:gd name="connsiteY208-3202" fmla="*/ 8144 h 10741"/>
                <a:gd name="connsiteX209-3203" fmla="*/ 5000 w 10000"/>
                <a:gd name="connsiteY209-3204" fmla="*/ 7887 h 10741"/>
                <a:gd name="connsiteX210-3205" fmla="*/ 5000 w 10000"/>
                <a:gd name="connsiteY210-3206" fmla="*/ 7634 h 10741"/>
                <a:gd name="connsiteX211-3207" fmla="*/ 5000 w 10000"/>
                <a:gd name="connsiteY211-3208" fmla="*/ 7384 h 10741"/>
                <a:gd name="connsiteX212-3209" fmla="*/ 4979 w 10000"/>
                <a:gd name="connsiteY212-3210" fmla="*/ 7133 h 10741"/>
                <a:gd name="connsiteX213-3211" fmla="*/ 4950 w 10000"/>
                <a:gd name="connsiteY213-3212" fmla="*/ 6892 h 10741"/>
                <a:gd name="connsiteX214-3213" fmla="*/ 4913 w 10000"/>
                <a:gd name="connsiteY214-3214" fmla="*/ 6657 h 10741"/>
                <a:gd name="connsiteX215-3215" fmla="*/ 4858 w 10000"/>
                <a:gd name="connsiteY215-3216" fmla="*/ 6430 h 10741"/>
                <a:gd name="connsiteX216-3217" fmla="*/ 4783 w 10000"/>
                <a:gd name="connsiteY216-3218" fmla="*/ 6219 h 10741"/>
                <a:gd name="connsiteX217-3219" fmla="*/ 4700 w 10000"/>
                <a:gd name="connsiteY217-3220" fmla="*/ 6019 h 10741"/>
                <a:gd name="connsiteX218-3221" fmla="*/ 4600 w 10000"/>
                <a:gd name="connsiteY218-3222" fmla="*/ 5840 h 10741"/>
                <a:gd name="connsiteX219-3223" fmla="*/ 4488 w 10000"/>
                <a:gd name="connsiteY219-3224" fmla="*/ 5682 h 10741"/>
                <a:gd name="connsiteX220-3225" fmla="*/ 4358 w 10000"/>
                <a:gd name="connsiteY220-3226" fmla="*/ 5542 h 10741"/>
                <a:gd name="connsiteX221-3227" fmla="*/ 4213 w 10000"/>
                <a:gd name="connsiteY221-3228" fmla="*/ 5429 h 10741"/>
                <a:gd name="connsiteX222-3229" fmla="*/ 4046 w 10000"/>
                <a:gd name="connsiteY222-3230" fmla="*/ 5343 h 10741"/>
                <a:gd name="connsiteX223-3231" fmla="*/ 3904 w 10000"/>
                <a:gd name="connsiteY223-3232" fmla="*/ 5292 h 10741"/>
                <a:gd name="connsiteX224-3233" fmla="*/ 3746 w 10000"/>
                <a:gd name="connsiteY224-3234" fmla="*/ 5271 h 10741"/>
                <a:gd name="connsiteX225-3235" fmla="*/ 3583 w 10000"/>
                <a:gd name="connsiteY225-3236" fmla="*/ 5271 h 10741"/>
                <a:gd name="connsiteX226-3237" fmla="*/ 3413 w 10000"/>
                <a:gd name="connsiteY226-3238" fmla="*/ 5286 h 10741"/>
                <a:gd name="connsiteX227-3239" fmla="*/ 3246 w 10000"/>
                <a:gd name="connsiteY227-3240" fmla="*/ 5310 h 10741"/>
                <a:gd name="connsiteX228-3241" fmla="*/ 3079 w 10000"/>
                <a:gd name="connsiteY228-3242" fmla="*/ 5343 h 10741"/>
                <a:gd name="connsiteX229-3243" fmla="*/ 2913 w 10000"/>
                <a:gd name="connsiteY229-3244" fmla="*/ 5369 h 10741"/>
                <a:gd name="connsiteX230-3245" fmla="*/ 2750 w 10000"/>
                <a:gd name="connsiteY230-3246" fmla="*/ 5396 h 10741"/>
                <a:gd name="connsiteX231-3247" fmla="*/ 2600 w 10000"/>
                <a:gd name="connsiteY231-3248" fmla="*/ 5411 h 10741"/>
                <a:gd name="connsiteX232-3249" fmla="*/ 2258 w 10000"/>
                <a:gd name="connsiteY232-3250" fmla="*/ 5423 h 10741"/>
                <a:gd name="connsiteX233-3251" fmla="*/ 1925 w 10000"/>
                <a:gd name="connsiteY233-3252" fmla="*/ 5411 h 10741"/>
                <a:gd name="connsiteX234-3253" fmla="*/ 1617 w 10000"/>
                <a:gd name="connsiteY234-3254" fmla="*/ 5384 h 10741"/>
                <a:gd name="connsiteX235-3255" fmla="*/ 1321 w 10000"/>
                <a:gd name="connsiteY235-3256" fmla="*/ 5346 h 10741"/>
                <a:gd name="connsiteX236-3257" fmla="*/ 1033 w 10000"/>
                <a:gd name="connsiteY236-3258" fmla="*/ 5298 h 10741"/>
                <a:gd name="connsiteX237-3259" fmla="*/ 758 w 10000"/>
                <a:gd name="connsiteY237-3260" fmla="*/ 5250 h 10741"/>
                <a:gd name="connsiteX238-3261" fmla="*/ 500 w 10000"/>
                <a:gd name="connsiteY238-3262" fmla="*/ 5197 h 10741"/>
                <a:gd name="connsiteX239-3263" fmla="*/ 517 w 10000"/>
                <a:gd name="connsiteY239-3264" fmla="*/ 5137 h 10741"/>
                <a:gd name="connsiteX240-3265" fmla="*/ 871 w 10000"/>
                <a:gd name="connsiteY240-3266" fmla="*/ 5173 h 10741"/>
                <a:gd name="connsiteX241-3267" fmla="*/ 1221 w 10000"/>
                <a:gd name="connsiteY241-3268" fmla="*/ 5197 h 10741"/>
                <a:gd name="connsiteX242-3269" fmla="*/ 1563 w 10000"/>
                <a:gd name="connsiteY242-3270" fmla="*/ 5206 h 10741"/>
                <a:gd name="connsiteX243-3271" fmla="*/ 1896 w 10000"/>
                <a:gd name="connsiteY243-3272" fmla="*/ 5197 h 10741"/>
                <a:gd name="connsiteX244-3273" fmla="*/ 2221 w 10000"/>
                <a:gd name="connsiteY244-3274" fmla="*/ 5164 h 10741"/>
                <a:gd name="connsiteX245-3275" fmla="*/ 2538 w 10000"/>
                <a:gd name="connsiteY245-3276" fmla="*/ 5113 h 10741"/>
                <a:gd name="connsiteX246-3277" fmla="*/ 2842 w 10000"/>
                <a:gd name="connsiteY246-3278" fmla="*/ 5045 h 10741"/>
                <a:gd name="connsiteX247-3279" fmla="*/ 3129 w 10000"/>
                <a:gd name="connsiteY247-3280" fmla="*/ 4946 h 10741"/>
                <a:gd name="connsiteX248-3281" fmla="*/ 3500 w 10000"/>
                <a:gd name="connsiteY248-3282" fmla="*/ 4815 h 10741"/>
                <a:gd name="connsiteX249-3283" fmla="*/ 2821 w 10000"/>
                <a:gd name="connsiteY249-3284" fmla="*/ 4389 h 10741"/>
                <a:gd name="connsiteX250-3285" fmla="*/ 2213 w 10000"/>
                <a:gd name="connsiteY250-3286" fmla="*/ 3912 h 10741"/>
                <a:gd name="connsiteX251-3287" fmla="*/ 1879 w 10000"/>
                <a:gd name="connsiteY251-3288" fmla="*/ 3939 h 10741"/>
                <a:gd name="connsiteX252-3289" fmla="*/ 1554 w 10000"/>
                <a:gd name="connsiteY252-3290" fmla="*/ 3939 h 10741"/>
                <a:gd name="connsiteX253-3291" fmla="*/ 1258 w 10000"/>
                <a:gd name="connsiteY253-3292" fmla="*/ 3912 h 10741"/>
                <a:gd name="connsiteX254-3293" fmla="*/ 979 w 10000"/>
                <a:gd name="connsiteY254-3294" fmla="*/ 3856 h 10741"/>
                <a:gd name="connsiteX255-3295" fmla="*/ 721 w 10000"/>
                <a:gd name="connsiteY255-3296" fmla="*/ 3775 h 10741"/>
                <a:gd name="connsiteX256-3297" fmla="*/ 496 w 10000"/>
                <a:gd name="connsiteY256-3298" fmla="*/ 3674 h 10741"/>
                <a:gd name="connsiteX257-3299" fmla="*/ 296 w 10000"/>
                <a:gd name="connsiteY257-3300" fmla="*/ 3549 h 10741"/>
                <a:gd name="connsiteX258-3301" fmla="*/ 129 w 10000"/>
                <a:gd name="connsiteY258-3302" fmla="*/ 3403 h 10741"/>
                <a:gd name="connsiteX259-3303" fmla="*/ 0 w 10000"/>
                <a:gd name="connsiteY259-3304" fmla="*/ 3245 h 10741"/>
                <a:gd name="connsiteX260-3305" fmla="*/ 17 w 10000"/>
                <a:gd name="connsiteY260-3306" fmla="*/ 3218 h 10741"/>
                <a:gd name="connsiteX261-3307" fmla="*/ 71 w 10000"/>
                <a:gd name="connsiteY261-3308" fmla="*/ 3245 h 10741"/>
                <a:gd name="connsiteX262-3309" fmla="*/ 138 w 10000"/>
                <a:gd name="connsiteY262-3310" fmla="*/ 3349 h 10741"/>
                <a:gd name="connsiteX263-3311" fmla="*/ 246 w 10000"/>
                <a:gd name="connsiteY263-3312" fmla="*/ 3439 h 10741"/>
                <a:gd name="connsiteX264-3313" fmla="*/ 379 w 10000"/>
                <a:gd name="connsiteY264-3314" fmla="*/ 3528 h 10741"/>
                <a:gd name="connsiteX265-3315" fmla="*/ 538 w 10000"/>
                <a:gd name="connsiteY265-3316" fmla="*/ 3597 h 10741"/>
                <a:gd name="connsiteX266-3317" fmla="*/ 721 w 10000"/>
                <a:gd name="connsiteY266-3318" fmla="*/ 3656 h 10741"/>
                <a:gd name="connsiteX267-3319" fmla="*/ 913 w 10000"/>
                <a:gd name="connsiteY267-3320" fmla="*/ 3701 h 10741"/>
                <a:gd name="connsiteX268-3321" fmla="*/ 1117 w 10000"/>
                <a:gd name="connsiteY268-3322" fmla="*/ 3728 h 10741"/>
                <a:gd name="connsiteX269-3323" fmla="*/ 1329 w 10000"/>
                <a:gd name="connsiteY269-3324" fmla="*/ 3737 h 10741"/>
                <a:gd name="connsiteX270-3325" fmla="*/ 1533 w 10000"/>
                <a:gd name="connsiteY270-3326" fmla="*/ 3734 h 10741"/>
                <a:gd name="connsiteX271-3327" fmla="*/ 1646 w 10000"/>
                <a:gd name="connsiteY271-3328" fmla="*/ 3722 h 10741"/>
                <a:gd name="connsiteX272-3329" fmla="*/ 1746 w 10000"/>
                <a:gd name="connsiteY272-3330" fmla="*/ 3722 h 10741"/>
                <a:gd name="connsiteX273-3331" fmla="*/ 1833 w 10000"/>
                <a:gd name="connsiteY273-3332" fmla="*/ 3710 h 10741"/>
                <a:gd name="connsiteX274-3333" fmla="*/ 1917 w 10000"/>
                <a:gd name="connsiteY274-3334" fmla="*/ 3695 h 10741"/>
                <a:gd name="connsiteX275-3335" fmla="*/ 1988 w 10000"/>
                <a:gd name="connsiteY275-3336" fmla="*/ 3662 h 10741"/>
                <a:gd name="connsiteX276-3337" fmla="*/ 1788 w 10000"/>
                <a:gd name="connsiteY276-3338" fmla="*/ 3391 h 10741"/>
                <a:gd name="connsiteX277-3339" fmla="*/ 1617 w 10000"/>
                <a:gd name="connsiteY277-3340" fmla="*/ 3126 h 10741"/>
                <a:gd name="connsiteX278-3341" fmla="*/ 1454 w 10000"/>
                <a:gd name="connsiteY278-3342" fmla="*/ 2849 h 10741"/>
                <a:gd name="connsiteX279-3343" fmla="*/ 1313 w 10000"/>
                <a:gd name="connsiteY279-3344" fmla="*/ 2563 h 10741"/>
                <a:gd name="connsiteX280-3345" fmla="*/ 1175 w 10000"/>
                <a:gd name="connsiteY280-3346" fmla="*/ 2253 h 10741"/>
                <a:gd name="connsiteX281-3347" fmla="*/ 1046 w 10000"/>
                <a:gd name="connsiteY281-3348" fmla="*/ 1919 h 10741"/>
                <a:gd name="connsiteX282-3349" fmla="*/ 1033 w 10000"/>
                <a:gd name="connsiteY282-3350" fmla="*/ 1859 h 10741"/>
                <a:gd name="connsiteX283-3351" fmla="*/ 1000 w 10000"/>
                <a:gd name="connsiteY283-3352" fmla="*/ 1776 h 10741"/>
                <a:gd name="connsiteX284-3353" fmla="*/ 979 w 10000"/>
                <a:gd name="connsiteY284-3354" fmla="*/ 1684 h 10741"/>
                <a:gd name="connsiteX285-3355" fmla="*/ 950 w 10000"/>
                <a:gd name="connsiteY285-3356" fmla="*/ 1591 h 10741"/>
                <a:gd name="connsiteX286-3357" fmla="*/ 925 w 10000"/>
                <a:gd name="connsiteY286-3358" fmla="*/ 1490 h 10741"/>
                <a:gd name="connsiteX287-3359" fmla="*/ 917 w 10000"/>
                <a:gd name="connsiteY287-3360" fmla="*/ 1397 h 10741"/>
                <a:gd name="connsiteX288-3361" fmla="*/ 917 w 10000"/>
                <a:gd name="connsiteY288-3362" fmla="*/ 1311 h 10741"/>
                <a:gd name="connsiteX289-3363" fmla="*/ 933 w 10000"/>
                <a:gd name="connsiteY289-3364" fmla="*/ 1234 h 10741"/>
                <a:gd name="connsiteX290-3365" fmla="*/ 963 w 10000"/>
                <a:gd name="connsiteY290-3366" fmla="*/ 1180 h 10741"/>
                <a:gd name="connsiteX291-3367" fmla="*/ 1000 w 10000"/>
                <a:gd name="connsiteY291-3368" fmla="*/ 1192 h 10741"/>
                <a:gd name="connsiteX292-3369" fmla="*/ 1033 w 10000"/>
                <a:gd name="connsiteY292-3370" fmla="*/ 1496 h 10741"/>
                <a:gd name="connsiteX293-3371" fmla="*/ 1108 w 10000"/>
                <a:gd name="connsiteY293-3372" fmla="*/ 1800 h 10741"/>
                <a:gd name="connsiteX294-3373" fmla="*/ 1221 w 10000"/>
                <a:gd name="connsiteY294-3374" fmla="*/ 2098 h 10741"/>
                <a:gd name="connsiteX295-3375" fmla="*/ 1358 w 10000"/>
                <a:gd name="connsiteY295-3376" fmla="*/ 2372 h 10741"/>
                <a:gd name="connsiteX296-3377" fmla="*/ 1508 w 10000"/>
                <a:gd name="connsiteY296-3378" fmla="*/ 2628 h 10741"/>
                <a:gd name="connsiteX297-3379" fmla="*/ 1646 w 10000"/>
                <a:gd name="connsiteY297-3380" fmla="*/ 2795 h 10741"/>
                <a:gd name="connsiteX298-3381" fmla="*/ 1629 w 10000"/>
                <a:gd name="connsiteY298-3382" fmla="*/ 2801 h 10741"/>
                <a:gd name="connsiteX299-3383" fmla="*/ 1629 w 10000"/>
                <a:gd name="connsiteY299-3384" fmla="*/ 2807 h 10741"/>
                <a:gd name="connsiteX300-3385" fmla="*/ 1638 w 10000"/>
                <a:gd name="connsiteY300-3386" fmla="*/ 2813 h 10741"/>
                <a:gd name="connsiteX301-3387" fmla="*/ 1646 w 10000"/>
                <a:gd name="connsiteY301-3388" fmla="*/ 2816 h 10741"/>
                <a:gd name="connsiteX302-3389" fmla="*/ 1663 w 10000"/>
                <a:gd name="connsiteY302-3390" fmla="*/ 2822 h 10741"/>
                <a:gd name="connsiteX303-3391" fmla="*/ 1667 w 10000"/>
                <a:gd name="connsiteY303-3392" fmla="*/ 2834 h 10741"/>
                <a:gd name="connsiteX304-3393" fmla="*/ 1675 w 10000"/>
                <a:gd name="connsiteY304-3394" fmla="*/ 2840 h 10741"/>
                <a:gd name="connsiteX305-3395" fmla="*/ 1683 w 10000"/>
                <a:gd name="connsiteY305-3396" fmla="*/ 2849 h 10741"/>
                <a:gd name="connsiteX306-3397" fmla="*/ 1683 w 10000"/>
                <a:gd name="connsiteY306-3398" fmla="*/ 2843 h 10741"/>
                <a:gd name="connsiteX307-3399" fmla="*/ 1675 w 10000"/>
                <a:gd name="connsiteY307-3400" fmla="*/ 2840 h 10741"/>
                <a:gd name="connsiteX308-3401" fmla="*/ 1675 w 10000"/>
                <a:gd name="connsiteY308-3402" fmla="*/ 2840 h 10741"/>
                <a:gd name="connsiteX309-3403" fmla="*/ 1646 w 10000"/>
                <a:gd name="connsiteY309-3404" fmla="*/ 2795 h 10741"/>
                <a:gd name="connsiteX310-3405" fmla="*/ 1746 w 10000"/>
                <a:gd name="connsiteY310-3406" fmla="*/ 2741 h 10741"/>
                <a:gd name="connsiteX311-3407" fmla="*/ 1842 w 10000"/>
                <a:gd name="connsiteY311-3408" fmla="*/ 2649 h 10741"/>
                <a:gd name="connsiteX312-3409" fmla="*/ 1933 w 10000"/>
                <a:gd name="connsiteY312-3410" fmla="*/ 2542 h 10741"/>
                <a:gd name="connsiteX313-3411" fmla="*/ 2017 w 10000"/>
                <a:gd name="connsiteY313-3412" fmla="*/ 2411 h 10741"/>
                <a:gd name="connsiteX314-3413" fmla="*/ 2092 w 10000"/>
                <a:gd name="connsiteY314-3414" fmla="*/ 2265 h 10741"/>
                <a:gd name="connsiteX315-3415" fmla="*/ 2163 w 10000"/>
                <a:gd name="connsiteY315-3416" fmla="*/ 2113 h 10741"/>
                <a:gd name="connsiteX316-3417" fmla="*/ 2221 w 10000"/>
                <a:gd name="connsiteY316-3418" fmla="*/ 1955 h 10741"/>
                <a:gd name="connsiteX317-3419" fmla="*/ 2275 w 10000"/>
                <a:gd name="connsiteY317-3420" fmla="*/ 1803 h 10741"/>
                <a:gd name="connsiteX318-3421" fmla="*/ 2321 w 10000"/>
                <a:gd name="connsiteY318-3422" fmla="*/ 1657 h 10741"/>
                <a:gd name="connsiteX319-3423" fmla="*/ 2329 w 10000"/>
                <a:gd name="connsiteY319-3424" fmla="*/ 1853 h 10741"/>
                <a:gd name="connsiteX320-3425" fmla="*/ 2321 w 10000"/>
                <a:gd name="connsiteY320-3426" fmla="*/ 2032 h 10741"/>
                <a:gd name="connsiteX321-3427" fmla="*/ 2283 w 10000"/>
                <a:gd name="connsiteY321-3428" fmla="*/ 2199 h 10741"/>
                <a:gd name="connsiteX322-3429" fmla="*/ 2229 w 10000"/>
                <a:gd name="connsiteY322-3430" fmla="*/ 2366 h 10741"/>
                <a:gd name="connsiteX323-3431" fmla="*/ 2154 w 10000"/>
                <a:gd name="connsiteY323-3432" fmla="*/ 2524 h 10741"/>
                <a:gd name="connsiteX324-3433" fmla="*/ 2046 w 10000"/>
                <a:gd name="connsiteY324-3434" fmla="*/ 2682 h 10741"/>
                <a:gd name="connsiteX325-3435" fmla="*/ 1796 w 10000"/>
                <a:gd name="connsiteY325-3436" fmla="*/ 3027 h 10741"/>
                <a:gd name="connsiteX326-3437" fmla="*/ 2054 w 10000"/>
                <a:gd name="connsiteY326-3438" fmla="*/ 3305 h 10741"/>
                <a:gd name="connsiteX327-3439" fmla="*/ 2333 w 10000"/>
                <a:gd name="connsiteY327-3440" fmla="*/ 3564 h 10741"/>
                <a:gd name="connsiteX328-3441" fmla="*/ 2638 w 10000"/>
                <a:gd name="connsiteY328-3442" fmla="*/ 3808 h 10741"/>
                <a:gd name="connsiteX329-3443" fmla="*/ 2963 w 10000"/>
                <a:gd name="connsiteY329-3444" fmla="*/ 4032 h 10741"/>
                <a:gd name="connsiteX330-3445" fmla="*/ 4129 w 10000"/>
                <a:gd name="connsiteY330-3446" fmla="*/ 4610 h 10741"/>
                <a:gd name="connsiteX331-3447" fmla="*/ 4167 w 10000"/>
                <a:gd name="connsiteY331-3448" fmla="*/ 4589 h 10741"/>
                <a:gd name="connsiteX332-3449" fmla="*/ 4071 w 10000"/>
                <a:gd name="connsiteY332-3450" fmla="*/ 4333 h 10741"/>
                <a:gd name="connsiteX333-3451" fmla="*/ 3996 w 10000"/>
                <a:gd name="connsiteY333-3452" fmla="*/ 4058 h 10741"/>
                <a:gd name="connsiteX334-3453" fmla="*/ 3933 w 10000"/>
                <a:gd name="connsiteY334-3454" fmla="*/ 3760 h 10741"/>
                <a:gd name="connsiteX335-3455" fmla="*/ 3904 w 10000"/>
                <a:gd name="connsiteY335-3456" fmla="*/ 3456 h 10741"/>
                <a:gd name="connsiteX336-3457" fmla="*/ 3879 w 10000"/>
                <a:gd name="connsiteY336-3458" fmla="*/ 3138 h 10741"/>
                <a:gd name="connsiteX337-3459" fmla="*/ 3879 w 10000"/>
                <a:gd name="connsiteY337-3460" fmla="*/ 2813 h 10741"/>
                <a:gd name="connsiteX338-3461" fmla="*/ 3896 w 10000"/>
                <a:gd name="connsiteY338-3462" fmla="*/ 2485 h 10741"/>
                <a:gd name="connsiteX339-3463" fmla="*/ 3933 w 10000"/>
                <a:gd name="connsiteY339-3464" fmla="*/ 2160 h 10741"/>
                <a:gd name="connsiteX340-3465" fmla="*/ 3988 w 10000"/>
                <a:gd name="connsiteY340-3466" fmla="*/ 1836 h 10741"/>
                <a:gd name="connsiteX341-3467" fmla="*/ 4046 w 10000"/>
                <a:gd name="connsiteY341-3468" fmla="*/ 1523 h 10741"/>
                <a:gd name="connsiteX342-3469" fmla="*/ 4129 w 10000"/>
                <a:gd name="connsiteY342-3470" fmla="*/ 1219 h 10741"/>
                <a:gd name="connsiteX343-3471" fmla="*/ 4229 w 10000"/>
                <a:gd name="connsiteY343-3472" fmla="*/ 933 h 10741"/>
                <a:gd name="connsiteX344-3473" fmla="*/ 4333 w 10000"/>
                <a:gd name="connsiteY344-3474" fmla="*/ 662 h 10741"/>
                <a:gd name="connsiteX345-3475" fmla="*/ 4454 w 10000"/>
                <a:gd name="connsiteY345-3476" fmla="*/ 417 h 10741"/>
                <a:gd name="connsiteX346-3477" fmla="*/ 4583 w 10000"/>
                <a:gd name="connsiteY346-3478" fmla="*/ 194 h 10741"/>
                <a:gd name="connsiteX347-3479" fmla="*/ 4738 w 10000"/>
                <a:gd name="connsiteY347-3480" fmla="*/ 0 h 10741"/>
                <a:gd name="connsiteX0-3481" fmla="*/ 4738 w 10000"/>
                <a:gd name="connsiteY0-3482" fmla="*/ 0 h 10686"/>
                <a:gd name="connsiteX1-3483" fmla="*/ 4721 w 10000"/>
                <a:gd name="connsiteY1-3484" fmla="*/ 48 h 10686"/>
                <a:gd name="connsiteX2-3485" fmla="*/ 4713 w 10000"/>
                <a:gd name="connsiteY2-3486" fmla="*/ 80 h 10686"/>
                <a:gd name="connsiteX3-3487" fmla="*/ 4704 w 10000"/>
                <a:gd name="connsiteY3-3488" fmla="*/ 101 h 10686"/>
                <a:gd name="connsiteX4-3489" fmla="*/ 4704 w 10000"/>
                <a:gd name="connsiteY4-3490" fmla="*/ 113 h 10686"/>
                <a:gd name="connsiteX5-3491" fmla="*/ 4713 w 10000"/>
                <a:gd name="connsiteY5-3492" fmla="*/ 119 h 10686"/>
                <a:gd name="connsiteX6-3493" fmla="*/ 4713 w 10000"/>
                <a:gd name="connsiteY6-3494" fmla="*/ 125 h 10686"/>
                <a:gd name="connsiteX7-3495" fmla="*/ 4721 w 10000"/>
                <a:gd name="connsiteY7-3496" fmla="*/ 125 h 10686"/>
                <a:gd name="connsiteX8-3497" fmla="*/ 4721 w 10000"/>
                <a:gd name="connsiteY8-3498" fmla="*/ 125 h 10686"/>
                <a:gd name="connsiteX9-3499" fmla="*/ 4721 w 10000"/>
                <a:gd name="connsiteY9-3500" fmla="*/ 134 h 10686"/>
                <a:gd name="connsiteX10-3501" fmla="*/ 4713 w 10000"/>
                <a:gd name="connsiteY10-3502" fmla="*/ 152 h 10686"/>
                <a:gd name="connsiteX11-3503" fmla="*/ 4704 w 10000"/>
                <a:gd name="connsiteY11-3504" fmla="*/ 179 h 10686"/>
                <a:gd name="connsiteX12-3505" fmla="*/ 4692 w 10000"/>
                <a:gd name="connsiteY12-3506" fmla="*/ 221 h 10686"/>
                <a:gd name="connsiteX13-3507" fmla="*/ 4667 w 10000"/>
                <a:gd name="connsiteY13-3508" fmla="*/ 280 h 10686"/>
                <a:gd name="connsiteX14-3509" fmla="*/ 4629 w 10000"/>
                <a:gd name="connsiteY14-3510" fmla="*/ 364 h 10686"/>
                <a:gd name="connsiteX15-3511" fmla="*/ 4592 w 10000"/>
                <a:gd name="connsiteY15-3512" fmla="*/ 465 h 10686"/>
                <a:gd name="connsiteX16-3513" fmla="*/ 4533 w 10000"/>
                <a:gd name="connsiteY16-3514" fmla="*/ 596 h 10686"/>
                <a:gd name="connsiteX17-3515" fmla="*/ 4463 w 10000"/>
                <a:gd name="connsiteY17-3516" fmla="*/ 754 h 10686"/>
                <a:gd name="connsiteX18-3517" fmla="*/ 4379 w 10000"/>
                <a:gd name="connsiteY18-3518" fmla="*/ 1001 h 10686"/>
                <a:gd name="connsiteX19-3519" fmla="*/ 4321 w 10000"/>
                <a:gd name="connsiteY19-3520" fmla="*/ 1266 h 10686"/>
                <a:gd name="connsiteX20-3521" fmla="*/ 4275 w 10000"/>
                <a:gd name="connsiteY20-3522" fmla="*/ 1538 h 10686"/>
                <a:gd name="connsiteX21-3523" fmla="*/ 4213 w 10000"/>
                <a:gd name="connsiteY21-3524" fmla="*/ 1827 h 10686"/>
                <a:gd name="connsiteX22-3525" fmla="*/ 4204 w 10000"/>
                <a:gd name="connsiteY22-3526" fmla="*/ 1889 h 10686"/>
                <a:gd name="connsiteX23-3527" fmla="*/ 4192 w 10000"/>
                <a:gd name="connsiteY23-3528" fmla="*/ 1982 h 10686"/>
                <a:gd name="connsiteX24-3529" fmla="*/ 4183 w 10000"/>
                <a:gd name="connsiteY24-3530" fmla="*/ 2080 h 10686"/>
                <a:gd name="connsiteX25-3531" fmla="*/ 4175 w 10000"/>
                <a:gd name="connsiteY25-3532" fmla="*/ 2187 h 10686"/>
                <a:gd name="connsiteX26-3533" fmla="*/ 4175 w 10000"/>
                <a:gd name="connsiteY26-3534" fmla="*/ 2297 h 10686"/>
                <a:gd name="connsiteX27-3535" fmla="*/ 4192 w 10000"/>
                <a:gd name="connsiteY27-3536" fmla="*/ 2396 h 10686"/>
                <a:gd name="connsiteX28-3537" fmla="*/ 4213 w 10000"/>
                <a:gd name="connsiteY28-3538" fmla="*/ 2482 h 10686"/>
                <a:gd name="connsiteX29-3539" fmla="*/ 4250 w 10000"/>
                <a:gd name="connsiteY29-3540" fmla="*/ 2542 h 10686"/>
                <a:gd name="connsiteX30-3541" fmla="*/ 4450 w 10000"/>
                <a:gd name="connsiteY30-3542" fmla="*/ 2530 h 10686"/>
                <a:gd name="connsiteX31-3543" fmla="*/ 4646 w 10000"/>
                <a:gd name="connsiteY31-3544" fmla="*/ 2482 h 10686"/>
                <a:gd name="connsiteX32-3545" fmla="*/ 4833 w 10000"/>
                <a:gd name="connsiteY32-3546" fmla="*/ 2405 h 10686"/>
                <a:gd name="connsiteX33-3547" fmla="*/ 5025 w 10000"/>
                <a:gd name="connsiteY33-3548" fmla="*/ 2297 h 10686"/>
                <a:gd name="connsiteX34-3549" fmla="*/ 5200 w 10000"/>
                <a:gd name="connsiteY34-3550" fmla="*/ 2172 h 10686"/>
                <a:gd name="connsiteX35-3551" fmla="*/ 5371 w 10000"/>
                <a:gd name="connsiteY35-3552" fmla="*/ 2020 h 10686"/>
                <a:gd name="connsiteX36-3553" fmla="*/ 5533 w 10000"/>
                <a:gd name="connsiteY36-3554" fmla="*/ 1859 h 10686"/>
                <a:gd name="connsiteX37-3555" fmla="*/ 5683 w 10000"/>
                <a:gd name="connsiteY37-3556" fmla="*/ 1690 h 10686"/>
                <a:gd name="connsiteX38-3557" fmla="*/ 5829 w 10000"/>
                <a:gd name="connsiteY38-3558" fmla="*/ 1511 h 10686"/>
                <a:gd name="connsiteX39-3559" fmla="*/ 5954 w 10000"/>
                <a:gd name="connsiteY39-3560" fmla="*/ 1326 h 10686"/>
                <a:gd name="connsiteX40-3561" fmla="*/ 6071 w 10000"/>
                <a:gd name="connsiteY40-3562" fmla="*/ 1147 h 10686"/>
                <a:gd name="connsiteX41-3563" fmla="*/ 6167 w 10000"/>
                <a:gd name="connsiteY41-3564" fmla="*/ 974 h 10686"/>
                <a:gd name="connsiteX42-3565" fmla="*/ 6213 w 10000"/>
                <a:gd name="connsiteY42-3566" fmla="*/ 974 h 10686"/>
                <a:gd name="connsiteX43-3567" fmla="*/ 6213 w 10000"/>
                <a:gd name="connsiteY43-3568" fmla="*/ 992 h 10686"/>
                <a:gd name="connsiteX44-3569" fmla="*/ 6138 w 10000"/>
                <a:gd name="connsiteY44-3570" fmla="*/ 1165 h 10686"/>
                <a:gd name="connsiteX45-3571" fmla="*/ 6054 w 10000"/>
                <a:gd name="connsiteY45-3572" fmla="*/ 1344 h 10686"/>
                <a:gd name="connsiteX46-3573" fmla="*/ 5963 w 10000"/>
                <a:gd name="connsiteY46-3574" fmla="*/ 1517 h 10686"/>
                <a:gd name="connsiteX47-3575" fmla="*/ 5871 w 10000"/>
                <a:gd name="connsiteY47-3576" fmla="*/ 1684 h 10686"/>
                <a:gd name="connsiteX48-3577" fmla="*/ 5775 w 10000"/>
                <a:gd name="connsiteY48-3578" fmla="*/ 1847 h 10686"/>
                <a:gd name="connsiteX49-3579" fmla="*/ 5667 w 10000"/>
                <a:gd name="connsiteY49-3580" fmla="*/ 1999 h 10686"/>
                <a:gd name="connsiteX50-3581" fmla="*/ 5554 w 10000"/>
                <a:gd name="connsiteY50-3582" fmla="*/ 2145 h 10686"/>
                <a:gd name="connsiteX51-3583" fmla="*/ 5417 w 10000"/>
                <a:gd name="connsiteY51-3584" fmla="*/ 2279 h 10686"/>
                <a:gd name="connsiteX52-3585" fmla="*/ 5275 w 10000"/>
                <a:gd name="connsiteY52-3586" fmla="*/ 2411 h 10686"/>
                <a:gd name="connsiteX53-3587" fmla="*/ 5108 w 10000"/>
                <a:gd name="connsiteY53-3588" fmla="*/ 2518 h 10686"/>
                <a:gd name="connsiteX54-3589" fmla="*/ 4917 w 10000"/>
                <a:gd name="connsiteY54-3590" fmla="*/ 2616 h 10686"/>
                <a:gd name="connsiteX55-3591" fmla="*/ 4704 w 10000"/>
                <a:gd name="connsiteY55-3592" fmla="*/ 2703 h 10686"/>
                <a:gd name="connsiteX56-3593" fmla="*/ 4479 w 10000"/>
                <a:gd name="connsiteY56-3594" fmla="*/ 2768 h 10686"/>
                <a:gd name="connsiteX57-3595" fmla="*/ 4213 w 10000"/>
                <a:gd name="connsiteY57-3596" fmla="*/ 2813 h 10686"/>
                <a:gd name="connsiteX58-3597" fmla="*/ 4221 w 10000"/>
                <a:gd name="connsiteY58-3598" fmla="*/ 3126 h 10686"/>
                <a:gd name="connsiteX59-3599" fmla="*/ 4258 w 10000"/>
                <a:gd name="connsiteY59-3600" fmla="*/ 3424 h 10686"/>
                <a:gd name="connsiteX60-3601" fmla="*/ 4321 w 10000"/>
                <a:gd name="connsiteY60-3602" fmla="*/ 3707 h 10686"/>
                <a:gd name="connsiteX61-3603" fmla="*/ 4404 w 10000"/>
                <a:gd name="connsiteY61-3604" fmla="*/ 3975 h 10686"/>
                <a:gd name="connsiteX62-3605" fmla="*/ 4508 w 10000"/>
                <a:gd name="connsiteY62-3606" fmla="*/ 4231 h 10686"/>
                <a:gd name="connsiteX63-3607" fmla="*/ 4621 w 10000"/>
                <a:gd name="connsiteY63-3608" fmla="*/ 4476 h 10686"/>
                <a:gd name="connsiteX64-3609" fmla="*/ 4750 w 10000"/>
                <a:gd name="connsiteY64-3610" fmla="*/ 4708 h 10686"/>
                <a:gd name="connsiteX65-3611" fmla="*/ 4879 w 10000"/>
                <a:gd name="connsiteY65-3612" fmla="*/ 4934 h 10686"/>
                <a:gd name="connsiteX66-3613" fmla="*/ 4917 w 10000"/>
                <a:gd name="connsiteY66-3614" fmla="*/ 4988 h 10686"/>
                <a:gd name="connsiteX67-3615" fmla="*/ 4950 w 10000"/>
                <a:gd name="connsiteY67-3616" fmla="*/ 5054 h 10686"/>
                <a:gd name="connsiteX68-3617" fmla="*/ 4996 w 10000"/>
                <a:gd name="connsiteY68-3618" fmla="*/ 5125 h 10686"/>
                <a:gd name="connsiteX69-3619" fmla="*/ 5038 w 10000"/>
                <a:gd name="connsiteY69-3620" fmla="*/ 5200 h 10686"/>
                <a:gd name="connsiteX70-3621" fmla="*/ 5092 w 10000"/>
                <a:gd name="connsiteY70-3622" fmla="*/ 5271 h 10686"/>
                <a:gd name="connsiteX71-3623" fmla="*/ 5154 w 10000"/>
                <a:gd name="connsiteY71-3624" fmla="*/ 5331 h 10686"/>
                <a:gd name="connsiteX72-3625" fmla="*/ 5229 w 10000"/>
                <a:gd name="connsiteY72-3626" fmla="*/ 5384 h 10686"/>
                <a:gd name="connsiteX73-3627" fmla="*/ 5313 w 10000"/>
                <a:gd name="connsiteY73-3628" fmla="*/ 5423 h 10686"/>
                <a:gd name="connsiteX74-3629" fmla="*/ 5413 w 10000"/>
                <a:gd name="connsiteY74-3630" fmla="*/ 5438 h 10686"/>
                <a:gd name="connsiteX75-3631" fmla="*/ 5517 w 10000"/>
                <a:gd name="connsiteY75-3632" fmla="*/ 5435 h 10686"/>
                <a:gd name="connsiteX76-3633" fmla="*/ 5704 w 10000"/>
                <a:gd name="connsiteY76-3634" fmla="*/ 5390 h 10686"/>
                <a:gd name="connsiteX77-3635" fmla="*/ 5871 w 10000"/>
                <a:gd name="connsiteY77-3636" fmla="*/ 5316 h 10686"/>
                <a:gd name="connsiteX78-3637" fmla="*/ 6033 w 10000"/>
                <a:gd name="connsiteY78-3638" fmla="*/ 5223 h 10686"/>
                <a:gd name="connsiteX79-3639" fmla="*/ 6167 w 10000"/>
                <a:gd name="connsiteY79-3640" fmla="*/ 5113 h 10686"/>
                <a:gd name="connsiteX80-3641" fmla="*/ 6296 w 10000"/>
                <a:gd name="connsiteY80-3642" fmla="*/ 4994 h 10686"/>
                <a:gd name="connsiteX81-3643" fmla="*/ 6417 w 10000"/>
                <a:gd name="connsiteY81-3644" fmla="*/ 4869 h 10686"/>
                <a:gd name="connsiteX82-3645" fmla="*/ 6525 w 10000"/>
                <a:gd name="connsiteY82-3646" fmla="*/ 4750 h 10686"/>
                <a:gd name="connsiteX83-3647" fmla="*/ 6617 w 10000"/>
                <a:gd name="connsiteY83-3648" fmla="*/ 4636 h 10686"/>
                <a:gd name="connsiteX84-3649" fmla="*/ 6821 w 10000"/>
                <a:gd name="connsiteY84-3650" fmla="*/ 4377 h 10686"/>
                <a:gd name="connsiteX85-3651" fmla="*/ 7017 w 10000"/>
                <a:gd name="connsiteY85-3652" fmla="*/ 4085 h 10686"/>
                <a:gd name="connsiteX86-3653" fmla="*/ 7213 w 10000"/>
                <a:gd name="connsiteY86-3654" fmla="*/ 3766 h 10686"/>
                <a:gd name="connsiteX87-3655" fmla="*/ 7396 w 10000"/>
                <a:gd name="connsiteY87-3656" fmla="*/ 3418 h 10686"/>
                <a:gd name="connsiteX88-3657" fmla="*/ 7563 w 10000"/>
                <a:gd name="connsiteY88-3658" fmla="*/ 3051 h 10686"/>
                <a:gd name="connsiteX89-3659" fmla="*/ 7713 w 10000"/>
                <a:gd name="connsiteY89-3660" fmla="*/ 2661 h 10686"/>
                <a:gd name="connsiteX90-3661" fmla="*/ 7850 w 10000"/>
                <a:gd name="connsiteY90-3662" fmla="*/ 2253 h 10686"/>
                <a:gd name="connsiteX91-3663" fmla="*/ 7950 w 10000"/>
                <a:gd name="connsiteY91-3664" fmla="*/ 1830 h 10686"/>
                <a:gd name="connsiteX92-3665" fmla="*/ 8025 w 10000"/>
                <a:gd name="connsiteY92-3666" fmla="*/ 1397 h 10686"/>
                <a:gd name="connsiteX93-3667" fmla="*/ 8071 w 10000"/>
                <a:gd name="connsiteY93-3668" fmla="*/ 954 h 10686"/>
                <a:gd name="connsiteX94-3669" fmla="*/ 8108 w 10000"/>
                <a:gd name="connsiteY94-3670" fmla="*/ 974 h 10686"/>
                <a:gd name="connsiteX95-3671" fmla="*/ 8138 w 10000"/>
                <a:gd name="connsiteY95-3672" fmla="*/ 1025 h 10686"/>
                <a:gd name="connsiteX96-3673" fmla="*/ 8163 w 10000"/>
                <a:gd name="connsiteY96-3674" fmla="*/ 1100 h 10686"/>
                <a:gd name="connsiteX97-3675" fmla="*/ 8175 w 10000"/>
                <a:gd name="connsiteY97-3676" fmla="*/ 1198 h 10686"/>
                <a:gd name="connsiteX98-3677" fmla="*/ 8183 w 10000"/>
                <a:gd name="connsiteY98-3678" fmla="*/ 1311 h 10686"/>
                <a:gd name="connsiteX99-3679" fmla="*/ 8183 w 10000"/>
                <a:gd name="connsiteY99-3680" fmla="*/ 1442 h 10686"/>
                <a:gd name="connsiteX100-3681" fmla="*/ 8183 w 10000"/>
                <a:gd name="connsiteY100-3682" fmla="*/ 1582 h 10686"/>
                <a:gd name="connsiteX101-3683" fmla="*/ 8175 w 10000"/>
                <a:gd name="connsiteY101-3684" fmla="*/ 1734 h 10686"/>
                <a:gd name="connsiteX102-3685" fmla="*/ 8163 w 10000"/>
                <a:gd name="connsiteY102-3686" fmla="*/ 1889 h 10686"/>
                <a:gd name="connsiteX103-3687" fmla="*/ 8146 w 10000"/>
                <a:gd name="connsiteY103-3688" fmla="*/ 2047 h 10686"/>
                <a:gd name="connsiteX104-3689" fmla="*/ 8121 w 10000"/>
                <a:gd name="connsiteY104-3690" fmla="*/ 2205 h 10686"/>
                <a:gd name="connsiteX105-3691" fmla="*/ 8108 w 10000"/>
                <a:gd name="connsiteY105-3692" fmla="*/ 2357 h 10686"/>
                <a:gd name="connsiteX106-3693" fmla="*/ 8083 w 10000"/>
                <a:gd name="connsiteY106-3694" fmla="*/ 2497 h 10686"/>
                <a:gd name="connsiteX107-3695" fmla="*/ 8063 w 10000"/>
                <a:gd name="connsiteY107-3696" fmla="*/ 2628 h 10686"/>
                <a:gd name="connsiteX108-3697" fmla="*/ 8038 w 10000"/>
                <a:gd name="connsiteY108-3698" fmla="*/ 2741 h 10686"/>
                <a:gd name="connsiteX109-3699" fmla="*/ 8017 w 10000"/>
                <a:gd name="connsiteY109-3700" fmla="*/ 2834 h 10686"/>
                <a:gd name="connsiteX110-3701" fmla="*/ 8000 w 10000"/>
                <a:gd name="connsiteY110-3702" fmla="*/ 2908 h 10686"/>
                <a:gd name="connsiteX111-3703" fmla="*/ 7700 w 10000"/>
                <a:gd name="connsiteY111-3704" fmla="*/ 3754 h 10686"/>
                <a:gd name="connsiteX112-3705" fmla="*/ 7942 w 10000"/>
                <a:gd name="connsiteY112-3706" fmla="*/ 3737 h 10686"/>
                <a:gd name="connsiteX113-3707" fmla="*/ 8167 w 10000"/>
                <a:gd name="connsiteY113-3708" fmla="*/ 3695 h 10686"/>
                <a:gd name="connsiteX114-3709" fmla="*/ 8379 w 10000"/>
                <a:gd name="connsiteY114-3710" fmla="*/ 3635 h 10686"/>
                <a:gd name="connsiteX115-3711" fmla="*/ 8583 w 10000"/>
                <a:gd name="connsiteY115-3712" fmla="*/ 3558 h 10686"/>
                <a:gd name="connsiteX116-3713" fmla="*/ 8767 w 10000"/>
                <a:gd name="connsiteY116-3714" fmla="*/ 3471 h 10686"/>
                <a:gd name="connsiteX117-3715" fmla="*/ 8933 w 10000"/>
                <a:gd name="connsiteY117-3716" fmla="*/ 3376 h 10686"/>
                <a:gd name="connsiteX118-3717" fmla="*/ 9092 w 10000"/>
                <a:gd name="connsiteY118-3718" fmla="*/ 3278 h 10686"/>
                <a:gd name="connsiteX119-3719" fmla="*/ 9238 w 10000"/>
                <a:gd name="connsiteY119-3720" fmla="*/ 3185 h 10686"/>
                <a:gd name="connsiteX120-3721" fmla="*/ 9250 w 10000"/>
                <a:gd name="connsiteY120-3722" fmla="*/ 3230 h 10686"/>
                <a:gd name="connsiteX121-3723" fmla="*/ 9117 w 10000"/>
                <a:gd name="connsiteY121-3724" fmla="*/ 3376 h 10686"/>
                <a:gd name="connsiteX122-3725" fmla="*/ 8954 w 10000"/>
                <a:gd name="connsiteY122-3726" fmla="*/ 3516 h 10686"/>
                <a:gd name="connsiteX123-3727" fmla="*/ 8758 w 10000"/>
                <a:gd name="connsiteY123-3728" fmla="*/ 3641 h 10686"/>
                <a:gd name="connsiteX124-3729" fmla="*/ 8538 w 10000"/>
                <a:gd name="connsiteY124-3730" fmla="*/ 3754 h 10686"/>
                <a:gd name="connsiteX125-3731" fmla="*/ 8304 w 10000"/>
                <a:gd name="connsiteY125-3732" fmla="*/ 3856 h 10686"/>
                <a:gd name="connsiteX126-3733" fmla="*/ 8054 w 10000"/>
                <a:gd name="connsiteY126-3734" fmla="*/ 3945 h 10686"/>
                <a:gd name="connsiteX127-3735" fmla="*/ 7796 w 10000"/>
                <a:gd name="connsiteY127-3736" fmla="*/ 4014 h 10686"/>
                <a:gd name="connsiteX128-3737" fmla="*/ 7533 w 10000"/>
                <a:gd name="connsiteY128-3738" fmla="*/ 4064 h 10686"/>
                <a:gd name="connsiteX129-3739" fmla="*/ 7479 w 10000"/>
                <a:gd name="connsiteY129-3740" fmla="*/ 4184 h 10686"/>
                <a:gd name="connsiteX130-3741" fmla="*/ 7404 w 10000"/>
                <a:gd name="connsiteY130-3742" fmla="*/ 4324 h 10686"/>
                <a:gd name="connsiteX131-3743" fmla="*/ 7321 w 10000"/>
                <a:gd name="connsiteY131-3744" fmla="*/ 4470 h 10686"/>
                <a:gd name="connsiteX132-3745" fmla="*/ 7213 w 10000"/>
                <a:gd name="connsiteY132-3746" fmla="*/ 4628 h 10686"/>
                <a:gd name="connsiteX133-3747" fmla="*/ 7100 w 10000"/>
                <a:gd name="connsiteY133-3748" fmla="*/ 4794 h 10686"/>
                <a:gd name="connsiteX134-3749" fmla="*/ 6979 w 10000"/>
                <a:gd name="connsiteY134-3750" fmla="*/ 4958 h 10686"/>
                <a:gd name="connsiteX135-3751" fmla="*/ 6850 w 10000"/>
                <a:gd name="connsiteY135-3752" fmla="*/ 5113 h 10686"/>
                <a:gd name="connsiteX136-3753" fmla="*/ 6721 w 10000"/>
                <a:gd name="connsiteY136-3754" fmla="*/ 5265 h 10686"/>
                <a:gd name="connsiteX137-3755" fmla="*/ 6600 w 10000"/>
                <a:gd name="connsiteY137-3756" fmla="*/ 5405 h 10686"/>
                <a:gd name="connsiteX138-3757" fmla="*/ 6471 w 10000"/>
                <a:gd name="connsiteY138-3758" fmla="*/ 5530 h 10686"/>
                <a:gd name="connsiteX139-3759" fmla="*/ 6358 w 10000"/>
                <a:gd name="connsiteY139-3760" fmla="*/ 5641 h 10686"/>
                <a:gd name="connsiteX140-3761" fmla="*/ 6250 w 10000"/>
                <a:gd name="connsiteY140-3762" fmla="*/ 5721 h 10686"/>
                <a:gd name="connsiteX141-3763" fmla="*/ 6267 w 10000"/>
                <a:gd name="connsiteY141-3764" fmla="*/ 5781 h 10686"/>
                <a:gd name="connsiteX142-3765" fmla="*/ 6296 w 10000"/>
                <a:gd name="connsiteY142-3766" fmla="*/ 5793 h 10686"/>
                <a:gd name="connsiteX143-3767" fmla="*/ 6479 w 10000"/>
                <a:gd name="connsiteY143-3768" fmla="*/ 5754 h 10686"/>
                <a:gd name="connsiteX144-3769" fmla="*/ 6663 w 10000"/>
                <a:gd name="connsiteY144-3770" fmla="*/ 5736 h 10686"/>
                <a:gd name="connsiteX145-3771" fmla="*/ 6858 w 10000"/>
                <a:gd name="connsiteY145-3772" fmla="*/ 5736 h 10686"/>
                <a:gd name="connsiteX146-3773" fmla="*/ 7046 w 10000"/>
                <a:gd name="connsiteY146-3774" fmla="*/ 5742 h 10686"/>
                <a:gd name="connsiteX147-3775" fmla="*/ 7246 w 10000"/>
                <a:gd name="connsiteY147-3776" fmla="*/ 5748 h 10686"/>
                <a:gd name="connsiteX148-3777" fmla="*/ 7425 w 10000"/>
                <a:gd name="connsiteY148-3778" fmla="*/ 5748 h 10686"/>
                <a:gd name="connsiteX149-3779" fmla="*/ 7600 w 10000"/>
                <a:gd name="connsiteY149-3780" fmla="*/ 5733 h 10686"/>
                <a:gd name="connsiteX150-3781" fmla="*/ 7950 w 10000"/>
                <a:gd name="connsiteY150-3782" fmla="*/ 5673 h 10686"/>
                <a:gd name="connsiteX151-3783" fmla="*/ 8275 w 10000"/>
                <a:gd name="connsiteY151-3784" fmla="*/ 5596 h 10686"/>
                <a:gd name="connsiteX152-3785" fmla="*/ 8579 w 10000"/>
                <a:gd name="connsiteY152-3786" fmla="*/ 5504 h 10686"/>
                <a:gd name="connsiteX153-3787" fmla="*/ 8858 w 10000"/>
                <a:gd name="connsiteY153-3788" fmla="*/ 5390 h 10686"/>
                <a:gd name="connsiteX154-3789" fmla="*/ 9117 w 10000"/>
                <a:gd name="connsiteY154-3790" fmla="*/ 5265 h 10686"/>
                <a:gd name="connsiteX155-3791" fmla="*/ 9350 w 10000"/>
                <a:gd name="connsiteY155-3792" fmla="*/ 5119 h 10686"/>
                <a:gd name="connsiteX156-3793" fmla="*/ 9563 w 10000"/>
                <a:gd name="connsiteY156-3794" fmla="*/ 4967 h 10686"/>
                <a:gd name="connsiteX157-3795" fmla="*/ 9758 w 10000"/>
                <a:gd name="connsiteY157-3796" fmla="*/ 4794 h 10686"/>
                <a:gd name="connsiteX158-3797" fmla="*/ 9933 w 10000"/>
                <a:gd name="connsiteY158-3798" fmla="*/ 4610 h 10686"/>
                <a:gd name="connsiteX159-3799" fmla="*/ 10000 w 10000"/>
                <a:gd name="connsiteY159-3800" fmla="*/ 4648 h 10686"/>
                <a:gd name="connsiteX160-3801" fmla="*/ 10000 w 10000"/>
                <a:gd name="connsiteY160-3802" fmla="*/ 4660 h 10686"/>
                <a:gd name="connsiteX161-3803" fmla="*/ 9904 w 10000"/>
                <a:gd name="connsiteY161-3804" fmla="*/ 4827 h 10686"/>
                <a:gd name="connsiteX162-3805" fmla="*/ 9767 w 10000"/>
                <a:gd name="connsiteY162-3806" fmla="*/ 5000 h 10686"/>
                <a:gd name="connsiteX163-3807" fmla="*/ 9600 w 10000"/>
                <a:gd name="connsiteY163-3808" fmla="*/ 5173 h 10686"/>
                <a:gd name="connsiteX164-3809" fmla="*/ 9404 w 10000"/>
                <a:gd name="connsiteY164-3810" fmla="*/ 5343 h 10686"/>
                <a:gd name="connsiteX165-3811" fmla="*/ 9183 w 10000"/>
                <a:gd name="connsiteY165-3812" fmla="*/ 5504 h 10686"/>
                <a:gd name="connsiteX166-3813" fmla="*/ 8950 w 10000"/>
                <a:gd name="connsiteY166-3814" fmla="*/ 5662 h 10686"/>
                <a:gd name="connsiteX167-3815" fmla="*/ 8704 w 10000"/>
                <a:gd name="connsiteY167-3816" fmla="*/ 5802 h 10686"/>
                <a:gd name="connsiteX168-3817" fmla="*/ 8463 w 10000"/>
                <a:gd name="connsiteY168-3818" fmla="*/ 5927 h 10686"/>
                <a:gd name="connsiteX169-3819" fmla="*/ 8229 w 10000"/>
                <a:gd name="connsiteY169-3820" fmla="*/ 6025 h 10686"/>
                <a:gd name="connsiteX170-3821" fmla="*/ 8000 w 10000"/>
                <a:gd name="connsiteY170-3822" fmla="*/ 6105 h 10686"/>
                <a:gd name="connsiteX171-3823" fmla="*/ 7879 w 10000"/>
                <a:gd name="connsiteY171-3824" fmla="*/ 6132 h 10686"/>
                <a:gd name="connsiteX172-3825" fmla="*/ 7729 w 10000"/>
                <a:gd name="connsiteY172-3826" fmla="*/ 6153 h 10686"/>
                <a:gd name="connsiteX173-3827" fmla="*/ 7563 w 10000"/>
                <a:gd name="connsiteY173-3828" fmla="*/ 6177 h 10686"/>
                <a:gd name="connsiteX174-3829" fmla="*/ 7388 w 10000"/>
                <a:gd name="connsiteY174-3830" fmla="*/ 6198 h 10686"/>
                <a:gd name="connsiteX175-3831" fmla="*/ 7204 w 10000"/>
                <a:gd name="connsiteY175-3832" fmla="*/ 6219 h 10686"/>
                <a:gd name="connsiteX176-3833" fmla="*/ 7017 w 10000"/>
                <a:gd name="connsiteY176-3834" fmla="*/ 6240 h 10686"/>
                <a:gd name="connsiteX177-3835" fmla="*/ 6842 w 10000"/>
                <a:gd name="connsiteY177-3836" fmla="*/ 6263 h 10686"/>
                <a:gd name="connsiteX178-3837" fmla="*/ 6675 w 10000"/>
                <a:gd name="connsiteY178-3838" fmla="*/ 6290 h 10686"/>
                <a:gd name="connsiteX179-3839" fmla="*/ 6517 w 10000"/>
                <a:gd name="connsiteY179-3840" fmla="*/ 6329 h 10686"/>
                <a:gd name="connsiteX180-3841" fmla="*/ 6388 w 10000"/>
                <a:gd name="connsiteY180-3842" fmla="*/ 6365 h 10686"/>
                <a:gd name="connsiteX181-3843" fmla="*/ 6288 w 10000"/>
                <a:gd name="connsiteY181-3844" fmla="*/ 6415 h 10686"/>
                <a:gd name="connsiteX182-3845" fmla="*/ 6213 w 10000"/>
                <a:gd name="connsiteY182-3846" fmla="*/ 6475 h 10686"/>
                <a:gd name="connsiteX183-3847" fmla="*/ 6092 w 10000"/>
                <a:gd name="connsiteY183-3848" fmla="*/ 6648 h 10686"/>
                <a:gd name="connsiteX184-3849" fmla="*/ 6008 w 10000"/>
                <a:gd name="connsiteY184-3850" fmla="*/ 6836 h 10686"/>
                <a:gd name="connsiteX185-3851" fmla="*/ 5942 w 10000"/>
                <a:gd name="connsiteY185-3852" fmla="*/ 7032 h 10686"/>
                <a:gd name="connsiteX186-3853" fmla="*/ 5904 w 10000"/>
                <a:gd name="connsiteY186-3854" fmla="*/ 7232 h 10686"/>
                <a:gd name="connsiteX187-3855" fmla="*/ 5888 w 10000"/>
                <a:gd name="connsiteY187-3856" fmla="*/ 7443 h 10686"/>
                <a:gd name="connsiteX188-3857" fmla="*/ 5879 w 10000"/>
                <a:gd name="connsiteY188-3858" fmla="*/ 7655 h 10686"/>
                <a:gd name="connsiteX189-3859" fmla="*/ 5888 w 10000"/>
                <a:gd name="connsiteY189-3860" fmla="*/ 7867 h 10686"/>
                <a:gd name="connsiteX190-3861" fmla="*/ 5904 w 10000"/>
                <a:gd name="connsiteY190-3862" fmla="*/ 8084 h 10686"/>
                <a:gd name="connsiteX191-3863" fmla="*/ 5925 w 10000"/>
                <a:gd name="connsiteY191-3864" fmla="*/ 8299 h 10686"/>
                <a:gd name="connsiteX192-3865" fmla="*/ 5950 w 10000"/>
                <a:gd name="connsiteY192-3866" fmla="*/ 8510 h 10686"/>
                <a:gd name="connsiteX193-3867" fmla="*/ 5954 w 10000"/>
                <a:gd name="connsiteY193-3868" fmla="*/ 8820 h 10686"/>
                <a:gd name="connsiteX194-3869" fmla="*/ 5933 w 10000"/>
                <a:gd name="connsiteY194-3870" fmla="*/ 9130 h 10686"/>
                <a:gd name="connsiteX195-3871" fmla="*/ 5896 w 10000"/>
                <a:gd name="connsiteY195-3872" fmla="*/ 9428 h 10686"/>
                <a:gd name="connsiteX196-3873" fmla="*/ 5850 w 10000"/>
                <a:gd name="connsiteY196-3874" fmla="*/ 9720 h 10686"/>
                <a:gd name="connsiteX197-3875" fmla="*/ 5794 w 10000"/>
                <a:gd name="connsiteY197-3876" fmla="*/ 10686 h 10686"/>
                <a:gd name="connsiteX198-3877" fmla="*/ 4117 w 10000"/>
                <a:gd name="connsiteY198-3878" fmla="*/ 10686 h 10686"/>
                <a:gd name="connsiteX199-3879" fmla="*/ 4309 w 10000"/>
                <a:gd name="connsiteY199-3880" fmla="*/ 10293 h 10686"/>
                <a:gd name="connsiteX200-3881" fmla="*/ 4546 w 10000"/>
                <a:gd name="connsiteY200-3882" fmla="*/ 9848 h 10686"/>
                <a:gd name="connsiteX201-3883" fmla="*/ 4629 w 10000"/>
                <a:gd name="connsiteY201-3884" fmla="*/ 9687 h 10686"/>
                <a:gd name="connsiteX202-3885" fmla="*/ 4700 w 10000"/>
                <a:gd name="connsiteY202-3886" fmla="*/ 9508 h 10686"/>
                <a:gd name="connsiteX203-3887" fmla="*/ 4767 w 10000"/>
                <a:gd name="connsiteY203-3888" fmla="*/ 9309 h 10686"/>
                <a:gd name="connsiteX204-3889" fmla="*/ 4829 w 10000"/>
                <a:gd name="connsiteY204-3890" fmla="*/ 9097 h 10686"/>
                <a:gd name="connsiteX205-3891" fmla="*/ 4879 w 10000"/>
                <a:gd name="connsiteY205-3892" fmla="*/ 8868 h 10686"/>
                <a:gd name="connsiteX206-3893" fmla="*/ 4917 w 10000"/>
                <a:gd name="connsiteY206-3894" fmla="*/ 8635 h 10686"/>
                <a:gd name="connsiteX207-3895" fmla="*/ 4954 w 10000"/>
                <a:gd name="connsiteY207-3896" fmla="*/ 8391 h 10686"/>
                <a:gd name="connsiteX208-3897" fmla="*/ 4979 w 10000"/>
                <a:gd name="connsiteY208-3898" fmla="*/ 8144 h 10686"/>
                <a:gd name="connsiteX209-3899" fmla="*/ 5000 w 10000"/>
                <a:gd name="connsiteY209-3900" fmla="*/ 7887 h 10686"/>
                <a:gd name="connsiteX210-3901" fmla="*/ 5000 w 10000"/>
                <a:gd name="connsiteY210-3902" fmla="*/ 7634 h 10686"/>
                <a:gd name="connsiteX211-3903" fmla="*/ 5000 w 10000"/>
                <a:gd name="connsiteY211-3904" fmla="*/ 7384 h 10686"/>
                <a:gd name="connsiteX212-3905" fmla="*/ 4979 w 10000"/>
                <a:gd name="connsiteY212-3906" fmla="*/ 7133 h 10686"/>
                <a:gd name="connsiteX213-3907" fmla="*/ 4950 w 10000"/>
                <a:gd name="connsiteY213-3908" fmla="*/ 6892 h 10686"/>
                <a:gd name="connsiteX214-3909" fmla="*/ 4913 w 10000"/>
                <a:gd name="connsiteY214-3910" fmla="*/ 6657 h 10686"/>
                <a:gd name="connsiteX215-3911" fmla="*/ 4858 w 10000"/>
                <a:gd name="connsiteY215-3912" fmla="*/ 6430 h 10686"/>
                <a:gd name="connsiteX216-3913" fmla="*/ 4783 w 10000"/>
                <a:gd name="connsiteY216-3914" fmla="*/ 6219 h 10686"/>
                <a:gd name="connsiteX217-3915" fmla="*/ 4700 w 10000"/>
                <a:gd name="connsiteY217-3916" fmla="*/ 6019 h 10686"/>
                <a:gd name="connsiteX218-3917" fmla="*/ 4600 w 10000"/>
                <a:gd name="connsiteY218-3918" fmla="*/ 5840 h 10686"/>
                <a:gd name="connsiteX219-3919" fmla="*/ 4488 w 10000"/>
                <a:gd name="connsiteY219-3920" fmla="*/ 5682 h 10686"/>
                <a:gd name="connsiteX220-3921" fmla="*/ 4358 w 10000"/>
                <a:gd name="connsiteY220-3922" fmla="*/ 5542 h 10686"/>
                <a:gd name="connsiteX221-3923" fmla="*/ 4213 w 10000"/>
                <a:gd name="connsiteY221-3924" fmla="*/ 5429 h 10686"/>
                <a:gd name="connsiteX222-3925" fmla="*/ 4046 w 10000"/>
                <a:gd name="connsiteY222-3926" fmla="*/ 5343 h 10686"/>
                <a:gd name="connsiteX223-3927" fmla="*/ 3904 w 10000"/>
                <a:gd name="connsiteY223-3928" fmla="*/ 5292 h 10686"/>
                <a:gd name="connsiteX224-3929" fmla="*/ 3746 w 10000"/>
                <a:gd name="connsiteY224-3930" fmla="*/ 5271 h 10686"/>
                <a:gd name="connsiteX225-3931" fmla="*/ 3583 w 10000"/>
                <a:gd name="connsiteY225-3932" fmla="*/ 5271 h 10686"/>
                <a:gd name="connsiteX226-3933" fmla="*/ 3413 w 10000"/>
                <a:gd name="connsiteY226-3934" fmla="*/ 5286 h 10686"/>
                <a:gd name="connsiteX227-3935" fmla="*/ 3246 w 10000"/>
                <a:gd name="connsiteY227-3936" fmla="*/ 5310 h 10686"/>
                <a:gd name="connsiteX228-3937" fmla="*/ 3079 w 10000"/>
                <a:gd name="connsiteY228-3938" fmla="*/ 5343 h 10686"/>
                <a:gd name="connsiteX229-3939" fmla="*/ 2913 w 10000"/>
                <a:gd name="connsiteY229-3940" fmla="*/ 5369 h 10686"/>
                <a:gd name="connsiteX230-3941" fmla="*/ 2750 w 10000"/>
                <a:gd name="connsiteY230-3942" fmla="*/ 5396 h 10686"/>
                <a:gd name="connsiteX231-3943" fmla="*/ 2600 w 10000"/>
                <a:gd name="connsiteY231-3944" fmla="*/ 5411 h 10686"/>
                <a:gd name="connsiteX232-3945" fmla="*/ 2258 w 10000"/>
                <a:gd name="connsiteY232-3946" fmla="*/ 5423 h 10686"/>
                <a:gd name="connsiteX233-3947" fmla="*/ 1925 w 10000"/>
                <a:gd name="connsiteY233-3948" fmla="*/ 5411 h 10686"/>
                <a:gd name="connsiteX234-3949" fmla="*/ 1617 w 10000"/>
                <a:gd name="connsiteY234-3950" fmla="*/ 5384 h 10686"/>
                <a:gd name="connsiteX235-3951" fmla="*/ 1321 w 10000"/>
                <a:gd name="connsiteY235-3952" fmla="*/ 5346 h 10686"/>
                <a:gd name="connsiteX236-3953" fmla="*/ 1033 w 10000"/>
                <a:gd name="connsiteY236-3954" fmla="*/ 5298 h 10686"/>
                <a:gd name="connsiteX237-3955" fmla="*/ 758 w 10000"/>
                <a:gd name="connsiteY237-3956" fmla="*/ 5250 h 10686"/>
                <a:gd name="connsiteX238-3957" fmla="*/ 500 w 10000"/>
                <a:gd name="connsiteY238-3958" fmla="*/ 5197 h 10686"/>
                <a:gd name="connsiteX239-3959" fmla="*/ 517 w 10000"/>
                <a:gd name="connsiteY239-3960" fmla="*/ 5137 h 10686"/>
                <a:gd name="connsiteX240-3961" fmla="*/ 871 w 10000"/>
                <a:gd name="connsiteY240-3962" fmla="*/ 5173 h 10686"/>
                <a:gd name="connsiteX241-3963" fmla="*/ 1221 w 10000"/>
                <a:gd name="connsiteY241-3964" fmla="*/ 5197 h 10686"/>
                <a:gd name="connsiteX242-3965" fmla="*/ 1563 w 10000"/>
                <a:gd name="connsiteY242-3966" fmla="*/ 5206 h 10686"/>
                <a:gd name="connsiteX243-3967" fmla="*/ 1896 w 10000"/>
                <a:gd name="connsiteY243-3968" fmla="*/ 5197 h 10686"/>
                <a:gd name="connsiteX244-3969" fmla="*/ 2221 w 10000"/>
                <a:gd name="connsiteY244-3970" fmla="*/ 5164 h 10686"/>
                <a:gd name="connsiteX245-3971" fmla="*/ 2538 w 10000"/>
                <a:gd name="connsiteY245-3972" fmla="*/ 5113 h 10686"/>
                <a:gd name="connsiteX246-3973" fmla="*/ 2842 w 10000"/>
                <a:gd name="connsiteY246-3974" fmla="*/ 5045 h 10686"/>
                <a:gd name="connsiteX247-3975" fmla="*/ 3129 w 10000"/>
                <a:gd name="connsiteY247-3976" fmla="*/ 4946 h 10686"/>
                <a:gd name="connsiteX248-3977" fmla="*/ 3500 w 10000"/>
                <a:gd name="connsiteY248-3978" fmla="*/ 4815 h 10686"/>
                <a:gd name="connsiteX249-3979" fmla="*/ 2821 w 10000"/>
                <a:gd name="connsiteY249-3980" fmla="*/ 4389 h 10686"/>
                <a:gd name="connsiteX250-3981" fmla="*/ 2213 w 10000"/>
                <a:gd name="connsiteY250-3982" fmla="*/ 3912 h 10686"/>
                <a:gd name="connsiteX251-3983" fmla="*/ 1879 w 10000"/>
                <a:gd name="connsiteY251-3984" fmla="*/ 3939 h 10686"/>
                <a:gd name="connsiteX252-3985" fmla="*/ 1554 w 10000"/>
                <a:gd name="connsiteY252-3986" fmla="*/ 3939 h 10686"/>
                <a:gd name="connsiteX253-3987" fmla="*/ 1258 w 10000"/>
                <a:gd name="connsiteY253-3988" fmla="*/ 3912 h 10686"/>
                <a:gd name="connsiteX254-3989" fmla="*/ 979 w 10000"/>
                <a:gd name="connsiteY254-3990" fmla="*/ 3856 h 10686"/>
                <a:gd name="connsiteX255-3991" fmla="*/ 721 w 10000"/>
                <a:gd name="connsiteY255-3992" fmla="*/ 3775 h 10686"/>
                <a:gd name="connsiteX256-3993" fmla="*/ 496 w 10000"/>
                <a:gd name="connsiteY256-3994" fmla="*/ 3674 h 10686"/>
                <a:gd name="connsiteX257-3995" fmla="*/ 296 w 10000"/>
                <a:gd name="connsiteY257-3996" fmla="*/ 3549 h 10686"/>
                <a:gd name="connsiteX258-3997" fmla="*/ 129 w 10000"/>
                <a:gd name="connsiteY258-3998" fmla="*/ 3403 h 10686"/>
                <a:gd name="connsiteX259-3999" fmla="*/ 0 w 10000"/>
                <a:gd name="connsiteY259-4000" fmla="*/ 3245 h 10686"/>
                <a:gd name="connsiteX260-4001" fmla="*/ 17 w 10000"/>
                <a:gd name="connsiteY260-4002" fmla="*/ 3218 h 10686"/>
                <a:gd name="connsiteX261-4003" fmla="*/ 71 w 10000"/>
                <a:gd name="connsiteY261-4004" fmla="*/ 3245 h 10686"/>
                <a:gd name="connsiteX262-4005" fmla="*/ 138 w 10000"/>
                <a:gd name="connsiteY262-4006" fmla="*/ 3349 h 10686"/>
                <a:gd name="connsiteX263-4007" fmla="*/ 246 w 10000"/>
                <a:gd name="connsiteY263-4008" fmla="*/ 3439 h 10686"/>
                <a:gd name="connsiteX264-4009" fmla="*/ 379 w 10000"/>
                <a:gd name="connsiteY264-4010" fmla="*/ 3528 h 10686"/>
                <a:gd name="connsiteX265-4011" fmla="*/ 538 w 10000"/>
                <a:gd name="connsiteY265-4012" fmla="*/ 3597 h 10686"/>
                <a:gd name="connsiteX266-4013" fmla="*/ 721 w 10000"/>
                <a:gd name="connsiteY266-4014" fmla="*/ 3656 h 10686"/>
                <a:gd name="connsiteX267-4015" fmla="*/ 913 w 10000"/>
                <a:gd name="connsiteY267-4016" fmla="*/ 3701 h 10686"/>
                <a:gd name="connsiteX268-4017" fmla="*/ 1117 w 10000"/>
                <a:gd name="connsiteY268-4018" fmla="*/ 3728 h 10686"/>
                <a:gd name="connsiteX269-4019" fmla="*/ 1329 w 10000"/>
                <a:gd name="connsiteY269-4020" fmla="*/ 3737 h 10686"/>
                <a:gd name="connsiteX270-4021" fmla="*/ 1533 w 10000"/>
                <a:gd name="connsiteY270-4022" fmla="*/ 3734 h 10686"/>
                <a:gd name="connsiteX271-4023" fmla="*/ 1646 w 10000"/>
                <a:gd name="connsiteY271-4024" fmla="*/ 3722 h 10686"/>
                <a:gd name="connsiteX272-4025" fmla="*/ 1746 w 10000"/>
                <a:gd name="connsiteY272-4026" fmla="*/ 3722 h 10686"/>
                <a:gd name="connsiteX273-4027" fmla="*/ 1833 w 10000"/>
                <a:gd name="connsiteY273-4028" fmla="*/ 3710 h 10686"/>
                <a:gd name="connsiteX274-4029" fmla="*/ 1917 w 10000"/>
                <a:gd name="connsiteY274-4030" fmla="*/ 3695 h 10686"/>
                <a:gd name="connsiteX275-4031" fmla="*/ 1988 w 10000"/>
                <a:gd name="connsiteY275-4032" fmla="*/ 3662 h 10686"/>
                <a:gd name="connsiteX276-4033" fmla="*/ 1788 w 10000"/>
                <a:gd name="connsiteY276-4034" fmla="*/ 3391 h 10686"/>
                <a:gd name="connsiteX277-4035" fmla="*/ 1617 w 10000"/>
                <a:gd name="connsiteY277-4036" fmla="*/ 3126 h 10686"/>
                <a:gd name="connsiteX278-4037" fmla="*/ 1454 w 10000"/>
                <a:gd name="connsiteY278-4038" fmla="*/ 2849 h 10686"/>
                <a:gd name="connsiteX279-4039" fmla="*/ 1313 w 10000"/>
                <a:gd name="connsiteY279-4040" fmla="*/ 2563 h 10686"/>
                <a:gd name="connsiteX280-4041" fmla="*/ 1175 w 10000"/>
                <a:gd name="connsiteY280-4042" fmla="*/ 2253 h 10686"/>
                <a:gd name="connsiteX281-4043" fmla="*/ 1046 w 10000"/>
                <a:gd name="connsiteY281-4044" fmla="*/ 1919 h 10686"/>
                <a:gd name="connsiteX282-4045" fmla="*/ 1033 w 10000"/>
                <a:gd name="connsiteY282-4046" fmla="*/ 1859 h 10686"/>
                <a:gd name="connsiteX283-4047" fmla="*/ 1000 w 10000"/>
                <a:gd name="connsiteY283-4048" fmla="*/ 1776 h 10686"/>
                <a:gd name="connsiteX284-4049" fmla="*/ 979 w 10000"/>
                <a:gd name="connsiteY284-4050" fmla="*/ 1684 h 10686"/>
                <a:gd name="connsiteX285-4051" fmla="*/ 950 w 10000"/>
                <a:gd name="connsiteY285-4052" fmla="*/ 1591 h 10686"/>
                <a:gd name="connsiteX286-4053" fmla="*/ 925 w 10000"/>
                <a:gd name="connsiteY286-4054" fmla="*/ 1490 h 10686"/>
                <a:gd name="connsiteX287-4055" fmla="*/ 917 w 10000"/>
                <a:gd name="connsiteY287-4056" fmla="*/ 1397 h 10686"/>
                <a:gd name="connsiteX288-4057" fmla="*/ 917 w 10000"/>
                <a:gd name="connsiteY288-4058" fmla="*/ 1311 h 10686"/>
                <a:gd name="connsiteX289-4059" fmla="*/ 933 w 10000"/>
                <a:gd name="connsiteY289-4060" fmla="*/ 1234 h 10686"/>
                <a:gd name="connsiteX290-4061" fmla="*/ 963 w 10000"/>
                <a:gd name="connsiteY290-4062" fmla="*/ 1180 h 10686"/>
                <a:gd name="connsiteX291-4063" fmla="*/ 1000 w 10000"/>
                <a:gd name="connsiteY291-4064" fmla="*/ 1192 h 10686"/>
                <a:gd name="connsiteX292-4065" fmla="*/ 1033 w 10000"/>
                <a:gd name="connsiteY292-4066" fmla="*/ 1496 h 10686"/>
                <a:gd name="connsiteX293-4067" fmla="*/ 1108 w 10000"/>
                <a:gd name="connsiteY293-4068" fmla="*/ 1800 h 10686"/>
                <a:gd name="connsiteX294-4069" fmla="*/ 1221 w 10000"/>
                <a:gd name="connsiteY294-4070" fmla="*/ 2098 h 10686"/>
                <a:gd name="connsiteX295-4071" fmla="*/ 1358 w 10000"/>
                <a:gd name="connsiteY295-4072" fmla="*/ 2372 h 10686"/>
                <a:gd name="connsiteX296-4073" fmla="*/ 1508 w 10000"/>
                <a:gd name="connsiteY296-4074" fmla="*/ 2628 h 10686"/>
                <a:gd name="connsiteX297-4075" fmla="*/ 1646 w 10000"/>
                <a:gd name="connsiteY297-4076" fmla="*/ 2795 h 10686"/>
                <a:gd name="connsiteX298-4077" fmla="*/ 1629 w 10000"/>
                <a:gd name="connsiteY298-4078" fmla="*/ 2801 h 10686"/>
                <a:gd name="connsiteX299-4079" fmla="*/ 1629 w 10000"/>
                <a:gd name="connsiteY299-4080" fmla="*/ 2807 h 10686"/>
                <a:gd name="connsiteX300-4081" fmla="*/ 1638 w 10000"/>
                <a:gd name="connsiteY300-4082" fmla="*/ 2813 h 10686"/>
                <a:gd name="connsiteX301-4083" fmla="*/ 1646 w 10000"/>
                <a:gd name="connsiteY301-4084" fmla="*/ 2816 h 10686"/>
                <a:gd name="connsiteX302-4085" fmla="*/ 1663 w 10000"/>
                <a:gd name="connsiteY302-4086" fmla="*/ 2822 h 10686"/>
                <a:gd name="connsiteX303-4087" fmla="*/ 1667 w 10000"/>
                <a:gd name="connsiteY303-4088" fmla="*/ 2834 h 10686"/>
                <a:gd name="connsiteX304-4089" fmla="*/ 1675 w 10000"/>
                <a:gd name="connsiteY304-4090" fmla="*/ 2840 h 10686"/>
                <a:gd name="connsiteX305-4091" fmla="*/ 1683 w 10000"/>
                <a:gd name="connsiteY305-4092" fmla="*/ 2849 h 10686"/>
                <a:gd name="connsiteX306-4093" fmla="*/ 1683 w 10000"/>
                <a:gd name="connsiteY306-4094" fmla="*/ 2843 h 10686"/>
                <a:gd name="connsiteX307-4095" fmla="*/ 1675 w 10000"/>
                <a:gd name="connsiteY307-4096" fmla="*/ 2840 h 10686"/>
                <a:gd name="connsiteX308-4097" fmla="*/ 1675 w 10000"/>
                <a:gd name="connsiteY308-4098" fmla="*/ 2840 h 10686"/>
                <a:gd name="connsiteX309-4099" fmla="*/ 1646 w 10000"/>
                <a:gd name="connsiteY309-4100" fmla="*/ 2795 h 10686"/>
                <a:gd name="connsiteX310-4101" fmla="*/ 1746 w 10000"/>
                <a:gd name="connsiteY310-4102" fmla="*/ 2741 h 10686"/>
                <a:gd name="connsiteX311-4103" fmla="*/ 1842 w 10000"/>
                <a:gd name="connsiteY311-4104" fmla="*/ 2649 h 10686"/>
                <a:gd name="connsiteX312-4105" fmla="*/ 1933 w 10000"/>
                <a:gd name="connsiteY312-4106" fmla="*/ 2542 h 10686"/>
                <a:gd name="connsiteX313-4107" fmla="*/ 2017 w 10000"/>
                <a:gd name="connsiteY313-4108" fmla="*/ 2411 h 10686"/>
                <a:gd name="connsiteX314-4109" fmla="*/ 2092 w 10000"/>
                <a:gd name="connsiteY314-4110" fmla="*/ 2265 h 10686"/>
                <a:gd name="connsiteX315-4111" fmla="*/ 2163 w 10000"/>
                <a:gd name="connsiteY315-4112" fmla="*/ 2113 h 10686"/>
                <a:gd name="connsiteX316-4113" fmla="*/ 2221 w 10000"/>
                <a:gd name="connsiteY316-4114" fmla="*/ 1955 h 10686"/>
                <a:gd name="connsiteX317-4115" fmla="*/ 2275 w 10000"/>
                <a:gd name="connsiteY317-4116" fmla="*/ 1803 h 10686"/>
                <a:gd name="connsiteX318-4117" fmla="*/ 2321 w 10000"/>
                <a:gd name="connsiteY318-4118" fmla="*/ 1657 h 10686"/>
                <a:gd name="connsiteX319-4119" fmla="*/ 2329 w 10000"/>
                <a:gd name="connsiteY319-4120" fmla="*/ 1853 h 10686"/>
                <a:gd name="connsiteX320-4121" fmla="*/ 2321 w 10000"/>
                <a:gd name="connsiteY320-4122" fmla="*/ 2032 h 10686"/>
                <a:gd name="connsiteX321-4123" fmla="*/ 2283 w 10000"/>
                <a:gd name="connsiteY321-4124" fmla="*/ 2199 h 10686"/>
                <a:gd name="connsiteX322-4125" fmla="*/ 2229 w 10000"/>
                <a:gd name="connsiteY322-4126" fmla="*/ 2366 h 10686"/>
                <a:gd name="connsiteX323-4127" fmla="*/ 2154 w 10000"/>
                <a:gd name="connsiteY323-4128" fmla="*/ 2524 h 10686"/>
                <a:gd name="connsiteX324-4129" fmla="*/ 2046 w 10000"/>
                <a:gd name="connsiteY324-4130" fmla="*/ 2682 h 10686"/>
                <a:gd name="connsiteX325-4131" fmla="*/ 1796 w 10000"/>
                <a:gd name="connsiteY325-4132" fmla="*/ 3027 h 10686"/>
                <a:gd name="connsiteX326-4133" fmla="*/ 2054 w 10000"/>
                <a:gd name="connsiteY326-4134" fmla="*/ 3305 h 10686"/>
                <a:gd name="connsiteX327-4135" fmla="*/ 2333 w 10000"/>
                <a:gd name="connsiteY327-4136" fmla="*/ 3564 h 10686"/>
                <a:gd name="connsiteX328-4137" fmla="*/ 2638 w 10000"/>
                <a:gd name="connsiteY328-4138" fmla="*/ 3808 h 10686"/>
                <a:gd name="connsiteX329-4139" fmla="*/ 2963 w 10000"/>
                <a:gd name="connsiteY329-4140" fmla="*/ 4032 h 10686"/>
                <a:gd name="connsiteX330-4141" fmla="*/ 4129 w 10000"/>
                <a:gd name="connsiteY330-4142" fmla="*/ 4610 h 10686"/>
                <a:gd name="connsiteX331-4143" fmla="*/ 4167 w 10000"/>
                <a:gd name="connsiteY331-4144" fmla="*/ 4589 h 10686"/>
                <a:gd name="connsiteX332-4145" fmla="*/ 4071 w 10000"/>
                <a:gd name="connsiteY332-4146" fmla="*/ 4333 h 10686"/>
                <a:gd name="connsiteX333-4147" fmla="*/ 3996 w 10000"/>
                <a:gd name="connsiteY333-4148" fmla="*/ 4058 h 10686"/>
                <a:gd name="connsiteX334-4149" fmla="*/ 3933 w 10000"/>
                <a:gd name="connsiteY334-4150" fmla="*/ 3760 h 10686"/>
                <a:gd name="connsiteX335-4151" fmla="*/ 3904 w 10000"/>
                <a:gd name="connsiteY335-4152" fmla="*/ 3456 h 10686"/>
                <a:gd name="connsiteX336-4153" fmla="*/ 3879 w 10000"/>
                <a:gd name="connsiteY336-4154" fmla="*/ 3138 h 10686"/>
                <a:gd name="connsiteX337-4155" fmla="*/ 3879 w 10000"/>
                <a:gd name="connsiteY337-4156" fmla="*/ 2813 h 10686"/>
                <a:gd name="connsiteX338-4157" fmla="*/ 3896 w 10000"/>
                <a:gd name="connsiteY338-4158" fmla="*/ 2485 h 10686"/>
                <a:gd name="connsiteX339-4159" fmla="*/ 3933 w 10000"/>
                <a:gd name="connsiteY339-4160" fmla="*/ 2160 h 10686"/>
                <a:gd name="connsiteX340-4161" fmla="*/ 3988 w 10000"/>
                <a:gd name="connsiteY340-4162" fmla="*/ 1836 h 10686"/>
                <a:gd name="connsiteX341-4163" fmla="*/ 4046 w 10000"/>
                <a:gd name="connsiteY341-4164" fmla="*/ 1523 h 10686"/>
                <a:gd name="connsiteX342-4165" fmla="*/ 4129 w 10000"/>
                <a:gd name="connsiteY342-4166" fmla="*/ 1219 h 10686"/>
                <a:gd name="connsiteX343-4167" fmla="*/ 4229 w 10000"/>
                <a:gd name="connsiteY343-4168" fmla="*/ 933 h 10686"/>
                <a:gd name="connsiteX344-4169" fmla="*/ 4333 w 10000"/>
                <a:gd name="connsiteY344-4170" fmla="*/ 662 h 10686"/>
                <a:gd name="connsiteX345-4171" fmla="*/ 4454 w 10000"/>
                <a:gd name="connsiteY345-4172" fmla="*/ 417 h 10686"/>
                <a:gd name="connsiteX346-4173" fmla="*/ 4583 w 10000"/>
                <a:gd name="connsiteY346-4174" fmla="*/ 194 h 10686"/>
                <a:gd name="connsiteX347-4175" fmla="*/ 4738 w 10000"/>
                <a:gd name="connsiteY347-4176" fmla="*/ 0 h 1068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  <a:cxn ang="0">
                  <a:pos x="connsiteX49-99" y="connsiteY49-100"/>
                </a:cxn>
                <a:cxn ang="0">
                  <a:pos x="connsiteX50-101" y="connsiteY50-102"/>
                </a:cxn>
                <a:cxn ang="0">
                  <a:pos x="connsiteX51-103" y="connsiteY51-104"/>
                </a:cxn>
                <a:cxn ang="0">
                  <a:pos x="connsiteX52-105" y="connsiteY52-106"/>
                </a:cxn>
                <a:cxn ang="0">
                  <a:pos x="connsiteX53-107" y="connsiteY53-108"/>
                </a:cxn>
                <a:cxn ang="0">
                  <a:pos x="connsiteX54-109" y="connsiteY54-110"/>
                </a:cxn>
                <a:cxn ang="0">
                  <a:pos x="connsiteX55-111" y="connsiteY55-112"/>
                </a:cxn>
                <a:cxn ang="0">
                  <a:pos x="connsiteX56-113" y="connsiteY56-114"/>
                </a:cxn>
                <a:cxn ang="0">
                  <a:pos x="connsiteX57-115" y="connsiteY57-116"/>
                </a:cxn>
                <a:cxn ang="0">
                  <a:pos x="connsiteX58-117" y="connsiteY58-118"/>
                </a:cxn>
                <a:cxn ang="0">
                  <a:pos x="connsiteX59-119" y="connsiteY59-120"/>
                </a:cxn>
                <a:cxn ang="0">
                  <a:pos x="connsiteX60-121" y="connsiteY60-122"/>
                </a:cxn>
                <a:cxn ang="0">
                  <a:pos x="connsiteX61-123" y="connsiteY61-124"/>
                </a:cxn>
                <a:cxn ang="0">
                  <a:pos x="connsiteX62-125" y="connsiteY62-126"/>
                </a:cxn>
                <a:cxn ang="0">
                  <a:pos x="connsiteX63-127" y="connsiteY63-128"/>
                </a:cxn>
                <a:cxn ang="0">
                  <a:pos x="connsiteX64-129" y="connsiteY64-130"/>
                </a:cxn>
                <a:cxn ang="0">
                  <a:pos x="connsiteX65-131" y="connsiteY65-132"/>
                </a:cxn>
                <a:cxn ang="0">
                  <a:pos x="connsiteX66-133" y="connsiteY66-134"/>
                </a:cxn>
                <a:cxn ang="0">
                  <a:pos x="connsiteX67-135" y="connsiteY67-136"/>
                </a:cxn>
                <a:cxn ang="0">
                  <a:pos x="connsiteX68-137" y="connsiteY68-138"/>
                </a:cxn>
                <a:cxn ang="0">
                  <a:pos x="connsiteX69-139" y="connsiteY69-140"/>
                </a:cxn>
                <a:cxn ang="0">
                  <a:pos x="connsiteX70-141" y="connsiteY70-142"/>
                </a:cxn>
                <a:cxn ang="0">
                  <a:pos x="connsiteX71-143" y="connsiteY71-144"/>
                </a:cxn>
                <a:cxn ang="0">
                  <a:pos x="connsiteX72-145" y="connsiteY72-146"/>
                </a:cxn>
                <a:cxn ang="0">
                  <a:pos x="connsiteX73-147" y="connsiteY73-148"/>
                </a:cxn>
                <a:cxn ang="0">
                  <a:pos x="connsiteX74-149" y="connsiteY74-150"/>
                </a:cxn>
                <a:cxn ang="0">
                  <a:pos x="connsiteX75-151" y="connsiteY75-152"/>
                </a:cxn>
                <a:cxn ang="0">
                  <a:pos x="connsiteX76-153" y="connsiteY76-154"/>
                </a:cxn>
                <a:cxn ang="0">
                  <a:pos x="connsiteX77-155" y="connsiteY77-156"/>
                </a:cxn>
                <a:cxn ang="0">
                  <a:pos x="connsiteX78-157" y="connsiteY78-158"/>
                </a:cxn>
                <a:cxn ang="0">
                  <a:pos x="connsiteX79-159" y="connsiteY79-160"/>
                </a:cxn>
                <a:cxn ang="0">
                  <a:pos x="connsiteX80-161" y="connsiteY80-162"/>
                </a:cxn>
                <a:cxn ang="0">
                  <a:pos x="connsiteX81-163" y="connsiteY81-164"/>
                </a:cxn>
                <a:cxn ang="0">
                  <a:pos x="connsiteX82-165" y="connsiteY82-166"/>
                </a:cxn>
                <a:cxn ang="0">
                  <a:pos x="connsiteX83-167" y="connsiteY83-168"/>
                </a:cxn>
                <a:cxn ang="0">
                  <a:pos x="connsiteX84-169" y="connsiteY84-170"/>
                </a:cxn>
                <a:cxn ang="0">
                  <a:pos x="connsiteX85-171" y="connsiteY85-172"/>
                </a:cxn>
                <a:cxn ang="0">
                  <a:pos x="connsiteX86-173" y="connsiteY86-174"/>
                </a:cxn>
                <a:cxn ang="0">
                  <a:pos x="connsiteX87-175" y="connsiteY87-176"/>
                </a:cxn>
                <a:cxn ang="0">
                  <a:pos x="connsiteX88-177" y="connsiteY88-178"/>
                </a:cxn>
                <a:cxn ang="0">
                  <a:pos x="connsiteX89-179" y="connsiteY89-180"/>
                </a:cxn>
                <a:cxn ang="0">
                  <a:pos x="connsiteX90-181" y="connsiteY90-182"/>
                </a:cxn>
                <a:cxn ang="0">
                  <a:pos x="connsiteX91-183" y="connsiteY91-184"/>
                </a:cxn>
                <a:cxn ang="0">
                  <a:pos x="connsiteX92-185" y="connsiteY92-186"/>
                </a:cxn>
                <a:cxn ang="0">
                  <a:pos x="connsiteX93-187" y="connsiteY93-188"/>
                </a:cxn>
                <a:cxn ang="0">
                  <a:pos x="connsiteX94-189" y="connsiteY94-190"/>
                </a:cxn>
                <a:cxn ang="0">
                  <a:pos x="connsiteX95-191" y="connsiteY95-192"/>
                </a:cxn>
                <a:cxn ang="0">
                  <a:pos x="connsiteX96-193" y="connsiteY96-194"/>
                </a:cxn>
                <a:cxn ang="0">
                  <a:pos x="connsiteX97-195" y="connsiteY97-196"/>
                </a:cxn>
                <a:cxn ang="0">
                  <a:pos x="connsiteX98-197" y="connsiteY98-198"/>
                </a:cxn>
                <a:cxn ang="0">
                  <a:pos x="connsiteX99-199" y="connsiteY99-200"/>
                </a:cxn>
                <a:cxn ang="0">
                  <a:pos x="connsiteX100-201" y="connsiteY100-202"/>
                </a:cxn>
                <a:cxn ang="0">
                  <a:pos x="connsiteX101-203" y="connsiteY101-204"/>
                </a:cxn>
                <a:cxn ang="0">
                  <a:pos x="connsiteX102-205" y="connsiteY102-206"/>
                </a:cxn>
                <a:cxn ang="0">
                  <a:pos x="connsiteX103-207" y="connsiteY103-208"/>
                </a:cxn>
                <a:cxn ang="0">
                  <a:pos x="connsiteX104-209" y="connsiteY104-210"/>
                </a:cxn>
                <a:cxn ang="0">
                  <a:pos x="connsiteX105-211" y="connsiteY105-212"/>
                </a:cxn>
                <a:cxn ang="0">
                  <a:pos x="connsiteX106-213" y="connsiteY106-214"/>
                </a:cxn>
                <a:cxn ang="0">
                  <a:pos x="connsiteX107-215" y="connsiteY107-216"/>
                </a:cxn>
                <a:cxn ang="0">
                  <a:pos x="connsiteX108-217" y="connsiteY108-218"/>
                </a:cxn>
                <a:cxn ang="0">
                  <a:pos x="connsiteX109-219" y="connsiteY109-220"/>
                </a:cxn>
                <a:cxn ang="0">
                  <a:pos x="connsiteX110-221" y="connsiteY110-222"/>
                </a:cxn>
                <a:cxn ang="0">
                  <a:pos x="connsiteX111-223" y="connsiteY111-224"/>
                </a:cxn>
                <a:cxn ang="0">
                  <a:pos x="connsiteX112-225" y="connsiteY112-226"/>
                </a:cxn>
                <a:cxn ang="0">
                  <a:pos x="connsiteX113-227" y="connsiteY113-228"/>
                </a:cxn>
                <a:cxn ang="0">
                  <a:pos x="connsiteX114-229" y="connsiteY114-230"/>
                </a:cxn>
                <a:cxn ang="0">
                  <a:pos x="connsiteX115-231" y="connsiteY115-232"/>
                </a:cxn>
                <a:cxn ang="0">
                  <a:pos x="connsiteX116-233" y="connsiteY116-234"/>
                </a:cxn>
                <a:cxn ang="0">
                  <a:pos x="connsiteX117-235" y="connsiteY117-236"/>
                </a:cxn>
                <a:cxn ang="0">
                  <a:pos x="connsiteX118-237" y="connsiteY118-238"/>
                </a:cxn>
                <a:cxn ang="0">
                  <a:pos x="connsiteX119-239" y="connsiteY119-240"/>
                </a:cxn>
                <a:cxn ang="0">
                  <a:pos x="connsiteX120-241" y="connsiteY120-242"/>
                </a:cxn>
                <a:cxn ang="0">
                  <a:pos x="connsiteX121-243" y="connsiteY121-244"/>
                </a:cxn>
                <a:cxn ang="0">
                  <a:pos x="connsiteX122-245" y="connsiteY122-246"/>
                </a:cxn>
                <a:cxn ang="0">
                  <a:pos x="connsiteX123-247" y="connsiteY123-248"/>
                </a:cxn>
                <a:cxn ang="0">
                  <a:pos x="connsiteX124-249" y="connsiteY124-250"/>
                </a:cxn>
                <a:cxn ang="0">
                  <a:pos x="connsiteX125-251" y="connsiteY125-252"/>
                </a:cxn>
                <a:cxn ang="0">
                  <a:pos x="connsiteX126-253" y="connsiteY126-254"/>
                </a:cxn>
                <a:cxn ang="0">
                  <a:pos x="connsiteX127-255" y="connsiteY127-256"/>
                </a:cxn>
                <a:cxn ang="0">
                  <a:pos x="connsiteX128-257" y="connsiteY128-258"/>
                </a:cxn>
                <a:cxn ang="0">
                  <a:pos x="connsiteX129-259" y="connsiteY129-260"/>
                </a:cxn>
                <a:cxn ang="0">
                  <a:pos x="connsiteX130-261" y="connsiteY130-262"/>
                </a:cxn>
                <a:cxn ang="0">
                  <a:pos x="connsiteX131-263" y="connsiteY131-264"/>
                </a:cxn>
                <a:cxn ang="0">
                  <a:pos x="connsiteX132-265" y="connsiteY132-266"/>
                </a:cxn>
                <a:cxn ang="0">
                  <a:pos x="connsiteX133-267" y="connsiteY133-268"/>
                </a:cxn>
                <a:cxn ang="0">
                  <a:pos x="connsiteX134-269" y="connsiteY134-270"/>
                </a:cxn>
                <a:cxn ang="0">
                  <a:pos x="connsiteX135-271" y="connsiteY135-272"/>
                </a:cxn>
                <a:cxn ang="0">
                  <a:pos x="connsiteX136-273" y="connsiteY136-274"/>
                </a:cxn>
                <a:cxn ang="0">
                  <a:pos x="connsiteX137-275" y="connsiteY137-276"/>
                </a:cxn>
                <a:cxn ang="0">
                  <a:pos x="connsiteX138-277" y="connsiteY138-278"/>
                </a:cxn>
                <a:cxn ang="0">
                  <a:pos x="connsiteX139-279" y="connsiteY139-280"/>
                </a:cxn>
                <a:cxn ang="0">
                  <a:pos x="connsiteX140-281" y="connsiteY140-282"/>
                </a:cxn>
                <a:cxn ang="0">
                  <a:pos x="connsiteX141-283" y="connsiteY141-284"/>
                </a:cxn>
                <a:cxn ang="0">
                  <a:pos x="connsiteX142-285" y="connsiteY142-286"/>
                </a:cxn>
                <a:cxn ang="0">
                  <a:pos x="connsiteX143-287" y="connsiteY143-288"/>
                </a:cxn>
                <a:cxn ang="0">
                  <a:pos x="connsiteX144-289" y="connsiteY144-290"/>
                </a:cxn>
                <a:cxn ang="0">
                  <a:pos x="connsiteX145-291" y="connsiteY145-292"/>
                </a:cxn>
                <a:cxn ang="0">
                  <a:pos x="connsiteX146-293" y="connsiteY146-294"/>
                </a:cxn>
                <a:cxn ang="0">
                  <a:pos x="connsiteX147-295" y="connsiteY147-296"/>
                </a:cxn>
                <a:cxn ang="0">
                  <a:pos x="connsiteX148-297" y="connsiteY148-298"/>
                </a:cxn>
                <a:cxn ang="0">
                  <a:pos x="connsiteX149-299" y="connsiteY149-300"/>
                </a:cxn>
                <a:cxn ang="0">
                  <a:pos x="connsiteX150-301" y="connsiteY150-302"/>
                </a:cxn>
                <a:cxn ang="0">
                  <a:pos x="connsiteX151-303" y="connsiteY151-304"/>
                </a:cxn>
                <a:cxn ang="0">
                  <a:pos x="connsiteX152-305" y="connsiteY152-306"/>
                </a:cxn>
                <a:cxn ang="0">
                  <a:pos x="connsiteX153-307" y="connsiteY153-308"/>
                </a:cxn>
                <a:cxn ang="0">
                  <a:pos x="connsiteX154-309" y="connsiteY154-310"/>
                </a:cxn>
                <a:cxn ang="0">
                  <a:pos x="connsiteX155-311" y="connsiteY155-312"/>
                </a:cxn>
                <a:cxn ang="0">
                  <a:pos x="connsiteX156-313" y="connsiteY156-314"/>
                </a:cxn>
                <a:cxn ang="0">
                  <a:pos x="connsiteX157-315" y="connsiteY157-316"/>
                </a:cxn>
                <a:cxn ang="0">
                  <a:pos x="connsiteX158-317" y="connsiteY158-318"/>
                </a:cxn>
                <a:cxn ang="0">
                  <a:pos x="connsiteX159-319" y="connsiteY159-320"/>
                </a:cxn>
                <a:cxn ang="0">
                  <a:pos x="connsiteX160-321" y="connsiteY160-322"/>
                </a:cxn>
                <a:cxn ang="0">
                  <a:pos x="connsiteX161-323" y="connsiteY161-324"/>
                </a:cxn>
                <a:cxn ang="0">
                  <a:pos x="connsiteX162-325" y="connsiteY162-326"/>
                </a:cxn>
                <a:cxn ang="0">
                  <a:pos x="connsiteX163-327" y="connsiteY163-328"/>
                </a:cxn>
                <a:cxn ang="0">
                  <a:pos x="connsiteX164-329" y="connsiteY164-330"/>
                </a:cxn>
                <a:cxn ang="0">
                  <a:pos x="connsiteX165-331" y="connsiteY165-332"/>
                </a:cxn>
                <a:cxn ang="0">
                  <a:pos x="connsiteX166-333" y="connsiteY166-334"/>
                </a:cxn>
                <a:cxn ang="0">
                  <a:pos x="connsiteX167-335" y="connsiteY167-336"/>
                </a:cxn>
                <a:cxn ang="0">
                  <a:pos x="connsiteX168-337" y="connsiteY168-338"/>
                </a:cxn>
                <a:cxn ang="0">
                  <a:pos x="connsiteX169-339" y="connsiteY169-340"/>
                </a:cxn>
                <a:cxn ang="0">
                  <a:pos x="connsiteX170-341" y="connsiteY170-342"/>
                </a:cxn>
                <a:cxn ang="0">
                  <a:pos x="connsiteX171-343" y="connsiteY171-344"/>
                </a:cxn>
                <a:cxn ang="0">
                  <a:pos x="connsiteX172-345" y="connsiteY172-346"/>
                </a:cxn>
                <a:cxn ang="0">
                  <a:pos x="connsiteX173-347" y="connsiteY173-348"/>
                </a:cxn>
                <a:cxn ang="0">
                  <a:pos x="connsiteX174-349" y="connsiteY174-350"/>
                </a:cxn>
                <a:cxn ang="0">
                  <a:pos x="connsiteX175-351" y="connsiteY175-352"/>
                </a:cxn>
                <a:cxn ang="0">
                  <a:pos x="connsiteX176-353" y="connsiteY176-354"/>
                </a:cxn>
                <a:cxn ang="0">
                  <a:pos x="connsiteX177-355" y="connsiteY177-356"/>
                </a:cxn>
                <a:cxn ang="0">
                  <a:pos x="connsiteX178-357" y="connsiteY178-358"/>
                </a:cxn>
                <a:cxn ang="0">
                  <a:pos x="connsiteX179-359" y="connsiteY179-360"/>
                </a:cxn>
                <a:cxn ang="0">
                  <a:pos x="connsiteX180-361" y="connsiteY180-362"/>
                </a:cxn>
                <a:cxn ang="0">
                  <a:pos x="connsiteX181-363" y="connsiteY181-364"/>
                </a:cxn>
                <a:cxn ang="0">
                  <a:pos x="connsiteX182-365" y="connsiteY182-366"/>
                </a:cxn>
                <a:cxn ang="0">
                  <a:pos x="connsiteX183-367" y="connsiteY183-368"/>
                </a:cxn>
                <a:cxn ang="0">
                  <a:pos x="connsiteX184-369" y="connsiteY184-370"/>
                </a:cxn>
                <a:cxn ang="0">
                  <a:pos x="connsiteX185-371" y="connsiteY185-372"/>
                </a:cxn>
                <a:cxn ang="0">
                  <a:pos x="connsiteX186-373" y="connsiteY186-374"/>
                </a:cxn>
                <a:cxn ang="0">
                  <a:pos x="connsiteX187-375" y="connsiteY187-376"/>
                </a:cxn>
                <a:cxn ang="0">
                  <a:pos x="connsiteX188-377" y="connsiteY188-378"/>
                </a:cxn>
                <a:cxn ang="0">
                  <a:pos x="connsiteX189-379" y="connsiteY189-380"/>
                </a:cxn>
                <a:cxn ang="0">
                  <a:pos x="connsiteX190-381" y="connsiteY190-382"/>
                </a:cxn>
                <a:cxn ang="0">
                  <a:pos x="connsiteX191-383" y="connsiteY191-384"/>
                </a:cxn>
                <a:cxn ang="0">
                  <a:pos x="connsiteX192-385" y="connsiteY192-386"/>
                </a:cxn>
                <a:cxn ang="0">
                  <a:pos x="connsiteX193-387" y="connsiteY193-388"/>
                </a:cxn>
                <a:cxn ang="0">
                  <a:pos x="connsiteX194-389" y="connsiteY194-390"/>
                </a:cxn>
                <a:cxn ang="0">
                  <a:pos x="connsiteX195-391" y="connsiteY195-392"/>
                </a:cxn>
                <a:cxn ang="0">
                  <a:pos x="connsiteX196-393" y="connsiteY196-394"/>
                </a:cxn>
                <a:cxn ang="0">
                  <a:pos x="connsiteX197-395" y="connsiteY197-396"/>
                </a:cxn>
                <a:cxn ang="0">
                  <a:pos x="connsiteX198-397" y="connsiteY198-398"/>
                </a:cxn>
                <a:cxn ang="0">
                  <a:pos x="connsiteX199-399" y="connsiteY199-400"/>
                </a:cxn>
                <a:cxn ang="0">
                  <a:pos x="connsiteX200-401" y="connsiteY200-402"/>
                </a:cxn>
                <a:cxn ang="0">
                  <a:pos x="connsiteX201-403" y="connsiteY201-404"/>
                </a:cxn>
                <a:cxn ang="0">
                  <a:pos x="connsiteX202-405" y="connsiteY202-406"/>
                </a:cxn>
                <a:cxn ang="0">
                  <a:pos x="connsiteX203-407" y="connsiteY203-408"/>
                </a:cxn>
                <a:cxn ang="0">
                  <a:pos x="connsiteX204-409" y="connsiteY204-410"/>
                </a:cxn>
                <a:cxn ang="0">
                  <a:pos x="connsiteX205-411" y="connsiteY205-412"/>
                </a:cxn>
                <a:cxn ang="0">
                  <a:pos x="connsiteX206-413" y="connsiteY206-414"/>
                </a:cxn>
                <a:cxn ang="0">
                  <a:pos x="connsiteX207-415" y="connsiteY207-416"/>
                </a:cxn>
                <a:cxn ang="0">
                  <a:pos x="connsiteX208-417" y="connsiteY208-418"/>
                </a:cxn>
                <a:cxn ang="0">
                  <a:pos x="connsiteX209-419" y="connsiteY209-420"/>
                </a:cxn>
                <a:cxn ang="0">
                  <a:pos x="connsiteX210-421" y="connsiteY210-422"/>
                </a:cxn>
                <a:cxn ang="0">
                  <a:pos x="connsiteX211-423" y="connsiteY211-424"/>
                </a:cxn>
                <a:cxn ang="0">
                  <a:pos x="connsiteX212-425" y="connsiteY212-426"/>
                </a:cxn>
                <a:cxn ang="0">
                  <a:pos x="connsiteX213-427" y="connsiteY213-428"/>
                </a:cxn>
                <a:cxn ang="0">
                  <a:pos x="connsiteX214-429" y="connsiteY214-430"/>
                </a:cxn>
                <a:cxn ang="0">
                  <a:pos x="connsiteX215-431" y="connsiteY215-432"/>
                </a:cxn>
                <a:cxn ang="0">
                  <a:pos x="connsiteX216-433" y="connsiteY216-434"/>
                </a:cxn>
                <a:cxn ang="0">
                  <a:pos x="connsiteX217-435" y="connsiteY217-436"/>
                </a:cxn>
                <a:cxn ang="0">
                  <a:pos x="connsiteX218-437" y="connsiteY218-438"/>
                </a:cxn>
                <a:cxn ang="0">
                  <a:pos x="connsiteX219-439" y="connsiteY219-440"/>
                </a:cxn>
                <a:cxn ang="0">
                  <a:pos x="connsiteX220-441" y="connsiteY220-442"/>
                </a:cxn>
                <a:cxn ang="0">
                  <a:pos x="connsiteX221-443" y="connsiteY221-444"/>
                </a:cxn>
                <a:cxn ang="0">
                  <a:pos x="connsiteX222-445" y="connsiteY222-446"/>
                </a:cxn>
                <a:cxn ang="0">
                  <a:pos x="connsiteX223-447" y="connsiteY223-448"/>
                </a:cxn>
                <a:cxn ang="0">
                  <a:pos x="connsiteX224-449" y="connsiteY224-450"/>
                </a:cxn>
                <a:cxn ang="0">
                  <a:pos x="connsiteX225-451" y="connsiteY225-452"/>
                </a:cxn>
                <a:cxn ang="0">
                  <a:pos x="connsiteX226-453" y="connsiteY226-454"/>
                </a:cxn>
                <a:cxn ang="0">
                  <a:pos x="connsiteX227-455" y="connsiteY227-456"/>
                </a:cxn>
                <a:cxn ang="0">
                  <a:pos x="connsiteX228-457" y="connsiteY228-458"/>
                </a:cxn>
                <a:cxn ang="0">
                  <a:pos x="connsiteX229-459" y="connsiteY229-460"/>
                </a:cxn>
                <a:cxn ang="0">
                  <a:pos x="connsiteX230-461" y="connsiteY230-462"/>
                </a:cxn>
                <a:cxn ang="0">
                  <a:pos x="connsiteX231-463" y="connsiteY231-464"/>
                </a:cxn>
                <a:cxn ang="0">
                  <a:pos x="connsiteX232-465" y="connsiteY232-466"/>
                </a:cxn>
                <a:cxn ang="0">
                  <a:pos x="connsiteX233-467" y="connsiteY233-468"/>
                </a:cxn>
                <a:cxn ang="0">
                  <a:pos x="connsiteX234-469" y="connsiteY234-470"/>
                </a:cxn>
                <a:cxn ang="0">
                  <a:pos x="connsiteX235-471" y="connsiteY235-472"/>
                </a:cxn>
                <a:cxn ang="0">
                  <a:pos x="connsiteX236-473" y="connsiteY236-474"/>
                </a:cxn>
                <a:cxn ang="0">
                  <a:pos x="connsiteX237-475" y="connsiteY237-476"/>
                </a:cxn>
                <a:cxn ang="0">
                  <a:pos x="connsiteX238-477" y="connsiteY238-478"/>
                </a:cxn>
                <a:cxn ang="0">
                  <a:pos x="connsiteX239-479" y="connsiteY239-480"/>
                </a:cxn>
                <a:cxn ang="0">
                  <a:pos x="connsiteX240-481" y="connsiteY240-482"/>
                </a:cxn>
                <a:cxn ang="0">
                  <a:pos x="connsiteX241-483" y="connsiteY241-484"/>
                </a:cxn>
                <a:cxn ang="0">
                  <a:pos x="connsiteX242-485" y="connsiteY242-486"/>
                </a:cxn>
                <a:cxn ang="0">
                  <a:pos x="connsiteX243-487" y="connsiteY243-488"/>
                </a:cxn>
                <a:cxn ang="0">
                  <a:pos x="connsiteX244-489" y="connsiteY244-490"/>
                </a:cxn>
                <a:cxn ang="0">
                  <a:pos x="connsiteX245-491" y="connsiteY245-492"/>
                </a:cxn>
                <a:cxn ang="0">
                  <a:pos x="connsiteX246-493" y="connsiteY246-494"/>
                </a:cxn>
                <a:cxn ang="0">
                  <a:pos x="connsiteX247-495" y="connsiteY247-496"/>
                </a:cxn>
                <a:cxn ang="0">
                  <a:pos x="connsiteX248-497" y="connsiteY248-498"/>
                </a:cxn>
                <a:cxn ang="0">
                  <a:pos x="connsiteX249-499" y="connsiteY249-500"/>
                </a:cxn>
                <a:cxn ang="0">
                  <a:pos x="connsiteX250-501" y="connsiteY250-502"/>
                </a:cxn>
                <a:cxn ang="0">
                  <a:pos x="connsiteX251-503" y="connsiteY251-504"/>
                </a:cxn>
                <a:cxn ang="0">
                  <a:pos x="connsiteX252-505" y="connsiteY252-506"/>
                </a:cxn>
                <a:cxn ang="0">
                  <a:pos x="connsiteX253-507" y="connsiteY253-508"/>
                </a:cxn>
                <a:cxn ang="0">
                  <a:pos x="connsiteX254-509" y="connsiteY254-510"/>
                </a:cxn>
                <a:cxn ang="0">
                  <a:pos x="connsiteX255-511" y="connsiteY255-512"/>
                </a:cxn>
                <a:cxn ang="0">
                  <a:pos x="connsiteX256-513" y="connsiteY256-514"/>
                </a:cxn>
                <a:cxn ang="0">
                  <a:pos x="connsiteX257-515" y="connsiteY257-516"/>
                </a:cxn>
                <a:cxn ang="0">
                  <a:pos x="connsiteX258-517" y="connsiteY258-518"/>
                </a:cxn>
                <a:cxn ang="0">
                  <a:pos x="connsiteX259-519" y="connsiteY259-520"/>
                </a:cxn>
                <a:cxn ang="0">
                  <a:pos x="connsiteX260-521" y="connsiteY260-522"/>
                </a:cxn>
                <a:cxn ang="0">
                  <a:pos x="connsiteX261-523" y="connsiteY261-524"/>
                </a:cxn>
                <a:cxn ang="0">
                  <a:pos x="connsiteX262-525" y="connsiteY262-526"/>
                </a:cxn>
                <a:cxn ang="0">
                  <a:pos x="connsiteX263-527" y="connsiteY263-528"/>
                </a:cxn>
                <a:cxn ang="0">
                  <a:pos x="connsiteX264-529" y="connsiteY264-530"/>
                </a:cxn>
                <a:cxn ang="0">
                  <a:pos x="connsiteX265-531" y="connsiteY265-532"/>
                </a:cxn>
                <a:cxn ang="0">
                  <a:pos x="connsiteX266-533" y="connsiteY266-534"/>
                </a:cxn>
                <a:cxn ang="0">
                  <a:pos x="connsiteX267-535" y="connsiteY267-536"/>
                </a:cxn>
                <a:cxn ang="0">
                  <a:pos x="connsiteX268-537" y="connsiteY268-538"/>
                </a:cxn>
                <a:cxn ang="0">
                  <a:pos x="connsiteX269-539" y="connsiteY269-540"/>
                </a:cxn>
                <a:cxn ang="0">
                  <a:pos x="connsiteX270-541" y="connsiteY270-542"/>
                </a:cxn>
                <a:cxn ang="0">
                  <a:pos x="connsiteX271-543" y="connsiteY271-544"/>
                </a:cxn>
                <a:cxn ang="0">
                  <a:pos x="connsiteX272-545" y="connsiteY272-546"/>
                </a:cxn>
                <a:cxn ang="0">
                  <a:pos x="connsiteX273-547" y="connsiteY273-548"/>
                </a:cxn>
                <a:cxn ang="0">
                  <a:pos x="connsiteX274-549" y="connsiteY274-550"/>
                </a:cxn>
                <a:cxn ang="0">
                  <a:pos x="connsiteX275-551" y="connsiteY275-552"/>
                </a:cxn>
                <a:cxn ang="0">
                  <a:pos x="connsiteX276-553" y="connsiteY276-554"/>
                </a:cxn>
                <a:cxn ang="0">
                  <a:pos x="connsiteX277-555" y="connsiteY277-556"/>
                </a:cxn>
                <a:cxn ang="0">
                  <a:pos x="connsiteX278-557" y="connsiteY278-558"/>
                </a:cxn>
                <a:cxn ang="0">
                  <a:pos x="connsiteX279-559" y="connsiteY279-560"/>
                </a:cxn>
                <a:cxn ang="0">
                  <a:pos x="connsiteX280-561" y="connsiteY280-562"/>
                </a:cxn>
                <a:cxn ang="0">
                  <a:pos x="connsiteX281-563" y="connsiteY281-564"/>
                </a:cxn>
                <a:cxn ang="0">
                  <a:pos x="connsiteX282-565" y="connsiteY282-566"/>
                </a:cxn>
                <a:cxn ang="0">
                  <a:pos x="connsiteX283-567" y="connsiteY283-568"/>
                </a:cxn>
                <a:cxn ang="0">
                  <a:pos x="connsiteX284-569" y="connsiteY284-570"/>
                </a:cxn>
                <a:cxn ang="0">
                  <a:pos x="connsiteX285-571" y="connsiteY285-572"/>
                </a:cxn>
                <a:cxn ang="0">
                  <a:pos x="connsiteX286-573" y="connsiteY286-574"/>
                </a:cxn>
                <a:cxn ang="0">
                  <a:pos x="connsiteX287-575" y="connsiteY287-576"/>
                </a:cxn>
                <a:cxn ang="0">
                  <a:pos x="connsiteX288-577" y="connsiteY288-578"/>
                </a:cxn>
                <a:cxn ang="0">
                  <a:pos x="connsiteX289-579" y="connsiteY289-580"/>
                </a:cxn>
                <a:cxn ang="0">
                  <a:pos x="connsiteX290-581" y="connsiteY290-582"/>
                </a:cxn>
                <a:cxn ang="0">
                  <a:pos x="connsiteX291-583" y="connsiteY291-584"/>
                </a:cxn>
                <a:cxn ang="0">
                  <a:pos x="connsiteX292-585" y="connsiteY292-586"/>
                </a:cxn>
                <a:cxn ang="0">
                  <a:pos x="connsiteX293-587" y="connsiteY293-588"/>
                </a:cxn>
                <a:cxn ang="0">
                  <a:pos x="connsiteX294-589" y="connsiteY294-590"/>
                </a:cxn>
                <a:cxn ang="0">
                  <a:pos x="connsiteX295-591" y="connsiteY295-592"/>
                </a:cxn>
                <a:cxn ang="0">
                  <a:pos x="connsiteX296-593" y="connsiteY296-594"/>
                </a:cxn>
                <a:cxn ang="0">
                  <a:pos x="connsiteX297-595" y="connsiteY297-596"/>
                </a:cxn>
                <a:cxn ang="0">
                  <a:pos x="connsiteX298-597" y="connsiteY298-598"/>
                </a:cxn>
                <a:cxn ang="0">
                  <a:pos x="connsiteX299-599" y="connsiteY299-600"/>
                </a:cxn>
                <a:cxn ang="0">
                  <a:pos x="connsiteX300-601" y="connsiteY300-602"/>
                </a:cxn>
                <a:cxn ang="0">
                  <a:pos x="connsiteX301-603" y="connsiteY301-604"/>
                </a:cxn>
                <a:cxn ang="0">
                  <a:pos x="connsiteX302-605" y="connsiteY302-606"/>
                </a:cxn>
                <a:cxn ang="0">
                  <a:pos x="connsiteX303-607" y="connsiteY303-608"/>
                </a:cxn>
                <a:cxn ang="0">
                  <a:pos x="connsiteX304-609" y="connsiteY304-610"/>
                </a:cxn>
                <a:cxn ang="0">
                  <a:pos x="connsiteX305-611" y="connsiteY305-612"/>
                </a:cxn>
                <a:cxn ang="0">
                  <a:pos x="connsiteX306-613" y="connsiteY306-614"/>
                </a:cxn>
                <a:cxn ang="0">
                  <a:pos x="connsiteX307-615" y="connsiteY307-616"/>
                </a:cxn>
                <a:cxn ang="0">
                  <a:pos x="connsiteX308-617" y="connsiteY308-618"/>
                </a:cxn>
                <a:cxn ang="0">
                  <a:pos x="connsiteX309-619" y="connsiteY309-620"/>
                </a:cxn>
                <a:cxn ang="0">
                  <a:pos x="connsiteX310-621" y="connsiteY310-622"/>
                </a:cxn>
                <a:cxn ang="0">
                  <a:pos x="connsiteX311-623" y="connsiteY311-624"/>
                </a:cxn>
                <a:cxn ang="0">
                  <a:pos x="connsiteX312-625" y="connsiteY312-626"/>
                </a:cxn>
                <a:cxn ang="0">
                  <a:pos x="connsiteX313-627" y="connsiteY313-628"/>
                </a:cxn>
                <a:cxn ang="0">
                  <a:pos x="connsiteX314-629" y="connsiteY314-630"/>
                </a:cxn>
                <a:cxn ang="0">
                  <a:pos x="connsiteX315-631" y="connsiteY315-632"/>
                </a:cxn>
                <a:cxn ang="0">
                  <a:pos x="connsiteX316-633" y="connsiteY316-634"/>
                </a:cxn>
                <a:cxn ang="0">
                  <a:pos x="connsiteX317-635" y="connsiteY317-636"/>
                </a:cxn>
                <a:cxn ang="0">
                  <a:pos x="connsiteX318-637" y="connsiteY318-638"/>
                </a:cxn>
                <a:cxn ang="0">
                  <a:pos x="connsiteX319-639" y="connsiteY319-640"/>
                </a:cxn>
                <a:cxn ang="0">
                  <a:pos x="connsiteX320-641" y="connsiteY320-642"/>
                </a:cxn>
                <a:cxn ang="0">
                  <a:pos x="connsiteX321-643" y="connsiteY321-644"/>
                </a:cxn>
                <a:cxn ang="0">
                  <a:pos x="connsiteX322-645" y="connsiteY322-646"/>
                </a:cxn>
                <a:cxn ang="0">
                  <a:pos x="connsiteX323-647" y="connsiteY323-648"/>
                </a:cxn>
                <a:cxn ang="0">
                  <a:pos x="connsiteX324-649" y="connsiteY324-650"/>
                </a:cxn>
                <a:cxn ang="0">
                  <a:pos x="connsiteX325-651" y="connsiteY325-652"/>
                </a:cxn>
                <a:cxn ang="0">
                  <a:pos x="connsiteX326-653" y="connsiteY326-654"/>
                </a:cxn>
                <a:cxn ang="0">
                  <a:pos x="connsiteX327-655" y="connsiteY327-656"/>
                </a:cxn>
                <a:cxn ang="0">
                  <a:pos x="connsiteX328-657" y="connsiteY328-658"/>
                </a:cxn>
                <a:cxn ang="0">
                  <a:pos x="connsiteX329-659" y="connsiteY329-660"/>
                </a:cxn>
                <a:cxn ang="0">
                  <a:pos x="connsiteX330-661" y="connsiteY330-662"/>
                </a:cxn>
                <a:cxn ang="0">
                  <a:pos x="connsiteX331-663" y="connsiteY331-664"/>
                </a:cxn>
                <a:cxn ang="0">
                  <a:pos x="connsiteX332-665" y="connsiteY332-666"/>
                </a:cxn>
                <a:cxn ang="0">
                  <a:pos x="connsiteX333-667" y="connsiteY333-668"/>
                </a:cxn>
                <a:cxn ang="0">
                  <a:pos x="connsiteX334-669" y="connsiteY334-670"/>
                </a:cxn>
                <a:cxn ang="0">
                  <a:pos x="connsiteX335-671" y="connsiteY335-672"/>
                </a:cxn>
                <a:cxn ang="0">
                  <a:pos x="connsiteX336-673" y="connsiteY336-674"/>
                </a:cxn>
                <a:cxn ang="0">
                  <a:pos x="connsiteX337-675" y="connsiteY337-676"/>
                </a:cxn>
                <a:cxn ang="0">
                  <a:pos x="connsiteX338-677" y="connsiteY338-678"/>
                </a:cxn>
                <a:cxn ang="0">
                  <a:pos x="connsiteX339-679" y="connsiteY339-680"/>
                </a:cxn>
                <a:cxn ang="0">
                  <a:pos x="connsiteX340-681" y="connsiteY340-682"/>
                </a:cxn>
                <a:cxn ang="0">
                  <a:pos x="connsiteX341-683" y="connsiteY341-684"/>
                </a:cxn>
                <a:cxn ang="0">
                  <a:pos x="connsiteX342-685" y="connsiteY342-686"/>
                </a:cxn>
                <a:cxn ang="0">
                  <a:pos x="connsiteX343-687" y="connsiteY343-688"/>
                </a:cxn>
                <a:cxn ang="0">
                  <a:pos x="connsiteX344-689" y="connsiteY344-690"/>
                </a:cxn>
                <a:cxn ang="0">
                  <a:pos x="connsiteX345-691" y="connsiteY345-692"/>
                </a:cxn>
                <a:cxn ang="0">
                  <a:pos x="connsiteX346-693" y="connsiteY346-694"/>
                </a:cxn>
                <a:cxn ang="0">
                  <a:pos x="connsiteX347-695" y="connsiteY347-696"/>
                </a:cxn>
              </a:cxnLst>
              <a:rect l="l" t="t" r="r" b="b"/>
              <a:pathLst>
                <a:path w="10000" h="10686">
                  <a:moveTo>
                    <a:pt x="4738" y="0"/>
                  </a:moveTo>
                  <a:cubicBezTo>
                    <a:pt x="4732" y="16"/>
                    <a:pt x="4727" y="32"/>
                    <a:pt x="4721" y="48"/>
                  </a:cubicBezTo>
                  <a:cubicBezTo>
                    <a:pt x="4718" y="59"/>
                    <a:pt x="4716" y="69"/>
                    <a:pt x="4713" y="80"/>
                  </a:cubicBezTo>
                  <a:lnTo>
                    <a:pt x="4704" y="101"/>
                  </a:lnTo>
                  <a:lnTo>
                    <a:pt x="4704" y="113"/>
                  </a:lnTo>
                  <a:lnTo>
                    <a:pt x="4713" y="119"/>
                  </a:lnTo>
                  <a:lnTo>
                    <a:pt x="4713" y="125"/>
                  </a:lnTo>
                  <a:lnTo>
                    <a:pt x="4721" y="125"/>
                  </a:lnTo>
                  <a:lnTo>
                    <a:pt x="4721" y="125"/>
                  </a:lnTo>
                  <a:lnTo>
                    <a:pt x="4721" y="134"/>
                  </a:lnTo>
                  <a:cubicBezTo>
                    <a:pt x="4718" y="140"/>
                    <a:pt x="4716" y="146"/>
                    <a:pt x="4713" y="152"/>
                  </a:cubicBezTo>
                  <a:lnTo>
                    <a:pt x="4704" y="179"/>
                  </a:lnTo>
                  <a:lnTo>
                    <a:pt x="4692" y="221"/>
                  </a:lnTo>
                  <a:cubicBezTo>
                    <a:pt x="4684" y="241"/>
                    <a:pt x="4675" y="260"/>
                    <a:pt x="4667" y="280"/>
                  </a:cubicBezTo>
                  <a:cubicBezTo>
                    <a:pt x="4654" y="308"/>
                    <a:pt x="4642" y="336"/>
                    <a:pt x="4629" y="364"/>
                  </a:cubicBezTo>
                  <a:cubicBezTo>
                    <a:pt x="4617" y="398"/>
                    <a:pt x="4604" y="431"/>
                    <a:pt x="4592" y="465"/>
                  </a:cubicBezTo>
                  <a:cubicBezTo>
                    <a:pt x="4572" y="509"/>
                    <a:pt x="4553" y="552"/>
                    <a:pt x="4533" y="596"/>
                  </a:cubicBezTo>
                  <a:cubicBezTo>
                    <a:pt x="4510" y="649"/>
                    <a:pt x="4486" y="701"/>
                    <a:pt x="4463" y="754"/>
                  </a:cubicBezTo>
                  <a:cubicBezTo>
                    <a:pt x="4435" y="836"/>
                    <a:pt x="4407" y="919"/>
                    <a:pt x="4379" y="1001"/>
                  </a:cubicBezTo>
                  <a:cubicBezTo>
                    <a:pt x="4360" y="1089"/>
                    <a:pt x="4340" y="1178"/>
                    <a:pt x="4321" y="1266"/>
                  </a:cubicBezTo>
                  <a:cubicBezTo>
                    <a:pt x="4306" y="1357"/>
                    <a:pt x="4290" y="1447"/>
                    <a:pt x="4275" y="1538"/>
                  </a:cubicBezTo>
                  <a:cubicBezTo>
                    <a:pt x="4254" y="1634"/>
                    <a:pt x="4234" y="1731"/>
                    <a:pt x="4213" y="1827"/>
                  </a:cubicBezTo>
                  <a:cubicBezTo>
                    <a:pt x="4210" y="1848"/>
                    <a:pt x="4207" y="1868"/>
                    <a:pt x="4204" y="1889"/>
                  </a:cubicBezTo>
                  <a:lnTo>
                    <a:pt x="4192" y="1982"/>
                  </a:lnTo>
                  <a:cubicBezTo>
                    <a:pt x="4189" y="2015"/>
                    <a:pt x="4186" y="2047"/>
                    <a:pt x="4183" y="2080"/>
                  </a:cubicBezTo>
                  <a:cubicBezTo>
                    <a:pt x="4180" y="2116"/>
                    <a:pt x="4178" y="2151"/>
                    <a:pt x="4175" y="2187"/>
                  </a:cubicBezTo>
                  <a:lnTo>
                    <a:pt x="4175" y="2297"/>
                  </a:lnTo>
                  <a:cubicBezTo>
                    <a:pt x="4181" y="2330"/>
                    <a:pt x="4186" y="2363"/>
                    <a:pt x="4192" y="2396"/>
                  </a:cubicBezTo>
                  <a:cubicBezTo>
                    <a:pt x="4199" y="2425"/>
                    <a:pt x="4206" y="2453"/>
                    <a:pt x="4213" y="2482"/>
                  </a:cubicBezTo>
                  <a:cubicBezTo>
                    <a:pt x="4225" y="2502"/>
                    <a:pt x="4238" y="2522"/>
                    <a:pt x="4250" y="2542"/>
                  </a:cubicBezTo>
                  <a:lnTo>
                    <a:pt x="4450" y="2530"/>
                  </a:lnTo>
                  <a:lnTo>
                    <a:pt x="4646" y="2482"/>
                  </a:lnTo>
                  <a:lnTo>
                    <a:pt x="4833" y="2405"/>
                  </a:lnTo>
                  <a:lnTo>
                    <a:pt x="5025" y="2297"/>
                  </a:lnTo>
                  <a:lnTo>
                    <a:pt x="5200" y="2172"/>
                  </a:lnTo>
                  <a:lnTo>
                    <a:pt x="5371" y="2020"/>
                  </a:lnTo>
                  <a:lnTo>
                    <a:pt x="5533" y="1859"/>
                  </a:lnTo>
                  <a:lnTo>
                    <a:pt x="5683" y="1690"/>
                  </a:lnTo>
                  <a:lnTo>
                    <a:pt x="5829" y="1511"/>
                  </a:lnTo>
                  <a:lnTo>
                    <a:pt x="5954" y="1326"/>
                  </a:lnTo>
                  <a:lnTo>
                    <a:pt x="6071" y="1147"/>
                  </a:lnTo>
                  <a:cubicBezTo>
                    <a:pt x="6103" y="1089"/>
                    <a:pt x="6135" y="1032"/>
                    <a:pt x="6167" y="974"/>
                  </a:cubicBezTo>
                  <a:lnTo>
                    <a:pt x="6213" y="974"/>
                  </a:lnTo>
                  <a:lnTo>
                    <a:pt x="6213" y="992"/>
                  </a:lnTo>
                  <a:cubicBezTo>
                    <a:pt x="6188" y="1050"/>
                    <a:pt x="6163" y="1107"/>
                    <a:pt x="6138" y="1165"/>
                  </a:cubicBezTo>
                  <a:cubicBezTo>
                    <a:pt x="6110" y="1225"/>
                    <a:pt x="6082" y="1284"/>
                    <a:pt x="6054" y="1344"/>
                  </a:cubicBezTo>
                  <a:cubicBezTo>
                    <a:pt x="6024" y="1402"/>
                    <a:pt x="5993" y="1459"/>
                    <a:pt x="5963" y="1517"/>
                  </a:cubicBezTo>
                  <a:lnTo>
                    <a:pt x="5871" y="1684"/>
                  </a:lnTo>
                  <a:cubicBezTo>
                    <a:pt x="5839" y="1738"/>
                    <a:pt x="5807" y="1793"/>
                    <a:pt x="5775" y="1847"/>
                  </a:cubicBezTo>
                  <a:lnTo>
                    <a:pt x="5667" y="1999"/>
                  </a:lnTo>
                  <a:lnTo>
                    <a:pt x="5554" y="2145"/>
                  </a:lnTo>
                  <a:lnTo>
                    <a:pt x="5417" y="2279"/>
                  </a:lnTo>
                  <a:lnTo>
                    <a:pt x="5275" y="2411"/>
                  </a:lnTo>
                  <a:lnTo>
                    <a:pt x="5108" y="2518"/>
                  </a:lnTo>
                  <a:lnTo>
                    <a:pt x="4917" y="2616"/>
                  </a:lnTo>
                  <a:lnTo>
                    <a:pt x="4704" y="2703"/>
                  </a:lnTo>
                  <a:lnTo>
                    <a:pt x="4479" y="2768"/>
                  </a:lnTo>
                  <a:lnTo>
                    <a:pt x="4213" y="2813"/>
                  </a:lnTo>
                  <a:cubicBezTo>
                    <a:pt x="4216" y="2917"/>
                    <a:pt x="4218" y="3022"/>
                    <a:pt x="4221" y="3126"/>
                  </a:cubicBezTo>
                  <a:cubicBezTo>
                    <a:pt x="4233" y="3225"/>
                    <a:pt x="4246" y="3325"/>
                    <a:pt x="4258" y="3424"/>
                  </a:cubicBezTo>
                  <a:cubicBezTo>
                    <a:pt x="4279" y="3518"/>
                    <a:pt x="4300" y="3613"/>
                    <a:pt x="4321" y="3707"/>
                  </a:cubicBezTo>
                  <a:cubicBezTo>
                    <a:pt x="4349" y="3796"/>
                    <a:pt x="4376" y="3886"/>
                    <a:pt x="4404" y="3975"/>
                  </a:cubicBezTo>
                  <a:cubicBezTo>
                    <a:pt x="4439" y="4060"/>
                    <a:pt x="4473" y="4146"/>
                    <a:pt x="4508" y="4231"/>
                  </a:cubicBezTo>
                  <a:cubicBezTo>
                    <a:pt x="4546" y="4313"/>
                    <a:pt x="4583" y="4394"/>
                    <a:pt x="4621" y="4476"/>
                  </a:cubicBezTo>
                  <a:lnTo>
                    <a:pt x="4750" y="4708"/>
                  </a:lnTo>
                  <a:lnTo>
                    <a:pt x="4879" y="4934"/>
                  </a:lnTo>
                  <a:cubicBezTo>
                    <a:pt x="4892" y="4952"/>
                    <a:pt x="4904" y="4970"/>
                    <a:pt x="4917" y="4988"/>
                  </a:cubicBezTo>
                  <a:lnTo>
                    <a:pt x="4950" y="5054"/>
                  </a:lnTo>
                  <a:cubicBezTo>
                    <a:pt x="4965" y="5078"/>
                    <a:pt x="4981" y="5101"/>
                    <a:pt x="4996" y="5125"/>
                  </a:cubicBezTo>
                  <a:lnTo>
                    <a:pt x="5038" y="5200"/>
                  </a:lnTo>
                  <a:cubicBezTo>
                    <a:pt x="5056" y="5224"/>
                    <a:pt x="5074" y="5247"/>
                    <a:pt x="5092" y="5271"/>
                  </a:cubicBezTo>
                  <a:cubicBezTo>
                    <a:pt x="5113" y="5291"/>
                    <a:pt x="5133" y="5311"/>
                    <a:pt x="5154" y="5331"/>
                  </a:cubicBezTo>
                  <a:cubicBezTo>
                    <a:pt x="5179" y="5349"/>
                    <a:pt x="5204" y="5366"/>
                    <a:pt x="5229" y="5384"/>
                  </a:cubicBezTo>
                  <a:lnTo>
                    <a:pt x="5313" y="5423"/>
                  </a:lnTo>
                  <a:lnTo>
                    <a:pt x="5413" y="5438"/>
                  </a:lnTo>
                  <a:lnTo>
                    <a:pt x="5517" y="5435"/>
                  </a:lnTo>
                  <a:lnTo>
                    <a:pt x="5704" y="5390"/>
                  </a:lnTo>
                  <a:lnTo>
                    <a:pt x="5871" y="5316"/>
                  </a:lnTo>
                  <a:lnTo>
                    <a:pt x="6033" y="5223"/>
                  </a:lnTo>
                  <a:lnTo>
                    <a:pt x="6167" y="5113"/>
                  </a:lnTo>
                  <a:lnTo>
                    <a:pt x="6296" y="4994"/>
                  </a:lnTo>
                  <a:cubicBezTo>
                    <a:pt x="6336" y="4952"/>
                    <a:pt x="6377" y="4911"/>
                    <a:pt x="6417" y="4869"/>
                  </a:cubicBezTo>
                  <a:lnTo>
                    <a:pt x="6525" y="4750"/>
                  </a:lnTo>
                  <a:cubicBezTo>
                    <a:pt x="6556" y="4712"/>
                    <a:pt x="6586" y="4674"/>
                    <a:pt x="6617" y="4636"/>
                  </a:cubicBezTo>
                  <a:lnTo>
                    <a:pt x="6821" y="4377"/>
                  </a:lnTo>
                  <a:lnTo>
                    <a:pt x="7017" y="4085"/>
                  </a:lnTo>
                  <a:lnTo>
                    <a:pt x="7213" y="3766"/>
                  </a:lnTo>
                  <a:lnTo>
                    <a:pt x="7396" y="3418"/>
                  </a:lnTo>
                  <a:cubicBezTo>
                    <a:pt x="7452" y="3296"/>
                    <a:pt x="7507" y="3173"/>
                    <a:pt x="7563" y="3051"/>
                  </a:cubicBezTo>
                  <a:lnTo>
                    <a:pt x="7713" y="2661"/>
                  </a:lnTo>
                  <a:cubicBezTo>
                    <a:pt x="7759" y="2525"/>
                    <a:pt x="7804" y="2389"/>
                    <a:pt x="7850" y="2253"/>
                  </a:cubicBezTo>
                  <a:cubicBezTo>
                    <a:pt x="7883" y="2112"/>
                    <a:pt x="7917" y="1971"/>
                    <a:pt x="7950" y="1830"/>
                  </a:cubicBezTo>
                  <a:cubicBezTo>
                    <a:pt x="7975" y="1686"/>
                    <a:pt x="8000" y="1541"/>
                    <a:pt x="8025" y="1397"/>
                  </a:cubicBezTo>
                  <a:cubicBezTo>
                    <a:pt x="8040" y="1249"/>
                    <a:pt x="8056" y="1102"/>
                    <a:pt x="8071" y="954"/>
                  </a:cubicBezTo>
                  <a:cubicBezTo>
                    <a:pt x="8083" y="961"/>
                    <a:pt x="8096" y="967"/>
                    <a:pt x="8108" y="974"/>
                  </a:cubicBezTo>
                  <a:lnTo>
                    <a:pt x="8138" y="1025"/>
                  </a:lnTo>
                  <a:cubicBezTo>
                    <a:pt x="8146" y="1050"/>
                    <a:pt x="8155" y="1075"/>
                    <a:pt x="8163" y="1100"/>
                  </a:cubicBezTo>
                  <a:cubicBezTo>
                    <a:pt x="8167" y="1133"/>
                    <a:pt x="8171" y="1165"/>
                    <a:pt x="8175" y="1198"/>
                  </a:cubicBezTo>
                  <a:cubicBezTo>
                    <a:pt x="8178" y="1236"/>
                    <a:pt x="8180" y="1273"/>
                    <a:pt x="8183" y="1311"/>
                  </a:cubicBezTo>
                  <a:lnTo>
                    <a:pt x="8183" y="1442"/>
                  </a:lnTo>
                  <a:lnTo>
                    <a:pt x="8183" y="1582"/>
                  </a:lnTo>
                  <a:cubicBezTo>
                    <a:pt x="8180" y="1633"/>
                    <a:pt x="8178" y="1683"/>
                    <a:pt x="8175" y="1734"/>
                  </a:cubicBezTo>
                  <a:cubicBezTo>
                    <a:pt x="8171" y="1786"/>
                    <a:pt x="8167" y="1837"/>
                    <a:pt x="8163" y="1889"/>
                  </a:cubicBezTo>
                  <a:cubicBezTo>
                    <a:pt x="8157" y="1942"/>
                    <a:pt x="8152" y="1994"/>
                    <a:pt x="8146" y="2047"/>
                  </a:cubicBezTo>
                  <a:cubicBezTo>
                    <a:pt x="8138" y="2100"/>
                    <a:pt x="8129" y="2152"/>
                    <a:pt x="8121" y="2205"/>
                  </a:cubicBezTo>
                  <a:cubicBezTo>
                    <a:pt x="8117" y="2256"/>
                    <a:pt x="8112" y="2306"/>
                    <a:pt x="8108" y="2357"/>
                  </a:cubicBezTo>
                  <a:cubicBezTo>
                    <a:pt x="8100" y="2404"/>
                    <a:pt x="8091" y="2450"/>
                    <a:pt x="8083" y="2497"/>
                  </a:cubicBezTo>
                  <a:cubicBezTo>
                    <a:pt x="8076" y="2541"/>
                    <a:pt x="8070" y="2584"/>
                    <a:pt x="8063" y="2628"/>
                  </a:cubicBezTo>
                  <a:cubicBezTo>
                    <a:pt x="8055" y="2666"/>
                    <a:pt x="8046" y="2703"/>
                    <a:pt x="8038" y="2741"/>
                  </a:cubicBezTo>
                  <a:lnTo>
                    <a:pt x="8017" y="2834"/>
                  </a:lnTo>
                  <a:cubicBezTo>
                    <a:pt x="8011" y="2859"/>
                    <a:pt x="8006" y="2883"/>
                    <a:pt x="8000" y="2908"/>
                  </a:cubicBezTo>
                  <a:lnTo>
                    <a:pt x="7700" y="3754"/>
                  </a:lnTo>
                  <a:lnTo>
                    <a:pt x="7942" y="3737"/>
                  </a:lnTo>
                  <a:lnTo>
                    <a:pt x="8167" y="3695"/>
                  </a:lnTo>
                  <a:lnTo>
                    <a:pt x="8379" y="3635"/>
                  </a:lnTo>
                  <a:lnTo>
                    <a:pt x="8583" y="3558"/>
                  </a:lnTo>
                  <a:lnTo>
                    <a:pt x="8767" y="3471"/>
                  </a:lnTo>
                  <a:lnTo>
                    <a:pt x="8933" y="3376"/>
                  </a:lnTo>
                  <a:lnTo>
                    <a:pt x="9092" y="3278"/>
                  </a:lnTo>
                  <a:lnTo>
                    <a:pt x="9238" y="3185"/>
                  </a:lnTo>
                  <a:lnTo>
                    <a:pt x="9250" y="3230"/>
                  </a:lnTo>
                  <a:cubicBezTo>
                    <a:pt x="9206" y="3279"/>
                    <a:pt x="9161" y="3327"/>
                    <a:pt x="9117" y="3376"/>
                  </a:cubicBezTo>
                  <a:cubicBezTo>
                    <a:pt x="9063" y="3423"/>
                    <a:pt x="9008" y="3469"/>
                    <a:pt x="8954" y="3516"/>
                  </a:cubicBezTo>
                  <a:lnTo>
                    <a:pt x="8758" y="3641"/>
                  </a:lnTo>
                  <a:lnTo>
                    <a:pt x="8538" y="3754"/>
                  </a:lnTo>
                  <a:lnTo>
                    <a:pt x="8304" y="3856"/>
                  </a:lnTo>
                  <a:lnTo>
                    <a:pt x="8054" y="3945"/>
                  </a:lnTo>
                  <a:lnTo>
                    <a:pt x="7796" y="4014"/>
                  </a:lnTo>
                  <a:lnTo>
                    <a:pt x="7533" y="4064"/>
                  </a:lnTo>
                  <a:lnTo>
                    <a:pt x="7479" y="4184"/>
                  </a:lnTo>
                  <a:cubicBezTo>
                    <a:pt x="7454" y="4231"/>
                    <a:pt x="7429" y="4277"/>
                    <a:pt x="7404" y="4324"/>
                  </a:cubicBezTo>
                  <a:lnTo>
                    <a:pt x="7321" y="4470"/>
                  </a:lnTo>
                  <a:lnTo>
                    <a:pt x="7213" y="4628"/>
                  </a:lnTo>
                  <a:cubicBezTo>
                    <a:pt x="7175" y="4683"/>
                    <a:pt x="7138" y="4739"/>
                    <a:pt x="7100" y="4794"/>
                  </a:cubicBezTo>
                  <a:cubicBezTo>
                    <a:pt x="7060" y="4849"/>
                    <a:pt x="7019" y="4903"/>
                    <a:pt x="6979" y="4958"/>
                  </a:cubicBezTo>
                  <a:lnTo>
                    <a:pt x="6850" y="5113"/>
                  </a:lnTo>
                  <a:lnTo>
                    <a:pt x="6721" y="5265"/>
                  </a:lnTo>
                  <a:cubicBezTo>
                    <a:pt x="6681" y="5312"/>
                    <a:pt x="6640" y="5358"/>
                    <a:pt x="6600" y="5405"/>
                  </a:cubicBezTo>
                  <a:lnTo>
                    <a:pt x="6471" y="5530"/>
                  </a:lnTo>
                  <a:lnTo>
                    <a:pt x="6358" y="5641"/>
                  </a:lnTo>
                  <a:lnTo>
                    <a:pt x="6250" y="5721"/>
                  </a:lnTo>
                  <a:cubicBezTo>
                    <a:pt x="6256" y="5741"/>
                    <a:pt x="6261" y="5761"/>
                    <a:pt x="6267" y="5781"/>
                  </a:cubicBezTo>
                  <a:cubicBezTo>
                    <a:pt x="6277" y="5785"/>
                    <a:pt x="6286" y="5789"/>
                    <a:pt x="6296" y="5793"/>
                  </a:cubicBezTo>
                  <a:lnTo>
                    <a:pt x="6479" y="5754"/>
                  </a:lnTo>
                  <a:lnTo>
                    <a:pt x="6663" y="5736"/>
                  </a:lnTo>
                  <a:lnTo>
                    <a:pt x="6858" y="5736"/>
                  </a:lnTo>
                  <a:lnTo>
                    <a:pt x="7046" y="5742"/>
                  </a:lnTo>
                  <a:lnTo>
                    <a:pt x="7246" y="5748"/>
                  </a:lnTo>
                  <a:lnTo>
                    <a:pt x="7425" y="5748"/>
                  </a:lnTo>
                  <a:lnTo>
                    <a:pt x="7600" y="5733"/>
                  </a:lnTo>
                  <a:lnTo>
                    <a:pt x="7950" y="5673"/>
                  </a:lnTo>
                  <a:lnTo>
                    <a:pt x="8275" y="5596"/>
                  </a:lnTo>
                  <a:lnTo>
                    <a:pt x="8579" y="5504"/>
                  </a:lnTo>
                  <a:lnTo>
                    <a:pt x="8858" y="5390"/>
                  </a:lnTo>
                  <a:lnTo>
                    <a:pt x="9117" y="5265"/>
                  </a:lnTo>
                  <a:lnTo>
                    <a:pt x="9350" y="5119"/>
                  </a:lnTo>
                  <a:lnTo>
                    <a:pt x="9563" y="4967"/>
                  </a:lnTo>
                  <a:lnTo>
                    <a:pt x="9758" y="4794"/>
                  </a:lnTo>
                  <a:lnTo>
                    <a:pt x="9933" y="4610"/>
                  </a:lnTo>
                  <a:cubicBezTo>
                    <a:pt x="9955" y="4623"/>
                    <a:pt x="9978" y="4635"/>
                    <a:pt x="10000" y="4648"/>
                  </a:cubicBezTo>
                  <a:lnTo>
                    <a:pt x="10000" y="4660"/>
                  </a:lnTo>
                  <a:cubicBezTo>
                    <a:pt x="9968" y="4716"/>
                    <a:pt x="9936" y="4771"/>
                    <a:pt x="9904" y="4827"/>
                  </a:cubicBezTo>
                  <a:lnTo>
                    <a:pt x="9767" y="5000"/>
                  </a:lnTo>
                  <a:lnTo>
                    <a:pt x="9600" y="5173"/>
                  </a:lnTo>
                  <a:lnTo>
                    <a:pt x="9404" y="5343"/>
                  </a:lnTo>
                  <a:lnTo>
                    <a:pt x="9183" y="5504"/>
                  </a:lnTo>
                  <a:lnTo>
                    <a:pt x="8950" y="5662"/>
                  </a:lnTo>
                  <a:lnTo>
                    <a:pt x="8704" y="5802"/>
                  </a:lnTo>
                  <a:lnTo>
                    <a:pt x="8463" y="5927"/>
                  </a:lnTo>
                  <a:lnTo>
                    <a:pt x="8229" y="6025"/>
                  </a:lnTo>
                  <a:lnTo>
                    <a:pt x="8000" y="6105"/>
                  </a:lnTo>
                  <a:lnTo>
                    <a:pt x="7879" y="6132"/>
                  </a:lnTo>
                  <a:lnTo>
                    <a:pt x="7729" y="6153"/>
                  </a:lnTo>
                  <a:lnTo>
                    <a:pt x="7563" y="6177"/>
                  </a:lnTo>
                  <a:lnTo>
                    <a:pt x="7388" y="6198"/>
                  </a:lnTo>
                  <a:lnTo>
                    <a:pt x="7204" y="6219"/>
                  </a:lnTo>
                  <a:lnTo>
                    <a:pt x="7017" y="6240"/>
                  </a:lnTo>
                  <a:lnTo>
                    <a:pt x="6842" y="6263"/>
                  </a:lnTo>
                  <a:lnTo>
                    <a:pt x="6675" y="6290"/>
                  </a:lnTo>
                  <a:lnTo>
                    <a:pt x="6517" y="6329"/>
                  </a:lnTo>
                  <a:lnTo>
                    <a:pt x="6388" y="6365"/>
                  </a:lnTo>
                  <a:cubicBezTo>
                    <a:pt x="6355" y="6382"/>
                    <a:pt x="6321" y="6398"/>
                    <a:pt x="6288" y="6415"/>
                  </a:cubicBezTo>
                  <a:lnTo>
                    <a:pt x="6213" y="6475"/>
                  </a:lnTo>
                  <a:cubicBezTo>
                    <a:pt x="6173" y="6533"/>
                    <a:pt x="6132" y="6590"/>
                    <a:pt x="6092" y="6648"/>
                  </a:cubicBezTo>
                  <a:cubicBezTo>
                    <a:pt x="6064" y="6711"/>
                    <a:pt x="6036" y="6773"/>
                    <a:pt x="6008" y="6836"/>
                  </a:cubicBezTo>
                  <a:cubicBezTo>
                    <a:pt x="5986" y="6901"/>
                    <a:pt x="5964" y="6967"/>
                    <a:pt x="5942" y="7032"/>
                  </a:cubicBezTo>
                  <a:cubicBezTo>
                    <a:pt x="5929" y="7099"/>
                    <a:pt x="5917" y="7165"/>
                    <a:pt x="5904" y="7232"/>
                  </a:cubicBezTo>
                  <a:cubicBezTo>
                    <a:pt x="5899" y="7302"/>
                    <a:pt x="5893" y="7373"/>
                    <a:pt x="5888" y="7443"/>
                  </a:cubicBezTo>
                  <a:cubicBezTo>
                    <a:pt x="5885" y="7514"/>
                    <a:pt x="5882" y="7584"/>
                    <a:pt x="5879" y="7655"/>
                  </a:cubicBezTo>
                  <a:cubicBezTo>
                    <a:pt x="5882" y="7726"/>
                    <a:pt x="5885" y="7796"/>
                    <a:pt x="5888" y="7867"/>
                  </a:cubicBezTo>
                  <a:cubicBezTo>
                    <a:pt x="5893" y="7939"/>
                    <a:pt x="5899" y="8012"/>
                    <a:pt x="5904" y="8084"/>
                  </a:cubicBezTo>
                  <a:cubicBezTo>
                    <a:pt x="5911" y="8156"/>
                    <a:pt x="5918" y="8227"/>
                    <a:pt x="5925" y="8299"/>
                  </a:cubicBezTo>
                  <a:cubicBezTo>
                    <a:pt x="5933" y="8369"/>
                    <a:pt x="5942" y="8440"/>
                    <a:pt x="5950" y="8510"/>
                  </a:cubicBezTo>
                  <a:cubicBezTo>
                    <a:pt x="5951" y="8613"/>
                    <a:pt x="5953" y="8717"/>
                    <a:pt x="5954" y="8820"/>
                  </a:cubicBezTo>
                  <a:cubicBezTo>
                    <a:pt x="5947" y="8923"/>
                    <a:pt x="5940" y="9027"/>
                    <a:pt x="5933" y="9130"/>
                  </a:cubicBezTo>
                  <a:cubicBezTo>
                    <a:pt x="5921" y="9229"/>
                    <a:pt x="5908" y="9329"/>
                    <a:pt x="5896" y="9428"/>
                  </a:cubicBezTo>
                  <a:cubicBezTo>
                    <a:pt x="5881" y="9525"/>
                    <a:pt x="5865" y="9623"/>
                    <a:pt x="5850" y="9720"/>
                  </a:cubicBezTo>
                  <a:cubicBezTo>
                    <a:pt x="5819" y="10051"/>
                    <a:pt x="5825" y="10355"/>
                    <a:pt x="5794" y="10686"/>
                  </a:cubicBezTo>
                  <a:lnTo>
                    <a:pt x="4117" y="10686"/>
                  </a:lnTo>
                  <a:lnTo>
                    <a:pt x="4309" y="10293"/>
                  </a:lnTo>
                  <a:lnTo>
                    <a:pt x="4546" y="9848"/>
                  </a:lnTo>
                  <a:cubicBezTo>
                    <a:pt x="4574" y="9794"/>
                    <a:pt x="4601" y="9741"/>
                    <a:pt x="4629" y="9687"/>
                  </a:cubicBezTo>
                  <a:cubicBezTo>
                    <a:pt x="4653" y="9627"/>
                    <a:pt x="4676" y="9568"/>
                    <a:pt x="4700" y="9508"/>
                  </a:cubicBezTo>
                  <a:cubicBezTo>
                    <a:pt x="4722" y="9442"/>
                    <a:pt x="4745" y="9375"/>
                    <a:pt x="4767" y="9309"/>
                  </a:cubicBezTo>
                  <a:cubicBezTo>
                    <a:pt x="4788" y="9238"/>
                    <a:pt x="4808" y="9168"/>
                    <a:pt x="4829" y="9097"/>
                  </a:cubicBezTo>
                  <a:cubicBezTo>
                    <a:pt x="4846" y="9021"/>
                    <a:pt x="4862" y="8944"/>
                    <a:pt x="4879" y="8868"/>
                  </a:cubicBezTo>
                  <a:cubicBezTo>
                    <a:pt x="4892" y="8790"/>
                    <a:pt x="4904" y="8713"/>
                    <a:pt x="4917" y="8635"/>
                  </a:cubicBezTo>
                  <a:cubicBezTo>
                    <a:pt x="4929" y="8554"/>
                    <a:pt x="4942" y="8472"/>
                    <a:pt x="4954" y="8391"/>
                  </a:cubicBezTo>
                  <a:cubicBezTo>
                    <a:pt x="4962" y="8309"/>
                    <a:pt x="4971" y="8226"/>
                    <a:pt x="4979" y="8144"/>
                  </a:cubicBezTo>
                  <a:cubicBezTo>
                    <a:pt x="4986" y="8058"/>
                    <a:pt x="4993" y="7973"/>
                    <a:pt x="5000" y="7887"/>
                  </a:cubicBezTo>
                  <a:lnTo>
                    <a:pt x="5000" y="7634"/>
                  </a:lnTo>
                  <a:lnTo>
                    <a:pt x="5000" y="7384"/>
                  </a:lnTo>
                  <a:cubicBezTo>
                    <a:pt x="4993" y="7300"/>
                    <a:pt x="4986" y="7217"/>
                    <a:pt x="4979" y="7133"/>
                  </a:cubicBezTo>
                  <a:cubicBezTo>
                    <a:pt x="4969" y="7053"/>
                    <a:pt x="4960" y="6972"/>
                    <a:pt x="4950" y="6892"/>
                  </a:cubicBezTo>
                  <a:cubicBezTo>
                    <a:pt x="4938" y="6814"/>
                    <a:pt x="4925" y="6735"/>
                    <a:pt x="4913" y="6657"/>
                  </a:cubicBezTo>
                  <a:cubicBezTo>
                    <a:pt x="4895" y="6581"/>
                    <a:pt x="4876" y="6506"/>
                    <a:pt x="4858" y="6430"/>
                  </a:cubicBezTo>
                  <a:cubicBezTo>
                    <a:pt x="4833" y="6360"/>
                    <a:pt x="4808" y="6289"/>
                    <a:pt x="4783" y="6219"/>
                  </a:cubicBezTo>
                  <a:cubicBezTo>
                    <a:pt x="4755" y="6152"/>
                    <a:pt x="4728" y="6086"/>
                    <a:pt x="4700" y="6019"/>
                  </a:cubicBezTo>
                  <a:cubicBezTo>
                    <a:pt x="4667" y="5959"/>
                    <a:pt x="4633" y="5900"/>
                    <a:pt x="4600" y="5840"/>
                  </a:cubicBezTo>
                  <a:cubicBezTo>
                    <a:pt x="4563" y="5787"/>
                    <a:pt x="4525" y="5735"/>
                    <a:pt x="4488" y="5682"/>
                  </a:cubicBezTo>
                  <a:cubicBezTo>
                    <a:pt x="4445" y="5635"/>
                    <a:pt x="4401" y="5589"/>
                    <a:pt x="4358" y="5542"/>
                  </a:cubicBezTo>
                  <a:cubicBezTo>
                    <a:pt x="4310" y="5504"/>
                    <a:pt x="4261" y="5467"/>
                    <a:pt x="4213" y="5429"/>
                  </a:cubicBezTo>
                  <a:lnTo>
                    <a:pt x="4046" y="5343"/>
                  </a:lnTo>
                  <a:lnTo>
                    <a:pt x="3904" y="5292"/>
                  </a:lnTo>
                  <a:lnTo>
                    <a:pt x="3746" y="5271"/>
                  </a:lnTo>
                  <a:lnTo>
                    <a:pt x="3583" y="5271"/>
                  </a:lnTo>
                  <a:lnTo>
                    <a:pt x="3413" y="5286"/>
                  </a:lnTo>
                  <a:lnTo>
                    <a:pt x="3246" y="5310"/>
                  </a:lnTo>
                  <a:lnTo>
                    <a:pt x="3079" y="5343"/>
                  </a:lnTo>
                  <a:lnTo>
                    <a:pt x="2913" y="5369"/>
                  </a:lnTo>
                  <a:lnTo>
                    <a:pt x="2750" y="5396"/>
                  </a:lnTo>
                  <a:lnTo>
                    <a:pt x="2600" y="5411"/>
                  </a:lnTo>
                  <a:lnTo>
                    <a:pt x="2258" y="5423"/>
                  </a:lnTo>
                  <a:lnTo>
                    <a:pt x="1925" y="5411"/>
                  </a:lnTo>
                  <a:lnTo>
                    <a:pt x="1617" y="5384"/>
                  </a:lnTo>
                  <a:lnTo>
                    <a:pt x="1321" y="5346"/>
                  </a:lnTo>
                  <a:lnTo>
                    <a:pt x="1033" y="5298"/>
                  </a:lnTo>
                  <a:lnTo>
                    <a:pt x="758" y="5250"/>
                  </a:lnTo>
                  <a:lnTo>
                    <a:pt x="500" y="5197"/>
                  </a:lnTo>
                  <a:cubicBezTo>
                    <a:pt x="506" y="5177"/>
                    <a:pt x="511" y="5157"/>
                    <a:pt x="517" y="5137"/>
                  </a:cubicBezTo>
                  <a:lnTo>
                    <a:pt x="871" y="5173"/>
                  </a:lnTo>
                  <a:lnTo>
                    <a:pt x="1221" y="5197"/>
                  </a:lnTo>
                  <a:lnTo>
                    <a:pt x="1563" y="5206"/>
                  </a:lnTo>
                  <a:lnTo>
                    <a:pt x="1896" y="5197"/>
                  </a:lnTo>
                  <a:lnTo>
                    <a:pt x="2221" y="5164"/>
                  </a:lnTo>
                  <a:lnTo>
                    <a:pt x="2538" y="5113"/>
                  </a:lnTo>
                  <a:lnTo>
                    <a:pt x="2842" y="5045"/>
                  </a:lnTo>
                  <a:lnTo>
                    <a:pt x="3129" y="4946"/>
                  </a:lnTo>
                  <a:lnTo>
                    <a:pt x="3500" y="4815"/>
                  </a:lnTo>
                  <a:lnTo>
                    <a:pt x="2821" y="4389"/>
                  </a:lnTo>
                  <a:lnTo>
                    <a:pt x="2213" y="3912"/>
                  </a:lnTo>
                  <a:lnTo>
                    <a:pt x="1879" y="3939"/>
                  </a:lnTo>
                  <a:lnTo>
                    <a:pt x="1554" y="3939"/>
                  </a:lnTo>
                  <a:lnTo>
                    <a:pt x="1258" y="3912"/>
                  </a:lnTo>
                  <a:lnTo>
                    <a:pt x="979" y="3856"/>
                  </a:lnTo>
                  <a:lnTo>
                    <a:pt x="721" y="3775"/>
                  </a:lnTo>
                  <a:lnTo>
                    <a:pt x="496" y="3674"/>
                  </a:lnTo>
                  <a:lnTo>
                    <a:pt x="296" y="3549"/>
                  </a:lnTo>
                  <a:lnTo>
                    <a:pt x="129" y="3403"/>
                  </a:lnTo>
                  <a:lnTo>
                    <a:pt x="0" y="3245"/>
                  </a:lnTo>
                  <a:cubicBezTo>
                    <a:pt x="6" y="3236"/>
                    <a:pt x="11" y="3227"/>
                    <a:pt x="17" y="3218"/>
                  </a:cubicBezTo>
                  <a:lnTo>
                    <a:pt x="71" y="3245"/>
                  </a:lnTo>
                  <a:cubicBezTo>
                    <a:pt x="93" y="3280"/>
                    <a:pt x="116" y="3314"/>
                    <a:pt x="138" y="3349"/>
                  </a:cubicBezTo>
                  <a:lnTo>
                    <a:pt x="246" y="3439"/>
                  </a:lnTo>
                  <a:cubicBezTo>
                    <a:pt x="290" y="3469"/>
                    <a:pt x="335" y="3498"/>
                    <a:pt x="379" y="3528"/>
                  </a:cubicBezTo>
                  <a:lnTo>
                    <a:pt x="538" y="3597"/>
                  </a:lnTo>
                  <a:lnTo>
                    <a:pt x="721" y="3656"/>
                  </a:lnTo>
                  <a:lnTo>
                    <a:pt x="913" y="3701"/>
                  </a:lnTo>
                  <a:lnTo>
                    <a:pt x="1117" y="3728"/>
                  </a:lnTo>
                  <a:lnTo>
                    <a:pt x="1329" y="3737"/>
                  </a:lnTo>
                  <a:lnTo>
                    <a:pt x="1533" y="3734"/>
                  </a:lnTo>
                  <a:lnTo>
                    <a:pt x="1646" y="3722"/>
                  </a:lnTo>
                  <a:lnTo>
                    <a:pt x="1746" y="3722"/>
                  </a:lnTo>
                  <a:lnTo>
                    <a:pt x="1833" y="3710"/>
                  </a:lnTo>
                  <a:lnTo>
                    <a:pt x="1917" y="3695"/>
                  </a:lnTo>
                  <a:lnTo>
                    <a:pt x="1988" y="3662"/>
                  </a:lnTo>
                  <a:cubicBezTo>
                    <a:pt x="1921" y="3572"/>
                    <a:pt x="1855" y="3481"/>
                    <a:pt x="1788" y="3391"/>
                  </a:cubicBezTo>
                  <a:lnTo>
                    <a:pt x="1617" y="3126"/>
                  </a:lnTo>
                  <a:lnTo>
                    <a:pt x="1454" y="2849"/>
                  </a:lnTo>
                  <a:lnTo>
                    <a:pt x="1313" y="2563"/>
                  </a:lnTo>
                  <a:lnTo>
                    <a:pt x="1175" y="2253"/>
                  </a:lnTo>
                  <a:lnTo>
                    <a:pt x="1046" y="1919"/>
                  </a:lnTo>
                  <a:cubicBezTo>
                    <a:pt x="1042" y="1899"/>
                    <a:pt x="1037" y="1879"/>
                    <a:pt x="1033" y="1859"/>
                  </a:cubicBezTo>
                  <a:cubicBezTo>
                    <a:pt x="1022" y="1831"/>
                    <a:pt x="1011" y="1804"/>
                    <a:pt x="1000" y="1776"/>
                  </a:cubicBezTo>
                  <a:cubicBezTo>
                    <a:pt x="993" y="1745"/>
                    <a:pt x="986" y="1715"/>
                    <a:pt x="979" y="1684"/>
                  </a:cubicBezTo>
                  <a:cubicBezTo>
                    <a:pt x="969" y="1653"/>
                    <a:pt x="960" y="1622"/>
                    <a:pt x="950" y="1591"/>
                  </a:cubicBezTo>
                  <a:cubicBezTo>
                    <a:pt x="942" y="1557"/>
                    <a:pt x="933" y="1524"/>
                    <a:pt x="925" y="1490"/>
                  </a:cubicBezTo>
                  <a:cubicBezTo>
                    <a:pt x="922" y="1459"/>
                    <a:pt x="920" y="1428"/>
                    <a:pt x="917" y="1397"/>
                  </a:cubicBezTo>
                  <a:lnTo>
                    <a:pt x="917" y="1311"/>
                  </a:lnTo>
                  <a:cubicBezTo>
                    <a:pt x="922" y="1285"/>
                    <a:pt x="928" y="1260"/>
                    <a:pt x="933" y="1234"/>
                  </a:cubicBezTo>
                  <a:lnTo>
                    <a:pt x="963" y="1180"/>
                  </a:lnTo>
                  <a:lnTo>
                    <a:pt x="1000" y="1192"/>
                  </a:lnTo>
                  <a:cubicBezTo>
                    <a:pt x="1011" y="1293"/>
                    <a:pt x="1022" y="1395"/>
                    <a:pt x="1033" y="1496"/>
                  </a:cubicBezTo>
                  <a:cubicBezTo>
                    <a:pt x="1058" y="1597"/>
                    <a:pt x="1083" y="1699"/>
                    <a:pt x="1108" y="1800"/>
                  </a:cubicBezTo>
                  <a:cubicBezTo>
                    <a:pt x="1146" y="1899"/>
                    <a:pt x="1183" y="1999"/>
                    <a:pt x="1221" y="2098"/>
                  </a:cubicBezTo>
                  <a:cubicBezTo>
                    <a:pt x="1267" y="2189"/>
                    <a:pt x="1312" y="2281"/>
                    <a:pt x="1358" y="2372"/>
                  </a:cubicBezTo>
                  <a:lnTo>
                    <a:pt x="1508" y="2628"/>
                  </a:lnTo>
                  <a:lnTo>
                    <a:pt x="1646" y="2795"/>
                  </a:lnTo>
                  <a:cubicBezTo>
                    <a:pt x="1640" y="2797"/>
                    <a:pt x="1635" y="2799"/>
                    <a:pt x="1629" y="2801"/>
                  </a:cubicBezTo>
                  <a:lnTo>
                    <a:pt x="1629" y="2807"/>
                  </a:lnTo>
                  <a:lnTo>
                    <a:pt x="1638" y="2813"/>
                  </a:lnTo>
                  <a:cubicBezTo>
                    <a:pt x="1641" y="2814"/>
                    <a:pt x="1643" y="2815"/>
                    <a:pt x="1646" y="2816"/>
                  </a:cubicBezTo>
                  <a:cubicBezTo>
                    <a:pt x="1652" y="2818"/>
                    <a:pt x="1657" y="2820"/>
                    <a:pt x="1663" y="2822"/>
                  </a:cubicBezTo>
                  <a:cubicBezTo>
                    <a:pt x="1664" y="2826"/>
                    <a:pt x="1666" y="2830"/>
                    <a:pt x="1667" y="2834"/>
                  </a:cubicBezTo>
                  <a:cubicBezTo>
                    <a:pt x="1670" y="2836"/>
                    <a:pt x="1672" y="2838"/>
                    <a:pt x="1675" y="2840"/>
                  </a:cubicBezTo>
                  <a:cubicBezTo>
                    <a:pt x="1678" y="2843"/>
                    <a:pt x="1680" y="2846"/>
                    <a:pt x="1683" y="2849"/>
                  </a:cubicBezTo>
                  <a:lnTo>
                    <a:pt x="1683" y="2843"/>
                  </a:lnTo>
                  <a:cubicBezTo>
                    <a:pt x="1680" y="2842"/>
                    <a:pt x="1678" y="2841"/>
                    <a:pt x="1675" y="2840"/>
                  </a:cubicBezTo>
                  <a:lnTo>
                    <a:pt x="1675" y="2840"/>
                  </a:lnTo>
                  <a:cubicBezTo>
                    <a:pt x="1665" y="2825"/>
                    <a:pt x="1656" y="2810"/>
                    <a:pt x="1646" y="2795"/>
                  </a:cubicBezTo>
                  <a:lnTo>
                    <a:pt x="1746" y="2741"/>
                  </a:lnTo>
                  <a:cubicBezTo>
                    <a:pt x="1778" y="2710"/>
                    <a:pt x="1810" y="2680"/>
                    <a:pt x="1842" y="2649"/>
                  </a:cubicBezTo>
                  <a:cubicBezTo>
                    <a:pt x="1872" y="2613"/>
                    <a:pt x="1903" y="2578"/>
                    <a:pt x="1933" y="2542"/>
                  </a:cubicBezTo>
                  <a:cubicBezTo>
                    <a:pt x="1961" y="2498"/>
                    <a:pt x="1989" y="2455"/>
                    <a:pt x="2017" y="2411"/>
                  </a:cubicBezTo>
                  <a:cubicBezTo>
                    <a:pt x="2042" y="2362"/>
                    <a:pt x="2067" y="2314"/>
                    <a:pt x="2092" y="2265"/>
                  </a:cubicBezTo>
                  <a:cubicBezTo>
                    <a:pt x="2116" y="2214"/>
                    <a:pt x="2139" y="2164"/>
                    <a:pt x="2163" y="2113"/>
                  </a:cubicBezTo>
                  <a:cubicBezTo>
                    <a:pt x="2182" y="2060"/>
                    <a:pt x="2202" y="2008"/>
                    <a:pt x="2221" y="1955"/>
                  </a:cubicBezTo>
                  <a:cubicBezTo>
                    <a:pt x="2239" y="1904"/>
                    <a:pt x="2257" y="1854"/>
                    <a:pt x="2275" y="1803"/>
                  </a:cubicBezTo>
                  <a:cubicBezTo>
                    <a:pt x="2290" y="1754"/>
                    <a:pt x="2306" y="1706"/>
                    <a:pt x="2321" y="1657"/>
                  </a:cubicBezTo>
                  <a:cubicBezTo>
                    <a:pt x="2324" y="1722"/>
                    <a:pt x="2326" y="1788"/>
                    <a:pt x="2329" y="1853"/>
                  </a:cubicBezTo>
                  <a:cubicBezTo>
                    <a:pt x="2326" y="1913"/>
                    <a:pt x="2324" y="1972"/>
                    <a:pt x="2321" y="2032"/>
                  </a:cubicBezTo>
                  <a:cubicBezTo>
                    <a:pt x="2308" y="2088"/>
                    <a:pt x="2296" y="2143"/>
                    <a:pt x="2283" y="2199"/>
                  </a:cubicBezTo>
                  <a:cubicBezTo>
                    <a:pt x="2265" y="2255"/>
                    <a:pt x="2247" y="2310"/>
                    <a:pt x="2229" y="2366"/>
                  </a:cubicBezTo>
                  <a:cubicBezTo>
                    <a:pt x="2204" y="2419"/>
                    <a:pt x="2179" y="2471"/>
                    <a:pt x="2154" y="2524"/>
                  </a:cubicBezTo>
                  <a:lnTo>
                    <a:pt x="2046" y="2682"/>
                  </a:lnTo>
                  <a:lnTo>
                    <a:pt x="1796" y="3027"/>
                  </a:lnTo>
                  <a:lnTo>
                    <a:pt x="2054" y="3305"/>
                  </a:lnTo>
                  <a:lnTo>
                    <a:pt x="2333" y="3564"/>
                  </a:lnTo>
                  <a:lnTo>
                    <a:pt x="2638" y="3808"/>
                  </a:lnTo>
                  <a:lnTo>
                    <a:pt x="2963" y="4032"/>
                  </a:lnTo>
                  <a:lnTo>
                    <a:pt x="4129" y="4610"/>
                  </a:lnTo>
                  <a:cubicBezTo>
                    <a:pt x="4142" y="4603"/>
                    <a:pt x="4154" y="4596"/>
                    <a:pt x="4167" y="4589"/>
                  </a:cubicBezTo>
                  <a:cubicBezTo>
                    <a:pt x="4135" y="4504"/>
                    <a:pt x="4103" y="4418"/>
                    <a:pt x="4071" y="4333"/>
                  </a:cubicBezTo>
                  <a:cubicBezTo>
                    <a:pt x="4046" y="4241"/>
                    <a:pt x="4021" y="4150"/>
                    <a:pt x="3996" y="4058"/>
                  </a:cubicBezTo>
                  <a:cubicBezTo>
                    <a:pt x="3975" y="3959"/>
                    <a:pt x="3954" y="3859"/>
                    <a:pt x="3933" y="3760"/>
                  </a:cubicBezTo>
                  <a:cubicBezTo>
                    <a:pt x="3923" y="3659"/>
                    <a:pt x="3914" y="3557"/>
                    <a:pt x="3904" y="3456"/>
                  </a:cubicBezTo>
                  <a:cubicBezTo>
                    <a:pt x="3896" y="3350"/>
                    <a:pt x="3887" y="3244"/>
                    <a:pt x="3879" y="3138"/>
                  </a:cubicBezTo>
                  <a:lnTo>
                    <a:pt x="3879" y="2813"/>
                  </a:lnTo>
                  <a:cubicBezTo>
                    <a:pt x="3885" y="2704"/>
                    <a:pt x="3890" y="2594"/>
                    <a:pt x="3896" y="2485"/>
                  </a:cubicBezTo>
                  <a:cubicBezTo>
                    <a:pt x="3908" y="2377"/>
                    <a:pt x="3921" y="2268"/>
                    <a:pt x="3933" y="2160"/>
                  </a:cubicBezTo>
                  <a:cubicBezTo>
                    <a:pt x="3951" y="2052"/>
                    <a:pt x="3970" y="1944"/>
                    <a:pt x="3988" y="1836"/>
                  </a:cubicBezTo>
                  <a:cubicBezTo>
                    <a:pt x="4007" y="1732"/>
                    <a:pt x="4027" y="1627"/>
                    <a:pt x="4046" y="1523"/>
                  </a:cubicBezTo>
                  <a:cubicBezTo>
                    <a:pt x="4074" y="1422"/>
                    <a:pt x="4101" y="1320"/>
                    <a:pt x="4129" y="1219"/>
                  </a:cubicBezTo>
                  <a:cubicBezTo>
                    <a:pt x="4162" y="1124"/>
                    <a:pt x="4196" y="1028"/>
                    <a:pt x="4229" y="933"/>
                  </a:cubicBezTo>
                  <a:cubicBezTo>
                    <a:pt x="4264" y="843"/>
                    <a:pt x="4298" y="752"/>
                    <a:pt x="4333" y="662"/>
                  </a:cubicBezTo>
                  <a:cubicBezTo>
                    <a:pt x="4373" y="580"/>
                    <a:pt x="4414" y="499"/>
                    <a:pt x="4454" y="417"/>
                  </a:cubicBezTo>
                  <a:lnTo>
                    <a:pt x="4583" y="194"/>
                  </a:lnTo>
                  <a:lnTo>
                    <a:pt x="4738" y="0"/>
                  </a:lnTo>
                  <a:close/>
                </a:path>
              </a:pathLst>
            </a:custGeom>
            <a:solidFill>
              <a:srgbClr val="AD1E0A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endParaRPr lang="ko-KR" altLang="en-US" sz="1800" dirty="0"/>
            </a:p>
          </p:txBody>
        </p:sp>
        <p:sp>
          <p:nvSpPr>
            <p:cNvPr id="94" name="Oval 27"/>
            <p:cNvSpPr/>
            <p:nvPr/>
          </p:nvSpPr>
          <p:spPr>
            <a:xfrm>
              <a:off x="5256199" y="3354249"/>
              <a:ext cx="348146" cy="348146"/>
            </a:xfrm>
            <a:prstGeom prst="ellipse">
              <a:avLst/>
            </a:prstGeom>
            <a:solidFill>
              <a:schemeClr val="accent6">
                <a:lumMod val="40000"/>
                <a:lumOff val="6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95" name="Oval 24"/>
            <p:cNvSpPr/>
            <p:nvPr/>
          </p:nvSpPr>
          <p:spPr>
            <a:xfrm>
              <a:off x="5920969" y="1761238"/>
              <a:ext cx="756084" cy="75608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08" name="Oval 25"/>
            <p:cNvSpPr/>
            <p:nvPr/>
          </p:nvSpPr>
          <p:spPr>
            <a:xfrm>
              <a:off x="4031208" y="3449355"/>
              <a:ext cx="378042" cy="378042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09" name="Oval 23"/>
            <p:cNvSpPr/>
            <p:nvPr/>
          </p:nvSpPr>
          <p:spPr>
            <a:xfrm>
              <a:off x="7826837" y="3332691"/>
              <a:ext cx="621680" cy="62168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10" name="Oval 11"/>
            <p:cNvSpPr/>
            <p:nvPr/>
          </p:nvSpPr>
          <p:spPr>
            <a:xfrm>
              <a:off x="7719493" y="4125696"/>
              <a:ext cx="952156" cy="952156"/>
            </a:xfrm>
            <a:prstGeom prst="ellipse">
              <a:avLst/>
            </a:prstGeom>
            <a:solidFill>
              <a:srgbClr val="99DE79">
                <a:alpha val="69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11" name="Oval 20"/>
            <p:cNvSpPr/>
            <p:nvPr/>
          </p:nvSpPr>
          <p:spPr>
            <a:xfrm>
              <a:off x="6688345" y="1700475"/>
              <a:ext cx="1748880" cy="1748880"/>
            </a:xfrm>
            <a:prstGeom prst="ellipse">
              <a:avLst/>
            </a:prstGeom>
            <a:solidFill>
              <a:srgbClr val="5389D3">
                <a:alpha val="5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dirty="0"/>
            </a:p>
          </p:txBody>
        </p:sp>
        <p:sp>
          <p:nvSpPr>
            <p:cNvPr id="112" name="Oval 21"/>
            <p:cNvSpPr/>
            <p:nvPr/>
          </p:nvSpPr>
          <p:spPr>
            <a:xfrm>
              <a:off x="3977069" y="1861346"/>
              <a:ext cx="1268288" cy="126828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dirty="0"/>
            </a:p>
          </p:txBody>
        </p:sp>
        <p:sp>
          <p:nvSpPr>
            <p:cNvPr id="113" name="Oval 22"/>
            <p:cNvSpPr/>
            <p:nvPr/>
          </p:nvSpPr>
          <p:spPr>
            <a:xfrm>
              <a:off x="3987591" y="4034425"/>
              <a:ext cx="808751" cy="952920"/>
            </a:xfrm>
            <a:prstGeom prst="ellips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14" name="Oval 26"/>
            <p:cNvSpPr/>
            <p:nvPr/>
          </p:nvSpPr>
          <p:spPr>
            <a:xfrm>
              <a:off x="6221732" y="3643531"/>
              <a:ext cx="621680" cy="6216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15" name="Oval 28"/>
            <p:cNvSpPr/>
            <p:nvPr/>
          </p:nvSpPr>
          <p:spPr>
            <a:xfrm>
              <a:off x="6075990" y="2961510"/>
              <a:ext cx="265330" cy="26533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16" name="Oval 12"/>
            <p:cNvSpPr/>
            <p:nvPr/>
          </p:nvSpPr>
          <p:spPr>
            <a:xfrm>
              <a:off x="6906312" y="2094980"/>
              <a:ext cx="1296144" cy="129614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17" name="Oval 30"/>
            <p:cNvSpPr/>
            <p:nvPr/>
          </p:nvSpPr>
          <p:spPr>
            <a:xfrm>
              <a:off x="4076105" y="2097020"/>
              <a:ext cx="968618" cy="96861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18" name="Oval 31"/>
            <p:cNvSpPr/>
            <p:nvPr/>
          </p:nvSpPr>
          <p:spPr>
            <a:xfrm>
              <a:off x="4108904" y="4133761"/>
              <a:ext cx="614475" cy="7243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19" name="Oval 32"/>
            <p:cNvSpPr/>
            <p:nvPr/>
          </p:nvSpPr>
          <p:spPr>
            <a:xfrm>
              <a:off x="7760312" y="4245769"/>
              <a:ext cx="747965" cy="74796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20" name="Oval 28"/>
            <p:cNvSpPr/>
            <p:nvPr/>
          </p:nvSpPr>
          <p:spPr>
            <a:xfrm>
              <a:off x="5074837" y="2945595"/>
              <a:ext cx="265330" cy="26533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sp>
          <p:nvSpPr>
            <p:cNvPr id="121" name="Freeform 18"/>
            <p:cNvSpPr/>
            <p:nvPr/>
          </p:nvSpPr>
          <p:spPr>
            <a:xfrm>
              <a:off x="4292793" y="2329166"/>
              <a:ext cx="511325" cy="412677"/>
            </a:xfrm>
            <a:custGeom>
              <a:avLst/>
              <a:gdLst/>
              <a:ahLst/>
              <a:cxnLst/>
              <a:rect l="l" t="t" r="r" b="b"/>
              <a:pathLst>
                <a:path w="3307788" h="2669631">
                  <a:moveTo>
                    <a:pt x="2793832" y="1478391"/>
                  </a:moveTo>
                  <a:cubicBezTo>
                    <a:pt x="2772990" y="1635402"/>
                    <a:pt x="2717678" y="1784517"/>
                    <a:pt x="2633007" y="1915952"/>
                  </a:cubicBezTo>
                  <a:cubicBezTo>
                    <a:pt x="2695386" y="1951862"/>
                    <a:pt x="2772768" y="1955673"/>
                    <a:pt x="2841607" y="1924185"/>
                  </a:cubicBezTo>
                  <a:cubicBezTo>
                    <a:pt x="2943442" y="1877605"/>
                    <a:pt x="2999062" y="1766364"/>
                    <a:pt x="2975226" y="1656948"/>
                  </a:cubicBezTo>
                  <a:cubicBezTo>
                    <a:pt x="2955176" y="1564911"/>
                    <a:pt x="2883463" y="1495086"/>
                    <a:pt x="2793832" y="1478391"/>
                  </a:cubicBezTo>
                  <a:close/>
                  <a:moveTo>
                    <a:pt x="2807611" y="1247700"/>
                  </a:moveTo>
                  <a:lnTo>
                    <a:pt x="2807472" y="1256060"/>
                  </a:lnTo>
                  <a:cubicBezTo>
                    <a:pt x="2994195" y="1281771"/>
                    <a:pt x="3148201" y="1421768"/>
                    <a:pt x="3189276" y="1610317"/>
                  </a:cubicBezTo>
                  <a:cubicBezTo>
                    <a:pt x="3235041" y="1820393"/>
                    <a:pt x="3128252" y="2033972"/>
                    <a:pt x="2932732" y="2123406"/>
                  </a:cubicBezTo>
                  <a:cubicBezTo>
                    <a:pt x="2789297" y="2189015"/>
                    <a:pt x="2626543" y="2174805"/>
                    <a:pt x="2499470" y="2094044"/>
                  </a:cubicBezTo>
                  <a:cubicBezTo>
                    <a:pt x="2427194" y="2172627"/>
                    <a:pt x="2343030" y="2241391"/>
                    <a:pt x="2248861" y="2297980"/>
                  </a:cubicBezTo>
                  <a:cubicBezTo>
                    <a:pt x="2178351" y="2340352"/>
                    <a:pt x="2104446" y="2374567"/>
                    <a:pt x="2027600" y="2398134"/>
                  </a:cubicBezTo>
                  <a:lnTo>
                    <a:pt x="3307788" y="2397615"/>
                  </a:lnTo>
                  <a:cubicBezTo>
                    <a:pt x="3265361" y="2549905"/>
                    <a:pt x="2537441" y="2669620"/>
                    <a:pt x="1653814" y="2669631"/>
                  </a:cubicBezTo>
                  <a:cubicBezTo>
                    <a:pt x="773102" y="2669642"/>
                    <a:pt x="46417" y="2550707"/>
                    <a:pt x="0" y="2398955"/>
                  </a:cubicBezTo>
                  <a:lnTo>
                    <a:pt x="1280678" y="2398436"/>
                  </a:lnTo>
                  <a:cubicBezTo>
                    <a:pt x="1203764" y="2374915"/>
                    <a:pt x="1129786" y="2340732"/>
                    <a:pt x="1059201" y="2298380"/>
                  </a:cubicBezTo>
                  <a:cubicBezTo>
                    <a:pt x="693039" y="2078675"/>
                    <a:pt x="477900" y="1674935"/>
                    <a:pt x="499745" y="1248476"/>
                  </a:cubicBezTo>
                  <a:close/>
                  <a:moveTo>
                    <a:pt x="1331611" y="201752"/>
                  </a:moveTo>
                  <a:cubicBezTo>
                    <a:pt x="1206335" y="290902"/>
                    <a:pt x="1124761" y="308382"/>
                    <a:pt x="1132336" y="435988"/>
                  </a:cubicBezTo>
                  <a:cubicBezTo>
                    <a:pt x="1160888" y="640507"/>
                    <a:pt x="1527973" y="617783"/>
                    <a:pt x="1498839" y="840365"/>
                  </a:cubicBezTo>
                  <a:cubicBezTo>
                    <a:pt x="1455138" y="960979"/>
                    <a:pt x="1395705" y="987199"/>
                    <a:pt x="1213910" y="1052459"/>
                  </a:cubicBezTo>
                  <a:cubicBezTo>
                    <a:pt x="1331028" y="972050"/>
                    <a:pt x="1364241" y="921357"/>
                    <a:pt x="1360745" y="809484"/>
                  </a:cubicBezTo>
                  <a:cubicBezTo>
                    <a:pt x="1360746" y="646916"/>
                    <a:pt x="1111360" y="626523"/>
                    <a:pt x="1020462" y="495421"/>
                  </a:cubicBezTo>
                  <a:cubicBezTo>
                    <a:pt x="941218" y="374224"/>
                    <a:pt x="1061250" y="280996"/>
                    <a:pt x="1331611" y="201752"/>
                  </a:cubicBezTo>
                  <a:close/>
                  <a:moveTo>
                    <a:pt x="2164365" y="80223"/>
                  </a:moveTo>
                  <a:cubicBezTo>
                    <a:pt x="2021192" y="182108"/>
                    <a:pt x="1927964" y="202086"/>
                    <a:pt x="1936621" y="347922"/>
                  </a:cubicBezTo>
                  <a:cubicBezTo>
                    <a:pt x="1969252" y="581657"/>
                    <a:pt x="2388778" y="555687"/>
                    <a:pt x="2355482" y="810066"/>
                  </a:cubicBezTo>
                  <a:cubicBezTo>
                    <a:pt x="2305538" y="947910"/>
                    <a:pt x="2237615" y="977876"/>
                    <a:pt x="2029849" y="1052459"/>
                  </a:cubicBezTo>
                  <a:cubicBezTo>
                    <a:pt x="2163698" y="960563"/>
                    <a:pt x="2201656" y="902628"/>
                    <a:pt x="2197660" y="774773"/>
                  </a:cubicBezTo>
                  <a:cubicBezTo>
                    <a:pt x="2197661" y="588982"/>
                    <a:pt x="1912649" y="565676"/>
                    <a:pt x="1808765" y="415844"/>
                  </a:cubicBezTo>
                  <a:cubicBezTo>
                    <a:pt x="1718201" y="277334"/>
                    <a:pt x="1855380" y="170787"/>
                    <a:pt x="2164365" y="80223"/>
                  </a:cubicBezTo>
                  <a:close/>
                  <a:moveTo>
                    <a:pt x="1754169" y="0"/>
                  </a:moveTo>
                  <a:cubicBezTo>
                    <a:pt x="1583512" y="121444"/>
                    <a:pt x="1472387" y="145257"/>
                    <a:pt x="1482706" y="319088"/>
                  </a:cubicBezTo>
                  <a:cubicBezTo>
                    <a:pt x="1521601" y="597693"/>
                    <a:pt x="2021663" y="566738"/>
                    <a:pt x="1981975" y="869950"/>
                  </a:cubicBezTo>
                  <a:cubicBezTo>
                    <a:pt x="1922443" y="1034256"/>
                    <a:pt x="1841481" y="1069974"/>
                    <a:pt x="1593831" y="1158875"/>
                  </a:cubicBezTo>
                  <a:cubicBezTo>
                    <a:pt x="1753374" y="1049338"/>
                    <a:pt x="1798619" y="980281"/>
                    <a:pt x="1793856" y="827882"/>
                  </a:cubicBezTo>
                  <a:cubicBezTo>
                    <a:pt x="1793857" y="606424"/>
                    <a:pt x="1454132" y="578644"/>
                    <a:pt x="1330306" y="400050"/>
                  </a:cubicBezTo>
                  <a:cubicBezTo>
                    <a:pt x="1222356" y="234950"/>
                    <a:pt x="1385869" y="107950"/>
                    <a:pt x="175416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/>
            </a:p>
          </p:txBody>
        </p:sp>
        <p:sp>
          <p:nvSpPr>
            <p:cNvPr id="124" name="Rectangle 16"/>
            <p:cNvSpPr/>
            <p:nvPr/>
          </p:nvSpPr>
          <p:spPr>
            <a:xfrm rot="2700000">
              <a:off x="4304965" y="4236613"/>
              <a:ext cx="274272" cy="574917"/>
            </a:xfrm>
            <a:custGeom>
              <a:avLst/>
              <a:gdLst/>
              <a:ahLst/>
              <a:cxnLst/>
              <a:rect l="l" t="t" r="r" b="b"/>
              <a:pathLst>
                <a:path w="2232248" h="4001999">
                  <a:moveTo>
                    <a:pt x="1116887" y="0"/>
                  </a:moveTo>
                  <a:cubicBezTo>
                    <a:pt x="1270748" y="4762"/>
                    <a:pt x="1433283" y="120651"/>
                    <a:pt x="1447291" y="308459"/>
                  </a:cubicBezTo>
                  <a:cubicBezTo>
                    <a:pt x="1483174" y="544979"/>
                    <a:pt x="1283237" y="603082"/>
                    <a:pt x="1339988" y="887363"/>
                  </a:cubicBezTo>
                  <a:lnTo>
                    <a:pt x="2232248" y="887363"/>
                  </a:lnTo>
                  <a:lnTo>
                    <a:pt x="2232248" y="1778237"/>
                  </a:lnTo>
                  <a:cubicBezTo>
                    <a:pt x="1956566" y="1829261"/>
                    <a:pt x="1897086" y="1634366"/>
                    <a:pt x="1663321" y="1669832"/>
                  </a:cubicBezTo>
                  <a:cubicBezTo>
                    <a:pt x="1475513" y="1683840"/>
                    <a:pt x="1359624" y="1846375"/>
                    <a:pt x="1354862" y="2000236"/>
                  </a:cubicBezTo>
                  <a:cubicBezTo>
                    <a:pt x="1358037" y="2135389"/>
                    <a:pt x="1477787" y="2334920"/>
                    <a:pt x="1701420" y="2336507"/>
                  </a:cubicBezTo>
                  <a:cubicBezTo>
                    <a:pt x="1972077" y="2308709"/>
                    <a:pt x="1932339" y="2176007"/>
                    <a:pt x="2232248" y="2187989"/>
                  </a:cubicBezTo>
                  <a:lnTo>
                    <a:pt x="2232248" y="3119611"/>
                  </a:lnTo>
                  <a:lnTo>
                    <a:pt x="1303259" y="3119611"/>
                  </a:lnTo>
                  <a:cubicBezTo>
                    <a:pt x="1289664" y="3424971"/>
                    <a:pt x="1423682" y="3383289"/>
                    <a:pt x="1451633" y="3655441"/>
                  </a:cubicBezTo>
                  <a:cubicBezTo>
                    <a:pt x="1450046" y="3879074"/>
                    <a:pt x="1250515" y="3998824"/>
                    <a:pt x="1115362" y="4001999"/>
                  </a:cubicBezTo>
                  <a:cubicBezTo>
                    <a:pt x="961501" y="3997237"/>
                    <a:pt x="798966" y="3881348"/>
                    <a:pt x="784958" y="3693540"/>
                  </a:cubicBezTo>
                  <a:cubicBezTo>
                    <a:pt x="749282" y="3458385"/>
                    <a:pt x="946712" y="3399594"/>
                    <a:pt x="892811" y="3119611"/>
                  </a:cubicBezTo>
                  <a:lnTo>
                    <a:pt x="0" y="3119611"/>
                  </a:lnTo>
                  <a:lnTo>
                    <a:pt x="0" y="2203607"/>
                  </a:lnTo>
                  <a:cubicBezTo>
                    <a:pt x="285884" y="2145799"/>
                    <a:pt x="343730" y="2346665"/>
                    <a:pt x="580754" y="2310706"/>
                  </a:cubicBezTo>
                  <a:cubicBezTo>
                    <a:pt x="768562" y="2296698"/>
                    <a:pt x="884451" y="2134163"/>
                    <a:pt x="889213" y="1980302"/>
                  </a:cubicBezTo>
                  <a:cubicBezTo>
                    <a:pt x="886038" y="1845149"/>
                    <a:pt x="766288" y="1645618"/>
                    <a:pt x="542655" y="1644031"/>
                  </a:cubicBezTo>
                  <a:cubicBezTo>
                    <a:pt x="268493" y="1672188"/>
                    <a:pt x="312817" y="1807984"/>
                    <a:pt x="0" y="1792208"/>
                  </a:cubicBezTo>
                  <a:lnTo>
                    <a:pt x="0" y="887363"/>
                  </a:lnTo>
                  <a:lnTo>
                    <a:pt x="928847" y="887363"/>
                  </a:lnTo>
                  <a:cubicBezTo>
                    <a:pt x="944034" y="576570"/>
                    <a:pt x="808718" y="620178"/>
                    <a:pt x="780616" y="346558"/>
                  </a:cubicBezTo>
                  <a:cubicBezTo>
                    <a:pt x="782203" y="122925"/>
                    <a:pt x="981734" y="3175"/>
                    <a:pt x="1116887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</p:grpSp>
      <p:sp>
        <p:nvSpPr>
          <p:cNvPr id="38" name="CustomShape 2"/>
          <p:cNvSpPr/>
          <p:nvPr/>
        </p:nvSpPr>
        <p:spPr>
          <a:xfrm>
            <a:off x="2295525" y="2425065"/>
            <a:ext cx="6216650" cy="91249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ctr">
              <a:lnSpc>
                <a:spcPct val="100000"/>
              </a:lnSpc>
            </a:pPr>
            <a:r>
              <a:rPr lang="en-ID" sz="4400" b="0" strike="noStrike" spc="-1">
                <a:solidFill>
                  <a:schemeClr val="tx1"/>
                </a:solidFill>
                <a:latin typeface="Hemi Head Rg" panose="020B0703040202080204" charset="0"/>
                <a:ea typeface="Arial Unicode MS"/>
                <a:cs typeface="Hemi Head Rg" panose="020B0703040202080204" charset="0"/>
              </a:rPr>
              <a:t>Cultivathings</a:t>
            </a:r>
            <a:endParaRPr lang="en-ID" sz="4400" b="0" strike="noStrike" spc="-1">
              <a:solidFill>
                <a:schemeClr val="tx1"/>
              </a:solidFill>
              <a:latin typeface="Hemi Head Rg" panose="020B0703040202080204" charset="0"/>
              <a:ea typeface="Arial Unicode MS"/>
              <a:cs typeface="Hemi Head Rg" panose="020B0703040202080204" charset="0"/>
            </a:endParaRPr>
          </a:p>
        </p:txBody>
      </p:sp>
      <p:grpSp>
        <p:nvGrpSpPr>
          <p:cNvPr id="262" name="Group 261"/>
          <p:cNvGrpSpPr/>
          <p:nvPr/>
        </p:nvGrpSpPr>
        <p:grpSpPr>
          <a:xfrm rot="11040000">
            <a:off x="228983" y="1689371"/>
            <a:ext cx="2942590" cy="3693795"/>
            <a:chOff x="2965" y="2551"/>
            <a:chExt cx="4634" cy="5817"/>
          </a:xfrm>
        </p:grpSpPr>
        <p:grpSp>
          <p:nvGrpSpPr>
            <p:cNvPr id="39" name="Group 38"/>
            <p:cNvGrpSpPr/>
            <p:nvPr/>
          </p:nvGrpSpPr>
          <p:grpSpPr>
            <a:xfrm rot="13637773">
              <a:off x="2853" y="6524"/>
              <a:ext cx="740" cy="516"/>
              <a:chOff x="5405974" y="1533288"/>
              <a:chExt cx="608646" cy="424685"/>
            </a:xfrm>
          </p:grpSpPr>
          <p:sp>
            <p:nvSpPr>
              <p:cNvPr id="40" name="Trapezoid 39"/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41" name="Trapezoid 40"/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42" name="Trapezoid 41"/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43" name="Trapezoid 42"/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44" name="Trapezoid 43"/>
              <p:cNvSpPr/>
              <p:nvPr/>
            </p:nvSpPr>
            <p:spPr>
              <a:xfrm rot="8867088" flipH="1">
                <a:off x="5921123" y="1778027"/>
                <a:ext cx="93497" cy="179946"/>
              </a:xfrm>
              <a:prstGeom prst="trapezoid">
                <a:avLst>
                  <a:gd name="adj" fmla="val 1238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 rot="18518637">
              <a:off x="3678" y="6932"/>
              <a:ext cx="543" cy="1357"/>
              <a:chOff x="4130248" y="650162"/>
              <a:chExt cx="502279" cy="1664988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47" name="Trapezoid 46"/>
              <p:cNvSpPr/>
              <p:nvPr/>
            </p:nvSpPr>
            <p:spPr>
              <a:xfrm>
                <a:off x="4130248" y="650162"/>
                <a:ext cx="502273" cy="1664988"/>
              </a:xfrm>
              <a:prstGeom prst="trapezoid">
                <a:avLst>
                  <a:gd name="adj" fmla="val 9168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/>
              </a:p>
            </p:txBody>
          </p:sp>
          <p:sp>
            <p:nvSpPr>
              <p:cNvPr id="48" name="Trapezoid 94"/>
              <p:cNvSpPr/>
              <p:nvPr/>
            </p:nvSpPr>
            <p:spPr>
              <a:xfrm>
                <a:off x="4449648" y="650162"/>
                <a:ext cx="182879" cy="1664988"/>
              </a:xfrm>
              <a:custGeom>
                <a:avLst/>
                <a:gdLst>
                  <a:gd name="connsiteX0" fmla="*/ 0 w 182880"/>
                  <a:gd name="connsiteY0" fmla="*/ 1664988 h 1664988"/>
                  <a:gd name="connsiteX1" fmla="*/ 0 w 182880"/>
                  <a:gd name="connsiteY1" fmla="*/ 0 h 1664988"/>
                  <a:gd name="connsiteX2" fmla="*/ 182880 w 182880"/>
                  <a:gd name="connsiteY2" fmla="*/ 0 h 1664988"/>
                  <a:gd name="connsiteX3" fmla="*/ 182880 w 182880"/>
                  <a:gd name="connsiteY3" fmla="*/ 1664988 h 1664988"/>
                  <a:gd name="connsiteX4" fmla="*/ 0 w 182880"/>
                  <a:gd name="connsiteY4" fmla="*/ 1664988 h 1664988"/>
                  <a:gd name="connsiteX0-1" fmla="*/ 0 w 182880"/>
                  <a:gd name="connsiteY0-2" fmla="*/ 1664988 h 1664988"/>
                  <a:gd name="connsiteX1-3" fmla="*/ 0 w 182880"/>
                  <a:gd name="connsiteY1-4" fmla="*/ 0 h 1664988"/>
                  <a:gd name="connsiteX2-5" fmla="*/ 130540 w 182880"/>
                  <a:gd name="connsiteY2-6" fmla="*/ 3079 h 1664988"/>
                  <a:gd name="connsiteX3-7" fmla="*/ 182880 w 182880"/>
                  <a:gd name="connsiteY3-8" fmla="*/ 1664988 h 1664988"/>
                  <a:gd name="connsiteX4-9" fmla="*/ 0 w 182880"/>
                  <a:gd name="connsiteY4-10" fmla="*/ 1664988 h 1664988"/>
                  <a:gd name="connsiteX0-11" fmla="*/ 0 w 182880"/>
                  <a:gd name="connsiteY0-12" fmla="*/ 1664988 h 1664988"/>
                  <a:gd name="connsiteX1-13" fmla="*/ 0 w 182880"/>
                  <a:gd name="connsiteY1-14" fmla="*/ 0 h 1664988"/>
                  <a:gd name="connsiteX2-15" fmla="*/ 68965 w 182880"/>
                  <a:gd name="connsiteY2-16" fmla="*/ 6157 h 1664988"/>
                  <a:gd name="connsiteX3-17" fmla="*/ 182880 w 182880"/>
                  <a:gd name="connsiteY3-18" fmla="*/ 1664988 h 1664988"/>
                  <a:gd name="connsiteX4-19" fmla="*/ 0 w 182880"/>
                  <a:gd name="connsiteY4-20" fmla="*/ 1664988 h 1664988"/>
                  <a:gd name="connsiteX0-21" fmla="*/ 0 w 182880"/>
                  <a:gd name="connsiteY0-22" fmla="*/ 1664988 h 1664988"/>
                  <a:gd name="connsiteX1-23" fmla="*/ 0 w 182880"/>
                  <a:gd name="connsiteY1-24" fmla="*/ 0 h 1664988"/>
                  <a:gd name="connsiteX2-25" fmla="*/ 133619 w 182880"/>
                  <a:gd name="connsiteY2-26" fmla="*/ 3079 h 1664988"/>
                  <a:gd name="connsiteX3-27" fmla="*/ 182880 w 182880"/>
                  <a:gd name="connsiteY3-28" fmla="*/ 1664988 h 1664988"/>
                  <a:gd name="connsiteX4-29" fmla="*/ 0 w 182880"/>
                  <a:gd name="connsiteY4-30" fmla="*/ 1664988 h 166498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82880" h="1664988">
                    <a:moveTo>
                      <a:pt x="0" y="1664988"/>
                    </a:moveTo>
                    <a:lnTo>
                      <a:pt x="0" y="0"/>
                    </a:lnTo>
                    <a:lnTo>
                      <a:pt x="133619" y="3079"/>
                    </a:lnTo>
                    <a:lnTo>
                      <a:pt x="182880" y="1664988"/>
                    </a:lnTo>
                    <a:lnTo>
                      <a:pt x="0" y="1664988"/>
                    </a:lnTo>
                    <a:close/>
                  </a:path>
                </a:pathLst>
              </a:cu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 rot="4684019">
              <a:off x="5099" y="6333"/>
              <a:ext cx="652" cy="2278"/>
              <a:chOff x="391499" y="630207"/>
              <a:chExt cx="531848" cy="1593194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49" name="Rectangle: Rounded Corners 44"/>
              <p:cNvSpPr/>
              <p:nvPr/>
            </p:nvSpPr>
            <p:spPr>
              <a:xfrm rot="20495611">
                <a:off x="400453" y="630207"/>
                <a:ext cx="522894" cy="1539139"/>
              </a:xfrm>
              <a:prstGeom prst="roundRect">
                <a:avLst>
                  <a:gd name="adj" fmla="val 0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50" name="Rectangle: Rounded Corners 45"/>
              <p:cNvSpPr/>
              <p:nvPr/>
            </p:nvSpPr>
            <p:spPr>
              <a:xfrm rot="20495611">
                <a:off x="391499" y="684262"/>
                <a:ext cx="191608" cy="1539139"/>
              </a:xfrm>
              <a:prstGeom prst="roundRect">
                <a:avLst>
                  <a:gd name="adj" fmla="val 0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 rot="11682574">
              <a:off x="4145" y="7679"/>
              <a:ext cx="689" cy="689"/>
              <a:chOff x="121429" y="411151"/>
              <a:chExt cx="607375" cy="607375"/>
            </a:xfrm>
          </p:grpSpPr>
          <p:sp>
            <p:nvSpPr>
              <p:cNvPr id="52" name="Oval 51"/>
              <p:cNvSpPr/>
              <p:nvPr/>
            </p:nvSpPr>
            <p:spPr>
              <a:xfrm>
                <a:off x="121429" y="411151"/>
                <a:ext cx="607375" cy="607375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/>
              </a:p>
            </p:txBody>
          </p:sp>
          <p:sp>
            <p:nvSpPr>
              <p:cNvPr id="53" name="Freeform: Shape 41"/>
              <p:cNvSpPr/>
              <p:nvPr/>
            </p:nvSpPr>
            <p:spPr>
              <a:xfrm>
                <a:off x="186933" y="476655"/>
                <a:ext cx="476367" cy="476367"/>
              </a:xfrm>
              <a:custGeom>
                <a:avLst/>
                <a:gdLst>
                  <a:gd name="connsiteX0" fmla="*/ 977265 w 1950394"/>
                  <a:gd name="connsiteY0" fmla="*/ 1954006 h 1950394"/>
                  <a:gd name="connsiteX1" fmla="*/ 4 w 1950394"/>
                  <a:gd name="connsiteY1" fmla="*/ 977261 h 1950394"/>
                  <a:gd name="connsiteX2" fmla="*/ 976749 w 1950394"/>
                  <a:gd name="connsiteY2" fmla="*/ 0 h 1950394"/>
                  <a:gd name="connsiteX3" fmla="*/ 1953494 w 1950394"/>
                  <a:gd name="connsiteY3" fmla="*/ 976229 h 1950394"/>
                  <a:gd name="connsiteX4" fmla="*/ 977265 w 1950394"/>
                  <a:gd name="connsiteY4" fmla="*/ 1954006 h 1950394"/>
                  <a:gd name="connsiteX5" fmla="*/ 1198104 w 1950394"/>
                  <a:gd name="connsiteY5" fmla="*/ 1613977 h 1950394"/>
                  <a:gd name="connsiteX6" fmla="*/ 1221839 w 1950394"/>
                  <a:gd name="connsiteY6" fmla="*/ 1574763 h 1950394"/>
                  <a:gd name="connsiteX7" fmla="*/ 1240930 w 1950394"/>
                  <a:gd name="connsiteY7" fmla="*/ 1566507 h 1950394"/>
                  <a:gd name="connsiteX8" fmla="*/ 1257957 w 1950394"/>
                  <a:gd name="connsiteY8" fmla="*/ 1569603 h 1950394"/>
                  <a:gd name="connsiteX9" fmla="*/ 1298203 w 1950394"/>
                  <a:gd name="connsiteY9" fmla="*/ 1624297 h 1950394"/>
                  <a:gd name="connsiteX10" fmla="*/ 1311619 w 1950394"/>
                  <a:gd name="connsiteY10" fmla="*/ 1629456 h 1950394"/>
                  <a:gd name="connsiteX11" fmla="*/ 1375084 w 1950394"/>
                  <a:gd name="connsiteY11" fmla="*/ 1592822 h 1950394"/>
                  <a:gd name="connsiteX12" fmla="*/ 1377148 w 1950394"/>
                  <a:gd name="connsiteY12" fmla="*/ 1578891 h 1950394"/>
                  <a:gd name="connsiteX13" fmla="*/ 1349285 w 1950394"/>
                  <a:gd name="connsiteY13" fmla="*/ 1515426 h 1950394"/>
                  <a:gd name="connsiteX14" fmla="*/ 1353413 w 1950394"/>
                  <a:gd name="connsiteY14" fmla="*/ 1502010 h 1950394"/>
                  <a:gd name="connsiteX15" fmla="*/ 1385919 w 1950394"/>
                  <a:gd name="connsiteY15" fmla="*/ 1476727 h 1950394"/>
                  <a:gd name="connsiteX16" fmla="*/ 1400883 w 1950394"/>
                  <a:gd name="connsiteY16" fmla="*/ 1476727 h 1950394"/>
                  <a:gd name="connsiteX17" fmla="*/ 1452996 w 1950394"/>
                  <a:gd name="connsiteY17" fmla="*/ 1518005 h 1950394"/>
                  <a:gd name="connsiteX18" fmla="*/ 1470024 w 1950394"/>
                  <a:gd name="connsiteY18" fmla="*/ 1519553 h 1950394"/>
                  <a:gd name="connsiteX19" fmla="*/ 1519041 w 1950394"/>
                  <a:gd name="connsiteY19" fmla="*/ 1470535 h 1950394"/>
                  <a:gd name="connsiteX20" fmla="*/ 1518010 w 1950394"/>
                  <a:gd name="connsiteY20" fmla="*/ 1453508 h 1950394"/>
                  <a:gd name="connsiteX21" fmla="*/ 1475699 w 1950394"/>
                  <a:gd name="connsiteY21" fmla="*/ 1400363 h 1950394"/>
                  <a:gd name="connsiteX22" fmla="*/ 1476215 w 1950394"/>
                  <a:gd name="connsiteY22" fmla="*/ 1386431 h 1950394"/>
                  <a:gd name="connsiteX23" fmla="*/ 1501498 w 1950394"/>
                  <a:gd name="connsiteY23" fmla="*/ 1353925 h 1950394"/>
                  <a:gd name="connsiteX24" fmla="*/ 1515946 w 1950394"/>
                  <a:gd name="connsiteY24" fmla="*/ 1349797 h 1950394"/>
                  <a:gd name="connsiteX25" fmla="*/ 1579411 w 1950394"/>
                  <a:gd name="connsiteY25" fmla="*/ 1377660 h 1950394"/>
                  <a:gd name="connsiteX26" fmla="*/ 1592310 w 1950394"/>
                  <a:gd name="connsiteY26" fmla="*/ 1375596 h 1950394"/>
                  <a:gd name="connsiteX27" fmla="*/ 1628945 w 1950394"/>
                  <a:gd name="connsiteY27" fmla="*/ 1312130 h 1950394"/>
                  <a:gd name="connsiteX28" fmla="*/ 1623785 w 1950394"/>
                  <a:gd name="connsiteY28" fmla="*/ 1298199 h 1950394"/>
                  <a:gd name="connsiteX29" fmla="*/ 1577863 w 1950394"/>
                  <a:gd name="connsiteY29" fmla="*/ 1265692 h 1950394"/>
                  <a:gd name="connsiteX30" fmla="*/ 1571155 w 1950394"/>
                  <a:gd name="connsiteY30" fmla="*/ 1230090 h 1950394"/>
                  <a:gd name="connsiteX31" fmla="*/ 1579927 w 1950394"/>
                  <a:gd name="connsiteY31" fmla="*/ 1208419 h 1950394"/>
                  <a:gd name="connsiteX32" fmla="*/ 1596438 w 1950394"/>
                  <a:gd name="connsiteY32" fmla="*/ 1197583 h 1950394"/>
                  <a:gd name="connsiteX33" fmla="*/ 1660935 w 1950394"/>
                  <a:gd name="connsiteY33" fmla="*/ 1207387 h 1950394"/>
                  <a:gd name="connsiteX34" fmla="*/ 1675383 w 1950394"/>
                  <a:gd name="connsiteY34" fmla="*/ 1201195 h 1950394"/>
                  <a:gd name="connsiteX35" fmla="*/ 1693442 w 1950394"/>
                  <a:gd name="connsiteY35" fmla="*/ 1132570 h 1950394"/>
                  <a:gd name="connsiteX36" fmla="*/ 1684154 w 1950394"/>
                  <a:gd name="connsiteY36" fmla="*/ 1119155 h 1950394"/>
                  <a:gd name="connsiteX37" fmla="*/ 1621205 w 1950394"/>
                  <a:gd name="connsiteY37" fmla="*/ 1093872 h 1950394"/>
                  <a:gd name="connsiteX38" fmla="*/ 1614497 w 1950394"/>
                  <a:gd name="connsiteY38" fmla="*/ 1083037 h 1950394"/>
                  <a:gd name="connsiteX39" fmla="*/ 1620173 w 1950394"/>
                  <a:gd name="connsiteY39" fmla="*/ 1042274 h 1950394"/>
                  <a:gd name="connsiteX40" fmla="*/ 1632557 w 1950394"/>
                  <a:gd name="connsiteY40" fmla="*/ 1029891 h 1950394"/>
                  <a:gd name="connsiteX41" fmla="*/ 1696022 w 1950394"/>
                  <a:gd name="connsiteY41" fmla="*/ 1022667 h 1950394"/>
                  <a:gd name="connsiteX42" fmla="*/ 1709437 w 1950394"/>
                  <a:gd name="connsiteY42" fmla="*/ 1010800 h 1950394"/>
                  <a:gd name="connsiteX43" fmla="*/ 1709437 w 1950394"/>
                  <a:gd name="connsiteY43" fmla="*/ 943723 h 1950394"/>
                  <a:gd name="connsiteX44" fmla="*/ 1694990 w 1950394"/>
                  <a:gd name="connsiteY44" fmla="*/ 931339 h 1950394"/>
                  <a:gd name="connsiteX45" fmla="*/ 1650616 w 1950394"/>
                  <a:gd name="connsiteY45" fmla="*/ 928243 h 1950394"/>
                  <a:gd name="connsiteX46" fmla="*/ 1618109 w 1950394"/>
                  <a:gd name="connsiteY46" fmla="*/ 892125 h 1950394"/>
                  <a:gd name="connsiteX47" fmla="*/ 1615013 w 1950394"/>
                  <a:gd name="connsiteY47" fmla="*/ 874582 h 1950394"/>
                  <a:gd name="connsiteX48" fmla="*/ 1622753 w 1950394"/>
                  <a:gd name="connsiteY48" fmla="*/ 859102 h 1950394"/>
                  <a:gd name="connsiteX49" fmla="*/ 1684670 w 1950394"/>
                  <a:gd name="connsiteY49" fmla="*/ 834851 h 1950394"/>
                  <a:gd name="connsiteX50" fmla="*/ 1693442 w 1950394"/>
                  <a:gd name="connsiteY50" fmla="*/ 821952 h 1950394"/>
                  <a:gd name="connsiteX51" fmla="*/ 1674867 w 1950394"/>
                  <a:gd name="connsiteY51" fmla="*/ 753327 h 1950394"/>
                  <a:gd name="connsiteX52" fmla="*/ 1659903 w 1950394"/>
                  <a:gd name="connsiteY52" fmla="*/ 746619 h 1950394"/>
                  <a:gd name="connsiteX53" fmla="*/ 1594374 w 1950394"/>
                  <a:gd name="connsiteY53" fmla="*/ 756423 h 1950394"/>
                  <a:gd name="connsiteX54" fmla="*/ 1580443 w 1950394"/>
                  <a:gd name="connsiteY54" fmla="*/ 747651 h 1950394"/>
                  <a:gd name="connsiteX55" fmla="*/ 1565995 w 1950394"/>
                  <a:gd name="connsiteY55" fmla="*/ 713081 h 1950394"/>
                  <a:gd name="connsiteX56" fmla="*/ 1570123 w 1950394"/>
                  <a:gd name="connsiteY56" fmla="*/ 696054 h 1950394"/>
                  <a:gd name="connsiteX57" fmla="*/ 1623269 w 1950394"/>
                  <a:gd name="connsiteY57" fmla="*/ 656323 h 1950394"/>
                  <a:gd name="connsiteX58" fmla="*/ 1628429 w 1950394"/>
                  <a:gd name="connsiteY58" fmla="*/ 641876 h 1950394"/>
                  <a:gd name="connsiteX59" fmla="*/ 1592310 w 1950394"/>
                  <a:gd name="connsiteY59" fmla="*/ 579443 h 1950394"/>
                  <a:gd name="connsiteX60" fmla="*/ 1578379 w 1950394"/>
                  <a:gd name="connsiteY60" fmla="*/ 576863 h 1950394"/>
                  <a:gd name="connsiteX61" fmla="*/ 1532457 w 1950394"/>
                  <a:gd name="connsiteY61" fmla="*/ 599050 h 1950394"/>
                  <a:gd name="connsiteX62" fmla="*/ 1490147 w 1950394"/>
                  <a:gd name="connsiteY62" fmla="*/ 585118 h 1950394"/>
                  <a:gd name="connsiteX63" fmla="*/ 1477247 w 1950394"/>
                  <a:gd name="connsiteY63" fmla="*/ 569123 h 1950394"/>
                  <a:gd name="connsiteX64" fmla="*/ 1476731 w 1950394"/>
                  <a:gd name="connsiteY64" fmla="*/ 552096 h 1950394"/>
                  <a:gd name="connsiteX65" fmla="*/ 1518525 w 1950394"/>
                  <a:gd name="connsiteY65" fmla="*/ 499982 h 1950394"/>
                  <a:gd name="connsiteX66" fmla="*/ 1519557 w 1950394"/>
                  <a:gd name="connsiteY66" fmla="*/ 483987 h 1950394"/>
                  <a:gd name="connsiteX67" fmla="*/ 1470540 w 1950394"/>
                  <a:gd name="connsiteY67" fmla="*/ 434453 h 1950394"/>
                  <a:gd name="connsiteX68" fmla="*/ 1452480 w 1950394"/>
                  <a:gd name="connsiteY68" fmla="*/ 436001 h 1950394"/>
                  <a:gd name="connsiteX69" fmla="*/ 1418942 w 1950394"/>
                  <a:gd name="connsiteY69" fmla="*/ 465412 h 1950394"/>
                  <a:gd name="connsiteX70" fmla="*/ 1369408 w 1950394"/>
                  <a:gd name="connsiteY70" fmla="*/ 463348 h 1950394"/>
                  <a:gd name="connsiteX71" fmla="*/ 1354961 w 1950394"/>
                  <a:gd name="connsiteY71" fmla="*/ 452512 h 1950394"/>
                  <a:gd name="connsiteX72" fmla="*/ 1349801 w 1950394"/>
                  <a:gd name="connsiteY72" fmla="*/ 436001 h 1950394"/>
                  <a:gd name="connsiteX73" fmla="*/ 1377148 w 1950394"/>
                  <a:gd name="connsiteY73" fmla="*/ 374084 h 1950394"/>
                  <a:gd name="connsiteX74" fmla="*/ 1374052 w 1950394"/>
                  <a:gd name="connsiteY74" fmla="*/ 360152 h 1950394"/>
                  <a:gd name="connsiteX75" fmla="*/ 1312651 w 1950394"/>
                  <a:gd name="connsiteY75" fmla="*/ 324550 h 1950394"/>
                  <a:gd name="connsiteX76" fmla="*/ 1296655 w 1950394"/>
                  <a:gd name="connsiteY76" fmla="*/ 329193 h 1950394"/>
                  <a:gd name="connsiteX77" fmla="*/ 1256925 w 1950394"/>
                  <a:gd name="connsiteY77" fmla="*/ 382855 h 1950394"/>
                  <a:gd name="connsiteX78" fmla="*/ 1238866 w 1950394"/>
                  <a:gd name="connsiteY78" fmla="*/ 386467 h 1950394"/>
                  <a:gd name="connsiteX79" fmla="*/ 1206875 w 1950394"/>
                  <a:gd name="connsiteY79" fmla="*/ 373052 h 1950394"/>
                  <a:gd name="connsiteX80" fmla="*/ 1196556 w 1950394"/>
                  <a:gd name="connsiteY80" fmla="*/ 357572 h 1950394"/>
                  <a:gd name="connsiteX81" fmla="*/ 1206359 w 1950394"/>
                  <a:gd name="connsiteY81" fmla="*/ 293075 h 1950394"/>
                  <a:gd name="connsiteX82" fmla="*/ 1199652 w 1950394"/>
                  <a:gd name="connsiteY82" fmla="*/ 278112 h 1950394"/>
                  <a:gd name="connsiteX83" fmla="*/ 1131027 w 1950394"/>
                  <a:gd name="connsiteY83" fmla="*/ 259537 h 1950394"/>
                  <a:gd name="connsiteX84" fmla="*/ 1118127 w 1950394"/>
                  <a:gd name="connsiteY84" fmla="*/ 268308 h 1950394"/>
                  <a:gd name="connsiteX85" fmla="*/ 1093360 w 1950394"/>
                  <a:gd name="connsiteY85" fmla="*/ 331258 h 1950394"/>
                  <a:gd name="connsiteX86" fmla="*/ 1079945 w 1950394"/>
                  <a:gd name="connsiteY86" fmla="*/ 338481 h 1950394"/>
                  <a:gd name="connsiteX87" fmla="*/ 1042794 w 1950394"/>
                  <a:gd name="connsiteY87" fmla="*/ 333837 h 1950394"/>
                  <a:gd name="connsiteX88" fmla="*/ 1028347 w 1950394"/>
                  <a:gd name="connsiteY88" fmla="*/ 320422 h 1950394"/>
                  <a:gd name="connsiteX89" fmla="*/ 1021123 w 1950394"/>
                  <a:gd name="connsiteY89" fmla="*/ 257989 h 1950394"/>
                  <a:gd name="connsiteX90" fmla="*/ 1008740 w 1950394"/>
                  <a:gd name="connsiteY90" fmla="*/ 243541 h 1950394"/>
                  <a:gd name="connsiteX91" fmla="*/ 941663 w 1950394"/>
                  <a:gd name="connsiteY91" fmla="*/ 243541 h 1950394"/>
                  <a:gd name="connsiteX92" fmla="*/ 929795 w 1950394"/>
                  <a:gd name="connsiteY92" fmla="*/ 256957 h 1950394"/>
                  <a:gd name="connsiteX93" fmla="*/ 922572 w 1950394"/>
                  <a:gd name="connsiteY93" fmla="*/ 320422 h 1950394"/>
                  <a:gd name="connsiteX94" fmla="*/ 909156 w 1950394"/>
                  <a:gd name="connsiteY94" fmla="*/ 333321 h 1950394"/>
                  <a:gd name="connsiteX95" fmla="*/ 872006 w 1950394"/>
                  <a:gd name="connsiteY95" fmla="*/ 337965 h 1950394"/>
                  <a:gd name="connsiteX96" fmla="*/ 857559 w 1950394"/>
                  <a:gd name="connsiteY96" fmla="*/ 330226 h 1950394"/>
                  <a:gd name="connsiteX97" fmla="*/ 833308 w 1950394"/>
                  <a:gd name="connsiteY97" fmla="*/ 268308 h 1950394"/>
                  <a:gd name="connsiteX98" fmla="*/ 819892 w 1950394"/>
                  <a:gd name="connsiteY98" fmla="*/ 259021 h 1950394"/>
                  <a:gd name="connsiteX99" fmla="*/ 753847 w 1950394"/>
                  <a:gd name="connsiteY99" fmla="*/ 276564 h 1950394"/>
                  <a:gd name="connsiteX100" fmla="*/ 745591 w 1950394"/>
                  <a:gd name="connsiteY100" fmla="*/ 293075 h 1950394"/>
                  <a:gd name="connsiteX101" fmla="*/ 754879 w 1950394"/>
                  <a:gd name="connsiteY101" fmla="*/ 339513 h 1950394"/>
                  <a:gd name="connsiteX102" fmla="*/ 728564 w 1950394"/>
                  <a:gd name="connsiteY102" fmla="*/ 378728 h 1950394"/>
                  <a:gd name="connsiteX103" fmla="*/ 712053 w 1950394"/>
                  <a:gd name="connsiteY103" fmla="*/ 385951 h 1950394"/>
                  <a:gd name="connsiteX104" fmla="*/ 695026 w 1950394"/>
                  <a:gd name="connsiteY104" fmla="*/ 382855 h 1950394"/>
                  <a:gd name="connsiteX105" fmla="*/ 654779 w 1950394"/>
                  <a:gd name="connsiteY105" fmla="*/ 328161 h 1950394"/>
                  <a:gd name="connsiteX106" fmla="*/ 641364 w 1950394"/>
                  <a:gd name="connsiteY106" fmla="*/ 323002 h 1950394"/>
                  <a:gd name="connsiteX107" fmla="*/ 577899 w 1950394"/>
                  <a:gd name="connsiteY107" fmla="*/ 359636 h 1950394"/>
                  <a:gd name="connsiteX108" fmla="*/ 574803 w 1950394"/>
                  <a:gd name="connsiteY108" fmla="*/ 372536 h 1950394"/>
                  <a:gd name="connsiteX109" fmla="*/ 602666 w 1950394"/>
                  <a:gd name="connsiteY109" fmla="*/ 435485 h 1950394"/>
                  <a:gd name="connsiteX110" fmla="*/ 598022 w 1950394"/>
                  <a:gd name="connsiteY110" fmla="*/ 450964 h 1950394"/>
                  <a:gd name="connsiteX111" fmla="*/ 567579 w 1950394"/>
                  <a:gd name="connsiteY111" fmla="*/ 474699 h 1950394"/>
                  <a:gd name="connsiteX112" fmla="*/ 550552 w 1950394"/>
                  <a:gd name="connsiteY112" fmla="*/ 474699 h 1950394"/>
                  <a:gd name="connsiteX113" fmla="*/ 498438 w 1950394"/>
                  <a:gd name="connsiteY113" fmla="*/ 432905 h 1950394"/>
                  <a:gd name="connsiteX114" fmla="*/ 483475 w 1950394"/>
                  <a:gd name="connsiteY114" fmla="*/ 431357 h 1950394"/>
                  <a:gd name="connsiteX115" fmla="*/ 432393 w 1950394"/>
                  <a:gd name="connsiteY115" fmla="*/ 482439 h 1950394"/>
                  <a:gd name="connsiteX116" fmla="*/ 433425 w 1950394"/>
                  <a:gd name="connsiteY116" fmla="*/ 497402 h 1950394"/>
                  <a:gd name="connsiteX117" fmla="*/ 475735 w 1950394"/>
                  <a:gd name="connsiteY117" fmla="*/ 550032 h 1950394"/>
                  <a:gd name="connsiteX118" fmla="*/ 475219 w 1950394"/>
                  <a:gd name="connsiteY118" fmla="*/ 566027 h 1950394"/>
                  <a:gd name="connsiteX119" fmla="*/ 450968 w 1950394"/>
                  <a:gd name="connsiteY119" fmla="*/ 597502 h 1950394"/>
                  <a:gd name="connsiteX120" fmla="*/ 437553 w 1950394"/>
                  <a:gd name="connsiteY120" fmla="*/ 601629 h 1950394"/>
                  <a:gd name="connsiteX121" fmla="*/ 373056 w 1950394"/>
                  <a:gd name="connsiteY121" fmla="*/ 573251 h 1950394"/>
                  <a:gd name="connsiteX122" fmla="*/ 360156 w 1950394"/>
                  <a:gd name="connsiteY122" fmla="*/ 575315 h 1950394"/>
                  <a:gd name="connsiteX123" fmla="*/ 323522 w 1950394"/>
                  <a:gd name="connsiteY123" fmla="*/ 638780 h 1950394"/>
                  <a:gd name="connsiteX124" fmla="*/ 328166 w 1950394"/>
                  <a:gd name="connsiteY124" fmla="*/ 652711 h 1950394"/>
                  <a:gd name="connsiteX125" fmla="*/ 374088 w 1950394"/>
                  <a:gd name="connsiteY125" fmla="*/ 685218 h 1950394"/>
                  <a:gd name="connsiteX126" fmla="*/ 380795 w 1950394"/>
                  <a:gd name="connsiteY126" fmla="*/ 720820 h 1950394"/>
                  <a:gd name="connsiteX127" fmla="*/ 372024 w 1950394"/>
                  <a:gd name="connsiteY127" fmla="*/ 742492 h 1950394"/>
                  <a:gd name="connsiteX128" fmla="*/ 355513 w 1950394"/>
                  <a:gd name="connsiteY128" fmla="*/ 753327 h 1950394"/>
                  <a:gd name="connsiteX129" fmla="*/ 291015 w 1950394"/>
                  <a:gd name="connsiteY129" fmla="*/ 743523 h 1950394"/>
                  <a:gd name="connsiteX130" fmla="*/ 276568 w 1950394"/>
                  <a:gd name="connsiteY130" fmla="*/ 751263 h 1950394"/>
                  <a:gd name="connsiteX131" fmla="*/ 258509 w 1950394"/>
                  <a:gd name="connsiteY131" fmla="*/ 818340 h 1950394"/>
                  <a:gd name="connsiteX132" fmla="*/ 267796 w 1950394"/>
                  <a:gd name="connsiteY132" fmla="*/ 831756 h 1950394"/>
                  <a:gd name="connsiteX133" fmla="*/ 330746 w 1950394"/>
                  <a:gd name="connsiteY133" fmla="*/ 857038 h 1950394"/>
                  <a:gd name="connsiteX134" fmla="*/ 337453 w 1950394"/>
                  <a:gd name="connsiteY134" fmla="*/ 869422 h 1950394"/>
                  <a:gd name="connsiteX135" fmla="*/ 332810 w 1950394"/>
                  <a:gd name="connsiteY135" fmla="*/ 906572 h 1950394"/>
                  <a:gd name="connsiteX136" fmla="*/ 318878 w 1950394"/>
                  <a:gd name="connsiteY136" fmla="*/ 922052 h 1950394"/>
                  <a:gd name="connsiteX137" fmla="*/ 256445 w 1950394"/>
                  <a:gd name="connsiteY137" fmla="*/ 929275 h 1950394"/>
                  <a:gd name="connsiteX138" fmla="*/ 242514 w 1950394"/>
                  <a:gd name="connsiteY138" fmla="*/ 942175 h 1950394"/>
                  <a:gd name="connsiteX139" fmla="*/ 242514 w 1950394"/>
                  <a:gd name="connsiteY139" fmla="*/ 1006672 h 1950394"/>
                  <a:gd name="connsiteX140" fmla="*/ 257993 w 1950394"/>
                  <a:gd name="connsiteY140" fmla="*/ 1020603 h 1950394"/>
                  <a:gd name="connsiteX141" fmla="*/ 321458 w 1950394"/>
                  <a:gd name="connsiteY141" fmla="*/ 1028343 h 1950394"/>
                  <a:gd name="connsiteX142" fmla="*/ 331778 w 1950394"/>
                  <a:gd name="connsiteY142" fmla="*/ 1039694 h 1950394"/>
                  <a:gd name="connsiteX143" fmla="*/ 336937 w 1950394"/>
                  <a:gd name="connsiteY143" fmla="*/ 1077877 h 1950394"/>
                  <a:gd name="connsiteX144" fmla="*/ 329198 w 1950394"/>
                  <a:gd name="connsiteY144" fmla="*/ 1093356 h 1950394"/>
                  <a:gd name="connsiteX145" fmla="*/ 265733 w 1950394"/>
                  <a:gd name="connsiteY145" fmla="*/ 1117607 h 1950394"/>
                  <a:gd name="connsiteX146" fmla="*/ 257993 w 1950394"/>
                  <a:gd name="connsiteY146" fmla="*/ 1129990 h 1950394"/>
                  <a:gd name="connsiteX147" fmla="*/ 276568 w 1950394"/>
                  <a:gd name="connsiteY147" fmla="*/ 1198615 h 1950394"/>
                  <a:gd name="connsiteX148" fmla="*/ 291531 w 1950394"/>
                  <a:gd name="connsiteY148" fmla="*/ 1205839 h 1950394"/>
                  <a:gd name="connsiteX149" fmla="*/ 345709 w 1950394"/>
                  <a:gd name="connsiteY149" fmla="*/ 1196035 h 1950394"/>
                  <a:gd name="connsiteX150" fmla="*/ 375636 w 1950394"/>
                  <a:gd name="connsiteY150" fmla="*/ 1216675 h 1950394"/>
                  <a:gd name="connsiteX151" fmla="*/ 384407 w 1950394"/>
                  <a:gd name="connsiteY151" fmla="*/ 1236798 h 1950394"/>
                  <a:gd name="connsiteX152" fmla="*/ 379764 w 1950394"/>
                  <a:gd name="connsiteY152" fmla="*/ 1257953 h 1950394"/>
                  <a:gd name="connsiteX153" fmla="*/ 327134 w 1950394"/>
                  <a:gd name="connsiteY153" fmla="*/ 1296651 h 1950394"/>
                  <a:gd name="connsiteX154" fmla="*/ 322490 w 1950394"/>
                  <a:gd name="connsiteY154" fmla="*/ 1310583 h 1950394"/>
                  <a:gd name="connsiteX155" fmla="*/ 359124 w 1950394"/>
                  <a:gd name="connsiteY155" fmla="*/ 1374048 h 1950394"/>
                  <a:gd name="connsiteX156" fmla="*/ 370992 w 1950394"/>
                  <a:gd name="connsiteY156" fmla="*/ 1376628 h 1950394"/>
                  <a:gd name="connsiteX157" fmla="*/ 433941 w 1950394"/>
                  <a:gd name="connsiteY157" fmla="*/ 1348765 h 1950394"/>
                  <a:gd name="connsiteX158" fmla="*/ 450452 w 1950394"/>
                  <a:gd name="connsiteY158" fmla="*/ 1353925 h 1950394"/>
                  <a:gd name="connsiteX159" fmla="*/ 474187 w 1950394"/>
                  <a:gd name="connsiteY159" fmla="*/ 1384367 h 1950394"/>
                  <a:gd name="connsiteX160" fmla="*/ 475219 w 1950394"/>
                  <a:gd name="connsiteY160" fmla="*/ 1399331 h 1950394"/>
                  <a:gd name="connsiteX161" fmla="*/ 432909 w 1950394"/>
                  <a:gd name="connsiteY161" fmla="*/ 1452476 h 1950394"/>
                  <a:gd name="connsiteX162" fmla="*/ 431877 w 1950394"/>
                  <a:gd name="connsiteY162" fmla="*/ 1468471 h 1950394"/>
                  <a:gd name="connsiteX163" fmla="*/ 481927 w 1950394"/>
                  <a:gd name="connsiteY163" fmla="*/ 1518521 h 1950394"/>
                  <a:gd name="connsiteX164" fmla="*/ 497922 w 1950394"/>
                  <a:gd name="connsiteY164" fmla="*/ 1517489 h 1950394"/>
                  <a:gd name="connsiteX165" fmla="*/ 550036 w 1950394"/>
                  <a:gd name="connsiteY165" fmla="*/ 1475695 h 1950394"/>
                  <a:gd name="connsiteX166" fmla="*/ 567063 w 1950394"/>
                  <a:gd name="connsiteY166" fmla="*/ 1476211 h 1950394"/>
                  <a:gd name="connsiteX167" fmla="*/ 596474 w 1950394"/>
                  <a:gd name="connsiteY167" fmla="*/ 1498914 h 1950394"/>
                  <a:gd name="connsiteX168" fmla="*/ 601634 w 1950394"/>
                  <a:gd name="connsiteY168" fmla="*/ 1515426 h 1950394"/>
                  <a:gd name="connsiteX169" fmla="*/ 574287 w 1950394"/>
                  <a:gd name="connsiteY169" fmla="*/ 1577343 h 1950394"/>
                  <a:gd name="connsiteX170" fmla="*/ 576867 w 1950394"/>
                  <a:gd name="connsiteY170" fmla="*/ 1591274 h 1950394"/>
                  <a:gd name="connsiteX171" fmla="*/ 639300 w 1950394"/>
                  <a:gd name="connsiteY171" fmla="*/ 1627393 h 1950394"/>
                  <a:gd name="connsiteX172" fmla="*/ 653747 w 1950394"/>
                  <a:gd name="connsiteY172" fmla="*/ 1622233 h 1950394"/>
                  <a:gd name="connsiteX173" fmla="*/ 693478 w 1950394"/>
                  <a:gd name="connsiteY173" fmla="*/ 1568571 h 1950394"/>
                  <a:gd name="connsiteX174" fmla="*/ 711537 w 1950394"/>
                  <a:gd name="connsiteY174" fmla="*/ 1564959 h 1950394"/>
                  <a:gd name="connsiteX175" fmla="*/ 743528 w 1950394"/>
                  <a:gd name="connsiteY175" fmla="*/ 1578375 h 1950394"/>
                  <a:gd name="connsiteX176" fmla="*/ 753847 w 1950394"/>
                  <a:gd name="connsiteY176" fmla="*/ 1593854 h 1950394"/>
                  <a:gd name="connsiteX177" fmla="*/ 744044 w 1950394"/>
                  <a:gd name="connsiteY177" fmla="*/ 1658351 h 1950394"/>
                  <a:gd name="connsiteX178" fmla="*/ 752299 w 1950394"/>
                  <a:gd name="connsiteY178" fmla="*/ 1673831 h 1950394"/>
                  <a:gd name="connsiteX179" fmla="*/ 818344 w 1950394"/>
                  <a:gd name="connsiteY179" fmla="*/ 1691374 h 1950394"/>
                  <a:gd name="connsiteX180" fmla="*/ 832276 w 1950394"/>
                  <a:gd name="connsiteY180" fmla="*/ 1682602 h 1950394"/>
                  <a:gd name="connsiteX181" fmla="*/ 857043 w 1950394"/>
                  <a:gd name="connsiteY181" fmla="*/ 1619653 h 1950394"/>
                  <a:gd name="connsiteX182" fmla="*/ 868910 w 1950394"/>
                  <a:gd name="connsiteY182" fmla="*/ 1612429 h 1950394"/>
                  <a:gd name="connsiteX183" fmla="*/ 908640 w 1950394"/>
                  <a:gd name="connsiteY183" fmla="*/ 1617589 h 1950394"/>
                  <a:gd name="connsiteX184" fmla="*/ 922056 w 1950394"/>
                  <a:gd name="connsiteY184" fmla="*/ 1630488 h 1950394"/>
                  <a:gd name="connsiteX185" fmla="*/ 929279 w 1950394"/>
                  <a:gd name="connsiteY185" fmla="*/ 1692922 h 1950394"/>
                  <a:gd name="connsiteX186" fmla="*/ 942695 w 1950394"/>
                  <a:gd name="connsiteY186" fmla="*/ 1707369 h 1950394"/>
                  <a:gd name="connsiteX187" fmla="*/ 1007192 w 1950394"/>
                  <a:gd name="connsiteY187" fmla="*/ 1707369 h 1950394"/>
                  <a:gd name="connsiteX188" fmla="*/ 1020607 w 1950394"/>
                  <a:gd name="connsiteY188" fmla="*/ 1692406 h 1950394"/>
                  <a:gd name="connsiteX189" fmla="*/ 1028347 w 1950394"/>
                  <a:gd name="connsiteY189" fmla="*/ 1628941 h 1950394"/>
                  <a:gd name="connsiteX190" fmla="*/ 1040215 w 1950394"/>
                  <a:gd name="connsiteY190" fmla="*/ 1617589 h 1950394"/>
                  <a:gd name="connsiteX191" fmla="*/ 1078397 w 1950394"/>
                  <a:gd name="connsiteY191" fmla="*/ 1612429 h 1950394"/>
                  <a:gd name="connsiteX192" fmla="*/ 1092844 w 1950394"/>
                  <a:gd name="connsiteY192" fmla="*/ 1619653 h 1950394"/>
                  <a:gd name="connsiteX193" fmla="*/ 1117095 w 1950394"/>
                  <a:gd name="connsiteY193" fmla="*/ 1681570 h 1950394"/>
                  <a:gd name="connsiteX194" fmla="*/ 1130511 w 1950394"/>
                  <a:gd name="connsiteY194" fmla="*/ 1690858 h 1950394"/>
                  <a:gd name="connsiteX195" fmla="*/ 1196556 w 1950394"/>
                  <a:gd name="connsiteY195" fmla="*/ 1673315 h 1950394"/>
                  <a:gd name="connsiteX196" fmla="*/ 1204811 w 1950394"/>
                  <a:gd name="connsiteY196" fmla="*/ 1656803 h 1950394"/>
                  <a:gd name="connsiteX197" fmla="*/ 1198104 w 1950394"/>
                  <a:gd name="connsiteY197" fmla="*/ 1613977 h 1950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</a:cxnLst>
                <a:rect l="l" t="t" r="r" b="b"/>
                <a:pathLst>
                  <a:path w="1950394" h="1950394">
                    <a:moveTo>
                      <a:pt x="977265" y="1954006"/>
                    </a:moveTo>
                    <a:cubicBezTo>
                      <a:pt x="444261" y="1950394"/>
                      <a:pt x="1552" y="1529873"/>
                      <a:pt x="4" y="977261"/>
                    </a:cubicBezTo>
                    <a:cubicBezTo>
                      <a:pt x="-1544" y="439613"/>
                      <a:pt x="427749" y="0"/>
                      <a:pt x="976749" y="0"/>
                    </a:cubicBezTo>
                    <a:cubicBezTo>
                      <a:pt x="1519041" y="0"/>
                      <a:pt x="1952978" y="432905"/>
                      <a:pt x="1953494" y="976229"/>
                    </a:cubicBezTo>
                    <a:cubicBezTo>
                      <a:pt x="1953494" y="1512846"/>
                      <a:pt x="1525749" y="1948330"/>
                      <a:pt x="977265" y="1954006"/>
                    </a:cubicBezTo>
                    <a:close/>
                    <a:moveTo>
                      <a:pt x="1198104" y="1613977"/>
                    </a:moveTo>
                    <a:cubicBezTo>
                      <a:pt x="1198104" y="1578891"/>
                      <a:pt x="1194492" y="1586630"/>
                      <a:pt x="1221839" y="1574763"/>
                    </a:cubicBezTo>
                    <a:cubicBezTo>
                      <a:pt x="1228030" y="1572183"/>
                      <a:pt x="1234738" y="1569603"/>
                      <a:pt x="1240930" y="1566507"/>
                    </a:cubicBezTo>
                    <a:cubicBezTo>
                      <a:pt x="1247637" y="1562896"/>
                      <a:pt x="1252797" y="1563927"/>
                      <a:pt x="1257957" y="1569603"/>
                    </a:cubicBezTo>
                    <a:cubicBezTo>
                      <a:pt x="1272920" y="1586630"/>
                      <a:pt x="1290464" y="1602110"/>
                      <a:pt x="1298203" y="1624297"/>
                    </a:cubicBezTo>
                    <a:cubicBezTo>
                      <a:pt x="1300783" y="1631520"/>
                      <a:pt x="1304395" y="1633068"/>
                      <a:pt x="1311619" y="1629456"/>
                    </a:cubicBezTo>
                    <a:cubicBezTo>
                      <a:pt x="1333290" y="1618105"/>
                      <a:pt x="1354445" y="1605722"/>
                      <a:pt x="1375084" y="1592822"/>
                    </a:cubicBezTo>
                    <a:cubicBezTo>
                      <a:pt x="1382824" y="1588178"/>
                      <a:pt x="1381791" y="1584051"/>
                      <a:pt x="1377148" y="1578891"/>
                    </a:cubicBezTo>
                    <a:cubicBezTo>
                      <a:pt x="1361152" y="1560832"/>
                      <a:pt x="1356509" y="1537613"/>
                      <a:pt x="1349285" y="1515426"/>
                    </a:cubicBezTo>
                    <a:cubicBezTo>
                      <a:pt x="1347221" y="1509750"/>
                      <a:pt x="1348253" y="1505622"/>
                      <a:pt x="1353413" y="1502010"/>
                    </a:cubicBezTo>
                    <a:cubicBezTo>
                      <a:pt x="1364248" y="1493754"/>
                      <a:pt x="1375600" y="1485499"/>
                      <a:pt x="1385919" y="1476727"/>
                    </a:cubicBezTo>
                    <a:cubicBezTo>
                      <a:pt x="1391079" y="1472600"/>
                      <a:pt x="1395723" y="1473115"/>
                      <a:pt x="1400883" y="1476727"/>
                    </a:cubicBezTo>
                    <a:cubicBezTo>
                      <a:pt x="1419458" y="1489111"/>
                      <a:pt x="1440097" y="1498914"/>
                      <a:pt x="1452996" y="1518005"/>
                    </a:cubicBezTo>
                    <a:cubicBezTo>
                      <a:pt x="1457640" y="1525229"/>
                      <a:pt x="1463316" y="1525745"/>
                      <a:pt x="1470024" y="1519553"/>
                    </a:cubicBezTo>
                    <a:cubicBezTo>
                      <a:pt x="1487051" y="1503558"/>
                      <a:pt x="1503562" y="1487047"/>
                      <a:pt x="1519041" y="1470535"/>
                    </a:cubicBezTo>
                    <a:cubicBezTo>
                      <a:pt x="1525233" y="1464344"/>
                      <a:pt x="1525749" y="1458668"/>
                      <a:pt x="1518010" y="1453508"/>
                    </a:cubicBezTo>
                    <a:cubicBezTo>
                      <a:pt x="1498402" y="1440093"/>
                      <a:pt x="1488599" y="1418938"/>
                      <a:pt x="1475699" y="1400363"/>
                    </a:cubicBezTo>
                    <a:cubicBezTo>
                      <a:pt x="1472088" y="1395203"/>
                      <a:pt x="1472088" y="1391075"/>
                      <a:pt x="1476215" y="1386431"/>
                    </a:cubicBezTo>
                    <a:cubicBezTo>
                      <a:pt x="1484987" y="1375596"/>
                      <a:pt x="1493243" y="1364760"/>
                      <a:pt x="1501498" y="1353925"/>
                    </a:cubicBezTo>
                    <a:cubicBezTo>
                      <a:pt x="1505626" y="1348249"/>
                      <a:pt x="1510270" y="1348249"/>
                      <a:pt x="1515946" y="1349797"/>
                    </a:cubicBezTo>
                    <a:cubicBezTo>
                      <a:pt x="1538133" y="1357020"/>
                      <a:pt x="1560836" y="1362180"/>
                      <a:pt x="1579411" y="1377660"/>
                    </a:cubicBezTo>
                    <a:cubicBezTo>
                      <a:pt x="1584571" y="1382303"/>
                      <a:pt x="1588182" y="1382303"/>
                      <a:pt x="1592310" y="1375596"/>
                    </a:cubicBezTo>
                    <a:cubicBezTo>
                      <a:pt x="1605210" y="1354441"/>
                      <a:pt x="1617593" y="1333801"/>
                      <a:pt x="1628945" y="1312130"/>
                    </a:cubicBezTo>
                    <a:cubicBezTo>
                      <a:pt x="1632557" y="1304907"/>
                      <a:pt x="1631009" y="1300779"/>
                      <a:pt x="1623785" y="1298199"/>
                    </a:cubicBezTo>
                    <a:cubicBezTo>
                      <a:pt x="1605726" y="1291491"/>
                      <a:pt x="1591794" y="1278592"/>
                      <a:pt x="1577863" y="1265692"/>
                    </a:cubicBezTo>
                    <a:cubicBezTo>
                      <a:pt x="1560320" y="1248665"/>
                      <a:pt x="1560836" y="1253309"/>
                      <a:pt x="1571155" y="1230090"/>
                    </a:cubicBezTo>
                    <a:cubicBezTo>
                      <a:pt x="1574251" y="1222866"/>
                      <a:pt x="1577347" y="1215643"/>
                      <a:pt x="1579927" y="1208419"/>
                    </a:cubicBezTo>
                    <a:cubicBezTo>
                      <a:pt x="1582507" y="1200163"/>
                      <a:pt x="1587667" y="1197583"/>
                      <a:pt x="1596438" y="1197583"/>
                    </a:cubicBezTo>
                    <a:cubicBezTo>
                      <a:pt x="1618625" y="1198100"/>
                      <a:pt x="1640296" y="1197583"/>
                      <a:pt x="1660935" y="1207387"/>
                    </a:cubicBezTo>
                    <a:cubicBezTo>
                      <a:pt x="1668159" y="1210483"/>
                      <a:pt x="1672287" y="1209967"/>
                      <a:pt x="1675383" y="1201195"/>
                    </a:cubicBezTo>
                    <a:cubicBezTo>
                      <a:pt x="1682090" y="1178492"/>
                      <a:pt x="1688282" y="1155789"/>
                      <a:pt x="1693442" y="1132570"/>
                    </a:cubicBezTo>
                    <a:cubicBezTo>
                      <a:pt x="1695506" y="1123283"/>
                      <a:pt x="1692926" y="1119671"/>
                      <a:pt x="1684154" y="1119155"/>
                    </a:cubicBezTo>
                    <a:cubicBezTo>
                      <a:pt x="1660935" y="1117091"/>
                      <a:pt x="1641328" y="1104192"/>
                      <a:pt x="1621205" y="1093872"/>
                    </a:cubicBezTo>
                    <a:cubicBezTo>
                      <a:pt x="1616561" y="1091808"/>
                      <a:pt x="1613465" y="1088712"/>
                      <a:pt x="1614497" y="1083037"/>
                    </a:cubicBezTo>
                    <a:cubicBezTo>
                      <a:pt x="1616561" y="1069621"/>
                      <a:pt x="1618625" y="1055690"/>
                      <a:pt x="1620173" y="1042274"/>
                    </a:cubicBezTo>
                    <a:cubicBezTo>
                      <a:pt x="1621205" y="1034535"/>
                      <a:pt x="1625333" y="1031439"/>
                      <a:pt x="1632557" y="1029891"/>
                    </a:cubicBezTo>
                    <a:cubicBezTo>
                      <a:pt x="1653712" y="1025763"/>
                      <a:pt x="1673835" y="1018539"/>
                      <a:pt x="1696022" y="1022667"/>
                    </a:cubicBezTo>
                    <a:cubicBezTo>
                      <a:pt x="1704793" y="1024215"/>
                      <a:pt x="1708921" y="1020603"/>
                      <a:pt x="1709437" y="1010800"/>
                    </a:cubicBezTo>
                    <a:cubicBezTo>
                      <a:pt x="1710469" y="988612"/>
                      <a:pt x="1710985" y="966426"/>
                      <a:pt x="1709437" y="943723"/>
                    </a:cubicBezTo>
                    <a:cubicBezTo>
                      <a:pt x="1708921" y="933403"/>
                      <a:pt x="1704793" y="929791"/>
                      <a:pt x="1694990" y="931339"/>
                    </a:cubicBezTo>
                    <a:cubicBezTo>
                      <a:pt x="1680026" y="933919"/>
                      <a:pt x="1665063" y="931855"/>
                      <a:pt x="1650616" y="928243"/>
                    </a:cubicBezTo>
                    <a:cubicBezTo>
                      <a:pt x="1619141" y="919988"/>
                      <a:pt x="1621205" y="928243"/>
                      <a:pt x="1618109" y="892125"/>
                    </a:cubicBezTo>
                    <a:cubicBezTo>
                      <a:pt x="1617593" y="885933"/>
                      <a:pt x="1616561" y="880257"/>
                      <a:pt x="1615013" y="874582"/>
                    </a:cubicBezTo>
                    <a:cubicBezTo>
                      <a:pt x="1612949" y="866842"/>
                      <a:pt x="1616561" y="862714"/>
                      <a:pt x="1622753" y="859102"/>
                    </a:cubicBezTo>
                    <a:cubicBezTo>
                      <a:pt x="1642876" y="849299"/>
                      <a:pt x="1661967" y="836915"/>
                      <a:pt x="1684670" y="834851"/>
                    </a:cubicBezTo>
                    <a:cubicBezTo>
                      <a:pt x="1692410" y="834335"/>
                      <a:pt x="1696022" y="830724"/>
                      <a:pt x="1693442" y="821952"/>
                    </a:cubicBezTo>
                    <a:cubicBezTo>
                      <a:pt x="1687766" y="799249"/>
                      <a:pt x="1682090" y="776030"/>
                      <a:pt x="1674867" y="753327"/>
                    </a:cubicBezTo>
                    <a:cubicBezTo>
                      <a:pt x="1671771" y="744039"/>
                      <a:pt x="1667643" y="743007"/>
                      <a:pt x="1659903" y="746619"/>
                    </a:cubicBezTo>
                    <a:cubicBezTo>
                      <a:pt x="1638748" y="756423"/>
                      <a:pt x="1616561" y="755907"/>
                      <a:pt x="1594374" y="756423"/>
                    </a:cubicBezTo>
                    <a:cubicBezTo>
                      <a:pt x="1587667" y="756423"/>
                      <a:pt x="1583023" y="754359"/>
                      <a:pt x="1580443" y="747651"/>
                    </a:cubicBezTo>
                    <a:cubicBezTo>
                      <a:pt x="1575799" y="735784"/>
                      <a:pt x="1571155" y="724432"/>
                      <a:pt x="1565995" y="713081"/>
                    </a:cubicBezTo>
                    <a:cubicBezTo>
                      <a:pt x="1562900" y="705857"/>
                      <a:pt x="1564448" y="701213"/>
                      <a:pt x="1570123" y="696054"/>
                    </a:cubicBezTo>
                    <a:cubicBezTo>
                      <a:pt x="1586635" y="681090"/>
                      <a:pt x="1602114" y="664579"/>
                      <a:pt x="1623269" y="656323"/>
                    </a:cubicBezTo>
                    <a:cubicBezTo>
                      <a:pt x="1631009" y="653227"/>
                      <a:pt x="1632557" y="649616"/>
                      <a:pt x="1628429" y="641876"/>
                    </a:cubicBezTo>
                    <a:cubicBezTo>
                      <a:pt x="1617077" y="620721"/>
                      <a:pt x="1605210" y="599566"/>
                      <a:pt x="1592310" y="579443"/>
                    </a:cubicBezTo>
                    <a:cubicBezTo>
                      <a:pt x="1587667" y="572219"/>
                      <a:pt x="1584055" y="572219"/>
                      <a:pt x="1578379" y="576863"/>
                    </a:cubicBezTo>
                    <a:cubicBezTo>
                      <a:pt x="1564963" y="587698"/>
                      <a:pt x="1548968" y="594406"/>
                      <a:pt x="1532457" y="599050"/>
                    </a:cubicBezTo>
                    <a:cubicBezTo>
                      <a:pt x="1499950" y="607821"/>
                      <a:pt x="1510270" y="610917"/>
                      <a:pt x="1490147" y="585118"/>
                    </a:cubicBezTo>
                    <a:cubicBezTo>
                      <a:pt x="1486019" y="579443"/>
                      <a:pt x="1481891" y="574283"/>
                      <a:pt x="1477247" y="569123"/>
                    </a:cubicBezTo>
                    <a:cubicBezTo>
                      <a:pt x="1472088" y="563447"/>
                      <a:pt x="1472088" y="558288"/>
                      <a:pt x="1476731" y="552096"/>
                    </a:cubicBezTo>
                    <a:cubicBezTo>
                      <a:pt x="1489115" y="533521"/>
                      <a:pt x="1498918" y="513397"/>
                      <a:pt x="1518525" y="499982"/>
                    </a:cubicBezTo>
                    <a:cubicBezTo>
                      <a:pt x="1525233" y="495338"/>
                      <a:pt x="1525233" y="490178"/>
                      <a:pt x="1519557" y="483987"/>
                    </a:cubicBezTo>
                    <a:cubicBezTo>
                      <a:pt x="1503562" y="466960"/>
                      <a:pt x="1487051" y="450448"/>
                      <a:pt x="1470540" y="434453"/>
                    </a:cubicBezTo>
                    <a:cubicBezTo>
                      <a:pt x="1463316" y="427745"/>
                      <a:pt x="1458156" y="428261"/>
                      <a:pt x="1452480" y="436001"/>
                    </a:cubicBezTo>
                    <a:cubicBezTo>
                      <a:pt x="1443709" y="448384"/>
                      <a:pt x="1431841" y="457672"/>
                      <a:pt x="1418942" y="465412"/>
                    </a:cubicBezTo>
                    <a:cubicBezTo>
                      <a:pt x="1393143" y="481407"/>
                      <a:pt x="1393143" y="481407"/>
                      <a:pt x="1369408" y="463348"/>
                    </a:cubicBezTo>
                    <a:cubicBezTo>
                      <a:pt x="1364764" y="459736"/>
                      <a:pt x="1360121" y="455608"/>
                      <a:pt x="1354961" y="452512"/>
                    </a:cubicBezTo>
                    <a:cubicBezTo>
                      <a:pt x="1348253" y="448384"/>
                      <a:pt x="1347221" y="443225"/>
                      <a:pt x="1349801" y="436001"/>
                    </a:cubicBezTo>
                    <a:cubicBezTo>
                      <a:pt x="1357025" y="414330"/>
                      <a:pt x="1361668" y="391627"/>
                      <a:pt x="1377148" y="374084"/>
                    </a:cubicBezTo>
                    <a:cubicBezTo>
                      <a:pt x="1382307" y="368408"/>
                      <a:pt x="1381276" y="364280"/>
                      <a:pt x="1374052" y="360152"/>
                    </a:cubicBezTo>
                    <a:cubicBezTo>
                      <a:pt x="1353929" y="347769"/>
                      <a:pt x="1333806" y="335385"/>
                      <a:pt x="1312651" y="324550"/>
                    </a:cubicBezTo>
                    <a:cubicBezTo>
                      <a:pt x="1304911" y="320422"/>
                      <a:pt x="1299751" y="320422"/>
                      <a:pt x="1296655" y="329193"/>
                    </a:cubicBezTo>
                    <a:cubicBezTo>
                      <a:pt x="1288916" y="350865"/>
                      <a:pt x="1271888" y="365828"/>
                      <a:pt x="1256925" y="382855"/>
                    </a:cubicBezTo>
                    <a:cubicBezTo>
                      <a:pt x="1251249" y="389047"/>
                      <a:pt x="1246090" y="389563"/>
                      <a:pt x="1238866" y="386467"/>
                    </a:cubicBezTo>
                    <a:cubicBezTo>
                      <a:pt x="1228546" y="381307"/>
                      <a:pt x="1217711" y="377179"/>
                      <a:pt x="1206875" y="373052"/>
                    </a:cubicBezTo>
                    <a:cubicBezTo>
                      <a:pt x="1199136" y="370472"/>
                      <a:pt x="1196556" y="365312"/>
                      <a:pt x="1196556" y="357572"/>
                    </a:cubicBezTo>
                    <a:cubicBezTo>
                      <a:pt x="1197072" y="335385"/>
                      <a:pt x="1196556" y="313714"/>
                      <a:pt x="1206359" y="293075"/>
                    </a:cubicBezTo>
                    <a:cubicBezTo>
                      <a:pt x="1209971" y="285335"/>
                      <a:pt x="1208939" y="280692"/>
                      <a:pt x="1199652" y="278112"/>
                    </a:cubicBezTo>
                    <a:cubicBezTo>
                      <a:pt x="1176949" y="271404"/>
                      <a:pt x="1154246" y="265212"/>
                      <a:pt x="1131027" y="259537"/>
                    </a:cubicBezTo>
                    <a:cubicBezTo>
                      <a:pt x="1122255" y="257473"/>
                      <a:pt x="1119159" y="260569"/>
                      <a:pt x="1118127" y="268308"/>
                    </a:cubicBezTo>
                    <a:cubicBezTo>
                      <a:pt x="1116063" y="291527"/>
                      <a:pt x="1103164" y="311134"/>
                      <a:pt x="1093360" y="331258"/>
                    </a:cubicBezTo>
                    <a:cubicBezTo>
                      <a:pt x="1090780" y="336933"/>
                      <a:pt x="1086653" y="339513"/>
                      <a:pt x="1079945" y="338481"/>
                    </a:cubicBezTo>
                    <a:cubicBezTo>
                      <a:pt x="1067561" y="336417"/>
                      <a:pt x="1055178" y="334869"/>
                      <a:pt x="1042794" y="333837"/>
                    </a:cubicBezTo>
                    <a:cubicBezTo>
                      <a:pt x="1034539" y="332805"/>
                      <a:pt x="1029895" y="329193"/>
                      <a:pt x="1028347" y="320422"/>
                    </a:cubicBezTo>
                    <a:cubicBezTo>
                      <a:pt x="1024735" y="299783"/>
                      <a:pt x="1016996" y="279660"/>
                      <a:pt x="1021123" y="257989"/>
                    </a:cubicBezTo>
                    <a:cubicBezTo>
                      <a:pt x="1022671" y="248701"/>
                      <a:pt x="1019059" y="244057"/>
                      <a:pt x="1008740" y="243541"/>
                    </a:cubicBezTo>
                    <a:cubicBezTo>
                      <a:pt x="986553" y="242509"/>
                      <a:pt x="964366" y="242509"/>
                      <a:pt x="941663" y="243541"/>
                    </a:cubicBezTo>
                    <a:cubicBezTo>
                      <a:pt x="931859" y="244057"/>
                      <a:pt x="928247" y="248185"/>
                      <a:pt x="929795" y="256957"/>
                    </a:cubicBezTo>
                    <a:cubicBezTo>
                      <a:pt x="933923" y="279144"/>
                      <a:pt x="926184" y="299267"/>
                      <a:pt x="922572" y="320422"/>
                    </a:cubicBezTo>
                    <a:cubicBezTo>
                      <a:pt x="921024" y="328678"/>
                      <a:pt x="916896" y="332290"/>
                      <a:pt x="909156" y="333321"/>
                    </a:cubicBezTo>
                    <a:cubicBezTo>
                      <a:pt x="896773" y="334869"/>
                      <a:pt x="884389" y="335901"/>
                      <a:pt x="872006" y="337965"/>
                    </a:cubicBezTo>
                    <a:cubicBezTo>
                      <a:pt x="864782" y="339513"/>
                      <a:pt x="860654" y="336933"/>
                      <a:pt x="857559" y="330226"/>
                    </a:cubicBezTo>
                    <a:cubicBezTo>
                      <a:pt x="847755" y="310102"/>
                      <a:pt x="835371" y="291527"/>
                      <a:pt x="833308" y="268308"/>
                    </a:cubicBezTo>
                    <a:cubicBezTo>
                      <a:pt x="832276" y="259537"/>
                      <a:pt x="828664" y="256957"/>
                      <a:pt x="819892" y="259021"/>
                    </a:cubicBezTo>
                    <a:cubicBezTo>
                      <a:pt x="797705" y="264180"/>
                      <a:pt x="775518" y="269856"/>
                      <a:pt x="753847" y="276564"/>
                    </a:cubicBezTo>
                    <a:cubicBezTo>
                      <a:pt x="744044" y="279660"/>
                      <a:pt x="740948" y="283272"/>
                      <a:pt x="745591" y="293075"/>
                    </a:cubicBezTo>
                    <a:cubicBezTo>
                      <a:pt x="751783" y="308039"/>
                      <a:pt x="754879" y="323518"/>
                      <a:pt x="754879" y="339513"/>
                    </a:cubicBezTo>
                    <a:cubicBezTo>
                      <a:pt x="754879" y="367892"/>
                      <a:pt x="755395" y="367892"/>
                      <a:pt x="728564" y="378728"/>
                    </a:cubicBezTo>
                    <a:cubicBezTo>
                      <a:pt x="722888" y="380791"/>
                      <a:pt x="717213" y="383371"/>
                      <a:pt x="712053" y="385951"/>
                    </a:cubicBezTo>
                    <a:cubicBezTo>
                      <a:pt x="705345" y="389563"/>
                      <a:pt x="700185" y="388531"/>
                      <a:pt x="695026" y="382855"/>
                    </a:cubicBezTo>
                    <a:cubicBezTo>
                      <a:pt x="679546" y="365828"/>
                      <a:pt x="662519" y="350349"/>
                      <a:pt x="654779" y="328161"/>
                    </a:cubicBezTo>
                    <a:cubicBezTo>
                      <a:pt x="652200" y="320938"/>
                      <a:pt x="648588" y="319390"/>
                      <a:pt x="641364" y="323002"/>
                    </a:cubicBezTo>
                    <a:cubicBezTo>
                      <a:pt x="619693" y="334353"/>
                      <a:pt x="598538" y="346737"/>
                      <a:pt x="577899" y="359636"/>
                    </a:cubicBezTo>
                    <a:cubicBezTo>
                      <a:pt x="571707" y="363248"/>
                      <a:pt x="570159" y="366860"/>
                      <a:pt x="574803" y="372536"/>
                    </a:cubicBezTo>
                    <a:cubicBezTo>
                      <a:pt x="590798" y="390595"/>
                      <a:pt x="595958" y="413298"/>
                      <a:pt x="602666" y="435485"/>
                    </a:cubicBezTo>
                    <a:cubicBezTo>
                      <a:pt x="604730" y="442193"/>
                      <a:pt x="604214" y="446836"/>
                      <a:pt x="598022" y="450964"/>
                    </a:cubicBezTo>
                    <a:cubicBezTo>
                      <a:pt x="587702" y="458188"/>
                      <a:pt x="577383" y="466444"/>
                      <a:pt x="567579" y="474699"/>
                    </a:cubicBezTo>
                    <a:cubicBezTo>
                      <a:pt x="561388" y="479859"/>
                      <a:pt x="556744" y="478827"/>
                      <a:pt x="550552" y="474699"/>
                    </a:cubicBezTo>
                    <a:cubicBezTo>
                      <a:pt x="531977" y="462316"/>
                      <a:pt x="511854" y="451996"/>
                      <a:pt x="498438" y="432905"/>
                    </a:cubicBezTo>
                    <a:cubicBezTo>
                      <a:pt x="494310" y="426713"/>
                      <a:pt x="489151" y="426197"/>
                      <a:pt x="483475" y="431357"/>
                    </a:cubicBezTo>
                    <a:cubicBezTo>
                      <a:pt x="465932" y="447352"/>
                      <a:pt x="448904" y="464895"/>
                      <a:pt x="432393" y="482439"/>
                    </a:cubicBezTo>
                    <a:cubicBezTo>
                      <a:pt x="427233" y="488114"/>
                      <a:pt x="426717" y="493274"/>
                      <a:pt x="433425" y="497402"/>
                    </a:cubicBezTo>
                    <a:cubicBezTo>
                      <a:pt x="453032" y="510818"/>
                      <a:pt x="462836" y="531457"/>
                      <a:pt x="475735" y="550032"/>
                    </a:cubicBezTo>
                    <a:cubicBezTo>
                      <a:pt x="479863" y="555708"/>
                      <a:pt x="479863" y="560867"/>
                      <a:pt x="475219" y="566027"/>
                    </a:cubicBezTo>
                    <a:cubicBezTo>
                      <a:pt x="466964" y="576347"/>
                      <a:pt x="458708" y="587182"/>
                      <a:pt x="450968" y="597502"/>
                    </a:cubicBezTo>
                    <a:cubicBezTo>
                      <a:pt x="447357" y="602146"/>
                      <a:pt x="443745" y="603694"/>
                      <a:pt x="437553" y="601629"/>
                    </a:cubicBezTo>
                    <a:cubicBezTo>
                      <a:pt x="414850" y="594406"/>
                      <a:pt x="391631" y="589246"/>
                      <a:pt x="373056" y="573251"/>
                    </a:cubicBezTo>
                    <a:cubicBezTo>
                      <a:pt x="367896" y="568607"/>
                      <a:pt x="363768" y="568607"/>
                      <a:pt x="360156" y="575315"/>
                    </a:cubicBezTo>
                    <a:cubicBezTo>
                      <a:pt x="347257" y="596470"/>
                      <a:pt x="334358" y="617109"/>
                      <a:pt x="323522" y="638780"/>
                    </a:cubicBezTo>
                    <a:cubicBezTo>
                      <a:pt x="319910" y="646004"/>
                      <a:pt x="320942" y="650131"/>
                      <a:pt x="328166" y="652711"/>
                    </a:cubicBezTo>
                    <a:cubicBezTo>
                      <a:pt x="346225" y="659419"/>
                      <a:pt x="360672" y="672318"/>
                      <a:pt x="374088" y="685218"/>
                    </a:cubicBezTo>
                    <a:cubicBezTo>
                      <a:pt x="392147" y="702245"/>
                      <a:pt x="391115" y="698117"/>
                      <a:pt x="380795" y="720820"/>
                    </a:cubicBezTo>
                    <a:cubicBezTo>
                      <a:pt x="377700" y="728044"/>
                      <a:pt x="374604" y="735268"/>
                      <a:pt x="372024" y="742492"/>
                    </a:cubicBezTo>
                    <a:cubicBezTo>
                      <a:pt x="369444" y="750747"/>
                      <a:pt x="364284" y="753327"/>
                      <a:pt x="355513" y="753327"/>
                    </a:cubicBezTo>
                    <a:cubicBezTo>
                      <a:pt x="333326" y="752811"/>
                      <a:pt x="311655" y="753327"/>
                      <a:pt x="291015" y="743523"/>
                    </a:cubicBezTo>
                    <a:cubicBezTo>
                      <a:pt x="282760" y="739396"/>
                      <a:pt x="279148" y="742492"/>
                      <a:pt x="276568" y="751263"/>
                    </a:cubicBezTo>
                    <a:cubicBezTo>
                      <a:pt x="269860" y="773450"/>
                      <a:pt x="264185" y="796153"/>
                      <a:pt x="258509" y="818340"/>
                    </a:cubicBezTo>
                    <a:cubicBezTo>
                      <a:pt x="256445" y="827628"/>
                      <a:pt x="259025" y="831239"/>
                      <a:pt x="267796" y="831756"/>
                    </a:cubicBezTo>
                    <a:cubicBezTo>
                      <a:pt x="291015" y="833819"/>
                      <a:pt x="310623" y="846719"/>
                      <a:pt x="330746" y="857038"/>
                    </a:cubicBezTo>
                    <a:cubicBezTo>
                      <a:pt x="335905" y="859618"/>
                      <a:pt x="338485" y="863230"/>
                      <a:pt x="337453" y="869422"/>
                    </a:cubicBezTo>
                    <a:cubicBezTo>
                      <a:pt x="335389" y="881805"/>
                      <a:pt x="333842" y="894189"/>
                      <a:pt x="332810" y="906572"/>
                    </a:cubicBezTo>
                    <a:cubicBezTo>
                      <a:pt x="331778" y="915344"/>
                      <a:pt x="328166" y="919988"/>
                      <a:pt x="318878" y="922052"/>
                    </a:cubicBezTo>
                    <a:cubicBezTo>
                      <a:pt x="298239" y="925664"/>
                      <a:pt x="278116" y="932887"/>
                      <a:pt x="256445" y="929275"/>
                    </a:cubicBezTo>
                    <a:cubicBezTo>
                      <a:pt x="246125" y="927211"/>
                      <a:pt x="243029" y="932371"/>
                      <a:pt x="242514" y="942175"/>
                    </a:cubicBezTo>
                    <a:cubicBezTo>
                      <a:pt x="241482" y="963846"/>
                      <a:pt x="241482" y="985001"/>
                      <a:pt x="242514" y="1006672"/>
                    </a:cubicBezTo>
                    <a:cubicBezTo>
                      <a:pt x="243029" y="1018023"/>
                      <a:pt x="247157" y="1022667"/>
                      <a:pt x="257993" y="1020603"/>
                    </a:cubicBezTo>
                    <a:cubicBezTo>
                      <a:pt x="280180" y="1016475"/>
                      <a:pt x="300303" y="1024731"/>
                      <a:pt x="321458" y="1028343"/>
                    </a:cubicBezTo>
                    <a:cubicBezTo>
                      <a:pt x="327650" y="1029375"/>
                      <a:pt x="331262" y="1032987"/>
                      <a:pt x="331778" y="1039694"/>
                    </a:cubicBezTo>
                    <a:cubicBezTo>
                      <a:pt x="333326" y="1052594"/>
                      <a:pt x="334358" y="1065493"/>
                      <a:pt x="336937" y="1077877"/>
                    </a:cubicBezTo>
                    <a:cubicBezTo>
                      <a:pt x="338485" y="1085617"/>
                      <a:pt x="335905" y="1089744"/>
                      <a:pt x="329198" y="1093356"/>
                    </a:cubicBezTo>
                    <a:cubicBezTo>
                      <a:pt x="309075" y="1103676"/>
                      <a:pt x="289467" y="1115543"/>
                      <a:pt x="265733" y="1117607"/>
                    </a:cubicBezTo>
                    <a:cubicBezTo>
                      <a:pt x="257993" y="1118123"/>
                      <a:pt x="255929" y="1122251"/>
                      <a:pt x="257993" y="1129990"/>
                    </a:cubicBezTo>
                    <a:cubicBezTo>
                      <a:pt x="263669" y="1153209"/>
                      <a:pt x="269344" y="1175913"/>
                      <a:pt x="276568" y="1198615"/>
                    </a:cubicBezTo>
                    <a:cubicBezTo>
                      <a:pt x="279148" y="1207903"/>
                      <a:pt x="283276" y="1209451"/>
                      <a:pt x="291531" y="1205839"/>
                    </a:cubicBezTo>
                    <a:cubicBezTo>
                      <a:pt x="308559" y="1198100"/>
                      <a:pt x="327134" y="1196035"/>
                      <a:pt x="345709" y="1196035"/>
                    </a:cubicBezTo>
                    <a:cubicBezTo>
                      <a:pt x="371508" y="1196035"/>
                      <a:pt x="366348" y="1193456"/>
                      <a:pt x="375636" y="1216675"/>
                    </a:cubicBezTo>
                    <a:cubicBezTo>
                      <a:pt x="378216" y="1223382"/>
                      <a:pt x="380795" y="1230606"/>
                      <a:pt x="384407" y="1236798"/>
                    </a:cubicBezTo>
                    <a:cubicBezTo>
                      <a:pt x="389051" y="1245569"/>
                      <a:pt x="386987" y="1251761"/>
                      <a:pt x="379764" y="1257953"/>
                    </a:cubicBezTo>
                    <a:cubicBezTo>
                      <a:pt x="363252" y="1272400"/>
                      <a:pt x="348289" y="1288396"/>
                      <a:pt x="327134" y="1296651"/>
                    </a:cubicBezTo>
                    <a:cubicBezTo>
                      <a:pt x="319394" y="1299231"/>
                      <a:pt x="319394" y="1303875"/>
                      <a:pt x="322490" y="1310583"/>
                    </a:cubicBezTo>
                    <a:cubicBezTo>
                      <a:pt x="333842" y="1332254"/>
                      <a:pt x="346225" y="1353409"/>
                      <a:pt x="359124" y="1374048"/>
                    </a:cubicBezTo>
                    <a:cubicBezTo>
                      <a:pt x="362736" y="1379724"/>
                      <a:pt x="365832" y="1380755"/>
                      <a:pt x="370992" y="1376628"/>
                    </a:cubicBezTo>
                    <a:cubicBezTo>
                      <a:pt x="389051" y="1361148"/>
                      <a:pt x="412270" y="1355988"/>
                      <a:pt x="433941" y="1348765"/>
                    </a:cubicBezTo>
                    <a:cubicBezTo>
                      <a:pt x="441165" y="1346185"/>
                      <a:pt x="445809" y="1347217"/>
                      <a:pt x="450452" y="1353925"/>
                    </a:cubicBezTo>
                    <a:cubicBezTo>
                      <a:pt x="457676" y="1364760"/>
                      <a:pt x="465932" y="1374564"/>
                      <a:pt x="474187" y="1384367"/>
                    </a:cubicBezTo>
                    <a:cubicBezTo>
                      <a:pt x="478315" y="1389527"/>
                      <a:pt x="478831" y="1393655"/>
                      <a:pt x="475219" y="1399331"/>
                    </a:cubicBezTo>
                    <a:cubicBezTo>
                      <a:pt x="462320" y="1417906"/>
                      <a:pt x="452516" y="1439061"/>
                      <a:pt x="432909" y="1452476"/>
                    </a:cubicBezTo>
                    <a:cubicBezTo>
                      <a:pt x="426201" y="1457120"/>
                      <a:pt x="425685" y="1461764"/>
                      <a:pt x="431877" y="1468471"/>
                    </a:cubicBezTo>
                    <a:cubicBezTo>
                      <a:pt x="447873" y="1486015"/>
                      <a:pt x="464384" y="1502526"/>
                      <a:pt x="481927" y="1518521"/>
                    </a:cubicBezTo>
                    <a:cubicBezTo>
                      <a:pt x="488119" y="1524197"/>
                      <a:pt x="493279" y="1524197"/>
                      <a:pt x="497922" y="1517489"/>
                    </a:cubicBezTo>
                    <a:cubicBezTo>
                      <a:pt x="510822" y="1498398"/>
                      <a:pt x="531461" y="1488595"/>
                      <a:pt x="550036" y="1475695"/>
                    </a:cubicBezTo>
                    <a:cubicBezTo>
                      <a:pt x="556228" y="1471568"/>
                      <a:pt x="561388" y="1471568"/>
                      <a:pt x="567063" y="1476211"/>
                    </a:cubicBezTo>
                    <a:cubicBezTo>
                      <a:pt x="576867" y="1483951"/>
                      <a:pt x="586670" y="1491690"/>
                      <a:pt x="596474" y="1498914"/>
                    </a:cubicBezTo>
                    <a:cubicBezTo>
                      <a:pt x="602666" y="1503558"/>
                      <a:pt x="604214" y="1508202"/>
                      <a:pt x="601634" y="1515426"/>
                    </a:cubicBezTo>
                    <a:cubicBezTo>
                      <a:pt x="594926" y="1537097"/>
                      <a:pt x="589250" y="1559284"/>
                      <a:pt x="574287" y="1577343"/>
                    </a:cubicBezTo>
                    <a:cubicBezTo>
                      <a:pt x="569127" y="1583018"/>
                      <a:pt x="569643" y="1587146"/>
                      <a:pt x="576867" y="1591274"/>
                    </a:cubicBezTo>
                    <a:cubicBezTo>
                      <a:pt x="597506" y="1603658"/>
                      <a:pt x="618145" y="1616041"/>
                      <a:pt x="639300" y="1627393"/>
                    </a:cubicBezTo>
                    <a:cubicBezTo>
                      <a:pt x="647040" y="1631520"/>
                      <a:pt x="651168" y="1629973"/>
                      <a:pt x="653747" y="1622233"/>
                    </a:cubicBezTo>
                    <a:cubicBezTo>
                      <a:pt x="662003" y="1600562"/>
                      <a:pt x="678514" y="1585598"/>
                      <a:pt x="693478" y="1568571"/>
                    </a:cubicBezTo>
                    <a:cubicBezTo>
                      <a:pt x="699153" y="1562379"/>
                      <a:pt x="704313" y="1561864"/>
                      <a:pt x="711537" y="1564959"/>
                    </a:cubicBezTo>
                    <a:cubicBezTo>
                      <a:pt x="721856" y="1570119"/>
                      <a:pt x="732692" y="1574247"/>
                      <a:pt x="743528" y="1578375"/>
                    </a:cubicBezTo>
                    <a:cubicBezTo>
                      <a:pt x="751267" y="1580955"/>
                      <a:pt x="753847" y="1585598"/>
                      <a:pt x="753847" y="1593854"/>
                    </a:cubicBezTo>
                    <a:cubicBezTo>
                      <a:pt x="753331" y="1616041"/>
                      <a:pt x="753847" y="1637712"/>
                      <a:pt x="744044" y="1658351"/>
                    </a:cubicBezTo>
                    <a:cubicBezTo>
                      <a:pt x="739916" y="1667123"/>
                      <a:pt x="743012" y="1671251"/>
                      <a:pt x="752299" y="1673831"/>
                    </a:cubicBezTo>
                    <a:cubicBezTo>
                      <a:pt x="773970" y="1680538"/>
                      <a:pt x="796157" y="1686214"/>
                      <a:pt x="818344" y="1691374"/>
                    </a:cubicBezTo>
                    <a:cubicBezTo>
                      <a:pt x="827116" y="1693438"/>
                      <a:pt x="831760" y="1692406"/>
                      <a:pt x="832276" y="1682602"/>
                    </a:cubicBezTo>
                    <a:cubicBezTo>
                      <a:pt x="834340" y="1659383"/>
                      <a:pt x="846723" y="1639776"/>
                      <a:pt x="857043" y="1619653"/>
                    </a:cubicBezTo>
                    <a:cubicBezTo>
                      <a:pt x="859622" y="1614493"/>
                      <a:pt x="862718" y="1611397"/>
                      <a:pt x="868910" y="1612429"/>
                    </a:cubicBezTo>
                    <a:cubicBezTo>
                      <a:pt x="881809" y="1614493"/>
                      <a:pt x="895225" y="1616041"/>
                      <a:pt x="908640" y="1617589"/>
                    </a:cubicBezTo>
                    <a:cubicBezTo>
                      <a:pt x="916896" y="1618621"/>
                      <a:pt x="920508" y="1622749"/>
                      <a:pt x="922056" y="1630488"/>
                    </a:cubicBezTo>
                    <a:cubicBezTo>
                      <a:pt x="925668" y="1651128"/>
                      <a:pt x="933407" y="1671251"/>
                      <a:pt x="929279" y="1692922"/>
                    </a:cubicBezTo>
                    <a:cubicBezTo>
                      <a:pt x="927215" y="1703757"/>
                      <a:pt x="932375" y="1706853"/>
                      <a:pt x="942695" y="1707369"/>
                    </a:cubicBezTo>
                    <a:cubicBezTo>
                      <a:pt x="964366" y="1708401"/>
                      <a:pt x="985521" y="1708401"/>
                      <a:pt x="1007192" y="1707369"/>
                    </a:cubicBezTo>
                    <a:cubicBezTo>
                      <a:pt x="1018028" y="1706853"/>
                      <a:pt x="1022155" y="1702725"/>
                      <a:pt x="1020607" y="1692406"/>
                    </a:cubicBezTo>
                    <a:cubicBezTo>
                      <a:pt x="1016480" y="1670219"/>
                      <a:pt x="1024219" y="1650096"/>
                      <a:pt x="1028347" y="1628941"/>
                    </a:cubicBezTo>
                    <a:cubicBezTo>
                      <a:pt x="1029379" y="1621717"/>
                      <a:pt x="1033507" y="1618621"/>
                      <a:pt x="1040215" y="1617589"/>
                    </a:cubicBezTo>
                    <a:cubicBezTo>
                      <a:pt x="1053114" y="1616041"/>
                      <a:pt x="1066013" y="1615009"/>
                      <a:pt x="1078397" y="1612429"/>
                    </a:cubicBezTo>
                    <a:cubicBezTo>
                      <a:pt x="1085621" y="1611397"/>
                      <a:pt x="1089748" y="1613461"/>
                      <a:pt x="1092844" y="1619653"/>
                    </a:cubicBezTo>
                    <a:cubicBezTo>
                      <a:pt x="1102648" y="1639776"/>
                      <a:pt x="1115031" y="1658351"/>
                      <a:pt x="1117095" y="1681570"/>
                    </a:cubicBezTo>
                    <a:cubicBezTo>
                      <a:pt x="1118127" y="1690342"/>
                      <a:pt x="1121739" y="1692922"/>
                      <a:pt x="1130511" y="1690858"/>
                    </a:cubicBezTo>
                    <a:cubicBezTo>
                      <a:pt x="1152698" y="1685698"/>
                      <a:pt x="1174885" y="1680022"/>
                      <a:pt x="1196556" y="1673315"/>
                    </a:cubicBezTo>
                    <a:cubicBezTo>
                      <a:pt x="1206359" y="1670219"/>
                      <a:pt x="1209455" y="1666607"/>
                      <a:pt x="1204811" y="1656803"/>
                    </a:cubicBezTo>
                    <a:cubicBezTo>
                      <a:pt x="1200168" y="1643904"/>
                      <a:pt x="1196556" y="1627393"/>
                      <a:pt x="1198104" y="1613977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54" name="Freeform: Shape 42"/>
              <p:cNvSpPr/>
              <p:nvPr/>
            </p:nvSpPr>
            <p:spPr>
              <a:xfrm>
                <a:off x="306264" y="596604"/>
                <a:ext cx="237705" cy="236465"/>
              </a:xfrm>
              <a:custGeom>
                <a:avLst/>
                <a:gdLst>
                  <a:gd name="connsiteX0" fmla="*/ 185362 w 237706"/>
                  <a:gd name="connsiteY0" fmla="*/ 130458 h 236466"/>
                  <a:gd name="connsiteX1" fmla="*/ 237706 w 237706"/>
                  <a:gd name="connsiteY1" fmla="*/ 130458 h 236466"/>
                  <a:gd name="connsiteX2" fmla="*/ 234128 w 237706"/>
                  <a:gd name="connsiteY2" fmla="*/ 154126 h 236466"/>
                  <a:gd name="connsiteX3" fmla="*/ 165835 w 237706"/>
                  <a:gd name="connsiteY3" fmla="*/ 229449 h 236466"/>
                  <a:gd name="connsiteX4" fmla="*/ 131078 w 237706"/>
                  <a:gd name="connsiteY4" fmla="*/ 236466 h 236466"/>
                  <a:gd name="connsiteX5" fmla="*/ 131078 w 237706"/>
                  <a:gd name="connsiteY5" fmla="*/ 186008 h 236466"/>
                  <a:gd name="connsiteX6" fmla="*/ 146195 w 237706"/>
                  <a:gd name="connsiteY6" fmla="*/ 182956 h 236466"/>
                  <a:gd name="connsiteX7" fmla="*/ 177100 w 237706"/>
                  <a:gd name="connsiteY7" fmla="*/ 157507 h 236466"/>
                  <a:gd name="connsiteX8" fmla="*/ 0 w 237706"/>
                  <a:gd name="connsiteY8" fmla="*/ 130458 h 236466"/>
                  <a:gd name="connsiteX9" fmla="*/ 52344 w 237706"/>
                  <a:gd name="connsiteY9" fmla="*/ 130458 h 236466"/>
                  <a:gd name="connsiteX10" fmla="*/ 60606 w 237706"/>
                  <a:gd name="connsiteY10" fmla="*/ 157507 h 236466"/>
                  <a:gd name="connsiteX11" fmla="*/ 91511 w 237706"/>
                  <a:gd name="connsiteY11" fmla="*/ 182956 h 236466"/>
                  <a:gd name="connsiteX12" fmla="*/ 106628 w 237706"/>
                  <a:gd name="connsiteY12" fmla="*/ 186008 h 236466"/>
                  <a:gd name="connsiteX13" fmla="*/ 106628 w 237706"/>
                  <a:gd name="connsiteY13" fmla="*/ 236466 h 236466"/>
                  <a:gd name="connsiteX14" fmla="*/ 71871 w 237706"/>
                  <a:gd name="connsiteY14" fmla="*/ 229449 h 236466"/>
                  <a:gd name="connsiteX15" fmla="*/ 3579 w 237706"/>
                  <a:gd name="connsiteY15" fmla="*/ 154126 h 236466"/>
                  <a:gd name="connsiteX16" fmla="*/ 131078 w 237706"/>
                  <a:gd name="connsiteY16" fmla="*/ 0 h 236466"/>
                  <a:gd name="connsiteX17" fmla="*/ 165835 w 237706"/>
                  <a:gd name="connsiteY17" fmla="*/ 7017 h 236466"/>
                  <a:gd name="connsiteX18" fmla="*/ 234128 w 237706"/>
                  <a:gd name="connsiteY18" fmla="*/ 82340 h 236466"/>
                  <a:gd name="connsiteX19" fmla="*/ 237706 w 237706"/>
                  <a:gd name="connsiteY19" fmla="*/ 106008 h 236466"/>
                  <a:gd name="connsiteX20" fmla="*/ 185362 w 237706"/>
                  <a:gd name="connsiteY20" fmla="*/ 106008 h 236466"/>
                  <a:gd name="connsiteX21" fmla="*/ 177100 w 237706"/>
                  <a:gd name="connsiteY21" fmla="*/ 78960 h 236466"/>
                  <a:gd name="connsiteX22" fmla="*/ 146195 w 237706"/>
                  <a:gd name="connsiteY22" fmla="*/ 53510 h 236466"/>
                  <a:gd name="connsiteX23" fmla="*/ 131078 w 237706"/>
                  <a:gd name="connsiteY23" fmla="*/ 50458 h 236466"/>
                  <a:gd name="connsiteX24" fmla="*/ 106628 w 237706"/>
                  <a:gd name="connsiteY24" fmla="*/ 0 h 236466"/>
                  <a:gd name="connsiteX25" fmla="*/ 106628 w 237706"/>
                  <a:gd name="connsiteY25" fmla="*/ 50458 h 236466"/>
                  <a:gd name="connsiteX26" fmla="*/ 91511 w 237706"/>
                  <a:gd name="connsiteY26" fmla="*/ 53510 h 236466"/>
                  <a:gd name="connsiteX27" fmla="*/ 60606 w 237706"/>
                  <a:gd name="connsiteY27" fmla="*/ 78960 h 236466"/>
                  <a:gd name="connsiteX28" fmla="*/ 52344 w 237706"/>
                  <a:gd name="connsiteY28" fmla="*/ 106008 h 236466"/>
                  <a:gd name="connsiteX29" fmla="*/ 0 w 237706"/>
                  <a:gd name="connsiteY29" fmla="*/ 106008 h 236466"/>
                  <a:gd name="connsiteX30" fmla="*/ 3579 w 237706"/>
                  <a:gd name="connsiteY30" fmla="*/ 82340 h 236466"/>
                  <a:gd name="connsiteX31" fmla="*/ 71871 w 237706"/>
                  <a:gd name="connsiteY31" fmla="*/ 7017 h 2364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37706" h="236466">
                    <a:moveTo>
                      <a:pt x="185362" y="130458"/>
                    </a:moveTo>
                    <a:lnTo>
                      <a:pt x="237706" y="130458"/>
                    </a:lnTo>
                    <a:lnTo>
                      <a:pt x="234128" y="154126"/>
                    </a:lnTo>
                    <a:cubicBezTo>
                      <a:pt x="223548" y="188141"/>
                      <a:pt x="198326" y="215706"/>
                      <a:pt x="165835" y="229449"/>
                    </a:cubicBezTo>
                    <a:lnTo>
                      <a:pt x="131078" y="236466"/>
                    </a:lnTo>
                    <a:lnTo>
                      <a:pt x="131078" y="186008"/>
                    </a:lnTo>
                    <a:lnTo>
                      <a:pt x="146195" y="182956"/>
                    </a:lnTo>
                    <a:cubicBezTo>
                      <a:pt x="158800" y="177624"/>
                      <a:pt x="169526" y="168717"/>
                      <a:pt x="177100" y="157507"/>
                    </a:cubicBezTo>
                    <a:close/>
                    <a:moveTo>
                      <a:pt x="0" y="130458"/>
                    </a:moveTo>
                    <a:lnTo>
                      <a:pt x="52344" y="130458"/>
                    </a:lnTo>
                    <a:lnTo>
                      <a:pt x="60606" y="157507"/>
                    </a:lnTo>
                    <a:cubicBezTo>
                      <a:pt x="68180" y="168717"/>
                      <a:pt x="78906" y="177624"/>
                      <a:pt x="91511" y="182956"/>
                    </a:cubicBezTo>
                    <a:lnTo>
                      <a:pt x="106628" y="186008"/>
                    </a:lnTo>
                    <a:lnTo>
                      <a:pt x="106628" y="236466"/>
                    </a:lnTo>
                    <a:lnTo>
                      <a:pt x="71871" y="229449"/>
                    </a:lnTo>
                    <a:cubicBezTo>
                      <a:pt x="39380" y="215706"/>
                      <a:pt x="14159" y="188141"/>
                      <a:pt x="3579" y="154126"/>
                    </a:cubicBezTo>
                    <a:close/>
                    <a:moveTo>
                      <a:pt x="131078" y="0"/>
                    </a:moveTo>
                    <a:lnTo>
                      <a:pt x="165835" y="7017"/>
                    </a:lnTo>
                    <a:cubicBezTo>
                      <a:pt x="198326" y="20760"/>
                      <a:pt x="223548" y="48325"/>
                      <a:pt x="234128" y="82340"/>
                    </a:cubicBezTo>
                    <a:lnTo>
                      <a:pt x="237706" y="106008"/>
                    </a:lnTo>
                    <a:lnTo>
                      <a:pt x="185362" y="106008"/>
                    </a:lnTo>
                    <a:lnTo>
                      <a:pt x="177100" y="78960"/>
                    </a:lnTo>
                    <a:cubicBezTo>
                      <a:pt x="169526" y="67749"/>
                      <a:pt x="158800" y="58842"/>
                      <a:pt x="146195" y="53510"/>
                    </a:cubicBezTo>
                    <a:lnTo>
                      <a:pt x="131078" y="50458"/>
                    </a:lnTo>
                    <a:close/>
                    <a:moveTo>
                      <a:pt x="106628" y="0"/>
                    </a:moveTo>
                    <a:lnTo>
                      <a:pt x="106628" y="50458"/>
                    </a:lnTo>
                    <a:lnTo>
                      <a:pt x="91511" y="53510"/>
                    </a:lnTo>
                    <a:cubicBezTo>
                      <a:pt x="78906" y="58842"/>
                      <a:pt x="68180" y="67749"/>
                      <a:pt x="60606" y="78960"/>
                    </a:cubicBezTo>
                    <a:lnTo>
                      <a:pt x="52344" y="106008"/>
                    </a:lnTo>
                    <a:lnTo>
                      <a:pt x="0" y="106008"/>
                    </a:lnTo>
                    <a:lnTo>
                      <a:pt x="3579" y="82340"/>
                    </a:lnTo>
                    <a:cubicBezTo>
                      <a:pt x="14159" y="48325"/>
                      <a:pt x="39380" y="20760"/>
                      <a:pt x="71871" y="70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Oval 54"/>
              <p:cNvSpPr/>
              <p:nvPr/>
            </p:nvSpPr>
            <p:spPr>
              <a:xfrm>
                <a:off x="385558" y="675280"/>
                <a:ext cx="79122" cy="7912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sp>
          <p:nvSpPr>
            <p:cNvPr id="56" name="Rectangle: Top Corners Rounded 27"/>
            <p:cNvSpPr/>
            <p:nvPr/>
          </p:nvSpPr>
          <p:spPr>
            <a:xfrm rot="10620000">
              <a:off x="5050" y="2551"/>
              <a:ext cx="2549" cy="222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57" name="Group 56"/>
            <p:cNvGrpSpPr/>
            <p:nvPr/>
          </p:nvGrpSpPr>
          <p:grpSpPr>
            <a:xfrm rot="11676235">
              <a:off x="6149" y="5046"/>
              <a:ext cx="616" cy="1845"/>
              <a:chOff x="391499" y="630207"/>
              <a:chExt cx="531845" cy="1593193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58" name="Rectangle: Rounded Corners 38"/>
              <p:cNvSpPr/>
              <p:nvPr/>
            </p:nvSpPr>
            <p:spPr>
              <a:xfrm rot="20495611">
                <a:off x="400452" y="630207"/>
                <a:ext cx="522892" cy="1539138"/>
              </a:xfrm>
              <a:prstGeom prst="roundRect">
                <a:avLst>
                  <a:gd name="adj" fmla="val 0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/>
              </a:p>
            </p:txBody>
          </p:sp>
          <p:sp>
            <p:nvSpPr>
              <p:cNvPr id="59" name="Rectangle: Rounded Corners 39"/>
              <p:cNvSpPr/>
              <p:nvPr/>
            </p:nvSpPr>
            <p:spPr>
              <a:xfrm rot="20495611">
                <a:off x="391499" y="684262"/>
                <a:ext cx="191607" cy="1539138"/>
              </a:xfrm>
              <a:prstGeom prst="roundRect">
                <a:avLst>
                  <a:gd name="adj" fmla="val 0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sp>
          <p:nvSpPr>
            <p:cNvPr id="60" name="Oval 59"/>
            <p:cNvSpPr/>
            <p:nvPr/>
          </p:nvSpPr>
          <p:spPr>
            <a:xfrm rot="10620000">
              <a:off x="6118" y="6420"/>
              <a:ext cx="828" cy="828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1" name="Freeform: Shape 30"/>
            <p:cNvSpPr/>
            <p:nvPr/>
          </p:nvSpPr>
          <p:spPr>
            <a:xfrm rot="10620000">
              <a:off x="6207" y="6509"/>
              <a:ext cx="650" cy="650"/>
            </a:xfrm>
            <a:custGeom>
              <a:avLst/>
              <a:gdLst>
                <a:gd name="connsiteX0" fmla="*/ 977265 w 1950394"/>
                <a:gd name="connsiteY0" fmla="*/ 1954006 h 1950394"/>
                <a:gd name="connsiteX1" fmla="*/ 4 w 1950394"/>
                <a:gd name="connsiteY1" fmla="*/ 977261 h 1950394"/>
                <a:gd name="connsiteX2" fmla="*/ 976749 w 1950394"/>
                <a:gd name="connsiteY2" fmla="*/ 0 h 1950394"/>
                <a:gd name="connsiteX3" fmla="*/ 1953494 w 1950394"/>
                <a:gd name="connsiteY3" fmla="*/ 976229 h 1950394"/>
                <a:gd name="connsiteX4" fmla="*/ 977265 w 1950394"/>
                <a:gd name="connsiteY4" fmla="*/ 1954006 h 1950394"/>
                <a:gd name="connsiteX5" fmla="*/ 1198104 w 1950394"/>
                <a:gd name="connsiteY5" fmla="*/ 1613977 h 1950394"/>
                <a:gd name="connsiteX6" fmla="*/ 1221839 w 1950394"/>
                <a:gd name="connsiteY6" fmla="*/ 1574763 h 1950394"/>
                <a:gd name="connsiteX7" fmla="*/ 1240930 w 1950394"/>
                <a:gd name="connsiteY7" fmla="*/ 1566507 h 1950394"/>
                <a:gd name="connsiteX8" fmla="*/ 1257957 w 1950394"/>
                <a:gd name="connsiteY8" fmla="*/ 1569603 h 1950394"/>
                <a:gd name="connsiteX9" fmla="*/ 1298203 w 1950394"/>
                <a:gd name="connsiteY9" fmla="*/ 1624297 h 1950394"/>
                <a:gd name="connsiteX10" fmla="*/ 1311619 w 1950394"/>
                <a:gd name="connsiteY10" fmla="*/ 1629456 h 1950394"/>
                <a:gd name="connsiteX11" fmla="*/ 1375084 w 1950394"/>
                <a:gd name="connsiteY11" fmla="*/ 1592822 h 1950394"/>
                <a:gd name="connsiteX12" fmla="*/ 1377148 w 1950394"/>
                <a:gd name="connsiteY12" fmla="*/ 1578891 h 1950394"/>
                <a:gd name="connsiteX13" fmla="*/ 1349285 w 1950394"/>
                <a:gd name="connsiteY13" fmla="*/ 1515426 h 1950394"/>
                <a:gd name="connsiteX14" fmla="*/ 1353413 w 1950394"/>
                <a:gd name="connsiteY14" fmla="*/ 1502010 h 1950394"/>
                <a:gd name="connsiteX15" fmla="*/ 1385919 w 1950394"/>
                <a:gd name="connsiteY15" fmla="*/ 1476727 h 1950394"/>
                <a:gd name="connsiteX16" fmla="*/ 1400883 w 1950394"/>
                <a:gd name="connsiteY16" fmla="*/ 1476727 h 1950394"/>
                <a:gd name="connsiteX17" fmla="*/ 1452996 w 1950394"/>
                <a:gd name="connsiteY17" fmla="*/ 1518005 h 1950394"/>
                <a:gd name="connsiteX18" fmla="*/ 1470024 w 1950394"/>
                <a:gd name="connsiteY18" fmla="*/ 1519553 h 1950394"/>
                <a:gd name="connsiteX19" fmla="*/ 1519041 w 1950394"/>
                <a:gd name="connsiteY19" fmla="*/ 1470535 h 1950394"/>
                <a:gd name="connsiteX20" fmla="*/ 1518010 w 1950394"/>
                <a:gd name="connsiteY20" fmla="*/ 1453508 h 1950394"/>
                <a:gd name="connsiteX21" fmla="*/ 1475699 w 1950394"/>
                <a:gd name="connsiteY21" fmla="*/ 1400363 h 1950394"/>
                <a:gd name="connsiteX22" fmla="*/ 1476215 w 1950394"/>
                <a:gd name="connsiteY22" fmla="*/ 1386431 h 1950394"/>
                <a:gd name="connsiteX23" fmla="*/ 1501498 w 1950394"/>
                <a:gd name="connsiteY23" fmla="*/ 1353925 h 1950394"/>
                <a:gd name="connsiteX24" fmla="*/ 1515946 w 1950394"/>
                <a:gd name="connsiteY24" fmla="*/ 1349797 h 1950394"/>
                <a:gd name="connsiteX25" fmla="*/ 1579411 w 1950394"/>
                <a:gd name="connsiteY25" fmla="*/ 1377660 h 1950394"/>
                <a:gd name="connsiteX26" fmla="*/ 1592310 w 1950394"/>
                <a:gd name="connsiteY26" fmla="*/ 1375596 h 1950394"/>
                <a:gd name="connsiteX27" fmla="*/ 1628945 w 1950394"/>
                <a:gd name="connsiteY27" fmla="*/ 1312130 h 1950394"/>
                <a:gd name="connsiteX28" fmla="*/ 1623785 w 1950394"/>
                <a:gd name="connsiteY28" fmla="*/ 1298199 h 1950394"/>
                <a:gd name="connsiteX29" fmla="*/ 1577863 w 1950394"/>
                <a:gd name="connsiteY29" fmla="*/ 1265692 h 1950394"/>
                <a:gd name="connsiteX30" fmla="*/ 1571155 w 1950394"/>
                <a:gd name="connsiteY30" fmla="*/ 1230090 h 1950394"/>
                <a:gd name="connsiteX31" fmla="*/ 1579927 w 1950394"/>
                <a:gd name="connsiteY31" fmla="*/ 1208419 h 1950394"/>
                <a:gd name="connsiteX32" fmla="*/ 1596438 w 1950394"/>
                <a:gd name="connsiteY32" fmla="*/ 1197583 h 1950394"/>
                <a:gd name="connsiteX33" fmla="*/ 1660935 w 1950394"/>
                <a:gd name="connsiteY33" fmla="*/ 1207387 h 1950394"/>
                <a:gd name="connsiteX34" fmla="*/ 1675383 w 1950394"/>
                <a:gd name="connsiteY34" fmla="*/ 1201195 h 1950394"/>
                <a:gd name="connsiteX35" fmla="*/ 1693442 w 1950394"/>
                <a:gd name="connsiteY35" fmla="*/ 1132570 h 1950394"/>
                <a:gd name="connsiteX36" fmla="*/ 1684154 w 1950394"/>
                <a:gd name="connsiteY36" fmla="*/ 1119155 h 1950394"/>
                <a:gd name="connsiteX37" fmla="*/ 1621205 w 1950394"/>
                <a:gd name="connsiteY37" fmla="*/ 1093872 h 1950394"/>
                <a:gd name="connsiteX38" fmla="*/ 1614497 w 1950394"/>
                <a:gd name="connsiteY38" fmla="*/ 1083037 h 1950394"/>
                <a:gd name="connsiteX39" fmla="*/ 1620173 w 1950394"/>
                <a:gd name="connsiteY39" fmla="*/ 1042274 h 1950394"/>
                <a:gd name="connsiteX40" fmla="*/ 1632557 w 1950394"/>
                <a:gd name="connsiteY40" fmla="*/ 1029891 h 1950394"/>
                <a:gd name="connsiteX41" fmla="*/ 1696022 w 1950394"/>
                <a:gd name="connsiteY41" fmla="*/ 1022667 h 1950394"/>
                <a:gd name="connsiteX42" fmla="*/ 1709437 w 1950394"/>
                <a:gd name="connsiteY42" fmla="*/ 1010800 h 1950394"/>
                <a:gd name="connsiteX43" fmla="*/ 1709437 w 1950394"/>
                <a:gd name="connsiteY43" fmla="*/ 943723 h 1950394"/>
                <a:gd name="connsiteX44" fmla="*/ 1694990 w 1950394"/>
                <a:gd name="connsiteY44" fmla="*/ 931339 h 1950394"/>
                <a:gd name="connsiteX45" fmla="*/ 1650616 w 1950394"/>
                <a:gd name="connsiteY45" fmla="*/ 928243 h 1950394"/>
                <a:gd name="connsiteX46" fmla="*/ 1618109 w 1950394"/>
                <a:gd name="connsiteY46" fmla="*/ 892125 h 1950394"/>
                <a:gd name="connsiteX47" fmla="*/ 1615013 w 1950394"/>
                <a:gd name="connsiteY47" fmla="*/ 874582 h 1950394"/>
                <a:gd name="connsiteX48" fmla="*/ 1622753 w 1950394"/>
                <a:gd name="connsiteY48" fmla="*/ 859102 h 1950394"/>
                <a:gd name="connsiteX49" fmla="*/ 1684670 w 1950394"/>
                <a:gd name="connsiteY49" fmla="*/ 834851 h 1950394"/>
                <a:gd name="connsiteX50" fmla="*/ 1693442 w 1950394"/>
                <a:gd name="connsiteY50" fmla="*/ 821952 h 1950394"/>
                <a:gd name="connsiteX51" fmla="*/ 1674867 w 1950394"/>
                <a:gd name="connsiteY51" fmla="*/ 753327 h 1950394"/>
                <a:gd name="connsiteX52" fmla="*/ 1659903 w 1950394"/>
                <a:gd name="connsiteY52" fmla="*/ 746619 h 1950394"/>
                <a:gd name="connsiteX53" fmla="*/ 1594374 w 1950394"/>
                <a:gd name="connsiteY53" fmla="*/ 756423 h 1950394"/>
                <a:gd name="connsiteX54" fmla="*/ 1580443 w 1950394"/>
                <a:gd name="connsiteY54" fmla="*/ 747651 h 1950394"/>
                <a:gd name="connsiteX55" fmla="*/ 1565995 w 1950394"/>
                <a:gd name="connsiteY55" fmla="*/ 713081 h 1950394"/>
                <a:gd name="connsiteX56" fmla="*/ 1570123 w 1950394"/>
                <a:gd name="connsiteY56" fmla="*/ 696054 h 1950394"/>
                <a:gd name="connsiteX57" fmla="*/ 1623269 w 1950394"/>
                <a:gd name="connsiteY57" fmla="*/ 656323 h 1950394"/>
                <a:gd name="connsiteX58" fmla="*/ 1628429 w 1950394"/>
                <a:gd name="connsiteY58" fmla="*/ 641876 h 1950394"/>
                <a:gd name="connsiteX59" fmla="*/ 1592310 w 1950394"/>
                <a:gd name="connsiteY59" fmla="*/ 579443 h 1950394"/>
                <a:gd name="connsiteX60" fmla="*/ 1578379 w 1950394"/>
                <a:gd name="connsiteY60" fmla="*/ 576863 h 1950394"/>
                <a:gd name="connsiteX61" fmla="*/ 1532457 w 1950394"/>
                <a:gd name="connsiteY61" fmla="*/ 599050 h 1950394"/>
                <a:gd name="connsiteX62" fmla="*/ 1490147 w 1950394"/>
                <a:gd name="connsiteY62" fmla="*/ 585118 h 1950394"/>
                <a:gd name="connsiteX63" fmla="*/ 1477247 w 1950394"/>
                <a:gd name="connsiteY63" fmla="*/ 569123 h 1950394"/>
                <a:gd name="connsiteX64" fmla="*/ 1476731 w 1950394"/>
                <a:gd name="connsiteY64" fmla="*/ 552096 h 1950394"/>
                <a:gd name="connsiteX65" fmla="*/ 1518525 w 1950394"/>
                <a:gd name="connsiteY65" fmla="*/ 499982 h 1950394"/>
                <a:gd name="connsiteX66" fmla="*/ 1519557 w 1950394"/>
                <a:gd name="connsiteY66" fmla="*/ 483987 h 1950394"/>
                <a:gd name="connsiteX67" fmla="*/ 1470540 w 1950394"/>
                <a:gd name="connsiteY67" fmla="*/ 434453 h 1950394"/>
                <a:gd name="connsiteX68" fmla="*/ 1452480 w 1950394"/>
                <a:gd name="connsiteY68" fmla="*/ 436001 h 1950394"/>
                <a:gd name="connsiteX69" fmla="*/ 1418942 w 1950394"/>
                <a:gd name="connsiteY69" fmla="*/ 465412 h 1950394"/>
                <a:gd name="connsiteX70" fmla="*/ 1369408 w 1950394"/>
                <a:gd name="connsiteY70" fmla="*/ 463348 h 1950394"/>
                <a:gd name="connsiteX71" fmla="*/ 1354961 w 1950394"/>
                <a:gd name="connsiteY71" fmla="*/ 452512 h 1950394"/>
                <a:gd name="connsiteX72" fmla="*/ 1349801 w 1950394"/>
                <a:gd name="connsiteY72" fmla="*/ 436001 h 1950394"/>
                <a:gd name="connsiteX73" fmla="*/ 1377148 w 1950394"/>
                <a:gd name="connsiteY73" fmla="*/ 374084 h 1950394"/>
                <a:gd name="connsiteX74" fmla="*/ 1374052 w 1950394"/>
                <a:gd name="connsiteY74" fmla="*/ 360152 h 1950394"/>
                <a:gd name="connsiteX75" fmla="*/ 1312651 w 1950394"/>
                <a:gd name="connsiteY75" fmla="*/ 324550 h 1950394"/>
                <a:gd name="connsiteX76" fmla="*/ 1296655 w 1950394"/>
                <a:gd name="connsiteY76" fmla="*/ 329193 h 1950394"/>
                <a:gd name="connsiteX77" fmla="*/ 1256925 w 1950394"/>
                <a:gd name="connsiteY77" fmla="*/ 382855 h 1950394"/>
                <a:gd name="connsiteX78" fmla="*/ 1238866 w 1950394"/>
                <a:gd name="connsiteY78" fmla="*/ 386467 h 1950394"/>
                <a:gd name="connsiteX79" fmla="*/ 1206875 w 1950394"/>
                <a:gd name="connsiteY79" fmla="*/ 373052 h 1950394"/>
                <a:gd name="connsiteX80" fmla="*/ 1196556 w 1950394"/>
                <a:gd name="connsiteY80" fmla="*/ 357572 h 1950394"/>
                <a:gd name="connsiteX81" fmla="*/ 1206359 w 1950394"/>
                <a:gd name="connsiteY81" fmla="*/ 293075 h 1950394"/>
                <a:gd name="connsiteX82" fmla="*/ 1199652 w 1950394"/>
                <a:gd name="connsiteY82" fmla="*/ 278112 h 1950394"/>
                <a:gd name="connsiteX83" fmla="*/ 1131027 w 1950394"/>
                <a:gd name="connsiteY83" fmla="*/ 259537 h 1950394"/>
                <a:gd name="connsiteX84" fmla="*/ 1118127 w 1950394"/>
                <a:gd name="connsiteY84" fmla="*/ 268308 h 1950394"/>
                <a:gd name="connsiteX85" fmla="*/ 1093360 w 1950394"/>
                <a:gd name="connsiteY85" fmla="*/ 331258 h 1950394"/>
                <a:gd name="connsiteX86" fmla="*/ 1079945 w 1950394"/>
                <a:gd name="connsiteY86" fmla="*/ 338481 h 1950394"/>
                <a:gd name="connsiteX87" fmla="*/ 1042794 w 1950394"/>
                <a:gd name="connsiteY87" fmla="*/ 333837 h 1950394"/>
                <a:gd name="connsiteX88" fmla="*/ 1028347 w 1950394"/>
                <a:gd name="connsiteY88" fmla="*/ 320422 h 1950394"/>
                <a:gd name="connsiteX89" fmla="*/ 1021123 w 1950394"/>
                <a:gd name="connsiteY89" fmla="*/ 257989 h 1950394"/>
                <a:gd name="connsiteX90" fmla="*/ 1008740 w 1950394"/>
                <a:gd name="connsiteY90" fmla="*/ 243541 h 1950394"/>
                <a:gd name="connsiteX91" fmla="*/ 941663 w 1950394"/>
                <a:gd name="connsiteY91" fmla="*/ 243541 h 1950394"/>
                <a:gd name="connsiteX92" fmla="*/ 929795 w 1950394"/>
                <a:gd name="connsiteY92" fmla="*/ 256957 h 1950394"/>
                <a:gd name="connsiteX93" fmla="*/ 922572 w 1950394"/>
                <a:gd name="connsiteY93" fmla="*/ 320422 h 1950394"/>
                <a:gd name="connsiteX94" fmla="*/ 909156 w 1950394"/>
                <a:gd name="connsiteY94" fmla="*/ 333321 h 1950394"/>
                <a:gd name="connsiteX95" fmla="*/ 872006 w 1950394"/>
                <a:gd name="connsiteY95" fmla="*/ 337965 h 1950394"/>
                <a:gd name="connsiteX96" fmla="*/ 857559 w 1950394"/>
                <a:gd name="connsiteY96" fmla="*/ 330226 h 1950394"/>
                <a:gd name="connsiteX97" fmla="*/ 833308 w 1950394"/>
                <a:gd name="connsiteY97" fmla="*/ 268308 h 1950394"/>
                <a:gd name="connsiteX98" fmla="*/ 819892 w 1950394"/>
                <a:gd name="connsiteY98" fmla="*/ 259021 h 1950394"/>
                <a:gd name="connsiteX99" fmla="*/ 753847 w 1950394"/>
                <a:gd name="connsiteY99" fmla="*/ 276564 h 1950394"/>
                <a:gd name="connsiteX100" fmla="*/ 745591 w 1950394"/>
                <a:gd name="connsiteY100" fmla="*/ 293075 h 1950394"/>
                <a:gd name="connsiteX101" fmla="*/ 754879 w 1950394"/>
                <a:gd name="connsiteY101" fmla="*/ 339513 h 1950394"/>
                <a:gd name="connsiteX102" fmla="*/ 728564 w 1950394"/>
                <a:gd name="connsiteY102" fmla="*/ 378728 h 1950394"/>
                <a:gd name="connsiteX103" fmla="*/ 712053 w 1950394"/>
                <a:gd name="connsiteY103" fmla="*/ 385951 h 1950394"/>
                <a:gd name="connsiteX104" fmla="*/ 695026 w 1950394"/>
                <a:gd name="connsiteY104" fmla="*/ 382855 h 1950394"/>
                <a:gd name="connsiteX105" fmla="*/ 654779 w 1950394"/>
                <a:gd name="connsiteY105" fmla="*/ 328161 h 1950394"/>
                <a:gd name="connsiteX106" fmla="*/ 641364 w 1950394"/>
                <a:gd name="connsiteY106" fmla="*/ 323002 h 1950394"/>
                <a:gd name="connsiteX107" fmla="*/ 577899 w 1950394"/>
                <a:gd name="connsiteY107" fmla="*/ 359636 h 1950394"/>
                <a:gd name="connsiteX108" fmla="*/ 574803 w 1950394"/>
                <a:gd name="connsiteY108" fmla="*/ 372536 h 1950394"/>
                <a:gd name="connsiteX109" fmla="*/ 602666 w 1950394"/>
                <a:gd name="connsiteY109" fmla="*/ 435485 h 1950394"/>
                <a:gd name="connsiteX110" fmla="*/ 598022 w 1950394"/>
                <a:gd name="connsiteY110" fmla="*/ 450964 h 1950394"/>
                <a:gd name="connsiteX111" fmla="*/ 567579 w 1950394"/>
                <a:gd name="connsiteY111" fmla="*/ 474699 h 1950394"/>
                <a:gd name="connsiteX112" fmla="*/ 550552 w 1950394"/>
                <a:gd name="connsiteY112" fmla="*/ 474699 h 1950394"/>
                <a:gd name="connsiteX113" fmla="*/ 498438 w 1950394"/>
                <a:gd name="connsiteY113" fmla="*/ 432905 h 1950394"/>
                <a:gd name="connsiteX114" fmla="*/ 483475 w 1950394"/>
                <a:gd name="connsiteY114" fmla="*/ 431357 h 1950394"/>
                <a:gd name="connsiteX115" fmla="*/ 432393 w 1950394"/>
                <a:gd name="connsiteY115" fmla="*/ 482439 h 1950394"/>
                <a:gd name="connsiteX116" fmla="*/ 433425 w 1950394"/>
                <a:gd name="connsiteY116" fmla="*/ 497402 h 1950394"/>
                <a:gd name="connsiteX117" fmla="*/ 475735 w 1950394"/>
                <a:gd name="connsiteY117" fmla="*/ 550032 h 1950394"/>
                <a:gd name="connsiteX118" fmla="*/ 475219 w 1950394"/>
                <a:gd name="connsiteY118" fmla="*/ 566027 h 1950394"/>
                <a:gd name="connsiteX119" fmla="*/ 450968 w 1950394"/>
                <a:gd name="connsiteY119" fmla="*/ 597502 h 1950394"/>
                <a:gd name="connsiteX120" fmla="*/ 437553 w 1950394"/>
                <a:gd name="connsiteY120" fmla="*/ 601629 h 1950394"/>
                <a:gd name="connsiteX121" fmla="*/ 373056 w 1950394"/>
                <a:gd name="connsiteY121" fmla="*/ 573251 h 1950394"/>
                <a:gd name="connsiteX122" fmla="*/ 360156 w 1950394"/>
                <a:gd name="connsiteY122" fmla="*/ 575315 h 1950394"/>
                <a:gd name="connsiteX123" fmla="*/ 323522 w 1950394"/>
                <a:gd name="connsiteY123" fmla="*/ 638780 h 1950394"/>
                <a:gd name="connsiteX124" fmla="*/ 328166 w 1950394"/>
                <a:gd name="connsiteY124" fmla="*/ 652711 h 1950394"/>
                <a:gd name="connsiteX125" fmla="*/ 374088 w 1950394"/>
                <a:gd name="connsiteY125" fmla="*/ 685218 h 1950394"/>
                <a:gd name="connsiteX126" fmla="*/ 380795 w 1950394"/>
                <a:gd name="connsiteY126" fmla="*/ 720820 h 1950394"/>
                <a:gd name="connsiteX127" fmla="*/ 372024 w 1950394"/>
                <a:gd name="connsiteY127" fmla="*/ 742492 h 1950394"/>
                <a:gd name="connsiteX128" fmla="*/ 355513 w 1950394"/>
                <a:gd name="connsiteY128" fmla="*/ 753327 h 1950394"/>
                <a:gd name="connsiteX129" fmla="*/ 291015 w 1950394"/>
                <a:gd name="connsiteY129" fmla="*/ 743523 h 1950394"/>
                <a:gd name="connsiteX130" fmla="*/ 276568 w 1950394"/>
                <a:gd name="connsiteY130" fmla="*/ 751263 h 1950394"/>
                <a:gd name="connsiteX131" fmla="*/ 258509 w 1950394"/>
                <a:gd name="connsiteY131" fmla="*/ 818340 h 1950394"/>
                <a:gd name="connsiteX132" fmla="*/ 267796 w 1950394"/>
                <a:gd name="connsiteY132" fmla="*/ 831756 h 1950394"/>
                <a:gd name="connsiteX133" fmla="*/ 330746 w 1950394"/>
                <a:gd name="connsiteY133" fmla="*/ 857038 h 1950394"/>
                <a:gd name="connsiteX134" fmla="*/ 337453 w 1950394"/>
                <a:gd name="connsiteY134" fmla="*/ 869422 h 1950394"/>
                <a:gd name="connsiteX135" fmla="*/ 332810 w 1950394"/>
                <a:gd name="connsiteY135" fmla="*/ 906572 h 1950394"/>
                <a:gd name="connsiteX136" fmla="*/ 318878 w 1950394"/>
                <a:gd name="connsiteY136" fmla="*/ 922052 h 1950394"/>
                <a:gd name="connsiteX137" fmla="*/ 256445 w 1950394"/>
                <a:gd name="connsiteY137" fmla="*/ 929275 h 1950394"/>
                <a:gd name="connsiteX138" fmla="*/ 242514 w 1950394"/>
                <a:gd name="connsiteY138" fmla="*/ 942175 h 1950394"/>
                <a:gd name="connsiteX139" fmla="*/ 242514 w 1950394"/>
                <a:gd name="connsiteY139" fmla="*/ 1006672 h 1950394"/>
                <a:gd name="connsiteX140" fmla="*/ 257993 w 1950394"/>
                <a:gd name="connsiteY140" fmla="*/ 1020603 h 1950394"/>
                <a:gd name="connsiteX141" fmla="*/ 321458 w 1950394"/>
                <a:gd name="connsiteY141" fmla="*/ 1028343 h 1950394"/>
                <a:gd name="connsiteX142" fmla="*/ 331778 w 1950394"/>
                <a:gd name="connsiteY142" fmla="*/ 1039694 h 1950394"/>
                <a:gd name="connsiteX143" fmla="*/ 336937 w 1950394"/>
                <a:gd name="connsiteY143" fmla="*/ 1077877 h 1950394"/>
                <a:gd name="connsiteX144" fmla="*/ 329198 w 1950394"/>
                <a:gd name="connsiteY144" fmla="*/ 1093356 h 1950394"/>
                <a:gd name="connsiteX145" fmla="*/ 265733 w 1950394"/>
                <a:gd name="connsiteY145" fmla="*/ 1117607 h 1950394"/>
                <a:gd name="connsiteX146" fmla="*/ 257993 w 1950394"/>
                <a:gd name="connsiteY146" fmla="*/ 1129990 h 1950394"/>
                <a:gd name="connsiteX147" fmla="*/ 276568 w 1950394"/>
                <a:gd name="connsiteY147" fmla="*/ 1198615 h 1950394"/>
                <a:gd name="connsiteX148" fmla="*/ 291531 w 1950394"/>
                <a:gd name="connsiteY148" fmla="*/ 1205839 h 1950394"/>
                <a:gd name="connsiteX149" fmla="*/ 345709 w 1950394"/>
                <a:gd name="connsiteY149" fmla="*/ 1196035 h 1950394"/>
                <a:gd name="connsiteX150" fmla="*/ 375636 w 1950394"/>
                <a:gd name="connsiteY150" fmla="*/ 1216675 h 1950394"/>
                <a:gd name="connsiteX151" fmla="*/ 384407 w 1950394"/>
                <a:gd name="connsiteY151" fmla="*/ 1236798 h 1950394"/>
                <a:gd name="connsiteX152" fmla="*/ 379764 w 1950394"/>
                <a:gd name="connsiteY152" fmla="*/ 1257953 h 1950394"/>
                <a:gd name="connsiteX153" fmla="*/ 327134 w 1950394"/>
                <a:gd name="connsiteY153" fmla="*/ 1296651 h 1950394"/>
                <a:gd name="connsiteX154" fmla="*/ 322490 w 1950394"/>
                <a:gd name="connsiteY154" fmla="*/ 1310583 h 1950394"/>
                <a:gd name="connsiteX155" fmla="*/ 359124 w 1950394"/>
                <a:gd name="connsiteY155" fmla="*/ 1374048 h 1950394"/>
                <a:gd name="connsiteX156" fmla="*/ 370992 w 1950394"/>
                <a:gd name="connsiteY156" fmla="*/ 1376628 h 1950394"/>
                <a:gd name="connsiteX157" fmla="*/ 433941 w 1950394"/>
                <a:gd name="connsiteY157" fmla="*/ 1348765 h 1950394"/>
                <a:gd name="connsiteX158" fmla="*/ 450452 w 1950394"/>
                <a:gd name="connsiteY158" fmla="*/ 1353925 h 1950394"/>
                <a:gd name="connsiteX159" fmla="*/ 474187 w 1950394"/>
                <a:gd name="connsiteY159" fmla="*/ 1384367 h 1950394"/>
                <a:gd name="connsiteX160" fmla="*/ 475219 w 1950394"/>
                <a:gd name="connsiteY160" fmla="*/ 1399331 h 1950394"/>
                <a:gd name="connsiteX161" fmla="*/ 432909 w 1950394"/>
                <a:gd name="connsiteY161" fmla="*/ 1452476 h 1950394"/>
                <a:gd name="connsiteX162" fmla="*/ 431877 w 1950394"/>
                <a:gd name="connsiteY162" fmla="*/ 1468471 h 1950394"/>
                <a:gd name="connsiteX163" fmla="*/ 481927 w 1950394"/>
                <a:gd name="connsiteY163" fmla="*/ 1518521 h 1950394"/>
                <a:gd name="connsiteX164" fmla="*/ 497922 w 1950394"/>
                <a:gd name="connsiteY164" fmla="*/ 1517489 h 1950394"/>
                <a:gd name="connsiteX165" fmla="*/ 550036 w 1950394"/>
                <a:gd name="connsiteY165" fmla="*/ 1475695 h 1950394"/>
                <a:gd name="connsiteX166" fmla="*/ 567063 w 1950394"/>
                <a:gd name="connsiteY166" fmla="*/ 1476211 h 1950394"/>
                <a:gd name="connsiteX167" fmla="*/ 596474 w 1950394"/>
                <a:gd name="connsiteY167" fmla="*/ 1498914 h 1950394"/>
                <a:gd name="connsiteX168" fmla="*/ 601634 w 1950394"/>
                <a:gd name="connsiteY168" fmla="*/ 1515426 h 1950394"/>
                <a:gd name="connsiteX169" fmla="*/ 574287 w 1950394"/>
                <a:gd name="connsiteY169" fmla="*/ 1577343 h 1950394"/>
                <a:gd name="connsiteX170" fmla="*/ 576867 w 1950394"/>
                <a:gd name="connsiteY170" fmla="*/ 1591274 h 1950394"/>
                <a:gd name="connsiteX171" fmla="*/ 639300 w 1950394"/>
                <a:gd name="connsiteY171" fmla="*/ 1627393 h 1950394"/>
                <a:gd name="connsiteX172" fmla="*/ 653747 w 1950394"/>
                <a:gd name="connsiteY172" fmla="*/ 1622233 h 1950394"/>
                <a:gd name="connsiteX173" fmla="*/ 693478 w 1950394"/>
                <a:gd name="connsiteY173" fmla="*/ 1568571 h 1950394"/>
                <a:gd name="connsiteX174" fmla="*/ 711537 w 1950394"/>
                <a:gd name="connsiteY174" fmla="*/ 1564959 h 1950394"/>
                <a:gd name="connsiteX175" fmla="*/ 743528 w 1950394"/>
                <a:gd name="connsiteY175" fmla="*/ 1578375 h 1950394"/>
                <a:gd name="connsiteX176" fmla="*/ 753847 w 1950394"/>
                <a:gd name="connsiteY176" fmla="*/ 1593854 h 1950394"/>
                <a:gd name="connsiteX177" fmla="*/ 744044 w 1950394"/>
                <a:gd name="connsiteY177" fmla="*/ 1658351 h 1950394"/>
                <a:gd name="connsiteX178" fmla="*/ 752299 w 1950394"/>
                <a:gd name="connsiteY178" fmla="*/ 1673831 h 1950394"/>
                <a:gd name="connsiteX179" fmla="*/ 818344 w 1950394"/>
                <a:gd name="connsiteY179" fmla="*/ 1691374 h 1950394"/>
                <a:gd name="connsiteX180" fmla="*/ 832276 w 1950394"/>
                <a:gd name="connsiteY180" fmla="*/ 1682602 h 1950394"/>
                <a:gd name="connsiteX181" fmla="*/ 857043 w 1950394"/>
                <a:gd name="connsiteY181" fmla="*/ 1619653 h 1950394"/>
                <a:gd name="connsiteX182" fmla="*/ 868910 w 1950394"/>
                <a:gd name="connsiteY182" fmla="*/ 1612429 h 1950394"/>
                <a:gd name="connsiteX183" fmla="*/ 908640 w 1950394"/>
                <a:gd name="connsiteY183" fmla="*/ 1617589 h 1950394"/>
                <a:gd name="connsiteX184" fmla="*/ 922056 w 1950394"/>
                <a:gd name="connsiteY184" fmla="*/ 1630488 h 1950394"/>
                <a:gd name="connsiteX185" fmla="*/ 929279 w 1950394"/>
                <a:gd name="connsiteY185" fmla="*/ 1692922 h 1950394"/>
                <a:gd name="connsiteX186" fmla="*/ 942695 w 1950394"/>
                <a:gd name="connsiteY186" fmla="*/ 1707369 h 1950394"/>
                <a:gd name="connsiteX187" fmla="*/ 1007192 w 1950394"/>
                <a:gd name="connsiteY187" fmla="*/ 1707369 h 1950394"/>
                <a:gd name="connsiteX188" fmla="*/ 1020607 w 1950394"/>
                <a:gd name="connsiteY188" fmla="*/ 1692406 h 1950394"/>
                <a:gd name="connsiteX189" fmla="*/ 1028347 w 1950394"/>
                <a:gd name="connsiteY189" fmla="*/ 1628941 h 1950394"/>
                <a:gd name="connsiteX190" fmla="*/ 1040215 w 1950394"/>
                <a:gd name="connsiteY190" fmla="*/ 1617589 h 1950394"/>
                <a:gd name="connsiteX191" fmla="*/ 1078397 w 1950394"/>
                <a:gd name="connsiteY191" fmla="*/ 1612429 h 1950394"/>
                <a:gd name="connsiteX192" fmla="*/ 1092844 w 1950394"/>
                <a:gd name="connsiteY192" fmla="*/ 1619653 h 1950394"/>
                <a:gd name="connsiteX193" fmla="*/ 1117095 w 1950394"/>
                <a:gd name="connsiteY193" fmla="*/ 1681570 h 1950394"/>
                <a:gd name="connsiteX194" fmla="*/ 1130511 w 1950394"/>
                <a:gd name="connsiteY194" fmla="*/ 1690858 h 1950394"/>
                <a:gd name="connsiteX195" fmla="*/ 1196556 w 1950394"/>
                <a:gd name="connsiteY195" fmla="*/ 1673315 h 1950394"/>
                <a:gd name="connsiteX196" fmla="*/ 1204811 w 1950394"/>
                <a:gd name="connsiteY196" fmla="*/ 1656803 h 1950394"/>
                <a:gd name="connsiteX197" fmla="*/ 1198104 w 1950394"/>
                <a:gd name="connsiteY197" fmla="*/ 1613977 h 1950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</a:cxnLst>
              <a:rect l="l" t="t" r="r" b="b"/>
              <a:pathLst>
                <a:path w="1950394" h="1950394">
                  <a:moveTo>
                    <a:pt x="977265" y="1954006"/>
                  </a:moveTo>
                  <a:cubicBezTo>
                    <a:pt x="444261" y="1950394"/>
                    <a:pt x="1552" y="1529873"/>
                    <a:pt x="4" y="977261"/>
                  </a:cubicBezTo>
                  <a:cubicBezTo>
                    <a:pt x="-1544" y="439613"/>
                    <a:pt x="427749" y="0"/>
                    <a:pt x="976749" y="0"/>
                  </a:cubicBezTo>
                  <a:cubicBezTo>
                    <a:pt x="1519041" y="0"/>
                    <a:pt x="1952978" y="432905"/>
                    <a:pt x="1953494" y="976229"/>
                  </a:cubicBezTo>
                  <a:cubicBezTo>
                    <a:pt x="1953494" y="1512846"/>
                    <a:pt x="1525749" y="1948330"/>
                    <a:pt x="977265" y="1954006"/>
                  </a:cubicBezTo>
                  <a:close/>
                  <a:moveTo>
                    <a:pt x="1198104" y="1613977"/>
                  </a:moveTo>
                  <a:cubicBezTo>
                    <a:pt x="1198104" y="1578891"/>
                    <a:pt x="1194492" y="1586630"/>
                    <a:pt x="1221839" y="1574763"/>
                  </a:cubicBezTo>
                  <a:cubicBezTo>
                    <a:pt x="1228030" y="1572183"/>
                    <a:pt x="1234738" y="1569603"/>
                    <a:pt x="1240930" y="1566507"/>
                  </a:cubicBezTo>
                  <a:cubicBezTo>
                    <a:pt x="1247637" y="1562896"/>
                    <a:pt x="1252797" y="1563927"/>
                    <a:pt x="1257957" y="1569603"/>
                  </a:cubicBezTo>
                  <a:cubicBezTo>
                    <a:pt x="1272920" y="1586630"/>
                    <a:pt x="1290464" y="1602110"/>
                    <a:pt x="1298203" y="1624297"/>
                  </a:cubicBezTo>
                  <a:cubicBezTo>
                    <a:pt x="1300783" y="1631520"/>
                    <a:pt x="1304395" y="1633068"/>
                    <a:pt x="1311619" y="1629456"/>
                  </a:cubicBezTo>
                  <a:cubicBezTo>
                    <a:pt x="1333290" y="1618105"/>
                    <a:pt x="1354445" y="1605722"/>
                    <a:pt x="1375084" y="1592822"/>
                  </a:cubicBezTo>
                  <a:cubicBezTo>
                    <a:pt x="1382824" y="1588178"/>
                    <a:pt x="1381791" y="1584051"/>
                    <a:pt x="1377148" y="1578891"/>
                  </a:cubicBezTo>
                  <a:cubicBezTo>
                    <a:pt x="1361152" y="1560832"/>
                    <a:pt x="1356509" y="1537613"/>
                    <a:pt x="1349285" y="1515426"/>
                  </a:cubicBezTo>
                  <a:cubicBezTo>
                    <a:pt x="1347221" y="1509750"/>
                    <a:pt x="1348253" y="1505622"/>
                    <a:pt x="1353413" y="1502010"/>
                  </a:cubicBezTo>
                  <a:cubicBezTo>
                    <a:pt x="1364248" y="1493754"/>
                    <a:pt x="1375600" y="1485499"/>
                    <a:pt x="1385919" y="1476727"/>
                  </a:cubicBezTo>
                  <a:cubicBezTo>
                    <a:pt x="1391079" y="1472600"/>
                    <a:pt x="1395723" y="1473115"/>
                    <a:pt x="1400883" y="1476727"/>
                  </a:cubicBezTo>
                  <a:cubicBezTo>
                    <a:pt x="1419458" y="1489111"/>
                    <a:pt x="1440097" y="1498914"/>
                    <a:pt x="1452996" y="1518005"/>
                  </a:cubicBezTo>
                  <a:cubicBezTo>
                    <a:pt x="1457640" y="1525229"/>
                    <a:pt x="1463316" y="1525745"/>
                    <a:pt x="1470024" y="1519553"/>
                  </a:cubicBezTo>
                  <a:cubicBezTo>
                    <a:pt x="1487051" y="1503558"/>
                    <a:pt x="1503562" y="1487047"/>
                    <a:pt x="1519041" y="1470535"/>
                  </a:cubicBezTo>
                  <a:cubicBezTo>
                    <a:pt x="1525233" y="1464344"/>
                    <a:pt x="1525749" y="1458668"/>
                    <a:pt x="1518010" y="1453508"/>
                  </a:cubicBezTo>
                  <a:cubicBezTo>
                    <a:pt x="1498402" y="1440093"/>
                    <a:pt x="1488599" y="1418938"/>
                    <a:pt x="1475699" y="1400363"/>
                  </a:cubicBezTo>
                  <a:cubicBezTo>
                    <a:pt x="1472088" y="1395203"/>
                    <a:pt x="1472088" y="1391075"/>
                    <a:pt x="1476215" y="1386431"/>
                  </a:cubicBezTo>
                  <a:cubicBezTo>
                    <a:pt x="1484987" y="1375596"/>
                    <a:pt x="1493243" y="1364760"/>
                    <a:pt x="1501498" y="1353925"/>
                  </a:cubicBezTo>
                  <a:cubicBezTo>
                    <a:pt x="1505626" y="1348249"/>
                    <a:pt x="1510270" y="1348249"/>
                    <a:pt x="1515946" y="1349797"/>
                  </a:cubicBezTo>
                  <a:cubicBezTo>
                    <a:pt x="1538133" y="1357020"/>
                    <a:pt x="1560836" y="1362180"/>
                    <a:pt x="1579411" y="1377660"/>
                  </a:cubicBezTo>
                  <a:cubicBezTo>
                    <a:pt x="1584571" y="1382303"/>
                    <a:pt x="1588182" y="1382303"/>
                    <a:pt x="1592310" y="1375596"/>
                  </a:cubicBezTo>
                  <a:cubicBezTo>
                    <a:pt x="1605210" y="1354441"/>
                    <a:pt x="1617593" y="1333801"/>
                    <a:pt x="1628945" y="1312130"/>
                  </a:cubicBezTo>
                  <a:cubicBezTo>
                    <a:pt x="1632557" y="1304907"/>
                    <a:pt x="1631009" y="1300779"/>
                    <a:pt x="1623785" y="1298199"/>
                  </a:cubicBezTo>
                  <a:cubicBezTo>
                    <a:pt x="1605726" y="1291491"/>
                    <a:pt x="1591794" y="1278592"/>
                    <a:pt x="1577863" y="1265692"/>
                  </a:cubicBezTo>
                  <a:cubicBezTo>
                    <a:pt x="1560320" y="1248665"/>
                    <a:pt x="1560836" y="1253309"/>
                    <a:pt x="1571155" y="1230090"/>
                  </a:cubicBezTo>
                  <a:cubicBezTo>
                    <a:pt x="1574251" y="1222866"/>
                    <a:pt x="1577347" y="1215643"/>
                    <a:pt x="1579927" y="1208419"/>
                  </a:cubicBezTo>
                  <a:cubicBezTo>
                    <a:pt x="1582507" y="1200163"/>
                    <a:pt x="1587667" y="1197583"/>
                    <a:pt x="1596438" y="1197583"/>
                  </a:cubicBezTo>
                  <a:cubicBezTo>
                    <a:pt x="1618625" y="1198100"/>
                    <a:pt x="1640296" y="1197583"/>
                    <a:pt x="1660935" y="1207387"/>
                  </a:cubicBezTo>
                  <a:cubicBezTo>
                    <a:pt x="1668159" y="1210483"/>
                    <a:pt x="1672287" y="1209967"/>
                    <a:pt x="1675383" y="1201195"/>
                  </a:cubicBezTo>
                  <a:cubicBezTo>
                    <a:pt x="1682090" y="1178492"/>
                    <a:pt x="1688282" y="1155789"/>
                    <a:pt x="1693442" y="1132570"/>
                  </a:cubicBezTo>
                  <a:cubicBezTo>
                    <a:pt x="1695506" y="1123283"/>
                    <a:pt x="1692926" y="1119671"/>
                    <a:pt x="1684154" y="1119155"/>
                  </a:cubicBezTo>
                  <a:cubicBezTo>
                    <a:pt x="1660935" y="1117091"/>
                    <a:pt x="1641328" y="1104192"/>
                    <a:pt x="1621205" y="1093872"/>
                  </a:cubicBezTo>
                  <a:cubicBezTo>
                    <a:pt x="1616561" y="1091808"/>
                    <a:pt x="1613465" y="1088712"/>
                    <a:pt x="1614497" y="1083037"/>
                  </a:cubicBezTo>
                  <a:cubicBezTo>
                    <a:pt x="1616561" y="1069621"/>
                    <a:pt x="1618625" y="1055690"/>
                    <a:pt x="1620173" y="1042274"/>
                  </a:cubicBezTo>
                  <a:cubicBezTo>
                    <a:pt x="1621205" y="1034535"/>
                    <a:pt x="1625333" y="1031439"/>
                    <a:pt x="1632557" y="1029891"/>
                  </a:cubicBezTo>
                  <a:cubicBezTo>
                    <a:pt x="1653712" y="1025763"/>
                    <a:pt x="1673835" y="1018539"/>
                    <a:pt x="1696022" y="1022667"/>
                  </a:cubicBezTo>
                  <a:cubicBezTo>
                    <a:pt x="1704793" y="1024215"/>
                    <a:pt x="1708921" y="1020603"/>
                    <a:pt x="1709437" y="1010800"/>
                  </a:cubicBezTo>
                  <a:cubicBezTo>
                    <a:pt x="1710469" y="988612"/>
                    <a:pt x="1710985" y="966426"/>
                    <a:pt x="1709437" y="943723"/>
                  </a:cubicBezTo>
                  <a:cubicBezTo>
                    <a:pt x="1708921" y="933403"/>
                    <a:pt x="1704793" y="929791"/>
                    <a:pt x="1694990" y="931339"/>
                  </a:cubicBezTo>
                  <a:cubicBezTo>
                    <a:pt x="1680026" y="933919"/>
                    <a:pt x="1665063" y="931855"/>
                    <a:pt x="1650616" y="928243"/>
                  </a:cubicBezTo>
                  <a:cubicBezTo>
                    <a:pt x="1619141" y="919988"/>
                    <a:pt x="1621205" y="928243"/>
                    <a:pt x="1618109" y="892125"/>
                  </a:cubicBezTo>
                  <a:cubicBezTo>
                    <a:pt x="1617593" y="885933"/>
                    <a:pt x="1616561" y="880257"/>
                    <a:pt x="1615013" y="874582"/>
                  </a:cubicBezTo>
                  <a:cubicBezTo>
                    <a:pt x="1612949" y="866842"/>
                    <a:pt x="1616561" y="862714"/>
                    <a:pt x="1622753" y="859102"/>
                  </a:cubicBezTo>
                  <a:cubicBezTo>
                    <a:pt x="1642876" y="849299"/>
                    <a:pt x="1661967" y="836915"/>
                    <a:pt x="1684670" y="834851"/>
                  </a:cubicBezTo>
                  <a:cubicBezTo>
                    <a:pt x="1692410" y="834335"/>
                    <a:pt x="1696022" y="830724"/>
                    <a:pt x="1693442" y="821952"/>
                  </a:cubicBezTo>
                  <a:cubicBezTo>
                    <a:pt x="1687766" y="799249"/>
                    <a:pt x="1682090" y="776030"/>
                    <a:pt x="1674867" y="753327"/>
                  </a:cubicBezTo>
                  <a:cubicBezTo>
                    <a:pt x="1671771" y="744039"/>
                    <a:pt x="1667643" y="743007"/>
                    <a:pt x="1659903" y="746619"/>
                  </a:cubicBezTo>
                  <a:cubicBezTo>
                    <a:pt x="1638748" y="756423"/>
                    <a:pt x="1616561" y="755907"/>
                    <a:pt x="1594374" y="756423"/>
                  </a:cubicBezTo>
                  <a:cubicBezTo>
                    <a:pt x="1587667" y="756423"/>
                    <a:pt x="1583023" y="754359"/>
                    <a:pt x="1580443" y="747651"/>
                  </a:cubicBezTo>
                  <a:cubicBezTo>
                    <a:pt x="1575799" y="735784"/>
                    <a:pt x="1571155" y="724432"/>
                    <a:pt x="1565995" y="713081"/>
                  </a:cubicBezTo>
                  <a:cubicBezTo>
                    <a:pt x="1562900" y="705857"/>
                    <a:pt x="1564448" y="701213"/>
                    <a:pt x="1570123" y="696054"/>
                  </a:cubicBezTo>
                  <a:cubicBezTo>
                    <a:pt x="1586635" y="681090"/>
                    <a:pt x="1602114" y="664579"/>
                    <a:pt x="1623269" y="656323"/>
                  </a:cubicBezTo>
                  <a:cubicBezTo>
                    <a:pt x="1631009" y="653227"/>
                    <a:pt x="1632557" y="649616"/>
                    <a:pt x="1628429" y="641876"/>
                  </a:cubicBezTo>
                  <a:cubicBezTo>
                    <a:pt x="1617077" y="620721"/>
                    <a:pt x="1605210" y="599566"/>
                    <a:pt x="1592310" y="579443"/>
                  </a:cubicBezTo>
                  <a:cubicBezTo>
                    <a:pt x="1587667" y="572219"/>
                    <a:pt x="1584055" y="572219"/>
                    <a:pt x="1578379" y="576863"/>
                  </a:cubicBezTo>
                  <a:cubicBezTo>
                    <a:pt x="1564963" y="587698"/>
                    <a:pt x="1548968" y="594406"/>
                    <a:pt x="1532457" y="599050"/>
                  </a:cubicBezTo>
                  <a:cubicBezTo>
                    <a:pt x="1499950" y="607821"/>
                    <a:pt x="1510270" y="610917"/>
                    <a:pt x="1490147" y="585118"/>
                  </a:cubicBezTo>
                  <a:cubicBezTo>
                    <a:pt x="1486019" y="579443"/>
                    <a:pt x="1481891" y="574283"/>
                    <a:pt x="1477247" y="569123"/>
                  </a:cubicBezTo>
                  <a:cubicBezTo>
                    <a:pt x="1472088" y="563447"/>
                    <a:pt x="1472088" y="558288"/>
                    <a:pt x="1476731" y="552096"/>
                  </a:cubicBezTo>
                  <a:cubicBezTo>
                    <a:pt x="1489115" y="533521"/>
                    <a:pt x="1498918" y="513397"/>
                    <a:pt x="1518525" y="499982"/>
                  </a:cubicBezTo>
                  <a:cubicBezTo>
                    <a:pt x="1525233" y="495338"/>
                    <a:pt x="1525233" y="490178"/>
                    <a:pt x="1519557" y="483987"/>
                  </a:cubicBezTo>
                  <a:cubicBezTo>
                    <a:pt x="1503562" y="466960"/>
                    <a:pt x="1487051" y="450448"/>
                    <a:pt x="1470540" y="434453"/>
                  </a:cubicBezTo>
                  <a:cubicBezTo>
                    <a:pt x="1463316" y="427745"/>
                    <a:pt x="1458156" y="428261"/>
                    <a:pt x="1452480" y="436001"/>
                  </a:cubicBezTo>
                  <a:cubicBezTo>
                    <a:pt x="1443709" y="448384"/>
                    <a:pt x="1431841" y="457672"/>
                    <a:pt x="1418942" y="465412"/>
                  </a:cubicBezTo>
                  <a:cubicBezTo>
                    <a:pt x="1393143" y="481407"/>
                    <a:pt x="1393143" y="481407"/>
                    <a:pt x="1369408" y="463348"/>
                  </a:cubicBezTo>
                  <a:cubicBezTo>
                    <a:pt x="1364764" y="459736"/>
                    <a:pt x="1360121" y="455608"/>
                    <a:pt x="1354961" y="452512"/>
                  </a:cubicBezTo>
                  <a:cubicBezTo>
                    <a:pt x="1348253" y="448384"/>
                    <a:pt x="1347221" y="443225"/>
                    <a:pt x="1349801" y="436001"/>
                  </a:cubicBezTo>
                  <a:cubicBezTo>
                    <a:pt x="1357025" y="414330"/>
                    <a:pt x="1361668" y="391627"/>
                    <a:pt x="1377148" y="374084"/>
                  </a:cubicBezTo>
                  <a:cubicBezTo>
                    <a:pt x="1382307" y="368408"/>
                    <a:pt x="1381276" y="364280"/>
                    <a:pt x="1374052" y="360152"/>
                  </a:cubicBezTo>
                  <a:cubicBezTo>
                    <a:pt x="1353929" y="347769"/>
                    <a:pt x="1333806" y="335385"/>
                    <a:pt x="1312651" y="324550"/>
                  </a:cubicBezTo>
                  <a:cubicBezTo>
                    <a:pt x="1304911" y="320422"/>
                    <a:pt x="1299751" y="320422"/>
                    <a:pt x="1296655" y="329193"/>
                  </a:cubicBezTo>
                  <a:cubicBezTo>
                    <a:pt x="1288916" y="350865"/>
                    <a:pt x="1271888" y="365828"/>
                    <a:pt x="1256925" y="382855"/>
                  </a:cubicBezTo>
                  <a:cubicBezTo>
                    <a:pt x="1251249" y="389047"/>
                    <a:pt x="1246090" y="389563"/>
                    <a:pt x="1238866" y="386467"/>
                  </a:cubicBezTo>
                  <a:cubicBezTo>
                    <a:pt x="1228546" y="381307"/>
                    <a:pt x="1217711" y="377179"/>
                    <a:pt x="1206875" y="373052"/>
                  </a:cubicBezTo>
                  <a:cubicBezTo>
                    <a:pt x="1199136" y="370472"/>
                    <a:pt x="1196556" y="365312"/>
                    <a:pt x="1196556" y="357572"/>
                  </a:cubicBezTo>
                  <a:cubicBezTo>
                    <a:pt x="1197072" y="335385"/>
                    <a:pt x="1196556" y="313714"/>
                    <a:pt x="1206359" y="293075"/>
                  </a:cubicBezTo>
                  <a:cubicBezTo>
                    <a:pt x="1209971" y="285335"/>
                    <a:pt x="1208939" y="280692"/>
                    <a:pt x="1199652" y="278112"/>
                  </a:cubicBezTo>
                  <a:cubicBezTo>
                    <a:pt x="1176949" y="271404"/>
                    <a:pt x="1154246" y="265212"/>
                    <a:pt x="1131027" y="259537"/>
                  </a:cubicBezTo>
                  <a:cubicBezTo>
                    <a:pt x="1122255" y="257473"/>
                    <a:pt x="1119159" y="260569"/>
                    <a:pt x="1118127" y="268308"/>
                  </a:cubicBezTo>
                  <a:cubicBezTo>
                    <a:pt x="1116063" y="291527"/>
                    <a:pt x="1103164" y="311134"/>
                    <a:pt x="1093360" y="331258"/>
                  </a:cubicBezTo>
                  <a:cubicBezTo>
                    <a:pt x="1090780" y="336933"/>
                    <a:pt x="1086653" y="339513"/>
                    <a:pt x="1079945" y="338481"/>
                  </a:cubicBezTo>
                  <a:cubicBezTo>
                    <a:pt x="1067561" y="336417"/>
                    <a:pt x="1055178" y="334869"/>
                    <a:pt x="1042794" y="333837"/>
                  </a:cubicBezTo>
                  <a:cubicBezTo>
                    <a:pt x="1034539" y="332805"/>
                    <a:pt x="1029895" y="329193"/>
                    <a:pt x="1028347" y="320422"/>
                  </a:cubicBezTo>
                  <a:cubicBezTo>
                    <a:pt x="1024735" y="299783"/>
                    <a:pt x="1016996" y="279660"/>
                    <a:pt x="1021123" y="257989"/>
                  </a:cubicBezTo>
                  <a:cubicBezTo>
                    <a:pt x="1022671" y="248701"/>
                    <a:pt x="1019059" y="244057"/>
                    <a:pt x="1008740" y="243541"/>
                  </a:cubicBezTo>
                  <a:cubicBezTo>
                    <a:pt x="986553" y="242509"/>
                    <a:pt x="964366" y="242509"/>
                    <a:pt x="941663" y="243541"/>
                  </a:cubicBezTo>
                  <a:cubicBezTo>
                    <a:pt x="931859" y="244057"/>
                    <a:pt x="928247" y="248185"/>
                    <a:pt x="929795" y="256957"/>
                  </a:cubicBezTo>
                  <a:cubicBezTo>
                    <a:pt x="933923" y="279144"/>
                    <a:pt x="926184" y="299267"/>
                    <a:pt x="922572" y="320422"/>
                  </a:cubicBezTo>
                  <a:cubicBezTo>
                    <a:pt x="921024" y="328678"/>
                    <a:pt x="916896" y="332290"/>
                    <a:pt x="909156" y="333321"/>
                  </a:cubicBezTo>
                  <a:cubicBezTo>
                    <a:pt x="896773" y="334869"/>
                    <a:pt x="884389" y="335901"/>
                    <a:pt x="872006" y="337965"/>
                  </a:cubicBezTo>
                  <a:cubicBezTo>
                    <a:pt x="864782" y="339513"/>
                    <a:pt x="860654" y="336933"/>
                    <a:pt x="857559" y="330226"/>
                  </a:cubicBezTo>
                  <a:cubicBezTo>
                    <a:pt x="847755" y="310102"/>
                    <a:pt x="835371" y="291527"/>
                    <a:pt x="833308" y="268308"/>
                  </a:cubicBezTo>
                  <a:cubicBezTo>
                    <a:pt x="832276" y="259537"/>
                    <a:pt x="828664" y="256957"/>
                    <a:pt x="819892" y="259021"/>
                  </a:cubicBezTo>
                  <a:cubicBezTo>
                    <a:pt x="797705" y="264180"/>
                    <a:pt x="775518" y="269856"/>
                    <a:pt x="753847" y="276564"/>
                  </a:cubicBezTo>
                  <a:cubicBezTo>
                    <a:pt x="744044" y="279660"/>
                    <a:pt x="740948" y="283272"/>
                    <a:pt x="745591" y="293075"/>
                  </a:cubicBezTo>
                  <a:cubicBezTo>
                    <a:pt x="751783" y="308039"/>
                    <a:pt x="754879" y="323518"/>
                    <a:pt x="754879" y="339513"/>
                  </a:cubicBezTo>
                  <a:cubicBezTo>
                    <a:pt x="754879" y="367892"/>
                    <a:pt x="755395" y="367892"/>
                    <a:pt x="728564" y="378728"/>
                  </a:cubicBezTo>
                  <a:cubicBezTo>
                    <a:pt x="722888" y="380791"/>
                    <a:pt x="717213" y="383371"/>
                    <a:pt x="712053" y="385951"/>
                  </a:cubicBezTo>
                  <a:cubicBezTo>
                    <a:pt x="705345" y="389563"/>
                    <a:pt x="700185" y="388531"/>
                    <a:pt x="695026" y="382855"/>
                  </a:cubicBezTo>
                  <a:cubicBezTo>
                    <a:pt x="679546" y="365828"/>
                    <a:pt x="662519" y="350349"/>
                    <a:pt x="654779" y="328161"/>
                  </a:cubicBezTo>
                  <a:cubicBezTo>
                    <a:pt x="652200" y="320938"/>
                    <a:pt x="648588" y="319390"/>
                    <a:pt x="641364" y="323002"/>
                  </a:cubicBezTo>
                  <a:cubicBezTo>
                    <a:pt x="619693" y="334353"/>
                    <a:pt x="598538" y="346737"/>
                    <a:pt x="577899" y="359636"/>
                  </a:cubicBezTo>
                  <a:cubicBezTo>
                    <a:pt x="571707" y="363248"/>
                    <a:pt x="570159" y="366860"/>
                    <a:pt x="574803" y="372536"/>
                  </a:cubicBezTo>
                  <a:cubicBezTo>
                    <a:pt x="590798" y="390595"/>
                    <a:pt x="595958" y="413298"/>
                    <a:pt x="602666" y="435485"/>
                  </a:cubicBezTo>
                  <a:cubicBezTo>
                    <a:pt x="604730" y="442193"/>
                    <a:pt x="604214" y="446836"/>
                    <a:pt x="598022" y="450964"/>
                  </a:cubicBezTo>
                  <a:cubicBezTo>
                    <a:pt x="587702" y="458188"/>
                    <a:pt x="577383" y="466444"/>
                    <a:pt x="567579" y="474699"/>
                  </a:cubicBezTo>
                  <a:cubicBezTo>
                    <a:pt x="561388" y="479859"/>
                    <a:pt x="556744" y="478827"/>
                    <a:pt x="550552" y="474699"/>
                  </a:cubicBezTo>
                  <a:cubicBezTo>
                    <a:pt x="531977" y="462316"/>
                    <a:pt x="511854" y="451996"/>
                    <a:pt x="498438" y="432905"/>
                  </a:cubicBezTo>
                  <a:cubicBezTo>
                    <a:pt x="494310" y="426713"/>
                    <a:pt x="489151" y="426197"/>
                    <a:pt x="483475" y="431357"/>
                  </a:cubicBezTo>
                  <a:cubicBezTo>
                    <a:pt x="465932" y="447352"/>
                    <a:pt x="448904" y="464895"/>
                    <a:pt x="432393" y="482439"/>
                  </a:cubicBezTo>
                  <a:cubicBezTo>
                    <a:pt x="427233" y="488114"/>
                    <a:pt x="426717" y="493274"/>
                    <a:pt x="433425" y="497402"/>
                  </a:cubicBezTo>
                  <a:cubicBezTo>
                    <a:pt x="453032" y="510818"/>
                    <a:pt x="462836" y="531457"/>
                    <a:pt x="475735" y="550032"/>
                  </a:cubicBezTo>
                  <a:cubicBezTo>
                    <a:pt x="479863" y="555708"/>
                    <a:pt x="479863" y="560867"/>
                    <a:pt x="475219" y="566027"/>
                  </a:cubicBezTo>
                  <a:cubicBezTo>
                    <a:pt x="466964" y="576347"/>
                    <a:pt x="458708" y="587182"/>
                    <a:pt x="450968" y="597502"/>
                  </a:cubicBezTo>
                  <a:cubicBezTo>
                    <a:pt x="447357" y="602146"/>
                    <a:pt x="443745" y="603694"/>
                    <a:pt x="437553" y="601629"/>
                  </a:cubicBezTo>
                  <a:cubicBezTo>
                    <a:pt x="414850" y="594406"/>
                    <a:pt x="391631" y="589246"/>
                    <a:pt x="373056" y="573251"/>
                  </a:cubicBezTo>
                  <a:cubicBezTo>
                    <a:pt x="367896" y="568607"/>
                    <a:pt x="363768" y="568607"/>
                    <a:pt x="360156" y="575315"/>
                  </a:cubicBezTo>
                  <a:cubicBezTo>
                    <a:pt x="347257" y="596470"/>
                    <a:pt x="334358" y="617109"/>
                    <a:pt x="323522" y="638780"/>
                  </a:cubicBezTo>
                  <a:cubicBezTo>
                    <a:pt x="319910" y="646004"/>
                    <a:pt x="320942" y="650131"/>
                    <a:pt x="328166" y="652711"/>
                  </a:cubicBezTo>
                  <a:cubicBezTo>
                    <a:pt x="346225" y="659419"/>
                    <a:pt x="360672" y="672318"/>
                    <a:pt x="374088" y="685218"/>
                  </a:cubicBezTo>
                  <a:cubicBezTo>
                    <a:pt x="392147" y="702245"/>
                    <a:pt x="391115" y="698117"/>
                    <a:pt x="380795" y="720820"/>
                  </a:cubicBezTo>
                  <a:cubicBezTo>
                    <a:pt x="377700" y="728044"/>
                    <a:pt x="374604" y="735268"/>
                    <a:pt x="372024" y="742492"/>
                  </a:cubicBezTo>
                  <a:cubicBezTo>
                    <a:pt x="369444" y="750747"/>
                    <a:pt x="364284" y="753327"/>
                    <a:pt x="355513" y="753327"/>
                  </a:cubicBezTo>
                  <a:cubicBezTo>
                    <a:pt x="333326" y="752811"/>
                    <a:pt x="311655" y="753327"/>
                    <a:pt x="291015" y="743523"/>
                  </a:cubicBezTo>
                  <a:cubicBezTo>
                    <a:pt x="282760" y="739396"/>
                    <a:pt x="279148" y="742492"/>
                    <a:pt x="276568" y="751263"/>
                  </a:cubicBezTo>
                  <a:cubicBezTo>
                    <a:pt x="269860" y="773450"/>
                    <a:pt x="264185" y="796153"/>
                    <a:pt x="258509" y="818340"/>
                  </a:cubicBezTo>
                  <a:cubicBezTo>
                    <a:pt x="256445" y="827628"/>
                    <a:pt x="259025" y="831239"/>
                    <a:pt x="267796" y="831756"/>
                  </a:cubicBezTo>
                  <a:cubicBezTo>
                    <a:pt x="291015" y="833819"/>
                    <a:pt x="310623" y="846719"/>
                    <a:pt x="330746" y="857038"/>
                  </a:cubicBezTo>
                  <a:cubicBezTo>
                    <a:pt x="335905" y="859618"/>
                    <a:pt x="338485" y="863230"/>
                    <a:pt x="337453" y="869422"/>
                  </a:cubicBezTo>
                  <a:cubicBezTo>
                    <a:pt x="335389" y="881805"/>
                    <a:pt x="333842" y="894189"/>
                    <a:pt x="332810" y="906572"/>
                  </a:cubicBezTo>
                  <a:cubicBezTo>
                    <a:pt x="331778" y="915344"/>
                    <a:pt x="328166" y="919988"/>
                    <a:pt x="318878" y="922052"/>
                  </a:cubicBezTo>
                  <a:cubicBezTo>
                    <a:pt x="298239" y="925664"/>
                    <a:pt x="278116" y="932887"/>
                    <a:pt x="256445" y="929275"/>
                  </a:cubicBezTo>
                  <a:cubicBezTo>
                    <a:pt x="246125" y="927211"/>
                    <a:pt x="243029" y="932371"/>
                    <a:pt x="242514" y="942175"/>
                  </a:cubicBezTo>
                  <a:cubicBezTo>
                    <a:pt x="241482" y="963846"/>
                    <a:pt x="241482" y="985001"/>
                    <a:pt x="242514" y="1006672"/>
                  </a:cubicBezTo>
                  <a:cubicBezTo>
                    <a:pt x="243029" y="1018023"/>
                    <a:pt x="247157" y="1022667"/>
                    <a:pt x="257993" y="1020603"/>
                  </a:cubicBezTo>
                  <a:cubicBezTo>
                    <a:pt x="280180" y="1016475"/>
                    <a:pt x="300303" y="1024731"/>
                    <a:pt x="321458" y="1028343"/>
                  </a:cubicBezTo>
                  <a:cubicBezTo>
                    <a:pt x="327650" y="1029375"/>
                    <a:pt x="331262" y="1032987"/>
                    <a:pt x="331778" y="1039694"/>
                  </a:cubicBezTo>
                  <a:cubicBezTo>
                    <a:pt x="333326" y="1052594"/>
                    <a:pt x="334358" y="1065493"/>
                    <a:pt x="336937" y="1077877"/>
                  </a:cubicBezTo>
                  <a:cubicBezTo>
                    <a:pt x="338485" y="1085617"/>
                    <a:pt x="335905" y="1089744"/>
                    <a:pt x="329198" y="1093356"/>
                  </a:cubicBezTo>
                  <a:cubicBezTo>
                    <a:pt x="309075" y="1103676"/>
                    <a:pt x="289467" y="1115543"/>
                    <a:pt x="265733" y="1117607"/>
                  </a:cubicBezTo>
                  <a:cubicBezTo>
                    <a:pt x="257993" y="1118123"/>
                    <a:pt x="255929" y="1122251"/>
                    <a:pt x="257993" y="1129990"/>
                  </a:cubicBezTo>
                  <a:cubicBezTo>
                    <a:pt x="263669" y="1153209"/>
                    <a:pt x="269344" y="1175913"/>
                    <a:pt x="276568" y="1198615"/>
                  </a:cubicBezTo>
                  <a:cubicBezTo>
                    <a:pt x="279148" y="1207903"/>
                    <a:pt x="283276" y="1209451"/>
                    <a:pt x="291531" y="1205839"/>
                  </a:cubicBezTo>
                  <a:cubicBezTo>
                    <a:pt x="308559" y="1198100"/>
                    <a:pt x="327134" y="1196035"/>
                    <a:pt x="345709" y="1196035"/>
                  </a:cubicBezTo>
                  <a:cubicBezTo>
                    <a:pt x="371508" y="1196035"/>
                    <a:pt x="366348" y="1193456"/>
                    <a:pt x="375636" y="1216675"/>
                  </a:cubicBezTo>
                  <a:cubicBezTo>
                    <a:pt x="378216" y="1223382"/>
                    <a:pt x="380795" y="1230606"/>
                    <a:pt x="384407" y="1236798"/>
                  </a:cubicBezTo>
                  <a:cubicBezTo>
                    <a:pt x="389051" y="1245569"/>
                    <a:pt x="386987" y="1251761"/>
                    <a:pt x="379764" y="1257953"/>
                  </a:cubicBezTo>
                  <a:cubicBezTo>
                    <a:pt x="363252" y="1272400"/>
                    <a:pt x="348289" y="1288396"/>
                    <a:pt x="327134" y="1296651"/>
                  </a:cubicBezTo>
                  <a:cubicBezTo>
                    <a:pt x="319394" y="1299231"/>
                    <a:pt x="319394" y="1303875"/>
                    <a:pt x="322490" y="1310583"/>
                  </a:cubicBezTo>
                  <a:cubicBezTo>
                    <a:pt x="333842" y="1332254"/>
                    <a:pt x="346225" y="1353409"/>
                    <a:pt x="359124" y="1374048"/>
                  </a:cubicBezTo>
                  <a:cubicBezTo>
                    <a:pt x="362736" y="1379724"/>
                    <a:pt x="365832" y="1380755"/>
                    <a:pt x="370992" y="1376628"/>
                  </a:cubicBezTo>
                  <a:cubicBezTo>
                    <a:pt x="389051" y="1361148"/>
                    <a:pt x="412270" y="1355988"/>
                    <a:pt x="433941" y="1348765"/>
                  </a:cubicBezTo>
                  <a:cubicBezTo>
                    <a:pt x="441165" y="1346185"/>
                    <a:pt x="445809" y="1347217"/>
                    <a:pt x="450452" y="1353925"/>
                  </a:cubicBezTo>
                  <a:cubicBezTo>
                    <a:pt x="457676" y="1364760"/>
                    <a:pt x="465932" y="1374564"/>
                    <a:pt x="474187" y="1384367"/>
                  </a:cubicBezTo>
                  <a:cubicBezTo>
                    <a:pt x="478315" y="1389527"/>
                    <a:pt x="478831" y="1393655"/>
                    <a:pt x="475219" y="1399331"/>
                  </a:cubicBezTo>
                  <a:cubicBezTo>
                    <a:pt x="462320" y="1417906"/>
                    <a:pt x="452516" y="1439061"/>
                    <a:pt x="432909" y="1452476"/>
                  </a:cubicBezTo>
                  <a:cubicBezTo>
                    <a:pt x="426201" y="1457120"/>
                    <a:pt x="425685" y="1461764"/>
                    <a:pt x="431877" y="1468471"/>
                  </a:cubicBezTo>
                  <a:cubicBezTo>
                    <a:pt x="447873" y="1486015"/>
                    <a:pt x="464384" y="1502526"/>
                    <a:pt x="481927" y="1518521"/>
                  </a:cubicBezTo>
                  <a:cubicBezTo>
                    <a:pt x="488119" y="1524197"/>
                    <a:pt x="493279" y="1524197"/>
                    <a:pt x="497922" y="1517489"/>
                  </a:cubicBezTo>
                  <a:cubicBezTo>
                    <a:pt x="510822" y="1498398"/>
                    <a:pt x="531461" y="1488595"/>
                    <a:pt x="550036" y="1475695"/>
                  </a:cubicBezTo>
                  <a:cubicBezTo>
                    <a:pt x="556228" y="1471568"/>
                    <a:pt x="561388" y="1471568"/>
                    <a:pt x="567063" y="1476211"/>
                  </a:cubicBezTo>
                  <a:cubicBezTo>
                    <a:pt x="576867" y="1483951"/>
                    <a:pt x="586670" y="1491690"/>
                    <a:pt x="596474" y="1498914"/>
                  </a:cubicBezTo>
                  <a:cubicBezTo>
                    <a:pt x="602666" y="1503558"/>
                    <a:pt x="604214" y="1508202"/>
                    <a:pt x="601634" y="1515426"/>
                  </a:cubicBezTo>
                  <a:cubicBezTo>
                    <a:pt x="594926" y="1537097"/>
                    <a:pt x="589250" y="1559284"/>
                    <a:pt x="574287" y="1577343"/>
                  </a:cubicBezTo>
                  <a:cubicBezTo>
                    <a:pt x="569127" y="1583018"/>
                    <a:pt x="569643" y="1587146"/>
                    <a:pt x="576867" y="1591274"/>
                  </a:cubicBezTo>
                  <a:cubicBezTo>
                    <a:pt x="597506" y="1603658"/>
                    <a:pt x="618145" y="1616041"/>
                    <a:pt x="639300" y="1627393"/>
                  </a:cubicBezTo>
                  <a:cubicBezTo>
                    <a:pt x="647040" y="1631520"/>
                    <a:pt x="651168" y="1629973"/>
                    <a:pt x="653747" y="1622233"/>
                  </a:cubicBezTo>
                  <a:cubicBezTo>
                    <a:pt x="662003" y="1600562"/>
                    <a:pt x="678514" y="1585598"/>
                    <a:pt x="693478" y="1568571"/>
                  </a:cubicBezTo>
                  <a:cubicBezTo>
                    <a:pt x="699153" y="1562379"/>
                    <a:pt x="704313" y="1561864"/>
                    <a:pt x="711537" y="1564959"/>
                  </a:cubicBezTo>
                  <a:cubicBezTo>
                    <a:pt x="721856" y="1570119"/>
                    <a:pt x="732692" y="1574247"/>
                    <a:pt x="743528" y="1578375"/>
                  </a:cubicBezTo>
                  <a:cubicBezTo>
                    <a:pt x="751267" y="1580955"/>
                    <a:pt x="753847" y="1585598"/>
                    <a:pt x="753847" y="1593854"/>
                  </a:cubicBezTo>
                  <a:cubicBezTo>
                    <a:pt x="753331" y="1616041"/>
                    <a:pt x="753847" y="1637712"/>
                    <a:pt x="744044" y="1658351"/>
                  </a:cubicBezTo>
                  <a:cubicBezTo>
                    <a:pt x="739916" y="1667123"/>
                    <a:pt x="743012" y="1671251"/>
                    <a:pt x="752299" y="1673831"/>
                  </a:cubicBezTo>
                  <a:cubicBezTo>
                    <a:pt x="773970" y="1680538"/>
                    <a:pt x="796157" y="1686214"/>
                    <a:pt x="818344" y="1691374"/>
                  </a:cubicBezTo>
                  <a:cubicBezTo>
                    <a:pt x="827116" y="1693438"/>
                    <a:pt x="831760" y="1692406"/>
                    <a:pt x="832276" y="1682602"/>
                  </a:cubicBezTo>
                  <a:cubicBezTo>
                    <a:pt x="834340" y="1659383"/>
                    <a:pt x="846723" y="1639776"/>
                    <a:pt x="857043" y="1619653"/>
                  </a:cubicBezTo>
                  <a:cubicBezTo>
                    <a:pt x="859622" y="1614493"/>
                    <a:pt x="862718" y="1611397"/>
                    <a:pt x="868910" y="1612429"/>
                  </a:cubicBezTo>
                  <a:cubicBezTo>
                    <a:pt x="881809" y="1614493"/>
                    <a:pt x="895225" y="1616041"/>
                    <a:pt x="908640" y="1617589"/>
                  </a:cubicBezTo>
                  <a:cubicBezTo>
                    <a:pt x="916896" y="1618621"/>
                    <a:pt x="920508" y="1622749"/>
                    <a:pt x="922056" y="1630488"/>
                  </a:cubicBezTo>
                  <a:cubicBezTo>
                    <a:pt x="925668" y="1651128"/>
                    <a:pt x="933407" y="1671251"/>
                    <a:pt x="929279" y="1692922"/>
                  </a:cubicBezTo>
                  <a:cubicBezTo>
                    <a:pt x="927215" y="1703757"/>
                    <a:pt x="932375" y="1706853"/>
                    <a:pt x="942695" y="1707369"/>
                  </a:cubicBezTo>
                  <a:cubicBezTo>
                    <a:pt x="964366" y="1708401"/>
                    <a:pt x="985521" y="1708401"/>
                    <a:pt x="1007192" y="1707369"/>
                  </a:cubicBezTo>
                  <a:cubicBezTo>
                    <a:pt x="1018028" y="1706853"/>
                    <a:pt x="1022155" y="1702725"/>
                    <a:pt x="1020607" y="1692406"/>
                  </a:cubicBezTo>
                  <a:cubicBezTo>
                    <a:pt x="1016480" y="1670219"/>
                    <a:pt x="1024219" y="1650096"/>
                    <a:pt x="1028347" y="1628941"/>
                  </a:cubicBezTo>
                  <a:cubicBezTo>
                    <a:pt x="1029379" y="1621717"/>
                    <a:pt x="1033507" y="1618621"/>
                    <a:pt x="1040215" y="1617589"/>
                  </a:cubicBezTo>
                  <a:cubicBezTo>
                    <a:pt x="1053114" y="1616041"/>
                    <a:pt x="1066013" y="1615009"/>
                    <a:pt x="1078397" y="1612429"/>
                  </a:cubicBezTo>
                  <a:cubicBezTo>
                    <a:pt x="1085621" y="1611397"/>
                    <a:pt x="1089748" y="1613461"/>
                    <a:pt x="1092844" y="1619653"/>
                  </a:cubicBezTo>
                  <a:cubicBezTo>
                    <a:pt x="1102648" y="1639776"/>
                    <a:pt x="1115031" y="1658351"/>
                    <a:pt x="1117095" y="1681570"/>
                  </a:cubicBezTo>
                  <a:cubicBezTo>
                    <a:pt x="1118127" y="1690342"/>
                    <a:pt x="1121739" y="1692922"/>
                    <a:pt x="1130511" y="1690858"/>
                  </a:cubicBezTo>
                  <a:cubicBezTo>
                    <a:pt x="1152698" y="1685698"/>
                    <a:pt x="1174885" y="1680022"/>
                    <a:pt x="1196556" y="1673315"/>
                  </a:cubicBezTo>
                  <a:cubicBezTo>
                    <a:pt x="1206359" y="1670219"/>
                    <a:pt x="1209455" y="1666607"/>
                    <a:pt x="1204811" y="1656803"/>
                  </a:cubicBezTo>
                  <a:cubicBezTo>
                    <a:pt x="1200168" y="1643904"/>
                    <a:pt x="1196556" y="1627393"/>
                    <a:pt x="1198104" y="1613977"/>
                  </a:cubicBezTo>
                  <a:close/>
                </a:path>
              </a:pathLst>
            </a:custGeom>
            <a:solidFill>
              <a:schemeClr val="bg1"/>
            </a:solidFill>
            <a:ln w="515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62" name="Freeform: Shape 31"/>
            <p:cNvSpPr/>
            <p:nvPr/>
          </p:nvSpPr>
          <p:spPr>
            <a:xfrm rot="10620000">
              <a:off x="6370" y="6673"/>
              <a:ext cx="324" cy="322"/>
            </a:xfrm>
            <a:custGeom>
              <a:avLst/>
              <a:gdLst>
                <a:gd name="connsiteX0" fmla="*/ 185362 w 237706"/>
                <a:gd name="connsiteY0" fmla="*/ 130458 h 236466"/>
                <a:gd name="connsiteX1" fmla="*/ 237706 w 237706"/>
                <a:gd name="connsiteY1" fmla="*/ 130458 h 236466"/>
                <a:gd name="connsiteX2" fmla="*/ 234128 w 237706"/>
                <a:gd name="connsiteY2" fmla="*/ 154126 h 236466"/>
                <a:gd name="connsiteX3" fmla="*/ 165835 w 237706"/>
                <a:gd name="connsiteY3" fmla="*/ 229449 h 236466"/>
                <a:gd name="connsiteX4" fmla="*/ 131078 w 237706"/>
                <a:gd name="connsiteY4" fmla="*/ 236466 h 236466"/>
                <a:gd name="connsiteX5" fmla="*/ 131078 w 237706"/>
                <a:gd name="connsiteY5" fmla="*/ 186008 h 236466"/>
                <a:gd name="connsiteX6" fmla="*/ 146195 w 237706"/>
                <a:gd name="connsiteY6" fmla="*/ 182956 h 236466"/>
                <a:gd name="connsiteX7" fmla="*/ 177100 w 237706"/>
                <a:gd name="connsiteY7" fmla="*/ 157507 h 236466"/>
                <a:gd name="connsiteX8" fmla="*/ 0 w 237706"/>
                <a:gd name="connsiteY8" fmla="*/ 130458 h 236466"/>
                <a:gd name="connsiteX9" fmla="*/ 52344 w 237706"/>
                <a:gd name="connsiteY9" fmla="*/ 130458 h 236466"/>
                <a:gd name="connsiteX10" fmla="*/ 60606 w 237706"/>
                <a:gd name="connsiteY10" fmla="*/ 157507 h 236466"/>
                <a:gd name="connsiteX11" fmla="*/ 91511 w 237706"/>
                <a:gd name="connsiteY11" fmla="*/ 182956 h 236466"/>
                <a:gd name="connsiteX12" fmla="*/ 106628 w 237706"/>
                <a:gd name="connsiteY12" fmla="*/ 186008 h 236466"/>
                <a:gd name="connsiteX13" fmla="*/ 106628 w 237706"/>
                <a:gd name="connsiteY13" fmla="*/ 236466 h 236466"/>
                <a:gd name="connsiteX14" fmla="*/ 71871 w 237706"/>
                <a:gd name="connsiteY14" fmla="*/ 229449 h 236466"/>
                <a:gd name="connsiteX15" fmla="*/ 3579 w 237706"/>
                <a:gd name="connsiteY15" fmla="*/ 154126 h 236466"/>
                <a:gd name="connsiteX16" fmla="*/ 131078 w 237706"/>
                <a:gd name="connsiteY16" fmla="*/ 0 h 236466"/>
                <a:gd name="connsiteX17" fmla="*/ 165835 w 237706"/>
                <a:gd name="connsiteY17" fmla="*/ 7017 h 236466"/>
                <a:gd name="connsiteX18" fmla="*/ 234128 w 237706"/>
                <a:gd name="connsiteY18" fmla="*/ 82340 h 236466"/>
                <a:gd name="connsiteX19" fmla="*/ 237706 w 237706"/>
                <a:gd name="connsiteY19" fmla="*/ 106008 h 236466"/>
                <a:gd name="connsiteX20" fmla="*/ 185362 w 237706"/>
                <a:gd name="connsiteY20" fmla="*/ 106008 h 236466"/>
                <a:gd name="connsiteX21" fmla="*/ 177100 w 237706"/>
                <a:gd name="connsiteY21" fmla="*/ 78960 h 236466"/>
                <a:gd name="connsiteX22" fmla="*/ 146195 w 237706"/>
                <a:gd name="connsiteY22" fmla="*/ 53510 h 236466"/>
                <a:gd name="connsiteX23" fmla="*/ 131078 w 237706"/>
                <a:gd name="connsiteY23" fmla="*/ 50458 h 236466"/>
                <a:gd name="connsiteX24" fmla="*/ 106628 w 237706"/>
                <a:gd name="connsiteY24" fmla="*/ 0 h 236466"/>
                <a:gd name="connsiteX25" fmla="*/ 106628 w 237706"/>
                <a:gd name="connsiteY25" fmla="*/ 50458 h 236466"/>
                <a:gd name="connsiteX26" fmla="*/ 91511 w 237706"/>
                <a:gd name="connsiteY26" fmla="*/ 53510 h 236466"/>
                <a:gd name="connsiteX27" fmla="*/ 60606 w 237706"/>
                <a:gd name="connsiteY27" fmla="*/ 78960 h 236466"/>
                <a:gd name="connsiteX28" fmla="*/ 52344 w 237706"/>
                <a:gd name="connsiteY28" fmla="*/ 106008 h 236466"/>
                <a:gd name="connsiteX29" fmla="*/ 0 w 237706"/>
                <a:gd name="connsiteY29" fmla="*/ 106008 h 236466"/>
                <a:gd name="connsiteX30" fmla="*/ 3579 w 237706"/>
                <a:gd name="connsiteY30" fmla="*/ 82340 h 236466"/>
                <a:gd name="connsiteX31" fmla="*/ 71871 w 237706"/>
                <a:gd name="connsiteY31" fmla="*/ 7017 h 236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7706" h="236466">
                  <a:moveTo>
                    <a:pt x="185362" y="130458"/>
                  </a:moveTo>
                  <a:lnTo>
                    <a:pt x="237706" y="130458"/>
                  </a:lnTo>
                  <a:lnTo>
                    <a:pt x="234128" y="154126"/>
                  </a:lnTo>
                  <a:cubicBezTo>
                    <a:pt x="223548" y="188141"/>
                    <a:pt x="198326" y="215706"/>
                    <a:pt x="165835" y="229449"/>
                  </a:cubicBezTo>
                  <a:lnTo>
                    <a:pt x="131078" y="236466"/>
                  </a:lnTo>
                  <a:lnTo>
                    <a:pt x="131078" y="186008"/>
                  </a:lnTo>
                  <a:lnTo>
                    <a:pt x="146195" y="182956"/>
                  </a:lnTo>
                  <a:cubicBezTo>
                    <a:pt x="158800" y="177624"/>
                    <a:pt x="169526" y="168717"/>
                    <a:pt x="177100" y="157507"/>
                  </a:cubicBezTo>
                  <a:close/>
                  <a:moveTo>
                    <a:pt x="0" y="130458"/>
                  </a:moveTo>
                  <a:lnTo>
                    <a:pt x="52344" y="130458"/>
                  </a:lnTo>
                  <a:lnTo>
                    <a:pt x="60606" y="157507"/>
                  </a:lnTo>
                  <a:cubicBezTo>
                    <a:pt x="68180" y="168717"/>
                    <a:pt x="78906" y="177624"/>
                    <a:pt x="91511" y="182956"/>
                  </a:cubicBezTo>
                  <a:lnTo>
                    <a:pt x="106628" y="186008"/>
                  </a:lnTo>
                  <a:lnTo>
                    <a:pt x="106628" y="236466"/>
                  </a:lnTo>
                  <a:lnTo>
                    <a:pt x="71871" y="229449"/>
                  </a:lnTo>
                  <a:cubicBezTo>
                    <a:pt x="39380" y="215706"/>
                    <a:pt x="14159" y="188141"/>
                    <a:pt x="3579" y="154126"/>
                  </a:cubicBezTo>
                  <a:close/>
                  <a:moveTo>
                    <a:pt x="131078" y="0"/>
                  </a:moveTo>
                  <a:lnTo>
                    <a:pt x="165835" y="7017"/>
                  </a:lnTo>
                  <a:cubicBezTo>
                    <a:pt x="198326" y="20760"/>
                    <a:pt x="223548" y="48325"/>
                    <a:pt x="234128" y="82340"/>
                  </a:cubicBezTo>
                  <a:lnTo>
                    <a:pt x="237706" y="106008"/>
                  </a:lnTo>
                  <a:lnTo>
                    <a:pt x="185362" y="106008"/>
                  </a:lnTo>
                  <a:lnTo>
                    <a:pt x="177100" y="78960"/>
                  </a:lnTo>
                  <a:cubicBezTo>
                    <a:pt x="169526" y="67749"/>
                    <a:pt x="158800" y="58842"/>
                    <a:pt x="146195" y="53510"/>
                  </a:cubicBezTo>
                  <a:lnTo>
                    <a:pt x="131078" y="50458"/>
                  </a:lnTo>
                  <a:close/>
                  <a:moveTo>
                    <a:pt x="106628" y="0"/>
                  </a:moveTo>
                  <a:lnTo>
                    <a:pt x="106628" y="50458"/>
                  </a:lnTo>
                  <a:lnTo>
                    <a:pt x="91511" y="53510"/>
                  </a:lnTo>
                  <a:cubicBezTo>
                    <a:pt x="78906" y="58842"/>
                    <a:pt x="68180" y="67749"/>
                    <a:pt x="60606" y="78960"/>
                  </a:cubicBezTo>
                  <a:lnTo>
                    <a:pt x="52344" y="106008"/>
                  </a:lnTo>
                  <a:lnTo>
                    <a:pt x="0" y="106008"/>
                  </a:lnTo>
                  <a:lnTo>
                    <a:pt x="3579" y="82340"/>
                  </a:lnTo>
                  <a:cubicBezTo>
                    <a:pt x="14159" y="48325"/>
                    <a:pt x="39380" y="20760"/>
                    <a:pt x="71871" y="7017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3" name="Oval 62"/>
            <p:cNvSpPr/>
            <p:nvPr/>
          </p:nvSpPr>
          <p:spPr>
            <a:xfrm rot="10620000">
              <a:off x="6478" y="6780"/>
              <a:ext cx="108" cy="108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6" name="Rectangle: Top Corners Rounded 33"/>
            <p:cNvSpPr/>
            <p:nvPr/>
          </p:nvSpPr>
          <p:spPr>
            <a:xfrm rot="10620000">
              <a:off x="5394" y="4344"/>
              <a:ext cx="1962" cy="5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67" name="Rectangle: Top Corners Rounded 34"/>
            <p:cNvSpPr/>
            <p:nvPr/>
          </p:nvSpPr>
          <p:spPr>
            <a:xfrm rot="10620000">
              <a:off x="5674" y="4875"/>
              <a:ext cx="1450" cy="40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grpSp>
          <p:nvGrpSpPr>
            <p:cNvPr id="77" name="Group 76"/>
            <p:cNvGrpSpPr/>
            <p:nvPr/>
          </p:nvGrpSpPr>
          <p:grpSpPr>
            <a:xfrm rot="7510566" flipH="1">
              <a:off x="3200" y="6531"/>
              <a:ext cx="743" cy="517"/>
              <a:chOff x="5405974" y="1533288"/>
              <a:chExt cx="611040" cy="424965"/>
            </a:xfrm>
          </p:grpSpPr>
          <p:sp>
            <p:nvSpPr>
              <p:cNvPr id="81" name="Trapezoid 80"/>
              <p:cNvSpPr/>
              <p:nvPr/>
            </p:nvSpPr>
            <p:spPr>
              <a:xfrm rot="5912136" flipH="1">
                <a:off x="5633173" y="1617814"/>
                <a:ext cx="141626" cy="93186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/>
              </a:p>
            </p:txBody>
          </p:sp>
          <p:sp>
            <p:nvSpPr>
              <p:cNvPr id="83" name="Trapezoid 82"/>
              <p:cNvSpPr/>
              <p:nvPr/>
            </p:nvSpPr>
            <p:spPr>
              <a:xfrm rot="5912136" flipH="1">
                <a:off x="5438996" y="1500266"/>
                <a:ext cx="200130" cy="266173"/>
              </a:xfrm>
              <a:prstGeom prst="trapezoid">
                <a:avLst>
                  <a:gd name="adj" fmla="val 1238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4" name="Trapezoid 83"/>
              <p:cNvSpPr/>
              <p:nvPr/>
            </p:nvSpPr>
            <p:spPr>
              <a:xfrm rot="7277434" flipH="1">
                <a:off x="5857778" y="1735728"/>
                <a:ext cx="103331" cy="96694"/>
              </a:xfrm>
              <a:prstGeom prst="trapezoid">
                <a:avLst>
                  <a:gd name="adj" fmla="val 12383"/>
                </a:avLst>
              </a:prstGeom>
              <a:solidFill>
                <a:schemeClr val="accent2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5" name="Trapezoid 84"/>
              <p:cNvSpPr/>
              <p:nvPr/>
            </p:nvSpPr>
            <p:spPr>
              <a:xfrm rot="7277434" flipH="1">
                <a:off x="5727739" y="1619233"/>
                <a:ext cx="146016" cy="194202"/>
              </a:xfrm>
              <a:prstGeom prst="trapezoid">
                <a:avLst>
                  <a:gd name="adj" fmla="val 1238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86" name="Trapezoid 85"/>
              <p:cNvSpPr/>
              <p:nvPr/>
            </p:nvSpPr>
            <p:spPr>
              <a:xfrm rot="8867088" flipH="1">
                <a:off x="5923517" y="1775373"/>
                <a:ext cx="93497" cy="182880"/>
              </a:xfrm>
              <a:prstGeom prst="trapezoid">
                <a:avLst>
                  <a:gd name="adj" fmla="val 12383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/>
              </a:p>
            </p:txBody>
          </p:sp>
        </p:grpSp>
        <p:grpSp>
          <p:nvGrpSpPr>
            <p:cNvPr id="87" name="Group 86"/>
            <p:cNvGrpSpPr/>
            <p:nvPr/>
          </p:nvGrpSpPr>
          <p:grpSpPr>
            <a:xfrm rot="13333823">
              <a:off x="3244" y="7006"/>
              <a:ext cx="455" cy="455"/>
              <a:chOff x="5108323" y="1463792"/>
              <a:chExt cx="374636" cy="374638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88" name="Oval 87"/>
              <p:cNvSpPr/>
              <p:nvPr/>
            </p:nvSpPr>
            <p:spPr>
              <a:xfrm>
                <a:off x="5108323" y="1463792"/>
                <a:ext cx="374636" cy="374638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/>
              </a:p>
            </p:txBody>
          </p:sp>
          <p:sp>
            <p:nvSpPr>
              <p:cNvPr id="89" name="Freeform: Shape 37"/>
              <p:cNvSpPr/>
              <p:nvPr/>
            </p:nvSpPr>
            <p:spPr>
              <a:xfrm>
                <a:off x="5167785" y="1523587"/>
                <a:ext cx="255882" cy="255676"/>
              </a:xfrm>
              <a:custGeom>
                <a:avLst/>
                <a:gdLst>
                  <a:gd name="connsiteX0" fmla="*/ 127864 w 255882"/>
                  <a:gd name="connsiteY0" fmla="*/ 81461 h 255676"/>
                  <a:gd name="connsiteX1" fmla="*/ 81805 w 255882"/>
                  <a:gd name="connsiteY1" fmla="*/ 127520 h 255676"/>
                  <a:gd name="connsiteX2" fmla="*/ 127864 w 255882"/>
                  <a:gd name="connsiteY2" fmla="*/ 173579 h 255676"/>
                  <a:gd name="connsiteX3" fmla="*/ 173923 w 255882"/>
                  <a:gd name="connsiteY3" fmla="*/ 127520 h 255676"/>
                  <a:gd name="connsiteX4" fmla="*/ 127864 w 255882"/>
                  <a:gd name="connsiteY4" fmla="*/ 81461 h 255676"/>
                  <a:gd name="connsiteX5" fmla="*/ 122296 w 255882"/>
                  <a:gd name="connsiteY5" fmla="*/ 86 h 255676"/>
                  <a:gd name="connsiteX6" fmla="*/ 127383 w 255882"/>
                  <a:gd name="connsiteY6" fmla="*/ 4211 h 255676"/>
                  <a:gd name="connsiteX7" fmla="*/ 132401 w 255882"/>
                  <a:gd name="connsiteY7" fmla="*/ 21809 h 255676"/>
                  <a:gd name="connsiteX8" fmla="*/ 145188 w 255882"/>
                  <a:gd name="connsiteY8" fmla="*/ 29027 h 255676"/>
                  <a:gd name="connsiteX9" fmla="*/ 149312 w 255882"/>
                  <a:gd name="connsiteY9" fmla="*/ 25452 h 255676"/>
                  <a:gd name="connsiteX10" fmla="*/ 158937 w 255882"/>
                  <a:gd name="connsiteY10" fmla="*/ 9160 h 255676"/>
                  <a:gd name="connsiteX11" fmla="*/ 166705 w 255882"/>
                  <a:gd name="connsiteY11" fmla="*/ 5929 h 255676"/>
                  <a:gd name="connsiteX12" fmla="*/ 174404 w 255882"/>
                  <a:gd name="connsiteY12" fmla="*/ 18372 h 255676"/>
                  <a:gd name="connsiteX13" fmla="*/ 172479 w 255882"/>
                  <a:gd name="connsiteY13" fmla="*/ 34046 h 255676"/>
                  <a:gd name="connsiteX14" fmla="*/ 172479 w 255882"/>
                  <a:gd name="connsiteY14" fmla="*/ 35695 h 255676"/>
                  <a:gd name="connsiteX15" fmla="*/ 186434 w 255882"/>
                  <a:gd name="connsiteY15" fmla="*/ 41882 h 255676"/>
                  <a:gd name="connsiteX16" fmla="*/ 201764 w 255882"/>
                  <a:gd name="connsiteY16" fmla="*/ 30402 h 255676"/>
                  <a:gd name="connsiteX17" fmla="*/ 211045 w 255882"/>
                  <a:gd name="connsiteY17" fmla="*/ 30540 h 255676"/>
                  <a:gd name="connsiteX18" fmla="*/ 212488 w 255882"/>
                  <a:gd name="connsiteY18" fmla="*/ 31777 h 255676"/>
                  <a:gd name="connsiteX19" fmla="*/ 214069 w 255882"/>
                  <a:gd name="connsiteY19" fmla="*/ 42364 h 255676"/>
                  <a:gd name="connsiteX20" fmla="*/ 205614 w 255882"/>
                  <a:gd name="connsiteY20" fmla="*/ 57418 h 255676"/>
                  <a:gd name="connsiteX21" fmla="*/ 206783 w 255882"/>
                  <a:gd name="connsiteY21" fmla="*/ 67180 h 255676"/>
                  <a:gd name="connsiteX22" fmla="*/ 215719 w 255882"/>
                  <a:gd name="connsiteY22" fmla="*/ 70755 h 255676"/>
                  <a:gd name="connsiteX23" fmla="*/ 233799 w 255882"/>
                  <a:gd name="connsiteY23" fmla="*/ 66011 h 255676"/>
                  <a:gd name="connsiteX24" fmla="*/ 241498 w 255882"/>
                  <a:gd name="connsiteY24" fmla="*/ 68967 h 255676"/>
                  <a:gd name="connsiteX25" fmla="*/ 243836 w 255882"/>
                  <a:gd name="connsiteY25" fmla="*/ 73573 h 255676"/>
                  <a:gd name="connsiteX26" fmla="*/ 241911 w 255882"/>
                  <a:gd name="connsiteY26" fmla="*/ 80379 h 255676"/>
                  <a:gd name="connsiteX27" fmla="*/ 226443 w 255882"/>
                  <a:gd name="connsiteY27" fmla="*/ 92684 h 255676"/>
                  <a:gd name="connsiteX28" fmla="*/ 223694 w 255882"/>
                  <a:gd name="connsiteY28" fmla="*/ 100177 h 255676"/>
                  <a:gd name="connsiteX29" fmla="*/ 224519 w 255882"/>
                  <a:gd name="connsiteY29" fmla="*/ 103202 h 255676"/>
                  <a:gd name="connsiteX30" fmla="*/ 230843 w 255882"/>
                  <a:gd name="connsiteY30" fmla="*/ 108633 h 255676"/>
                  <a:gd name="connsiteX31" fmla="*/ 249541 w 255882"/>
                  <a:gd name="connsiteY31" fmla="*/ 111176 h 255676"/>
                  <a:gd name="connsiteX32" fmla="*/ 255591 w 255882"/>
                  <a:gd name="connsiteY32" fmla="*/ 117157 h 255676"/>
                  <a:gd name="connsiteX33" fmla="*/ 255797 w 255882"/>
                  <a:gd name="connsiteY33" fmla="*/ 122519 h 255676"/>
                  <a:gd name="connsiteX34" fmla="*/ 251398 w 255882"/>
                  <a:gd name="connsiteY34" fmla="*/ 127675 h 255676"/>
                  <a:gd name="connsiteX35" fmla="*/ 233799 w 255882"/>
                  <a:gd name="connsiteY35" fmla="*/ 132693 h 255676"/>
                  <a:gd name="connsiteX36" fmla="*/ 226650 w 255882"/>
                  <a:gd name="connsiteY36" fmla="*/ 144586 h 255676"/>
                  <a:gd name="connsiteX37" fmla="*/ 230293 w 255882"/>
                  <a:gd name="connsiteY37" fmla="*/ 149398 h 255676"/>
                  <a:gd name="connsiteX38" fmla="*/ 246448 w 255882"/>
                  <a:gd name="connsiteY38" fmla="*/ 158884 h 255676"/>
                  <a:gd name="connsiteX39" fmla="*/ 249954 w 255882"/>
                  <a:gd name="connsiteY39" fmla="*/ 167065 h 255676"/>
                  <a:gd name="connsiteX40" fmla="*/ 249816 w 255882"/>
                  <a:gd name="connsiteY40" fmla="*/ 167890 h 255676"/>
                  <a:gd name="connsiteX41" fmla="*/ 240123 w 255882"/>
                  <a:gd name="connsiteY41" fmla="*/ 174833 h 255676"/>
                  <a:gd name="connsiteX42" fmla="*/ 223212 w 255882"/>
                  <a:gd name="connsiteY42" fmla="*/ 172702 h 255676"/>
                  <a:gd name="connsiteX43" fmla="*/ 214688 w 255882"/>
                  <a:gd name="connsiteY43" fmla="*/ 177102 h 255676"/>
                  <a:gd name="connsiteX44" fmla="*/ 214551 w 255882"/>
                  <a:gd name="connsiteY44" fmla="*/ 187276 h 255676"/>
                  <a:gd name="connsiteX45" fmla="*/ 225481 w 255882"/>
                  <a:gd name="connsiteY45" fmla="*/ 201712 h 255676"/>
                  <a:gd name="connsiteX46" fmla="*/ 225481 w 255882"/>
                  <a:gd name="connsiteY46" fmla="*/ 211130 h 255676"/>
                  <a:gd name="connsiteX47" fmla="*/ 225068 w 255882"/>
                  <a:gd name="connsiteY47" fmla="*/ 211611 h 255676"/>
                  <a:gd name="connsiteX48" fmla="*/ 213245 w 255882"/>
                  <a:gd name="connsiteY48" fmla="*/ 213948 h 255676"/>
                  <a:gd name="connsiteX49" fmla="*/ 198602 w 255882"/>
                  <a:gd name="connsiteY49" fmla="*/ 205699 h 255676"/>
                  <a:gd name="connsiteX50" fmla="*/ 188565 w 255882"/>
                  <a:gd name="connsiteY50" fmla="*/ 207143 h 255676"/>
                  <a:gd name="connsiteX51" fmla="*/ 185334 w 255882"/>
                  <a:gd name="connsiteY51" fmla="*/ 216217 h 255676"/>
                  <a:gd name="connsiteX52" fmla="*/ 190078 w 255882"/>
                  <a:gd name="connsiteY52" fmla="*/ 234503 h 255676"/>
                  <a:gd name="connsiteX53" fmla="*/ 187397 w 255882"/>
                  <a:gd name="connsiteY53" fmla="*/ 241377 h 255676"/>
                  <a:gd name="connsiteX54" fmla="*/ 182585 w 255882"/>
                  <a:gd name="connsiteY54" fmla="*/ 243852 h 255676"/>
                  <a:gd name="connsiteX55" fmla="*/ 175366 w 255882"/>
                  <a:gd name="connsiteY55" fmla="*/ 241859 h 255676"/>
                  <a:gd name="connsiteX56" fmla="*/ 164024 w 255882"/>
                  <a:gd name="connsiteY56" fmla="*/ 227491 h 255676"/>
                  <a:gd name="connsiteX57" fmla="*/ 149381 w 255882"/>
                  <a:gd name="connsiteY57" fmla="*/ 226254 h 255676"/>
                  <a:gd name="connsiteX58" fmla="*/ 147456 w 255882"/>
                  <a:gd name="connsiteY58" fmla="*/ 230103 h 255676"/>
                  <a:gd name="connsiteX59" fmla="*/ 144844 w 255882"/>
                  <a:gd name="connsiteY59" fmla="*/ 249008 h 255676"/>
                  <a:gd name="connsiteX60" fmla="*/ 139895 w 255882"/>
                  <a:gd name="connsiteY60" fmla="*/ 255676 h 255676"/>
                  <a:gd name="connsiteX61" fmla="*/ 131577 w 255882"/>
                  <a:gd name="connsiteY61" fmla="*/ 255676 h 255676"/>
                  <a:gd name="connsiteX62" fmla="*/ 127933 w 255882"/>
                  <a:gd name="connsiteY62" fmla="*/ 250589 h 255676"/>
                  <a:gd name="connsiteX63" fmla="*/ 122777 w 255882"/>
                  <a:gd name="connsiteY63" fmla="*/ 232372 h 255676"/>
                  <a:gd name="connsiteX64" fmla="*/ 116659 w 255882"/>
                  <a:gd name="connsiteY64" fmla="*/ 227010 h 255676"/>
                  <a:gd name="connsiteX65" fmla="*/ 112947 w 255882"/>
                  <a:gd name="connsiteY65" fmla="*/ 226597 h 255676"/>
                  <a:gd name="connsiteX66" fmla="*/ 106622 w 255882"/>
                  <a:gd name="connsiteY66" fmla="*/ 230103 h 255676"/>
                  <a:gd name="connsiteX67" fmla="*/ 105041 w 255882"/>
                  <a:gd name="connsiteY67" fmla="*/ 232784 h 255676"/>
                  <a:gd name="connsiteX68" fmla="*/ 96380 w 255882"/>
                  <a:gd name="connsiteY68" fmla="*/ 247427 h 255676"/>
                  <a:gd name="connsiteX69" fmla="*/ 89849 w 255882"/>
                  <a:gd name="connsiteY69" fmla="*/ 250108 h 255676"/>
                  <a:gd name="connsiteX70" fmla="*/ 84555 w 255882"/>
                  <a:gd name="connsiteY70" fmla="*/ 248320 h 255676"/>
                  <a:gd name="connsiteX71" fmla="*/ 80981 w 255882"/>
                  <a:gd name="connsiteY71" fmla="*/ 241652 h 255676"/>
                  <a:gd name="connsiteX72" fmla="*/ 83249 w 255882"/>
                  <a:gd name="connsiteY72" fmla="*/ 222885 h 255676"/>
                  <a:gd name="connsiteX73" fmla="*/ 78094 w 255882"/>
                  <a:gd name="connsiteY73" fmla="*/ 214155 h 255676"/>
                  <a:gd name="connsiteX74" fmla="*/ 68538 w 255882"/>
                  <a:gd name="connsiteY74" fmla="*/ 214636 h 255676"/>
                  <a:gd name="connsiteX75" fmla="*/ 55133 w 255882"/>
                  <a:gd name="connsiteY75" fmla="*/ 224810 h 255676"/>
                  <a:gd name="connsiteX76" fmla="*/ 43240 w 255882"/>
                  <a:gd name="connsiteY76" fmla="*/ 224123 h 255676"/>
                  <a:gd name="connsiteX77" fmla="*/ 42209 w 255882"/>
                  <a:gd name="connsiteY77" fmla="*/ 223091 h 255676"/>
                  <a:gd name="connsiteX78" fmla="*/ 41178 w 255882"/>
                  <a:gd name="connsiteY78" fmla="*/ 214842 h 255676"/>
                  <a:gd name="connsiteX79" fmla="*/ 50115 w 255882"/>
                  <a:gd name="connsiteY79" fmla="*/ 198893 h 255676"/>
                  <a:gd name="connsiteX80" fmla="*/ 51627 w 255882"/>
                  <a:gd name="connsiteY80" fmla="*/ 194013 h 255676"/>
                  <a:gd name="connsiteX81" fmla="*/ 39597 w 255882"/>
                  <a:gd name="connsiteY81" fmla="*/ 185420 h 255676"/>
                  <a:gd name="connsiteX82" fmla="*/ 21105 w 255882"/>
                  <a:gd name="connsiteY82" fmla="*/ 190232 h 255676"/>
                  <a:gd name="connsiteX83" fmla="*/ 15193 w 255882"/>
                  <a:gd name="connsiteY83" fmla="*/ 188238 h 255676"/>
                  <a:gd name="connsiteX84" fmla="*/ 12237 w 255882"/>
                  <a:gd name="connsiteY84" fmla="*/ 183014 h 255676"/>
                  <a:gd name="connsiteX85" fmla="*/ 14230 w 255882"/>
                  <a:gd name="connsiteY85" fmla="*/ 175314 h 255676"/>
                  <a:gd name="connsiteX86" fmla="*/ 27910 w 255882"/>
                  <a:gd name="connsiteY86" fmla="*/ 164453 h 255676"/>
                  <a:gd name="connsiteX87" fmla="*/ 31554 w 255882"/>
                  <a:gd name="connsiteY87" fmla="*/ 153385 h 255676"/>
                  <a:gd name="connsiteX88" fmla="*/ 24198 w 255882"/>
                  <a:gd name="connsiteY88" fmla="*/ 147198 h 255676"/>
                  <a:gd name="connsiteX89" fmla="*/ 6943 w 255882"/>
                  <a:gd name="connsiteY89" fmla="*/ 144861 h 255676"/>
                  <a:gd name="connsiteX90" fmla="*/ 138 w 255882"/>
                  <a:gd name="connsiteY90" fmla="*/ 140049 h 255676"/>
                  <a:gd name="connsiteX91" fmla="*/ 0 w 255882"/>
                  <a:gd name="connsiteY91" fmla="*/ 131525 h 255676"/>
                  <a:gd name="connsiteX92" fmla="*/ 5019 w 255882"/>
                  <a:gd name="connsiteY92" fmla="*/ 127881 h 255676"/>
                  <a:gd name="connsiteX93" fmla="*/ 22617 w 255882"/>
                  <a:gd name="connsiteY93" fmla="*/ 122931 h 255676"/>
                  <a:gd name="connsiteX94" fmla="*/ 28667 w 255882"/>
                  <a:gd name="connsiteY94" fmla="*/ 116194 h 255676"/>
                  <a:gd name="connsiteX95" fmla="*/ 29010 w 255882"/>
                  <a:gd name="connsiteY95" fmla="*/ 113307 h 255676"/>
                  <a:gd name="connsiteX96" fmla="*/ 25229 w 255882"/>
                  <a:gd name="connsiteY96" fmla="*/ 106295 h 255676"/>
                  <a:gd name="connsiteX97" fmla="*/ 9281 w 255882"/>
                  <a:gd name="connsiteY97" fmla="*/ 96946 h 255676"/>
                  <a:gd name="connsiteX98" fmla="*/ 5843 w 255882"/>
                  <a:gd name="connsiteY98" fmla="*/ 88560 h 255676"/>
                  <a:gd name="connsiteX99" fmla="*/ 6187 w 255882"/>
                  <a:gd name="connsiteY99" fmla="*/ 87391 h 255676"/>
                  <a:gd name="connsiteX100" fmla="*/ 15261 w 255882"/>
                  <a:gd name="connsiteY100" fmla="*/ 81135 h 255676"/>
                  <a:gd name="connsiteX101" fmla="*/ 32173 w 255882"/>
                  <a:gd name="connsiteY101" fmla="*/ 83060 h 255676"/>
                  <a:gd name="connsiteX102" fmla="*/ 40834 w 255882"/>
                  <a:gd name="connsiteY102" fmla="*/ 79073 h 255676"/>
                  <a:gd name="connsiteX103" fmla="*/ 40147 w 255882"/>
                  <a:gd name="connsiteY103" fmla="*/ 67318 h 255676"/>
                  <a:gd name="connsiteX104" fmla="*/ 29629 w 255882"/>
                  <a:gd name="connsiteY104" fmla="*/ 53363 h 255676"/>
                  <a:gd name="connsiteX105" fmla="*/ 29629 w 255882"/>
                  <a:gd name="connsiteY105" fmla="*/ 45595 h 255676"/>
                  <a:gd name="connsiteX106" fmla="*/ 33066 w 255882"/>
                  <a:gd name="connsiteY106" fmla="*/ 41745 h 255676"/>
                  <a:gd name="connsiteX107" fmla="*/ 40422 w 255882"/>
                  <a:gd name="connsiteY107" fmla="*/ 40920 h 255676"/>
                  <a:gd name="connsiteX108" fmla="*/ 56027 w 255882"/>
                  <a:gd name="connsiteY108" fmla="*/ 49719 h 255676"/>
                  <a:gd name="connsiteX109" fmla="*/ 69982 w 255882"/>
                  <a:gd name="connsiteY109" fmla="*/ 45801 h 255676"/>
                  <a:gd name="connsiteX110" fmla="*/ 70325 w 255882"/>
                  <a:gd name="connsiteY110" fmla="*/ 39751 h 255676"/>
                  <a:gd name="connsiteX111" fmla="*/ 65788 w 255882"/>
                  <a:gd name="connsiteY111" fmla="*/ 22221 h 255676"/>
                  <a:gd name="connsiteX112" fmla="*/ 69088 w 255882"/>
                  <a:gd name="connsiteY112" fmla="*/ 14110 h 255676"/>
                  <a:gd name="connsiteX113" fmla="*/ 71632 w 255882"/>
                  <a:gd name="connsiteY113" fmla="*/ 12735 h 255676"/>
                  <a:gd name="connsiteX114" fmla="*/ 81118 w 255882"/>
                  <a:gd name="connsiteY114" fmla="*/ 15072 h 255676"/>
                  <a:gd name="connsiteX115" fmla="*/ 92049 w 255882"/>
                  <a:gd name="connsiteY115" fmla="*/ 28958 h 255676"/>
                  <a:gd name="connsiteX116" fmla="*/ 106966 w 255882"/>
                  <a:gd name="connsiteY116" fmla="*/ 28890 h 255676"/>
                  <a:gd name="connsiteX117" fmla="*/ 108754 w 255882"/>
                  <a:gd name="connsiteY117" fmla="*/ 22565 h 255676"/>
                  <a:gd name="connsiteX118" fmla="*/ 110953 w 255882"/>
                  <a:gd name="connsiteY118" fmla="*/ 6479 h 255676"/>
                  <a:gd name="connsiteX119" fmla="*/ 116934 w 255882"/>
                  <a:gd name="connsiteY119" fmla="*/ 292 h 255676"/>
                  <a:gd name="connsiteX120" fmla="*/ 122296 w 255882"/>
                  <a:gd name="connsiteY120" fmla="*/ 86 h 255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</a:cxnLst>
                <a:rect l="l" t="t" r="r" b="b"/>
                <a:pathLst>
                  <a:path w="255882" h="255676">
                    <a:moveTo>
                      <a:pt x="127864" y="81461"/>
                    </a:moveTo>
                    <a:cubicBezTo>
                      <a:pt x="102426" y="81461"/>
                      <a:pt x="81805" y="102082"/>
                      <a:pt x="81805" y="127520"/>
                    </a:cubicBezTo>
                    <a:cubicBezTo>
                      <a:pt x="81805" y="152958"/>
                      <a:pt x="102426" y="173579"/>
                      <a:pt x="127864" y="173579"/>
                    </a:cubicBezTo>
                    <a:cubicBezTo>
                      <a:pt x="153302" y="173579"/>
                      <a:pt x="173923" y="152958"/>
                      <a:pt x="173923" y="127520"/>
                    </a:cubicBezTo>
                    <a:cubicBezTo>
                      <a:pt x="173923" y="102082"/>
                      <a:pt x="153302" y="81461"/>
                      <a:pt x="127864" y="81461"/>
                    </a:cubicBezTo>
                    <a:close/>
                    <a:moveTo>
                      <a:pt x="122296" y="86"/>
                    </a:moveTo>
                    <a:cubicBezTo>
                      <a:pt x="124908" y="223"/>
                      <a:pt x="126696" y="1598"/>
                      <a:pt x="127383" y="4211"/>
                    </a:cubicBezTo>
                    <a:cubicBezTo>
                      <a:pt x="129033" y="10054"/>
                      <a:pt x="130752" y="15966"/>
                      <a:pt x="132401" y="21809"/>
                    </a:cubicBezTo>
                    <a:cubicBezTo>
                      <a:pt x="134120" y="27790"/>
                      <a:pt x="139070" y="30608"/>
                      <a:pt x="145188" y="29027"/>
                    </a:cubicBezTo>
                    <a:cubicBezTo>
                      <a:pt x="147181" y="28546"/>
                      <a:pt x="148350" y="27102"/>
                      <a:pt x="149312" y="25452"/>
                    </a:cubicBezTo>
                    <a:cubicBezTo>
                      <a:pt x="152475" y="20022"/>
                      <a:pt x="155706" y="14591"/>
                      <a:pt x="158937" y="9160"/>
                    </a:cubicBezTo>
                    <a:cubicBezTo>
                      <a:pt x="160999" y="5654"/>
                      <a:pt x="162786" y="4898"/>
                      <a:pt x="166705" y="5929"/>
                    </a:cubicBezTo>
                    <a:cubicBezTo>
                      <a:pt x="174542" y="7923"/>
                      <a:pt x="175573" y="9641"/>
                      <a:pt x="174404" y="18372"/>
                    </a:cubicBezTo>
                    <a:cubicBezTo>
                      <a:pt x="173717" y="23596"/>
                      <a:pt x="173098" y="28821"/>
                      <a:pt x="172479" y="34046"/>
                    </a:cubicBezTo>
                    <a:cubicBezTo>
                      <a:pt x="172410" y="34595"/>
                      <a:pt x="172410" y="35145"/>
                      <a:pt x="172479" y="35695"/>
                    </a:cubicBezTo>
                    <a:cubicBezTo>
                      <a:pt x="173373" y="41264"/>
                      <a:pt x="181828" y="45113"/>
                      <a:pt x="186434" y="41882"/>
                    </a:cubicBezTo>
                    <a:cubicBezTo>
                      <a:pt x="191659" y="38170"/>
                      <a:pt x="196677" y="34252"/>
                      <a:pt x="201764" y="30402"/>
                    </a:cubicBezTo>
                    <a:cubicBezTo>
                      <a:pt x="205476" y="27584"/>
                      <a:pt x="207333" y="27652"/>
                      <a:pt x="211045" y="30540"/>
                    </a:cubicBezTo>
                    <a:cubicBezTo>
                      <a:pt x="211526" y="30952"/>
                      <a:pt x="212007" y="31296"/>
                      <a:pt x="212488" y="31777"/>
                    </a:cubicBezTo>
                    <a:cubicBezTo>
                      <a:pt x="216819" y="35902"/>
                      <a:pt x="217025" y="37139"/>
                      <a:pt x="214069" y="42364"/>
                    </a:cubicBezTo>
                    <a:cubicBezTo>
                      <a:pt x="211251" y="47382"/>
                      <a:pt x="208570" y="52469"/>
                      <a:pt x="205614" y="57418"/>
                    </a:cubicBezTo>
                    <a:cubicBezTo>
                      <a:pt x="203483" y="61062"/>
                      <a:pt x="204445" y="64087"/>
                      <a:pt x="206783" y="67180"/>
                    </a:cubicBezTo>
                    <a:cubicBezTo>
                      <a:pt x="209120" y="70274"/>
                      <a:pt x="211801" y="71786"/>
                      <a:pt x="215719" y="70755"/>
                    </a:cubicBezTo>
                    <a:cubicBezTo>
                      <a:pt x="221769" y="69174"/>
                      <a:pt x="227818" y="67661"/>
                      <a:pt x="233799" y="66011"/>
                    </a:cubicBezTo>
                    <a:cubicBezTo>
                      <a:pt x="237649" y="64980"/>
                      <a:pt x="239367" y="65599"/>
                      <a:pt x="241498" y="68967"/>
                    </a:cubicBezTo>
                    <a:cubicBezTo>
                      <a:pt x="242461" y="70411"/>
                      <a:pt x="243286" y="71923"/>
                      <a:pt x="243836" y="73573"/>
                    </a:cubicBezTo>
                    <a:cubicBezTo>
                      <a:pt x="244867" y="76529"/>
                      <a:pt x="244385" y="78385"/>
                      <a:pt x="241911" y="80379"/>
                    </a:cubicBezTo>
                    <a:cubicBezTo>
                      <a:pt x="236755" y="84504"/>
                      <a:pt x="231668" y="88628"/>
                      <a:pt x="226443" y="92684"/>
                    </a:cubicBezTo>
                    <a:cubicBezTo>
                      <a:pt x="223831" y="94678"/>
                      <a:pt x="223144" y="97152"/>
                      <a:pt x="223694" y="100177"/>
                    </a:cubicBezTo>
                    <a:cubicBezTo>
                      <a:pt x="223900" y="101208"/>
                      <a:pt x="224244" y="102171"/>
                      <a:pt x="224519" y="103202"/>
                    </a:cubicBezTo>
                    <a:cubicBezTo>
                      <a:pt x="225412" y="106433"/>
                      <a:pt x="227543" y="108220"/>
                      <a:pt x="230843" y="108633"/>
                    </a:cubicBezTo>
                    <a:cubicBezTo>
                      <a:pt x="237099" y="109458"/>
                      <a:pt x="243354" y="110351"/>
                      <a:pt x="249541" y="111176"/>
                    </a:cubicBezTo>
                    <a:cubicBezTo>
                      <a:pt x="253254" y="111657"/>
                      <a:pt x="255178" y="113445"/>
                      <a:pt x="255591" y="117157"/>
                    </a:cubicBezTo>
                    <a:cubicBezTo>
                      <a:pt x="255797" y="118944"/>
                      <a:pt x="256003" y="120732"/>
                      <a:pt x="255797" y="122519"/>
                    </a:cubicBezTo>
                    <a:cubicBezTo>
                      <a:pt x="255453" y="125337"/>
                      <a:pt x="254010" y="126919"/>
                      <a:pt x="251398" y="127675"/>
                    </a:cubicBezTo>
                    <a:cubicBezTo>
                      <a:pt x="245554" y="129325"/>
                      <a:pt x="239642" y="130974"/>
                      <a:pt x="233799" y="132693"/>
                    </a:cubicBezTo>
                    <a:cubicBezTo>
                      <a:pt x="228093" y="134343"/>
                      <a:pt x="225481" y="138674"/>
                      <a:pt x="226650" y="144586"/>
                    </a:cubicBezTo>
                    <a:cubicBezTo>
                      <a:pt x="227062" y="146854"/>
                      <a:pt x="228368" y="148298"/>
                      <a:pt x="230293" y="149398"/>
                    </a:cubicBezTo>
                    <a:cubicBezTo>
                      <a:pt x="235655" y="152560"/>
                      <a:pt x="241017" y="155722"/>
                      <a:pt x="246448" y="158884"/>
                    </a:cubicBezTo>
                    <a:cubicBezTo>
                      <a:pt x="250435" y="161222"/>
                      <a:pt x="251054" y="162597"/>
                      <a:pt x="249954" y="167065"/>
                    </a:cubicBezTo>
                    <a:cubicBezTo>
                      <a:pt x="249885" y="167340"/>
                      <a:pt x="249885" y="167615"/>
                      <a:pt x="249816" y="167890"/>
                    </a:cubicBezTo>
                    <a:cubicBezTo>
                      <a:pt x="248166" y="173321"/>
                      <a:pt x="246310" y="176002"/>
                      <a:pt x="240123" y="174833"/>
                    </a:cubicBezTo>
                    <a:cubicBezTo>
                      <a:pt x="234555" y="173733"/>
                      <a:pt x="228849" y="173527"/>
                      <a:pt x="223212" y="172702"/>
                    </a:cubicBezTo>
                    <a:cubicBezTo>
                      <a:pt x="219225" y="172152"/>
                      <a:pt x="216613" y="173733"/>
                      <a:pt x="214688" y="177102"/>
                    </a:cubicBezTo>
                    <a:cubicBezTo>
                      <a:pt x="212695" y="180539"/>
                      <a:pt x="211801" y="183770"/>
                      <a:pt x="214551" y="187276"/>
                    </a:cubicBezTo>
                    <a:cubicBezTo>
                      <a:pt x="218263" y="192019"/>
                      <a:pt x="221838" y="196900"/>
                      <a:pt x="225481" y="201712"/>
                    </a:cubicBezTo>
                    <a:cubicBezTo>
                      <a:pt x="228506" y="205630"/>
                      <a:pt x="228506" y="207212"/>
                      <a:pt x="225481" y="211130"/>
                    </a:cubicBezTo>
                    <a:cubicBezTo>
                      <a:pt x="225343" y="211267"/>
                      <a:pt x="225206" y="211474"/>
                      <a:pt x="225068" y="211611"/>
                    </a:cubicBezTo>
                    <a:cubicBezTo>
                      <a:pt x="221081" y="215873"/>
                      <a:pt x="219500" y="217729"/>
                      <a:pt x="213245" y="213948"/>
                    </a:cubicBezTo>
                    <a:cubicBezTo>
                      <a:pt x="208432" y="211061"/>
                      <a:pt x="203345" y="208586"/>
                      <a:pt x="198602" y="205699"/>
                    </a:cubicBezTo>
                    <a:cubicBezTo>
                      <a:pt x="194684" y="203362"/>
                      <a:pt x="191659" y="204737"/>
                      <a:pt x="188565" y="207143"/>
                    </a:cubicBezTo>
                    <a:cubicBezTo>
                      <a:pt x="185472" y="209480"/>
                      <a:pt x="184234" y="212299"/>
                      <a:pt x="185334" y="216217"/>
                    </a:cubicBezTo>
                    <a:cubicBezTo>
                      <a:pt x="187053" y="222267"/>
                      <a:pt x="188565" y="228385"/>
                      <a:pt x="190078" y="234503"/>
                    </a:cubicBezTo>
                    <a:cubicBezTo>
                      <a:pt x="190903" y="237803"/>
                      <a:pt x="190215" y="239590"/>
                      <a:pt x="187397" y="241377"/>
                    </a:cubicBezTo>
                    <a:cubicBezTo>
                      <a:pt x="185884" y="242340"/>
                      <a:pt x="184303" y="243233"/>
                      <a:pt x="182585" y="243852"/>
                    </a:cubicBezTo>
                    <a:cubicBezTo>
                      <a:pt x="179560" y="244952"/>
                      <a:pt x="177360" y="244402"/>
                      <a:pt x="175366" y="241859"/>
                    </a:cubicBezTo>
                    <a:cubicBezTo>
                      <a:pt x="171585" y="237115"/>
                      <a:pt x="167805" y="232303"/>
                      <a:pt x="164024" y="227491"/>
                    </a:cubicBezTo>
                    <a:cubicBezTo>
                      <a:pt x="160380" y="222954"/>
                      <a:pt x="153781" y="222335"/>
                      <a:pt x="149381" y="226254"/>
                    </a:cubicBezTo>
                    <a:cubicBezTo>
                      <a:pt x="148213" y="227285"/>
                      <a:pt x="147663" y="228591"/>
                      <a:pt x="147456" y="230103"/>
                    </a:cubicBezTo>
                    <a:cubicBezTo>
                      <a:pt x="146563" y="236428"/>
                      <a:pt x="145532" y="242683"/>
                      <a:pt x="144844" y="249008"/>
                    </a:cubicBezTo>
                    <a:cubicBezTo>
                      <a:pt x="144432" y="252308"/>
                      <a:pt x="143126" y="254645"/>
                      <a:pt x="139895" y="255676"/>
                    </a:cubicBezTo>
                    <a:cubicBezTo>
                      <a:pt x="137145" y="255676"/>
                      <a:pt x="134326" y="255676"/>
                      <a:pt x="131577" y="255676"/>
                    </a:cubicBezTo>
                    <a:cubicBezTo>
                      <a:pt x="129652" y="254507"/>
                      <a:pt x="128552" y="252789"/>
                      <a:pt x="127933" y="250589"/>
                    </a:cubicBezTo>
                    <a:cubicBezTo>
                      <a:pt x="126283" y="244540"/>
                      <a:pt x="124427" y="238490"/>
                      <a:pt x="122777" y="232372"/>
                    </a:cubicBezTo>
                    <a:cubicBezTo>
                      <a:pt x="121884" y="229141"/>
                      <a:pt x="119890" y="227422"/>
                      <a:pt x="116659" y="227010"/>
                    </a:cubicBezTo>
                    <a:cubicBezTo>
                      <a:pt x="115422" y="226872"/>
                      <a:pt x="114184" y="226666"/>
                      <a:pt x="112947" y="226597"/>
                    </a:cubicBezTo>
                    <a:cubicBezTo>
                      <a:pt x="110060" y="226391"/>
                      <a:pt x="108066" y="227697"/>
                      <a:pt x="106622" y="230103"/>
                    </a:cubicBezTo>
                    <a:cubicBezTo>
                      <a:pt x="106072" y="230997"/>
                      <a:pt x="105591" y="231891"/>
                      <a:pt x="105041" y="232784"/>
                    </a:cubicBezTo>
                    <a:cubicBezTo>
                      <a:pt x="102154" y="237665"/>
                      <a:pt x="99335" y="242615"/>
                      <a:pt x="96380" y="247427"/>
                    </a:cubicBezTo>
                    <a:cubicBezTo>
                      <a:pt x="94798" y="250108"/>
                      <a:pt x="92873" y="250795"/>
                      <a:pt x="89849" y="250108"/>
                    </a:cubicBezTo>
                    <a:cubicBezTo>
                      <a:pt x="87993" y="249695"/>
                      <a:pt x="86274" y="249077"/>
                      <a:pt x="84555" y="248320"/>
                    </a:cubicBezTo>
                    <a:cubicBezTo>
                      <a:pt x="81531" y="246877"/>
                      <a:pt x="80568" y="245021"/>
                      <a:pt x="80981" y="241652"/>
                    </a:cubicBezTo>
                    <a:cubicBezTo>
                      <a:pt x="81737" y="235397"/>
                      <a:pt x="82356" y="229141"/>
                      <a:pt x="83249" y="222885"/>
                    </a:cubicBezTo>
                    <a:cubicBezTo>
                      <a:pt x="83868" y="218486"/>
                      <a:pt x="81531" y="216080"/>
                      <a:pt x="78094" y="214155"/>
                    </a:cubicBezTo>
                    <a:cubicBezTo>
                      <a:pt x="74725" y="212299"/>
                      <a:pt x="71700" y="212024"/>
                      <a:pt x="68538" y="214636"/>
                    </a:cubicBezTo>
                    <a:cubicBezTo>
                      <a:pt x="64139" y="218142"/>
                      <a:pt x="59533" y="221373"/>
                      <a:pt x="55133" y="224810"/>
                    </a:cubicBezTo>
                    <a:cubicBezTo>
                      <a:pt x="50665" y="228316"/>
                      <a:pt x="48740" y="229072"/>
                      <a:pt x="43240" y="224123"/>
                    </a:cubicBezTo>
                    <a:cubicBezTo>
                      <a:pt x="42897" y="223779"/>
                      <a:pt x="42553" y="223435"/>
                      <a:pt x="42209" y="223091"/>
                    </a:cubicBezTo>
                    <a:cubicBezTo>
                      <a:pt x="39528" y="220342"/>
                      <a:pt x="39253" y="218211"/>
                      <a:pt x="41178" y="214842"/>
                    </a:cubicBezTo>
                    <a:cubicBezTo>
                      <a:pt x="44134" y="209549"/>
                      <a:pt x="47159" y="204187"/>
                      <a:pt x="50115" y="198893"/>
                    </a:cubicBezTo>
                    <a:cubicBezTo>
                      <a:pt x="50940" y="197381"/>
                      <a:pt x="51833" y="195869"/>
                      <a:pt x="51627" y="194013"/>
                    </a:cubicBezTo>
                    <a:cubicBezTo>
                      <a:pt x="51146" y="188444"/>
                      <a:pt x="44959" y="184045"/>
                      <a:pt x="39597" y="185420"/>
                    </a:cubicBezTo>
                    <a:cubicBezTo>
                      <a:pt x="33410" y="187001"/>
                      <a:pt x="27223" y="188582"/>
                      <a:pt x="21105" y="190232"/>
                    </a:cubicBezTo>
                    <a:cubicBezTo>
                      <a:pt x="18630" y="190919"/>
                      <a:pt x="16774" y="190163"/>
                      <a:pt x="15193" y="188238"/>
                    </a:cubicBezTo>
                    <a:cubicBezTo>
                      <a:pt x="13887" y="186657"/>
                      <a:pt x="13062" y="184870"/>
                      <a:pt x="12237" y="183014"/>
                    </a:cubicBezTo>
                    <a:cubicBezTo>
                      <a:pt x="10862" y="179783"/>
                      <a:pt x="11481" y="177445"/>
                      <a:pt x="14230" y="175314"/>
                    </a:cubicBezTo>
                    <a:cubicBezTo>
                      <a:pt x="18767" y="171671"/>
                      <a:pt x="23373" y="168096"/>
                      <a:pt x="27910" y="164453"/>
                    </a:cubicBezTo>
                    <a:cubicBezTo>
                      <a:pt x="32722" y="160741"/>
                      <a:pt x="33135" y="159159"/>
                      <a:pt x="31554" y="153385"/>
                    </a:cubicBezTo>
                    <a:cubicBezTo>
                      <a:pt x="30454" y="149604"/>
                      <a:pt x="28185" y="147611"/>
                      <a:pt x="24198" y="147198"/>
                    </a:cubicBezTo>
                    <a:cubicBezTo>
                      <a:pt x="18424" y="146579"/>
                      <a:pt x="12718" y="145479"/>
                      <a:pt x="6943" y="144861"/>
                    </a:cubicBezTo>
                    <a:cubicBezTo>
                      <a:pt x="3644" y="144517"/>
                      <a:pt x="1306" y="143211"/>
                      <a:pt x="138" y="140049"/>
                    </a:cubicBezTo>
                    <a:cubicBezTo>
                      <a:pt x="0" y="137093"/>
                      <a:pt x="0" y="134343"/>
                      <a:pt x="0" y="131525"/>
                    </a:cubicBezTo>
                    <a:cubicBezTo>
                      <a:pt x="1100" y="129462"/>
                      <a:pt x="2819" y="128431"/>
                      <a:pt x="5019" y="127881"/>
                    </a:cubicBezTo>
                    <a:cubicBezTo>
                      <a:pt x="10931" y="126300"/>
                      <a:pt x="16705" y="124513"/>
                      <a:pt x="22617" y="122931"/>
                    </a:cubicBezTo>
                    <a:cubicBezTo>
                      <a:pt x="26192" y="121969"/>
                      <a:pt x="28323" y="119975"/>
                      <a:pt x="28667" y="116194"/>
                    </a:cubicBezTo>
                    <a:cubicBezTo>
                      <a:pt x="28735" y="115232"/>
                      <a:pt x="28873" y="114270"/>
                      <a:pt x="29010" y="113307"/>
                    </a:cubicBezTo>
                    <a:cubicBezTo>
                      <a:pt x="29354" y="110076"/>
                      <a:pt x="27910" y="107876"/>
                      <a:pt x="25229" y="106295"/>
                    </a:cubicBezTo>
                    <a:cubicBezTo>
                      <a:pt x="19867" y="103202"/>
                      <a:pt x="14574" y="100040"/>
                      <a:pt x="9281" y="96946"/>
                    </a:cubicBezTo>
                    <a:cubicBezTo>
                      <a:pt x="5362" y="94678"/>
                      <a:pt x="4675" y="92959"/>
                      <a:pt x="5843" y="88560"/>
                    </a:cubicBezTo>
                    <a:cubicBezTo>
                      <a:pt x="5981" y="88147"/>
                      <a:pt x="6050" y="87735"/>
                      <a:pt x="6187" y="87391"/>
                    </a:cubicBezTo>
                    <a:cubicBezTo>
                      <a:pt x="7906" y="81685"/>
                      <a:pt x="9418" y="80585"/>
                      <a:pt x="15261" y="81135"/>
                    </a:cubicBezTo>
                    <a:cubicBezTo>
                      <a:pt x="20898" y="81685"/>
                      <a:pt x="26535" y="82304"/>
                      <a:pt x="32173" y="83060"/>
                    </a:cubicBezTo>
                    <a:cubicBezTo>
                      <a:pt x="36641" y="83610"/>
                      <a:pt x="38566" y="82854"/>
                      <a:pt x="40834" y="79073"/>
                    </a:cubicBezTo>
                    <a:cubicBezTo>
                      <a:pt x="44065" y="73848"/>
                      <a:pt x="43928" y="72198"/>
                      <a:pt x="40147" y="67318"/>
                    </a:cubicBezTo>
                    <a:cubicBezTo>
                      <a:pt x="36572" y="62712"/>
                      <a:pt x="33066" y="58037"/>
                      <a:pt x="29629" y="53363"/>
                    </a:cubicBezTo>
                    <a:cubicBezTo>
                      <a:pt x="27567" y="50613"/>
                      <a:pt x="27567" y="48344"/>
                      <a:pt x="29629" y="45595"/>
                    </a:cubicBezTo>
                    <a:cubicBezTo>
                      <a:pt x="30660" y="44220"/>
                      <a:pt x="31760" y="42845"/>
                      <a:pt x="33066" y="41745"/>
                    </a:cubicBezTo>
                    <a:cubicBezTo>
                      <a:pt x="35678" y="39545"/>
                      <a:pt x="37466" y="39270"/>
                      <a:pt x="40422" y="40920"/>
                    </a:cubicBezTo>
                    <a:cubicBezTo>
                      <a:pt x="45646" y="43807"/>
                      <a:pt x="51008" y="46488"/>
                      <a:pt x="56027" y="49719"/>
                    </a:cubicBezTo>
                    <a:cubicBezTo>
                      <a:pt x="61801" y="53431"/>
                      <a:pt x="65788" y="50957"/>
                      <a:pt x="69982" y="45801"/>
                    </a:cubicBezTo>
                    <a:cubicBezTo>
                      <a:pt x="71357" y="44082"/>
                      <a:pt x="70875" y="41814"/>
                      <a:pt x="70325" y="39751"/>
                    </a:cubicBezTo>
                    <a:cubicBezTo>
                      <a:pt x="68813" y="33908"/>
                      <a:pt x="67301" y="28065"/>
                      <a:pt x="65788" y="22221"/>
                    </a:cubicBezTo>
                    <a:cubicBezTo>
                      <a:pt x="64688" y="18028"/>
                      <a:pt x="65376" y="16309"/>
                      <a:pt x="69088" y="14110"/>
                    </a:cubicBezTo>
                    <a:cubicBezTo>
                      <a:pt x="69913" y="13628"/>
                      <a:pt x="70738" y="13147"/>
                      <a:pt x="71632" y="12735"/>
                    </a:cubicBezTo>
                    <a:cubicBezTo>
                      <a:pt x="76100" y="10672"/>
                      <a:pt x="78094" y="11154"/>
                      <a:pt x="81118" y="15072"/>
                    </a:cubicBezTo>
                    <a:cubicBezTo>
                      <a:pt x="84762" y="19678"/>
                      <a:pt x="88405" y="24353"/>
                      <a:pt x="92049" y="28958"/>
                    </a:cubicBezTo>
                    <a:cubicBezTo>
                      <a:pt x="95486" y="33221"/>
                      <a:pt x="103529" y="33221"/>
                      <a:pt x="106966" y="28890"/>
                    </a:cubicBezTo>
                    <a:cubicBezTo>
                      <a:pt x="108410" y="27034"/>
                      <a:pt x="108410" y="24696"/>
                      <a:pt x="108754" y="22565"/>
                    </a:cubicBezTo>
                    <a:cubicBezTo>
                      <a:pt x="109578" y="17203"/>
                      <a:pt x="110266" y="11841"/>
                      <a:pt x="110953" y="6479"/>
                    </a:cubicBezTo>
                    <a:cubicBezTo>
                      <a:pt x="111503" y="2217"/>
                      <a:pt x="112672" y="1048"/>
                      <a:pt x="116934" y="292"/>
                    </a:cubicBezTo>
                    <a:cubicBezTo>
                      <a:pt x="118721" y="-52"/>
                      <a:pt x="120509" y="-52"/>
                      <a:pt x="122296" y="86"/>
                    </a:cubicBezTo>
                    <a:close/>
                  </a:path>
                </a:pathLst>
              </a:custGeom>
              <a:solidFill>
                <a:schemeClr val="bg1"/>
              </a:solidFill>
              <a:ln w="5155" cap="flat">
                <a:solidFill>
                  <a:schemeClr val="tx1"/>
                </a:solidFill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</p:grpSp>
      </p:grpSp>
      <p:pic>
        <p:nvPicPr>
          <p:cNvPr id="297" name="Picture Placeholder 296" descr="1526317033787"/>
          <p:cNvPicPr>
            <a:picLocks noChangeAspect="1"/>
          </p:cNvPicPr>
          <p:nvPr>
            <p:ph type="pic" sz="quarter" idx="10"/>
          </p:nvPr>
        </p:nvPicPr>
        <p:blipFill>
          <a:blip r:embed="rId1"/>
          <a:stretch>
            <a:fillRect/>
          </a:stretch>
        </p:blipFill>
        <p:spPr>
          <a:xfrm rot="21600000">
            <a:off x="2899410" y="2531745"/>
            <a:ext cx="689610" cy="689610"/>
          </a:xfrm>
          <a:prstGeom prst="rect">
            <a:avLst/>
          </a:prstGeom>
          <a:noFill/>
        </p:spPr>
      </p:pic>
      <p:sp>
        <p:nvSpPr>
          <p:cNvPr id="90" name="Freeform 9"/>
          <p:cNvSpPr>
            <a:spLocks noEditPoints="1"/>
          </p:cNvSpPr>
          <p:nvPr/>
        </p:nvSpPr>
        <p:spPr bwMode="auto">
          <a:xfrm>
            <a:off x="-45085" y="4679872"/>
            <a:ext cx="9144000" cy="997028"/>
          </a:xfrm>
          <a:custGeom>
            <a:avLst/>
            <a:gdLst>
              <a:gd name="T0" fmla="*/ 4482 w 5998"/>
              <a:gd name="T1" fmla="*/ 420 h 654"/>
              <a:gd name="T2" fmla="*/ 1794 w 5998"/>
              <a:gd name="T3" fmla="*/ 367 h 654"/>
              <a:gd name="T4" fmla="*/ 4798 w 5998"/>
              <a:gd name="T5" fmla="*/ 367 h 654"/>
              <a:gd name="T6" fmla="*/ 3151 w 5998"/>
              <a:gd name="T7" fmla="*/ 420 h 654"/>
              <a:gd name="T8" fmla="*/ 2643 w 5998"/>
              <a:gd name="T9" fmla="*/ 345 h 654"/>
              <a:gd name="T10" fmla="*/ 3914 w 5998"/>
              <a:gd name="T11" fmla="*/ 314 h 654"/>
              <a:gd name="T12" fmla="*/ 3342 w 5998"/>
              <a:gd name="T13" fmla="*/ 411 h 654"/>
              <a:gd name="T14" fmla="*/ 4691 w 5998"/>
              <a:gd name="T15" fmla="*/ 334 h 654"/>
              <a:gd name="T16" fmla="*/ 5785 w 5998"/>
              <a:gd name="T17" fmla="*/ 280 h 654"/>
              <a:gd name="T18" fmla="*/ 3431 w 5998"/>
              <a:gd name="T19" fmla="*/ 374 h 654"/>
              <a:gd name="T20" fmla="*/ 3051 w 5998"/>
              <a:gd name="T21" fmla="*/ 392 h 654"/>
              <a:gd name="T22" fmla="*/ 2302 w 5998"/>
              <a:gd name="T23" fmla="*/ 298 h 654"/>
              <a:gd name="T24" fmla="*/ 5942 w 5998"/>
              <a:gd name="T25" fmla="*/ 214 h 654"/>
              <a:gd name="T26" fmla="*/ 2011 w 5998"/>
              <a:gd name="T27" fmla="*/ 260 h 654"/>
              <a:gd name="T28" fmla="*/ 5338 w 5998"/>
              <a:gd name="T29" fmla="*/ 187 h 654"/>
              <a:gd name="T30" fmla="*/ 2351 w 5998"/>
              <a:gd name="T31" fmla="*/ 267 h 654"/>
              <a:gd name="T32" fmla="*/ 1998 w 5998"/>
              <a:gd name="T33" fmla="*/ 163 h 654"/>
              <a:gd name="T34" fmla="*/ 2534 w 5998"/>
              <a:gd name="T35" fmla="*/ 171 h 654"/>
              <a:gd name="T36" fmla="*/ 3734 w 5998"/>
              <a:gd name="T37" fmla="*/ 40 h 654"/>
              <a:gd name="T38" fmla="*/ 3865 w 5998"/>
              <a:gd name="T39" fmla="*/ 214 h 654"/>
              <a:gd name="T40" fmla="*/ 3980 w 5998"/>
              <a:gd name="T41" fmla="*/ 136 h 654"/>
              <a:gd name="T42" fmla="*/ 4140 w 5998"/>
              <a:gd name="T43" fmla="*/ 178 h 654"/>
              <a:gd name="T44" fmla="*/ 4265 w 5998"/>
              <a:gd name="T45" fmla="*/ 347 h 654"/>
              <a:gd name="T46" fmla="*/ 4465 w 5998"/>
              <a:gd name="T47" fmla="*/ 323 h 654"/>
              <a:gd name="T48" fmla="*/ 4525 w 5998"/>
              <a:gd name="T49" fmla="*/ 220 h 654"/>
              <a:gd name="T50" fmla="*/ 4645 w 5998"/>
              <a:gd name="T51" fmla="*/ 311 h 654"/>
              <a:gd name="T52" fmla="*/ 4794 w 5998"/>
              <a:gd name="T53" fmla="*/ 280 h 654"/>
              <a:gd name="T54" fmla="*/ 4849 w 5998"/>
              <a:gd name="T55" fmla="*/ 209 h 654"/>
              <a:gd name="T56" fmla="*/ 5034 w 5998"/>
              <a:gd name="T57" fmla="*/ 271 h 654"/>
              <a:gd name="T58" fmla="*/ 5125 w 5998"/>
              <a:gd name="T59" fmla="*/ 67 h 654"/>
              <a:gd name="T60" fmla="*/ 5262 w 5998"/>
              <a:gd name="T61" fmla="*/ 327 h 654"/>
              <a:gd name="T62" fmla="*/ 5414 w 5998"/>
              <a:gd name="T63" fmla="*/ 163 h 654"/>
              <a:gd name="T64" fmla="*/ 5565 w 5998"/>
              <a:gd name="T65" fmla="*/ 283 h 654"/>
              <a:gd name="T66" fmla="*/ 5654 w 5998"/>
              <a:gd name="T67" fmla="*/ 156 h 654"/>
              <a:gd name="T68" fmla="*/ 5774 w 5998"/>
              <a:gd name="T69" fmla="*/ 300 h 654"/>
              <a:gd name="T70" fmla="*/ 5891 w 5998"/>
              <a:gd name="T71" fmla="*/ 136 h 654"/>
              <a:gd name="T72" fmla="*/ 51 w 5998"/>
              <a:gd name="T73" fmla="*/ 287 h 654"/>
              <a:gd name="T74" fmla="*/ 145 w 5998"/>
              <a:gd name="T75" fmla="*/ 214 h 654"/>
              <a:gd name="T76" fmla="*/ 251 w 5998"/>
              <a:gd name="T77" fmla="*/ 131 h 654"/>
              <a:gd name="T78" fmla="*/ 420 w 5998"/>
              <a:gd name="T79" fmla="*/ 178 h 654"/>
              <a:gd name="T80" fmla="*/ 545 w 5998"/>
              <a:gd name="T81" fmla="*/ 347 h 654"/>
              <a:gd name="T82" fmla="*/ 745 w 5998"/>
              <a:gd name="T83" fmla="*/ 323 h 654"/>
              <a:gd name="T84" fmla="*/ 814 w 5998"/>
              <a:gd name="T85" fmla="*/ 254 h 654"/>
              <a:gd name="T86" fmla="*/ 934 w 5998"/>
              <a:gd name="T87" fmla="*/ 367 h 654"/>
              <a:gd name="T88" fmla="*/ 1063 w 5998"/>
              <a:gd name="T89" fmla="*/ 223 h 654"/>
              <a:gd name="T90" fmla="*/ 1165 w 5998"/>
              <a:gd name="T91" fmla="*/ 247 h 654"/>
              <a:gd name="T92" fmla="*/ 1303 w 5998"/>
              <a:gd name="T93" fmla="*/ 183 h 654"/>
              <a:gd name="T94" fmla="*/ 1420 w 5998"/>
              <a:gd name="T95" fmla="*/ 98 h 654"/>
              <a:gd name="T96" fmla="*/ 1578 w 5998"/>
              <a:gd name="T97" fmla="*/ 143 h 654"/>
              <a:gd name="T98" fmla="*/ 1762 w 5998"/>
              <a:gd name="T99" fmla="*/ 123 h 654"/>
              <a:gd name="T100" fmla="*/ 1871 w 5998"/>
              <a:gd name="T101" fmla="*/ 260 h 654"/>
              <a:gd name="T102" fmla="*/ 1962 w 5998"/>
              <a:gd name="T103" fmla="*/ 43 h 654"/>
              <a:gd name="T104" fmla="*/ 2098 w 5998"/>
              <a:gd name="T105" fmla="*/ 267 h 654"/>
              <a:gd name="T106" fmla="*/ 2227 w 5998"/>
              <a:gd name="T107" fmla="*/ 185 h 654"/>
              <a:gd name="T108" fmla="*/ 2402 w 5998"/>
              <a:gd name="T109" fmla="*/ 143 h 654"/>
              <a:gd name="T110" fmla="*/ 2578 w 5998"/>
              <a:gd name="T111" fmla="*/ 131 h 654"/>
              <a:gd name="T112" fmla="*/ 2731 w 5998"/>
              <a:gd name="T113" fmla="*/ 94 h 654"/>
              <a:gd name="T114" fmla="*/ 2878 w 5998"/>
              <a:gd name="T115" fmla="*/ 274 h 654"/>
              <a:gd name="T116" fmla="*/ 3003 w 5998"/>
              <a:gd name="T117" fmla="*/ 285 h 654"/>
              <a:gd name="T118" fmla="*/ 3191 w 5998"/>
              <a:gd name="T119" fmla="*/ 67 h 654"/>
              <a:gd name="T120" fmla="*/ 3311 w 5998"/>
              <a:gd name="T121" fmla="*/ 251 h 654"/>
              <a:gd name="T122" fmla="*/ 3476 w 5998"/>
              <a:gd name="T123" fmla="*/ 292 h 654"/>
              <a:gd name="T124" fmla="*/ 3578 w 5998"/>
              <a:gd name="T125" fmla="*/ 314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98" h="654">
                <a:moveTo>
                  <a:pt x="2642" y="447"/>
                </a:moveTo>
                <a:lnTo>
                  <a:pt x="2642" y="460"/>
                </a:lnTo>
                <a:lnTo>
                  <a:pt x="2645" y="460"/>
                </a:lnTo>
                <a:lnTo>
                  <a:pt x="2645" y="447"/>
                </a:lnTo>
                <a:lnTo>
                  <a:pt x="2642" y="447"/>
                </a:lnTo>
                <a:close/>
                <a:moveTo>
                  <a:pt x="4805" y="443"/>
                </a:moveTo>
                <a:lnTo>
                  <a:pt x="4805" y="463"/>
                </a:lnTo>
                <a:lnTo>
                  <a:pt x="4811" y="463"/>
                </a:lnTo>
                <a:lnTo>
                  <a:pt x="4811" y="443"/>
                </a:lnTo>
                <a:lnTo>
                  <a:pt x="4805" y="443"/>
                </a:lnTo>
                <a:close/>
                <a:moveTo>
                  <a:pt x="1085" y="443"/>
                </a:moveTo>
                <a:lnTo>
                  <a:pt x="1085" y="463"/>
                </a:lnTo>
                <a:lnTo>
                  <a:pt x="1091" y="463"/>
                </a:lnTo>
                <a:lnTo>
                  <a:pt x="1091" y="443"/>
                </a:lnTo>
                <a:lnTo>
                  <a:pt x="1085" y="443"/>
                </a:lnTo>
                <a:close/>
                <a:moveTo>
                  <a:pt x="38" y="440"/>
                </a:moveTo>
                <a:lnTo>
                  <a:pt x="38" y="463"/>
                </a:lnTo>
                <a:lnTo>
                  <a:pt x="42" y="463"/>
                </a:lnTo>
                <a:lnTo>
                  <a:pt x="42" y="440"/>
                </a:lnTo>
                <a:lnTo>
                  <a:pt x="38" y="440"/>
                </a:lnTo>
                <a:close/>
                <a:moveTo>
                  <a:pt x="5774" y="434"/>
                </a:moveTo>
                <a:lnTo>
                  <a:pt x="5774" y="460"/>
                </a:lnTo>
                <a:lnTo>
                  <a:pt x="5778" y="460"/>
                </a:lnTo>
                <a:lnTo>
                  <a:pt x="5778" y="434"/>
                </a:lnTo>
                <a:lnTo>
                  <a:pt x="5774" y="434"/>
                </a:lnTo>
                <a:close/>
                <a:moveTo>
                  <a:pt x="2054" y="434"/>
                </a:moveTo>
                <a:lnTo>
                  <a:pt x="2054" y="460"/>
                </a:lnTo>
                <a:lnTo>
                  <a:pt x="2058" y="460"/>
                </a:lnTo>
                <a:lnTo>
                  <a:pt x="2058" y="434"/>
                </a:lnTo>
                <a:lnTo>
                  <a:pt x="2054" y="434"/>
                </a:lnTo>
                <a:close/>
                <a:moveTo>
                  <a:pt x="5362" y="431"/>
                </a:moveTo>
                <a:lnTo>
                  <a:pt x="5360" y="443"/>
                </a:lnTo>
                <a:lnTo>
                  <a:pt x="5360" y="452"/>
                </a:lnTo>
                <a:lnTo>
                  <a:pt x="5362" y="463"/>
                </a:lnTo>
                <a:lnTo>
                  <a:pt x="5365" y="463"/>
                </a:lnTo>
                <a:lnTo>
                  <a:pt x="5365" y="431"/>
                </a:lnTo>
                <a:lnTo>
                  <a:pt x="5362" y="431"/>
                </a:lnTo>
                <a:close/>
                <a:moveTo>
                  <a:pt x="1642" y="431"/>
                </a:moveTo>
                <a:lnTo>
                  <a:pt x="1640" y="443"/>
                </a:lnTo>
                <a:lnTo>
                  <a:pt x="1640" y="452"/>
                </a:lnTo>
                <a:lnTo>
                  <a:pt x="1642" y="463"/>
                </a:lnTo>
                <a:lnTo>
                  <a:pt x="1645" y="463"/>
                </a:lnTo>
                <a:lnTo>
                  <a:pt x="1645" y="431"/>
                </a:lnTo>
                <a:lnTo>
                  <a:pt x="1642" y="431"/>
                </a:lnTo>
                <a:close/>
                <a:moveTo>
                  <a:pt x="2551" y="427"/>
                </a:moveTo>
                <a:lnTo>
                  <a:pt x="2551" y="443"/>
                </a:lnTo>
                <a:lnTo>
                  <a:pt x="2554" y="443"/>
                </a:lnTo>
                <a:lnTo>
                  <a:pt x="2554" y="427"/>
                </a:lnTo>
                <a:lnTo>
                  <a:pt x="2551" y="427"/>
                </a:lnTo>
                <a:close/>
                <a:moveTo>
                  <a:pt x="4274" y="423"/>
                </a:moveTo>
                <a:lnTo>
                  <a:pt x="4274" y="443"/>
                </a:lnTo>
                <a:lnTo>
                  <a:pt x="4278" y="443"/>
                </a:lnTo>
                <a:lnTo>
                  <a:pt x="4278" y="423"/>
                </a:lnTo>
                <a:lnTo>
                  <a:pt x="4274" y="423"/>
                </a:lnTo>
                <a:close/>
                <a:moveTo>
                  <a:pt x="554" y="423"/>
                </a:moveTo>
                <a:lnTo>
                  <a:pt x="554" y="443"/>
                </a:lnTo>
                <a:lnTo>
                  <a:pt x="558" y="443"/>
                </a:lnTo>
                <a:lnTo>
                  <a:pt x="558" y="423"/>
                </a:lnTo>
                <a:lnTo>
                  <a:pt x="554" y="423"/>
                </a:lnTo>
                <a:close/>
                <a:moveTo>
                  <a:pt x="5365" y="416"/>
                </a:moveTo>
                <a:lnTo>
                  <a:pt x="5365" y="427"/>
                </a:lnTo>
                <a:lnTo>
                  <a:pt x="5371" y="427"/>
                </a:lnTo>
                <a:lnTo>
                  <a:pt x="5371" y="416"/>
                </a:lnTo>
                <a:lnTo>
                  <a:pt x="5365" y="416"/>
                </a:lnTo>
                <a:close/>
                <a:moveTo>
                  <a:pt x="1645" y="416"/>
                </a:moveTo>
                <a:lnTo>
                  <a:pt x="1645" y="427"/>
                </a:lnTo>
                <a:lnTo>
                  <a:pt x="1651" y="427"/>
                </a:lnTo>
                <a:lnTo>
                  <a:pt x="1651" y="416"/>
                </a:lnTo>
                <a:lnTo>
                  <a:pt x="1645" y="416"/>
                </a:lnTo>
                <a:close/>
                <a:moveTo>
                  <a:pt x="4478" y="407"/>
                </a:moveTo>
                <a:lnTo>
                  <a:pt x="4478" y="420"/>
                </a:lnTo>
                <a:lnTo>
                  <a:pt x="4482" y="420"/>
                </a:lnTo>
                <a:lnTo>
                  <a:pt x="4482" y="407"/>
                </a:lnTo>
                <a:lnTo>
                  <a:pt x="4478" y="407"/>
                </a:lnTo>
                <a:close/>
                <a:moveTo>
                  <a:pt x="758" y="407"/>
                </a:moveTo>
                <a:lnTo>
                  <a:pt x="758" y="420"/>
                </a:lnTo>
                <a:lnTo>
                  <a:pt x="762" y="420"/>
                </a:lnTo>
                <a:lnTo>
                  <a:pt x="762" y="407"/>
                </a:lnTo>
                <a:lnTo>
                  <a:pt x="758" y="407"/>
                </a:lnTo>
                <a:close/>
                <a:moveTo>
                  <a:pt x="5365" y="380"/>
                </a:moveTo>
                <a:lnTo>
                  <a:pt x="5365" y="407"/>
                </a:lnTo>
                <a:lnTo>
                  <a:pt x="5371" y="407"/>
                </a:lnTo>
                <a:lnTo>
                  <a:pt x="5371" y="380"/>
                </a:lnTo>
                <a:lnTo>
                  <a:pt x="5365" y="380"/>
                </a:lnTo>
                <a:close/>
                <a:moveTo>
                  <a:pt x="1645" y="380"/>
                </a:moveTo>
                <a:lnTo>
                  <a:pt x="1645" y="407"/>
                </a:lnTo>
                <a:lnTo>
                  <a:pt x="1651" y="407"/>
                </a:lnTo>
                <a:lnTo>
                  <a:pt x="1651" y="380"/>
                </a:lnTo>
                <a:lnTo>
                  <a:pt x="1645" y="380"/>
                </a:lnTo>
                <a:close/>
                <a:moveTo>
                  <a:pt x="5505" y="371"/>
                </a:moveTo>
                <a:lnTo>
                  <a:pt x="5505" y="385"/>
                </a:lnTo>
                <a:lnTo>
                  <a:pt x="5503" y="400"/>
                </a:lnTo>
                <a:lnTo>
                  <a:pt x="5505" y="412"/>
                </a:lnTo>
                <a:lnTo>
                  <a:pt x="5511" y="423"/>
                </a:lnTo>
                <a:lnTo>
                  <a:pt x="5511" y="411"/>
                </a:lnTo>
                <a:lnTo>
                  <a:pt x="5511" y="394"/>
                </a:lnTo>
                <a:lnTo>
                  <a:pt x="5511" y="381"/>
                </a:lnTo>
                <a:lnTo>
                  <a:pt x="5505" y="371"/>
                </a:lnTo>
                <a:close/>
                <a:moveTo>
                  <a:pt x="1785" y="371"/>
                </a:moveTo>
                <a:lnTo>
                  <a:pt x="1785" y="385"/>
                </a:lnTo>
                <a:lnTo>
                  <a:pt x="1783" y="400"/>
                </a:lnTo>
                <a:lnTo>
                  <a:pt x="1785" y="412"/>
                </a:lnTo>
                <a:lnTo>
                  <a:pt x="1791" y="423"/>
                </a:lnTo>
                <a:lnTo>
                  <a:pt x="1791" y="411"/>
                </a:lnTo>
                <a:lnTo>
                  <a:pt x="1791" y="394"/>
                </a:lnTo>
                <a:lnTo>
                  <a:pt x="1791" y="381"/>
                </a:lnTo>
                <a:lnTo>
                  <a:pt x="1785" y="371"/>
                </a:lnTo>
                <a:close/>
                <a:moveTo>
                  <a:pt x="2351" y="367"/>
                </a:moveTo>
                <a:lnTo>
                  <a:pt x="2349" y="380"/>
                </a:lnTo>
                <a:lnTo>
                  <a:pt x="2349" y="396"/>
                </a:lnTo>
                <a:lnTo>
                  <a:pt x="2351" y="409"/>
                </a:lnTo>
                <a:lnTo>
                  <a:pt x="2354" y="420"/>
                </a:lnTo>
                <a:lnTo>
                  <a:pt x="2354" y="405"/>
                </a:lnTo>
                <a:lnTo>
                  <a:pt x="2354" y="391"/>
                </a:lnTo>
                <a:lnTo>
                  <a:pt x="2354" y="376"/>
                </a:lnTo>
                <a:lnTo>
                  <a:pt x="2351" y="367"/>
                </a:lnTo>
                <a:close/>
                <a:moveTo>
                  <a:pt x="2305" y="363"/>
                </a:moveTo>
                <a:lnTo>
                  <a:pt x="2305" y="374"/>
                </a:lnTo>
                <a:lnTo>
                  <a:pt x="2311" y="374"/>
                </a:lnTo>
                <a:lnTo>
                  <a:pt x="2311" y="363"/>
                </a:lnTo>
                <a:lnTo>
                  <a:pt x="2305" y="363"/>
                </a:lnTo>
                <a:close/>
                <a:moveTo>
                  <a:pt x="5511" y="360"/>
                </a:moveTo>
                <a:lnTo>
                  <a:pt x="5511" y="367"/>
                </a:lnTo>
                <a:lnTo>
                  <a:pt x="5514" y="367"/>
                </a:lnTo>
                <a:lnTo>
                  <a:pt x="5514" y="360"/>
                </a:lnTo>
                <a:lnTo>
                  <a:pt x="5511" y="360"/>
                </a:lnTo>
                <a:close/>
                <a:moveTo>
                  <a:pt x="5218" y="360"/>
                </a:moveTo>
                <a:lnTo>
                  <a:pt x="5218" y="387"/>
                </a:lnTo>
                <a:lnTo>
                  <a:pt x="5222" y="387"/>
                </a:lnTo>
                <a:lnTo>
                  <a:pt x="5222" y="360"/>
                </a:lnTo>
                <a:lnTo>
                  <a:pt x="5218" y="360"/>
                </a:lnTo>
                <a:close/>
                <a:moveTo>
                  <a:pt x="4374" y="360"/>
                </a:moveTo>
                <a:lnTo>
                  <a:pt x="4374" y="383"/>
                </a:lnTo>
                <a:lnTo>
                  <a:pt x="4378" y="383"/>
                </a:lnTo>
                <a:lnTo>
                  <a:pt x="4378" y="360"/>
                </a:lnTo>
                <a:lnTo>
                  <a:pt x="4374" y="360"/>
                </a:lnTo>
                <a:close/>
                <a:moveTo>
                  <a:pt x="3485" y="360"/>
                </a:moveTo>
                <a:lnTo>
                  <a:pt x="3485" y="367"/>
                </a:lnTo>
                <a:lnTo>
                  <a:pt x="3491" y="367"/>
                </a:lnTo>
                <a:lnTo>
                  <a:pt x="3491" y="360"/>
                </a:lnTo>
                <a:lnTo>
                  <a:pt x="3485" y="360"/>
                </a:lnTo>
                <a:close/>
                <a:moveTo>
                  <a:pt x="1791" y="360"/>
                </a:moveTo>
                <a:lnTo>
                  <a:pt x="1791" y="367"/>
                </a:lnTo>
                <a:lnTo>
                  <a:pt x="1794" y="367"/>
                </a:lnTo>
                <a:lnTo>
                  <a:pt x="1794" y="360"/>
                </a:lnTo>
                <a:lnTo>
                  <a:pt x="1791" y="360"/>
                </a:lnTo>
                <a:close/>
                <a:moveTo>
                  <a:pt x="1498" y="360"/>
                </a:moveTo>
                <a:lnTo>
                  <a:pt x="1498" y="387"/>
                </a:lnTo>
                <a:lnTo>
                  <a:pt x="1502" y="387"/>
                </a:lnTo>
                <a:lnTo>
                  <a:pt x="1502" y="360"/>
                </a:lnTo>
                <a:lnTo>
                  <a:pt x="1498" y="360"/>
                </a:lnTo>
                <a:close/>
                <a:moveTo>
                  <a:pt x="654" y="360"/>
                </a:moveTo>
                <a:lnTo>
                  <a:pt x="654" y="383"/>
                </a:lnTo>
                <a:lnTo>
                  <a:pt x="658" y="383"/>
                </a:lnTo>
                <a:lnTo>
                  <a:pt x="658" y="360"/>
                </a:lnTo>
                <a:lnTo>
                  <a:pt x="654" y="360"/>
                </a:lnTo>
                <a:close/>
                <a:moveTo>
                  <a:pt x="5971" y="356"/>
                </a:moveTo>
                <a:lnTo>
                  <a:pt x="5971" y="380"/>
                </a:lnTo>
                <a:lnTo>
                  <a:pt x="5974" y="380"/>
                </a:lnTo>
                <a:lnTo>
                  <a:pt x="5974" y="356"/>
                </a:lnTo>
                <a:lnTo>
                  <a:pt x="5971" y="356"/>
                </a:lnTo>
                <a:close/>
                <a:moveTo>
                  <a:pt x="4898" y="356"/>
                </a:moveTo>
                <a:lnTo>
                  <a:pt x="4898" y="383"/>
                </a:lnTo>
                <a:lnTo>
                  <a:pt x="4902" y="383"/>
                </a:lnTo>
                <a:lnTo>
                  <a:pt x="4902" y="356"/>
                </a:lnTo>
                <a:lnTo>
                  <a:pt x="4898" y="356"/>
                </a:lnTo>
                <a:close/>
                <a:moveTo>
                  <a:pt x="4665" y="356"/>
                </a:moveTo>
                <a:lnTo>
                  <a:pt x="4665" y="374"/>
                </a:lnTo>
                <a:lnTo>
                  <a:pt x="4671" y="374"/>
                </a:lnTo>
                <a:lnTo>
                  <a:pt x="4671" y="356"/>
                </a:lnTo>
                <a:lnTo>
                  <a:pt x="4665" y="356"/>
                </a:lnTo>
                <a:close/>
                <a:moveTo>
                  <a:pt x="2251" y="356"/>
                </a:moveTo>
                <a:lnTo>
                  <a:pt x="2251" y="380"/>
                </a:lnTo>
                <a:lnTo>
                  <a:pt x="2254" y="380"/>
                </a:lnTo>
                <a:lnTo>
                  <a:pt x="2254" y="356"/>
                </a:lnTo>
                <a:lnTo>
                  <a:pt x="2251" y="356"/>
                </a:lnTo>
                <a:close/>
                <a:moveTo>
                  <a:pt x="1178" y="356"/>
                </a:moveTo>
                <a:lnTo>
                  <a:pt x="1178" y="383"/>
                </a:lnTo>
                <a:lnTo>
                  <a:pt x="1182" y="383"/>
                </a:lnTo>
                <a:lnTo>
                  <a:pt x="1182" y="356"/>
                </a:lnTo>
                <a:lnTo>
                  <a:pt x="1178" y="356"/>
                </a:lnTo>
                <a:close/>
                <a:moveTo>
                  <a:pt x="945" y="356"/>
                </a:moveTo>
                <a:lnTo>
                  <a:pt x="945" y="374"/>
                </a:lnTo>
                <a:lnTo>
                  <a:pt x="951" y="374"/>
                </a:lnTo>
                <a:lnTo>
                  <a:pt x="951" y="356"/>
                </a:lnTo>
                <a:lnTo>
                  <a:pt x="945" y="356"/>
                </a:lnTo>
                <a:close/>
                <a:moveTo>
                  <a:pt x="5771" y="347"/>
                </a:moveTo>
                <a:lnTo>
                  <a:pt x="5769" y="361"/>
                </a:lnTo>
                <a:lnTo>
                  <a:pt x="5769" y="381"/>
                </a:lnTo>
                <a:lnTo>
                  <a:pt x="5769" y="403"/>
                </a:lnTo>
                <a:lnTo>
                  <a:pt x="5771" y="421"/>
                </a:lnTo>
                <a:lnTo>
                  <a:pt x="5774" y="431"/>
                </a:lnTo>
                <a:lnTo>
                  <a:pt x="5774" y="416"/>
                </a:lnTo>
                <a:lnTo>
                  <a:pt x="5774" y="396"/>
                </a:lnTo>
                <a:lnTo>
                  <a:pt x="5774" y="376"/>
                </a:lnTo>
                <a:lnTo>
                  <a:pt x="5774" y="358"/>
                </a:lnTo>
                <a:lnTo>
                  <a:pt x="5771" y="347"/>
                </a:lnTo>
                <a:close/>
                <a:moveTo>
                  <a:pt x="4778" y="347"/>
                </a:moveTo>
                <a:lnTo>
                  <a:pt x="4782" y="354"/>
                </a:lnTo>
                <a:lnTo>
                  <a:pt x="4783" y="361"/>
                </a:lnTo>
                <a:lnTo>
                  <a:pt x="4787" y="369"/>
                </a:lnTo>
                <a:lnTo>
                  <a:pt x="4791" y="374"/>
                </a:lnTo>
                <a:lnTo>
                  <a:pt x="4791" y="391"/>
                </a:lnTo>
                <a:lnTo>
                  <a:pt x="4794" y="391"/>
                </a:lnTo>
                <a:lnTo>
                  <a:pt x="4796" y="403"/>
                </a:lnTo>
                <a:lnTo>
                  <a:pt x="4798" y="414"/>
                </a:lnTo>
                <a:lnTo>
                  <a:pt x="4802" y="423"/>
                </a:lnTo>
                <a:lnTo>
                  <a:pt x="4803" y="420"/>
                </a:lnTo>
                <a:lnTo>
                  <a:pt x="4807" y="416"/>
                </a:lnTo>
                <a:lnTo>
                  <a:pt x="4807" y="414"/>
                </a:lnTo>
                <a:lnTo>
                  <a:pt x="4809" y="409"/>
                </a:lnTo>
                <a:lnTo>
                  <a:pt x="4811" y="403"/>
                </a:lnTo>
                <a:lnTo>
                  <a:pt x="4805" y="403"/>
                </a:lnTo>
                <a:lnTo>
                  <a:pt x="4802" y="383"/>
                </a:lnTo>
                <a:lnTo>
                  <a:pt x="4798" y="383"/>
                </a:lnTo>
                <a:lnTo>
                  <a:pt x="4798" y="367"/>
                </a:lnTo>
                <a:lnTo>
                  <a:pt x="4791" y="363"/>
                </a:lnTo>
                <a:lnTo>
                  <a:pt x="4791" y="356"/>
                </a:lnTo>
                <a:lnTo>
                  <a:pt x="4778" y="347"/>
                </a:lnTo>
                <a:close/>
                <a:moveTo>
                  <a:pt x="2051" y="347"/>
                </a:moveTo>
                <a:lnTo>
                  <a:pt x="2049" y="361"/>
                </a:lnTo>
                <a:lnTo>
                  <a:pt x="2049" y="381"/>
                </a:lnTo>
                <a:lnTo>
                  <a:pt x="2049" y="403"/>
                </a:lnTo>
                <a:lnTo>
                  <a:pt x="2051" y="421"/>
                </a:lnTo>
                <a:lnTo>
                  <a:pt x="2054" y="431"/>
                </a:lnTo>
                <a:lnTo>
                  <a:pt x="2054" y="416"/>
                </a:lnTo>
                <a:lnTo>
                  <a:pt x="2054" y="396"/>
                </a:lnTo>
                <a:lnTo>
                  <a:pt x="2054" y="376"/>
                </a:lnTo>
                <a:lnTo>
                  <a:pt x="2054" y="358"/>
                </a:lnTo>
                <a:lnTo>
                  <a:pt x="2051" y="347"/>
                </a:lnTo>
                <a:close/>
                <a:moveTo>
                  <a:pt x="1058" y="347"/>
                </a:moveTo>
                <a:lnTo>
                  <a:pt x="1062" y="354"/>
                </a:lnTo>
                <a:lnTo>
                  <a:pt x="1063" y="361"/>
                </a:lnTo>
                <a:lnTo>
                  <a:pt x="1067" y="369"/>
                </a:lnTo>
                <a:lnTo>
                  <a:pt x="1071" y="374"/>
                </a:lnTo>
                <a:lnTo>
                  <a:pt x="1071" y="391"/>
                </a:lnTo>
                <a:lnTo>
                  <a:pt x="1074" y="391"/>
                </a:lnTo>
                <a:lnTo>
                  <a:pt x="1076" y="403"/>
                </a:lnTo>
                <a:lnTo>
                  <a:pt x="1078" y="414"/>
                </a:lnTo>
                <a:lnTo>
                  <a:pt x="1082" y="423"/>
                </a:lnTo>
                <a:lnTo>
                  <a:pt x="1085" y="420"/>
                </a:lnTo>
                <a:lnTo>
                  <a:pt x="1087" y="416"/>
                </a:lnTo>
                <a:lnTo>
                  <a:pt x="1087" y="414"/>
                </a:lnTo>
                <a:lnTo>
                  <a:pt x="1089" y="409"/>
                </a:lnTo>
                <a:lnTo>
                  <a:pt x="1091" y="403"/>
                </a:lnTo>
                <a:lnTo>
                  <a:pt x="1085" y="403"/>
                </a:lnTo>
                <a:lnTo>
                  <a:pt x="1082" y="383"/>
                </a:lnTo>
                <a:lnTo>
                  <a:pt x="1078" y="383"/>
                </a:lnTo>
                <a:lnTo>
                  <a:pt x="1078" y="367"/>
                </a:lnTo>
                <a:lnTo>
                  <a:pt x="1071" y="363"/>
                </a:lnTo>
                <a:lnTo>
                  <a:pt x="1071" y="356"/>
                </a:lnTo>
                <a:lnTo>
                  <a:pt x="1058" y="347"/>
                </a:lnTo>
                <a:close/>
                <a:moveTo>
                  <a:pt x="5002" y="343"/>
                </a:moveTo>
                <a:lnTo>
                  <a:pt x="4998" y="356"/>
                </a:lnTo>
                <a:lnTo>
                  <a:pt x="4994" y="356"/>
                </a:lnTo>
                <a:lnTo>
                  <a:pt x="4998" y="411"/>
                </a:lnTo>
                <a:lnTo>
                  <a:pt x="5002" y="411"/>
                </a:lnTo>
                <a:lnTo>
                  <a:pt x="5002" y="440"/>
                </a:lnTo>
                <a:lnTo>
                  <a:pt x="5005" y="440"/>
                </a:lnTo>
                <a:lnTo>
                  <a:pt x="5007" y="425"/>
                </a:lnTo>
                <a:lnTo>
                  <a:pt x="5007" y="407"/>
                </a:lnTo>
                <a:lnTo>
                  <a:pt x="5007" y="387"/>
                </a:lnTo>
                <a:lnTo>
                  <a:pt x="5007" y="367"/>
                </a:lnTo>
                <a:lnTo>
                  <a:pt x="5005" y="352"/>
                </a:lnTo>
                <a:lnTo>
                  <a:pt x="5002" y="343"/>
                </a:lnTo>
                <a:close/>
                <a:moveTo>
                  <a:pt x="4958" y="343"/>
                </a:moveTo>
                <a:lnTo>
                  <a:pt x="4958" y="351"/>
                </a:lnTo>
                <a:lnTo>
                  <a:pt x="4951" y="356"/>
                </a:lnTo>
                <a:lnTo>
                  <a:pt x="4954" y="400"/>
                </a:lnTo>
                <a:lnTo>
                  <a:pt x="4958" y="400"/>
                </a:lnTo>
                <a:lnTo>
                  <a:pt x="4960" y="411"/>
                </a:lnTo>
                <a:lnTo>
                  <a:pt x="4958" y="421"/>
                </a:lnTo>
                <a:lnTo>
                  <a:pt x="4958" y="431"/>
                </a:lnTo>
                <a:lnTo>
                  <a:pt x="4962" y="440"/>
                </a:lnTo>
                <a:lnTo>
                  <a:pt x="4962" y="425"/>
                </a:lnTo>
                <a:lnTo>
                  <a:pt x="4963" y="407"/>
                </a:lnTo>
                <a:lnTo>
                  <a:pt x="4963" y="387"/>
                </a:lnTo>
                <a:lnTo>
                  <a:pt x="4963" y="367"/>
                </a:lnTo>
                <a:lnTo>
                  <a:pt x="4962" y="352"/>
                </a:lnTo>
                <a:lnTo>
                  <a:pt x="4958" y="343"/>
                </a:lnTo>
                <a:close/>
                <a:moveTo>
                  <a:pt x="3162" y="343"/>
                </a:moveTo>
                <a:lnTo>
                  <a:pt x="3154" y="380"/>
                </a:lnTo>
                <a:lnTo>
                  <a:pt x="3151" y="380"/>
                </a:lnTo>
                <a:lnTo>
                  <a:pt x="3151" y="391"/>
                </a:lnTo>
                <a:lnTo>
                  <a:pt x="3145" y="391"/>
                </a:lnTo>
                <a:lnTo>
                  <a:pt x="3145" y="396"/>
                </a:lnTo>
                <a:lnTo>
                  <a:pt x="3151" y="396"/>
                </a:lnTo>
                <a:lnTo>
                  <a:pt x="3151" y="420"/>
                </a:lnTo>
                <a:lnTo>
                  <a:pt x="3154" y="420"/>
                </a:lnTo>
                <a:lnTo>
                  <a:pt x="3154" y="463"/>
                </a:lnTo>
                <a:lnTo>
                  <a:pt x="3158" y="463"/>
                </a:lnTo>
                <a:lnTo>
                  <a:pt x="3158" y="460"/>
                </a:lnTo>
                <a:lnTo>
                  <a:pt x="3162" y="449"/>
                </a:lnTo>
                <a:lnTo>
                  <a:pt x="3163" y="436"/>
                </a:lnTo>
                <a:lnTo>
                  <a:pt x="3162" y="418"/>
                </a:lnTo>
                <a:lnTo>
                  <a:pt x="3162" y="401"/>
                </a:lnTo>
                <a:lnTo>
                  <a:pt x="3160" y="385"/>
                </a:lnTo>
                <a:lnTo>
                  <a:pt x="3162" y="371"/>
                </a:lnTo>
                <a:lnTo>
                  <a:pt x="3165" y="371"/>
                </a:lnTo>
                <a:lnTo>
                  <a:pt x="3165" y="343"/>
                </a:lnTo>
                <a:lnTo>
                  <a:pt x="3162" y="343"/>
                </a:lnTo>
                <a:close/>
                <a:moveTo>
                  <a:pt x="1282" y="343"/>
                </a:moveTo>
                <a:lnTo>
                  <a:pt x="1278" y="356"/>
                </a:lnTo>
                <a:lnTo>
                  <a:pt x="1274" y="356"/>
                </a:lnTo>
                <a:lnTo>
                  <a:pt x="1278" y="411"/>
                </a:lnTo>
                <a:lnTo>
                  <a:pt x="1282" y="411"/>
                </a:lnTo>
                <a:lnTo>
                  <a:pt x="1282" y="440"/>
                </a:lnTo>
                <a:lnTo>
                  <a:pt x="1285" y="440"/>
                </a:lnTo>
                <a:lnTo>
                  <a:pt x="1287" y="425"/>
                </a:lnTo>
                <a:lnTo>
                  <a:pt x="1287" y="407"/>
                </a:lnTo>
                <a:lnTo>
                  <a:pt x="1287" y="387"/>
                </a:lnTo>
                <a:lnTo>
                  <a:pt x="1287" y="367"/>
                </a:lnTo>
                <a:lnTo>
                  <a:pt x="1285" y="352"/>
                </a:lnTo>
                <a:lnTo>
                  <a:pt x="1282" y="343"/>
                </a:lnTo>
                <a:close/>
                <a:moveTo>
                  <a:pt x="1238" y="343"/>
                </a:moveTo>
                <a:lnTo>
                  <a:pt x="1238" y="351"/>
                </a:lnTo>
                <a:lnTo>
                  <a:pt x="1231" y="356"/>
                </a:lnTo>
                <a:lnTo>
                  <a:pt x="1234" y="400"/>
                </a:lnTo>
                <a:lnTo>
                  <a:pt x="1238" y="400"/>
                </a:lnTo>
                <a:lnTo>
                  <a:pt x="1240" y="411"/>
                </a:lnTo>
                <a:lnTo>
                  <a:pt x="1238" y="421"/>
                </a:lnTo>
                <a:lnTo>
                  <a:pt x="1238" y="431"/>
                </a:lnTo>
                <a:lnTo>
                  <a:pt x="1242" y="440"/>
                </a:lnTo>
                <a:lnTo>
                  <a:pt x="1242" y="425"/>
                </a:lnTo>
                <a:lnTo>
                  <a:pt x="1243" y="407"/>
                </a:lnTo>
                <a:lnTo>
                  <a:pt x="1243" y="387"/>
                </a:lnTo>
                <a:lnTo>
                  <a:pt x="1243" y="367"/>
                </a:lnTo>
                <a:lnTo>
                  <a:pt x="1242" y="352"/>
                </a:lnTo>
                <a:lnTo>
                  <a:pt x="1238" y="343"/>
                </a:lnTo>
                <a:close/>
                <a:moveTo>
                  <a:pt x="3911" y="340"/>
                </a:moveTo>
                <a:lnTo>
                  <a:pt x="3909" y="351"/>
                </a:lnTo>
                <a:lnTo>
                  <a:pt x="3909" y="363"/>
                </a:lnTo>
                <a:lnTo>
                  <a:pt x="3911" y="374"/>
                </a:lnTo>
                <a:lnTo>
                  <a:pt x="3914" y="383"/>
                </a:lnTo>
                <a:lnTo>
                  <a:pt x="3914" y="367"/>
                </a:lnTo>
                <a:lnTo>
                  <a:pt x="3914" y="352"/>
                </a:lnTo>
                <a:lnTo>
                  <a:pt x="3918" y="340"/>
                </a:lnTo>
                <a:lnTo>
                  <a:pt x="3911" y="340"/>
                </a:lnTo>
                <a:close/>
                <a:moveTo>
                  <a:pt x="3671" y="340"/>
                </a:moveTo>
                <a:lnTo>
                  <a:pt x="3671" y="343"/>
                </a:lnTo>
                <a:lnTo>
                  <a:pt x="3673" y="351"/>
                </a:lnTo>
                <a:lnTo>
                  <a:pt x="3673" y="361"/>
                </a:lnTo>
                <a:lnTo>
                  <a:pt x="3673" y="372"/>
                </a:lnTo>
                <a:lnTo>
                  <a:pt x="3674" y="383"/>
                </a:lnTo>
                <a:lnTo>
                  <a:pt x="3678" y="383"/>
                </a:lnTo>
                <a:lnTo>
                  <a:pt x="3678" y="451"/>
                </a:lnTo>
                <a:lnTo>
                  <a:pt x="3682" y="451"/>
                </a:lnTo>
                <a:lnTo>
                  <a:pt x="3678" y="463"/>
                </a:lnTo>
                <a:lnTo>
                  <a:pt x="3685" y="463"/>
                </a:lnTo>
                <a:lnTo>
                  <a:pt x="3694" y="340"/>
                </a:lnTo>
                <a:lnTo>
                  <a:pt x="3671" y="340"/>
                </a:lnTo>
                <a:close/>
                <a:moveTo>
                  <a:pt x="2638" y="340"/>
                </a:moveTo>
                <a:lnTo>
                  <a:pt x="2642" y="380"/>
                </a:lnTo>
                <a:lnTo>
                  <a:pt x="2645" y="380"/>
                </a:lnTo>
                <a:lnTo>
                  <a:pt x="2645" y="360"/>
                </a:lnTo>
                <a:lnTo>
                  <a:pt x="2642" y="360"/>
                </a:lnTo>
                <a:lnTo>
                  <a:pt x="2643" y="354"/>
                </a:lnTo>
                <a:lnTo>
                  <a:pt x="2645" y="351"/>
                </a:lnTo>
                <a:lnTo>
                  <a:pt x="2645" y="349"/>
                </a:lnTo>
                <a:lnTo>
                  <a:pt x="2643" y="345"/>
                </a:lnTo>
                <a:lnTo>
                  <a:pt x="2642" y="343"/>
                </a:lnTo>
                <a:lnTo>
                  <a:pt x="2638" y="340"/>
                </a:lnTo>
                <a:close/>
                <a:moveTo>
                  <a:pt x="2311" y="340"/>
                </a:moveTo>
                <a:lnTo>
                  <a:pt x="2311" y="356"/>
                </a:lnTo>
                <a:lnTo>
                  <a:pt x="2314" y="356"/>
                </a:lnTo>
                <a:lnTo>
                  <a:pt x="2314" y="340"/>
                </a:lnTo>
                <a:lnTo>
                  <a:pt x="2311" y="340"/>
                </a:lnTo>
                <a:close/>
                <a:moveTo>
                  <a:pt x="191" y="340"/>
                </a:moveTo>
                <a:lnTo>
                  <a:pt x="189" y="351"/>
                </a:lnTo>
                <a:lnTo>
                  <a:pt x="189" y="363"/>
                </a:lnTo>
                <a:lnTo>
                  <a:pt x="191" y="374"/>
                </a:lnTo>
                <a:lnTo>
                  <a:pt x="194" y="383"/>
                </a:lnTo>
                <a:lnTo>
                  <a:pt x="194" y="367"/>
                </a:lnTo>
                <a:lnTo>
                  <a:pt x="194" y="352"/>
                </a:lnTo>
                <a:lnTo>
                  <a:pt x="198" y="340"/>
                </a:lnTo>
                <a:lnTo>
                  <a:pt x="191" y="340"/>
                </a:lnTo>
                <a:close/>
                <a:moveTo>
                  <a:pt x="62" y="331"/>
                </a:moveTo>
                <a:lnTo>
                  <a:pt x="62" y="356"/>
                </a:lnTo>
                <a:lnTo>
                  <a:pt x="65" y="356"/>
                </a:lnTo>
                <a:lnTo>
                  <a:pt x="65" y="331"/>
                </a:lnTo>
                <a:lnTo>
                  <a:pt x="62" y="331"/>
                </a:lnTo>
                <a:close/>
                <a:moveTo>
                  <a:pt x="4594" y="327"/>
                </a:moveTo>
                <a:lnTo>
                  <a:pt x="4594" y="351"/>
                </a:lnTo>
                <a:lnTo>
                  <a:pt x="4598" y="351"/>
                </a:lnTo>
                <a:lnTo>
                  <a:pt x="4598" y="327"/>
                </a:lnTo>
                <a:lnTo>
                  <a:pt x="4594" y="327"/>
                </a:lnTo>
                <a:close/>
                <a:moveTo>
                  <a:pt x="4551" y="327"/>
                </a:moveTo>
                <a:lnTo>
                  <a:pt x="4551" y="338"/>
                </a:lnTo>
                <a:lnTo>
                  <a:pt x="4554" y="351"/>
                </a:lnTo>
                <a:lnTo>
                  <a:pt x="4558" y="360"/>
                </a:lnTo>
                <a:lnTo>
                  <a:pt x="4558" y="345"/>
                </a:lnTo>
                <a:lnTo>
                  <a:pt x="4556" y="334"/>
                </a:lnTo>
                <a:lnTo>
                  <a:pt x="4551" y="327"/>
                </a:lnTo>
                <a:close/>
                <a:moveTo>
                  <a:pt x="3251" y="327"/>
                </a:moveTo>
                <a:lnTo>
                  <a:pt x="3249" y="340"/>
                </a:lnTo>
                <a:lnTo>
                  <a:pt x="3249" y="356"/>
                </a:lnTo>
                <a:lnTo>
                  <a:pt x="3251" y="369"/>
                </a:lnTo>
                <a:lnTo>
                  <a:pt x="3254" y="380"/>
                </a:lnTo>
                <a:lnTo>
                  <a:pt x="3254" y="365"/>
                </a:lnTo>
                <a:lnTo>
                  <a:pt x="3254" y="351"/>
                </a:lnTo>
                <a:lnTo>
                  <a:pt x="3254" y="336"/>
                </a:lnTo>
                <a:lnTo>
                  <a:pt x="3251" y="327"/>
                </a:lnTo>
                <a:close/>
                <a:moveTo>
                  <a:pt x="874" y="327"/>
                </a:moveTo>
                <a:lnTo>
                  <a:pt x="874" y="351"/>
                </a:lnTo>
                <a:lnTo>
                  <a:pt x="878" y="351"/>
                </a:lnTo>
                <a:lnTo>
                  <a:pt x="878" y="327"/>
                </a:lnTo>
                <a:lnTo>
                  <a:pt x="874" y="327"/>
                </a:lnTo>
                <a:close/>
                <a:moveTo>
                  <a:pt x="831" y="327"/>
                </a:moveTo>
                <a:lnTo>
                  <a:pt x="831" y="338"/>
                </a:lnTo>
                <a:lnTo>
                  <a:pt x="834" y="351"/>
                </a:lnTo>
                <a:lnTo>
                  <a:pt x="838" y="360"/>
                </a:lnTo>
                <a:lnTo>
                  <a:pt x="838" y="345"/>
                </a:lnTo>
                <a:lnTo>
                  <a:pt x="836" y="334"/>
                </a:lnTo>
                <a:lnTo>
                  <a:pt x="831" y="327"/>
                </a:lnTo>
                <a:close/>
                <a:moveTo>
                  <a:pt x="5445" y="314"/>
                </a:moveTo>
                <a:lnTo>
                  <a:pt x="5445" y="327"/>
                </a:lnTo>
                <a:lnTo>
                  <a:pt x="5445" y="345"/>
                </a:lnTo>
                <a:lnTo>
                  <a:pt x="5445" y="363"/>
                </a:lnTo>
                <a:lnTo>
                  <a:pt x="5445" y="380"/>
                </a:lnTo>
                <a:lnTo>
                  <a:pt x="5447" y="394"/>
                </a:lnTo>
                <a:lnTo>
                  <a:pt x="5451" y="403"/>
                </a:lnTo>
                <a:lnTo>
                  <a:pt x="5451" y="391"/>
                </a:lnTo>
                <a:lnTo>
                  <a:pt x="5451" y="374"/>
                </a:lnTo>
                <a:lnTo>
                  <a:pt x="5451" y="356"/>
                </a:lnTo>
                <a:lnTo>
                  <a:pt x="5451" y="338"/>
                </a:lnTo>
                <a:lnTo>
                  <a:pt x="5449" y="323"/>
                </a:lnTo>
                <a:lnTo>
                  <a:pt x="5445" y="314"/>
                </a:lnTo>
                <a:close/>
                <a:moveTo>
                  <a:pt x="3914" y="314"/>
                </a:moveTo>
                <a:lnTo>
                  <a:pt x="3914" y="334"/>
                </a:lnTo>
                <a:lnTo>
                  <a:pt x="3918" y="334"/>
                </a:lnTo>
                <a:lnTo>
                  <a:pt x="3918" y="314"/>
                </a:lnTo>
                <a:lnTo>
                  <a:pt x="3914" y="314"/>
                </a:lnTo>
                <a:close/>
                <a:moveTo>
                  <a:pt x="1725" y="314"/>
                </a:moveTo>
                <a:lnTo>
                  <a:pt x="1725" y="327"/>
                </a:lnTo>
                <a:lnTo>
                  <a:pt x="1725" y="345"/>
                </a:lnTo>
                <a:lnTo>
                  <a:pt x="1725" y="363"/>
                </a:lnTo>
                <a:lnTo>
                  <a:pt x="1725" y="380"/>
                </a:lnTo>
                <a:lnTo>
                  <a:pt x="1727" y="394"/>
                </a:lnTo>
                <a:lnTo>
                  <a:pt x="1731" y="403"/>
                </a:lnTo>
                <a:lnTo>
                  <a:pt x="1731" y="391"/>
                </a:lnTo>
                <a:lnTo>
                  <a:pt x="1731" y="374"/>
                </a:lnTo>
                <a:lnTo>
                  <a:pt x="1731" y="356"/>
                </a:lnTo>
                <a:lnTo>
                  <a:pt x="1731" y="338"/>
                </a:lnTo>
                <a:lnTo>
                  <a:pt x="1729" y="323"/>
                </a:lnTo>
                <a:lnTo>
                  <a:pt x="1725" y="314"/>
                </a:lnTo>
                <a:close/>
                <a:moveTo>
                  <a:pt x="194" y="314"/>
                </a:moveTo>
                <a:lnTo>
                  <a:pt x="194" y="334"/>
                </a:lnTo>
                <a:lnTo>
                  <a:pt x="198" y="334"/>
                </a:lnTo>
                <a:lnTo>
                  <a:pt x="198" y="314"/>
                </a:lnTo>
                <a:lnTo>
                  <a:pt x="194" y="314"/>
                </a:lnTo>
                <a:close/>
                <a:moveTo>
                  <a:pt x="4598" y="311"/>
                </a:moveTo>
                <a:lnTo>
                  <a:pt x="4598" y="323"/>
                </a:lnTo>
                <a:lnTo>
                  <a:pt x="4602" y="323"/>
                </a:lnTo>
                <a:lnTo>
                  <a:pt x="4602" y="311"/>
                </a:lnTo>
                <a:lnTo>
                  <a:pt x="4598" y="311"/>
                </a:lnTo>
                <a:close/>
                <a:moveTo>
                  <a:pt x="4142" y="311"/>
                </a:moveTo>
                <a:lnTo>
                  <a:pt x="4142" y="334"/>
                </a:lnTo>
                <a:lnTo>
                  <a:pt x="4145" y="334"/>
                </a:lnTo>
                <a:lnTo>
                  <a:pt x="4145" y="311"/>
                </a:lnTo>
                <a:lnTo>
                  <a:pt x="4142" y="311"/>
                </a:lnTo>
                <a:close/>
                <a:moveTo>
                  <a:pt x="878" y="311"/>
                </a:moveTo>
                <a:lnTo>
                  <a:pt x="878" y="323"/>
                </a:lnTo>
                <a:lnTo>
                  <a:pt x="882" y="323"/>
                </a:lnTo>
                <a:lnTo>
                  <a:pt x="882" y="311"/>
                </a:lnTo>
                <a:lnTo>
                  <a:pt x="878" y="311"/>
                </a:lnTo>
                <a:close/>
                <a:moveTo>
                  <a:pt x="422" y="311"/>
                </a:moveTo>
                <a:lnTo>
                  <a:pt x="422" y="334"/>
                </a:lnTo>
                <a:lnTo>
                  <a:pt x="425" y="334"/>
                </a:lnTo>
                <a:lnTo>
                  <a:pt x="425" y="311"/>
                </a:lnTo>
                <a:lnTo>
                  <a:pt x="422" y="311"/>
                </a:lnTo>
                <a:close/>
                <a:moveTo>
                  <a:pt x="4891" y="307"/>
                </a:moveTo>
                <a:lnTo>
                  <a:pt x="4891" y="314"/>
                </a:lnTo>
                <a:lnTo>
                  <a:pt x="4894" y="314"/>
                </a:lnTo>
                <a:lnTo>
                  <a:pt x="4894" y="307"/>
                </a:lnTo>
                <a:lnTo>
                  <a:pt x="4891" y="307"/>
                </a:lnTo>
                <a:close/>
                <a:moveTo>
                  <a:pt x="4374" y="307"/>
                </a:moveTo>
                <a:lnTo>
                  <a:pt x="4374" y="320"/>
                </a:lnTo>
                <a:lnTo>
                  <a:pt x="4373" y="332"/>
                </a:lnTo>
                <a:lnTo>
                  <a:pt x="4374" y="343"/>
                </a:lnTo>
                <a:lnTo>
                  <a:pt x="4378" y="351"/>
                </a:lnTo>
                <a:lnTo>
                  <a:pt x="4378" y="340"/>
                </a:lnTo>
                <a:lnTo>
                  <a:pt x="4378" y="327"/>
                </a:lnTo>
                <a:lnTo>
                  <a:pt x="4378" y="316"/>
                </a:lnTo>
                <a:lnTo>
                  <a:pt x="4374" y="307"/>
                </a:lnTo>
                <a:close/>
                <a:moveTo>
                  <a:pt x="3491" y="307"/>
                </a:moveTo>
                <a:lnTo>
                  <a:pt x="3489" y="320"/>
                </a:lnTo>
                <a:lnTo>
                  <a:pt x="3491" y="334"/>
                </a:lnTo>
                <a:lnTo>
                  <a:pt x="3494" y="343"/>
                </a:lnTo>
                <a:lnTo>
                  <a:pt x="3494" y="331"/>
                </a:lnTo>
                <a:lnTo>
                  <a:pt x="3494" y="316"/>
                </a:lnTo>
                <a:lnTo>
                  <a:pt x="3491" y="307"/>
                </a:lnTo>
                <a:close/>
                <a:moveTo>
                  <a:pt x="3334" y="307"/>
                </a:moveTo>
                <a:lnTo>
                  <a:pt x="3333" y="334"/>
                </a:lnTo>
                <a:lnTo>
                  <a:pt x="3331" y="363"/>
                </a:lnTo>
                <a:lnTo>
                  <a:pt x="3331" y="392"/>
                </a:lnTo>
                <a:lnTo>
                  <a:pt x="3334" y="420"/>
                </a:lnTo>
                <a:lnTo>
                  <a:pt x="3334" y="432"/>
                </a:lnTo>
                <a:lnTo>
                  <a:pt x="3334" y="445"/>
                </a:lnTo>
                <a:lnTo>
                  <a:pt x="3338" y="456"/>
                </a:lnTo>
                <a:lnTo>
                  <a:pt x="3338" y="431"/>
                </a:lnTo>
                <a:lnTo>
                  <a:pt x="3342" y="431"/>
                </a:lnTo>
                <a:lnTo>
                  <a:pt x="3342" y="427"/>
                </a:lnTo>
                <a:lnTo>
                  <a:pt x="3338" y="427"/>
                </a:lnTo>
                <a:lnTo>
                  <a:pt x="3342" y="411"/>
                </a:lnTo>
                <a:lnTo>
                  <a:pt x="3338" y="411"/>
                </a:lnTo>
                <a:lnTo>
                  <a:pt x="3338" y="343"/>
                </a:lnTo>
                <a:lnTo>
                  <a:pt x="3338" y="329"/>
                </a:lnTo>
                <a:lnTo>
                  <a:pt x="3338" y="316"/>
                </a:lnTo>
                <a:lnTo>
                  <a:pt x="3334" y="307"/>
                </a:lnTo>
                <a:close/>
                <a:moveTo>
                  <a:pt x="2454" y="307"/>
                </a:moveTo>
                <a:lnTo>
                  <a:pt x="2454" y="334"/>
                </a:lnTo>
                <a:lnTo>
                  <a:pt x="2458" y="334"/>
                </a:lnTo>
                <a:lnTo>
                  <a:pt x="2458" y="307"/>
                </a:lnTo>
                <a:lnTo>
                  <a:pt x="2454" y="307"/>
                </a:lnTo>
                <a:close/>
                <a:moveTo>
                  <a:pt x="1171" y="307"/>
                </a:moveTo>
                <a:lnTo>
                  <a:pt x="1171" y="314"/>
                </a:lnTo>
                <a:lnTo>
                  <a:pt x="1174" y="314"/>
                </a:lnTo>
                <a:lnTo>
                  <a:pt x="1174" y="307"/>
                </a:lnTo>
                <a:lnTo>
                  <a:pt x="1171" y="307"/>
                </a:lnTo>
                <a:close/>
                <a:moveTo>
                  <a:pt x="654" y="307"/>
                </a:moveTo>
                <a:lnTo>
                  <a:pt x="654" y="320"/>
                </a:lnTo>
                <a:lnTo>
                  <a:pt x="653" y="332"/>
                </a:lnTo>
                <a:lnTo>
                  <a:pt x="654" y="343"/>
                </a:lnTo>
                <a:lnTo>
                  <a:pt x="658" y="351"/>
                </a:lnTo>
                <a:lnTo>
                  <a:pt x="658" y="340"/>
                </a:lnTo>
                <a:lnTo>
                  <a:pt x="658" y="327"/>
                </a:lnTo>
                <a:lnTo>
                  <a:pt x="658" y="316"/>
                </a:lnTo>
                <a:lnTo>
                  <a:pt x="654" y="307"/>
                </a:lnTo>
                <a:close/>
                <a:moveTo>
                  <a:pt x="5245" y="303"/>
                </a:moveTo>
                <a:lnTo>
                  <a:pt x="5245" y="363"/>
                </a:lnTo>
                <a:lnTo>
                  <a:pt x="5251" y="363"/>
                </a:lnTo>
                <a:lnTo>
                  <a:pt x="5251" y="367"/>
                </a:lnTo>
                <a:lnTo>
                  <a:pt x="5245" y="367"/>
                </a:lnTo>
                <a:lnTo>
                  <a:pt x="5245" y="380"/>
                </a:lnTo>
                <a:lnTo>
                  <a:pt x="5247" y="394"/>
                </a:lnTo>
                <a:lnTo>
                  <a:pt x="5251" y="403"/>
                </a:lnTo>
                <a:lnTo>
                  <a:pt x="5251" y="416"/>
                </a:lnTo>
                <a:lnTo>
                  <a:pt x="5251" y="429"/>
                </a:lnTo>
                <a:lnTo>
                  <a:pt x="5254" y="440"/>
                </a:lnTo>
                <a:lnTo>
                  <a:pt x="5254" y="414"/>
                </a:lnTo>
                <a:lnTo>
                  <a:pt x="5254" y="387"/>
                </a:lnTo>
                <a:lnTo>
                  <a:pt x="5254" y="361"/>
                </a:lnTo>
                <a:lnTo>
                  <a:pt x="5251" y="340"/>
                </a:lnTo>
                <a:lnTo>
                  <a:pt x="5249" y="325"/>
                </a:lnTo>
                <a:lnTo>
                  <a:pt x="5249" y="312"/>
                </a:lnTo>
                <a:lnTo>
                  <a:pt x="5245" y="303"/>
                </a:lnTo>
                <a:close/>
                <a:moveTo>
                  <a:pt x="1525" y="303"/>
                </a:moveTo>
                <a:lnTo>
                  <a:pt x="1525" y="363"/>
                </a:lnTo>
                <a:lnTo>
                  <a:pt x="1531" y="363"/>
                </a:lnTo>
                <a:lnTo>
                  <a:pt x="1531" y="367"/>
                </a:lnTo>
                <a:lnTo>
                  <a:pt x="1525" y="367"/>
                </a:lnTo>
                <a:lnTo>
                  <a:pt x="1525" y="380"/>
                </a:lnTo>
                <a:lnTo>
                  <a:pt x="1527" y="394"/>
                </a:lnTo>
                <a:lnTo>
                  <a:pt x="1531" y="403"/>
                </a:lnTo>
                <a:lnTo>
                  <a:pt x="1531" y="416"/>
                </a:lnTo>
                <a:lnTo>
                  <a:pt x="1531" y="429"/>
                </a:lnTo>
                <a:lnTo>
                  <a:pt x="1534" y="440"/>
                </a:lnTo>
                <a:lnTo>
                  <a:pt x="1534" y="414"/>
                </a:lnTo>
                <a:lnTo>
                  <a:pt x="1534" y="387"/>
                </a:lnTo>
                <a:lnTo>
                  <a:pt x="1534" y="361"/>
                </a:lnTo>
                <a:lnTo>
                  <a:pt x="1531" y="340"/>
                </a:lnTo>
                <a:lnTo>
                  <a:pt x="1529" y="325"/>
                </a:lnTo>
                <a:lnTo>
                  <a:pt x="1529" y="312"/>
                </a:lnTo>
                <a:lnTo>
                  <a:pt x="1525" y="303"/>
                </a:lnTo>
                <a:close/>
                <a:moveTo>
                  <a:pt x="5791" y="300"/>
                </a:moveTo>
                <a:lnTo>
                  <a:pt x="5791" y="307"/>
                </a:lnTo>
                <a:lnTo>
                  <a:pt x="5794" y="307"/>
                </a:lnTo>
                <a:lnTo>
                  <a:pt x="5794" y="300"/>
                </a:lnTo>
                <a:lnTo>
                  <a:pt x="5791" y="300"/>
                </a:lnTo>
                <a:close/>
                <a:moveTo>
                  <a:pt x="4682" y="300"/>
                </a:moveTo>
                <a:lnTo>
                  <a:pt x="4694" y="374"/>
                </a:lnTo>
                <a:lnTo>
                  <a:pt x="4694" y="389"/>
                </a:lnTo>
                <a:lnTo>
                  <a:pt x="4694" y="401"/>
                </a:lnTo>
                <a:lnTo>
                  <a:pt x="4698" y="411"/>
                </a:lnTo>
                <a:lnTo>
                  <a:pt x="4698" y="340"/>
                </a:lnTo>
                <a:lnTo>
                  <a:pt x="4691" y="334"/>
                </a:lnTo>
                <a:lnTo>
                  <a:pt x="4691" y="327"/>
                </a:lnTo>
                <a:lnTo>
                  <a:pt x="4698" y="327"/>
                </a:lnTo>
                <a:lnTo>
                  <a:pt x="4698" y="311"/>
                </a:lnTo>
                <a:lnTo>
                  <a:pt x="4694" y="311"/>
                </a:lnTo>
                <a:lnTo>
                  <a:pt x="4694" y="307"/>
                </a:lnTo>
                <a:lnTo>
                  <a:pt x="4698" y="307"/>
                </a:lnTo>
                <a:lnTo>
                  <a:pt x="4698" y="300"/>
                </a:lnTo>
                <a:lnTo>
                  <a:pt x="4682" y="300"/>
                </a:lnTo>
                <a:close/>
                <a:moveTo>
                  <a:pt x="2071" y="300"/>
                </a:moveTo>
                <a:lnTo>
                  <a:pt x="2071" y="307"/>
                </a:lnTo>
                <a:lnTo>
                  <a:pt x="2074" y="307"/>
                </a:lnTo>
                <a:lnTo>
                  <a:pt x="2074" y="300"/>
                </a:lnTo>
                <a:lnTo>
                  <a:pt x="2071" y="300"/>
                </a:lnTo>
                <a:close/>
                <a:moveTo>
                  <a:pt x="962" y="300"/>
                </a:moveTo>
                <a:lnTo>
                  <a:pt x="974" y="374"/>
                </a:lnTo>
                <a:lnTo>
                  <a:pt x="974" y="389"/>
                </a:lnTo>
                <a:lnTo>
                  <a:pt x="974" y="401"/>
                </a:lnTo>
                <a:lnTo>
                  <a:pt x="978" y="411"/>
                </a:lnTo>
                <a:lnTo>
                  <a:pt x="978" y="340"/>
                </a:lnTo>
                <a:lnTo>
                  <a:pt x="971" y="334"/>
                </a:lnTo>
                <a:lnTo>
                  <a:pt x="971" y="327"/>
                </a:lnTo>
                <a:lnTo>
                  <a:pt x="978" y="327"/>
                </a:lnTo>
                <a:lnTo>
                  <a:pt x="978" y="311"/>
                </a:lnTo>
                <a:lnTo>
                  <a:pt x="974" y="311"/>
                </a:lnTo>
                <a:lnTo>
                  <a:pt x="974" y="307"/>
                </a:lnTo>
                <a:lnTo>
                  <a:pt x="978" y="307"/>
                </a:lnTo>
                <a:lnTo>
                  <a:pt x="978" y="300"/>
                </a:lnTo>
                <a:lnTo>
                  <a:pt x="962" y="300"/>
                </a:lnTo>
                <a:close/>
                <a:moveTo>
                  <a:pt x="5378" y="296"/>
                </a:moveTo>
                <a:lnTo>
                  <a:pt x="5378" y="311"/>
                </a:lnTo>
                <a:lnTo>
                  <a:pt x="5378" y="325"/>
                </a:lnTo>
                <a:lnTo>
                  <a:pt x="5382" y="334"/>
                </a:lnTo>
                <a:lnTo>
                  <a:pt x="5383" y="320"/>
                </a:lnTo>
                <a:lnTo>
                  <a:pt x="5382" y="305"/>
                </a:lnTo>
                <a:lnTo>
                  <a:pt x="5378" y="296"/>
                </a:lnTo>
                <a:close/>
                <a:moveTo>
                  <a:pt x="3038" y="296"/>
                </a:moveTo>
                <a:lnTo>
                  <a:pt x="3022" y="298"/>
                </a:lnTo>
                <a:lnTo>
                  <a:pt x="3002" y="300"/>
                </a:lnTo>
                <a:lnTo>
                  <a:pt x="2998" y="316"/>
                </a:lnTo>
                <a:lnTo>
                  <a:pt x="2996" y="336"/>
                </a:lnTo>
                <a:lnTo>
                  <a:pt x="2996" y="358"/>
                </a:lnTo>
                <a:lnTo>
                  <a:pt x="2998" y="380"/>
                </a:lnTo>
                <a:lnTo>
                  <a:pt x="3002" y="380"/>
                </a:lnTo>
                <a:lnTo>
                  <a:pt x="3002" y="391"/>
                </a:lnTo>
                <a:lnTo>
                  <a:pt x="3005" y="391"/>
                </a:lnTo>
                <a:lnTo>
                  <a:pt x="3014" y="331"/>
                </a:lnTo>
                <a:lnTo>
                  <a:pt x="3025" y="331"/>
                </a:lnTo>
                <a:lnTo>
                  <a:pt x="3023" y="343"/>
                </a:lnTo>
                <a:lnTo>
                  <a:pt x="3022" y="358"/>
                </a:lnTo>
                <a:lnTo>
                  <a:pt x="3022" y="372"/>
                </a:lnTo>
                <a:lnTo>
                  <a:pt x="3025" y="383"/>
                </a:lnTo>
                <a:lnTo>
                  <a:pt x="3027" y="351"/>
                </a:lnTo>
                <a:lnTo>
                  <a:pt x="3033" y="321"/>
                </a:lnTo>
                <a:lnTo>
                  <a:pt x="3038" y="296"/>
                </a:lnTo>
                <a:close/>
                <a:moveTo>
                  <a:pt x="1658" y="296"/>
                </a:moveTo>
                <a:lnTo>
                  <a:pt x="1658" y="311"/>
                </a:lnTo>
                <a:lnTo>
                  <a:pt x="1658" y="325"/>
                </a:lnTo>
                <a:lnTo>
                  <a:pt x="1662" y="334"/>
                </a:lnTo>
                <a:lnTo>
                  <a:pt x="1663" y="320"/>
                </a:lnTo>
                <a:lnTo>
                  <a:pt x="1662" y="305"/>
                </a:lnTo>
                <a:lnTo>
                  <a:pt x="1658" y="296"/>
                </a:lnTo>
                <a:close/>
                <a:moveTo>
                  <a:pt x="2902" y="283"/>
                </a:moveTo>
                <a:lnTo>
                  <a:pt x="2894" y="360"/>
                </a:lnTo>
                <a:lnTo>
                  <a:pt x="2898" y="360"/>
                </a:lnTo>
                <a:lnTo>
                  <a:pt x="2898" y="356"/>
                </a:lnTo>
                <a:lnTo>
                  <a:pt x="2902" y="349"/>
                </a:lnTo>
                <a:lnTo>
                  <a:pt x="2903" y="336"/>
                </a:lnTo>
                <a:lnTo>
                  <a:pt x="2905" y="320"/>
                </a:lnTo>
                <a:lnTo>
                  <a:pt x="2905" y="303"/>
                </a:lnTo>
                <a:lnTo>
                  <a:pt x="2905" y="291"/>
                </a:lnTo>
                <a:lnTo>
                  <a:pt x="2902" y="283"/>
                </a:lnTo>
                <a:close/>
                <a:moveTo>
                  <a:pt x="5785" y="280"/>
                </a:moveTo>
                <a:lnTo>
                  <a:pt x="5785" y="287"/>
                </a:lnTo>
                <a:lnTo>
                  <a:pt x="5791" y="287"/>
                </a:lnTo>
                <a:lnTo>
                  <a:pt x="5791" y="280"/>
                </a:lnTo>
                <a:lnTo>
                  <a:pt x="5785" y="280"/>
                </a:lnTo>
                <a:close/>
                <a:moveTo>
                  <a:pt x="2065" y="280"/>
                </a:moveTo>
                <a:lnTo>
                  <a:pt x="2065" y="287"/>
                </a:lnTo>
                <a:lnTo>
                  <a:pt x="2071" y="287"/>
                </a:lnTo>
                <a:lnTo>
                  <a:pt x="2071" y="280"/>
                </a:lnTo>
                <a:lnTo>
                  <a:pt x="2065" y="280"/>
                </a:lnTo>
                <a:close/>
                <a:moveTo>
                  <a:pt x="3831" y="274"/>
                </a:moveTo>
                <a:lnTo>
                  <a:pt x="3831" y="343"/>
                </a:lnTo>
                <a:lnTo>
                  <a:pt x="3834" y="343"/>
                </a:lnTo>
                <a:lnTo>
                  <a:pt x="3834" y="356"/>
                </a:lnTo>
                <a:lnTo>
                  <a:pt x="3838" y="356"/>
                </a:lnTo>
                <a:lnTo>
                  <a:pt x="3838" y="374"/>
                </a:lnTo>
                <a:lnTo>
                  <a:pt x="3842" y="374"/>
                </a:lnTo>
                <a:lnTo>
                  <a:pt x="3842" y="400"/>
                </a:lnTo>
                <a:lnTo>
                  <a:pt x="3845" y="400"/>
                </a:lnTo>
                <a:lnTo>
                  <a:pt x="3847" y="378"/>
                </a:lnTo>
                <a:lnTo>
                  <a:pt x="3845" y="354"/>
                </a:lnTo>
                <a:lnTo>
                  <a:pt x="3845" y="329"/>
                </a:lnTo>
                <a:lnTo>
                  <a:pt x="3842" y="307"/>
                </a:lnTo>
                <a:lnTo>
                  <a:pt x="3838" y="287"/>
                </a:lnTo>
                <a:lnTo>
                  <a:pt x="3831" y="274"/>
                </a:lnTo>
                <a:close/>
                <a:moveTo>
                  <a:pt x="3342" y="274"/>
                </a:moveTo>
                <a:lnTo>
                  <a:pt x="3343" y="283"/>
                </a:lnTo>
                <a:lnTo>
                  <a:pt x="3345" y="298"/>
                </a:lnTo>
                <a:lnTo>
                  <a:pt x="3349" y="312"/>
                </a:lnTo>
                <a:lnTo>
                  <a:pt x="3351" y="325"/>
                </a:lnTo>
                <a:lnTo>
                  <a:pt x="3354" y="331"/>
                </a:lnTo>
                <a:lnTo>
                  <a:pt x="3351" y="274"/>
                </a:lnTo>
                <a:lnTo>
                  <a:pt x="3342" y="274"/>
                </a:lnTo>
                <a:close/>
                <a:moveTo>
                  <a:pt x="2905" y="271"/>
                </a:moveTo>
                <a:lnTo>
                  <a:pt x="2905" y="280"/>
                </a:lnTo>
                <a:lnTo>
                  <a:pt x="2911" y="280"/>
                </a:lnTo>
                <a:lnTo>
                  <a:pt x="2911" y="271"/>
                </a:lnTo>
                <a:lnTo>
                  <a:pt x="2905" y="271"/>
                </a:lnTo>
                <a:close/>
                <a:moveTo>
                  <a:pt x="5782" y="267"/>
                </a:moveTo>
                <a:lnTo>
                  <a:pt x="5782" y="274"/>
                </a:lnTo>
                <a:lnTo>
                  <a:pt x="5785" y="274"/>
                </a:lnTo>
                <a:lnTo>
                  <a:pt x="5785" y="267"/>
                </a:lnTo>
                <a:lnTo>
                  <a:pt x="5782" y="267"/>
                </a:lnTo>
                <a:close/>
                <a:moveTo>
                  <a:pt x="2062" y="267"/>
                </a:moveTo>
                <a:lnTo>
                  <a:pt x="2062" y="274"/>
                </a:lnTo>
                <a:lnTo>
                  <a:pt x="2065" y="274"/>
                </a:lnTo>
                <a:lnTo>
                  <a:pt x="2065" y="267"/>
                </a:lnTo>
                <a:lnTo>
                  <a:pt x="2062" y="267"/>
                </a:lnTo>
                <a:close/>
                <a:moveTo>
                  <a:pt x="5754" y="263"/>
                </a:moveTo>
                <a:lnTo>
                  <a:pt x="5754" y="271"/>
                </a:lnTo>
                <a:lnTo>
                  <a:pt x="5758" y="271"/>
                </a:lnTo>
                <a:lnTo>
                  <a:pt x="5758" y="263"/>
                </a:lnTo>
                <a:lnTo>
                  <a:pt x="5754" y="263"/>
                </a:lnTo>
                <a:close/>
                <a:moveTo>
                  <a:pt x="2334" y="263"/>
                </a:moveTo>
                <a:lnTo>
                  <a:pt x="2333" y="280"/>
                </a:lnTo>
                <a:lnTo>
                  <a:pt x="2333" y="294"/>
                </a:lnTo>
                <a:lnTo>
                  <a:pt x="2338" y="311"/>
                </a:lnTo>
                <a:lnTo>
                  <a:pt x="2338" y="327"/>
                </a:lnTo>
                <a:lnTo>
                  <a:pt x="2342" y="327"/>
                </a:lnTo>
                <a:lnTo>
                  <a:pt x="2342" y="311"/>
                </a:lnTo>
                <a:lnTo>
                  <a:pt x="2340" y="292"/>
                </a:lnTo>
                <a:lnTo>
                  <a:pt x="2338" y="274"/>
                </a:lnTo>
                <a:lnTo>
                  <a:pt x="2334" y="263"/>
                </a:lnTo>
                <a:close/>
                <a:moveTo>
                  <a:pt x="2034" y="263"/>
                </a:moveTo>
                <a:lnTo>
                  <a:pt x="2034" y="271"/>
                </a:lnTo>
                <a:lnTo>
                  <a:pt x="2038" y="271"/>
                </a:lnTo>
                <a:lnTo>
                  <a:pt x="2038" y="263"/>
                </a:lnTo>
                <a:lnTo>
                  <a:pt x="2034" y="263"/>
                </a:lnTo>
                <a:close/>
                <a:moveTo>
                  <a:pt x="3431" y="247"/>
                </a:moveTo>
                <a:lnTo>
                  <a:pt x="3429" y="280"/>
                </a:lnTo>
                <a:lnTo>
                  <a:pt x="3425" y="312"/>
                </a:lnTo>
                <a:lnTo>
                  <a:pt x="3425" y="345"/>
                </a:lnTo>
                <a:lnTo>
                  <a:pt x="3431" y="374"/>
                </a:lnTo>
                <a:lnTo>
                  <a:pt x="3431" y="407"/>
                </a:lnTo>
                <a:lnTo>
                  <a:pt x="3434" y="407"/>
                </a:lnTo>
                <a:lnTo>
                  <a:pt x="3436" y="381"/>
                </a:lnTo>
                <a:lnTo>
                  <a:pt x="3438" y="352"/>
                </a:lnTo>
                <a:lnTo>
                  <a:pt x="3440" y="323"/>
                </a:lnTo>
                <a:lnTo>
                  <a:pt x="3438" y="296"/>
                </a:lnTo>
                <a:lnTo>
                  <a:pt x="3434" y="271"/>
                </a:lnTo>
                <a:lnTo>
                  <a:pt x="3434" y="247"/>
                </a:lnTo>
                <a:lnTo>
                  <a:pt x="3431" y="247"/>
                </a:lnTo>
                <a:close/>
                <a:moveTo>
                  <a:pt x="4234" y="243"/>
                </a:moveTo>
                <a:lnTo>
                  <a:pt x="4234" y="251"/>
                </a:lnTo>
                <a:lnTo>
                  <a:pt x="4238" y="251"/>
                </a:lnTo>
                <a:lnTo>
                  <a:pt x="4238" y="243"/>
                </a:lnTo>
                <a:lnTo>
                  <a:pt x="4234" y="243"/>
                </a:lnTo>
                <a:close/>
                <a:moveTo>
                  <a:pt x="4022" y="243"/>
                </a:moveTo>
                <a:lnTo>
                  <a:pt x="4022" y="256"/>
                </a:lnTo>
                <a:lnTo>
                  <a:pt x="4020" y="271"/>
                </a:lnTo>
                <a:lnTo>
                  <a:pt x="4020" y="285"/>
                </a:lnTo>
                <a:lnTo>
                  <a:pt x="4022" y="298"/>
                </a:lnTo>
                <a:lnTo>
                  <a:pt x="4025" y="307"/>
                </a:lnTo>
                <a:lnTo>
                  <a:pt x="4027" y="294"/>
                </a:lnTo>
                <a:lnTo>
                  <a:pt x="4027" y="280"/>
                </a:lnTo>
                <a:lnTo>
                  <a:pt x="4027" y="265"/>
                </a:lnTo>
                <a:lnTo>
                  <a:pt x="4025" y="252"/>
                </a:lnTo>
                <a:lnTo>
                  <a:pt x="4022" y="243"/>
                </a:lnTo>
                <a:close/>
                <a:moveTo>
                  <a:pt x="514" y="243"/>
                </a:moveTo>
                <a:lnTo>
                  <a:pt x="514" y="251"/>
                </a:lnTo>
                <a:lnTo>
                  <a:pt x="518" y="251"/>
                </a:lnTo>
                <a:lnTo>
                  <a:pt x="518" y="243"/>
                </a:lnTo>
                <a:lnTo>
                  <a:pt x="514" y="243"/>
                </a:lnTo>
                <a:close/>
                <a:moveTo>
                  <a:pt x="302" y="243"/>
                </a:moveTo>
                <a:lnTo>
                  <a:pt x="302" y="256"/>
                </a:lnTo>
                <a:lnTo>
                  <a:pt x="300" y="271"/>
                </a:lnTo>
                <a:lnTo>
                  <a:pt x="300" y="285"/>
                </a:lnTo>
                <a:lnTo>
                  <a:pt x="302" y="298"/>
                </a:lnTo>
                <a:lnTo>
                  <a:pt x="305" y="307"/>
                </a:lnTo>
                <a:lnTo>
                  <a:pt x="307" y="294"/>
                </a:lnTo>
                <a:lnTo>
                  <a:pt x="307" y="280"/>
                </a:lnTo>
                <a:lnTo>
                  <a:pt x="307" y="265"/>
                </a:lnTo>
                <a:lnTo>
                  <a:pt x="305" y="252"/>
                </a:lnTo>
                <a:lnTo>
                  <a:pt x="302" y="243"/>
                </a:lnTo>
                <a:close/>
                <a:moveTo>
                  <a:pt x="4618" y="240"/>
                </a:moveTo>
                <a:lnTo>
                  <a:pt x="4618" y="254"/>
                </a:lnTo>
                <a:lnTo>
                  <a:pt x="4616" y="274"/>
                </a:lnTo>
                <a:lnTo>
                  <a:pt x="4616" y="294"/>
                </a:lnTo>
                <a:lnTo>
                  <a:pt x="4618" y="312"/>
                </a:lnTo>
                <a:lnTo>
                  <a:pt x="4622" y="323"/>
                </a:lnTo>
                <a:lnTo>
                  <a:pt x="4622" y="309"/>
                </a:lnTo>
                <a:lnTo>
                  <a:pt x="4623" y="289"/>
                </a:lnTo>
                <a:lnTo>
                  <a:pt x="4623" y="267"/>
                </a:lnTo>
                <a:lnTo>
                  <a:pt x="4622" y="249"/>
                </a:lnTo>
                <a:lnTo>
                  <a:pt x="4618" y="240"/>
                </a:lnTo>
                <a:close/>
                <a:moveTo>
                  <a:pt x="898" y="240"/>
                </a:moveTo>
                <a:lnTo>
                  <a:pt x="898" y="254"/>
                </a:lnTo>
                <a:lnTo>
                  <a:pt x="896" y="274"/>
                </a:lnTo>
                <a:lnTo>
                  <a:pt x="896" y="294"/>
                </a:lnTo>
                <a:lnTo>
                  <a:pt x="898" y="312"/>
                </a:lnTo>
                <a:lnTo>
                  <a:pt x="902" y="323"/>
                </a:lnTo>
                <a:lnTo>
                  <a:pt x="902" y="309"/>
                </a:lnTo>
                <a:lnTo>
                  <a:pt x="903" y="289"/>
                </a:lnTo>
                <a:lnTo>
                  <a:pt x="903" y="267"/>
                </a:lnTo>
                <a:lnTo>
                  <a:pt x="902" y="249"/>
                </a:lnTo>
                <a:lnTo>
                  <a:pt x="898" y="240"/>
                </a:lnTo>
                <a:close/>
                <a:moveTo>
                  <a:pt x="3065" y="231"/>
                </a:moveTo>
                <a:lnTo>
                  <a:pt x="3062" y="258"/>
                </a:lnTo>
                <a:lnTo>
                  <a:pt x="3054" y="283"/>
                </a:lnTo>
                <a:lnTo>
                  <a:pt x="3054" y="314"/>
                </a:lnTo>
                <a:lnTo>
                  <a:pt x="3051" y="314"/>
                </a:lnTo>
                <a:lnTo>
                  <a:pt x="3049" y="329"/>
                </a:lnTo>
                <a:lnTo>
                  <a:pt x="3047" y="349"/>
                </a:lnTo>
                <a:lnTo>
                  <a:pt x="3049" y="371"/>
                </a:lnTo>
                <a:lnTo>
                  <a:pt x="3051" y="392"/>
                </a:lnTo>
                <a:lnTo>
                  <a:pt x="3053" y="412"/>
                </a:lnTo>
                <a:lnTo>
                  <a:pt x="3054" y="423"/>
                </a:lnTo>
                <a:lnTo>
                  <a:pt x="3054" y="434"/>
                </a:lnTo>
                <a:lnTo>
                  <a:pt x="3054" y="445"/>
                </a:lnTo>
                <a:lnTo>
                  <a:pt x="3054" y="454"/>
                </a:lnTo>
                <a:lnTo>
                  <a:pt x="3058" y="463"/>
                </a:lnTo>
                <a:lnTo>
                  <a:pt x="3062" y="380"/>
                </a:lnTo>
                <a:lnTo>
                  <a:pt x="3065" y="380"/>
                </a:lnTo>
                <a:lnTo>
                  <a:pt x="3065" y="291"/>
                </a:lnTo>
                <a:lnTo>
                  <a:pt x="3067" y="278"/>
                </a:lnTo>
                <a:lnTo>
                  <a:pt x="3067" y="263"/>
                </a:lnTo>
                <a:lnTo>
                  <a:pt x="3069" y="251"/>
                </a:lnTo>
                <a:lnTo>
                  <a:pt x="3069" y="238"/>
                </a:lnTo>
                <a:lnTo>
                  <a:pt x="3065" y="231"/>
                </a:lnTo>
                <a:close/>
                <a:moveTo>
                  <a:pt x="4205" y="223"/>
                </a:moveTo>
                <a:lnTo>
                  <a:pt x="4203" y="234"/>
                </a:lnTo>
                <a:lnTo>
                  <a:pt x="4200" y="252"/>
                </a:lnTo>
                <a:lnTo>
                  <a:pt x="4198" y="272"/>
                </a:lnTo>
                <a:lnTo>
                  <a:pt x="4196" y="294"/>
                </a:lnTo>
                <a:lnTo>
                  <a:pt x="4196" y="311"/>
                </a:lnTo>
                <a:lnTo>
                  <a:pt x="4198" y="320"/>
                </a:lnTo>
                <a:lnTo>
                  <a:pt x="4202" y="298"/>
                </a:lnTo>
                <a:lnTo>
                  <a:pt x="4205" y="278"/>
                </a:lnTo>
                <a:lnTo>
                  <a:pt x="4209" y="260"/>
                </a:lnTo>
                <a:lnTo>
                  <a:pt x="4205" y="240"/>
                </a:lnTo>
                <a:lnTo>
                  <a:pt x="4205" y="234"/>
                </a:lnTo>
                <a:lnTo>
                  <a:pt x="4205" y="231"/>
                </a:lnTo>
                <a:lnTo>
                  <a:pt x="4207" y="229"/>
                </a:lnTo>
                <a:lnTo>
                  <a:pt x="4209" y="225"/>
                </a:lnTo>
                <a:lnTo>
                  <a:pt x="4211" y="223"/>
                </a:lnTo>
                <a:lnTo>
                  <a:pt x="4205" y="223"/>
                </a:lnTo>
                <a:close/>
                <a:moveTo>
                  <a:pt x="485" y="223"/>
                </a:moveTo>
                <a:lnTo>
                  <a:pt x="483" y="234"/>
                </a:lnTo>
                <a:lnTo>
                  <a:pt x="480" y="252"/>
                </a:lnTo>
                <a:lnTo>
                  <a:pt x="478" y="272"/>
                </a:lnTo>
                <a:lnTo>
                  <a:pt x="476" y="294"/>
                </a:lnTo>
                <a:lnTo>
                  <a:pt x="476" y="311"/>
                </a:lnTo>
                <a:lnTo>
                  <a:pt x="478" y="320"/>
                </a:lnTo>
                <a:lnTo>
                  <a:pt x="482" y="298"/>
                </a:lnTo>
                <a:lnTo>
                  <a:pt x="485" y="278"/>
                </a:lnTo>
                <a:lnTo>
                  <a:pt x="489" y="260"/>
                </a:lnTo>
                <a:lnTo>
                  <a:pt x="485" y="240"/>
                </a:lnTo>
                <a:lnTo>
                  <a:pt x="485" y="234"/>
                </a:lnTo>
                <a:lnTo>
                  <a:pt x="485" y="231"/>
                </a:lnTo>
                <a:lnTo>
                  <a:pt x="487" y="229"/>
                </a:lnTo>
                <a:lnTo>
                  <a:pt x="489" y="225"/>
                </a:lnTo>
                <a:lnTo>
                  <a:pt x="491" y="223"/>
                </a:lnTo>
                <a:lnTo>
                  <a:pt x="485" y="223"/>
                </a:lnTo>
                <a:close/>
                <a:moveTo>
                  <a:pt x="5758" y="220"/>
                </a:moveTo>
                <a:lnTo>
                  <a:pt x="5758" y="231"/>
                </a:lnTo>
                <a:lnTo>
                  <a:pt x="5762" y="231"/>
                </a:lnTo>
                <a:lnTo>
                  <a:pt x="5762" y="220"/>
                </a:lnTo>
                <a:lnTo>
                  <a:pt x="5758" y="220"/>
                </a:lnTo>
                <a:close/>
                <a:moveTo>
                  <a:pt x="2038" y="220"/>
                </a:moveTo>
                <a:lnTo>
                  <a:pt x="2038" y="231"/>
                </a:lnTo>
                <a:lnTo>
                  <a:pt x="2042" y="231"/>
                </a:lnTo>
                <a:lnTo>
                  <a:pt x="2042" y="220"/>
                </a:lnTo>
                <a:lnTo>
                  <a:pt x="2038" y="220"/>
                </a:lnTo>
                <a:close/>
                <a:moveTo>
                  <a:pt x="3438" y="214"/>
                </a:moveTo>
                <a:lnTo>
                  <a:pt x="3438" y="221"/>
                </a:lnTo>
                <a:lnTo>
                  <a:pt x="3438" y="229"/>
                </a:lnTo>
                <a:lnTo>
                  <a:pt x="3436" y="232"/>
                </a:lnTo>
                <a:lnTo>
                  <a:pt x="3434" y="238"/>
                </a:lnTo>
                <a:lnTo>
                  <a:pt x="3434" y="243"/>
                </a:lnTo>
                <a:lnTo>
                  <a:pt x="3442" y="243"/>
                </a:lnTo>
                <a:lnTo>
                  <a:pt x="3442" y="214"/>
                </a:lnTo>
                <a:lnTo>
                  <a:pt x="3438" y="214"/>
                </a:lnTo>
                <a:close/>
                <a:moveTo>
                  <a:pt x="2302" y="214"/>
                </a:moveTo>
                <a:lnTo>
                  <a:pt x="2302" y="231"/>
                </a:lnTo>
                <a:lnTo>
                  <a:pt x="2302" y="251"/>
                </a:lnTo>
                <a:lnTo>
                  <a:pt x="2300" y="276"/>
                </a:lnTo>
                <a:lnTo>
                  <a:pt x="2302" y="298"/>
                </a:lnTo>
                <a:lnTo>
                  <a:pt x="2303" y="316"/>
                </a:lnTo>
                <a:lnTo>
                  <a:pt x="2305" y="327"/>
                </a:lnTo>
                <a:lnTo>
                  <a:pt x="2311" y="300"/>
                </a:lnTo>
                <a:lnTo>
                  <a:pt x="2314" y="300"/>
                </a:lnTo>
                <a:lnTo>
                  <a:pt x="2316" y="283"/>
                </a:lnTo>
                <a:lnTo>
                  <a:pt x="2314" y="261"/>
                </a:lnTo>
                <a:lnTo>
                  <a:pt x="2313" y="241"/>
                </a:lnTo>
                <a:lnTo>
                  <a:pt x="2307" y="225"/>
                </a:lnTo>
                <a:lnTo>
                  <a:pt x="2302" y="214"/>
                </a:lnTo>
                <a:close/>
                <a:moveTo>
                  <a:pt x="4434" y="211"/>
                </a:moveTo>
                <a:lnTo>
                  <a:pt x="4431" y="236"/>
                </a:lnTo>
                <a:lnTo>
                  <a:pt x="4431" y="265"/>
                </a:lnTo>
                <a:lnTo>
                  <a:pt x="4431" y="296"/>
                </a:lnTo>
                <a:lnTo>
                  <a:pt x="4433" y="327"/>
                </a:lnTo>
                <a:lnTo>
                  <a:pt x="4433" y="354"/>
                </a:lnTo>
                <a:lnTo>
                  <a:pt x="4431" y="374"/>
                </a:lnTo>
                <a:lnTo>
                  <a:pt x="4431" y="385"/>
                </a:lnTo>
                <a:lnTo>
                  <a:pt x="4433" y="398"/>
                </a:lnTo>
                <a:lnTo>
                  <a:pt x="4436" y="412"/>
                </a:lnTo>
                <a:lnTo>
                  <a:pt x="4438" y="420"/>
                </a:lnTo>
                <a:lnTo>
                  <a:pt x="4440" y="383"/>
                </a:lnTo>
                <a:lnTo>
                  <a:pt x="4443" y="347"/>
                </a:lnTo>
                <a:lnTo>
                  <a:pt x="4445" y="312"/>
                </a:lnTo>
                <a:lnTo>
                  <a:pt x="4443" y="276"/>
                </a:lnTo>
                <a:lnTo>
                  <a:pt x="4438" y="243"/>
                </a:lnTo>
                <a:lnTo>
                  <a:pt x="4438" y="211"/>
                </a:lnTo>
                <a:lnTo>
                  <a:pt x="4434" y="211"/>
                </a:lnTo>
                <a:close/>
                <a:moveTo>
                  <a:pt x="714" y="211"/>
                </a:moveTo>
                <a:lnTo>
                  <a:pt x="711" y="236"/>
                </a:lnTo>
                <a:lnTo>
                  <a:pt x="711" y="265"/>
                </a:lnTo>
                <a:lnTo>
                  <a:pt x="711" y="296"/>
                </a:lnTo>
                <a:lnTo>
                  <a:pt x="713" y="327"/>
                </a:lnTo>
                <a:lnTo>
                  <a:pt x="713" y="354"/>
                </a:lnTo>
                <a:lnTo>
                  <a:pt x="711" y="374"/>
                </a:lnTo>
                <a:lnTo>
                  <a:pt x="711" y="385"/>
                </a:lnTo>
                <a:lnTo>
                  <a:pt x="713" y="398"/>
                </a:lnTo>
                <a:lnTo>
                  <a:pt x="716" y="412"/>
                </a:lnTo>
                <a:lnTo>
                  <a:pt x="718" y="420"/>
                </a:lnTo>
                <a:lnTo>
                  <a:pt x="720" y="383"/>
                </a:lnTo>
                <a:lnTo>
                  <a:pt x="723" y="347"/>
                </a:lnTo>
                <a:lnTo>
                  <a:pt x="725" y="312"/>
                </a:lnTo>
                <a:lnTo>
                  <a:pt x="723" y="276"/>
                </a:lnTo>
                <a:lnTo>
                  <a:pt x="718" y="243"/>
                </a:lnTo>
                <a:lnTo>
                  <a:pt x="718" y="211"/>
                </a:lnTo>
                <a:lnTo>
                  <a:pt x="714" y="211"/>
                </a:lnTo>
                <a:close/>
                <a:moveTo>
                  <a:pt x="5491" y="207"/>
                </a:moveTo>
                <a:lnTo>
                  <a:pt x="5494" y="278"/>
                </a:lnTo>
                <a:lnTo>
                  <a:pt x="5498" y="351"/>
                </a:lnTo>
                <a:lnTo>
                  <a:pt x="5505" y="351"/>
                </a:lnTo>
                <a:lnTo>
                  <a:pt x="5511" y="334"/>
                </a:lnTo>
                <a:lnTo>
                  <a:pt x="5514" y="334"/>
                </a:lnTo>
                <a:lnTo>
                  <a:pt x="5505" y="240"/>
                </a:lnTo>
                <a:lnTo>
                  <a:pt x="5502" y="240"/>
                </a:lnTo>
                <a:lnTo>
                  <a:pt x="5502" y="231"/>
                </a:lnTo>
                <a:lnTo>
                  <a:pt x="5498" y="231"/>
                </a:lnTo>
                <a:lnTo>
                  <a:pt x="5494" y="207"/>
                </a:lnTo>
                <a:lnTo>
                  <a:pt x="5491" y="207"/>
                </a:lnTo>
                <a:close/>
                <a:moveTo>
                  <a:pt x="1771" y="207"/>
                </a:moveTo>
                <a:lnTo>
                  <a:pt x="1774" y="278"/>
                </a:lnTo>
                <a:lnTo>
                  <a:pt x="1778" y="351"/>
                </a:lnTo>
                <a:lnTo>
                  <a:pt x="1785" y="351"/>
                </a:lnTo>
                <a:lnTo>
                  <a:pt x="1791" y="334"/>
                </a:lnTo>
                <a:lnTo>
                  <a:pt x="1794" y="334"/>
                </a:lnTo>
                <a:lnTo>
                  <a:pt x="1785" y="240"/>
                </a:lnTo>
                <a:lnTo>
                  <a:pt x="1782" y="240"/>
                </a:lnTo>
                <a:lnTo>
                  <a:pt x="1782" y="231"/>
                </a:lnTo>
                <a:lnTo>
                  <a:pt x="1778" y="231"/>
                </a:lnTo>
                <a:lnTo>
                  <a:pt x="1774" y="207"/>
                </a:lnTo>
                <a:lnTo>
                  <a:pt x="1771" y="207"/>
                </a:lnTo>
                <a:close/>
                <a:moveTo>
                  <a:pt x="5938" y="203"/>
                </a:moveTo>
                <a:lnTo>
                  <a:pt x="5938" y="214"/>
                </a:lnTo>
                <a:lnTo>
                  <a:pt x="5942" y="214"/>
                </a:lnTo>
                <a:lnTo>
                  <a:pt x="5942" y="203"/>
                </a:lnTo>
                <a:lnTo>
                  <a:pt x="5938" y="203"/>
                </a:lnTo>
                <a:close/>
                <a:moveTo>
                  <a:pt x="2218" y="203"/>
                </a:moveTo>
                <a:lnTo>
                  <a:pt x="2218" y="214"/>
                </a:lnTo>
                <a:lnTo>
                  <a:pt x="2222" y="214"/>
                </a:lnTo>
                <a:lnTo>
                  <a:pt x="2222" y="203"/>
                </a:lnTo>
                <a:lnTo>
                  <a:pt x="2218" y="203"/>
                </a:lnTo>
                <a:close/>
                <a:moveTo>
                  <a:pt x="2405" y="196"/>
                </a:moveTo>
                <a:lnTo>
                  <a:pt x="2400" y="232"/>
                </a:lnTo>
                <a:lnTo>
                  <a:pt x="2391" y="267"/>
                </a:lnTo>
                <a:lnTo>
                  <a:pt x="2387" y="285"/>
                </a:lnTo>
                <a:lnTo>
                  <a:pt x="2387" y="309"/>
                </a:lnTo>
                <a:lnTo>
                  <a:pt x="2391" y="332"/>
                </a:lnTo>
                <a:lnTo>
                  <a:pt x="2393" y="354"/>
                </a:lnTo>
                <a:lnTo>
                  <a:pt x="2394" y="371"/>
                </a:lnTo>
                <a:lnTo>
                  <a:pt x="2394" y="387"/>
                </a:lnTo>
                <a:lnTo>
                  <a:pt x="2394" y="405"/>
                </a:lnTo>
                <a:lnTo>
                  <a:pt x="2396" y="425"/>
                </a:lnTo>
                <a:lnTo>
                  <a:pt x="2398" y="441"/>
                </a:lnTo>
                <a:lnTo>
                  <a:pt x="2402" y="451"/>
                </a:lnTo>
                <a:lnTo>
                  <a:pt x="2403" y="405"/>
                </a:lnTo>
                <a:lnTo>
                  <a:pt x="2409" y="363"/>
                </a:lnTo>
                <a:lnTo>
                  <a:pt x="2413" y="318"/>
                </a:lnTo>
                <a:lnTo>
                  <a:pt x="2414" y="271"/>
                </a:lnTo>
                <a:lnTo>
                  <a:pt x="2414" y="254"/>
                </a:lnTo>
                <a:lnTo>
                  <a:pt x="2414" y="238"/>
                </a:lnTo>
                <a:lnTo>
                  <a:pt x="2414" y="220"/>
                </a:lnTo>
                <a:lnTo>
                  <a:pt x="2413" y="205"/>
                </a:lnTo>
                <a:lnTo>
                  <a:pt x="2405" y="196"/>
                </a:lnTo>
                <a:close/>
                <a:moveTo>
                  <a:pt x="5725" y="180"/>
                </a:moveTo>
                <a:lnTo>
                  <a:pt x="5718" y="271"/>
                </a:lnTo>
                <a:lnTo>
                  <a:pt x="5722" y="271"/>
                </a:lnTo>
                <a:lnTo>
                  <a:pt x="5722" y="269"/>
                </a:lnTo>
                <a:lnTo>
                  <a:pt x="5723" y="265"/>
                </a:lnTo>
                <a:lnTo>
                  <a:pt x="5723" y="263"/>
                </a:lnTo>
                <a:lnTo>
                  <a:pt x="5725" y="260"/>
                </a:lnTo>
                <a:lnTo>
                  <a:pt x="5727" y="258"/>
                </a:lnTo>
                <a:lnTo>
                  <a:pt x="5731" y="260"/>
                </a:lnTo>
                <a:lnTo>
                  <a:pt x="5731" y="263"/>
                </a:lnTo>
                <a:lnTo>
                  <a:pt x="5734" y="263"/>
                </a:lnTo>
                <a:lnTo>
                  <a:pt x="5725" y="296"/>
                </a:lnTo>
                <a:lnTo>
                  <a:pt x="5720" y="334"/>
                </a:lnTo>
                <a:lnTo>
                  <a:pt x="5718" y="374"/>
                </a:lnTo>
                <a:lnTo>
                  <a:pt x="5718" y="387"/>
                </a:lnTo>
                <a:lnTo>
                  <a:pt x="5718" y="400"/>
                </a:lnTo>
                <a:lnTo>
                  <a:pt x="5718" y="411"/>
                </a:lnTo>
                <a:lnTo>
                  <a:pt x="5722" y="420"/>
                </a:lnTo>
                <a:lnTo>
                  <a:pt x="5722" y="387"/>
                </a:lnTo>
                <a:lnTo>
                  <a:pt x="5725" y="387"/>
                </a:lnTo>
                <a:lnTo>
                  <a:pt x="5734" y="334"/>
                </a:lnTo>
                <a:lnTo>
                  <a:pt x="5742" y="331"/>
                </a:lnTo>
                <a:lnTo>
                  <a:pt x="5742" y="274"/>
                </a:lnTo>
                <a:lnTo>
                  <a:pt x="5745" y="274"/>
                </a:lnTo>
                <a:lnTo>
                  <a:pt x="5745" y="240"/>
                </a:lnTo>
                <a:lnTo>
                  <a:pt x="5747" y="238"/>
                </a:lnTo>
                <a:lnTo>
                  <a:pt x="5747" y="238"/>
                </a:lnTo>
                <a:lnTo>
                  <a:pt x="5749" y="236"/>
                </a:lnTo>
                <a:lnTo>
                  <a:pt x="5751" y="234"/>
                </a:lnTo>
                <a:lnTo>
                  <a:pt x="5751" y="231"/>
                </a:lnTo>
                <a:lnTo>
                  <a:pt x="5745" y="231"/>
                </a:lnTo>
                <a:lnTo>
                  <a:pt x="5742" y="212"/>
                </a:lnTo>
                <a:lnTo>
                  <a:pt x="5736" y="194"/>
                </a:lnTo>
                <a:lnTo>
                  <a:pt x="5725" y="180"/>
                </a:lnTo>
                <a:close/>
                <a:moveTo>
                  <a:pt x="2005" y="180"/>
                </a:moveTo>
                <a:lnTo>
                  <a:pt x="1998" y="271"/>
                </a:lnTo>
                <a:lnTo>
                  <a:pt x="2002" y="271"/>
                </a:lnTo>
                <a:lnTo>
                  <a:pt x="2002" y="269"/>
                </a:lnTo>
                <a:lnTo>
                  <a:pt x="2003" y="265"/>
                </a:lnTo>
                <a:lnTo>
                  <a:pt x="2003" y="263"/>
                </a:lnTo>
                <a:lnTo>
                  <a:pt x="2005" y="260"/>
                </a:lnTo>
                <a:lnTo>
                  <a:pt x="2007" y="258"/>
                </a:lnTo>
                <a:lnTo>
                  <a:pt x="2011" y="260"/>
                </a:lnTo>
                <a:lnTo>
                  <a:pt x="2011" y="263"/>
                </a:lnTo>
                <a:lnTo>
                  <a:pt x="2014" y="263"/>
                </a:lnTo>
                <a:lnTo>
                  <a:pt x="2005" y="296"/>
                </a:lnTo>
                <a:lnTo>
                  <a:pt x="2000" y="334"/>
                </a:lnTo>
                <a:lnTo>
                  <a:pt x="1998" y="374"/>
                </a:lnTo>
                <a:lnTo>
                  <a:pt x="1998" y="387"/>
                </a:lnTo>
                <a:lnTo>
                  <a:pt x="1998" y="400"/>
                </a:lnTo>
                <a:lnTo>
                  <a:pt x="1998" y="411"/>
                </a:lnTo>
                <a:lnTo>
                  <a:pt x="2002" y="420"/>
                </a:lnTo>
                <a:lnTo>
                  <a:pt x="2002" y="387"/>
                </a:lnTo>
                <a:lnTo>
                  <a:pt x="2005" y="387"/>
                </a:lnTo>
                <a:lnTo>
                  <a:pt x="2014" y="334"/>
                </a:lnTo>
                <a:lnTo>
                  <a:pt x="2022" y="331"/>
                </a:lnTo>
                <a:lnTo>
                  <a:pt x="2022" y="274"/>
                </a:lnTo>
                <a:lnTo>
                  <a:pt x="2025" y="274"/>
                </a:lnTo>
                <a:lnTo>
                  <a:pt x="2025" y="240"/>
                </a:lnTo>
                <a:lnTo>
                  <a:pt x="2027" y="238"/>
                </a:lnTo>
                <a:lnTo>
                  <a:pt x="2027" y="238"/>
                </a:lnTo>
                <a:lnTo>
                  <a:pt x="2029" y="236"/>
                </a:lnTo>
                <a:lnTo>
                  <a:pt x="2031" y="234"/>
                </a:lnTo>
                <a:lnTo>
                  <a:pt x="2031" y="231"/>
                </a:lnTo>
                <a:lnTo>
                  <a:pt x="2025" y="231"/>
                </a:lnTo>
                <a:lnTo>
                  <a:pt x="2022" y="212"/>
                </a:lnTo>
                <a:lnTo>
                  <a:pt x="2016" y="194"/>
                </a:lnTo>
                <a:lnTo>
                  <a:pt x="2005" y="180"/>
                </a:lnTo>
                <a:close/>
                <a:moveTo>
                  <a:pt x="5322" y="167"/>
                </a:moveTo>
                <a:lnTo>
                  <a:pt x="5322" y="220"/>
                </a:lnTo>
                <a:lnTo>
                  <a:pt x="5325" y="220"/>
                </a:lnTo>
                <a:lnTo>
                  <a:pt x="5322" y="231"/>
                </a:lnTo>
                <a:lnTo>
                  <a:pt x="5325" y="231"/>
                </a:lnTo>
                <a:lnTo>
                  <a:pt x="5325" y="300"/>
                </a:lnTo>
                <a:lnTo>
                  <a:pt x="5331" y="300"/>
                </a:lnTo>
                <a:lnTo>
                  <a:pt x="5331" y="314"/>
                </a:lnTo>
                <a:lnTo>
                  <a:pt x="5334" y="314"/>
                </a:lnTo>
                <a:lnTo>
                  <a:pt x="5334" y="331"/>
                </a:lnTo>
                <a:lnTo>
                  <a:pt x="5338" y="331"/>
                </a:lnTo>
                <a:lnTo>
                  <a:pt x="5338" y="360"/>
                </a:lnTo>
                <a:lnTo>
                  <a:pt x="5342" y="360"/>
                </a:lnTo>
                <a:lnTo>
                  <a:pt x="5342" y="334"/>
                </a:lnTo>
                <a:lnTo>
                  <a:pt x="5345" y="334"/>
                </a:lnTo>
                <a:lnTo>
                  <a:pt x="5347" y="334"/>
                </a:lnTo>
                <a:lnTo>
                  <a:pt x="5349" y="332"/>
                </a:lnTo>
                <a:lnTo>
                  <a:pt x="5349" y="332"/>
                </a:lnTo>
                <a:lnTo>
                  <a:pt x="5349" y="332"/>
                </a:lnTo>
                <a:lnTo>
                  <a:pt x="5351" y="332"/>
                </a:lnTo>
                <a:lnTo>
                  <a:pt x="5354" y="331"/>
                </a:lnTo>
                <a:lnTo>
                  <a:pt x="5351" y="354"/>
                </a:lnTo>
                <a:lnTo>
                  <a:pt x="5347" y="376"/>
                </a:lnTo>
                <a:lnTo>
                  <a:pt x="5345" y="403"/>
                </a:lnTo>
                <a:lnTo>
                  <a:pt x="5351" y="403"/>
                </a:lnTo>
                <a:lnTo>
                  <a:pt x="5351" y="372"/>
                </a:lnTo>
                <a:lnTo>
                  <a:pt x="5356" y="347"/>
                </a:lnTo>
                <a:lnTo>
                  <a:pt x="5362" y="323"/>
                </a:lnTo>
                <a:lnTo>
                  <a:pt x="5363" y="300"/>
                </a:lnTo>
                <a:lnTo>
                  <a:pt x="5358" y="278"/>
                </a:lnTo>
                <a:lnTo>
                  <a:pt x="5354" y="260"/>
                </a:lnTo>
                <a:lnTo>
                  <a:pt x="5362" y="260"/>
                </a:lnTo>
                <a:lnTo>
                  <a:pt x="5365" y="271"/>
                </a:lnTo>
                <a:lnTo>
                  <a:pt x="5371" y="271"/>
                </a:lnTo>
                <a:lnTo>
                  <a:pt x="5371" y="243"/>
                </a:lnTo>
                <a:lnTo>
                  <a:pt x="5373" y="241"/>
                </a:lnTo>
                <a:lnTo>
                  <a:pt x="5373" y="241"/>
                </a:lnTo>
                <a:lnTo>
                  <a:pt x="5373" y="240"/>
                </a:lnTo>
                <a:lnTo>
                  <a:pt x="5373" y="240"/>
                </a:lnTo>
                <a:lnTo>
                  <a:pt x="5373" y="238"/>
                </a:lnTo>
                <a:lnTo>
                  <a:pt x="5374" y="236"/>
                </a:lnTo>
                <a:lnTo>
                  <a:pt x="5365" y="225"/>
                </a:lnTo>
                <a:lnTo>
                  <a:pt x="5360" y="214"/>
                </a:lnTo>
                <a:lnTo>
                  <a:pt x="5354" y="203"/>
                </a:lnTo>
                <a:lnTo>
                  <a:pt x="5345" y="200"/>
                </a:lnTo>
                <a:lnTo>
                  <a:pt x="5345" y="191"/>
                </a:lnTo>
                <a:lnTo>
                  <a:pt x="5338" y="187"/>
                </a:lnTo>
                <a:lnTo>
                  <a:pt x="5325" y="167"/>
                </a:lnTo>
                <a:lnTo>
                  <a:pt x="5322" y="167"/>
                </a:lnTo>
                <a:close/>
                <a:moveTo>
                  <a:pt x="3725" y="167"/>
                </a:moveTo>
                <a:lnTo>
                  <a:pt x="3725" y="271"/>
                </a:lnTo>
                <a:lnTo>
                  <a:pt x="3731" y="271"/>
                </a:lnTo>
                <a:lnTo>
                  <a:pt x="3734" y="307"/>
                </a:lnTo>
                <a:lnTo>
                  <a:pt x="3742" y="307"/>
                </a:lnTo>
                <a:lnTo>
                  <a:pt x="3742" y="278"/>
                </a:lnTo>
                <a:lnTo>
                  <a:pt x="3740" y="249"/>
                </a:lnTo>
                <a:lnTo>
                  <a:pt x="3734" y="223"/>
                </a:lnTo>
                <a:lnTo>
                  <a:pt x="3733" y="209"/>
                </a:lnTo>
                <a:lnTo>
                  <a:pt x="3733" y="192"/>
                </a:lnTo>
                <a:lnTo>
                  <a:pt x="3731" y="178"/>
                </a:lnTo>
                <a:lnTo>
                  <a:pt x="3725" y="167"/>
                </a:lnTo>
                <a:close/>
                <a:moveTo>
                  <a:pt x="1602" y="167"/>
                </a:moveTo>
                <a:lnTo>
                  <a:pt x="1602" y="220"/>
                </a:lnTo>
                <a:lnTo>
                  <a:pt x="1605" y="220"/>
                </a:lnTo>
                <a:lnTo>
                  <a:pt x="1602" y="231"/>
                </a:lnTo>
                <a:lnTo>
                  <a:pt x="1605" y="231"/>
                </a:lnTo>
                <a:lnTo>
                  <a:pt x="1605" y="300"/>
                </a:lnTo>
                <a:lnTo>
                  <a:pt x="1611" y="300"/>
                </a:lnTo>
                <a:lnTo>
                  <a:pt x="1611" y="314"/>
                </a:lnTo>
                <a:lnTo>
                  <a:pt x="1614" y="314"/>
                </a:lnTo>
                <a:lnTo>
                  <a:pt x="1614" y="331"/>
                </a:lnTo>
                <a:lnTo>
                  <a:pt x="1618" y="331"/>
                </a:lnTo>
                <a:lnTo>
                  <a:pt x="1618" y="360"/>
                </a:lnTo>
                <a:lnTo>
                  <a:pt x="1622" y="360"/>
                </a:lnTo>
                <a:lnTo>
                  <a:pt x="1622" y="334"/>
                </a:lnTo>
                <a:lnTo>
                  <a:pt x="1625" y="334"/>
                </a:lnTo>
                <a:lnTo>
                  <a:pt x="1627" y="334"/>
                </a:lnTo>
                <a:lnTo>
                  <a:pt x="1629" y="332"/>
                </a:lnTo>
                <a:lnTo>
                  <a:pt x="1629" y="332"/>
                </a:lnTo>
                <a:lnTo>
                  <a:pt x="1629" y="332"/>
                </a:lnTo>
                <a:lnTo>
                  <a:pt x="1631" y="332"/>
                </a:lnTo>
                <a:lnTo>
                  <a:pt x="1634" y="331"/>
                </a:lnTo>
                <a:lnTo>
                  <a:pt x="1631" y="354"/>
                </a:lnTo>
                <a:lnTo>
                  <a:pt x="1627" y="376"/>
                </a:lnTo>
                <a:lnTo>
                  <a:pt x="1625" y="403"/>
                </a:lnTo>
                <a:lnTo>
                  <a:pt x="1631" y="403"/>
                </a:lnTo>
                <a:lnTo>
                  <a:pt x="1631" y="372"/>
                </a:lnTo>
                <a:lnTo>
                  <a:pt x="1636" y="347"/>
                </a:lnTo>
                <a:lnTo>
                  <a:pt x="1642" y="323"/>
                </a:lnTo>
                <a:lnTo>
                  <a:pt x="1643" y="300"/>
                </a:lnTo>
                <a:lnTo>
                  <a:pt x="1638" y="278"/>
                </a:lnTo>
                <a:lnTo>
                  <a:pt x="1634" y="260"/>
                </a:lnTo>
                <a:lnTo>
                  <a:pt x="1642" y="260"/>
                </a:lnTo>
                <a:lnTo>
                  <a:pt x="1645" y="271"/>
                </a:lnTo>
                <a:lnTo>
                  <a:pt x="1651" y="271"/>
                </a:lnTo>
                <a:lnTo>
                  <a:pt x="1651" y="243"/>
                </a:lnTo>
                <a:lnTo>
                  <a:pt x="1653" y="241"/>
                </a:lnTo>
                <a:lnTo>
                  <a:pt x="1653" y="241"/>
                </a:lnTo>
                <a:lnTo>
                  <a:pt x="1653" y="240"/>
                </a:lnTo>
                <a:lnTo>
                  <a:pt x="1653" y="240"/>
                </a:lnTo>
                <a:lnTo>
                  <a:pt x="1653" y="238"/>
                </a:lnTo>
                <a:lnTo>
                  <a:pt x="1654" y="236"/>
                </a:lnTo>
                <a:lnTo>
                  <a:pt x="1645" y="225"/>
                </a:lnTo>
                <a:lnTo>
                  <a:pt x="1640" y="214"/>
                </a:lnTo>
                <a:lnTo>
                  <a:pt x="1634" y="203"/>
                </a:lnTo>
                <a:lnTo>
                  <a:pt x="1625" y="200"/>
                </a:lnTo>
                <a:lnTo>
                  <a:pt x="1625" y="191"/>
                </a:lnTo>
                <a:lnTo>
                  <a:pt x="1618" y="187"/>
                </a:lnTo>
                <a:lnTo>
                  <a:pt x="1605" y="167"/>
                </a:lnTo>
                <a:lnTo>
                  <a:pt x="1602" y="167"/>
                </a:lnTo>
                <a:close/>
                <a:moveTo>
                  <a:pt x="2398" y="154"/>
                </a:moveTo>
                <a:lnTo>
                  <a:pt x="2398" y="160"/>
                </a:lnTo>
                <a:lnTo>
                  <a:pt x="2385" y="171"/>
                </a:lnTo>
                <a:lnTo>
                  <a:pt x="2373" y="189"/>
                </a:lnTo>
                <a:lnTo>
                  <a:pt x="2360" y="211"/>
                </a:lnTo>
                <a:lnTo>
                  <a:pt x="2351" y="234"/>
                </a:lnTo>
                <a:lnTo>
                  <a:pt x="2345" y="254"/>
                </a:lnTo>
                <a:lnTo>
                  <a:pt x="2351" y="254"/>
                </a:lnTo>
                <a:lnTo>
                  <a:pt x="2351" y="267"/>
                </a:lnTo>
                <a:lnTo>
                  <a:pt x="2354" y="267"/>
                </a:lnTo>
                <a:lnTo>
                  <a:pt x="2354" y="263"/>
                </a:lnTo>
                <a:lnTo>
                  <a:pt x="2356" y="260"/>
                </a:lnTo>
                <a:lnTo>
                  <a:pt x="2356" y="258"/>
                </a:lnTo>
                <a:lnTo>
                  <a:pt x="2358" y="258"/>
                </a:lnTo>
                <a:lnTo>
                  <a:pt x="2362" y="256"/>
                </a:lnTo>
                <a:lnTo>
                  <a:pt x="2365" y="254"/>
                </a:lnTo>
                <a:lnTo>
                  <a:pt x="2362" y="274"/>
                </a:lnTo>
                <a:lnTo>
                  <a:pt x="2358" y="274"/>
                </a:lnTo>
                <a:lnTo>
                  <a:pt x="2358" y="285"/>
                </a:lnTo>
                <a:lnTo>
                  <a:pt x="2360" y="296"/>
                </a:lnTo>
                <a:lnTo>
                  <a:pt x="2363" y="311"/>
                </a:lnTo>
                <a:lnTo>
                  <a:pt x="2367" y="321"/>
                </a:lnTo>
                <a:lnTo>
                  <a:pt x="2371" y="327"/>
                </a:lnTo>
                <a:lnTo>
                  <a:pt x="2373" y="291"/>
                </a:lnTo>
                <a:lnTo>
                  <a:pt x="2380" y="256"/>
                </a:lnTo>
                <a:lnTo>
                  <a:pt x="2389" y="223"/>
                </a:lnTo>
                <a:lnTo>
                  <a:pt x="2398" y="191"/>
                </a:lnTo>
                <a:lnTo>
                  <a:pt x="2411" y="187"/>
                </a:lnTo>
                <a:lnTo>
                  <a:pt x="2407" y="171"/>
                </a:lnTo>
                <a:lnTo>
                  <a:pt x="2402" y="154"/>
                </a:lnTo>
                <a:lnTo>
                  <a:pt x="2398" y="154"/>
                </a:lnTo>
                <a:close/>
                <a:moveTo>
                  <a:pt x="5705" y="151"/>
                </a:moveTo>
                <a:lnTo>
                  <a:pt x="5702" y="176"/>
                </a:lnTo>
                <a:lnTo>
                  <a:pt x="5698" y="176"/>
                </a:lnTo>
                <a:lnTo>
                  <a:pt x="5694" y="267"/>
                </a:lnTo>
                <a:lnTo>
                  <a:pt x="5698" y="267"/>
                </a:lnTo>
                <a:lnTo>
                  <a:pt x="5700" y="278"/>
                </a:lnTo>
                <a:lnTo>
                  <a:pt x="5698" y="289"/>
                </a:lnTo>
                <a:lnTo>
                  <a:pt x="5698" y="300"/>
                </a:lnTo>
                <a:lnTo>
                  <a:pt x="5702" y="307"/>
                </a:lnTo>
                <a:lnTo>
                  <a:pt x="5703" y="283"/>
                </a:lnTo>
                <a:lnTo>
                  <a:pt x="5705" y="261"/>
                </a:lnTo>
                <a:lnTo>
                  <a:pt x="5711" y="243"/>
                </a:lnTo>
                <a:lnTo>
                  <a:pt x="5711" y="207"/>
                </a:lnTo>
                <a:lnTo>
                  <a:pt x="5714" y="207"/>
                </a:lnTo>
                <a:lnTo>
                  <a:pt x="5714" y="176"/>
                </a:lnTo>
                <a:lnTo>
                  <a:pt x="5718" y="176"/>
                </a:lnTo>
                <a:lnTo>
                  <a:pt x="5718" y="171"/>
                </a:lnTo>
                <a:lnTo>
                  <a:pt x="5714" y="171"/>
                </a:lnTo>
                <a:lnTo>
                  <a:pt x="5714" y="169"/>
                </a:lnTo>
                <a:lnTo>
                  <a:pt x="5714" y="167"/>
                </a:lnTo>
                <a:lnTo>
                  <a:pt x="5714" y="165"/>
                </a:lnTo>
                <a:lnTo>
                  <a:pt x="5716" y="165"/>
                </a:lnTo>
                <a:lnTo>
                  <a:pt x="5716" y="163"/>
                </a:lnTo>
                <a:lnTo>
                  <a:pt x="5718" y="163"/>
                </a:lnTo>
                <a:lnTo>
                  <a:pt x="5714" y="151"/>
                </a:lnTo>
                <a:lnTo>
                  <a:pt x="5705" y="151"/>
                </a:lnTo>
                <a:close/>
                <a:moveTo>
                  <a:pt x="1985" y="151"/>
                </a:moveTo>
                <a:lnTo>
                  <a:pt x="1982" y="176"/>
                </a:lnTo>
                <a:lnTo>
                  <a:pt x="1978" y="176"/>
                </a:lnTo>
                <a:lnTo>
                  <a:pt x="1974" y="267"/>
                </a:lnTo>
                <a:lnTo>
                  <a:pt x="1978" y="267"/>
                </a:lnTo>
                <a:lnTo>
                  <a:pt x="1980" y="278"/>
                </a:lnTo>
                <a:lnTo>
                  <a:pt x="1978" y="289"/>
                </a:lnTo>
                <a:lnTo>
                  <a:pt x="1978" y="300"/>
                </a:lnTo>
                <a:lnTo>
                  <a:pt x="1982" y="307"/>
                </a:lnTo>
                <a:lnTo>
                  <a:pt x="1983" y="283"/>
                </a:lnTo>
                <a:lnTo>
                  <a:pt x="1985" y="261"/>
                </a:lnTo>
                <a:lnTo>
                  <a:pt x="1991" y="243"/>
                </a:lnTo>
                <a:lnTo>
                  <a:pt x="1991" y="207"/>
                </a:lnTo>
                <a:lnTo>
                  <a:pt x="1994" y="207"/>
                </a:lnTo>
                <a:lnTo>
                  <a:pt x="1994" y="176"/>
                </a:lnTo>
                <a:lnTo>
                  <a:pt x="1998" y="176"/>
                </a:lnTo>
                <a:lnTo>
                  <a:pt x="1998" y="171"/>
                </a:lnTo>
                <a:lnTo>
                  <a:pt x="1994" y="171"/>
                </a:lnTo>
                <a:lnTo>
                  <a:pt x="1994" y="169"/>
                </a:lnTo>
                <a:lnTo>
                  <a:pt x="1994" y="167"/>
                </a:lnTo>
                <a:lnTo>
                  <a:pt x="1994" y="165"/>
                </a:lnTo>
                <a:lnTo>
                  <a:pt x="1996" y="165"/>
                </a:lnTo>
                <a:lnTo>
                  <a:pt x="1996" y="163"/>
                </a:lnTo>
                <a:lnTo>
                  <a:pt x="1998" y="163"/>
                </a:lnTo>
                <a:lnTo>
                  <a:pt x="1994" y="151"/>
                </a:lnTo>
                <a:lnTo>
                  <a:pt x="1985" y="151"/>
                </a:lnTo>
                <a:close/>
                <a:moveTo>
                  <a:pt x="5774" y="127"/>
                </a:moveTo>
                <a:lnTo>
                  <a:pt x="5773" y="140"/>
                </a:lnTo>
                <a:lnTo>
                  <a:pt x="5769" y="156"/>
                </a:lnTo>
                <a:lnTo>
                  <a:pt x="5765" y="174"/>
                </a:lnTo>
                <a:lnTo>
                  <a:pt x="5763" y="191"/>
                </a:lnTo>
                <a:lnTo>
                  <a:pt x="5763" y="205"/>
                </a:lnTo>
                <a:lnTo>
                  <a:pt x="5765" y="214"/>
                </a:lnTo>
                <a:lnTo>
                  <a:pt x="5767" y="201"/>
                </a:lnTo>
                <a:lnTo>
                  <a:pt x="5769" y="183"/>
                </a:lnTo>
                <a:lnTo>
                  <a:pt x="5773" y="165"/>
                </a:lnTo>
                <a:lnTo>
                  <a:pt x="5774" y="149"/>
                </a:lnTo>
                <a:lnTo>
                  <a:pt x="5776" y="134"/>
                </a:lnTo>
                <a:lnTo>
                  <a:pt x="5774" y="127"/>
                </a:lnTo>
                <a:close/>
                <a:moveTo>
                  <a:pt x="2054" y="127"/>
                </a:moveTo>
                <a:lnTo>
                  <a:pt x="2053" y="140"/>
                </a:lnTo>
                <a:lnTo>
                  <a:pt x="2049" y="156"/>
                </a:lnTo>
                <a:lnTo>
                  <a:pt x="2045" y="174"/>
                </a:lnTo>
                <a:lnTo>
                  <a:pt x="2043" y="191"/>
                </a:lnTo>
                <a:lnTo>
                  <a:pt x="2043" y="205"/>
                </a:lnTo>
                <a:lnTo>
                  <a:pt x="2045" y="214"/>
                </a:lnTo>
                <a:lnTo>
                  <a:pt x="2047" y="201"/>
                </a:lnTo>
                <a:lnTo>
                  <a:pt x="2049" y="183"/>
                </a:lnTo>
                <a:lnTo>
                  <a:pt x="2053" y="165"/>
                </a:lnTo>
                <a:lnTo>
                  <a:pt x="2054" y="149"/>
                </a:lnTo>
                <a:lnTo>
                  <a:pt x="2056" y="134"/>
                </a:lnTo>
                <a:lnTo>
                  <a:pt x="2054" y="127"/>
                </a:lnTo>
                <a:close/>
                <a:moveTo>
                  <a:pt x="5722" y="123"/>
                </a:moveTo>
                <a:lnTo>
                  <a:pt x="5718" y="131"/>
                </a:lnTo>
                <a:lnTo>
                  <a:pt x="5720" y="131"/>
                </a:lnTo>
                <a:lnTo>
                  <a:pt x="5722" y="129"/>
                </a:lnTo>
                <a:lnTo>
                  <a:pt x="5723" y="127"/>
                </a:lnTo>
                <a:lnTo>
                  <a:pt x="5725" y="125"/>
                </a:lnTo>
                <a:lnTo>
                  <a:pt x="5727" y="125"/>
                </a:lnTo>
                <a:lnTo>
                  <a:pt x="5725" y="123"/>
                </a:lnTo>
                <a:lnTo>
                  <a:pt x="5722" y="123"/>
                </a:lnTo>
                <a:close/>
                <a:moveTo>
                  <a:pt x="2002" y="123"/>
                </a:moveTo>
                <a:lnTo>
                  <a:pt x="1998" y="131"/>
                </a:lnTo>
                <a:lnTo>
                  <a:pt x="2000" y="131"/>
                </a:lnTo>
                <a:lnTo>
                  <a:pt x="2002" y="129"/>
                </a:lnTo>
                <a:lnTo>
                  <a:pt x="2003" y="127"/>
                </a:lnTo>
                <a:lnTo>
                  <a:pt x="2005" y="125"/>
                </a:lnTo>
                <a:lnTo>
                  <a:pt x="2007" y="125"/>
                </a:lnTo>
                <a:lnTo>
                  <a:pt x="2005" y="123"/>
                </a:lnTo>
                <a:lnTo>
                  <a:pt x="2002" y="123"/>
                </a:lnTo>
                <a:close/>
                <a:moveTo>
                  <a:pt x="5682" y="120"/>
                </a:moveTo>
                <a:lnTo>
                  <a:pt x="5682" y="131"/>
                </a:lnTo>
                <a:lnTo>
                  <a:pt x="5683" y="145"/>
                </a:lnTo>
                <a:lnTo>
                  <a:pt x="5685" y="160"/>
                </a:lnTo>
                <a:lnTo>
                  <a:pt x="5691" y="167"/>
                </a:lnTo>
                <a:lnTo>
                  <a:pt x="5698" y="131"/>
                </a:lnTo>
                <a:lnTo>
                  <a:pt x="5691" y="127"/>
                </a:lnTo>
                <a:lnTo>
                  <a:pt x="5691" y="120"/>
                </a:lnTo>
                <a:lnTo>
                  <a:pt x="5682" y="120"/>
                </a:lnTo>
                <a:close/>
                <a:moveTo>
                  <a:pt x="1962" y="120"/>
                </a:moveTo>
                <a:lnTo>
                  <a:pt x="1962" y="131"/>
                </a:lnTo>
                <a:lnTo>
                  <a:pt x="1963" y="145"/>
                </a:lnTo>
                <a:lnTo>
                  <a:pt x="1965" y="160"/>
                </a:lnTo>
                <a:lnTo>
                  <a:pt x="1971" y="167"/>
                </a:lnTo>
                <a:lnTo>
                  <a:pt x="1978" y="131"/>
                </a:lnTo>
                <a:lnTo>
                  <a:pt x="1971" y="127"/>
                </a:lnTo>
                <a:lnTo>
                  <a:pt x="1971" y="120"/>
                </a:lnTo>
                <a:lnTo>
                  <a:pt x="1962" y="120"/>
                </a:lnTo>
                <a:close/>
                <a:moveTo>
                  <a:pt x="2551" y="76"/>
                </a:moveTo>
                <a:lnTo>
                  <a:pt x="2551" y="80"/>
                </a:lnTo>
                <a:lnTo>
                  <a:pt x="2545" y="89"/>
                </a:lnTo>
                <a:lnTo>
                  <a:pt x="2543" y="100"/>
                </a:lnTo>
                <a:lnTo>
                  <a:pt x="2543" y="111"/>
                </a:lnTo>
                <a:lnTo>
                  <a:pt x="2542" y="123"/>
                </a:lnTo>
                <a:lnTo>
                  <a:pt x="2538" y="123"/>
                </a:lnTo>
                <a:lnTo>
                  <a:pt x="2534" y="171"/>
                </a:lnTo>
                <a:lnTo>
                  <a:pt x="2531" y="171"/>
                </a:lnTo>
                <a:lnTo>
                  <a:pt x="2531" y="207"/>
                </a:lnTo>
                <a:lnTo>
                  <a:pt x="2525" y="207"/>
                </a:lnTo>
                <a:lnTo>
                  <a:pt x="2525" y="251"/>
                </a:lnTo>
                <a:lnTo>
                  <a:pt x="2522" y="251"/>
                </a:lnTo>
                <a:lnTo>
                  <a:pt x="2520" y="265"/>
                </a:lnTo>
                <a:lnTo>
                  <a:pt x="2520" y="283"/>
                </a:lnTo>
                <a:lnTo>
                  <a:pt x="2522" y="301"/>
                </a:lnTo>
                <a:lnTo>
                  <a:pt x="2525" y="311"/>
                </a:lnTo>
                <a:lnTo>
                  <a:pt x="2527" y="292"/>
                </a:lnTo>
                <a:lnTo>
                  <a:pt x="2533" y="276"/>
                </a:lnTo>
                <a:lnTo>
                  <a:pt x="2538" y="263"/>
                </a:lnTo>
                <a:lnTo>
                  <a:pt x="2542" y="247"/>
                </a:lnTo>
                <a:lnTo>
                  <a:pt x="2551" y="247"/>
                </a:lnTo>
                <a:lnTo>
                  <a:pt x="2547" y="261"/>
                </a:lnTo>
                <a:lnTo>
                  <a:pt x="2543" y="272"/>
                </a:lnTo>
                <a:lnTo>
                  <a:pt x="2538" y="283"/>
                </a:lnTo>
                <a:lnTo>
                  <a:pt x="2538" y="296"/>
                </a:lnTo>
                <a:lnTo>
                  <a:pt x="2534" y="296"/>
                </a:lnTo>
                <a:lnTo>
                  <a:pt x="2538" y="303"/>
                </a:lnTo>
                <a:lnTo>
                  <a:pt x="2534" y="303"/>
                </a:lnTo>
                <a:lnTo>
                  <a:pt x="2531" y="334"/>
                </a:lnTo>
                <a:lnTo>
                  <a:pt x="2525" y="334"/>
                </a:lnTo>
                <a:lnTo>
                  <a:pt x="2525" y="347"/>
                </a:lnTo>
                <a:lnTo>
                  <a:pt x="2525" y="360"/>
                </a:lnTo>
                <a:lnTo>
                  <a:pt x="2527" y="372"/>
                </a:lnTo>
                <a:lnTo>
                  <a:pt x="2531" y="380"/>
                </a:lnTo>
                <a:lnTo>
                  <a:pt x="2533" y="343"/>
                </a:lnTo>
                <a:lnTo>
                  <a:pt x="2540" y="309"/>
                </a:lnTo>
                <a:lnTo>
                  <a:pt x="2551" y="280"/>
                </a:lnTo>
                <a:lnTo>
                  <a:pt x="2554" y="251"/>
                </a:lnTo>
                <a:lnTo>
                  <a:pt x="2558" y="251"/>
                </a:lnTo>
                <a:lnTo>
                  <a:pt x="2560" y="249"/>
                </a:lnTo>
                <a:lnTo>
                  <a:pt x="2560" y="249"/>
                </a:lnTo>
                <a:lnTo>
                  <a:pt x="2560" y="249"/>
                </a:lnTo>
                <a:lnTo>
                  <a:pt x="2562" y="249"/>
                </a:lnTo>
                <a:lnTo>
                  <a:pt x="2563" y="249"/>
                </a:lnTo>
                <a:lnTo>
                  <a:pt x="2565" y="247"/>
                </a:lnTo>
                <a:lnTo>
                  <a:pt x="2562" y="269"/>
                </a:lnTo>
                <a:lnTo>
                  <a:pt x="2554" y="287"/>
                </a:lnTo>
                <a:lnTo>
                  <a:pt x="2554" y="307"/>
                </a:lnTo>
                <a:lnTo>
                  <a:pt x="2551" y="307"/>
                </a:lnTo>
                <a:lnTo>
                  <a:pt x="2551" y="407"/>
                </a:lnTo>
                <a:lnTo>
                  <a:pt x="2554" y="407"/>
                </a:lnTo>
                <a:lnTo>
                  <a:pt x="2554" y="403"/>
                </a:lnTo>
                <a:lnTo>
                  <a:pt x="2558" y="392"/>
                </a:lnTo>
                <a:lnTo>
                  <a:pt x="2560" y="380"/>
                </a:lnTo>
                <a:lnTo>
                  <a:pt x="2560" y="365"/>
                </a:lnTo>
                <a:lnTo>
                  <a:pt x="2562" y="351"/>
                </a:lnTo>
                <a:lnTo>
                  <a:pt x="2565" y="351"/>
                </a:lnTo>
                <a:lnTo>
                  <a:pt x="2565" y="334"/>
                </a:lnTo>
                <a:lnTo>
                  <a:pt x="2571" y="334"/>
                </a:lnTo>
                <a:lnTo>
                  <a:pt x="2574" y="300"/>
                </a:lnTo>
                <a:lnTo>
                  <a:pt x="2578" y="300"/>
                </a:lnTo>
                <a:lnTo>
                  <a:pt x="2578" y="247"/>
                </a:lnTo>
                <a:lnTo>
                  <a:pt x="2578" y="212"/>
                </a:lnTo>
                <a:lnTo>
                  <a:pt x="2576" y="180"/>
                </a:lnTo>
                <a:lnTo>
                  <a:pt x="2571" y="151"/>
                </a:lnTo>
                <a:lnTo>
                  <a:pt x="2571" y="131"/>
                </a:lnTo>
                <a:lnTo>
                  <a:pt x="2565" y="131"/>
                </a:lnTo>
                <a:lnTo>
                  <a:pt x="2565" y="120"/>
                </a:lnTo>
                <a:lnTo>
                  <a:pt x="2562" y="120"/>
                </a:lnTo>
                <a:lnTo>
                  <a:pt x="2562" y="103"/>
                </a:lnTo>
                <a:lnTo>
                  <a:pt x="2558" y="103"/>
                </a:lnTo>
                <a:lnTo>
                  <a:pt x="2554" y="76"/>
                </a:lnTo>
                <a:lnTo>
                  <a:pt x="2551" y="76"/>
                </a:lnTo>
                <a:close/>
                <a:moveTo>
                  <a:pt x="3725" y="0"/>
                </a:moveTo>
                <a:lnTo>
                  <a:pt x="3738" y="0"/>
                </a:lnTo>
                <a:lnTo>
                  <a:pt x="3738" y="3"/>
                </a:lnTo>
                <a:lnTo>
                  <a:pt x="3734" y="12"/>
                </a:lnTo>
                <a:lnTo>
                  <a:pt x="3734" y="25"/>
                </a:lnTo>
                <a:lnTo>
                  <a:pt x="3734" y="40"/>
                </a:lnTo>
                <a:lnTo>
                  <a:pt x="3731" y="40"/>
                </a:lnTo>
                <a:lnTo>
                  <a:pt x="3731" y="123"/>
                </a:lnTo>
                <a:lnTo>
                  <a:pt x="3725" y="123"/>
                </a:lnTo>
                <a:lnTo>
                  <a:pt x="3725" y="127"/>
                </a:lnTo>
                <a:lnTo>
                  <a:pt x="3731" y="127"/>
                </a:lnTo>
                <a:lnTo>
                  <a:pt x="3731" y="140"/>
                </a:lnTo>
                <a:lnTo>
                  <a:pt x="3725" y="140"/>
                </a:lnTo>
                <a:lnTo>
                  <a:pt x="3725" y="143"/>
                </a:lnTo>
                <a:lnTo>
                  <a:pt x="3734" y="147"/>
                </a:lnTo>
                <a:lnTo>
                  <a:pt x="3734" y="167"/>
                </a:lnTo>
                <a:lnTo>
                  <a:pt x="3738" y="167"/>
                </a:lnTo>
                <a:lnTo>
                  <a:pt x="3738" y="183"/>
                </a:lnTo>
                <a:lnTo>
                  <a:pt x="3742" y="183"/>
                </a:lnTo>
                <a:lnTo>
                  <a:pt x="3742" y="203"/>
                </a:lnTo>
                <a:lnTo>
                  <a:pt x="3745" y="203"/>
                </a:lnTo>
                <a:lnTo>
                  <a:pt x="3751" y="247"/>
                </a:lnTo>
                <a:lnTo>
                  <a:pt x="3754" y="247"/>
                </a:lnTo>
                <a:lnTo>
                  <a:pt x="3754" y="254"/>
                </a:lnTo>
                <a:lnTo>
                  <a:pt x="3762" y="260"/>
                </a:lnTo>
                <a:lnTo>
                  <a:pt x="3762" y="274"/>
                </a:lnTo>
                <a:lnTo>
                  <a:pt x="3765" y="274"/>
                </a:lnTo>
                <a:lnTo>
                  <a:pt x="3758" y="180"/>
                </a:lnTo>
                <a:lnTo>
                  <a:pt x="3753" y="165"/>
                </a:lnTo>
                <a:lnTo>
                  <a:pt x="3751" y="147"/>
                </a:lnTo>
                <a:lnTo>
                  <a:pt x="3754" y="147"/>
                </a:lnTo>
                <a:lnTo>
                  <a:pt x="3754" y="151"/>
                </a:lnTo>
                <a:lnTo>
                  <a:pt x="3765" y="147"/>
                </a:lnTo>
                <a:lnTo>
                  <a:pt x="3765" y="151"/>
                </a:lnTo>
                <a:lnTo>
                  <a:pt x="3771" y="151"/>
                </a:lnTo>
                <a:lnTo>
                  <a:pt x="3771" y="163"/>
                </a:lnTo>
                <a:lnTo>
                  <a:pt x="3774" y="163"/>
                </a:lnTo>
                <a:lnTo>
                  <a:pt x="3771" y="123"/>
                </a:lnTo>
                <a:lnTo>
                  <a:pt x="3782" y="123"/>
                </a:lnTo>
                <a:lnTo>
                  <a:pt x="3785" y="147"/>
                </a:lnTo>
                <a:lnTo>
                  <a:pt x="3791" y="167"/>
                </a:lnTo>
                <a:lnTo>
                  <a:pt x="3791" y="203"/>
                </a:lnTo>
                <a:lnTo>
                  <a:pt x="3794" y="203"/>
                </a:lnTo>
                <a:lnTo>
                  <a:pt x="3794" y="231"/>
                </a:lnTo>
                <a:lnTo>
                  <a:pt x="3798" y="231"/>
                </a:lnTo>
                <a:lnTo>
                  <a:pt x="3798" y="240"/>
                </a:lnTo>
                <a:lnTo>
                  <a:pt x="3802" y="240"/>
                </a:lnTo>
                <a:lnTo>
                  <a:pt x="3805" y="263"/>
                </a:lnTo>
                <a:lnTo>
                  <a:pt x="3811" y="263"/>
                </a:lnTo>
                <a:lnTo>
                  <a:pt x="3811" y="231"/>
                </a:lnTo>
                <a:lnTo>
                  <a:pt x="3813" y="201"/>
                </a:lnTo>
                <a:lnTo>
                  <a:pt x="3818" y="176"/>
                </a:lnTo>
                <a:lnTo>
                  <a:pt x="3822" y="176"/>
                </a:lnTo>
                <a:lnTo>
                  <a:pt x="3822" y="180"/>
                </a:lnTo>
                <a:lnTo>
                  <a:pt x="3825" y="180"/>
                </a:lnTo>
                <a:lnTo>
                  <a:pt x="3825" y="183"/>
                </a:lnTo>
                <a:lnTo>
                  <a:pt x="3822" y="191"/>
                </a:lnTo>
                <a:lnTo>
                  <a:pt x="3831" y="187"/>
                </a:lnTo>
                <a:lnTo>
                  <a:pt x="3831" y="254"/>
                </a:lnTo>
                <a:lnTo>
                  <a:pt x="3838" y="265"/>
                </a:lnTo>
                <a:lnTo>
                  <a:pt x="3845" y="281"/>
                </a:lnTo>
                <a:lnTo>
                  <a:pt x="3851" y="300"/>
                </a:lnTo>
                <a:lnTo>
                  <a:pt x="3854" y="320"/>
                </a:lnTo>
                <a:lnTo>
                  <a:pt x="3858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2" y="332"/>
                </a:lnTo>
                <a:lnTo>
                  <a:pt x="3862" y="331"/>
                </a:lnTo>
                <a:lnTo>
                  <a:pt x="3865" y="331"/>
                </a:lnTo>
                <a:lnTo>
                  <a:pt x="3862" y="314"/>
                </a:lnTo>
                <a:lnTo>
                  <a:pt x="3863" y="294"/>
                </a:lnTo>
                <a:lnTo>
                  <a:pt x="3863" y="269"/>
                </a:lnTo>
                <a:lnTo>
                  <a:pt x="3863" y="245"/>
                </a:lnTo>
                <a:lnTo>
                  <a:pt x="3865" y="223"/>
                </a:lnTo>
                <a:lnTo>
                  <a:pt x="3871" y="223"/>
                </a:lnTo>
                <a:lnTo>
                  <a:pt x="3865" y="214"/>
                </a:lnTo>
                <a:lnTo>
                  <a:pt x="3871" y="214"/>
                </a:lnTo>
                <a:lnTo>
                  <a:pt x="3871" y="180"/>
                </a:lnTo>
                <a:lnTo>
                  <a:pt x="3874" y="180"/>
                </a:lnTo>
                <a:lnTo>
                  <a:pt x="3874" y="154"/>
                </a:lnTo>
                <a:lnTo>
                  <a:pt x="3882" y="132"/>
                </a:lnTo>
                <a:lnTo>
                  <a:pt x="3885" y="107"/>
                </a:lnTo>
                <a:lnTo>
                  <a:pt x="3894" y="107"/>
                </a:lnTo>
                <a:lnTo>
                  <a:pt x="3885" y="167"/>
                </a:lnTo>
                <a:lnTo>
                  <a:pt x="3882" y="167"/>
                </a:lnTo>
                <a:lnTo>
                  <a:pt x="3882" y="203"/>
                </a:lnTo>
                <a:lnTo>
                  <a:pt x="3878" y="203"/>
                </a:lnTo>
                <a:lnTo>
                  <a:pt x="3882" y="211"/>
                </a:lnTo>
                <a:lnTo>
                  <a:pt x="3882" y="214"/>
                </a:lnTo>
                <a:lnTo>
                  <a:pt x="3880" y="218"/>
                </a:lnTo>
                <a:lnTo>
                  <a:pt x="3878" y="218"/>
                </a:lnTo>
                <a:lnTo>
                  <a:pt x="3878" y="220"/>
                </a:lnTo>
                <a:lnTo>
                  <a:pt x="3882" y="260"/>
                </a:lnTo>
                <a:lnTo>
                  <a:pt x="3882" y="323"/>
                </a:lnTo>
                <a:lnTo>
                  <a:pt x="3885" y="323"/>
                </a:lnTo>
                <a:lnTo>
                  <a:pt x="3887" y="336"/>
                </a:lnTo>
                <a:lnTo>
                  <a:pt x="3887" y="349"/>
                </a:lnTo>
                <a:lnTo>
                  <a:pt x="3891" y="360"/>
                </a:lnTo>
                <a:lnTo>
                  <a:pt x="3894" y="327"/>
                </a:lnTo>
                <a:lnTo>
                  <a:pt x="3898" y="327"/>
                </a:lnTo>
                <a:lnTo>
                  <a:pt x="3898" y="320"/>
                </a:lnTo>
                <a:lnTo>
                  <a:pt x="3902" y="320"/>
                </a:lnTo>
                <a:lnTo>
                  <a:pt x="3905" y="300"/>
                </a:lnTo>
                <a:lnTo>
                  <a:pt x="3922" y="287"/>
                </a:lnTo>
                <a:lnTo>
                  <a:pt x="3923" y="256"/>
                </a:lnTo>
                <a:lnTo>
                  <a:pt x="3925" y="221"/>
                </a:lnTo>
                <a:lnTo>
                  <a:pt x="3931" y="185"/>
                </a:lnTo>
                <a:lnTo>
                  <a:pt x="3938" y="154"/>
                </a:lnTo>
                <a:lnTo>
                  <a:pt x="3940" y="143"/>
                </a:lnTo>
                <a:lnTo>
                  <a:pt x="3940" y="132"/>
                </a:lnTo>
                <a:lnTo>
                  <a:pt x="3943" y="123"/>
                </a:lnTo>
                <a:lnTo>
                  <a:pt x="3951" y="114"/>
                </a:lnTo>
                <a:lnTo>
                  <a:pt x="3951" y="111"/>
                </a:lnTo>
                <a:lnTo>
                  <a:pt x="3954" y="111"/>
                </a:lnTo>
                <a:lnTo>
                  <a:pt x="3954" y="131"/>
                </a:lnTo>
                <a:lnTo>
                  <a:pt x="3951" y="131"/>
                </a:lnTo>
                <a:lnTo>
                  <a:pt x="3942" y="191"/>
                </a:lnTo>
                <a:lnTo>
                  <a:pt x="3938" y="211"/>
                </a:lnTo>
                <a:lnTo>
                  <a:pt x="3936" y="238"/>
                </a:lnTo>
                <a:lnTo>
                  <a:pt x="3936" y="271"/>
                </a:lnTo>
                <a:lnTo>
                  <a:pt x="3936" y="305"/>
                </a:lnTo>
                <a:lnTo>
                  <a:pt x="3936" y="338"/>
                </a:lnTo>
                <a:lnTo>
                  <a:pt x="3938" y="365"/>
                </a:lnTo>
                <a:lnTo>
                  <a:pt x="3942" y="383"/>
                </a:lnTo>
                <a:lnTo>
                  <a:pt x="3943" y="394"/>
                </a:lnTo>
                <a:lnTo>
                  <a:pt x="3942" y="407"/>
                </a:lnTo>
                <a:lnTo>
                  <a:pt x="3942" y="418"/>
                </a:lnTo>
                <a:lnTo>
                  <a:pt x="3945" y="427"/>
                </a:lnTo>
                <a:lnTo>
                  <a:pt x="3945" y="283"/>
                </a:lnTo>
                <a:lnTo>
                  <a:pt x="3942" y="283"/>
                </a:lnTo>
                <a:lnTo>
                  <a:pt x="3942" y="251"/>
                </a:lnTo>
                <a:lnTo>
                  <a:pt x="3954" y="254"/>
                </a:lnTo>
                <a:lnTo>
                  <a:pt x="3958" y="283"/>
                </a:lnTo>
                <a:lnTo>
                  <a:pt x="3962" y="283"/>
                </a:lnTo>
                <a:lnTo>
                  <a:pt x="3971" y="207"/>
                </a:lnTo>
                <a:lnTo>
                  <a:pt x="3974" y="207"/>
                </a:lnTo>
                <a:lnTo>
                  <a:pt x="3974" y="196"/>
                </a:lnTo>
                <a:lnTo>
                  <a:pt x="3978" y="196"/>
                </a:lnTo>
                <a:lnTo>
                  <a:pt x="3978" y="180"/>
                </a:lnTo>
                <a:lnTo>
                  <a:pt x="3982" y="180"/>
                </a:lnTo>
                <a:lnTo>
                  <a:pt x="3982" y="169"/>
                </a:lnTo>
                <a:lnTo>
                  <a:pt x="3978" y="156"/>
                </a:lnTo>
                <a:lnTo>
                  <a:pt x="3973" y="143"/>
                </a:lnTo>
                <a:lnTo>
                  <a:pt x="3971" y="131"/>
                </a:lnTo>
                <a:lnTo>
                  <a:pt x="3974" y="132"/>
                </a:lnTo>
                <a:lnTo>
                  <a:pt x="3978" y="132"/>
                </a:lnTo>
                <a:lnTo>
                  <a:pt x="3980" y="134"/>
                </a:lnTo>
                <a:lnTo>
                  <a:pt x="3980" y="136"/>
                </a:lnTo>
                <a:lnTo>
                  <a:pt x="3982" y="138"/>
                </a:lnTo>
                <a:lnTo>
                  <a:pt x="3982" y="143"/>
                </a:lnTo>
                <a:lnTo>
                  <a:pt x="3989" y="154"/>
                </a:lnTo>
                <a:lnTo>
                  <a:pt x="3993" y="171"/>
                </a:lnTo>
                <a:lnTo>
                  <a:pt x="3994" y="185"/>
                </a:lnTo>
                <a:lnTo>
                  <a:pt x="3996" y="200"/>
                </a:lnTo>
                <a:lnTo>
                  <a:pt x="4002" y="211"/>
                </a:lnTo>
                <a:lnTo>
                  <a:pt x="4002" y="203"/>
                </a:lnTo>
                <a:lnTo>
                  <a:pt x="4005" y="192"/>
                </a:lnTo>
                <a:lnTo>
                  <a:pt x="4005" y="180"/>
                </a:lnTo>
                <a:lnTo>
                  <a:pt x="4002" y="167"/>
                </a:lnTo>
                <a:lnTo>
                  <a:pt x="4014" y="167"/>
                </a:lnTo>
                <a:lnTo>
                  <a:pt x="4014" y="151"/>
                </a:lnTo>
                <a:lnTo>
                  <a:pt x="4025" y="151"/>
                </a:lnTo>
                <a:lnTo>
                  <a:pt x="4022" y="200"/>
                </a:lnTo>
                <a:lnTo>
                  <a:pt x="4031" y="203"/>
                </a:lnTo>
                <a:lnTo>
                  <a:pt x="4031" y="220"/>
                </a:lnTo>
                <a:lnTo>
                  <a:pt x="4034" y="220"/>
                </a:lnTo>
                <a:lnTo>
                  <a:pt x="4038" y="236"/>
                </a:lnTo>
                <a:lnTo>
                  <a:pt x="4042" y="236"/>
                </a:lnTo>
                <a:lnTo>
                  <a:pt x="4051" y="271"/>
                </a:lnTo>
                <a:lnTo>
                  <a:pt x="4058" y="271"/>
                </a:lnTo>
                <a:lnTo>
                  <a:pt x="4062" y="307"/>
                </a:lnTo>
                <a:lnTo>
                  <a:pt x="4065" y="307"/>
                </a:lnTo>
                <a:lnTo>
                  <a:pt x="4065" y="303"/>
                </a:lnTo>
                <a:lnTo>
                  <a:pt x="4074" y="289"/>
                </a:lnTo>
                <a:lnTo>
                  <a:pt x="4076" y="269"/>
                </a:lnTo>
                <a:lnTo>
                  <a:pt x="4076" y="245"/>
                </a:lnTo>
                <a:lnTo>
                  <a:pt x="4074" y="221"/>
                </a:lnTo>
                <a:lnTo>
                  <a:pt x="4073" y="198"/>
                </a:lnTo>
                <a:lnTo>
                  <a:pt x="4071" y="180"/>
                </a:lnTo>
                <a:lnTo>
                  <a:pt x="4074" y="180"/>
                </a:lnTo>
                <a:lnTo>
                  <a:pt x="4074" y="183"/>
                </a:lnTo>
                <a:lnTo>
                  <a:pt x="4076" y="185"/>
                </a:lnTo>
                <a:lnTo>
                  <a:pt x="4076" y="185"/>
                </a:lnTo>
                <a:lnTo>
                  <a:pt x="4076" y="183"/>
                </a:lnTo>
                <a:lnTo>
                  <a:pt x="4078" y="181"/>
                </a:lnTo>
                <a:lnTo>
                  <a:pt x="4078" y="178"/>
                </a:lnTo>
                <a:lnTo>
                  <a:pt x="4078" y="176"/>
                </a:lnTo>
                <a:lnTo>
                  <a:pt x="4078" y="176"/>
                </a:lnTo>
                <a:lnTo>
                  <a:pt x="4074" y="176"/>
                </a:lnTo>
                <a:lnTo>
                  <a:pt x="4065" y="123"/>
                </a:lnTo>
                <a:lnTo>
                  <a:pt x="4062" y="123"/>
                </a:lnTo>
                <a:lnTo>
                  <a:pt x="4062" y="100"/>
                </a:lnTo>
                <a:lnTo>
                  <a:pt x="4058" y="100"/>
                </a:lnTo>
                <a:lnTo>
                  <a:pt x="4054" y="80"/>
                </a:lnTo>
                <a:lnTo>
                  <a:pt x="4065" y="80"/>
                </a:lnTo>
                <a:lnTo>
                  <a:pt x="4071" y="112"/>
                </a:lnTo>
                <a:lnTo>
                  <a:pt x="4080" y="145"/>
                </a:lnTo>
                <a:lnTo>
                  <a:pt x="4091" y="176"/>
                </a:lnTo>
                <a:lnTo>
                  <a:pt x="4098" y="240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2" y="236"/>
                </a:lnTo>
                <a:lnTo>
                  <a:pt x="4102" y="236"/>
                </a:lnTo>
                <a:lnTo>
                  <a:pt x="4109" y="227"/>
                </a:lnTo>
                <a:lnTo>
                  <a:pt x="4111" y="218"/>
                </a:lnTo>
                <a:lnTo>
                  <a:pt x="4111" y="207"/>
                </a:lnTo>
                <a:lnTo>
                  <a:pt x="4114" y="196"/>
                </a:lnTo>
                <a:lnTo>
                  <a:pt x="4125" y="156"/>
                </a:lnTo>
                <a:lnTo>
                  <a:pt x="4134" y="114"/>
                </a:lnTo>
                <a:lnTo>
                  <a:pt x="4142" y="114"/>
                </a:lnTo>
                <a:lnTo>
                  <a:pt x="4140" y="143"/>
                </a:lnTo>
                <a:lnTo>
                  <a:pt x="4133" y="169"/>
                </a:lnTo>
                <a:lnTo>
                  <a:pt x="4127" y="194"/>
                </a:lnTo>
                <a:lnTo>
                  <a:pt x="4122" y="220"/>
                </a:lnTo>
                <a:lnTo>
                  <a:pt x="4125" y="220"/>
                </a:lnTo>
                <a:lnTo>
                  <a:pt x="4125" y="211"/>
                </a:lnTo>
                <a:lnTo>
                  <a:pt x="4133" y="198"/>
                </a:lnTo>
                <a:lnTo>
                  <a:pt x="4140" y="178"/>
                </a:lnTo>
                <a:lnTo>
                  <a:pt x="4143" y="154"/>
                </a:lnTo>
                <a:lnTo>
                  <a:pt x="4149" y="132"/>
                </a:lnTo>
                <a:lnTo>
                  <a:pt x="4154" y="114"/>
                </a:lnTo>
                <a:lnTo>
                  <a:pt x="4158" y="114"/>
                </a:lnTo>
                <a:lnTo>
                  <a:pt x="4158" y="140"/>
                </a:lnTo>
                <a:lnTo>
                  <a:pt x="4154" y="140"/>
                </a:lnTo>
                <a:lnTo>
                  <a:pt x="4154" y="160"/>
                </a:lnTo>
                <a:lnTo>
                  <a:pt x="4151" y="160"/>
                </a:lnTo>
                <a:lnTo>
                  <a:pt x="4143" y="189"/>
                </a:lnTo>
                <a:lnTo>
                  <a:pt x="4143" y="220"/>
                </a:lnTo>
                <a:lnTo>
                  <a:pt x="4145" y="252"/>
                </a:lnTo>
                <a:lnTo>
                  <a:pt x="4145" y="287"/>
                </a:lnTo>
                <a:lnTo>
                  <a:pt x="4154" y="287"/>
                </a:lnTo>
                <a:lnTo>
                  <a:pt x="4154" y="311"/>
                </a:lnTo>
                <a:lnTo>
                  <a:pt x="4158" y="311"/>
                </a:lnTo>
                <a:lnTo>
                  <a:pt x="4158" y="307"/>
                </a:lnTo>
                <a:lnTo>
                  <a:pt x="4162" y="307"/>
                </a:lnTo>
                <a:lnTo>
                  <a:pt x="4171" y="260"/>
                </a:lnTo>
                <a:lnTo>
                  <a:pt x="4174" y="260"/>
                </a:lnTo>
                <a:lnTo>
                  <a:pt x="4174" y="243"/>
                </a:lnTo>
                <a:lnTo>
                  <a:pt x="4178" y="243"/>
                </a:lnTo>
                <a:lnTo>
                  <a:pt x="4178" y="223"/>
                </a:lnTo>
                <a:lnTo>
                  <a:pt x="4182" y="223"/>
                </a:lnTo>
                <a:lnTo>
                  <a:pt x="4182" y="211"/>
                </a:lnTo>
                <a:lnTo>
                  <a:pt x="4185" y="211"/>
                </a:lnTo>
                <a:lnTo>
                  <a:pt x="4185" y="196"/>
                </a:lnTo>
                <a:lnTo>
                  <a:pt x="4191" y="196"/>
                </a:lnTo>
                <a:lnTo>
                  <a:pt x="4191" y="176"/>
                </a:lnTo>
                <a:lnTo>
                  <a:pt x="4196" y="156"/>
                </a:lnTo>
                <a:lnTo>
                  <a:pt x="4200" y="138"/>
                </a:lnTo>
                <a:lnTo>
                  <a:pt x="4202" y="114"/>
                </a:lnTo>
                <a:lnTo>
                  <a:pt x="4214" y="114"/>
                </a:lnTo>
                <a:lnTo>
                  <a:pt x="4214" y="120"/>
                </a:lnTo>
                <a:lnTo>
                  <a:pt x="4211" y="120"/>
                </a:lnTo>
                <a:lnTo>
                  <a:pt x="4211" y="143"/>
                </a:lnTo>
                <a:lnTo>
                  <a:pt x="4205" y="143"/>
                </a:lnTo>
                <a:lnTo>
                  <a:pt x="4194" y="211"/>
                </a:lnTo>
                <a:lnTo>
                  <a:pt x="4198" y="211"/>
                </a:lnTo>
                <a:lnTo>
                  <a:pt x="4214" y="154"/>
                </a:lnTo>
                <a:lnTo>
                  <a:pt x="4222" y="154"/>
                </a:lnTo>
                <a:lnTo>
                  <a:pt x="4218" y="176"/>
                </a:lnTo>
                <a:lnTo>
                  <a:pt x="4211" y="194"/>
                </a:lnTo>
                <a:lnTo>
                  <a:pt x="4205" y="214"/>
                </a:lnTo>
                <a:lnTo>
                  <a:pt x="4214" y="214"/>
                </a:lnTo>
                <a:lnTo>
                  <a:pt x="4214" y="231"/>
                </a:lnTo>
                <a:lnTo>
                  <a:pt x="4218" y="231"/>
                </a:lnTo>
                <a:lnTo>
                  <a:pt x="4220" y="216"/>
                </a:lnTo>
                <a:lnTo>
                  <a:pt x="4225" y="203"/>
                </a:lnTo>
                <a:lnTo>
                  <a:pt x="4231" y="191"/>
                </a:lnTo>
                <a:lnTo>
                  <a:pt x="4231" y="171"/>
                </a:lnTo>
                <a:lnTo>
                  <a:pt x="4234" y="171"/>
                </a:lnTo>
                <a:lnTo>
                  <a:pt x="4236" y="169"/>
                </a:lnTo>
                <a:lnTo>
                  <a:pt x="4236" y="169"/>
                </a:lnTo>
                <a:lnTo>
                  <a:pt x="4236" y="169"/>
                </a:lnTo>
                <a:lnTo>
                  <a:pt x="4238" y="169"/>
                </a:lnTo>
                <a:lnTo>
                  <a:pt x="4240" y="169"/>
                </a:lnTo>
                <a:lnTo>
                  <a:pt x="4242" y="167"/>
                </a:lnTo>
                <a:lnTo>
                  <a:pt x="4242" y="180"/>
                </a:lnTo>
                <a:lnTo>
                  <a:pt x="4238" y="196"/>
                </a:lnTo>
                <a:lnTo>
                  <a:pt x="4238" y="211"/>
                </a:lnTo>
                <a:lnTo>
                  <a:pt x="4238" y="225"/>
                </a:lnTo>
                <a:lnTo>
                  <a:pt x="4242" y="236"/>
                </a:lnTo>
                <a:lnTo>
                  <a:pt x="4243" y="212"/>
                </a:lnTo>
                <a:lnTo>
                  <a:pt x="4249" y="192"/>
                </a:lnTo>
                <a:lnTo>
                  <a:pt x="4254" y="172"/>
                </a:lnTo>
                <a:lnTo>
                  <a:pt x="4258" y="151"/>
                </a:lnTo>
                <a:lnTo>
                  <a:pt x="4271" y="151"/>
                </a:lnTo>
                <a:lnTo>
                  <a:pt x="4265" y="189"/>
                </a:lnTo>
                <a:lnTo>
                  <a:pt x="4262" y="229"/>
                </a:lnTo>
                <a:lnTo>
                  <a:pt x="4258" y="271"/>
                </a:lnTo>
                <a:lnTo>
                  <a:pt x="4260" y="311"/>
                </a:lnTo>
                <a:lnTo>
                  <a:pt x="4265" y="347"/>
                </a:lnTo>
                <a:lnTo>
                  <a:pt x="4267" y="360"/>
                </a:lnTo>
                <a:lnTo>
                  <a:pt x="4269" y="374"/>
                </a:lnTo>
                <a:lnTo>
                  <a:pt x="4269" y="389"/>
                </a:lnTo>
                <a:lnTo>
                  <a:pt x="4269" y="401"/>
                </a:lnTo>
                <a:lnTo>
                  <a:pt x="4274" y="411"/>
                </a:lnTo>
                <a:lnTo>
                  <a:pt x="4274" y="311"/>
                </a:lnTo>
                <a:lnTo>
                  <a:pt x="4278" y="311"/>
                </a:lnTo>
                <a:lnTo>
                  <a:pt x="4280" y="294"/>
                </a:lnTo>
                <a:lnTo>
                  <a:pt x="4280" y="276"/>
                </a:lnTo>
                <a:lnTo>
                  <a:pt x="4278" y="263"/>
                </a:lnTo>
                <a:lnTo>
                  <a:pt x="4285" y="263"/>
                </a:lnTo>
                <a:lnTo>
                  <a:pt x="4285" y="247"/>
                </a:lnTo>
                <a:lnTo>
                  <a:pt x="4298" y="247"/>
                </a:lnTo>
                <a:lnTo>
                  <a:pt x="4294" y="271"/>
                </a:lnTo>
                <a:lnTo>
                  <a:pt x="4291" y="271"/>
                </a:lnTo>
                <a:lnTo>
                  <a:pt x="4291" y="281"/>
                </a:lnTo>
                <a:lnTo>
                  <a:pt x="4293" y="296"/>
                </a:lnTo>
                <a:lnTo>
                  <a:pt x="4296" y="314"/>
                </a:lnTo>
                <a:lnTo>
                  <a:pt x="4300" y="331"/>
                </a:lnTo>
                <a:lnTo>
                  <a:pt x="4303" y="345"/>
                </a:lnTo>
                <a:lnTo>
                  <a:pt x="4305" y="351"/>
                </a:lnTo>
                <a:lnTo>
                  <a:pt x="4309" y="311"/>
                </a:lnTo>
                <a:lnTo>
                  <a:pt x="4313" y="271"/>
                </a:lnTo>
                <a:lnTo>
                  <a:pt x="4314" y="227"/>
                </a:lnTo>
                <a:lnTo>
                  <a:pt x="4314" y="191"/>
                </a:lnTo>
                <a:lnTo>
                  <a:pt x="4311" y="191"/>
                </a:lnTo>
                <a:lnTo>
                  <a:pt x="4311" y="163"/>
                </a:lnTo>
                <a:lnTo>
                  <a:pt x="4305" y="163"/>
                </a:lnTo>
                <a:lnTo>
                  <a:pt x="4305" y="136"/>
                </a:lnTo>
                <a:lnTo>
                  <a:pt x="4298" y="103"/>
                </a:lnTo>
                <a:lnTo>
                  <a:pt x="4291" y="71"/>
                </a:lnTo>
                <a:lnTo>
                  <a:pt x="4302" y="76"/>
                </a:lnTo>
                <a:lnTo>
                  <a:pt x="4325" y="207"/>
                </a:lnTo>
                <a:lnTo>
                  <a:pt x="4327" y="221"/>
                </a:lnTo>
                <a:lnTo>
                  <a:pt x="4325" y="238"/>
                </a:lnTo>
                <a:lnTo>
                  <a:pt x="4325" y="252"/>
                </a:lnTo>
                <a:lnTo>
                  <a:pt x="4331" y="263"/>
                </a:lnTo>
                <a:lnTo>
                  <a:pt x="4358" y="103"/>
                </a:lnTo>
                <a:lnTo>
                  <a:pt x="4365" y="103"/>
                </a:lnTo>
                <a:lnTo>
                  <a:pt x="4351" y="211"/>
                </a:lnTo>
                <a:lnTo>
                  <a:pt x="4354" y="211"/>
                </a:lnTo>
                <a:lnTo>
                  <a:pt x="4358" y="183"/>
                </a:lnTo>
                <a:lnTo>
                  <a:pt x="4371" y="183"/>
                </a:lnTo>
                <a:lnTo>
                  <a:pt x="4371" y="214"/>
                </a:lnTo>
                <a:lnTo>
                  <a:pt x="4373" y="245"/>
                </a:lnTo>
                <a:lnTo>
                  <a:pt x="4378" y="271"/>
                </a:lnTo>
                <a:lnTo>
                  <a:pt x="4374" y="283"/>
                </a:lnTo>
                <a:lnTo>
                  <a:pt x="4382" y="283"/>
                </a:lnTo>
                <a:lnTo>
                  <a:pt x="4385" y="311"/>
                </a:lnTo>
                <a:lnTo>
                  <a:pt x="4391" y="311"/>
                </a:lnTo>
                <a:lnTo>
                  <a:pt x="4391" y="307"/>
                </a:lnTo>
                <a:lnTo>
                  <a:pt x="4425" y="200"/>
                </a:lnTo>
                <a:lnTo>
                  <a:pt x="4425" y="183"/>
                </a:lnTo>
                <a:lnTo>
                  <a:pt x="4431" y="183"/>
                </a:lnTo>
                <a:lnTo>
                  <a:pt x="4434" y="154"/>
                </a:lnTo>
                <a:lnTo>
                  <a:pt x="4438" y="154"/>
                </a:lnTo>
                <a:lnTo>
                  <a:pt x="4440" y="154"/>
                </a:lnTo>
                <a:lnTo>
                  <a:pt x="4440" y="152"/>
                </a:lnTo>
                <a:lnTo>
                  <a:pt x="4440" y="152"/>
                </a:lnTo>
                <a:lnTo>
                  <a:pt x="4442" y="152"/>
                </a:lnTo>
                <a:lnTo>
                  <a:pt x="4443" y="152"/>
                </a:lnTo>
                <a:lnTo>
                  <a:pt x="4445" y="151"/>
                </a:lnTo>
                <a:lnTo>
                  <a:pt x="4434" y="207"/>
                </a:lnTo>
                <a:lnTo>
                  <a:pt x="4442" y="207"/>
                </a:lnTo>
                <a:lnTo>
                  <a:pt x="4443" y="223"/>
                </a:lnTo>
                <a:lnTo>
                  <a:pt x="4449" y="236"/>
                </a:lnTo>
                <a:lnTo>
                  <a:pt x="4454" y="247"/>
                </a:lnTo>
                <a:lnTo>
                  <a:pt x="4454" y="267"/>
                </a:lnTo>
                <a:lnTo>
                  <a:pt x="4458" y="267"/>
                </a:lnTo>
                <a:lnTo>
                  <a:pt x="4458" y="280"/>
                </a:lnTo>
                <a:lnTo>
                  <a:pt x="4462" y="280"/>
                </a:lnTo>
                <a:lnTo>
                  <a:pt x="4465" y="323"/>
                </a:lnTo>
                <a:lnTo>
                  <a:pt x="4471" y="323"/>
                </a:lnTo>
                <a:lnTo>
                  <a:pt x="4473" y="338"/>
                </a:lnTo>
                <a:lnTo>
                  <a:pt x="4473" y="352"/>
                </a:lnTo>
                <a:lnTo>
                  <a:pt x="4473" y="365"/>
                </a:lnTo>
                <a:lnTo>
                  <a:pt x="4478" y="374"/>
                </a:lnTo>
                <a:lnTo>
                  <a:pt x="4478" y="367"/>
                </a:lnTo>
                <a:lnTo>
                  <a:pt x="4485" y="358"/>
                </a:lnTo>
                <a:lnTo>
                  <a:pt x="4487" y="343"/>
                </a:lnTo>
                <a:lnTo>
                  <a:pt x="4485" y="327"/>
                </a:lnTo>
                <a:lnTo>
                  <a:pt x="4482" y="327"/>
                </a:lnTo>
                <a:lnTo>
                  <a:pt x="4482" y="300"/>
                </a:lnTo>
                <a:lnTo>
                  <a:pt x="4478" y="300"/>
                </a:lnTo>
                <a:lnTo>
                  <a:pt x="4478" y="280"/>
                </a:lnTo>
                <a:lnTo>
                  <a:pt x="4474" y="280"/>
                </a:lnTo>
                <a:lnTo>
                  <a:pt x="4474" y="271"/>
                </a:lnTo>
                <a:lnTo>
                  <a:pt x="4471" y="271"/>
                </a:lnTo>
                <a:lnTo>
                  <a:pt x="4471" y="267"/>
                </a:lnTo>
                <a:lnTo>
                  <a:pt x="4474" y="267"/>
                </a:lnTo>
                <a:lnTo>
                  <a:pt x="4476" y="265"/>
                </a:lnTo>
                <a:lnTo>
                  <a:pt x="4476" y="265"/>
                </a:lnTo>
                <a:lnTo>
                  <a:pt x="4476" y="265"/>
                </a:lnTo>
                <a:lnTo>
                  <a:pt x="4478" y="265"/>
                </a:lnTo>
                <a:lnTo>
                  <a:pt x="4480" y="263"/>
                </a:lnTo>
                <a:lnTo>
                  <a:pt x="4482" y="263"/>
                </a:lnTo>
                <a:lnTo>
                  <a:pt x="4482" y="274"/>
                </a:lnTo>
                <a:lnTo>
                  <a:pt x="4485" y="274"/>
                </a:lnTo>
                <a:lnTo>
                  <a:pt x="4485" y="260"/>
                </a:lnTo>
                <a:lnTo>
                  <a:pt x="4498" y="260"/>
                </a:lnTo>
                <a:lnTo>
                  <a:pt x="4500" y="280"/>
                </a:lnTo>
                <a:lnTo>
                  <a:pt x="4505" y="298"/>
                </a:lnTo>
                <a:lnTo>
                  <a:pt x="4511" y="314"/>
                </a:lnTo>
                <a:lnTo>
                  <a:pt x="4511" y="347"/>
                </a:lnTo>
                <a:lnTo>
                  <a:pt x="4516" y="385"/>
                </a:lnTo>
                <a:lnTo>
                  <a:pt x="4518" y="431"/>
                </a:lnTo>
                <a:lnTo>
                  <a:pt x="4518" y="441"/>
                </a:lnTo>
                <a:lnTo>
                  <a:pt x="4520" y="449"/>
                </a:lnTo>
                <a:lnTo>
                  <a:pt x="4520" y="454"/>
                </a:lnTo>
                <a:lnTo>
                  <a:pt x="4518" y="463"/>
                </a:lnTo>
                <a:lnTo>
                  <a:pt x="4531" y="463"/>
                </a:lnTo>
                <a:lnTo>
                  <a:pt x="4534" y="314"/>
                </a:lnTo>
                <a:lnTo>
                  <a:pt x="4529" y="300"/>
                </a:lnTo>
                <a:lnTo>
                  <a:pt x="4523" y="283"/>
                </a:lnTo>
                <a:lnTo>
                  <a:pt x="4522" y="263"/>
                </a:lnTo>
                <a:lnTo>
                  <a:pt x="4525" y="263"/>
                </a:lnTo>
                <a:lnTo>
                  <a:pt x="4527" y="267"/>
                </a:lnTo>
                <a:lnTo>
                  <a:pt x="4527" y="267"/>
                </a:lnTo>
                <a:lnTo>
                  <a:pt x="4527" y="269"/>
                </a:lnTo>
                <a:lnTo>
                  <a:pt x="4527" y="269"/>
                </a:lnTo>
                <a:lnTo>
                  <a:pt x="4529" y="269"/>
                </a:lnTo>
                <a:lnTo>
                  <a:pt x="4531" y="271"/>
                </a:lnTo>
                <a:lnTo>
                  <a:pt x="4531" y="260"/>
                </a:lnTo>
                <a:lnTo>
                  <a:pt x="4525" y="247"/>
                </a:lnTo>
                <a:lnTo>
                  <a:pt x="4523" y="232"/>
                </a:lnTo>
                <a:lnTo>
                  <a:pt x="4522" y="220"/>
                </a:lnTo>
                <a:lnTo>
                  <a:pt x="4502" y="163"/>
                </a:lnTo>
                <a:lnTo>
                  <a:pt x="4503" y="161"/>
                </a:lnTo>
                <a:lnTo>
                  <a:pt x="4503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0"/>
                </a:lnTo>
                <a:lnTo>
                  <a:pt x="4507" y="160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11" y="163"/>
                </a:lnTo>
                <a:lnTo>
                  <a:pt x="4516" y="174"/>
                </a:lnTo>
                <a:lnTo>
                  <a:pt x="4520" y="185"/>
                </a:lnTo>
                <a:lnTo>
                  <a:pt x="4522" y="200"/>
                </a:lnTo>
                <a:lnTo>
                  <a:pt x="4525" y="200"/>
                </a:lnTo>
                <a:lnTo>
                  <a:pt x="4525" y="220"/>
                </a:lnTo>
                <a:lnTo>
                  <a:pt x="4531" y="220"/>
                </a:lnTo>
                <a:lnTo>
                  <a:pt x="4531" y="231"/>
                </a:lnTo>
                <a:lnTo>
                  <a:pt x="4534" y="231"/>
                </a:lnTo>
                <a:lnTo>
                  <a:pt x="4534" y="254"/>
                </a:lnTo>
                <a:lnTo>
                  <a:pt x="4538" y="254"/>
                </a:lnTo>
                <a:lnTo>
                  <a:pt x="4538" y="271"/>
                </a:lnTo>
                <a:lnTo>
                  <a:pt x="4543" y="291"/>
                </a:lnTo>
                <a:lnTo>
                  <a:pt x="4551" y="311"/>
                </a:lnTo>
                <a:lnTo>
                  <a:pt x="4554" y="311"/>
                </a:lnTo>
                <a:lnTo>
                  <a:pt x="4554" y="267"/>
                </a:lnTo>
                <a:lnTo>
                  <a:pt x="4551" y="267"/>
                </a:lnTo>
                <a:lnTo>
                  <a:pt x="4551" y="243"/>
                </a:lnTo>
                <a:lnTo>
                  <a:pt x="4545" y="243"/>
                </a:lnTo>
                <a:lnTo>
                  <a:pt x="4542" y="220"/>
                </a:lnTo>
                <a:lnTo>
                  <a:pt x="4534" y="214"/>
                </a:lnTo>
                <a:lnTo>
                  <a:pt x="4531" y="200"/>
                </a:lnTo>
                <a:lnTo>
                  <a:pt x="4538" y="203"/>
                </a:lnTo>
                <a:lnTo>
                  <a:pt x="4525" y="163"/>
                </a:lnTo>
                <a:lnTo>
                  <a:pt x="4534" y="163"/>
                </a:lnTo>
                <a:lnTo>
                  <a:pt x="4585" y="314"/>
                </a:lnTo>
                <a:lnTo>
                  <a:pt x="4585" y="311"/>
                </a:lnTo>
                <a:lnTo>
                  <a:pt x="4589" y="309"/>
                </a:lnTo>
                <a:lnTo>
                  <a:pt x="4589" y="307"/>
                </a:lnTo>
                <a:lnTo>
                  <a:pt x="4589" y="305"/>
                </a:lnTo>
                <a:lnTo>
                  <a:pt x="4589" y="305"/>
                </a:lnTo>
                <a:lnTo>
                  <a:pt x="4589" y="303"/>
                </a:lnTo>
                <a:lnTo>
                  <a:pt x="4589" y="301"/>
                </a:lnTo>
                <a:lnTo>
                  <a:pt x="4591" y="300"/>
                </a:lnTo>
                <a:lnTo>
                  <a:pt x="4594" y="300"/>
                </a:lnTo>
                <a:lnTo>
                  <a:pt x="4594" y="303"/>
                </a:lnTo>
                <a:lnTo>
                  <a:pt x="4596" y="301"/>
                </a:lnTo>
                <a:lnTo>
                  <a:pt x="4596" y="301"/>
                </a:lnTo>
                <a:lnTo>
                  <a:pt x="4596" y="300"/>
                </a:lnTo>
                <a:lnTo>
                  <a:pt x="4596" y="300"/>
                </a:lnTo>
                <a:lnTo>
                  <a:pt x="4598" y="298"/>
                </a:lnTo>
                <a:lnTo>
                  <a:pt x="4598" y="296"/>
                </a:lnTo>
                <a:lnTo>
                  <a:pt x="4591" y="296"/>
                </a:lnTo>
                <a:lnTo>
                  <a:pt x="4585" y="263"/>
                </a:lnTo>
                <a:lnTo>
                  <a:pt x="4594" y="263"/>
                </a:lnTo>
                <a:lnTo>
                  <a:pt x="4594" y="254"/>
                </a:lnTo>
                <a:lnTo>
                  <a:pt x="4602" y="254"/>
                </a:lnTo>
                <a:lnTo>
                  <a:pt x="4602" y="271"/>
                </a:lnTo>
                <a:lnTo>
                  <a:pt x="4600" y="281"/>
                </a:lnTo>
                <a:lnTo>
                  <a:pt x="4602" y="291"/>
                </a:lnTo>
                <a:lnTo>
                  <a:pt x="4605" y="291"/>
                </a:lnTo>
                <a:lnTo>
                  <a:pt x="4611" y="236"/>
                </a:lnTo>
                <a:lnTo>
                  <a:pt x="4618" y="231"/>
                </a:lnTo>
                <a:lnTo>
                  <a:pt x="4618" y="220"/>
                </a:lnTo>
                <a:lnTo>
                  <a:pt x="4622" y="220"/>
                </a:lnTo>
                <a:lnTo>
                  <a:pt x="4622" y="214"/>
                </a:lnTo>
                <a:lnTo>
                  <a:pt x="4618" y="214"/>
                </a:lnTo>
                <a:lnTo>
                  <a:pt x="4618" y="163"/>
                </a:lnTo>
                <a:lnTo>
                  <a:pt x="4614" y="163"/>
                </a:lnTo>
                <a:lnTo>
                  <a:pt x="4614" y="160"/>
                </a:lnTo>
                <a:lnTo>
                  <a:pt x="4618" y="160"/>
                </a:lnTo>
                <a:lnTo>
                  <a:pt x="4618" y="154"/>
                </a:lnTo>
                <a:lnTo>
                  <a:pt x="4614" y="154"/>
                </a:lnTo>
                <a:lnTo>
                  <a:pt x="4614" y="152"/>
                </a:lnTo>
                <a:lnTo>
                  <a:pt x="4616" y="149"/>
                </a:lnTo>
                <a:lnTo>
                  <a:pt x="4618" y="147"/>
                </a:lnTo>
                <a:lnTo>
                  <a:pt x="4618" y="147"/>
                </a:lnTo>
                <a:lnTo>
                  <a:pt x="4614" y="140"/>
                </a:lnTo>
                <a:lnTo>
                  <a:pt x="4614" y="136"/>
                </a:lnTo>
                <a:lnTo>
                  <a:pt x="4618" y="136"/>
                </a:lnTo>
                <a:lnTo>
                  <a:pt x="4618" y="131"/>
                </a:lnTo>
                <a:lnTo>
                  <a:pt x="4614" y="131"/>
                </a:lnTo>
                <a:lnTo>
                  <a:pt x="4618" y="107"/>
                </a:lnTo>
                <a:lnTo>
                  <a:pt x="4625" y="107"/>
                </a:lnTo>
                <a:lnTo>
                  <a:pt x="4625" y="167"/>
                </a:lnTo>
                <a:lnTo>
                  <a:pt x="4634" y="167"/>
                </a:lnTo>
                <a:lnTo>
                  <a:pt x="4642" y="311"/>
                </a:lnTo>
                <a:lnTo>
                  <a:pt x="4645" y="311"/>
                </a:lnTo>
                <a:lnTo>
                  <a:pt x="4647" y="325"/>
                </a:lnTo>
                <a:lnTo>
                  <a:pt x="4647" y="341"/>
                </a:lnTo>
                <a:lnTo>
                  <a:pt x="4649" y="356"/>
                </a:lnTo>
                <a:lnTo>
                  <a:pt x="4654" y="367"/>
                </a:lnTo>
                <a:lnTo>
                  <a:pt x="4651" y="323"/>
                </a:lnTo>
                <a:lnTo>
                  <a:pt x="4654" y="323"/>
                </a:lnTo>
                <a:lnTo>
                  <a:pt x="4658" y="329"/>
                </a:lnTo>
                <a:lnTo>
                  <a:pt x="4662" y="332"/>
                </a:lnTo>
                <a:lnTo>
                  <a:pt x="4665" y="334"/>
                </a:lnTo>
                <a:lnTo>
                  <a:pt x="4665" y="296"/>
                </a:lnTo>
                <a:lnTo>
                  <a:pt x="4658" y="296"/>
                </a:lnTo>
                <a:lnTo>
                  <a:pt x="4658" y="287"/>
                </a:lnTo>
                <a:lnTo>
                  <a:pt x="4665" y="287"/>
                </a:lnTo>
                <a:lnTo>
                  <a:pt x="4662" y="107"/>
                </a:lnTo>
                <a:lnTo>
                  <a:pt x="4674" y="107"/>
                </a:lnTo>
                <a:lnTo>
                  <a:pt x="4674" y="111"/>
                </a:lnTo>
                <a:lnTo>
                  <a:pt x="4671" y="121"/>
                </a:lnTo>
                <a:lnTo>
                  <a:pt x="4669" y="138"/>
                </a:lnTo>
                <a:lnTo>
                  <a:pt x="4669" y="156"/>
                </a:lnTo>
                <a:lnTo>
                  <a:pt x="4671" y="171"/>
                </a:lnTo>
                <a:lnTo>
                  <a:pt x="4682" y="287"/>
                </a:lnTo>
                <a:lnTo>
                  <a:pt x="4687" y="287"/>
                </a:lnTo>
                <a:lnTo>
                  <a:pt x="4691" y="289"/>
                </a:lnTo>
                <a:lnTo>
                  <a:pt x="4694" y="289"/>
                </a:lnTo>
                <a:lnTo>
                  <a:pt x="4698" y="291"/>
                </a:lnTo>
                <a:lnTo>
                  <a:pt x="4698" y="236"/>
                </a:lnTo>
                <a:lnTo>
                  <a:pt x="4711" y="236"/>
                </a:lnTo>
                <a:lnTo>
                  <a:pt x="4713" y="269"/>
                </a:lnTo>
                <a:lnTo>
                  <a:pt x="4722" y="300"/>
                </a:lnTo>
                <a:lnTo>
                  <a:pt x="4725" y="300"/>
                </a:lnTo>
                <a:lnTo>
                  <a:pt x="4725" y="143"/>
                </a:lnTo>
                <a:lnTo>
                  <a:pt x="4738" y="147"/>
                </a:lnTo>
                <a:lnTo>
                  <a:pt x="4742" y="189"/>
                </a:lnTo>
                <a:lnTo>
                  <a:pt x="4751" y="223"/>
                </a:lnTo>
                <a:lnTo>
                  <a:pt x="4751" y="254"/>
                </a:lnTo>
                <a:lnTo>
                  <a:pt x="4754" y="254"/>
                </a:lnTo>
                <a:lnTo>
                  <a:pt x="4758" y="300"/>
                </a:lnTo>
                <a:lnTo>
                  <a:pt x="4765" y="303"/>
                </a:lnTo>
                <a:lnTo>
                  <a:pt x="4765" y="314"/>
                </a:lnTo>
                <a:lnTo>
                  <a:pt x="4769" y="323"/>
                </a:lnTo>
                <a:lnTo>
                  <a:pt x="4774" y="329"/>
                </a:lnTo>
                <a:lnTo>
                  <a:pt x="4780" y="336"/>
                </a:lnTo>
                <a:lnTo>
                  <a:pt x="4785" y="340"/>
                </a:lnTo>
                <a:lnTo>
                  <a:pt x="4794" y="343"/>
                </a:lnTo>
                <a:lnTo>
                  <a:pt x="4794" y="347"/>
                </a:lnTo>
                <a:lnTo>
                  <a:pt x="4796" y="349"/>
                </a:lnTo>
                <a:lnTo>
                  <a:pt x="4796" y="351"/>
                </a:lnTo>
                <a:lnTo>
                  <a:pt x="4798" y="352"/>
                </a:lnTo>
                <a:lnTo>
                  <a:pt x="4800" y="354"/>
                </a:lnTo>
                <a:lnTo>
                  <a:pt x="4802" y="356"/>
                </a:lnTo>
                <a:lnTo>
                  <a:pt x="4803" y="356"/>
                </a:lnTo>
                <a:lnTo>
                  <a:pt x="4803" y="358"/>
                </a:lnTo>
                <a:lnTo>
                  <a:pt x="4803" y="358"/>
                </a:lnTo>
                <a:lnTo>
                  <a:pt x="4803" y="358"/>
                </a:lnTo>
                <a:lnTo>
                  <a:pt x="4805" y="358"/>
                </a:lnTo>
                <a:lnTo>
                  <a:pt x="4805" y="360"/>
                </a:lnTo>
                <a:lnTo>
                  <a:pt x="4805" y="351"/>
                </a:lnTo>
                <a:lnTo>
                  <a:pt x="4802" y="351"/>
                </a:lnTo>
                <a:lnTo>
                  <a:pt x="4802" y="323"/>
                </a:lnTo>
                <a:lnTo>
                  <a:pt x="4798" y="323"/>
                </a:lnTo>
                <a:lnTo>
                  <a:pt x="4791" y="287"/>
                </a:lnTo>
                <a:lnTo>
                  <a:pt x="4785" y="287"/>
                </a:lnTo>
                <a:lnTo>
                  <a:pt x="4785" y="274"/>
                </a:lnTo>
                <a:lnTo>
                  <a:pt x="4782" y="274"/>
                </a:lnTo>
                <a:lnTo>
                  <a:pt x="4780" y="272"/>
                </a:lnTo>
                <a:lnTo>
                  <a:pt x="4780" y="269"/>
                </a:lnTo>
                <a:lnTo>
                  <a:pt x="4780" y="267"/>
                </a:lnTo>
                <a:lnTo>
                  <a:pt x="4778" y="263"/>
                </a:lnTo>
                <a:lnTo>
                  <a:pt x="4778" y="260"/>
                </a:lnTo>
                <a:lnTo>
                  <a:pt x="4782" y="260"/>
                </a:lnTo>
                <a:lnTo>
                  <a:pt x="4789" y="269"/>
                </a:lnTo>
                <a:lnTo>
                  <a:pt x="4794" y="280"/>
                </a:lnTo>
                <a:lnTo>
                  <a:pt x="4798" y="291"/>
                </a:lnTo>
                <a:lnTo>
                  <a:pt x="4802" y="291"/>
                </a:lnTo>
                <a:lnTo>
                  <a:pt x="4794" y="267"/>
                </a:lnTo>
                <a:lnTo>
                  <a:pt x="4783" y="243"/>
                </a:lnTo>
                <a:lnTo>
                  <a:pt x="4774" y="220"/>
                </a:lnTo>
                <a:lnTo>
                  <a:pt x="4778" y="220"/>
                </a:lnTo>
                <a:lnTo>
                  <a:pt x="4782" y="221"/>
                </a:lnTo>
                <a:lnTo>
                  <a:pt x="4783" y="221"/>
                </a:lnTo>
                <a:lnTo>
                  <a:pt x="4783" y="223"/>
                </a:lnTo>
                <a:lnTo>
                  <a:pt x="4785" y="227"/>
                </a:lnTo>
                <a:lnTo>
                  <a:pt x="4785" y="231"/>
                </a:lnTo>
                <a:lnTo>
                  <a:pt x="4796" y="245"/>
                </a:lnTo>
                <a:lnTo>
                  <a:pt x="4803" y="263"/>
                </a:lnTo>
                <a:lnTo>
                  <a:pt x="4809" y="283"/>
                </a:lnTo>
                <a:lnTo>
                  <a:pt x="4814" y="303"/>
                </a:lnTo>
                <a:lnTo>
                  <a:pt x="4818" y="303"/>
                </a:lnTo>
                <a:lnTo>
                  <a:pt x="4818" y="323"/>
                </a:lnTo>
                <a:lnTo>
                  <a:pt x="4822" y="323"/>
                </a:lnTo>
                <a:lnTo>
                  <a:pt x="4814" y="240"/>
                </a:lnTo>
                <a:lnTo>
                  <a:pt x="4811" y="240"/>
                </a:lnTo>
                <a:lnTo>
                  <a:pt x="4811" y="223"/>
                </a:lnTo>
                <a:lnTo>
                  <a:pt x="4805" y="223"/>
                </a:lnTo>
                <a:lnTo>
                  <a:pt x="4802" y="191"/>
                </a:lnTo>
                <a:lnTo>
                  <a:pt x="4798" y="191"/>
                </a:lnTo>
                <a:lnTo>
                  <a:pt x="4798" y="183"/>
                </a:lnTo>
                <a:lnTo>
                  <a:pt x="4794" y="183"/>
                </a:lnTo>
                <a:lnTo>
                  <a:pt x="4794" y="171"/>
                </a:lnTo>
                <a:lnTo>
                  <a:pt x="4791" y="171"/>
                </a:lnTo>
                <a:lnTo>
                  <a:pt x="4785" y="154"/>
                </a:lnTo>
                <a:lnTo>
                  <a:pt x="4782" y="154"/>
                </a:lnTo>
                <a:lnTo>
                  <a:pt x="4782" y="143"/>
                </a:lnTo>
                <a:lnTo>
                  <a:pt x="4778" y="143"/>
                </a:lnTo>
                <a:lnTo>
                  <a:pt x="4771" y="120"/>
                </a:lnTo>
                <a:lnTo>
                  <a:pt x="4765" y="120"/>
                </a:lnTo>
                <a:lnTo>
                  <a:pt x="4765" y="111"/>
                </a:lnTo>
                <a:lnTo>
                  <a:pt x="4758" y="98"/>
                </a:lnTo>
                <a:lnTo>
                  <a:pt x="4751" y="85"/>
                </a:lnTo>
                <a:lnTo>
                  <a:pt x="4745" y="67"/>
                </a:lnTo>
                <a:lnTo>
                  <a:pt x="4758" y="71"/>
                </a:lnTo>
                <a:lnTo>
                  <a:pt x="4762" y="89"/>
                </a:lnTo>
                <a:lnTo>
                  <a:pt x="4771" y="101"/>
                </a:lnTo>
                <a:lnTo>
                  <a:pt x="4778" y="114"/>
                </a:lnTo>
                <a:lnTo>
                  <a:pt x="4778" y="123"/>
                </a:lnTo>
                <a:lnTo>
                  <a:pt x="4782" y="123"/>
                </a:lnTo>
                <a:lnTo>
                  <a:pt x="4782" y="131"/>
                </a:lnTo>
                <a:lnTo>
                  <a:pt x="4785" y="131"/>
                </a:lnTo>
                <a:lnTo>
                  <a:pt x="4785" y="140"/>
                </a:lnTo>
                <a:lnTo>
                  <a:pt x="4791" y="140"/>
                </a:lnTo>
                <a:lnTo>
                  <a:pt x="4791" y="147"/>
                </a:lnTo>
                <a:lnTo>
                  <a:pt x="4794" y="147"/>
                </a:lnTo>
                <a:lnTo>
                  <a:pt x="4802" y="171"/>
                </a:lnTo>
                <a:lnTo>
                  <a:pt x="4805" y="171"/>
                </a:lnTo>
                <a:lnTo>
                  <a:pt x="4805" y="183"/>
                </a:lnTo>
                <a:lnTo>
                  <a:pt x="4811" y="183"/>
                </a:lnTo>
                <a:lnTo>
                  <a:pt x="4811" y="191"/>
                </a:lnTo>
                <a:lnTo>
                  <a:pt x="4814" y="191"/>
                </a:lnTo>
                <a:lnTo>
                  <a:pt x="4822" y="227"/>
                </a:lnTo>
                <a:lnTo>
                  <a:pt x="4825" y="227"/>
                </a:lnTo>
                <a:lnTo>
                  <a:pt x="4825" y="236"/>
                </a:lnTo>
                <a:lnTo>
                  <a:pt x="4831" y="236"/>
                </a:lnTo>
                <a:lnTo>
                  <a:pt x="4831" y="254"/>
                </a:lnTo>
                <a:lnTo>
                  <a:pt x="4834" y="254"/>
                </a:lnTo>
                <a:lnTo>
                  <a:pt x="4836" y="218"/>
                </a:lnTo>
                <a:lnTo>
                  <a:pt x="4838" y="178"/>
                </a:lnTo>
                <a:lnTo>
                  <a:pt x="4834" y="140"/>
                </a:lnTo>
                <a:lnTo>
                  <a:pt x="4825" y="103"/>
                </a:lnTo>
                <a:lnTo>
                  <a:pt x="4838" y="103"/>
                </a:lnTo>
                <a:lnTo>
                  <a:pt x="4843" y="134"/>
                </a:lnTo>
                <a:lnTo>
                  <a:pt x="4851" y="163"/>
                </a:lnTo>
                <a:lnTo>
                  <a:pt x="4851" y="178"/>
                </a:lnTo>
                <a:lnTo>
                  <a:pt x="4851" y="194"/>
                </a:lnTo>
                <a:lnTo>
                  <a:pt x="4849" y="209"/>
                </a:lnTo>
                <a:lnTo>
                  <a:pt x="4854" y="220"/>
                </a:lnTo>
                <a:lnTo>
                  <a:pt x="4858" y="180"/>
                </a:lnTo>
                <a:lnTo>
                  <a:pt x="4865" y="180"/>
                </a:lnTo>
                <a:lnTo>
                  <a:pt x="4871" y="196"/>
                </a:lnTo>
                <a:lnTo>
                  <a:pt x="4874" y="196"/>
                </a:lnTo>
                <a:lnTo>
                  <a:pt x="4874" y="211"/>
                </a:lnTo>
                <a:lnTo>
                  <a:pt x="4878" y="211"/>
                </a:lnTo>
                <a:lnTo>
                  <a:pt x="4882" y="247"/>
                </a:lnTo>
                <a:lnTo>
                  <a:pt x="4885" y="247"/>
                </a:lnTo>
                <a:lnTo>
                  <a:pt x="4885" y="271"/>
                </a:lnTo>
                <a:lnTo>
                  <a:pt x="4894" y="274"/>
                </a:lnTo>
                <a:lnTo>
                  <a:pt x="4894" y="283"/>
                </a:lnTo>
                <a:lnTo>
                  <a:pt x="4898" y="283"/>
                </a:lnTo>
                <a:lnTo>
                  <a:pt x="4898" y="296"/>
                </a:lnTo>
                <a:lnTo>
                  <a:pt x="4902" y="296"/>
                </a:lnTo>
                <a:lnTo>
                  <a:pt x="4905" y="320"/>
                </a:lnTo>
                <a:lnTo>
                  <a:pt x="4911" y="320"/>
                </a:lnTo>
                <a:lnTo>
                  <a:pt x="4913" y="291"/>
                </a:lnTo>
                <a:lnTo>
                  <a:pt x="4918" y="265"/>
                </a:lnTo>
                <a:lnTo>
                  <a:pt x="4927" y="240"/>
                </a:lnTo>
                <a:lnTo>
                  <a:pt x="4934" y="214"/>
                </a:lnTo>
                <a:lnTo>
                  <a:pt x="4931" y="154"/>
                </a:lnTo>
                <a:lnTo>
                  <a:pt x="4942" y="154"/>
                </a:lnTo>
                <a:lnTo>
                  <a:pt x="4945" y="214"/>
                </a:lnTo>
                <a:lnTo>
                  <a:pt x="4954" y="214"/>
                </a:lnTo>
                <a:lnTo>
                  <a:pt x="4958" y="231"/>
                </a:lnTo>
                <a:lnTo>
                  <a:pt x="4951" y="231"/>
                </a:lnTo>
                <a:lnTo>
                  <a:pt x="4951" y="223"/>
                </a:lnTo>
                <a:lnTo>
                  <a:pt x="4945" y="223"/>
                </a:lnTo>
                <a:lnTo>
                  <a:pt x="4945" y="327"/>
                </a:lnTo>
                <a:lnTo>
                  <a:pt x="4951" y="327"/>
                </a:lnTo>
                <a:lnTo>
                  <a:pt x="4951" y="340"/>
                </a:lnTo>
                <a:lnTo>
                  <a:pt x="4954" y="340"/>
                </a:lnTo>
                <a:lnTo>
                  <a:pt x="4956" y="338"/>
                </a:lnTo>
                <a:lnTo>
                  <a:pt x="4956" y="336"/>
                </a:lnTo>
                <a:lnTo>
                  <a:pt x="4956" y="336"/>
                </a:lnTo>
                <a:lnTo>
                  <a:pt x="4956" y="336"/>
                </a:lnTo>
                <a:lnTo>
                  <a:pt x="4958" y="334"/>
                </a:lnTo>
                <a:lnTo>
                  <a:pt x="4965" y="340"/>
                </a:lnTo>
                <a:lnTo>
                  <a:pt x="4965" y="303"/>
                </a:lnTo>
                <a:lnTo>
                  <a:pt x="4962" y="303"/>
                </a:lnTo>
                <a:lnTo>
                  <a:pt x="4962" y="271"/>
                </a:lnTo>
                <a:lnTo>
                  <a:pt x="4951" y="236"/>
                </a:lnTo>
                <a:lnTo>
                  <a:pt x="4962" y="236"/>
                </a:lnTo>
                <a:lnTo>
                  <a:pt x="4965" y="254"/>
                </a:lnTo>
                <a:lnTo>
                  <a:pt x="4971" y="254"/>
                </a:lnTo>
                <a:lnTo>
                  <a:pt x="4971" y="274"/>
                </a:lnTo>
                <a:lnTo>
                  <a:pt x="4974" y="274"/>
                </a:lnTo>
                <a:lnTo>
                  <a:pt x="4974" y="283"/>
                </a:lnTo>
                <a:lnTo>
                  <a:pt x="4978" y="283"/>
                </a:lnTo>
                <a:lnTo>
                  <a:pt x="4978" y="300"/>
                </a:lnTo>
                <a:lnTo>
                  <a:pt x="4982" y="300"/>
                </a:lnTo>
                <a:lnTo>
                  <a:pt x="4982" y="314"/>
                </a:lnTo>
                <a:lnTo>
                  <a:pt x="4985" y="314"/>
                </a:lnTo>
                <a:lnTo>
                  <a:pt x="4991" y="343"/>
                </a:lnTo>
                <a:lnTo>
                  <a:pt x="4994" y="343"/>
                </a:lnTo>
                <a:lnTo>
                  <a:pt x="4998" y="334"/>
                </a:lnTo>
                <a:lnTo>
                  <a:pt x="5002" y="325"/>
                </a:lnTo>
                <a:lnTo>
                  <a:pt x="5002" y="311"/>
                </a:lnTo>
                <a:lnTo>
                  <a:pt x="4991" y="274"/>
                </a:lnTo>
                <a:lnTo>
                  <a:pt x="5002" y="280"/>
                </a:lnTo>
                <a:lnTo>
                  <a:pt x="5003" y="287"/>
                </a:lnTo>
                <a:lnTo>
                  <a:pt x="5007" y="301"/>
                </a:lnTo>
                <a:lnTo>
                  <a:pt x="5011" y="318"/>
                </a:lnTo>
                <a:lnTo>
                  <a:pt x="5014" y="332"/>
                </a:lnTo>
                <a:lnTo>
                  <a:pt x="5020" y="345"/>
                </a:lnTo>
                <a:lnTo>
                  <a:pt x="5022" y="351"/>
                </a:lnTo>
                <a:lnTo>
                  <a:pt x="5023" y="332"/>
                </a:lnTo>
                <a:lnTo>
                  <a:pt x="5025" y="316"/>
                </a:lnTo>
                <a:lnTo>
                  <a:pt x="5025" y="296"/>
                </a:lnTo>
                <a:lnTo>
                  <a:pt x="5022" y="271"/>
                </a:lnTo>
                <a:lnTo>
                  <a:pt x="5034" y="271"/>
                </a:lnTo>
                <a:lnTo>
                  <a:pt x="5036" y="294"/>
                </a:lnTo>
                <a:lnTo>
                  <a:pt x="5043" y="316"/>
                </a:lnTo>
                <a:lnTo>
                  <a:pt x="5051" y="334"/>
                </a:lnTo>
                <a:lnTo>
                  <a:pt x="5051" y="356"/>
                </a:lnTo>
                <a:lnTo>
                  <a:pt x="5054" y="356"/>
                </a:lnTo>
                <a:lnTo>
                  <a:pt x="5042" y="223"/>
                </a:lnTo>
                <a:lnTo>
                  <a:pt x="5038" y="223"/>
                </a:lnTo>
                <a:lnTo>
                  <a:pt x="5034" y="200"/>
                </a:lnTo>
                <a:lnTo>
                  <a:pt x="5031" y="194"/>
                </a:lnTo>
                <a:lnTo>
                  <a:pt x="5029" y="191"/>
                </a:lnTo>
                <a:lnTo>
                  <a:pt x="5025" y="187"/>
                </a:lnTo>
                <a:lnTo>
                  <a:pt x="5023" y="183"/>
                </a:lnTo>
                <a:lnTo>
                  <a:pt x="5020" y="178"/>
                </a:lnTo>
                <a:lnTo>
                  <a:pt x="5018" y="171"/>
                </a:lnTo>
                <a:lnTo>
                  <a:pt x="5031" y="180"/>
                </a:lnTo>
                <a:lnTo>
                  <a:pt x="5042" y="194"/>
                </a:lnTo>
                <a:lnTo>
                  <a:pt x="5051" y="212"/>
                </a:lnTo>
                <a:lnTo>
                  <a:pt x="5058" y="234"/>
                </a:lnTo>
                <a:lnTo>
                  <a:pt x="5065" y="254"/>
                </a:lnTo>
                <a:lnTo>
                  <a:pt x="5071" y="271"/>
                </a:lnTo>
                <a:lnTo>
                  <a:pt x="5071" y="296"/>
                </a:lnTo>
                <a:lnTo>
                  <a:pt x="5078" y="300"/>
                </a:lnTo>
                <a:lnTo>
                  <a:pt x="5074" y="307"/>
                </a:lnTo>
                <a:lnTo>
                  <a:pt x="5082" y="311"/>
                </a:lnTo>
                <a:lnTo>
                  <a:pt x="5082" y="327"/>
                </a:lnTo>
                <a:lnTo>
                  <a:pt x="5085" y="327"/>
                </a:lnTo>
                <a:lnTo>
                  <a:pt x="5085" y="340"/>
                </a:lnTo>
                <a:lnTo>
                  <a:pt x="5091" y="340"/>
                </a:lnTo>
                <a:lnTo>
                  <a:pt x="5093" y="352"/>
                </a:lnTo>
                <a:lnTo>
                  <a:pt x="5093" y="365"/>
                </a:lnTo>
                <a:lnTo>
                  <a:pt x="5098" y="374"/>
                </a:lnTo>
                <a:lnTo>
                  <a:pt x="5100" y="347"/>
                </a:lnTo>
                <a:lnTo>
                  <a:pt x="5102" y="321"/>
                </a:lnTo>
                <a:lnTo>
                  <a:pt x="5098" y="300"/>
                </a:lnTo>
                <a:lnTo>
                  <a:pt x="5098" y="267"/>
                </a:lnTo>
                <a:lnTo>
                  <a:pt x="5094" y="267"/>
                </a:lnTo>
                <a:lnTo>
                  <a:pt x="5091" y="240"/>
                </a:lnTo>
                <a:lnTo>
                  <a:pt x="5085" y="240"/>
                </a:lnTo>
                <a:lnTo>
                  <a:pt x="5083" y="234"/>
                </a:lnTo>
                <a:lnTo>
                  <a:pt x="5080" y="232"/>
                </a:lnTo>
                <a:lnTo>
                  <a:pt x="5078" y="229"/>
                </a:lnTo>
                <a:lnTo>
                  <a:pt x="5076" y="227"/>
                </a:lnTo>
                <a:lnTo>
                  <a:pt x="5074" y="221"/>
                </a:lnTo>
                <a:lnTo>
                  <a:pt x="5074" y="214"/>
                </a:lnTo>
                <a:lnTo>
                  <a:pt x="5082" y="220"/>
                </a:lnTo>
                <a:lnTo>
                  <a:pt x="5058" y="176"/>
                </a:lnTo>
                <a:lnTo>
                  <a:pt x="5065" y="176"/>
                </a:lnTo>
                <a:lnTo>
                  <a:pt x="5102" y="231"/>
                </a:lnTo>
                <a:lnTo>
                  <a:pt x="5102" y="240"/>
                </a:lnTo>
                <a:lnTo>
                  <a:pt x="5105" y="240"/>
                </a:lnTo>
                <a:lnTo>
                  <a:pt x="5105" y="247"/>
                </a:lnTo>
                <a:lnTo>
                  <a:pt x="5111" y="247"/>
                </a:lnTo>
                <a:lnTo>
                  <a:pt x="5114" y="271"/>
                </a:lnTo>
                <a:lnTo>
                  <a:pt x="5118" y="271"/>
                </a:lnTo>
                <a:lnTo>
                  <a:pt x="5118" y="280"/>
                </a:lnTo>
                <a:lnTo>
                  <a:pt x="5122" y="280"/>
                </a:lnTo>
                <a:lnTo>
                  <a:pt x="5122" y="296"/>
                </a:lnTo>
                <a:lnTo>
                  <a:pt x="5125" y="296"/>
                </a:lnTo>
                <a:lnTo>
                  <a:pt x="5131" y="323"/>
                </a:lnTo>
                <a:lnTo>
                  <a:pt x="5134" y="323"/>
                </a:lnTo>
                <a:lnTo>
                  <a:pt x="5136" y="289"/>
                </a:lnTo>
                <a:lnTo>
                  <a:pt x="5138" y="254"/>
                </a:lnTo>
                <a:lnTo>
                  <a:pt x="5140" y="218"/>
                </a:lnTo>
                <a:lnTo>
                  <a:pt x="5140" y="183"/>
                </a:lnTo>
                <a:lnTo>
                  <a:pt x="5134" y="151"/>
                </a:lnTo>
                <a:lnTo>
                  <a:pt x="5134" y="120"/>
                </a:lnTo>
                <a:lnTo>
                  <a:pt x="5131" y="120"/>
                </a:lnTo>
                <a:lnTo>
                  <a:pt x="5127" y="105"/>
                </a:lnTo>
                <a:lnTo>
                  <a:pt x="5127" y="92"/>
                </a:lnTo>
                <a:lnTo>
                  <a:pt x="5129" y="81"/>
                </a:lnTo>
                <a:lnTo>
                  <a:pt x="5129" y="72"/>
                </a:lnTo>
                <a:lnTo>
                  <a:pt x="5125" y="67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9" y="65"/>
                </a:lnTo>
                <a:lnTo>
                  <a:pt x="5131" y="63"/>
                </a:lnTo>
                <a:lnTo>
                  <a:pt x="5131" y="60"/>
                </a:lnTo>
                <a:lnTo>
                  <a:pt x="5133" y="60"/>
                </a:lnTo>
                <a:lnTo>
                  <a:pt x="5134" y="60"/>
                </a:lnTo>
                <a:lnTo>
                  <a:pt x="5136" y="60"/>
                </a:lnTo>
                <a:lnTo>
                  <a:pt x="5136" y="61"/>
                </a:lnTo>
                <a:lnTo>
                  <a:pt x="5136" y="61"/>
                </a:lnTo>
                <a:lnTo>
                  <a:pt x="5138" y="63"/>
                </a:lnTo>
                <a:lnTo>
                  <a:pt x="5142" y="72"/>
                </a:lnTo>
                <a:lnTo>
                  <a:pt x="5142" y="85"/>
                </a:lnTo>
                <a:lnTo>
                  <a:pt x="5140" y="98"/>
                </a:lnTo>
                <a:lnTo>
                  <a:pt x="5142" y="111"/>
                </a:lnTo>
                <a:lnTo>
                  <a:pt x="5151" y="145"/>
                </a:lnTo>
                <a:lnTo>
                  <a:pt x="5158" y="181"/>
                </a:lnTo>
                <a:lnTo>
                  <a:pt x="5165" y="214"/>
                </a:lnTo>
                <a:lnTo>
                  <a:pt x="5165" y="243"/>
                </a:lnTo>
                <a:lnTo>
                  <a:pt x="5171" y="243"/>
                </a:lnTo>
                <a:lnTo>
                  <a:pt x="5173" y="258"/>
                </a:lnTo>
                <a:lnTo>
                  <a:pt x="5173" y="276"/>
                </a:lnTo>
                <a:lnTo>
                  <a:pt x="5171" y="292"/>
                </a:lnTo>
                <a:lnTo>
                  <a:pt x="5173" y="309"/>
                </a:lnTo>
                <a:lnTo>
                  <a:pt x="5178" y="320"/>
                </a:lnTo>
                <a:lnTo>
                  <a:pt x="5185" y="220"/>
                </a:lnTo>
                <a:lnTo>
                  <a:pt x="5191" y="220"/>
                </a:lnTo>
                <a:lnTo>
                  <a:pt x="5193" y="203"/>
                </a:lnTo>
                <a:lnTo>
                  <a:pt x="5193" y="181"/>
                </a:lnTo>
                <a:lnTo>
                  <a:pt x="5191" y="158"/>
                </a:lnTo>
                <a:lnTo>
                  <a:pt x="5191" y="132"/>
                </a:lnTo>
                <a:lnTo>
                  <a:pt x="5191" y="111"/>
                </a:lnTo>
                <a:lnTo>
                  <a:pt x="5202" y="114"/>
                </a:lnTo>
                <a:lnTo>
                  <a:pt x="5194" y="327"/>
                </a:lnTo>
                <a:lnTo>
                  <a:pt x="5194" y="340"/>
                </a:lnTo>
                <a:lnTo>
                  <a:pt x="5193" y="356"/>
                </a:lnTo>
                <a:lnTo>
                  <a:pt x="5193" y="374"/>
                </a:lnTo>
                <a:lnTo>
                  <a:pt x="5193" y="392"/>
                </a:lnTo>
                <a:lnTo>
                  <a:pt x="5194" y="407"/>
                </a:lnTo>
                <a:lnTo>
                  <a:pt x="5198" y="416"/>
                </a:lnTo>
                <a:lnTo>
                  <a:pt x="5200" y="403"/>
                </a:lnTo>
                <a:lnTo>
                  <a:pt x="5202" y="385"/>
                </a:lnTo>
                <a:lnTo>
                  <a:pt x="5207" y="365"/>
                </a:lnTo>
                <a:lnTo>
                  <a:pt x="5211" y="349"/>
                </a:lnTo>
                <a:lnTo>
                  <a:pt x="5214" y="340"/>
                </a:lnTo>
                <a:lnTo>
                  <a:pt x="5216" y="338"/>
                </a:lnTo>
                <a:lnTo>
                  <a:pt x="5216" y="336"/>
                </a:lnTo>
                <a:lnTo>
                  <a:pt x="5216" y="336"/>
                </a:lnTo>
                <a:lnTo>
                  <a:pt x="5218" y="336"/>
                </a:lnTo>
                <a:lnTo>
                  <a:pt x="5220" y="336"/>
                </a:lnTo>
                <a:lnTo>
                  <a:pt x="5222" y="334"/>
                </a:lnTo>
                <a:lnTo>
                  <a:pt x="5222" y="356"/>
                </a:lnTo>
                <a:lnTo>
                  <a:pt x="5225" y="356"/>
                </a:lnTo>
                <a:lnTo>
                  <a:pt x="5231" y="291"/>
                </a:lnTo>
                <a:lnTo>
                  <a:pt x="5233" y="285"/>
                </a:lnTo>
                <a:lnTo>
                  <a:pt x="5236" y="276"/>
                </a:lnTo>
                <a:lnTo>
                  <a:pt x="5240" y="265"/>
                </a:lnTo>
                <a:lnTo>
                  <a:pt x="5238" y="254"/>
                </a:lnTo>
                <a:lnTo>
                  <a:pt x="5231" y="251"/>
                </a:lnTo>
                <a:lnTo>
                  <a:pt x="5231" y="243"/>
                </a:lnTo>
                <a:lnTo>
                  <a:pt x="5238" y="243"/>
                </a:lnTo>
                <a:lnTo>
                  <a:pt x="5251" y="103"/>
                </a:lnTo>
                <a:lnTo>
                  <a:pt x="5258" y="103"/>
                </a:lnTo>
                <a:lnTo>
                  <a:pt x="5251" y="280"/>
                </a:lnTo>
                <a:lnTo>
                  <a:pt x="5254" y="280"/>
                </a:lnTo>
                <a:lnTo>
                  <a:pt x="5254" y="291"/>
                </a:lnTo>
                <a:lnTo>
                  <a:pt x="5258" y="291"/>
                </a:lnTo>
                <a:lnTo>
                  <a:pt x="5260" y="301"/>
                </a:lnTo>
                <a:lnTo>
                  <a:pt x="5262" y="314"/>
                </a:lnTo>
                <a:lnTo>
                  <a:pt x="5262" y="327"/>
                </a:lnTo>
                <a:lnTo>
                  <a:pt x="5265" y="334"/>
                </a:lnTo>
                <a:lnTo>
                  <a:pt x="5285" y="154"/>
                </a:lnTo>
                <a:lnTo>
                  <a:pt x="5294" y="154"/>
                </a:lnTo>
                <a:lnTo>
                  <a:pt x="5298" y="176"/>
                </a:lnTo>
                <a:lnTo>
                  <a:pt x="5298" y="178"/>
                </a:lnTo>
                <a:lnTo>
                  <a:pt x="5296" y="178"/>
                </a:lnTo>
                <a:lnTo>
                  <a:pt x="5296" y="178"/>
                </a:lnTo>
                <a:lnTo>
                  <a:pt x="5294" y="176"/>
                </a:lnTo>
                <a:lnTo>
                  <a:pt x="5294" y="178"/>
                </a:lnTo>
                <a:lnTo>
                  <a:pt x="5294" y="180"/>
                </a:lnTo>
                <a:lnTo>
                  <a:pt x="5298" y="180"/>
                </a:lnTo>
                <a:lnTo>
                  <a:pt x="5298" y="231"/>
                </a:lnTo>
                <a:lnTo>
                  <a:pt x="5302" y="231"/>
                </a:lnTo>
                <a:lnTo>
                  <a:pt x="5311" y="154"/>
                </a:lnTo>
                <a:lnTo>
                  <a:pt x="5298" y="151"/>
                </a:lnTo>
                <a:lnTo>
                  <a:pt x="5298" y="143"/>
                </a:lnTo>
                <a:lnTo>
                  <a:pt x="5303" y="141"/>
                </a:lnTo>
                <a:lnTo>
                  <a:pt x="5307" y="141"/>
                </a:lnTo>
                <a:lnTo>
                  <a:pt x="5311" y="140"/>
                </a:lnTo>
                <a:lnTo>
                  <a:pt x="5314" y="138"/>
                </a:lnTo>
                <a:lnTo>
                  <a:pt x="5318" y="136"/>
                </a:lnTo>
                <a:lnTo>
                  <a:pt x="5322" y="136"/>
                </a:lnTo>
                <a:lnTo>
                  <a:pt x="5322" y="154"/>
                </a:lnTo>
                <a:lnTo>
                  <a:pt x="5333" y="163"/>
                </a:lnTo>
                <a:lnTo>
                  <a:pt x="5345" y="178"/>
                </a:lnTo>
                <a:lnTo>
                  <a:pt x="5358" y="194"/>
                </a:lnTo>
                <a:lnTo>
                  <a:pt x="5369" y="211"/>
                </a:lnTo>
                <a:lnTo>
                  <a:pt x="5374" y="223"/>
                </a:lnTo>
                <a:lnTo>
                  <a:pt x="5378" y="223"/>
                </a:lnTo>
                <a:lnTo>
                  <a:pt x="5367" y="172"/>
                </a:lnTo>
                <a:lnTo>
                  <a:pt x="5354" y="127"/>
                </a:lnTo>
                <a:lnTo>
                  <a:pt x="5351" y="94"/>
                </a:lnTo>
                <a:lnTo>
                  <a:pt x="5343" y="76"/>
                </a:lnTo>
                <a:lnTo>
                  <a:pt x="5338" y="54"/>
                </a:lnTo>
                <a:lnTo>
                  <a:pt x="5345" y="54"/>
                </a:lnTo>
                <a:lnTo>
                  <a:pt x="5371" y="136"/>
                </a:lnTo>
                <a:lnTo>
                  <a:pt x="5371" y="151"/>
                </a:lnTo>
                <a:lnTo>
                  <a:pt x="5374" y="151"/>
                </a:lnTo>
                <a:lnTo>
                  <a:pt x="5378" y="180"/>
                </a:lnTo>
                <a:lnTo>
                  <a:pt x="5382" y="180"/>
                </a:lnTo>
                <a:lnTo>
                  <a:pt x="5382" y="176"/>
                </a:lnTo>
                <a:lnTo>
                  <a:pt x="5385" y="176"/>
                </a:lnTo>
                <a:lnTo>
                  <a:pt x="5394" y="180"/>
                </a:lnTo>
                <a:lnTo>
                  <a:pt x="5393" y="196"/>
                </a:lnTo>
                <a:lnTo>
                  <a:pt x="5391" y="214"/>
                </a:lnTo>
                <a:lnTo>
                  <a:pt x="5385" y="214"/>
                </a:lnTo>
                <a:lnTo>
                  <a:pt x="5385" y="218"/>
                </a:lnTo>
                <a:lnTo>
                  <a:pt x="5387" y="218"/>
                </a:lnTo>
                <a:lnTo>
                  <a:pt x="5387" y="218"/>
                </a:lnTo>
                <a:lnTo>
                  <a:pt x="5389" y="216"/>
                </a:lnTo>
                <a:lnTo>
                  <a:pt x="5389" y="218"/>
                </a:lnTo>
                <a:lnTo>
                  <a:pt x="5391" y="220"/>
                </a:lnTo>
                <a:lnTo>
                  <a:pt x="5391" y="243"/>
                </a:lnTo>
                <a:lnTo>
                  <a:pt x="5398" y="243"/>
                </a:lnTo>
                <a:lnTo>
                  <a:pt x="5396" y="232"/>
                </a:lnTo>
                <a:lnTo>
                  <a:pt x="5398" y="220"/>
                </a:lnTo>
                <a:lnTo>
                  <a:pt x="5398" y="203"/>
                </a:lnTo>
                <a:lnTo>
                  <a:pt x="5398" y="83"/>
                </a:lnTo>
                <a:lnTo>
                  <a:pt x="5405" y="83"/>
                </a:lnTo>
                <a:lnTo>
                  <a:pt x="5405" y="136"/>
                </a:lnTo>
                <a:lnTo>
                  <a:pt x="5411" y="136"/>
                </a:lnTo>
                <a:lnTo>
                  <a:pt x="5405" y="143"/>
                </a:lnTo>
                <a:lnTo>
                  <a:pt x="5411" y="154"/>
                </a:lnTo>
                <a:lnTo>
                  <a:pt x="5409" y="156"/>
                </a:lnTo>
                <a:lnTo>
                  <a:pt x="5407" y="156"/>
                </a:lnTo>
                <a:lnTo>
                  <a:pt x="5405" y="156"/>
                </a:lnTo>
                <a:lnTo>
                  <a:pt x="5405" y="158"/>
                </a:lnTo>
                <a:lnTo>
                  <a:pt x="5405" y="160"/>
                </a:lnTo>
                <a:lnTo>
                  <a:pt x="5411" y="160"/>
                </a:lnTo>
                <a:lnTo>
                  <a:pt x="5411" y="191"/>
                </a:lnTo>
                <a:lnTo>
                  <a:pt x="5414" y="191"/>
                </a:lnTo>
                <a:lnTo>
                  <a:pt x="5414" y="163"/>
                </a:lnTo>
                <a:lnTo>
                  <a:pt x="5422" y="163"/>
                </a:lnTo>
                <a:lnTo>
                  <a:pt x="5425" y="191"/>
                </a:lnTo>
                <a:lnTo>
                  <a:pt x="5433" y="218"/>
                </a:lnTo>
                <a:lnTo>
                  <a:pt x="5438" y="245"/>
                </a:lnTo>
                <a:lnTo>
                  <a:pt x="5442" y="274"/>
                </a:lnTo>
                <a:lnTo>
                  <a:pt x="5451" y="274"/>
                </a:lnTo>
                <a:lnTo>
                  <a:pt x="5453" y="289"/>
                </a:lnTo>
                <a:lnTo>
                  <a:pt x="5456" y="305"/>
                </a:lnTo>
                <a:lnTo>
                  <a:pt x="5462" y="314"/>
                </a:lnTo>
                <a:lnTo>
                  <a:pt x="5463" y="294"/>
                </a:lnTo>
                <a:lnTo>
                  <a:pt x="5465" y="276"/>
                </a:lnTo>
                <a:lnTo>
                  <a:pt x="5471" y="260"/>
                </a:lnTo>
                <a:lnTo>
                  <a:pt x="5471" y="227"/>
                </a:lnTo>
                <a:lnTo>
                  <a:pt x="5474" y="227"/>
                </a:lnTo>
                <a:lnTo>
                  <a:pt x="5474" y="191"/>
                </a:lnTo>
                <a:lnTo>
                  <a:pt x="5478" y="191"/>
                </a:lnTo>
                <a:lnTo>
                  <a:pt x="5480" y="174"/>
                </a:lnTo>
                <a:lnTo>
                  <a:pt x="5480" y="156"/>
                </a:lnTo>
                <a:lnTo>
                  <a:pt x="5480" y="138"/>
                </a:lnTo>
                <a:lnTo>
                  <a:pt x="5482" y="123"/>
                </a:lnTo>
                <a:lnTo>
                  <a:pt x="5485" y="123"/>
                </a:lnTo>
                <a:lnTo>
                  <a:pt x="5485" y="187"/>
                </a:lnTo>
                <a:lnTo>
                  <a:pt x="5494" y="187"/>
                </a:lnTo>
                <a:lnTo>
                  <a:pt x="5493" y="192"/>
                </a:lnTo>
                <a:lnTo>
                  <a:pt x="5493" y="196"/>
                </a:lnTo>
                <a:lnTo>
                  <a:pt x="5491" y="200"/>
                </a:lnTo>
                <a:lnTo>
                  <a:pt x="5491" y="203"/>
                </a:lnTo>
                <a:lnTo>
                  <a:pt x="5502" y="200"/>
                </a:lnTo>
                <a:lnTo>
                  <a:pt x="5498" y="207"/>
                </a:lnTo>
                <a:lnTo>
                  <a:pt x="5505" y="211"/>
                </a:lnTo>
                <a:lnTo>
                  <a:pt x="5505" y="223"/>
                </a:lnTo>
                <a:lnTo>
                  <a:pt x="5511" y="223"/>
                </a:lnTo>
                <a:lnTo>
                  <a:pt x="5511" y="231"/>
                </a:lnTo>
                <a:lnTo>
                  <a:pt x="5514" y="231"/>
                </a:lnTo>
                <a:lnTo>
                  <a:pt x="5514" y="243"/>
                </a:lnTo>
                <a:lnTo>
                  <a:pt x="5518" y="243"/>
                </a:lnTo>
                <a:lnTo>
                  <a:pt x="5518" y="254"/>
                </a:lnTo>
                <a:lnTo>
                  <a:pt x="5522" y="254"/>
                </a:lnTo>
                <a:lnTo>
                  <a:pt x="5522" y="267"/>
                </a:lnTo>
                <a:lnTo>
                  <a:pt x="5525" y="267"/>
                </a:lnTo>
                <a:lnTo>
                  <a:pt x="5525" y="283"/>
                </a:lnTo>
                <a:lnTo>
                  <a:pt x="5531" y="283"/>
                </a:lnTo>
                <a:lnTo>
                  <a:pt x="5534" y="320"/>
                </a:lnTo>
                <a:lnTo>
                  <a:pt x="5538" y="320"/>
                </a:lnTo>
                <a:lnTo>
                  <a:pt x="5540" y="331"/>
                </a:lnTo>
                <a:lnTo>
                  <a:pt x="5540" y="345"/>
                </a:lnTo>
                <a:lnTo>
                  <a:pt x="5540" y="361"/>
                </a:lnTo>
                <a:lnTo>
                  <a:pt x="5542" y="374"/>
                </a:lnTo>
                <a:lnTo>
                  <a:pt x="5545" y="383"/>
                </a:lnTo>
                <a:lnTo>
                  <a:pt x="5545" y="361"/>
                </a:lnTo>
                <a:lnTo>
                  <a:pt x="5545" y="338"/>
                </a:lnTo>
                <a:lnTo>
                  <a:pt x="5545" y="318"/>
                </a:lnTo>
                <a:lnTo>
                  <a:pt x="5545" y="303"/>
                </a:lnTo>
                <a:lnTo>
                  <a:pt x="5547" y="303"/>
                </a:lnTo>
                <a:lnTo>
                  <a:pt x="5547" y="301"/>
                </a:lnTo>
                <a:lnTo>
                  <a:pt x="5549" y="300"/>
                </a:lnTo>
                <a:lnTo>
                  <a:pt x="5551" y="296"/>
                </a:lnTo>
                <a:lnTo>
                  <a:pt x="5551" y="291"/>
                </a:lnTo>
                <a:lnTo>
                  <a:pt x="5545" y="291"/>
                </a:lnTo>
                <a:lnTo>
                  <a:pt x="5545" y="271"/>
                </a:lnTo>
                <a:lnTo>
                  <a:pt x="5542" y="271"/>
                </a:lnTo>
                <a:lnTo>
                  <a:pt x="5540" y="269"/>
                </a:lnTo>
                <a:lnTo>
                  <a:pt x="5540" y="265"/>
                </a:lnTo>
                <a:lnTo>
                  <a:pt x="5540" y="263"/>
                </a:lnTo>
                <a:lnTo>
                  <a:pt x="5538" y="260"/>
                </a:lnTo>
                <a:lnTo>
                  <a:pt x="5538" y="254"/>
                </a:lnTo>
                <a:lnTo>
                  <a:pt x="5545" y="260"/>
                </a:lnTo>
                <a:lnTo>
                  <a:pt x="5545" y="247"/>
                </a:lnTo>
                <a:lnTo>
                  <a:pt x="5558" y="251"/>
                </a:lnTo>
                <a:lnTo>
                  <a:pt x="5560" y="263"/>
                </a:lnTo>
                <a:lnTo>
                  <a:pt x="5563" y="274"/>
                </a:lnTo>
                <a:lnTo>
                  <a:pt x="5565" y="283"/>
                </a:lnTo>
                <a:lnTo>
                  <a:pt x="5565" y="307"/>
                </a:lnTo>
                <a:lnTo>
                  <a:pt x="5578" y="311"/>
                </a:lnTo>
                <a:lnTo>
                  <a:pt x="5578" y="314"/>
                </a:lnTo>
                <a:lnTo>
                  <a:pt x="5574" y="321"/>
                </a:lnTo>
                <a:lnTo>
                  <a:pt x="5573" y="334"/>
                </a:lnTo>
                <a:lnTo>
                  <a:pt x="5573" y="349"/>
                </a:lnTo>
                <a:lnTo>
                  <a:pt x="5574" y="360"/>
                </a:lnTo>
                <a:lnTo>
                  <a:pt x="5578" y="360"/>
                </a:lnTo>
                <a:lnTo>
                  <a:pt x="5585" y="463"/>
                </a:lnTo>
                <a:lnTo>
                  <a:pt x="5594" y="463"/>
                </a:lnTo>
                <a:lnTo>
                  <a:pt x="5596" y="429"/>
                </a:lnTo>
                <a:lnTo>
                  <a:pt x="5598" y="391"/>
                </a:lnTo>
                <a:lnTo>
                  <a:pt x="5598" y="351"/>
                </a:lnTo>
                <a:lnTo>
                  <a:pt x="5598" y="307"/>
                </a:lnTo>
                <a:lnTo>
                  <a:pt x="5594" y="307"/>
                </a:lnTo>
                <a:lnTo>
                  <a:pt x="5594" y="283"/>
                </a:lnTo>
                <a:lnTo>
                  <a:pt x="5591" y="283"/>
                </a:lnTo>
                <a:lnTo>
                  <a:pt x="5585" y="254"/>
                </a:lnTo>
                <a:lnTo>
                  <a:pt x="5591" y="254"/>
                </a:lnTo>
                <a:lnTo>
                  <a:pt x="5591" y="260"/>
                </a:lnTo>
                <a:lnTo>
                  <a:pt x="5596" y="267"/>
                </a:lnTo>
                <a:lnTo>
                  <a:pt x="5600" y="274"/>
                </a:lnTo>
                <a:lnTo>
                  <a:pt x="5600" y="283"/>
                </a:lnTo>
                <a:lnTo>
                  <a:pt x="5602" y="296"/>
                </a:lnTo>
                <a:lnTo>
                  <a:pt x="5605" y="296"/>
                </a:lnTo>
                <a:lnTo>
                  <a:pt x="5605" y="320"/>
                </a:lnTo>
                <a:lnTo>
                  <a:pt x="5611" y="320"/>
                </a:lnTo>
                <a:lnTo>
                  <a:pt x="5611" y="334"/>
                </a:lnTo>
                <a:lnTo>
                  <a:pt x="5614" y="334"/>
                </a:lnTo>
                <a:lnTo>
                  <a:pt x="5616" y="349"/>
                </a:lnTo>
                <a:lnTo>
                  <a:pt x="5616" y="361"/>
                </a:lnTo>
                <a:lnTo>
                  <a:pt x="5616" y="372"/>
                </a:lnTo>
                <a:lnTo>
                  <a:pt x="5622" y="383"/>
                </a:lnTo>
                <a:lnTo>
                  <a:pt x="5623" y="352"/>
                </a:lnTo>
                <a:lnTo>
                  <a:pt x="5625" y="321"/>
                </a:lnTo>
                <a:lnTo>
                  <a:pt x="5627" y="291"/>
                </a:lnTo>
                <a:lnTo>
                  <a:pt x="5622" y="263"/>
                </a:lnTo>
                <a:lnTo>
                  <a:pt x="5622" y="236"/>
                </a:lnTo>
                <a:lnTo>
                  <a:pt x="5618" y="236"/>
                </a:lnTo>
                <a:lnTo>
                  <a:pt x="5614" y="211"/>
                </a:lnTo>
                <a:lnTo>
                  <a:pt x="5605" y="207"/>
                </a:lnTo>
                <a:lnTo>
                  <a:pt x="5594" y="187"/>
                </a:lnTo>
                <a:lnTo>
                  <a:pt x="5605" y="187"/>
                </a:lnTo>
                <a:lnTo>
                  <a:pt x="5605" y="183"/>
                </a:lnTo>
                <a:lnTo>
                  <a:pt x="5596" y="172"/>
                </a:lnTo>
                <a:lnTo>
                  <a:pt x="5587" y="158"/>
                </a:lnTo>
                <a:lnTo>
                  <a:pt x="5582" y="143"/>
                </a:lnTo>
                <a:lnTo>
                  <a:pt x="5594" y="143"/>
                </a:lnTo>
                <a:lnTo>
                  <a:pt x="5596" y="151"/>
                </a:lnTo>
                <a:lnTo>
                  <a:pt x="5600" y="156"/>
                </a:lnTo>
                <a:lnTo>
                  <a:pt x="5603" y="161"/>
                </a:lnTo>
                <a:lnTo>
                  <a:pt x="5607" y="165"/>
                </a:lnTo>
                <a:lnTo>
                  <a:pt x="5611" y="171"/>
                </a:lnTo>
                <a:lnTo>
                  <a:pt x="5611" y="180"/>
                </a:lnTo>
                <a:lnTo>
                  <a:pt x="5614" y="180"/>
                </a:lnTo>
                <a:lnTo>
                  <a:pt x="5614" y="187"/>
                </a:lnTo>
                <a:lnTo>
                  <a:pt x="5622" y="191"/>
                </a:lnTo>
                <a:lnTo>
                  <a:pt x="5625" y="211"/>
                </a:lnTo>
                <a:lnTo>
                  <a:pt x="5631" y="211"/>
                </a:lnTo>
                <a:lnTo>
                  <a:pt x="5634" y="227"/>
                </a:lnTo>
                <a:lnTo>
                  <a:pt x="5638" y="227"/>
                </a:lnTo>
                <a:lnTo>
                  <a:pt x="5638" y="240"/>
                </a:lnTo>
                <a:lnTo>
                  <a:pt x="5642" y="240"/>
                </a:lnTo>
                <a:lnTo>
                  <a:pt x="5642" y="260"/>
                </a:lnTo>
                <a:lnTo>
                  <a:pt x="5645" y="260"/>
                </a:lnTo>
                <a:lnTo>
                  <a:pt x="5654" y="311"/>
                </a:lnTo>
                <a:lnTo>
                  <a:pt x="5658" y="311"/>
                </a:lnTo>
                <a:lnTo>
                  <a:pt x="5660" y="267"/>
                </a:lnTo>
                <a:lnTo>
                  <a:pt x="5663" y="223"/>
                </a:lnTo>
                <a:lnTo>
                  <a:pt x="5665" y="176"/>
                </a:lnTo>
                <a:lnTo>
                  <a:pt x="5658" y="176"/>
                </a:lnTo>
                <a:lnTo>
                  <a:pt x="5654" y="156"/>
                </a:lnTo>
                <a:lnTo>
                  <a:pt x="5645" y="141"/>
                </a:lnTo>
                <a:lnTo>
                  <a:pt x="5636" y="127"/>
                </a:lnTo>
                <a:lnTo>
                  <a:pt x="5627" y="112"/>
                </a:lnTo>
                <a:lnTo>
                  <a:pt x="5622" y="94"/>
                </a:lnTo>
                <a:lnTo>
                  <a:pt x="5631" y="94"/>
                </a:lnTo>
                <a:lnTo>
                  <a:pt x="5634" y="107"/>
                </a:lnTo>
                <a:lnTo>
                  <a:pt x="5642" y="111"/>
                </a:lnTo>
                <a:lnTo>
                  <a:pt x="5654" y="134"/>
                </a:lnTo>
                <a:lnTo>
                  <a:pt x="5662" y="160"/>
                </a:lnTo>
                <a:lnTo>
                  <a:pt x="5665" y="160"/>
                </a:lnTo>
                <a:lnTo>
                  <a:pt x="5665" y="87"/>
                </a:lnTo>
                <a:lnTo>
                  <a:pt x="5671" y="87"/>
                </a:lnTo>
                <a:lnTo>
                  <a:pt x="5671" y="54"/>
                </a:lnTo>
                <a:lnTo>
                  <a:pt x="5674" y="54"/>
                </a:lnTo>
                <a:lnTo>
                  <a:pt x="5676" y="51"/>
                </a:lnTo>
                <a:lnTo>
                  <a:pt x="5676" y="47"/>
                </a:lnTo>
                <a:lnTo>
                  <a:pt x="5676" y="43"/>
                </a:lnTo>
                <a:lnTo>
                  <a:pt x="5678" y="40"/>
                </a:lnTo>
                <a:lnTo>
                  <a:pt x="5680" y="40"/>
                </a:lnTo>
                <a:lnTo>
                  <a:pt x="5680" y="41"/>
                </a:lnTo>
                <a:lnTo>
                  <a:pt x="5680" y="41"/>
                </a:lnTo>
                <a:lnTo>
                  <a:pt x="5680" y="41"/>
                </a:lnTo>
                <a:lnTo>
                  <a:pt x="5682" y="41"/>
                </a:lnTo>
                <a:lnTo>
                  <a:pt x="5682" y="43"/>
                </a:lnTo>
                <a:lnTo>
                  <a:pt x="5685" y="43"/>
                </a:lnTo>
                <a:lnTo>
                  <a:pt x="5682" y="87"/>
                </a:lnTo>
                <a:lnTo>
                  <a:pt x="5678" y="87"/>
                </a:lnTo>
                <a:lnTo>
                  <a:pt x="5682" y="107"/>
                </a:lnTo>
                <a:lnTo>
                  <a:pt x="5689" y="111"/>
                </a:lnTo>
                <a:lnTo>
                  <a:pt x="5693" y="114"/>
                </a:lnTo>
                <a:lnTo>
                  <a:pt x="5698" y="118"/>
                </a:lnTo>
                <a:lnTo>
                  <a:pt x="5703" y="121"/>
                </a:lnTo>
                <a:lnTo>
                  <a:pt x="5711" y="123"/>
                </a:lnTo>
                <a:lnTo>
                  <a:pt x="5711" y="120"/>
                </a:lnTo>
                <a:lnTo>
                  <a:pt x="5722" y="111"/>
                </a:lnTo>
                <a:lnTo>
                  <a:pt x="5722" y="94"/>
                </a:lnTo>
                <a:lnTo>
                  <a:pt x="5734" y="94"/>
                </a:lnTo>
                <a:lnTo>
                  <a:pt x="5734" y="103"/>
                </a:lnTo>
                <a:lnTo>
                  <a:pt x="5731" y="103"/>
                </a:lnTo>
                <a:lnTo>
                  <a:pt x="5731" y="107"/>
                </a:lnTo>
                <a:lnTo>
                  <a:pt x="5734" y="107"/>
                </a:lnTo>
                <a:lnTo>
                  <a:pt x="5733" y="109"/>
                </a:lnTo>
                <a:lnTo>
                  <a:pt x="5733" y="109"/>
                </a:lnTo>
                <a:lnTo>
                  <a:pt x="5733" y="109"/>
                </a:lnTo>
                <a:lnTo>
                  <a:pt x="5731" y="109"/>
                </a:lnTo>
                <a:lnTo>
                  <a:pt x="5731" y="111"/>
                </a:lnTo>
                <a:lnTo>
                  <a:pt x="5731" y="140"/>
                </a:lnTo>
                <a:lnTo>
                  <a:pt x="5725" y="140"/>
                </a:lnTo>
                <a:lnTo>
                  <a:pt x="5731" y="151"/>
                </a:lnTo>
                <a:lnTo>
                  <a:pt x="5725" y="151"/>
                </a:lnTo>
                <a:lnTo>
                  <a:pt x="5725" y="154"/>
                </a:lnTo>
                <a:lnTo>
                  <a:pt x="5731" y="154"/>
                </a:lnTo>
                <a:lnTo>
                  <a:pt x="5731" y="163"/>
                </a:lnTo>
                <a:lnTo>
                  <a:pt x="5738" y="167"/>
                </a:lnTo>
                <a:lnTo>
                  <a:pt x="5751" y="203"/>
                </a:lnTo>
                <a:lnTo>
                  <a:pt x="5754" y="203"/>
                </a:lnTo>
                <a:lnTo>
                  <a:pt x="5756" y="176"/>
                </a:lnTo>
                <a:lnTo>
                  <a:pt x="5760" y="152"/>
                </a:lnTo>
                <a:lnTo>
                  <a:pt x="5765" y="131"/>
                </a:lnTo>
                <a:lnTo>
                  <a:pt x="5771" y="107"/>
                </a:lnTo>
                <a:lnTo>
                  <a:pt x="5782" y="103"/>
                </a:lnTo>
                <a:lnTo>
                  <a:pt x="5782" y="94"/>
                </a:lnTo>
                <a:lnTo>
                  <a:pt x="5794" y="100"/>
                </a:lnTo>
                <a:lnTo>
                  <a:pt x="5791" y="123"/>
                </a:lnTo>
                <a:lnTo>
                  <a:pt x="5785" y="123"/>
                </a:lnTo>
                <a:lnTo>
                  <a:pt x="5785" y="160"/>
                </a:lnTo>
                <a:lnTo>
                  <a:pt x="5782" y="160"/>
                </a:lnTo>
                <a:lnTo>
                  <a:pt x="5778" y="207"/>
                </a:lnTo>
                <a:lnTo>
                  <a:pt x="5774" y="207"/>
                </a:lnTo>
                <a:lnTo>
                  <a:pt x="5774" y="243"/>
                </a:lnTo>
                <a:lnTo>
                  <a:pt x="5771" y="243"/>
                </a:lnTo>
                <a:lnTo>
                  <a:pt x="5774" y="300"/>
                </a:lnTo>
                <a:lnTo>
                  <a:pt x="5778" y="300"/>
                </a:lnTo>
                <a:lnTo>
                  <a:pt x="5780" y="312"/>
                </a:lnTo>
                <a:lnTo>
                  <a:pt x="5780" y="323"/>
                </a:lnTo>
                <a:lnTo>
                  <a:pt x="5780" y="334"/>
                </a:lnTo>
                <a:lnTo>
                  <a:pt x="5785" y="343"/>
                </a:lnTo>
                <a:lnTo>
                  <a:pt x="5783" y="314"/>
                </a:lnTo>
                <a:lnTo>
                  <a:pt x="5778" y="287"/>
                </a:lnTo>
                <a:lnTo>
                  <a:pt x="5774" y="260"/>
                </a:lnTo>
                <a:lnTo>
                  <a:pt x="5776" y="260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8" y="263"/>
                </a:lnTo>
                <a:lnTo>
                  <a:pt x="5791" y="260"/>
                </a:lnTo>
                <a:lnTo>
                  <a:pt x="5791" y="263"/>
                </a:lnTo>
                <a:lnTo>
                  <a:pt x="5796" y="276"/>
                </a:lnTo>
                <a:lnTo>
                  <a:pt x="5802" y="292"/>
                </a:lnTo>
                <a:lnTo>
                  <a:pt x="5807" y="311"/>
                </a:lnTo>
                <a:lnTo>
                  <a:pt x="5811" y="327"/>
                </a:lnTo>
                <a:lnTo>
                  <a:pt x="5811" y="351"/>
                </a:lnTo>
                <a:lnTo>
                  <a:pt x="5814" y="351"/>
                </a:lnTo>
                <a:lnTo>
                  <a:pt x="5814" y="309"/>
                </a:lnTo>
                <a:lnTo>
                  <a:pt x="5818" y="267"/>
                </a:lnTo>
                <a:lnTo>
                  <a:pt x="5825" y="225"/>
                </a:lnTo>
                <a:lnTo>
                  <a:pt x="5834" y="191"/>
                </a:lnTo>
                <a:lnTo>
                  <a:pt x="5842" y="140"/>
                </a:lnTo>
                <a:lnTo>
                  <a:pt x="5845" y="140"/>
                </a:lnTo>
                <a:lnTo>
                  <a:pt x="5847" y="138"/>
                </a:lnTo>
                <a:lnTo>
                  <a:pt x="5849" y="136"/>
                </a:lnTo>
                <a:lnTo>
                  <a:pt x="5849" y="136"/>
                </a:lnTo>
                <a:lnTo>
                  <a:pt x="5849" y="136"/>
                </a:lnTo>
                <a:lnTo>
                  <a:pt x="5851" y="136"/>
                </a:lnTo>
                <a:lnTo>
                  <a:pt x="5854" y="136"/>
                </a:lnTo>
                <a:lnTo>
                  <a:pt x="5853" y="161"/>
                </a:lnTo>
                <a:lnTo>
                  <a:pt x="5853" y="192"/>
                </a:lnTo>
                <a:lnTo>
                  <a:pt x="5851" y="223"/>
                </a:lnTo>
                <a:lnTo>
                  <a:pt x="5849" y="245"/>
                </a:lnTo>
                <a:lnTo>
                  <a:pt x="5849" y="272"/>
                </a:lnTo>
                <a:lnTo>
                  <a:pt x="5853" y="303"/>
                </a:lnTo>
                <a:lnTo>
                  <a:pt x="5858" y="334"/>
                </a:lnTo>
                <a:lnTo>
                  <a:pt x="5863" y="363"/>
                </a:lnTo>
                <a:lnTo>
                  <a:pt x="5871" y="387"/>
                </a:lnTo>
                <a:lnTo>
                  <a:pt x="5873" y="401"/>
                </a:lnTo>
                <a:lnTo>
                  <a:pt x="5873" y="420"/>
                </a:lnTo>
                <a:lnTo>
                  <a:pt x="5873" y="436"/>
                </a:lnTo>
                <a:lnTo>
                  <a:pt x="5873" y="452"/>
                </a:lnTo>
                <a:lnTo>
                  <a:pt x="5878" y="463"/>
                </a:lnTo>
                <a:lnTo>
                  <a:pt x="5885" y="347"/>
                </a:lnTo>
                <a:lnTo>
                  <a:pt x="5882" y="347"/>
                </a:lnTo>
                <a:lnTo>
                  <a:pt x="5882" y="300"/>
                </a:lnTo>
                <a:lnTo>
                  <a:pt x="5874" y="280"/>
                </a:lnTo>
                <a:lnTo>
                  <a:pt x="5871" y="260"/>
                </a:lnTo>
                <a:lnTo>
                  <a:pt x="5882" y="263"/>
                </a:lnTo>
                <a:lnTo>
                  <a:pt x="5883" y="274"/>
                </a:lnTo>
                <a:lnTo>
                  <a:pt x="5889" y="289"/>
                </a:lnTo>
                <a:lnTo>
                  <a:pt x="5893" y="305"/>
                </a:lnTo>
                <a:lnTo>
                  <a:pt x="5898" y="320"/>
                </a:lnTo>
                <a:lnTo>
                  <a:pt x="5902" y="327"/>
                </a:lnTo>
                <a:lnTo>
                  <a:pt x="5902" y="320"/>
                </a:lnTo>
                <a:lnTo>
                  <a:pt x="5905" y="311"/>
                </a:lnTo>
                <a:lnTo>
                  <a:pt x="5907" y="296"/>
                </a:lnTo>
                <a:lnTo>
                  <a:pt x="5907" y="276"/>
                </a:lnTo>
                <a:lnTo>
                  <a:pt x="5907" y="260"/>
                </a:lnTo>
                <a:lnTo>
                  <a:pt x="5905" y="247"/>
                </a:lnTo>
                <a:lnTo>
                  <a:pt x="5902" y="247"/>
                </a:lnTo>
                <a:lnTo>
                  <a:pt x="5902" y="183"/>
                </a:lnTo>
                <a:lnTo>
                  <a:pt x="5898" y="183"/>
                </a:lnTo>
                <a:lnTo>
                  <a:pt x="5898" y="160"/>
                </a:lnTo>
                <a:lnTo>
                  <a:pt x="5894" y="160"/>
                </a:lnTo>
                <a:lnTo>
                  <a:pt x="5894" y="136"/>
                </a:lnTo>
                <a:lnTo>
                  <a:pt x="5891" y="136"/>
                </a:lnTo>
                <a:lnTo>
                  <a:pt x="5891" y="114"/>
                </a:lnTo>
                <a:lnTo>
                  <a:pt x="5885" y="114"/>
                </a:lnTo>
                <a:lnTo>
                  <a:pt x="5885" y="87"/>
                </a:lnTo>
                <a:lnTo>
                  <a:pt x="5882" y="87"/>
                </a:lnTo>
                <a:lnTo>
                  <a:pt x="5878" y="63"/>
                </a:lnTo>
                <a:lnTo>
                  <a:pt x="5891" y="67"/>
                </a:lnTo>
                <a:lnTo>
                  <a:pt x="5918" y="214"/>
                </a:lnTo>
                <a:lnTo>
                  <a:pt x="5920" y="227"/>
                </a:lnTo>
                <a:lnTo>
                  <a:pt x="5918" y="238"/>
                </a:lnTo>
                <a:lnTo>
                  <a:pt x="5918" y="247"/>
                </a:lnTo>
                <a:lnTo>
                  <a:pt x="5922" y="254"/>
                </a:lnTo>
                <a:lnTo>
                  <a:pt x="5934" y="163"/>
                </a:lnTo>
                <a:lnTo>
                  <a:pt x="5943" y="131"/>
                </a:lnTo>
                <a:lnTo>
                  <a:pt x="5951" y="94"/>
                </a:lnTo>
                <a:lnTo>
                  <a:pt x="5962" y="100"/>
                </a:lnTo>
                <a:lnTo>
                  <a:pt x="5960" y="109"/>
                </a:lnTo>
                <a:lnTo>
                  <a:pt x="5954" y="123"/>
                </a:lnTo>
                <a:lnTo>
                  <a:pt x="5951" y="141"/>
                </a:lnTo>
                <a:lnTo>
                  <a:pt x="5947" y="160"/>
                </a:lnTo>
                <a:lnTo>
                  <a:pt x="5945" y="178"/>
                </a:lnTo>
                <a:lnTo>
                  <a:pt x="5943" y="191"/>
                </a:lnTo>
                <a:lnTo>
                  <a:pt x="5945" y="200"/>
                </a:lnTo>
                <a:lnTo>
                  <a:pt x="5947" y="191"/>
                </a:lnTo>
                <a:lnTo>
                  <a:pt x="5947" y="185"/>
                </a:lnTo>
                <a:lnTo>
                  <a:pt x="5949" y="180"/>
                </a:lnTo>
                <a:lnTo>
                  <a:pt x="5953" y="176"/>
                </a:lnTo>
                <a:lnTo>
                  <a:pt x="5956" y="172"/>
                </a:lnTo>
                <a:lnTo>
                  <a:pt x="5962" y="171"/>
                </a:lnTo>
                <a:lnTo>
                  <a:pt x="5962" y="211"/>
                </a:lnTo>
                <a:lnTo>
                  <a:pt x="5965" y="211"/>
                </a:lnTo>
                <a:lnTo>
                  <a:pt x="5965" y="203"/>
                </a:lnTo>
                <a:lnTo>
                  <a:pt x="5978" y="192"/>
                </a:lnTo>
                <a:lnTo>
                  <a:pt x="5987" y="178"/>
                </a:lnTo>
                <a:lnTo>
                  <a:pt x="5998" y="167"/>
                </a:lnTo>
                <a:lnTo>
                  <a:pt x="5998" y="183"/>
                </a:lnTo>
                <a:lnTo>
                  <a:pt x="5987" y="194"/>
                </a:lnTo>
                <a:lnTo>
                  <a:pt x="5980" y="209"/>
                </a:lnTo>
                <a:lnTo>
                  <a:pt x="5971" y="223"/>
                </a:lnTo>
                <a:lnTo>
                  <a:pt x="5962" y="236"/>
                </a:lnTo>
                <a:lnTo>
                  <a:pt x="5982" y="307"/>
                </a:lnTo>
                <a:lnTo>
                  <a:pt x="5985" y="307"/>
                </a:lnTo>
                <a:lnTo>
                  <a:pt x="5987" y="292"/>
                </a:lnTo>
                <a:lnTo>
                  <a:pt x="5991" y="283"/>
                </a:lnTo>
                <a:lnTo>
                  <a:pt x="5994" y="274"/>
                </a:lnTo>
                <a:lnTo>
                  <a:pt x="5994" y="254"/>
                </a:lnTo>
                <a:lnTo>
                  <a:pt x="5998" y="254"/>
                </a:lnTo>
                <a:lnTo>
                  <a:pt x="5998" y="654"/>
                </a:lnTo>
                <a:lnTo>
                  <a:pt x="0" y="654"/>
                </a:lnTo>
                <a:lnTo>
                  <a:pt x="0" y="247"/>
                </a:lnTo>
                <a:lnTo>
                  <a:pt x="2" y="247"/>
                </a:lnTo>
                <a:lnTo>
                  <a:pt x="2" y="254"/>
                </a:lnTo>
                <a:lnTo>
                  <a:pt x="5" y="254"/>
                </a:lnTo>
                <a:lnTo>
                  <a:pt x="5" y="271"/>
                </a:lnTo>
                <a:lnTo>
                  <a:pt x="11" y="271"/>
                </a:lnTo>
                <a:lnTo>
                  <a:pt x="14" y="307"/>
                </a:lnTo>
                <a:lnTo>
                  <a:pt x="25" y="307"/>
                </a:lnTo>
                <a:lnTo>
                  <a:pt x="25" y="323"/>
                </a:lnTo>
                <a:lnTo>
                  <a:pt x="31" y="323"/>
                </a:lnTo>
                <a:lnTo>
                  <a:pt x="31" y="403"/>
                </a:lnTo>
                <a:lnTo>
                  <a:pt x="34" y="403"/>
                </a:lnTo>
                <a:lnTo>
                  <a:pt x="34" y="434"/>
                </a:lnTo>
                <a:lnTo>
                  <a:pt x="38" y="434"/>
                </a:lnTo>
                <a:lnTo>
                  <a:pt x="42" y="300"/>
                </a:lnTo>
                <a:lnTo>
                  <a:pt x="38" y="283"/>
                </a:lnTo>
                <a:lnTo>
                  <a:pt x="33" y="269"/>
                </a:lnTo>
                <a:lnTo>
                  <a:pt x="31" y="251"/>
                </a:lnTo>
                <a:lnTo>
                  <a:pt x="34" y="251"/>
                </a:lnTo>
                <a:lnTo>
                  <a:pt x="34" y="254"/>
                </a:lnTo>
                <a:lnTo>
                  <a:pt x="38" y="254"/>
                </a:lnTo>
                <a:lnTo>
                  <a:pt x="42" y="267"/>
                </a:lnTo>
                <a:lnTo>
                  <a:pt x="45" y="278"/>
                </a:lnTo>
                <a:lnTo>
                  <a:pt x="51" y="287"/>
                </a:lnTo>
                <a:lnTo>
                  <a:pt x="54" y="207"/>
                </a:lnTo>
                <a:lnTo>
                  <a:pt x="45" y="203"/>
                </a:lnTo>
                <a:lnTo>
                  <a:pt x="42" y="187"/>
                </a:lnTo>
                <a:lnTo>
                  <a:pt x="51" y="187"/>
                </a:lnTo>
                <a:lnTo>
                  <a:pt x="45" y="174"/>
                </a:lnTo>
                <a:lnTo>
                  <a:pt x="42" y="161"/>
                </a:lnTo>
                <a:lnTo>
                  <a:pt x="38" y="147"/>
                </a:lnTo>
                <a:lnTo>
                  <a:pt x="43" y="149"/>
                </a:lnTo>
                <a:lnTo>
                  <a:pt x="47" y="151"/>
                </a:lnTo>
                <a:lnTo>
                  <a:pt x="47" y="151"/>
                </a:lnTo>
                <a:lnTo>
                  <a:pt x="49" y="152"/>
                </a:lnTo>
                <a:lnTo>
                  <a:pt x="47" y="154"/>
                </a:lnTo>
                <a:lnTo>
                  <a:pt x="47" y="156"/>
                </a:lnTo>
                <a:lnTo>
                  <a:pt x="47" y="158"/>
                </a:lnTo>
                <a:lnTo>
                  <a:pt x="49" y="160"/>
                </a:lnTo>
                <a:lnTo>
                  <a:pt x="51" y="163"/>
                </a:lnTo>
                <a:lnTo>
                  <a:pt x="54" y="163"/>
                </a:lnTo>
                <a:lnTo>
                  <a:pt x="51" y="123"/>
                </a:lnTo>
                <a:lnTo>
                  <a:pt x="62" y="123"/>
                </a:lnTo>
                <a:lnTo>
                  <a:pt x="65" y="147"/>
                </a:lnTo>
                <a:lnTo>
                  <a:pt x="71" y="167"/>
                </a:lnTo>
                <a:lnTo>
                  <a:pt x="71" y="203"/>
                </a:lnTo>
                <a:lnTo>
                  <a:pt x="74" y="203"/>
                </a:lnTo>
                <a:lnTo>
                  <a:pt x="74" y="231"/>
                </a:lnTo>
                <a:lnTo>
                  <a:pt x="78" y="231"/>
                </a:lnTo>
                <a:lnTo>
                  <a:pt x="78" y="240"/>
                </a:lnTo>
                <a:lnTo>
                  <a:pt x="82" y="240"/>
                </a:lnTo>
                <a:lnTo>
                  <a:pt x="85" y="263"/>
                </a:lnTo>
                <a:lnTo>
                  <a:pt x="91" y="263"/>
                </a:lnTo>
                <a:lnTo>
                  <a:pt x="91" y="231"/>
                </a:lnTo>
                <a:lnTo>
                  <a:pt x="93" y="201"/>
                </a:lnTo>
                <a:lnTo>
                  <a:pt x="98" y="176"/>
                </a:lnTo>
                <a:lnTo>
                  <a:pt x="102" y="176"/>
                </a:lnTo>
                <a:lnTo>
                  <a:pt x="102" y="180"/>
                </a:lnTo>
                <a:lnTo>
                  <a:pt x="103" y="189"/>
                </a:lnTo>
                <a:lnTo>
                  <a:pt x="103" y="203"/>
                </a:lnTo>
                <a:lnTo>
                  <a:pt x="100" y="220"/>
                </a:lnTo>
                <a:lnTo>
                  <a:pt x="96" y="236"/>
                </a:lnTo>
                <a:lnTo>
                  <a:pt x="98" y="251"/>
                </a:lnTo>
                <a:lnTo>
                  <a:pt x="102" y="251"/>
                </a:lnTo>
                <a:lnTo>
                  <a:pt x="102" y="283"/>
                </a:lnTo>
                <a:lnTo>
                  <a:pt x="105" y="283"/>
                </a:lnTo>
                <a:lnTo>
                  <a:pt x="105" y="323"/>
                </a:lnTo>
                <a:lnTo>
                  <a:pt x="111" y="323"/>
                </a:lnTo>
                <a:lnTo>
                  <a:pt x="111" y="343"/>
                </a:lnTo>
                <a:lnTo>
                  <a:pt x="114" y="343"/>
                </a:lnTo>
                <a:lnTo>
                  <a:pt x="114" y="356"/>
                </a:lnTo>
                <a:lnTo>
                  <a:pt x="118" y="356"/>
                </a:lnTo>
                <a:lnTo>
                  <a:pt x="120" y="367"/>
                </a:lnTo>
                <a:lnTo>
                  <a:pt x="120" y="380"/>
                </a:lnTo>
                <a:lnTo>
                  <a:pt x="122" y="391"/>
                </a:lnTo>
                <a:lnTo>
                  <a:pt x="125" y="400"/>
                </a:lnTo>
                <a:lnTo>
                  <a:pt x="122" y="303"/>
                </a:lnTo>
                <a:lnTo>
                  <a:pt x="116" y="287"/>
                </a:lnTo>
                <a:lnTo>
                  <a:pt x="111" y="272"/>
                </a:lnTo>
                <a:lnTo>
                  <a:pt x="105" y="254"/>
                </a:lnTo>
                <a:lnTo>
                  <a:pt x="118" y="260"/>
                </a:lnTo>
                <a:lnTo>
                  <a:pt x="138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2" y="332"/>
                </a:lnTo>
                <a:lnTo>
                  <a:pt x="142" y="331"/>
                </a:lnTo>
                <a:lnTo>
                  <a:pt x="145" y="331"/>
                </a:lnTo>
                <a:lnTo>
                  <a:pt x="142" y="314"/>
                </a:lnTo>
                <a:lnTo>
                  <a:pt x="143" y="294"/>
                </a:lnTo>
                <a:lnTo>
                  <a:pt x="143" y="269"/>
                </a:lnTo>
                <a:lnTo>
                  <a:pt x="143" y="245"/>
                </a:lnTo>
                <a:lnTo>
                  <a:pt x="145" y="223"/>
                </a:lnTo>
                <a:lnTo>
                  <a:pt x="151" y="223"/>
                </a:lnTo>
                <a:lnTo>
                  <a:pt x="145" y="214"/>
                </a:lnTo>
                <a:lnTo>
                  <a:pt x="151" y="214"/>
                </a:lnTo>
                <a:lnTo>
                  <a:pt x="151" y="180"/>
                </a:lnTo>
                <a:lnTo>
                  <a:pt x="154" y="180"/>
                </a:lnTo>
                <a:lnTo>
                  <a:pt x="154" y="154"/>
                </a:lnTo>
                <a:lnTo>
                  <a:pt x="162" y="132"/>
                </a:lnTo>
                <a:lnTo>
                  <a:pt x="165" y="107"/>
                </a:lnTo>
                <a:lnTo>
                  <a:pt x="174" y="107"/>
                </a:lnTo>
                <a:lnTo>
                  <a:pt x="165" y="167"/>
                </a:lnTo>
                <a:lnTo>
                  <a:pt x="162" y="167"/>
                </a:lnTo>
                <a:lnTo>
                  <a:pt x="162" y="203"/>
                </a:lnTo>
                <a:lnTo>
                  <a:pt x="158" y="203"/>
                </a:lnTo>
                <a:lnTo>
                  <a:pt x="162" y="211"/>
                </a:lnTo>
                <a:lnTo>
                  <a:pt x="162" y="214"/>
                </a:lnTo>
                <a:lnTo>
                  <a:pt x="160" y="218"/>
                </a:lnTo>
                <a:lnTo>
                  <a:pt x="158" y="218"/>
                </a:lnTo>
                <a:lnTo>
                  <a:pt x="158" y="220"/>
                </a:lnTo>
                <a:lnTo>
                  <a:pt x="162" y="260"/>
                </a:lnTo>
                <a:lnTo>
                  <a:pt x="162" y="323"/>
                </a:lnTo>
                <a:lnTo>
                  <a:pt x="165" y="323"/>
                </a:lnTo>
                <a:lnTo>
                  <a:pt x="167" y="336"/>
                </a:lnTo>
                <a:lnTo>
                  <a:pt x="167" y="349"/>
                </a:lnTo>
                <a:lnTo>
                  <a:pt x="171" y="360"/>
                </a:lnTo>
                <a:lnTo>
                  <a:pt x="174" y="327"/>
                </a:lnTo>
                <a:lnTo>
                  <a:pt x="178" y="327"/>
                </a:lnTo>
                <a:lnTo>
                  <a:pt x="178" y="320"/>
                </a:lnTo>
                <a:lnTo>
                  <a:pt x="182" y="320"/>
                </a:lnTo>
                <a:lnTo>
                  <a:pt x="185" y="300"/>
                </a:lnTo>
                <a:lnTo>
                  <a:pt x="202" y="287"/>
                </a:lnTo>
                <a:lnTo>
                  <a:pt x="203" y="256"/>
                </a:lnTo>
                <a:lnTo>
                  <a:pt x="205" y="221"/>
                </a:lnTo>
                <a:lnTo>
                  <a:pt x="211" y="185"/>
                </a:lnTo>
                <a:lnTo>
                  <a:pt x="218" y="154"/>
                </a:lnTo>
                <a:lnTo>
                  <a:pt x="220" y="143"/>
                </a:lnTo>
                <a:lnTo>
                  <a:pt x="220" y="132"/>
                </a:lnTo>
                <a:lnTo>
                  <a:pt x="223" y="123"/>
                </a:lnTo>
                <a:lnTo>
                  <a:pt x="231" y="114"/>
                </a:lnTo>
                <a:lnTo>
                  <a:pt x="231" y="114"/>
                </a:lnTo>
                <a:lnTo>
                  <a:pt x="231" y="112"/>
                </a:lnTo>
                <a:lnTo>
                  <a:pt x="231" y="112"/>
                </a:lnTo>
                <a:lnTo>
                  <a:pt x="233" y="112"/>
                </a:lnTo>
                <a:lnTo>
                  <a:pt x="233" y="112"/>
                </a:lnTo>
                <a:lnTo>
                  <a:pt x="234" y="111"/>
                </a:lnTo>
                <a:lnTo>
                  <a:pt x="234" y="131"/>
                </a:lnTo>
                <a:lnTo>
                  <a:pt x="231" y="131"/>
                </a:lnTo>
                <a:lnTo>
                  <a:pt x="222" y="191"/>
                </a:lnTo>
                <a:lnTo>
                  <a:pt x="218" y="211"/>
                </a:lnTo>
                <a:lnTo>
                  <a:pt x="216" y="238"/>
                </a:lnTo>
                <a:lnTo>
                  <a:pt x="216" y="271"/>
                </a:lnTo>
                <a:lnTo>
                  <a:pt x="216" y="305"/>
                </a:lnTo>
                <a:lnTo>
                  <a:pt x="216" y="338"/>
                </a:lnTo>
                <a:lnTo>
                  <a:pt x="218" y="365"/>
                </a:lnTo>
                <a:lnTo>
                  <a:pt x="222" y="383"/>
                </a:lnTo>
                <a:lnTo>
                  <a:pt x="223" y="394"/>
                </a:lnTo>
                <a:lnTo>
                  <a:pt x="222" y="407"/>
                </a:lnTo>
                <a:lnTo>
                  <a:pt x="222" y="418"/>
                </a:lnTo>
                <a:lnTo>
                  <a:pt x="225" y="427"/>
                </a:lnTo>
                <a:lnTo>
                  <a:pt x="225" y="283"/>
                </a:lnTo>
                <a:lnTo>
                  <a:pt x="222" y="283"/>
                </a:lnTo>
                <a:lnTo>
                  <a:pt x="222" y="251"/>
                </a:lnTo>
                <a:lnTo>
                  <a:pt x="234" y="254"/>
                </a:lnTo>
                <a:lnTo>
                  <a:pt x="238" y="283"/>
                </a:lnTo>
                <a:lnTo>
                  <a:pt x="242" y="283"/>
                </a:lnTo>
                <a:lnTo>
                  <a:pt x="251" y="207"/>
                </a:lnTo>
                <a:lnTo>
                  <a:pt x="254" y="207"/>
                </a:lnTo>
                <a:lnTo>
                  <a:pt x="254" y="196"/>
                </a:lnTo>
                <a:lnTo>
                  <a:pt x="258" y="196"/>
                </a:lnTo>
                <a:lnTo>
                  <a:pt x="258" y="180"/>
                </a:lnTo>
                <a:lnTo>
                  <a:pt x="262" y="180"/>
                </a:lnTo>
                <a:lnTo>
                  <a:pt x="262" y="169"/>
                </a:lnTo>
                <a:lnTo>
                  <a:pt x="258" y="156"/>
                </a:lnTo>
                <a:lnTo>
                  <a:pt x="253" y="143"/>
                </a:lnTo>
                <a:lnTo>
                  <a:pt x="251" y="131"/>
                </a:lnTo>
                <a:lnTo>
                  <a:pt x="254" y="132"/>
                </a:lnTo>
                <a:lnTo>
                  <a:pt x="258" y="132"/>
                </a:lnTo>
                <a:lnTo>
                  <a:pt x="260" y="134"/>
                </a:lnTo>
                <a:lnTo>
                  <a:pt x="260" y="136"/>
                </a:lnTo>
                <a:lnTo>
                  <a:pt x="262" y="138"/>
                </a:lnTo>
                <a:lnTo>
                  <a:pt x="262" y="143"/>
                </a:lnTo>
                <a:lnTo>
                  <a:pt x="269" y="154"/>
                </a:lnTo>
                <a:lnTo>
                  <a:pt x="273" y="171"/>
                </a:lnTo>
                <a:lnTo>
                  <a:pt x="274" y="185"/>
                </a:lnTo>
                <a:lnTo>
                  <a:pt x="276" y="200"/>
                </a:lnTo>
                <a:lnTo>
                  <a:pt x="282" y="211"/>
                </a:lnTo>
                <a:lnTo>
                  <a:pt x="282" y="203"/>
                </a:lnTo>
                <a:lnTo>
                  <a:pt x="285" y="192"/>
                </a:lnTo>
                <a:lnTo>
                  <a:pt x="285" y="180"/>
                </a:lnTo>
                <a:lnTo>
                  <a:pt x="282" y="167"/>
                </a:lnTo>
                <a:lnTo>
                  <a:pt x="294" y="167"/>
                </a:lnTo>
                <a:lnTo>
                  <a:pt x="294" y="151"/>
                </a:lnTo>
                <a:lnTo>
                  <a:pt x="305" y="151"/>
                </a:lnTo>
                <a:lnTo>
                  <a:pt x="302" y="200"/>
                </a:lnTo>
                <a:lnTo>
                  <a:pt x="311" y="203"/>
                </a:lnTo>
                <a:lnTo>
                  <a:pt x="311" y="220"/>
                </a:lnTo>
                <a:lnTo>
                  <a:pt x="314" y="220"/>
                </a:lnTo>
                <a:lnTo>
                  <a:pt x="318" y="236"/>
                </a:lnTo>
                <a:lnTo>
                  <a:pt x="322" y="236"/>
                </a:lnTo>
                <a:lnTo>
                  <a:pt x="331" y="271"/>
                </a:lnTo>
                <a:lnTo>
                  <a:pt x="338" y="271"/>
                </a:lnTo>
                <a:lnTo>
                  <a:pt x="342" y="307"/>
                </a:lnTo>
                <a:lnTo>
                  <a:pt x="345" y="307"/>
                </a:lnTo>
                <a:lnTo>
                  <a:pt x="345" y="303"/>
                </a:lnTo>
                <a:lnTo>
                  <a:pt x="354" y="289"/>
                </a:lnTo>
                <a:lnTo>
                  <a:pt x="356" y="269"/>
                </a:lnTo>
                <a:lnTo>
                  <a:pt x="356" y="245"/>
                </a:lnTo>
                <a:lnTo>
                  <a:pt x="354" y="221"/>
                </a:lnTo>
                <a:lnTo>
                  <a:pt x="353" y="198"/>
                </a:lnTo>
                <a:lnTo>
                  <a:pt x="351" y="180"/>
                </a:lnTo>
                <a:lnTo>
                  <a:pt x="354" y="180"/>
                </a:lnTo>
                <a:lnTo>
                  <a:pt x="354" y="183"/>
                </a:lnTo>
                <a:lnTo>
                  <a:pt x="356" y="185"/>
                </a:lnTo>
                <a:lnTo>
                  <a:pt x="356" y="185"/>
                </a:lnTo>
                <a:lnTo>
                  <a:pt x="356" y="183"/>
                </a:lnTo>
                <a:lnTo>
                  <a:pt x="358" y="181"/>
                </a:lnTo>
                <a:lnTo>
                  <a:pt x="358" y="178"/>
                </a:lnTo>
                <a:lnTo>
                  <a:pt x="358" y="176"/>
                </a:lnTo>
                <a:lnTo>
                  <a:pt x="358" y="176"/>
                </a:lnTo>
                <a:lnTo>
                  <a:pt x="354" y="176"/>
                </a:lnTo>
                <a:lnTo>
                  <a:pt x="345" y="123"/>
                </a:lnTo>
                <a:lnTo>
                  <a:pt x="342" y="123"/>
                </a:lnTo>
                <a:lnTo>
                  <a:pt x="342" y="100"/>
                </a:lnTo>
                <a:lnTo>
                  <a:pt x="338" y="100"/>
                </a:lnTo>
                <a:lnTo>
                  <a:pt x="334" y="80"/>
                </a:lnTo>
                <a:lnTo>
                  <a:pt x="345" y="80"/>
                </a:lnTo>
                <a:lnTo>
                  <a:pt x="351" y="112"/>
                </a:lnTo>
                <a:lnTo>
                  <a:pt x="360" y="145"/>
                </a:lnTo>
                <a:lnTo>
                  <a:pt x="371" y="176"/>
                </a:lnTo>
                <a:lnTo>
                  <a:pt x="378" y="240"/>
                </a:lnTo>
                <a:lnTo>
                  <a:pt x="382" y="240"/>
                </a:lnTo>
                <a:lnTo>
                  <a:pt x="382" y="236"/>
                </a:lnTo>
                <a:lnTo>
                  <a:pt x="389" y="227"/>
                </a:lnTo>
                <a:lnTo>
                  <a:pt x="391" y="218"/>
                </a:lnTo>
                <a:lnTo>
                  <a:pt x="391" y="207"/>
                </a:lnTo>
                <a:lnTo>
                  <a:pt x="394" y="196"/>
                </a:lnTo>
                <a:lnTo>
                  <a:pt x="405" y="156"/>
                </a:lnTo>
                <a:lnTo>
                  <a:pt x="414" y="114"/>
                </a:lnTo>
                <a:lnTo>
                  <a:pt x="422" y="114"/>
                </a:lnTo>
                <a:lnTo>
                  <a:pt x="420" y="143"/>
                </a:lnTo>
                <a:lnTo>
                  <a:pt x="413" y="169"/>
                </a:lnTo>
                <a:lnTo>
                  <a:pt x="407" y="194"/>
                </a:lnTo>
                <a:lnTo>
                  <a:pt x="402" y="220"/>
                </a:lnTo>
                <a:lnTo>
                  <a:pt x="405" y="220"/>
                </a:lnTo>
                <a:lnTo>
                  <a:pt x="405" y="211"/>
                </a:lnTo>
                <a:lnTo>
                  <a:pt x="413" y="198"/>
                </a:lnTo>
                <a:lnTo>
                  <a:pt x="420" y="178"/>
                </a:lnTo>
                <a:lnTo>
                  <a:pt x="423" y="154"/>
                </a:lnTo>
                <a:lnTo>
                  <a:pt x="429" y="132"/>
                </a:lnTo>
                <a:lnTo>
                  <a:pt x="434" y="114"/>
                </a:lnTo>
                <a:lnTo>
                  <a:pt x="438" y="114"/>
                </a:lnTo>
                <a:lnTo>
                  <a:pt x="438" y="140"/>
                </a:lnTo>
                <a:lnTo>
                  <a:pt x="434" y="140"/>
                </a:lnTo>
                <a:lnTo>
                  <a:pt x="434" y="160"/>
                </a:lnTo>
                <a:lnTo>
                  <a:pt x="431" y="160"/>
                </a:lnTo>
                <a:lnTo>
                  <a:pt x="423" y="189"/>
                </a:lnTo>
                <a:lnTo>
                  <a:pt x="423" y="220"/>
                </a:lnTo>
                <a:lnTo>
                  <a:pt x="425" y="252"/>
                </a:lnTo>
                <a:lnTo>
                  <a:pt x="425" y="287"/>
                </a:lnTo>
                <a:lnTo>
                  <a:pt x="434" y="287"/>
                </a:lnTo>
                <a:lnTo>
                  <a:pt x="434" y="311"/>
                </a:lnTo>
                <a:lnTo>
                  <a:pt x="438" y="311"/>
                </a:lnTo>
                <a:lnTo>
                  <a:pt x="438" y="307"/>
                </a:lnTo>
                <a:lnTo>
                  <a:pt x="442" y="307"/>
                </a:lnTo>
                <a:lnTo>
                  <a:pt x="451" y="260"/>
                </a:lnTo>
                <a:lnTo>
                  <a:pt x="454" y="260"/>
                </a:lnTo>
                <a:lnTo>
                  <a:pt x="454" y="243"/>
                </a:lnTo>
                <a:lnTo>
                  <a:pt x="458" y="243"/>
                </a:lnTo>
                <a:lnTo>
                  <a:pt x="458" y="223"/>
                </a:lnTo>
                <a:lnTo>
                  <a:pt x="462" y="223"/>
                </a:lnTo>
                <a:lnTo>
                  <a:pt x="462" y="211"/>
                </a:lnTo>
                <a:lnTo>
                  <a:pt x="465" y="211"/>
                </a:lnTo>
                <a:lnTo>
                  <a:pt x="465" y="196"/>
                </a:lnTo>
                <a:lnTo>
                  <a:pt x="471" y="196"/>
                </a:lnTo>
                <a:lnTo>
                  <a:pt x="471" y="176"/>
                </a:lnTo>
                <a:lnTo>
                  <a:pt x="476" y="156"/>
                </a:lnTo>
                <a:lnTo>
                  <a:pt x="480" y="138"/>
                </a:lnTo>
                <a:lnTo>
                  <a:pt x="482" y="114"/>
                </a:lnTo>
                <a:lnTo>
                  <a:pt x="494" y="114"/>
                </a:lnTo>
                <a:lnTo>
                  <a:pt x="494" y="120"/>
                </a:lnTo>
                <a:lnTo>
                  <a:pt x="491" y="120"/>
                </a:lnTo>
                <a:lnTo>
                  <a:pt x="491" y="143"/>
                </a:lnTo>
                <a:lnTo>
                  <a:pt x="485" y="143"/>
                </a:lnTo>
                <a:lnTo>
                  <a:pt x="474" y="211"/>
                </a:lnTo>
                <a:lnTo>
                  <a:pt x="478" y="211"/>
                </a:lnTo>
                <a:lnTo>
                  <a:pt x="494" y="154"/>
                </a:lnTo>
                <a:lnTo>
                  <a:pt x="502" y="154"/>
                </a:lnTo>
                <a:lnTo>
                  <a:pt x="498" y="176"/>
                </a:lnTo>
                <a:lnTo>
                  <a:pt x="491" y="194"/>
                </a:lnTo>
                <a:lnTo>
                  <a:pt x="485" y="214"/>
                </a:lnTo>
                <a:lnTo>
                  <a:pt x="494" y="214"/>
                </a:lnTo>
                <a:lnTo>
                  <a:pt x="494" y="231"/>
                </a:lnTo>
                <a:lnTo>
                  <a:pt x="498" y="231"/>
                </a:lnTo>
                <a:lnTo>
                  <a:pt x="500" y="216"/>
                </a:lnTo>
                <a:lnTo>
                  <a:pt x="505" y="203"/>
                </a:lnTo>
                <a:lnTo>
                  <a:pt x="511" y="191"/>
                </a:lnTo>
                <a:lnTo>
                  <a:pt x="511" y="171"/>
                </a:lnTo>
                <a:lnTo>
                  <a:pt x="514" y="171"/>
                </a:lnTo>
                <a:lnTo>
                  <a:pt x="516" y="169"/>
                </a:lnTo>
                <a:lnTo>
                  <a:pt x="516" y="169"/>
                </a:lnTo>
                <a:lnTo>
                  <a:pt x="516" y="169"/>
                </a:lnTo>
                <a:lnTo>
                  <a:pt x="518" y="169"/>
                </a:lnTo>
                <a:lnTo>
                  <a:pt x="520" y="169"/>
                </a:lnTo>
                <a:lnTo>
                  <a:pt x="522" y="167"/>
                </a:lnTo>
                <a:lnTo>
                  <a:pt x="522" y="180"/>
                </a:lnTo>
                <a:lnTo>
                  <a:pt x="518" y="196"/>
                </a:lnTo>
                <a:lnTo>
                  <a:pt x="518" y="211"/>
                </a:lnTo>
                <a:lnTo>
                  <a:pt x="518" y="225"/>
                </a:lnTo>
                <a:lnTo>
                  <a:pt x="522" y="236"/>
                </a:lnTo>
                <a:lnTo>
                  <a:pt x="523" y="212"/>
                </a:lnTo>
                <a:lnTo>
                  <a:pt x="529" y="192"/>
                </a:lnTo>
                <a:lnTo>
                  <a:pt x="534" y="172"/>
                </a:lnTo>
                <a:lnTo>
                  <a:pt x="538" y="151"/>
                </a:lnTo>
                <a:lnTo>
                  <a:pt x="551" y="151"/>
                </a:lnTo>
                <a:lnTo>
                  <a:pt x="545" y="189"/>
                </a:lnTo>
                <a:lnTo>
                  <a:pt x="542" y="229"/>
                </a:lnTo>
                <a:lnTo>
                  <a:pt x="538" y="271"/>
                </a:lnTo>
                <a:lnTo>
                  <a:pt x="540" y="311"/>
                </a:lnTo>
                <a:lnTo>
                  <a:pt x="545" y="347"/>
                </a:lnTo>
                <a:lnTo>
                  <a:pt x="547" y="360"/>
                </a:lnTo>
                <a:lnTo>
                  <a:pt x="549" y="374"/>
                </a:lnTo>
                <a:lnTo>
                  <a:pt x="549" y="389"/>
                </a:lnTo>
                <a:lnTo>
                  <a:pt x="549" y="401"/>
                </a:lnTo>
                <a:lnTo>
                  <a:pt x="554" y="411"/>
                </a:lnTo>
                <a:lnTo>
                  <a:pt x="554" y="311"/>
                </a:lnTo>
                <a:lnTo>
                  <a:pt x="558" y="311"/>
                </a:lnTo>
                <a:lnTo>
                  <a:pt x="560" y="294"/>
                </a:lnTo>
                <a:lnTo>
                  <a:pt x="560" y="276"/>
                </a:lnTo>
                <a:lnTo>
                  <a:pt x="558" y="263"/>
                </a:lnTo>
                <a:lnTo>
                  <a:pt x="565" y="263"/>
                </a:lnTo>
                <a:lnTo>
                  <a:pt x="565" y="247"/>
                </a:lnTo>
                <a:lnTo>
                  <a:pt x="578" y="247"/>
                </a:lnTo>
                <a:lnTo>
                  <a:pt x="574" y="271"/>
                </a:lnTo>
                <a:lnTo>
                  <a:pt x="571" y="271"/>
                </a:lnTo>
                <a:lnTo>
                  <a:pt x="571" y="281"/>
                </a:lnTo>
                <a:lnTo>
                  <a:pt x="573" y="296"/>
                </a:lnTo>
                <a:lnTo>
                  <a:pt x="576" y="314"/>
                </a:lnTo>
                <a:lnTo>
                  <a:pt x="580" y="331"/>
                </a:lnTo>
                <a:lnTo>
                  <a:pt x="583" y="345"/>
                </a:lnTo>
                <a:lnTo>
                  <a:pt x="585" y="351"/>
                </a:lnTo>
                <a:lnTo>
                  <a:pt x="589" y="311"/>
                </a:lnTo>
                <a:lnTo>
                  <a:pt x="593" y="271"/>
                </a:lnTo>
                <a:lnTo>
                  <a:pt x="594" y="227"/>
                </a:lnTo>
                <a:lnTo>
                  <a:pt x="594" y="191"/>
                </a:lnTo>
                <a:lnTo>
                  <a:pt x="591" y="191"/>
                </a:lnTo>
                <a:lnTo>
                  <a:pt x="591" y="163"/>
                </a:lnTo>
                <a:lnTo>
                  <a:pt x="585" y="163"/>
                </a:lnTo>
                <a:lnTo>
                  <a:pt x="585" y="136"/>
                </a:lnTo>
                <a:lnTo>
                  <a:pt x="578" y="103"/>
                </a:lnTo>
                <a:lnTo>
                  <a:pt x="571" y="71"/>
                </a:lnTo>
                <a:lnTo>
                  <a:pt x="582" y="76"/>
                </a:lnTo>
                <a:lnTo>
                  <a:pt x="605" y="207"/>
                </a:lnTo>
                <a:lnTo>
                  <a:pt x="607" y="221"/>
                </a:lnTo>
                <a:lnTo>
                  <a:pt x="605" y="238"/>
                </a:lnTo>
                <a:lnTo>
                  <a:pt x="605" y="252"/>
                </a:lnTo>
                <a:lnTo>
                  <a:pt x="611" y="263"/>
                </a:lnTo>
                <a:lnTo>
                  <a:pt x="638" y="103"/>
                </a:lnTo>
                <a:lnTo>
                  <a:pt x="645" y="103"/>
                </a:lnTo>
                <a:lnTo>
                  <a:pt x="631" y="211"/>
                </a:lnTo>
                <a:lnTo>
                  <a:pt x="634" y="211"/>
                </a:lnTo>
                <a:lnTo>
                  <a:pt x="638" y="183"/>
                </a:lnTo>
                <a:lnTo>
                  <a:pt x="651" y="183"/>
                </a:lnTo>
                <a:lnTo>
                  <a:pt x="651" y="214"/>
                </a:lnTo>
                <a:lnTo>
                  <a:pt x="653" y="245"/>
                </a:lnTo>
                <a:lnTo>
                  <a:pt x="658" y="271"/>
                </a:lnTo>
                <a:lnTo>
                  <a:pt x="654" y="283"/>
                </a:lnTo>
                <a:lnTo>
                  <a:pt x="662" y="283"/>
                </a:lnTo>
                <a:lnTo>
                  <a:pt x="665" y="311"/>
                </a:lnTo>
                <a:lnTo>
                  <a:pt x="671" y="311"/>
                </a:lnTo>
                <a:lnTo>
                  <a:pt x="671" y="307"/>
                </a:lnTo>
                <a:lnTo>
                  <a:pt x="705" y="200"/>
                </a:lnTo>
                <a:lnTo>
                  <a:pt x="705" y="183"/>
                </a:lnTo>
                <a:lnTo>
                  <a:pt x="711" y="183"/>
                </a:lnTo>
                <a:lnTo>
                  <a:pt x="714" y="154"/>
                </a:lnTo>
                <a:lnTo>
                  <a:pt x="718" y="154"/>
                </a:lnTo>
                <a:lnTo>
                  <a:pt x="720" y="154"/>
                </a:lnTo>
                <a:lnTo>
                  <a:pt x="720" y="152"/>
                </a:lnTo>
                <a:lnTo>
                  <a:pt x="720" y="152"/>
                </a:lnTo>
                <a:lnTo>
                  <a:pt x="722" y="152"/>
                </a:lnTo>
                <a:lnTo>
                  <a:pt x="723" y="152"/>
                </a:lnTo>
                <a:lnTo>
                  <a:pt x="725" y="151"/>
                </a:lnTo>
                <a:lnTo>
                  <a:pt x="714" y="207"/>
                </a:lnTo>
                <a:lnTo>
                  <a:pt x="722" y="207"/>
                </a:lnTo>
                <a:lnTo>
                  <a:pt x="723" y="223"/>
                </a:lnTo>
                <a:lnTo>
                  <a:pt x="729" y="236"/>
                </a:lnTo>
                <a:lnTo>
                  <a:pt x="734" y="247"/>
                </a:lnTo>
                <a:lnTo>
                  <a:pt x="734" y="267"/>
                </a:lnTo>
                <a:lnTo>
                  <a:pt x="738" y="267"/>
                </a:lnTo>
                <a:lnTo>
                  <a:pt x="738" y="280"/>
                </a:lnTo>
                <a:lnTo>
                  <a:pt x="742" y="280"/>
                </a:lnTo>
                <a:lnTo>
                  <a:pt x="745" y="323"/>
                </a:lnTo>
                <a:lnTo>
                  <a:pt x="751" y="323"/>
                </a:lnTo>
                <a:lnTo>
                  <a:pt x="753" y="338"/>
                </a:lnTo>
                <a:lnTo>
                  <a:pt x="753" y="352"/>
                </a:lnTo>
                <a:lnTo>
                  <a:pt x="753" y="365"/>
                </a:lnTo>
                <a:lnTo>
                  <a:pt x="758" y="374"/>
                </a:lnTo>
                <a:lnTo>
                  <a:pt x="758" y="367"/>
                </a:lnTo>
                <a:lnTo>
                  <a:pt x="765" y="358"/>
                </a:lnTo>
                <a:lnTo>
                  <a:pt x="767" y="343"/>
                </a:lnTo>
                <a:lnTo>
                  <a:pt x="765" y="327"/>
                </a:lnTo>
                <a:lnTo>
                  <a:pt x="762" y="327"/>
                </a:lnTo>
                <a:lnTo>
                  <a:pt x="762" y="300"/>
                </a:lnTo>
                <a:lnTo>
                  <a:pt x="758" y="300"/>
                </a:lnTo>
                <a:lnTo>
                  <a:pt x="758" y="280"/>
                </a:lnTo>
                <a:lnTo>
                  <a:pt x="754" y="280"/>
                </a:lnTo>
                <a:lnTo>
                  <a:pt x="754" y="271"/>
                </a:lnTo>
                <a:lnTo>
                  <a:pt x="751" y="271"/>
                </a:lnTo>
                <a:lnTo>
                  <a:pt x="749" y="269"/>
                </a:lnTo>
                <a:lnTo>
                  <a:pt x="749" y="269"/>
                </a:lnTo>
                <a:lnTo>
                  <a:pt x="751" y="269"/>
                </a:lnTo>
                <a:lnTo>
                  <a:pt x="751" y="269"/>
                </a:lnTo>
                <a:lnTo>
                  <a:pt x="753" y="269"/>
                </a:lnTo>
                <a:lnTo>
                  <a:pt x="754" y="267"/>
                </a:lnTo>
                <a:lnTo>
                  <a:pt x="756" y="265"/>
                </a:lnTo>
                <a:lnTo>
                  <a:pt x="756" y="265"/>
                </a:lnTo>
                <a:lnTo>
                  <a:pt x="756" y="265"/>
                </a:lnTo>
                <a:lnTo>
                  <a:pt x="758" y="265"/>
                </a:lnTo>
                <a:lnTo>
                  <a:pt x="760" y="263"/>
                </a:lnTo>
                <a:lnTo>
                  <a:pt x="762" y="263"/>
                </a:lnTo>
                <a:lnTo>
                  <a:pt x="762" y="274"/>
                </a:lnTo>
                <a:lnTo>
                  <a:pt x="765" y="274"/>
                </a:lnTo>
                <a:lnTo>
                  <a:pt x="765" y="260"/>
                </a:lnTo>
                <a:lnTo>
                  <a:pt x="778" y="260"/>
                </a:lnTo>
                <a:lnTo>
                  <a:pt x="780" y="280"/>
                </a:lnTo>
                <a:lnTo>
                  <a:pt x="785" y="298"/>
                </a:lnTo>
                <a:lnTo>
                  <a:pt x="791" y="314"/>
                </a:lnTo>
                <a:lnTo>
                  <a:pt x="791" y="347"/>
                </a:lnTo>
                <a:lnTo>
                  <a:pt x="796" y="385"/>
                </a:lnTo>
                <a:lnTo>
                  <a:pt x="798" y="431"/>
                </a:lnTo>
                <a:lnTo>
                  <a:pt x="798" y="441"/>
                </a:lnTo>
                <a:lnTo>
                  <a:pt x="800" y="449"/>
                </a:lnTo>
                <a:lnTo>
                  <a:pt x="800" y="454"/>
                </a:lnTo>
                <a:lnTo>
                  <a:pt x="798" y="463"/>
                </a:lnTo>
                <a:lnTo>
                  <a:pt x="811" y="463"/>
                </a:lnTo>
                <a:lnTo>
                  <a:pt x="814" y="314"/>
                </a:lnTo>
                <a:lnTo>
                  <a:pt x="809" y="300"/>
                </a:lnTo>
                <a:lnTo>
                  <a:pt x="803" y="283"/>
                </a:lnTo>
                <a:lnTo>
                  <a:pt x="802" y="263"/>
                </a:lnTo>
                <a:lnTo>
                  <a:pt x="805" y="263"/>
                </a:lnTo>
                <a:lnTo>
                  <a:pt x="807" y="267"/>
                </a:lnTo>
                <a:lnTo>
                  <a:pt x="807" y="267"/>
                </a:lnTo>
                <a:lnTo>
                  <a:pt x="807" y="269"/>
                </a:lnTo>
                <a:lnTo>
                  <a:pt x="807" y="269"/>
                </a:lnTo>
                <a:lnTo>
                  <a:pt x="809" y="269"/>
                </a:lnTo>
                <a:lnTo>
                  <a:pt x="811" y="271"/>
                </a:lnTo>
                <a:lnTo>
                  <a:pt x="811" y="260"/>
                </a:lnTo>
                <a:lnTo>
                  <a:pt x="805" y="247"/>
                </a:lnTo>
                <a:lnTo>
                  <a:pt x="803" y="232"/>
                </a:lnTo>
                <a:lnTo>
                  <a:pt x="802" y="220"/>
                </a:lnTo>
                <a:lnTo>
                  <a:pt x="782" y="163"/>
                </a:lnTo>
                <a:lnTo>
                  <a:pt x="785" y="163"/>
                </a:lnTo>
                <a:lnTo>
                  <a:pt x="785" y="160"/>
                </a:lnTo>
                <a:lnTo>
                  <a:pt x="791" y="160"/>
                </a:lnTo>
                <a:lnTo>
                  <a:pt x="791" y="163"/>
                </a:lnTo>
                <a:lnTo>
                  <a:pt x="796" y="174"/>
                </a:lnTo>
                <a:lnTo>
                  <a:pt x="800" y="185"/>
                </a:lnTo>
                <a:lnTo>
                  <a:pt x="802" y="200"/>
                </a:lnTo>
                <a:lnTo>
                  <a:pt x="805" y="200"/>
                </a:lnTo>
                <a:lnTo>
                  <a:pt x="805" y="220"/>
                </a:lnTo>
                <a:lnTo>
                  <a:pt x="811" y="220"/>
                </a:lnTo>
                <a:lnTo>
                  <a:pt x="811" y="231"/>
                </a:lnTo>
                <a:lnTo>
                  <a:pt x="814" y="231"/>
                </a:lnTo>
                <a:lnTo>
                  <a:pt x="814" y="254"/>
                </a:lnTo>
                <a:lnTo>
                  <a:pt x="818" y="254"/>
                </a:lnTo>
                <a:lnTo>
                  <a:pt x="818" y="271"/>
                </a:lnTo>
                <a:lnTo>
                  <a:pt x="823" y="291"/>
                </a:lnTo>
                <a:lnTo>
                  <a:pt x="831" y="311"/>
                </a:lnTo>
                <a:lnTo>
                  <a:pt x="834" y="311"/>
                </a:lnTo>
                <a:lnTo>
                  <a:pt x="834" y="267"/>
                </a:lnTo>
                <a:lnTo>
                  <a:pt x="831" y="267"/>
                </a:lnTo>
                <a:lnTo>
                  <a:pt x="831" y="243"/>
                </a:lnTo>
                <a:lnTo>
                  <a:pt x="825" y="243"/>
                </a:lnTo>
                <a:lnTo>
                  <a:pt x="822" y="220"/>
                </a:lnTo>
                <a:lnTo>
                  <a:pt x="814" y="214"/>
                </a:lnTo>
                <a:lnTo>
                  <a:pt x="811" y="200"/>
                </a:lnTo>
                <a:lnTo>
                  <a:pt x="818" y="203"/>
                </a:lnTo>
                <a:lnTo>
                  <a:pt x="805" y="163"/>
                </a:lnTo>
                <a:lnTo>
                  <a:pt x="814" y="163"/>
                </a:lnTo>
                <a:lnTo>
                  <a:pt x="865" y="314"/>
                </a:lnTo>
                <a:lnTo>
                  <a:pt x="865" y="311"/>
                </a:lnTo>
                <a:lnTo>
                  <a:pt x="869" y="309"/>
                </a:lnTo>
                <a:lnTo>
                  <a:pt x="869" y="307"/>
                </a:lnTo>
                <a:lnTo>
                  <a:pt x="869" y="305"/>
                </a:lnTo>
                <a:lnTo>
                  <a:pt x="869" y="305"/>
                </a:lnTo>
                <a:lnTo>
                  <a:pt x="869" y="303"/>
                </a:lnTo>
                <a:lnTo>
                  <a:pt x="869" y="301"/>
                </a:lnTo>
                <a:lnTo>
                  <a:pt x="871" y="300"/>
                </a:lnTo>
                <a:lnTo>
                  <a:pt x="874" y="300"/>
                </a:lnTo>
                <a:lnTo>
                  <a:pt x="874" y="303"/>
                </a:lnTo>
                <a:lnTo>
                  <a:pt x="876" y="301"/>
                </a:lnTo>
                <a:lnTo>
                  <a:pt x="876" y="301"/>
                </a:lnTo>
                <a:lnTo>
                  <a:pt x="876" y="300"/>
                </a:lnTo>
                <a:lnTo>
                  <a:pt x="876" y="300"/>
                </a:lnTo>
                <a:lnTo>
                  <a:pt x="878" y="298"/>
                </a:lnTo>
                <a:lnTo>
                  <a:pt x="878" y="296"/>
                </a:lnTo>
                <a:lnTo>
                  <a:pt x="871" y="296"/>
                </a:lnTo>
                <a:lnTo>
                  <a:pt x="865" y="263"/>
                </a:lnTo>
                <a:lnTo>
                  <a:pt x="874" y="263"/>
                </a:lnTo>
                <a:lnTo>
                  <a:pt x="874" y="254"/>
                </a:lnTo>
                <a:lnTo>
                  <a:pt x="882" y="254"/>
                </a:lnTo>
                <a:lnTo>
                  <a:pt x="882" y="271"/>
                </a:lnTo>
                <a:lnTo>
                  <a:pt x="880" y="281"/>
                </a:lnTo>
                <a:lnTo>
                  <a:pt x="882" y="291"/>
                </a:lnTo>
                <a:lnTo>
                  <a:pt x="885" y="291"/>
                </a:lnTo>
                <a:lnTo>
                  <a:pt x="891" y="236"/>
                </a:lnTo>
                <a:lnTo>
                  <a:pt x="898" y="231"/>
                </a:lnTo>
                <a:lnTo>
                  <a:pt x="898" y="220"/>
                </a:lnTo>
                <a:lnTo>
                  <a:pt x="902" y="220"/>
                </a:lnTo>
                <a:lnTo>
                  <a:pt x="902" y="214"/>
                </a:lnTo>
                <a:lnTo>
                  <a:pt x="898" y="214"/>
                </a:lnTo>
                <a:lnTo>
                  <a:pt x="898" y="163"/>
                </a:lnTo>
                <a:lnTo>
                  <a:pt x="894" y="163"/>
                </a:lnTo>
                <a:lnTo>
                  <a:pt x="894" y="160"/>
                </a:lnTo>
                <a:lnTo>
                  <a:pt x="898" y="160"/>
                </a:lnTo>
                <a:lnTo>
                  <a:pt x="898" y="154"/>
                </a:lnTo>
                <a:lnTo>
                  <a:pt x="894" y="154"/>
                </a:lnTo>
                <a:lnTo>
                  <a:pt x="894" y="152"/>
                </a:lnTo>
                <a:lnTo>
                  <a:pt x="896" y="149"/>
                </a:lnTo>
                <a:lnTo>
                  <a:pt x="898" y="147"/>
                </a:lnTo>
                <a:lnTo>
                  <a:pt x="898" y="147"/>
                </a:lnTo>
                <a:lnTo>
                  <a:pt x="894" y="140"/>
                </a:lnTo>
                <a:lnTo>
                  <a:pt x="894" y="136"/>
                </a:lnTo>
                <a:lnTo>
                  <a:pt x="898" y="136"/>
                </a:lnTo>
                <a:lnTo>
                  <a:pt x="898" y="131"/>
                </a:lnTo>
                <a:lnTo>
                  <a:pt x="894" y="131"/>
                </a:lnTo>
                <a:lnTo>
                  <a:pt x="898" y="107"/>
                </a:lnTo>
                <a:lnTo>
                  <a:pt x="905" y="107"/>
                </a:lnTo>
                <a:lnTo>
                  <a:pt x="905" y="167"/>
                </a:lnTo>
                <a:lnTo>
                  <a:pt x="914" y="167"/>
                </a:lnTo>
                <a:lnTo>
                  <a:pt x="922" y="311"/>
                </a:lnTo>
                <a:lnTo>
                  <a:pt x="925" y="311"/>
                </a:lnTo>
                <a:lnTo>
                  <a:pt x="927" y="325"/>
                </a:lnTo>
                <a:lnTo>
                  <a:pt x="927" y="341"/>
                </a:lnTo>
                <a:lnTo>
                  <a:pt x="929" y="356"/>
                </a:lnTo>
                <a:lnTo>
                  <a:pt x="934" y="367"/>
                </a:lnTo>
                <a:lnTo>
                  <a:pt x="931" y="323"/>
                </a:lnTo>
                <a:lnTo>
                  <a:pt x="934" y="323"/>
                </a:lnTo>
                <a:lnTo>
                  <a:pt x="938" y="329"/>
                </a:lnTo>
                <a:lnTo>
                  <a:pt x="942" y="332"/>
                </a:lnTo>
                <a:lnTo>
                  <a:pt x="945" y="334"/>
                </a:lnTo>
                <a:lnTo>
                  <a:pt x="945" y="296"/>
                </a:lnTo>
                <a:lnTo>
                  <a:pt x="938" y="296"/>
                </a:lnTo>
                <a:lnTo>
                  <a:pt x="938" y="287"/>
                </a:lnTo>
                <a:lnTo>
                  <a:pt x="945" y="287"/>
                </a:lnTo>
                <a:lnTo>
                  <a:pt x="942" y="107"/>
                </a:lnTo>
                <a:lnTo>
                  <a:pt x="954" y="107"/>
                </a:lnTo>
                <a:lnTo>
                  <a:pt x="954" y="111"/>
                </a:lnTo>
                <a:lnTo>
                  <a:pt x="951" y="121"/>
                </a:lnTo>
                <a:lnTo>
                  <a:pt x="949" y="138"/>
                </a:lnTo>
                <a:lnTo>
                  <a:pt x="949" y="156"/>
                </a:lnTo>
                <a:lnTo>
                  <a:pt x="951" y="171"/>
                </a:lnTo>
                <a:lnTo>
                  <a:pt x="962" y="287"/>
                </a:lnTo>
                <a:lnTo>
                  <a:pt x="967" y="287"/>
                </a:lnTo>
                <a:lnTo>
                  <a:pt x="971" y="289"/>
                </a:lnTo>
                <a:lnTo>
                  <a:pt x="974" y="289"/>
                </a:lnTo>
                <a:lnTo>
                  <a:pt x="978" y="291"/>
                </a:lnTo>
                <a:lnTo>
                  <a:pt x="978" y="236"/>
                </a:lnTo>
                <a:lnTo>
                  <a:pt x="991" y="236"/>
                </a:lnTo>
                <a:lnTo>
                  <a:pt x="993" y="269"/>
                </a:lnTo>
                <a:lnTo>
                  <a:pt x="1002" y="300"/>
                </a:lnTo>
                <a:lnTo>
                  <a:pt x="1005" y="300"/>
                </a:lnTo>
                <a:lnTo>
                  <a:pt x="1005" y="143"/>
                </a:lnTo>
                <a:lnTo>
                  <a:pt x="1018" y="147"/>
                </a:lnTo>
                <a:lnTo>
                  <a:pt x="1022" y="189"/>
                </a:lnTo>
                <a:lnTo>
                  <a:pt x="1031" y="223"/>
                </a:lnTo>
                <a:lnTo>
                  <a:pt x="1031" y="254"/>
                </a:lnTo>
                <a:lnTo>
                  <a:pt x="1034" y="254"/>
                </a:lnTo>
                <a:lnTo>
                  <a:pt x="1038" y="300"/>
                </a:lnTo>
                <a:lnTo>
                  <a:pt x="1045" y="303"/>
                </a:lnTo>
                <a:lnTo>
                  <a:pt x="1045" y="314"/>
                </a:lnTo>
                <a:lnTo>
                  <a:pt x="1049" y="323"/>
                </a:lnTo>
                <a:lnTo>
                  <a:pt x="1054" y="329"/>
                </a:lnTo>
                <a:lnTo>
                  <a:pt x="1060" y="336"/>
                </a:lnTo>
                <a:lnTo>
                  <a:pt x="1065" y="340"/>
                </a:lnTo>
                <a:lnTo>
                  <a:pt x="1074" y="343"/>
                </a:lnTo>
                <a:lnTo>
                  <a:pt x="1074" y="347"/>
                </a:lnTo>
                <a:lnTo>
                  <a:pt x="1076" y="349"/>
                </a:lnTo>
                <a:lnTo>
                  <a:pt x="1076" y="351"/>
                </a:lnTo>
                <a:lnTo>
                  <a:pt x="1078" y="352"/>
                </a:lnTo>
                <a:lnTo>
                  <a:pt x="1080" y="354"/>
                </a:lnTo>
                <a:lnTo>
                  <a:pt x="1082" y="356"/>
                </a:lnTo>
                <a:lnTo>
                  <a:pt x="1082" y="360"/>
                </a:lnTo>
                <a:lnTo>
                  <a:pt x="1085" y="360"/>
                </a:lnTo>
                <a:lnTo>
                  <a:pt x="1085" y="351"/>
                </a:lnTo>
                <a:lnTo>
                  <a:pt x="1082" y="351"/>
                </a:lnTo>
                <a:lnTo>
                  <a:pt x="1082" y="323"/>
                </a:lnTo>
                <a:lnTo>
                  <a:pt x="1078" y="323"/>
                </a:lnTo>
                <a:lnTo>
                  <a:pt x="1071" y="287"/>
                </a:lnTo>
                <a:lnTo>
                  <a:pt x="1065" y="287"/>
                </a:lnTo>
                <a:lnTo>
                  <a:pt x="1065" y="274"/>
                </a:lnTo>
                <a:lnTo>
                  <a:pt x="1062" y="274"/>
                </a:lnTo>
                <a:lnTo>
                  <a:pt x="1060" y="272"/>
                </a:lnTo>
                <a:lnTo>
                  <a:pt x="1060" y="269"/>
                </a:lnTo>
                <a:lnTo>
                  <a:pt x="1058" y="265"/>
                </a:lnTo>
                <a:lnTo>
                  <a:pt x="1058" y="260"/>
                </a:lnTo>
                <a:lnTo>
                  <a:pt x="1062" y="260"/>
                </a:lnTo>
                <a:lnTo>
                  <a:pt x="1069" y="269"/>
                </a:lnTo>
                <a:lnTo>
                  <a:pt x="1074" y="280"/>
                </a:lnTo>
                <a:lnTo>
                  <a:pt x="1078" y="291"/>
                </a:lnTo>
                <a:lnTo>
                  <a:pt x="1082" y="291"/>
                </a:lnTo>
                <a:lnTo>
                  <a:pt x="1074" y="267"/>
                </a:lnTo>
                <a:lnTo>
                  <a:pt x="1063" y="243"/>
                </a:lnTo>
                <a:lnTo>
                  <a:pt x="1054" y="220"/>
                </a:lnTo>
                <a:lnTo>
                  <a:pt x="1058" y="220"/>
                </a:lnTo>
                <a:lnTo>
                  <a:pt x="1062" y="221"/>
                </a:lnTo>
                <a:lnTo>
                  <a:pt x="1063" y="221"/>
                </a:lnTo>
                <a:lnTo>
                  <a:pt x="1063" y="223"/>
                </a:lnTo>
                <a:lnTo>
                  <a:pt x="1065" y="227"/>
                </a:lnTo>
                <a:lnTo>
                  <a:pt x="1065" y="231"/>
                </a:lnTo>
                <a:lnTo>
                  <a:pt x="1076" y="245"/>
                </a:lnTo>
                <a:lnTo>
                  <a:pt x="1083" y="263"/>
                </a:lnTo>
                <a:lnTo>
                  <a:pt x="1089" y="283"/>
                </a:lnTo>
                <a:lnTo>
                  <a:pt x="1094" y="303"/>
                </a:lnTo>
                <a:lnTo>
                  <a:pt x="1098" y="303"/>
                </a:lnTo>
                <a:lnTo>
                  <a:pt x="1098" y="323"/>
                </a:lnTo>
                <a:lnTo>
                  <a:pt x="1102" y="323"/>
                </a:lnTo>
                <a:lnTo>
                  <a:pt x="1094" y="240"/>
                </a:lnTo>
                <a:lnTo>
                  <a:pt x="1091" y="240"/>
                </a:lnTo>
                <a:lnTo>
                  <a:pt x="1091" y="223"/>
                </a:lnTo>
                <a:lnTo>
                  <a:pt x="1085" y="223"/>
                </a:lnTo>
                <a:lnTo>
                  <a:pt x="1082" y="191"/>
                </a:lnTo>
                <a:lnTo>
                  <a:pt x="1078" y="191"/>
                </a:lnTo>
                <a:lnTo>
                  <a:pt x="1078" y="183"/>
                </a:lnTo>
                <a:lnTo>
                  <a:pt x="1074" y="183"/>
                </a:lnTo>
                <a:lnTo>
                  <a:pt x="1074" y="171"/>
                </a:lnTo>
                <a:lnTo>
                  <a:pt x="1071" y="171"/>
                </a:lnTo>
                <a:lnTo>
                  <a:pt x="1065" y="154"/>
                </a:lnTo>
                <a:lnTo>
                  <a:pt x="1062" y="154"/>
                </a:lnTo>
                <a:lnTo>
                  <a:pt x="1062" y="143"/>
                </a:lnTo>
                <a:lnTo>
                  <a:pt x="1058" y="143"/>
                </a:lnTo>
                <a:lnTo>
                  <a:pt x="1051" y="120"/>
                </a:lnTo>
                <a:lnTo>
                  <a:pt x="1045" y="120"/>
                </a:lnTo>
                <a:lnTo>
                  <a:pt x="1045" y="111"/>
                </a:lnTo>
                <a:lnTo>
                  <a:pt x="1038" y="98"/>
                </a:lnTo>
                <a:lnTo>
                  <a:pt x="1031" y="85"/>
                </a:lnTo>
                <a:lnTo>
                  <a:pt x="1025" y="67"/>
                </a:lnTo>
                <a:lnTo>
                  <a:pt x="1038" y="71"/>
                </a:lnTo>
                <a:lnTo>
                  <a:pt x="1042" y="89"/>
                </a:lnTo>
                <a:lnTo>
                  <a:pt x="1051" y="101"/>
                </a:lnTo>
                <a:lnTo>
                  <a:pt x="1058" y="114"/>
                </a:lnTo>
                <a:lnTo>
                  <a:pt x="1058" y="123"/>
                </a:lnTo>
                <a:lnTo>
                  <a:pt x="1062" y="123"/>
                </a:lnTo>
                <a:lnTo>
                  <a:pt x="1062" y="131"/>
                </a:lnTo>
                <a:lnTo>
                  <a:pt x="1065" y="131"/>
                </a:lnTo>
                <a:lnTo>
                  <a:pt x="1065" y="140"/>
                </a:lnTo>
                <a:lnTo>
                  <a:pt x="1071" y="140"/>
                </a:lnTo>
                <a:lnTo>
                  <a:pt x="1071" y="147"/>
                </a:lnTo>
                <a:lnTo>
                  <a:pt x="1074" y="147"/>
                </a:lnTo>
                <a:lnTo>
                  <a:pt x="1082" y="171"/>
                </a:lnTo>
                <a:lnTo>
                  <a:pt x="1085" y="171"/>
                </a:lnTo>
                <a:lnTo>
                  <a:pt x="1085" y="183"/>
                </a:lnTo>
                <a:lnTo>
                  <a:pt x="1091" y="183"/>
                </a:lnTo>
                <a:lnTo>
                  <a:pt x="1091" y="191"/>
                </a:lnTo>
                <a:lnTo>
                  <a:pt x="1094" y="191"/>
                </a:lnTo>
                <a:lnTo>
                  <a:pt x="1102" y="227"/>
                </a:lnTo>
                <a:lnTo>
                  <a:pt x="1105" y="227"/>
                </a:lnTo>
                <a:lnTo>
                  <a:pt x="1105" y="236"/>
                </a:lnTo>
                <a:lnTo>
                  <a:pt x="1111" y="236"/>
                </a:lnTo>
                <a:lnTo>
                  <a:pt x="1111" y="254"/>
                </a:lnTo>
                <a:lnTo>
                  <a:pt x="1114" y="254"/>
                </a:lnTo>
                <a:lnTo>
                  <a:pt x="1116" y="218"/>
                </a:lnTo>
                <a:lnTo>
                  <a:pt x="1118" y="178"/>
                </a:lnTo>
                <a:lnTo>
                  <a:pt x="1114" y="140"/>
                </a:lnTo>
                <a:lnTo>
                  <a:pt x="1105" y="103"/>
                </a:lnTo>
                <a:lnTo>
                  <a:pt x="1118" y="103"/>
                </a:lnTo>
                <a:lnTo>
                  <a:pt x="1123" y="134"/>
                </a:lnTo>
                <a:lnTo>
                  <a:pt x="1131" y="163"/>
                </a:lnTo>
                <a:lnTo>
                  <a:pt x="1131" y="178"/>
                </a:lnTo>
                <a:lnTo>
                  <a:pt x="1131" y="194"/>
                </a:lnTo>
                <a:lnTo>
                  <a:pt x="1129" y="209"/>
                </a:lnTo>
                <a:lnTo>
                  <a:pt x="1134" y="220"/>
                </a:lnTo>
                <a:lnTo>
                  <a:pt x="1138" y="180"/>
                </a:lnTo>
                <a:lnTo>
                  <a:pt x="1145" y="180"/>
                </a:lnTo>
                <a:lnTo>
                  <a:pt x="1151" y="196"/>
                </a:lnTo>
                <a:lnTo>
                  <a:pt x="1154" y="196"/>
                </a:lnTo>
                <a:lnTo>
                  <a:pt x="1154" y="211"/>
                </a:lnTo>
                <a:lnTo>
                  <a:pt x="1158" y="211"/>
                </a:lnTo>
                <a:lnTo>
                  <a:pt x="1162" y="247"/>
                </a:lnTo>
                <a:lnTo>
                  <a:pt x="1165" y="247"/>
                </a:lnTo>
                <a:lnTo>
                  <a:pt x="1165" y="271"/>
                </a:lnTo>
                <a:lnTo>
                  <a:pt x="1174" y="274"/>
                </a:lnTo>
                <a:lnTo>
                  <a:pt x="1174" y="283"/>
                </a:lnTo>
                <a:lnTo>
                  <a:pt x="1178" y="283"/>
                </a:lnTo>
                <a:lnTo>
                  <a:pt x="1178" y="296"/>
                </a:lnTo>
                <a:lnTo>
                  <a:pt x="1182" y="296"/>
                </a:lnTo>
                <a:lnTo>
                  <a:pt x="1185" y="320"/>
                </a:lnTo>
                <a:lnTo>
                  <a:pt x="1191" y="320"/>
                </a:lnTo>
                <a:lnTo>
                  <a:pt x="1193" y="291"/>
                </a:lnTo>
                <a:lnTo>
                  <a:pt x="1198" y="265"/>
                </a:lnTo>
                <a:lnTo>
                  <a:pt x="1207" y="240"/>
                </a:lnTo>
                <a:lnTo>
                  <a:pt x="1214" y="214"/>
                </a:lnTo>
                <a:lnTo>
                  <a:pt x="1211" y="154"/>
                </a:lnTo>
                <a:lnTo>
                  <a:pt x="1222" y="154"/>
                </a:lnTo>
                <a:lnTo>
                  <a:pt x="1225" y="214"/>
                </a:lnTo>
                <a:lnTo>
                  <a:pt x="1234" y="214"/>
                </a:lnTo>
                <a:lnTo>
                  <a:pt x="1238" y="231"/>
                </a:lnTo>
                <a:lnTo>
                  <a:pt x="1231" y="231"/>
                </a:lnTo>
                <a:lnTo>
                  <a:pt x="1231" y="223"/>
                </a:lnTo>
                <a:lnTo>
                  <a:pt x="1225" y="223"/>
                </a:lnTo>
                <a:lnTo>
                  <a:pt x="1225" y="327"/>
                </a:lnTo>
                <a:lnTo>
                  <a:pt x="1231" y="327"/>
                </a:lnTo>
                <a:lnTo>
                  <a:pt x="1231" y="340"/>
                </a:lnTo>
                <a:lnTo>
                  <a:pt x="1234" y="340"/>
                </a:lnTo>
                <a:lnTo>
                  <a:pt x="1234" y="334"/>
                </a:lnTo>
                <a:lnTo>
                  <a:pt x="1238" y="334"/>
                </a:lnTo>
                <a:lnTo>
                  <a:pt x="1245" y="340"/>
                </a:lnTo>
                <a:lnTo>
                  <a:pt x="1245" y="303"/>
                </a:lnTo>
                <a:lnTo>
                  <a:pt x="1242" y="303"/>
                </a:lnTo>
                <a:lnTo>
                  <a:pt x="1242" y="271"/>
                </a:lnTo>
                <a:lnTo>
                  <a:pt x="1231" y="236"/>
                </a:lnTo>
                <a:lnTo>
                  <a:pt x="1242" y="236"/>
                </a:lnTo>
                <a:lnTo>
                  <a:pt x="1245" y="254"/>
                </a:lnTo>
                <a:lnTo>
                  <a:pt x="1251" y="254"/>
                </a:lnTo>
                <a:lnTo>
                  <a:pt x="1251" y="274"/>
                </a:lnTo>
                <a:lnTo>
                  <a:pt x="1254" y="274"/>
                </a:lnTo>
                <a:lnTo>
                  <a:pt x="1254" y="283"/>
                </a:lnTo>
                <a:lnTo>
                  <a:pt x="1258" y="283"/>
                </a:lnTo>
                <a:lnTo>
                  <a:pt x="1258" y="300"/>
                </a:lnTo>
                <a:lnTo>
                  <a:pt x="1262" y="300"/>
                </a:lnTo>
                <a:lnTo>
                  <a:pt x="1262" y="314"/>
                </a:lnTo>
                <a:lnTo>
                  <a:pt x="1265" y="314"/>
                </a:lnTo>
                <a:lnTo>
                  <a:pt x="1271" y="343"/>
                </a:lnTo>
                <a:lnTo>
                  <a:pt x="1274" y="343"/>
                </a:lnTo>
                <a:lnTo>
                  <a:pt x="1278" y="334"/>
                </a:lnTo>
                <a:lnTo>
                  <a:pt x="1282" y="325"/>
                </a:lnTo>
                <a:lnTo>
                  <a:pt x="1282" y="311"/>
                </a:lnTo>
                <a:lnTo>
                  <a:pt x="1271" y="274"/>
                </a:lnTo>
                <a:lnTo>
                  <a:pt x="1282" y="280"/>
                </a:lnTo>
                <a:lnTo>
                  <a:pt x="1283" y="287"/>
                </a:lnTo>
                <a:lnTo>
                  <a:pt x="1287" y="301"/>
                </a:lnTo>
                <a:lnTo>
                  <a:pt x="1291" y="318"/>
                </a:lnTo>
                <a:lnTo>
                  <a:pt x="1294" y="332"/>
                </a:lnTo>
                <a:lnTo>
                  <a:pt x="1300" y="345"/>
                </a:lnTo>
                <a:lnTo>
                  <a:pt x="1302" y="351"/>
                </a:lnTo>
                <a:lnTo>
                  <a:pt x="1303" y="332"/>
                </a:lnTo>
                <a:lnTo>
                  <a:pt x="1305" y="316"/>
                </a:lnTo>
                <a:lnTo>
                  <a:pt x="1305" y="296"/>
                </a:lnTo>
                <a:lnTo>
                  <a:pt x="1302" y="271"/>
                </a:lnTo>
                <a:lnTo>
                  <a:pt x="1314" y="271"/>
                </a:lnTo>
                <a:lnTo>
                  <a:pt x="1316" y="294"/>
                </a:lnTo>
                <a:lnTo>
                  <a:pt x="1323" y="316"/>
                </a:lnTo>
                <a:lnTo>
                  <a:pt x="1331" y="334"/>
                </a:lnTo>
                <a:lnTo>
                  <a:pt x="1331" y="356"/>
                </a:lnTo>
                <a:lnTo>
                  <a:pt x="1334" y="356"/>
                </a:lnTo>
                <a:lnTo>
                  <a:pt x="1322" y="223"/>
                </a:lnTo>
                <a:lnTo>
                  <a:pt x="1318" y="223"/>
                </a:lnTo>
                <a:lnTo>
                  <a:pt x="1314" y="200"/>
                </a:lnTo>
                <a:lnTo>
                  <a:pt x="1311" y="194"/>
                </a:lnTo>
                <a:lnTo>
                  <a:pt x="1309" y="191"/>
                </a:lnTo>
                <a:lnTo>
                  <a:pt x="1305" y="187"/>
                </a:lnTo>
                <a:lnTo>
                  <a:pt x="1303" y="183"/>
                </a:lnTo>
                <a:lnTo>
                  <a:pt x="1300" y="178"/>
                </a:lnTo>
                <a:lnTo>
                  <a:pt x="1298" y="171"/>
                </a:lnTo>
                <a:lnTo>
                  <a:pt x="1311" y="180"/>
                </a:lnTo>
                <a:lnTo>
                  <a:pt x="1322" y="194"/>
                </a:lnTo>
                <a:lnTo>
                  <a:pt x="1331" y="212"/>
                </a:lnTo>
                <a:lnTo>
                  <a:pt x="1338" y="234"/>
                </a:lnTo>
                <a:lnTo>
                  <a:pt x="1345" y="254"/>
                </a:lnTo>
                <a:lnTo>
                  <a:pt x="1351" y="271"/>
                </a:lnTo>
                <a:lnTo>
                  <a:pt x="1351" y="296"/>
                </a:lnTo>
                <a:lnTo>
                  <a:pt x="1358" y="300"/>
                </a:lnTo>
                <a:lnTo>
                  <a:pt x="1354" y="307"/>
                </a:lnTo>
                <a:lnTo>
                  <a:pt x="1362" y="311"/>
                </a:lnTo>
                <a:lnTo>
                  <a:pt x="1362" y="327"/>
                </a:lnTo>
                <a:lnTo>
                  <a:pt x="1365" y="327"/>
                </a:lnTo>
                <a:lnTo>
                  <a:pt x="1365" y="340"/>
                </a:lnTo>
                <a:lnTo>
                  <a:pt x="1371" y="340"/>
                </a:lnTo>
                <a:lnTo>
                  <a:pt x="1373" y="352"/>
                </a:lnTo>
                <a:lnTo>
                  <a:pt x="1373" y="365"/>
                </a:lnTo>
                <a:lnTo>
                  <a:pt x="1378" y="374"/>
                </a:lnTo>
                <a:lnTo>
                  <a:pt x="1380" y="347"/>
                </a:lnTo>
                <a:lnTo>
                  <a:pt x="1382" y="321"/>
                </a:lnTo>
                <a:lnTo>
                  <a:pt x="1378" y="300"/>
                </a:lnTo>
                <a:lnTo>
                  <a:pt x="1378" y="267"/>
                </a:lnTo>
                <a:lnTo>
                  <a:pt x="1374" y="267"/>
                </a:lnTo>
                <a:lnTo>
                  <a:pt x="1371" y="240"/>
                </a:lnTo>
                <a:lnTo>
                  <a:pt x="1365" y="240"/>
                </a:lnTo>
                <a:lnTo>
                  <a:pt x="1363" y="234"/>
                </a:lnTo>
                <a:lnTo>
                  <a:pt x="1360" y="232"/>
                </a:lnTo>
                <a:lnTo>
                  <a:pt x="1358" y="229"/>
                </a:lnTo>
                <a:lnTo>
                  <a:pt x="1356" y="227"/>
                </a:lnTo>
                <a:lnTo>
                  <a:pt x="1354" y="221"/>
                </a:lnTo>
                <a:lnTo>
                  <a:pt x="1354" y="214"/>
                </a:lnTo>
                <a:lnTo>
                  <a:pt x="1362" y="220"/>
                </a:lnTo>
                <a:lnTo>
                  <a:pt x="1338" y="176"/>
                </a:lnTo>
                <a:lnTo>
                  <a:pt x="1345" y="176"/>
                </a:lnTo>
                <a:lnTo>
                  <a:pt x="1382" y="231"/>
                </a:lnTo>
                <a:lnTo>
                  <a:pt x="1382" y="240"/>
                </a:lnTo>
                <a:lnTo>
                  <a:pt x="1385" y="240"/>
                </a:lnTo>
                <a:lnTo>
                  <a:pt x="1385" y="247"/>
                </a:lnTo>
                <a:lnTo>
                  <a:pt x="1391" y="247"/>
                </a:lnTo>
                <a:lnTo>
                  <a:pt x="1394" y="271"/>
                </a:lnTo>
                <a:lnTo>
                  <a:pt x="1398" y="271"/>
                </a:lnTo>
                <a:lnTo>
                  <a:pt x="1398" y="280"/>
                </a:lnTo>
                <a:lnTo>
                  <a:pt x="1402" y="280"/>
                </a:lnTo>
                <a:lnTo>
                  <a:pt x="1402" y="296"/>
                </a:lnTo>
                <a:lnTo>
                  <a:pt x="1405" y="296"/>
                </a:lnTo>
                <a:lnTo>
                  <a:pt x="1411" y="323"/>
                </a:lnTo>
                <a:lnTo>
                  <a:pt x="1414" y="323"/>
                </a:lnTo>
                <a:lnTo>
                  <a:pt x="1416" y="289"/>
                </a:lnTo>
                <a:lnTo>
                  <a:pt x="1418" y="254"/>
                </a:lnTo>
                <a:lnTo>
                  <a:pt x="1420" y="218"/>
                </a:lnTo>
                <a:lnTo>
                  <a:pt x="1420" y="183"/>
                </a:lnTo>
                <a:lnTo>
                  <a:pt x="1414" y="151"/>
                </a:lnTo>
                <a:lnTo>
                  <a:pt x="1414" y="120"/>
                </a:lnTo>
                <a:lnTo>
                  <a:pt x="1411" y="120"/>
                </a:lnTo>
                <a:lnTo>
                  <a:pt x="1407" y="105"/>
                </a:lnTo>
                <a:lnTo>
                  <a:pt x="1407" y="92"/>
                </a:lnTo>
                <a:lnTo>
                  <a:pt x="1409" y="81"/>
                </a:lnTo>
                <a:lnTo>
                  <a:pt x="1409" y="72"/>
                </a:lnTo>
                <a:lnTo>
                  <a:pt x="1405" y="67"/>
                </a:lnTo>
                <a:lnTo>
                  <a:pt x="1405" y="63"/>
                </a:lnTo>
                <a:lnTo>
                  <a:pt x="1411" y="63"/>
                </a:lnTo>
                <a:lnTo>
                  <a:pt x="1411" y="60"/>
                </a:lnTo>
                <a:lnTo>
                  <a:pt x="1413" y="60"/>
                </a:lnTo>
                <a:lnTo>
                  <a:pt x="1414" y="60"/>
                </a:lnTo>
                <a:lnTo>
                  <a:pt x="1416" y="60"/>
                </a:lnTo>
                <a:lnTo>
                  <a:pt x="1416" y="61"/>
                </a:lnTo>
                <a:lnTo>
                  <a:pt x="1416" y="61"/>
                </a:lnTo>
                <a:lnTo>
                  <a:pt x="1418" y="63"/>
                </a:lnTo>
                <a:lnTo>
                  <a:pt x="1422" y="72"/>
                </a:lnTo>
                <a:lnTo>
                  <a:pt x="1422" y="85"/>
                </a:lnTo>
                <a:lnTo>
                  <a:pt x="1420" y="98"/>
                </a:lnTo>
                <a:lnTo>
                  <a:pt x="1422" y="111"/>
                </a:lnTo>
                <a:lnTo>
                  <a:pt x="1431" y="145"/>
                </a:lnTo>
                <a:lnTo>
                  <a:pt x="1438" y="181"/>
                </a:lnTo>
                <a:lnTo>
                  <a:pt x="1445" y="214"/>
                </a:lnTo>
                <a:lnTo>
                  <a:pt x="1445" y="243"/>
                </a:lnTo>
                <a:lnTo>
                  <a:pt x="1451" y="243"/>
                </a:lnTo>
                <a:lnTo>
                  <a:pt x="1453" y="258"/>
                </a:lnTo>
                <a:lnTo>
                  <a:pt x="1453" y="276"/>
                </a:lnTo>
                <a:lnTo>
                  <a:pt x="1451" y="292"/>
                </a:lnTo>
                <a:lnTo>
                  <a:pt x="1453" y="309"/>
                </a:lnTo>
                <a:lnTo>
                  <a:pt x="1458" y="320"/>
                </a:lnTo>
                <a:lnTo>
                  <a:pt x="1465" y="220"/>
                </a:lnTo>
                <a:lnTo>
                  <a:pt x="1471" y="220"/>
                </a:lnTo>
                <a:lnTo>
                  <a:pt x="1473" y="203"/>
                </a:lnTo>
                <a:lnTo>
                  <a:pt x="1473" y="181"/>
                </a:lnTo>
                <a:lnTo>
                  <a:pt x="1471" y="158"/>
                </a:lnTo>
                <a:lnTo>
                  <a:pt x="1471" y="132"/>
                </a:lnTo>
                <a:lnTo>
                  <a:pt x="1471" y="111"/>
                </a:lnTo>
                <a:lnTo>
                  <a:pt x="1482" y="114"/>
                </a:lnTo>
                <a:lnTo>
                  <a:pt x="1474" y="327"/>
                </a:lnTo>
                <a:lnTo>
                  <a:pt x="1474" y="340"/>
                </a:lnTo>
                <a:lnTo>
                  <a:pt x="1473" y="356"/>
                </a:lnTo>
                <a:lnTo>
                  <a:pt x="1473" y="374"/>
                </a:lnTo>
                <a:lnTo>
                  <a:pt x="1473" y="392"/>
                </a:lnTo>
                <a:lnTo>
                  <a:pt x="1474" y="407"/>
                </a:lnTo>
                <a:lnTo>
                  <a:pt x="1478" y="416"/>
                </a:lnTo>
                <a:lnTo>
                  <a:pt x="1480" y="403"/>
                </a:lnTo>
                <a:lnTo>
                  <a:pt x="1482" y="385"/>
                </a:lnTo>
                <a:lnTo>
                  <a:pt x="1487" y="365"/>
                </a:lnTo>
                <a:lnTo>
                  <a:pt x="1491" y="349"/>
                </a:lnTo>
                <a:lnTo>
                  <a:pt x="1494" y="340"/>
                </a:lnTo>
                <a:lnTo>
                  <a:pt x="1496" y="338"/>
                </a:lnTo>
                <a:lnTo>
                  <a:pt x="1496" y="336"/>
                </a:lnTo>
                <a:lnTo>
                  <a:pt x="1496" y="336"/>
                </a:lnTo>
                <a:lnTo>
                  <a:pt x="1498" y="336"/>
                </a:lnTo>
                <a:lnTo>
                  <a:pt x="1500" y="336"/>
                </a:lnTo>
                <a:lnTo>
                  <a:pt x="1502" y="334"/>
                </a:lnTo>
                <a:lnTo>
                  <a:pt x="1502" y="356"/>
                </a:lnTo>
                <a:lnTo>
                  <a:pt x="1505" y="356"/>
                </a:lnTo>
                <a:lnTo>
                  <a:pt x="1511" y="291"/>
                </a:lnTo>
                <a:lnTo>
                  <a:pt x="1513" y="285"/>
                </a:lnTo>
                <a:lnTo>
                  <a:pt x="1516" y="276"/>
                </a:lnTo>
                <a:lnTo>
                  <a:pt x="1520" y="265"/>
                </a:lnTo>
                <a:lnTo>
                  <a:pt x="1518" y="254"/>
                </a:lnTo>
                <a:lnTo>
                  <a:pt x="1511" y="251"/>
                </a:lnTo>
                <a:lnTo>
                  <a:pt x="1511" y="243"/>
                </a:lnTo>
                <a:lnTo>
                  <a:pt x="1518" y="243"/>
                </a:lnTo>
                <a:lnTo>
                  <a:pt x="1531" y="103"/>
                </a:lnTo>
                <a:lnTo>
                  <a:pt x="1538" y="103"/>
                </a:lnTo>
                <a:lnTo>
                  <a:pt x="1531" y="280"/>
                </a:lnTo>
                <a:lnTo>
                  <a:pt x="1534" y="280"/>
                </a:lnTo>
                <a:lnTo>
                  <a:pt x="1534" y="291"/>
                </a:lnTo>
                <a:lnTo>
                  <a:pt x="1538" y="291"/>
                </a:lnTo>
                <a:lnTo>
                  <a:pt x="1540" y="301"/>
                </a:lnTo>
                <a:lnTo>
                  <a:pt x="1542" y="314"/>
                </a:lnTo>
                <a:lnTo>
                  <a:pt x="1542" y="327"/>
                </a:lnTo>
                <a:lnTo>
                  <a:pt x="1545" y="334"/>
                </a:lnTo>
                <a:lnTo>
                  <a:pt x="1565" y="154"/>
                </a:lnTo>
                <a:lnTo>
                  <a:pt x="1574" y="154"/>
                </a:lnTo>
                <a:lnTo>
                  <a:pt x="1578" y="176"/>
                </a:lnTo>
                <a:lnTo>
                  <a:pt x="1578" y="178"/>
                </a:lnTo>
                <a:lnTo>
                  <a:pt x="1576" y="178"/>
                </a:lnTo>
                <a:lnTo>
                  <a:pt x="1576" y="178"/>
                </a:lnTo>
                <a:lnTo>
                  <a:pt x="1574" y="176"/>
                </a:lnTo>
                <a:lnTo>
                  <a:pt x="1574" y="178"/>
                </a:lnTo>
                <a:lnTo>
                  <a:pt x="1574" y="180"/>
                </a:lnTo>
                <a:lnTo>
                  <a:pt x="1578" y="180"/>
                </a:lnTo>
                <a:lnTo>
                  <a:pt x="1578" y="231"/>
                </a:lnTo>
                <a:lnTo>
                  <a:pt x="1582" y="231"/>
                </a:lnTo>
                <a:lnTo>
                  <a:pt x="1591" y="154"/>
                </a:lnTo>
                <a:lnTo>
                  <a:pt x="1578" y="151"/>
                </a:lnTo>
                <a:lnTo>
                  <a:pt x="1578" y="143"/>
                </a:lnTo>
                <a:lnTo>
                  <a:pt x="1583" y="141"/>
                </a:lnTo>
                <a:lnTo>
                  <a:pt x="1587" y="141"/>
                </a:lnTo>
                <a:lnTo>
                  <a:pt x="1591" y="140"/>
                </a:lnTo>
                <a:lnTo>
                  <a:pt x="1594" y="138"/>
                </a:lnTo>
                <a:lnTo>
                  <a:pt x="1596" y="136"/>
                </a:lnTo>
                <a:lnTo>
                  <a:pt x="1602" y="136"/>
                </a:lnTo>
                <a:lnTo>
                  <a:pt x="1602" y="154"/>
                </a:lnTo>
                <a:lnTo>
                  <a:pt x="1613" y="163"/>
                </a:lnTo>
                <a:lnTo>
                  <a:pt x="1625" y="178"/>
                </a:lnTo>
                <a:lnTo>
                  <a:pt x="1638" y="194"/>
                </a:lnTo>
                <a:lnTo>
                  <a:pt x="1649" y="211"/>
                </a:lnTo>
                <a:lnTo>
                  <a:pt x="1654" y="223"/>
                </a:lnTo>
                <a:lnTo>
                  <a:pt x="1658" y="223"/>
                </a:lnTo>
                <a:lnTo>
                  <a:pt x="1647" y="172"/>
                </a:lnTo>
                <a:lnTo>
                  <a:pt x="1634" y="127"/>
                </a:lnTo>
                <a:lnTo>
                  <a:pt x="1631" y="94"/>
                </a:lnTo>
                <a:lnTo>
                  <a:pt x="1623" y="76"/>
                </a:lnTo>
                <a:lnTo>
                  <a:pt x="1618" y="54"/>
                </a:lnTo>
                <a:lnTo>
                  <a:pt x="1625" y="54"/>
                </a:lnTo>
                <a:lnTo>
                  <a:pt x="1651" y="136"/>
                </a:lnTo>
                <a:lnTo>
                  <a:pt x="1651" y="151"/>
                </a:lnTo>
                <a:lnTo>
                  <a:pt x="1654" y="151"/>
                </a:lnTo>
                <a:lnTo>
                  <a:pt x="1658" y="180"/>
                </a:lnTo>
                <a:lnTo>
                  <a:pt x="1662" y="180"/>
                </a:lnTo>
                <a:lnTo>
                  <a:pt x="1662" y="176"/>
                </a:lnTo>
                <a:lnTo>
                  <a:pt x="1665" y="176"/>
                </a:lnTo>
                <a:lnTo>
                  <a:pt x="1674" y="180"/>
                </a:lnTo>
                <a:lnTo>
                  <a:pt x="1673" y="196"/>
                </a:lnTo>
                <a:lnTo>
                  <a:pt x="1671" y="214"/>
                </a:lnTo>
                <a:lnTo>
                  <a:pt x="1665" y="214"/>
                </a:lnTo>
                <a:lnTo>
                  <a:pt x="1665" y="220"/>
                </a:lnTo>
                <a:lnTo>
                  <a:pt x="1671" y="220"/>
                </a:lnTo>
                <a:lnTo>
                  <a:pt x="1671" y="243"/>
                </a:lnTo>
                <a:lnTo>
                  <a:pt x="1678" y="243"/>
                </a:lnTo>
                <a:lnTo>
                  <a:pt x="1676" y="232"/>
                </a:lnTo>
                <a:lnTo>
                  <a:pt x="1678" y="220"/>
                </a:lnTo>
                <a:lnTo>
                  <a:pt x="1678" y="203"/>
                </a:lnTo>
                <a:lnTo>
                  <a:pt x="1678" y="83"/>
                </a:lnTo>
                <a:lnTo>
                  <a:pt x="1685" y="83"/>
                </a:lnTo>
                <a:lnTo>
                  <a:pt x="1685" y="136"/>
                </a:lnTo>
                <a:lnTo>
                  <a:pt x="1691" y="136"/>
                </a:lnTo>
                <a:lnTo>
                  <a:pt x="1685" y="143"/>
                </a:lnTo>
                <a:lnTo>
                  <a:pt x="1691" y="154"/>
                </a:lnTo>
                <a:lnTo>
                  <a:pt x="1689" y="156"/>
                </a:lnTo>
                <a:lnTo>
                  <a:pt x="1687" y="156"/>
                </a:lnTo>
                <a:lnTo>
                  <a:pt x="1685" y="156"/>
                </a:lnTo>
                <a:lnTo>
                  <a:pt x="1685" y="158"/>
                </a:lnTo>
                <a:lnTo>
                  <a:pt x="1685" y="160"/>
                </a:lnTo>
                <a:lnTo>
                  <a:pt x="1691" y="160"/>
                </a:lnTo>
                <a:lnTo>
                  <a:pt x="1691" y="191"/>
                </a:lnTo>
                <a:lnTo>
                  <a:pt x="1694" y="191"/>
                </a:lnTo>
                <a:lnTo>
                  <a:pt x="1694" y="163"/>
                </a:lnTo>
                <a:lnTo>
                  <a:pt x="1702" y="163"/>
                </a:lnTo>
                <a:lnTo>
                  <a:pt x="1705" y="191"/>
                </a:lnTo>
                <a:lnTo>
                  <a:pt x="1713" y="218"/>
                </a:lnTo>
                <a:lnTo>
                  <a:pt x="1718" y="245"/>
                </a:lnTo>
                <a:lnTo>
                  <a:pt x="1722" y="274"/>
                </a:lnTo>
                <a:lnTo>
                  <a:pt x="1731" y="274"/>
                </a:lnTo>
                <a:lnTo>
                  <a:pt x="1733" y="289"/>
                </a:lnTo>
                <a:lnTo>
                  <a:pt x="1736" y="305"/>
                </a:lnTo>
                <a:lnTo>
                  <a:pt x="1742" y="314"/>
                </a:lnTo>
                <a:lnTo>
                  <a:pt x="1743" y="294"/>
                </a:lnTo>
                <a:lnTo>
                  <a:pt x="1745" y="276"/>
                </a:lnTo>
                <a:lnTo>
                  <a:pt x="1751" y="260"/>
                </a:lnTo>
                <a:lnTo>
                  <a:pt x="1751" y="227"/>
                </a:lnTo>
                <a:lnTo>
                  <a:pt x="1754" y="227"/>
                </a:lnTo>
                <a:lnTo>
                  <a:pt x="1754" y="191"/>
                </a:lnTo>
                <a:lnTo>
                  <a:pt x="1758" y="191"/>
                </a:lnTo>
                <a:lnTo>
                  <a:pt x="1760" y="174"/>
                </a:lnTo>
                <a:lnTo>
                  <a:pt x="1760" y="156"/>
                </a:lnTo>
                <a:lnTo>
                  <a:pt x="1760" y="138"/>
                </a:lnTo>
                <a:lnTo>
                  <a:pt x="1762" y="123"/>
                </a:lnTo>
                <a:lnTo>
                  <a:pt x="1765" y="123"/>
                </a:lnTo>
                <a:lnTo>
                  <a:pt x="1765" y="187"/>
                </a:lnTo>
                <a:lnTo>
                  <a:pt x="1774" y="187"/>
                </a:lnTo>
                <a:lnTo>
                  <a:pt x="1773" y="192"/>
                </a:lnTo>
                <a:lnTo>
                  <a:pt x="1773" y="196"/>
                </a:lnTo>
                <a:lnTo>
                  <a:pt x="1771" y="200"/>
                </a:lnTo>
                <a:lnTo>
                  <a:pt x="1771" y="203"/>
                </a:lnTo>
                <a:lnTo>
                  <a:pt x="1782" y="200"/>
                </a:lnTo>
                <a:lnTo>
                  <a:pt x="1778" y="207"/>
                </a:lnTo>
                <a:lnTo>
                  <a:pt x="1785" y="211"/>
                </a:lnTo>
                <a:lnTo>
                  <a:pt x="1785" y="223"/>
                </a:lnTo>
                <a:lnTo>
                  <a:pt x="1791" y="223"/>
                </a:lnTo>
                <a:lnTo>
                  <a:pt x="1791" y="231"/>
                </a:lnTo>
                <a:lnTo>
                  <a:pt x="1794" y="231"/>
                </a:lnTo>
                <a:lnTo>
                  <a:pt x="1794" y="243"/>
                </a:lnTo>
                <a:lnTo>
                  <a:pt x="1798" y="243"/>
                </a:lnTo>
                <a:lnTo>
                  <a:pt x="1798" y="254"/>
                </a:lnTo>
                <a:lnTo>
                  <a:pt x="1802" y="254"/>
                </a:lnTo>
                <a:lnTo>
                  <a:pt x="1802" y="267"/>
                </a:lnTo>
                <a:lnTo>
                  <a:pt x="1805" y="267"/>
                </a:lnTo>
                <a:lnTo>
                  <a:pt x="1805" y="283"/>
                </a:lnTo>
                <a:lnTo>
                  <a:pt x="1811" y="283"/>
                </a:lnTo>
                <a:lnTo>
                  <a:pt x="1814" y="320"/>
                </a:lnTo>
                <a:lnTo>
                  <a:pt x="1818" y="320"/>
                </a:lnTo>
                <a:lnTo>
                  <a:pt x="1820" y="331"/>
                </a:lnTo>
                <a:lnTo>
                  <a:pt x="1820" y="345"/>
                </a:lnTo>
                <a:lnTo>
                  <a:pt x="1820" y="361"/>
                </a:lnTo>
                <a:lnTo>
                  <a:pt x="1822" y="374"/>
                </a:lnTo>
                <a:lnTo>
                  <a:pt x="1825" y="383"/>
                </a:lnTo>
                <a:lnTo>
                  <a:pt x="1825" y="361"/>
                </a:lnTo>
                <a:lnTo>
                  <a:pt x="1825" y="338"/>
                </a:lnTo>
                <a:lnTo>
                  <a:pt x="1825" y="318"/>
                </a:lnTo>
                <a:lnTo>
                  <a:pt x="1825" y="303"/>
                </a:lnTo>
                <a:lnTo>
                  <a:pt x="1827" y="303"/>
                </a:lnTo>
                <a:lnTo>
                  <a:pt x="1827" y="301"/>
                </a:lnTo>
                <a:lnTo>
                  <a:pt x="1829" y="300"/>
                </a:lnTo>
                <a:lnTo>
                  <a:pt x="1831" y="296"/>
                </a:lnTo>
                <a:lnTo>
                  <a:pt x="1831" y="291"/>
                </a:lnTo>
                <a:lnTo>
                  <a:pt x="1825" y="291"/>
                </a:lnTo>
                <a:lnTo>
                  <a:pt x="1825" y="271"/>
                </a:lnTo>
                <a:lnTo>
                  <a:pt x="1822" y="271"/>
                </a:lnTo>
                <a:lnTo>
                  <a:pt x="1820" y="269"/>
                </a:lnTo>
                <a:lnTo>
                  <a:pt x="1820" y="265"/>
                </a:lnTo>
                <a:lnTo>
                  <a:pt x="1820" y="263"/>
                </a:lnTo>
                <a:lnTo>
                  <a:pt x="1818" y="260"/>
                </a:lnTo>
                <a:lnTo>
                  <a:pt x="1818" y="254"/>
                </a:lnTo>
                <a:lnTo>
                  <a:pt x="1825" y="260"/>
                </a:lnTo>
                <a:lnTo>
                  <a:pt x="1825" y="247"/>
                </a:lnTo>
                <a:lnTo>
                  <a:pt x="1838" y="251"/>
                </a:lnTo>
                <a:lnTo>
                  <a:pt x="1840" y="263"/>
                </a:lnTo>
                <a:lnTo>
                  <a:pt x="1843" y="274"/>
                </a:lnTo>
                <a:lnTo>
                  <a:pt x="1845" y="283"/>
                </a:lnTo>
                <a:lnTo>
                  <a:pt x="1845" y="307"/>
                </a:lnTo>
                <a:lnTo>
                  <a:pt x="1858" y="311"/>
                </a:lnTo>
                <a:lnTo>
                  <a:pt x="1858" y="314"/>
                </a:lnTo>
                <a:lnTo>
                  <a:pt x="1854" y="321"/>
                </a:lnTo>
                <a:lnTo>
                  <a:pt x="1853" y="334"/>
                </a:lnTo>
                <a:lnTo>
                  <a:pt x="1853" y="349"/>
                </a:lnTo>
                <a:lnTo>
                  <a:pt x="1854" y="360"/>
                </a:lnTo>
                <a:lnTo>
                  <a:pt x="1858" y="360"/>
                </a:lnTo>
                <a:lnTo>
                  <a:pt x="1865" y="463"/>
                </a:lnTo>
                <a:lnTo>
                  <a:pt x="1874" y="463"/>
                </a:lnTo>
                <a:lnTo>
                  <a:pt x="1876" y="429"/>
                </a:lnTo>
                <a:lnTo>
                  <a:pt x="1878" y="391"/>
                </a:lnTo>
                <a:lnTo>
                  <a:pt x="1878" y="351"/>
                </a:lnTo>
                <a:lnTo>
                  <a:pt x="1878" y="307"/>
                </a:lnTo>
                <a:lnTo>
                  <a:pt x="1874" y="307"/>
                </a:lnTo>
                <a:lnTo>
                  <a:pt x="1874" y="283"/>
                </a:lnTo>
                <a:lnTo>
                  <a:pt x="1871" y="283"/>
                </a:lnTo>
                <a:lnTo>
                  <a:pt x="1865" y="254"/>
                </a:lnTo>
                <a:lnTo>
                  <a:pt x="1871" y="254"/>
                </a:lnTo>
                <a:lnTo>
                  <a:pt x="1871" y="260"/>
                </a:lnTo>
                <a:lnTo>
                  <a:pt x="1876" y="267"/>
                </a:lnTo>
                <a:lnTo>
                  <a:pt x="1880" y="274"/>
                </a:lnTo>
                <a:lnTo>
                  <a:pt x="1880" y="283"/>
                </a:lnTo>
                <a:lnTo>
                  <a:pt x="1882" y="296"/>
                </a:lnTo>
                <a:lnTo>
                  <a:pt x="1885" y="296"/>
                </a:lnTo>
                <a:lnTo>
                  <a:pt x="1885" y="320"/>
                </a:lnTo>
                <a:lnTo>
                  <a:pt x="1891" y="320"/>
                </a:lnTo>
                <a:lnTo>
                  <a:pt x="1891" y="334"/>
                </a:lnTo>
                <a:lnTo>
                  <a:pt x="1894" y="334"/>
                </a:lnTo>
                <a:lnTo>
                  <a:pt x="1896" y="349"/>
                </a:lnTo>
                <a:lnTo>
                  <a:pt x="1896" y="361"/>
                </a:lnTo>
                <a:lnTo>
                  <a:pt x="1896" y="372"/>
                </a:lnTo>
                <a:lnTo>
                  <a:pt x="1902" y="383"/>
                </a:lnTo>
                <a:lnTo>
                  <a:pt x="1903" y="352"/>
                </a:lnTo>
                <a:lnTo>
                  <a:pt x="1905" y="321"/>
                </a:lnTo>
                <a:lnTo>
                  <a:pt x="1907" y="291"/>
                </a:lnTo>
                <a:lnTo>
                  <a:pt x="1902" y="263"/>
                </a:lnTo>
                <a:lnTo>
                  <a:pt x="1902" y="236"/>
                </a:lnTo>
                <a:lnTo>
                  <a:pt x="1898" y="236"/>
                </a:lnTo>
                <a:lnTo>
                  <a:pt x="1894" y="211"/>
                </a:lnTo>
                <a:lnTo>
                  <a:pt x="1885" y="207"/>
                </a:lnTo>
                <a:lnTo>
                  <a:pt x="1874" y="187"/>
                </a:lnTo>
                <a:lnTo>
                  <a:pt x="1885" y="187"/>
                </a:lnTo>
                <a:lnTo>
                  <a:pt x="1885" y="183"/>
                </a:lnTo>
                <a:lnTo>
                  <a:pt x="1876" y="172"/>
                </a:lnTo>
                <a:lnTo>
                  <a:pt x="1867" y="158"/>
                </a:lnTo>
                <a:lnTo>
                  <a:pt x="1862" y="143"/>
                </a:lnTo>
                <a:lnTo>
                  <a:pt x="1874" y="143"/>
                </a:lnTo>
                <a:lnTo>
                  <a:pt x="1876" y="151"/>
                </a:lnTo>
                <a:lnTo>
                  <a:pt x="1880" y="156"/>
                </a:lnTo>
                <a:lnTo>
                  <a:pt x="1883" y="161"/>
                </a:lnTo>
                <a:lnTo>
                  <a:pt x="1887" y="165"/>
                </a:lnTo>
                <a:lnTo>
                  <a:pt x="1891" y="171"/>
                </a:lnTo>
                <a:lnTo>
                  <a:pt x="1891" y="180"/>
                </a:lnTo>
                <a:lnTo>
                  <a:pt x="1894" y="180"/>
                </a:lnTo>
                <a:lnTo>
                  <a:pt x="1894" y="187"/>
                </a:lnTo>
                <a:lnTo>
                  <a:pt x="1902" y="191"/>
                </a:lnTo>
                <a:lnTo>
                  <a:pt x="1905" y="211"/>
                </a:lnTo>
                <a:lnTo>
                  <a:pt x="1911" y="211"/>
                </a:lnTo>
                <a:lnTo>
                  <a:pt x="1914" y="227"/>
                </a:lnTo>
                <a:lnTo>
                  <a:pt x="1918" y="227"/>
                </a:lnTo>
                <a:lnTo>
                  <a:pt x="1918" y="240"/>
                </a:lnTo>
                <a:lnTo>
                  <a:pt x="1922" y="240"/>
                </a:lnTo>
                <a:lnTo>
                  <a:pt x="1922" y="260"/>
                </a:lnTo>
                <a:lnTo>
                  <a:pt x="1925" y="260"/>
                </a:lnTo>
                <a:lnTo>
                  <a:pt x="1934" y="311"/>
                </a:lnTo>
                <a:lnTo>
                  <a:pt x="1938" y="311"/>
                </a:lnTo>
                <a:lnTo>
                  <a:pt x="1940" y="267"/>
                </a:lnTo>
                <a:lnTo>
                  <a:pt x="1943" y="223"/>
                </a:lnTo>
                <a:lnTo>
                  <a:pt x="1945" y="176"/>
                </a:lnTo>
                <a:lnTo>
                  <a:pt x="1938" y="176"/>
                </a:lnTo>
                <a:lnTo>
                  <a:pt x="1934" y="156"/>
                </a:lnTo>
                <a:lnTo>
                  <a:pt x="1925" y="141"/>
                </a:lnTo>
                <a:lnTo>
                  <a:pt x="1916" y="127"/>
                </a:lnTo>
                <a:lnTo>
                  <a:pt x="1907" y="112"/>
                </a:lnTo>
                <a:lnTo>
                  <a:pt x="1902" y="94"/>
                </a:lnTo>
                <a:lnTo>
                  <a:pt x="1911" y="94"/>
                </a:lnTo>
                <a:lnTo>
                  <a:pt x="1914" y="107"/>
                </a:lnTo>
                <a:lnTo>
                  <a:pt x="1922" y="111"/>
                </a:lnTo>
                <a:lnTo>
                  <a:pt x="1934" y="134"/>
                </a:lnTo>
                <a:lnTo>
                  <a:pt x="1942" y="160"/>
                </a:lnTo>
                <a:lnTo>
                  <a:pt x="1945" y="160"/>
                </a:lnTo>
                <a:lnTo>
                  <a:pt x="1945" y="87"/>
                </a:lnTo>
                <a:lnTo>
                  <a:pt x="1951" y="87"/>
                </a:lnTo>
                <a:lnTo>
                  <a:pt x="1951" y="54"/>
                </a:lnTo>
                <a:lnTo>
                  <a:pt x="1954" y="54"/>
                </a:lnTo>
                <a:lnTo>
                  <a:pt x="1956" y="51"/>
                </a:lnTo>
                <a:lnTo>
                  <a:pt x="1956" y="47"/>
                </a:lnTo>
                <a:lnTo>
                  <a:pt x="1956" y="43"/>
                </a:lnTo>
                <a:lnTo>
                  <a:pt x="1958" y="40"/>
                </a:lnTo>
                <a:lnTo>
                  <a:pt x="1962" y="40"/>
                </a:lnTo>
                <a:lnTo>
                  <a:pt x="1962" y="43"/>
                </a:lnTo>
                <a:lnTo>
                  <a:pt x="1965" y="43"/>
                </a:lnTo>
                <a:lnTo>
                  <a:pt x="1962" y="87"/>
                </a:lnTo>
                <a:lnTo>
                  <a:pt x="1958" y="87"/>
                </a:lnTo>
                <a:lnTo>
                  <a:pt x="1962" y="107"/>
                </a:lnTo>
                <a:lnTo>
                  <a:pt x="1969" y="111"/>
                </a:lnTo>
                <a:lnTo>
                  <a:pt x="1973" y="114"/>
                </a:lnTo>
                <a:lnTo>
                  <a:pt x="1978" y="118"/>
                </a:lnTo>
                <a:lnTo>
                  <a:pt x="1983" y="121"/>
                </a:lnTo>
                <a:lnTo>
                  <a:pt x="1991" y="123"/>
                </a:lnTo>
                <a:lnTo>
                  <a:pt x="1991" y="120"/>
                </a:lnTo>
                <a:lnTo>
                  <a:pt x="2002" y="111"/>
                </a:lnTo>
                <a:lnTo>
                  <a:pt x="2002" y="94"/>
                </a:lnTo>
                <a:lnTo>
                  <a:pt x="2014" y="94"/>
                </a:lnTo>
                <a:lnTo>
                  <a:pt x="2014" y="103"/>
                </a:lnTo>
                <a:lnTo>
                  <a:pt x="2011" y="103"/>
                </a:lnTo>
                <a:lnTo>
                  <a:pt x="2011" y="107"/>
                </a:lnTo>
                <a:lnTo>
                  <a:pt x="2014" y="107"/>
                </a:lnTo>
                <a:lnTo>
                  <a:pt x="2013" y="109"/>
                </a:lnTo>
                <a:lnTo>
                  <a:pt x="2013" y="109"/>
                </a:lnTo>
                <a:lnTo>
                  <a:pt x="2013" y="109"/>
                </a:lnTo>
                <a:lnTo>
                  <a:pt x="2011" y="109"/>
                </a:lnTo>
                <a:lnTo>
                  <a:pt x="2011" y="111"/>
                </a:lnTo>
                <a:lnTo>
                  <a:pt x="2011" y="140"/>
                </a:lnTo>
                <a:lnTo>
                  <a:pt x="2005" y="140"/>
                </a:lnTo>
                <a:lnTo>
                  <a:pt x="2011" y="151"/>
                </a:lnTo>
                <a:lnTo>
                  <a:pt x="2005" y="151"/>
                </a:lnTo>
                <a:lnTo>
                  <a:pt x="2005" y="154"/>
                </a:lnTo>
                <a:lnTo>
                  <a:pt x="2011" y="154"/>
                </a:lnTo>
                <a:lnTo>
                  <a:pt x="2011" y="163"/>
                </a:lnTo>
                <a:lnTo>
                  <a:pt x="2018" y="167"/>
                </a:lnTo>
                <a:lnTo>
                  <a:pt x="2031" y="203"/>
                </a:lnTo>
                <a:lnTo>
                  <a:pt x="2034" y="203"/>
                </a:lnTo>
                <a:lnTo>
                  <a:pt x="2036" y="176"/>
                </a:lnTo>
                <a:lnTo>
                  <a:pt x="2040" y="152"/>
                </a:lnTo>
                <a:lnTo>
                  <a:pt x="2045" y="131"/>
                </a:lnTo>
                <a:lnTo>
                  <a:pt x="2051" y="107"/>
                </a:lnTo>
                <a:lnTo>
                  <a:pt x="2062" y="103"/>
                </a:lnTo>
                <a:lnTo>
                  <a:pt x="2062" y="94"/>
                </a:lnTo>
                <a:lnTo>
                  <a:pt x="2074" y="100"/>
                </a:lnTo>
                <a:lnTo>
                  <a:pt x="2071" y="123"/>
                </a:lnTo>
                <a:lnTo>
                  <a:pt x="2065" y="123"/>
                </a:lnTo>
                <a:lnTo>
                  <a:pt x="2065" y="160"/>
                </a:lnTo>
                <a:lnTo>
                  <a:pt x="2062" y="160"/>
                </a:lnTo>
                <a:lnTo>
                  <a:pt x="2058" y="207"/>
                </a:lnTo>
                <a:lnTo>
                  <a:pt x="2054" y="207"/>
                </a:lnTo>
                <a:lnTo>
                  <a:pt x="2054" y="243"/>
                </a:lnTo>
                <a:lnTo>
                  <a:pt x="2051" y="243"/>
                </a:lnTo>
                <a:lnTo>
                  <a:pt x="2054" y="300"/>
                </a:lnTo>
                <a:lnTo>
                  <a:pt x="2058" y="300"/>
                </a:lnTo>
                <a:lnTo>
                  <a:pt x="2060" y="312"/>
                </a:lnTo>
                <a:lnTo>
                  <a:pt x="2060" y="323"/>
                </a:lnTo>
                <a:lnTo>
                  <a:pt x="2060" y="334"/>
                </a:lnTo>
                <a:lnTo>
                  <a:pt x="2065" y="343"/>
                </a:lnTo>
                <a:lnTo>
                  <a:pt x="2063" y="314"/>
                </a:lnTo>
                <a:lnTo>
                  <a:pt x="2058" y="287"/>
                </a:lnTo>
                <a:lnTo>
                  <a:pt x="2054" y="260"/>
                </a:lnTo>
                <a:lnTo>
                  <a:pt x="2056" y="260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8" y="263"/>
                </a:lnTo>
                <a:lnTo>
                  <a:pt x="2071" y="260"/>
                </a:lnTo>
                <a:lnTo>
                  <a:pt x="2071" y="263"/>
                </a:lnTo>
                <a:lnTo>
                  <a:pt x="2076" y="276"/>
                </a:lnTo>
                <a:lnTo>
                  <a:pt x="2082" y="292"/>
                </a:lnTo>
                <a:lnTo>
                  <a:pt x="2087" y="311"/>
                </a:lnTo>
                <a:lnTo>
                  <a:pt x="2091" y="327"/>
                </a:lnTo>
                <a:lnTo>
                  <a:pt x="2091" y="351"/>
                </a:lnTo>
                <a:lnTo>
                  <a:pt x="2094" y="351"/>
                </a:lnTo>
                <a:lnTo>
                  <a:pt x="2094" y="309"/>
                </a:lnTo>
                <a:lnTo>
                  <a:pt x="2098" y="267"/>
                </a:lnTo>
                <a:lnTo>
                  <a:pt x="2105" y="225"/>
                </a:lnTo>
                <a:lnTo>
                  <a:pt x="2114" y="191"/>
                </a:lnTo>
                <a:lnTo>
                  <a:pt x="2122" y="140"/>
                </a:lnTo>
                <a:lnTo>
                  <a:pt x="2125" y="140"/>
                </a:lnTo>
                <a:lnTo>
                  <a:pt x="2127" y="138"/>
                </a:lnTo>
                <a:lnTo>
                  <a:pt x="2129" y="136"/>
                </a:lnTo>
                <a:lnTo>
                  <a:pt x="2129" y="136"/>
                </a:lnTo>
                <a:lnTo>
                  <a:pt x="2129" y="136"/>
                </a:lnTo>
                <a:lnTo>
                  <a:pt x="2131" y="136"/>
                </a:lnTo>
                <a:lnTo>
                  <a:pt x="2134" y="136"/>
                </a:lnTo>
                <a:lnTo>
                  <a:pt x="2133" y="161"/>
                </a:lnTo>
                <a:lnTo>
                  <a:pt x="2133" y="192"/>
                </a:lnTo>
                <a:lnTo>
                  <a:pt x="2131" y="223"/>
                </a:lnTo>
                <a:lnTo>
                  <a:pt x="2129" y="245"/>
                </a:lnTo>
                <a:lnTo>
                  <a:pt x="2129" y="272"/>
                </a:lnTo>
                <a:lnTo>
                  <a:pt x="2133" y="303"/>
                </a:lnTo>
                <a:lnTo>
                  <a:pt x="2138" y="334"/>
                </a:lnTo>
                <a:lnTo>
                  <a:pt x="2143" y="363"/>
                </a:lnTo>
                <a:lnTo>
                  <a:pt x="2151" y="387"/>
                </a:lnTo>
                <a:lnTo>
                  <a:pt x="2153" y="401"/>
                </a:lnTo>
                <a:lnTo>
                  <a:pt x="2153" y="420"/>
                </a:lnTo>
                <a:lnTo>
                  <a:pt x="2153" y="436"/>
                </a:lnTo>
                <a:lnTo>
                  <a:pt x="2153" y="452"/>
                </a:lnTo>
                <a:lnTo>
                  <a:pt x="2158" y="463"/>
                </a:lnTo>
                <a:lnTo>
                  <a:pt x="2165" y="347"/>
                </a:lnTo>
                <a:lnTo>
                  <a:pt x="2162" y="347"/>
                </a:lnTo>
                <a:lnTo>
                  <a:pt x="2162" y="300"/>
                </a:lnTo>
                <a:lnTo>
                  <a:pt x="2154" y="280"/>
                </a:lnTo>
                <a:lnTo>
                  <a:pt x="2151" y="260"/>
                </a:lnTo>
                <a:lnTo>
                  <a:pt x="2162" y="263"/>
                </a:lnTo>
                <a:lnTo>
                  <a:pt x="2163" y="274"/>
                </a:lnTo>
                <a:lnTo>
                  <a:pt x="2169" y="289"/>
                </a:lnTo>
                <a:lnTo>
                  <a:pt x="2173" y="305"/>
                </a:lnTo>
                <a:lnTo>
                  <a:pt x="2178" y="320"/>
                </a:lnTo>
                <a:lnTo>
                  <a:pt x="2182" y="327"/>
                </a:lnTo>
                <a:lnTo>
                  <a:pt x="2182" y="320"/>
                </a:lnTo>
                <a:lnTo>
                  <a:pt x="2185" y="311"/>
                </a:lnTo>
                <a:lnTo>
                  <a:pt x="2187" y="296"/>
                </a:lnTo>
                <a:lnTo>
                  <a:pt x="2187" y="276"/>
                </a:lnTo>
                <a:lnTo>
                  <a:pt x="2187" y="260"/>
                </a:lnTo>
                <a:lnTo>
                  <a:pt x="2185" y="247"/>
                </a:lnTo>
                <a:lnTo>
                  <a:pt x="2182" y="247"/>
                </a:lnTo>
                <a:lnTo>
                  <a:pt x="2182" y="183"/>
                </a:lnTo>
                <a:lnTo>
                  <a:pt x="2178" y="183"/>
                </a:lnTo>
                <a:lnTo>
                  <a:pt x="2178" y="160"/>
                </a:lnTo>
                <a:lnTo>
                  <a:pt x="2174" y="160"/>
                </a:lnTo>
                <a:lnTo>
                  <a:pt x="2174" y="136"/>
                </a:lnTo>
                <a:lnTo>
                  <a:pt x="2171" y="136"/>
                </a:lnTo>
                <a:lnTo>
                  <a:pt x="2171" y="114"/>
                </a:lnTo>
                <a:lnTo>
                  <a:pt x="2165" y="114"/>
                </a:lnTo>
                <a:lnTo>
                  <a:pt x="2165" y="87"/>
                </a:lnTo>
                <a:lnTo>
                  <a:pt x="2162" y="87"/>
                </a:lnTo>
                <a:lnTo>
                  <a:pt x="2158" y="63"/>
                </a:lnTo>
                <a:lnTo>
                  <a:pt x="2171" y="67"/>
                </a:lnTo>
                <a:lnTo>
                  <a:pt x="2198" y="214"/>
                </a:lnTo>
                <a:lnTo>
                  <a:pt x="2200" y="227"/>
                </a:lnTo>
                <a:lnTo>
                  <a:pt x="2198" y="238"/>
                </a:lnTo>
                <a:lnTo>
                  <a:pt x="2198" y="247"/>
                </a:lnTo>
                <a:lnTo>
                  <a:pt x="2202" y="254"/>
                </a:lnTo>
                <a:lnTo>
                  <a:pt x="2214" y="163"/>
                </a:lnTo>
                <a:lnTo>
                  <a:pt x="2223" y="131"/>
                </a:lnTo>
                <a:lnTo>
                  <a:pt x="2231" y="94"/>
                </a:lnTo>
                <a:lnTo>
                  <a:pt x="2242" y="100"/>
                </a:lnTo>
                <a:lnTo>
                  <a:pt x="2240" y="109"/>
                </a:lnTo>
                <a:lnTo>
                  <a:pt x="2234" y="123"/>
                </a:lnTo>
                <a:lnTo>
                  <a:pt x="2231" y="141"/>
                </a:lnTo>
                <a:lnTo>
                  <a:pt x="2227" y="160"/>
                </a:lnTo>
                <a:lnTo>
                  <a:pt x="2225" y="178"/>
                </a:lnTo>
                <a:lnTo>
                  <a:pt x="2223" y="191"/>
                </a:lnTo>
                <a:lnTo>
                  <a:pt x="2225" y="200"/>
                </a:lnTo>
                <a:lnTo>
                  <a:pt x="2227" y="191"/>
                </a:lnTo>
                <a:lnTo>
                  <a:pt x="2227" y="185"/>
                </a:lnTo>
                <a:lnTo>
                  <a:pt x="2229" y="180"/>
                </a:lnTo>
                <a:lnTo>
                  <a:pt x="2233" y="176"/>
                </a:lnTo>
                <a:lnTo>
                  <a:pt x="2236" y="172"/>
                </a:lnTo>
                <a:lnTo>
                  <a:pt x="2242" y="171"/>
                </a:lnTo>
                <a:lnTo>
                  <a:pt x="2242" y="211"/>
                </a:lnTo>
                <a:lnTo>
                  <a:pt x="2245" y="211"/>
                </a:lnTo>
                <a:lnTo>
                  <a:pt x="2245" y="203"/>
                </a:lnTo>
                <a:lnTo>
                  <a:pt x="2258" y="192"/>
                </a:lnTo>
                <a:lnTo>
                  <a:pt x="2267" y="180"/>
                </a:lnTo>
                <a:lnTo>
                  <a:pt x="2276" y="167"/>
                </a:lnTo>
                <a:lnTo>
                  <a:pt x="2287" y="154"/>
                </a:lnTo>
                <a:lnTo>
                  <a:pt x="2302" y="147"/>
                </a:lnTo>
                <a:lnTo>
                  <a:pt x="2300" y="154"/>
                </a:lnTo>
                <a:lnTo>
                  <a:pt x="2298" y="158"/>
                </a:lnTo>
                <a:lnTo>
                  <a:pt x="2294" y="163"/>
                </a:lnTo>
                <a:lnTo>
                  <a:pt x="2291" y="167"/>
                </a:lnTo>
                <a:lnTo>
                  <a:pt x="2285" y="167"/>
                </a:lnTo>
                <a:lnTo>
                  <a:pt x="2285" y="176"/>
                </a:lnTo>
                <a:lnTo>
                  <a:pt x="2278" y="180"/>
                </a:lnTo>
                <a:lnTo>
                  <a:pt x="2278" y="183"/>
                </a:lnTo>
                <a:lnTo>
                  <a:pt x="2271" y="187"/>
                </a:lnTo>
                <a:lnTo>
                  <a:pt x="2271" y="196"/>
                </a:lnTo>
                <a:lnTo>
                  <a:pt x="2262" y="200"/>
                </a:lnTo>
                <a:lnTo>
                  <a:pt x="2256" y="212"/>
                </a:lnTo>
                <a:lnTo>
                  <a:pt x="2251" y="225"/>
                </a:lnTo>
                <a:lnTo>
                  <a:pt x="2242" y="236"/>
                </a:lnTo>
                <a:lnTo>
                  <a:pt x="2262" y="307"/>
                </a:lnTo>
                <a:lnTo>
                  <a:pt x="2265" y="307"/>
                </a:lnTo>
                <a:lnTo>
                  <a:pt x="2267" y="296"/>
                </a:lnTo>
                <a:lnTo>
                  <a:pt x="2269" y="289"/>
                </a:lnTo>
                <a:lnTo>
                  <a:pt x="2271" y="283"/>
                </a:lnTo>
                <a:lnTo>
                  <a:pt x="2274" y="274"/>
                </a:lnTo>
                <a:lnTo>
                  <a:pt x="2282" y="227"/>
                </a:lnTo>
                <a:lnTo>
                  <a:pt x="2314" y="136"/>
                </a:lnTo>
                <a:lnTo>
                  <a:pt x="2322" y="136"/>
                </a:lnTo>
                <a:lnTo>
                  <a:pt x="2311" y="191"/>
                </a:lnTo>
                <a:lnTo>
                  <a:pt x="2309" y="192"/>
                </a:lnTo>
                <a:lnTo>
                  <a:pt x="2309" y="194"/>
                </a:lnTo>
                <a:lnTo>
                  <a:pt x="2307" y="192"/>
                </a:lnTo>
                <a:lnTo>
                  <a:pt x="2307" y="192"/>
                </a:lnTo>
                <a:lnTo>
                  <a:pt x="2305" y="196"/>
                </a:lnTo>
                <a:lnTo>
                  <a:pt x="2314" y="200"/>
                </a:lnTo>
                <a:lnTo>
                  <a:pt x="2325" y="254"/>
                </a:lnTo>
                <a:lnTo>
                  <a:pt x="2327" y="254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1"/>
                </a:lnTo>
                <a:lnTo>
                  <a:pt x="2331" y="247"/>
                </a:lnTo>
                <a:lnTo>
                  <a:pt x="2331" y="238"/>
                </a:lnTo>
                <a:lnTo>
                  <a:pt x="2329" y="223"/>
                </a:lnTo>
                <a:lnTo>
                  <a:pt x="2325" y="207"/>
                </a:lnTo>
                <a:lnTo>
                  <a:pt x="2320" y="192"/>
                </a:lnTo>
                <a:lnTo>
                  <a:pt x="2318" y="180"/>
                </a:lnTo>
                <a:lnTo>
                  <a:pt x="2331" y="183"/>
                </a:lnTo>
                <a:lnTo>
                  <a:pt x="2333" y="198"/>
                </a:lnTo>
                <a:lnTo>
                  <a:pt x="2336" y="212"/>
                </a:lnTo>
                <a:lnTo>
                  <a:pt x="2342" y="223"/>
                </a:lnTo>
                <a:lnTo>
                  <a:pt x="2342" y="220"/>
                </a:lnTo>
                <a:lnTo>
                  <a:pt x="2351" y="209"/>
                </a:lnTo>
                <a:lnTo>
                  <a:pt x="2356" y="196"/>
                </a:lnTo>
                <a:lnTo>
                  <a:pt x="2362" y="183"/>
                </a:lnTo>
                <a:lnTo>
                  <a:pt x="2374" y="176"/>
                </a:lnTo>
                <a:lnTo>
                  <a:pt x="2374" y="167"/>
                </a:lnTo>
                <a:lnTo>
                  <a:pt x="2378" y="163"/>
                </a:lnTo>
                <a:lnTo>
                  <a:pt x="2380" y="161"/>
                </a:lnTo>
                <a:lnTo>
                  <a:pt x="2383" y="160"/>
                </a:lnTo>
                <a:lnTo>
                  <a:pt x="2387" y="156"/>
                </a:lnTo>
                <a:lnTo>
                  <a:pt x="2389" y="154"/>
                </a:lnTo>
                <a:lnTo>
                  <a:pt x="2393" y="149"/>
                </a:lnTo>
                <a:lnTo>
                  <a:pt x="2394" y="143"/>
                </a:lnTo>
                <a:lnTo>
                  <a:pt x="2402" y="143"/>
                </a:lnTo>
                <a:lnTo>
                  <a:pt x="2402" y="140"/>
                </a:lnTo>
                <a:lnTo>
                  <a:pt x="2400" y="138"/>
                </a:lnTo>
                <a:lnTo>
                  <a:pt x="2398" y="136"/>
                </a:lnTo>
                <a:lnTo>
                  <a:pt x="2396" y="134"/>
                </a:lnTo>
                <a:lnTo>
                  <a:pt x="2396" y="134"/>
                </a:lnTo>
                <a:lnTo>
                  <a:pt x="2394" y="131"/>
                </a:lnTo>
                <a:lnTo>
                  <a:pt x="2394" y="127"/>
                </a:lnTo>
                <a:lnTo>
                  <a:pt x="2405" y="127"/>
                </a:lnTo>
                <a:lnTo>
                  <a:pt x="2405" y="136"/>
                </a:lnTo>
                <a:lnTo>
                  <a:pt x="2414" y="136"/>
                </a:lnTo>
                <a:lnTo>
                  <a:pt x="2411" y="147"/>
                </a:lnTo>
                <a:lnTo>
                  <a:pt x="2414" y="147"/>
                </a:lnTo>
                <a:lnTo>
                  <a:pt x="2414" y="160"/>
                </a:lnTo>
                <a:lnTo>
                  <a:pt x="2418" y="160"/>
                </a:lnTo>
                <a:lnTo>
                  <a:pt x="2418" y="176"/>
                </a:lnTo>
                <a:lnTo>
                  <a:pt x="2422" y="176"/>
                </a:lnTo>
                <a:lnTo>
                  <a:pt x="2422" y="191"/>
                </a:lnTo>
                <a:lnTo>
                  <a:pt x="2425" y="191"/>
                </a:lnTo>
                <a:lnTo>
                  <a:pt x="2425" y="207"/>
                </a:lnTo>
                <a:lnTo>
                  <a:pt x="2431" y="207"/>
                </a:lnTo>
                <a:lnTo>
                  <a:pt x="2434" y="236"/>
                </a:lnTo>
                <a:lnTo>
                  <a:pt x="2438" y="236"/>
                </a:lnTo>
                <a:lnTo>
                  <a:pt x="2438" y="251"/>
                </a:lnTo>
                <a:lnTo>
                  <a:pt x="2442" y="251"/>
                </a:lnTo>
                <a:lnTo>
                  <a:pt x="2443" y="263"/>
                </a:lnTo>
                <a:lnTo>
                  <a:pt x="2443" y="276"/>
                </a:lnTo>
                <a:lnTo>
                  <a:pt x="2445" y="287"/>
                </a:lnTo>
                <a:lnTo>
                  <a:pt x="2451" y="296"/>
                </a:lnTo>
                <a:lnTo>
                  <a:pt x="2451" y="280"/>
                </a:lnTo>
                <a:lnTo>
                  <a:pt x="2462" y="280"/>
                </a:lnTo>
                <a:lnTo>
                  <a:pt x="2462" y="274"/>
                </a:lnTo>
                <a:lnTo>
                  <a:pt x="2460" y="274"/>
                </a:lnTo>
                <a:lnTo>
                  <a:pt x="2458" y="274"/>
                </a:lnTo>
                <a:lnTo>
                  <a:pt x="2456" y="274"/>
                </a:lnTo>
                <a:lnTo>
                  <a:pt x="2456" y="274"/>
                </a:lnTo>
                <a:lnTo>
                  <a:pt x="2456" y="272"/>
                </a:lnTo>
                <a:lnTo>
                  <a:pt x="2454" y="271"/>
                </a:lnTo>
                <a:lnTo>
                  <a:pt x="2458" y="261"/>
                </a:lnTo>
                <a:lnTo>
                  <a:pt x="2463" y="245"/>
                </a:lnTo>
                <a:lnTo>
                  <a:pt x="2465" y="223"/>
                </a:lnTo>
                <a:lnTo>
                  <a:pt x="2469" y="201"/>
                </a:lnTo>
                <a:lnTo>
                  <a:pt x="2469" y="181"/>
                </a:lnTo>
                <a:lnTo>
                  <a:pt x="2471" y="167"/>
                </a:lnTo>
                <a:lnTo>
                  <a:pt x="2482" y="171"/>
                </a:lnTo>
                <a:lnTo>
                  <a:pt x="2483" y="183"/>
                </a:lnTo>
                <a:lnTo>
                  <a:pt x="2485" y="198"/>
                </a:lnTo>
                <a:lnTo>
                  <a:pt x="2491" y="207"/>
                </a:lnTo>
                <a:lnTo>
                  <a:pt x="2474" y="91"/>
                </a:lnTo>
                <a:lnTo>
                  <a:pt x="2482" y="91"/>
                </a:lnTo>
                <a:lnTo>
                  <a:pt x="2491" y="140"/>
                </a:lnTo>
                <a:lnTo>
                  <a:pt x="2502" y="187"/>
                </a:lnTo>
                <a:lnTo>
                  <a:pt x="2503" y="200"/>
                </a:lnTo>
                <a:lnTo>
                  <a:pt x="2503" y="214"/>
                </a:lnTo>
                <a:lnTo>
                  <a:pt x="2503" y="229"/>
                </a:lnTo>
                <a:lnTo>
                  <a:pt x="2505" y="241"/>
                </a:lnTo>
                <a:lnTo>
                  <a:pt x="2511" y="251"/>
                </a:lnTo>
                <a:lnTo>
                  <a:pt x="2514" y="200"/>
                </a:lnTo>
                <a:lnTo>
                  <a:pt x="2525" y="154"/>
                </a:lnTo>
                <a:lnTo>
                  <a:pt x="2534" y="94"/>
                </a:lnTo>
                <a:lnTo>
                  <a:pt x="2538" y="94"/>
                </a:lnTo>
                <a:lnTo>
                  <a:pt x="2538" y="83"/>
                </a:lnTo>
                <a:lnTo>
                  <a:pt x="2542" y="83"/>
                </a:lnTo>
                <a:lnTo>
                  <a:pt x="2542" y="63"/>
                </a:lnTo>
                <a:lnTo>
                  <a:pt x="2545" y="63"/>
                </a:lnTo>
                <a:lnTo>
                  <a:pt x="2531" y="16"/>
                </a:lnTo>
                <a:lnTo>
                  <a:pt x="2534" y="16"/>
                </a:lnTo>
                <a:lnTo>
                  <a:pt x="2534" y="20"/>
                </a:lnTo>
                <a:lnTo>
                  <a:pt x="2538" y="20"/>
                </a:lnTo>
                <a:lnTo>
                  <a:pt x="2549" y="45"/>
                </a:lnTo>
                <a:lnTo>
                  <a:pt x="2562" y="72"/>
                </a:lnTo>
                <a:lnTo>
                  <a:pt x="2573" y="100"/>
                </a:lnTo>
                <a:lnTo>
                  <a:pt x="2578" y="131"/>
                </a:lnTo>
                <a:lnTo>
                  <a:pt x="2585" y="131"/>
                </a:lnTo>
                <a:lnTo>
                  <a:pt x="2587" y="152"/>
                </a:lnTo>
                <a:lnTo>
                  <a:pt x="2593" y="171"/>
                </a:lnTo>
                <a:lnTo>
                  <a:pt x="2598" y="187"/>
                </a:lnTo>
                <a:lnTo>
                  <a:pt x="2598" y="214"/>
                </a:lnTo>
                <a:lnTo>
                  <a:pt x="2602" y="214"/>
                </a:lnTo>
                <a:lnTo>
                  <a:pt x="2605" y="176"/>
                </a:lnTo>
                <a:lnTo>
                  <a:pt x="2602" y="176"/>
                </a:lnTo>
                <a:lnTo>
                  <a:pt x="2602" y="147"/>
                </a:lnTo>
                <a:lnTo>
                  <a:pt x="2614" y="151"/>
                </a:lnTo>
                <a:lnTo>
                  <a:pt x="2618" y="185"/>
                </a:lnTo>
                <a:lnTo>
                  <a:pt x="2625" y="214"/>
                </a:lnTo>
                <a:lnTo>
                  <a:pt x="2638" y="331"/>
                </a:lnTo>
                <a:lnTo>
                  <a:pt x="2645" y="331"/>
                </a:lnTo>
                <a:lnTo>
                  <a:pt x="2651" y="203"/>
                </a:lnTo>
                <a:lnTo>
                  <a:pt x="2631" y="94"/>
                </a:lnTo>
                <a:lnTo>
                  <a:pt x="2642" y="100"/>
                </a:lnTo>
                <a:lnTo>
                  <a:pt x="2645" y="132"/>
                </a:lnTo>
                <a:lnTo>
                  <a:pt x="2654" y="163"/>
                </a:lnTo>
                <a:lnTo>
                  <a:pt x="2654" y="191"/>
                </a:lnTo>
                <a:lnTo>
                  <a:pt x="2658" y="191"/>
                </a:lnTo>
                <a:lnTo>
                  <a:pt x="2658" y="187"/>
                </a:lnTo>
                <a:lnTo>
                  <a:pt x="2662" y="176"/>
                </a:lnTo>
                <a:lnTo>
                  <a:pt x="2665" y="161"/>
                </a:lnTo>
                <a:lnTo>
                  <a:pt x="2665" y="147"/>
                </a:lnTo>
                <a:lnTo>
                  <a:pt x="2674" y="147"/>
                </a:lnTo>
                <a:lnTo>
                  <a:pt x="2674" y="207"/>
                </a:lnTo>
                <a:lnTo>
                  <a:pt x="2671" y="207"/>
                </a:lnTo>
                <a:lnTo>
                  <a:pt x="2674" y="331"/>
                </a:lnTo>
                <a:lnTo>
                  <a:pt x="2691" y="331"/>
                </a:lnTo>
                <a:lnTo>
                  <a:pt x="2705" y="416"/>
                </a:lnTo>
                <a:lnTo>
                  <a:pt x="2711" y="416"/>
                </a:lnTo>
                <a:lnTo>
                  <a:pt x="2705" y="263"/>
                </a:lnTo>
                <a:lnTo>
                  <a:pt x="2702" y="263"/>
                </a:lnTo>
                <a:lnTo>
                  <a:pt x="2702" y="231"/>
                </a:lnTo>
                <a:lnTo>
                  <a:pt x="2698" y="231"/>
                </a:lnTo>
                <a:lnTo>
                  <a:pt x="2698" y="196"/>
                </a:lnTo>
                <a:lnTo>
                  <a:pt x="2694" y="196"/>
                </a:lnTo>
                <a:lnTo>
                  <a:pt x="2694" y="167"/>
                </a:lnTo>
                <a:lnTo>
                  <a:pt x="2691" y="167"/>
                </a:lnTo>
                <a:lnTo>
                  <a:pt x="2691" y="143"/>
                </a:lnTo>
                <a:lnTo>
                  <a:pt x="2685" y="143"/>
                </a:lnTo>
                <a:lnTo>
                  <a:pt x="2685" y="123"/>
                </a:lnTo>
                <a:lnTo>
                  <a:pt x="2682" y="123"/>
                </a:lnTo>
                <a:lnTo>
                  <a:pt x="2682" y="103"/>
                </a:lnTo>
                <a:lnTo>
                  <a:pt x="2678" y="103"/>
                </a:lnTo>
                <a:lnTo>
                  <a:pt x="2678" y="100"/>
                </a:lnTo>
                <a:lnTo>
                  <a:pt x="2682" y="100"/>
                </a:lnTo>
                <a:lnTo>
                  <a:pt x="2682" y="94"/>
                </a:lnTo>
                <a:lnTo>
                  <a:pt x="2685" y="94"/>
                </a:lnTo>
                <a:lnTo>
                  <a:pt x="2685" y="100"/>
                </a:lnTo>
                <a:lnTo>
                  <a:pt x="2691" y="109"/>
                </a:lnTo>
                <a:lnTo>
                  <a:pt x="2693" y="118"/>
                </a:lnTo>
                <a:lnTo>
                  <a:pt x="2694" y="131"/>
                </a:lnTo>
                <a:lnTo>
                  <a:pt x="2698" y="131"/>
                </a:lnTo>
                <a:lnTo>
                  <a:pt x="2698" y="154"/>
                </a:lnTo>
                <a:lnTo>
                  <a:pt x="2705" y="185"/>
                </a:lnTo>
                <a:lnTo>
                  <a:pt x="2711" y="218"/>
                </a:lnTo>
                <a:lnTo>
                  <a:pt x="2718" y="247"/>
                </a:lnTo>
                <a:lnTo>
                  <a:pt x="2720" y="260"/>
                </a:lnTo>
                <a:lnTo>
                  <a:pt x="2720" y="276"/>
                </a:lnTo>
                <a:lnTo>
                  <a:pt x="2722" y="289"/>
                </a:lnTo>
                <a:lnTo>
                  <a:pt x="2725" y="300"/>
                </a:lnTo>
                <a:lnTo>
                  <a:pt x="2731" y="203"/>
                </a:lnTo>
                <a:lnTo>
                  <a:pt x="2725" y="203"/>
                </a:lnTo>
                <a:lnTo>
                  <a:pt x="2725" y="114"/>
                </a:lnTo>
                <a:lnTo>
                  <a:pt x="2718" y="81"/>
                </a:lnTo>
                <a:lnTo>
                  <a:pt x="2714" y="47"/>
                </a:lnTo>
                <a:lnTo>
                  <a:pt x="2722" y="47"/>
                </a:lnTo>
                <a:lnTo>
                  <a:pt x="2725" y="76"/>
                </a:lnTo>
                <a:lnTo>
                  <a:pt x="2731" y="76"/>
                </a:lnTo>
                <a:lnTo>
                  <a:pt x="2731" y="94"/>
                </a:lnTo>
                <a:lnTo>
                  <a:pt x="2734" y="94"/>
                </a:lnTo>
                <a:lnTo>
                  <a:pt x="2734" y="114"/>
                </a:lnTo>
                <a:lnTo>
                  <a:pt x="2738" y="114"/>
                </a:lnTo>
                <a:lnTo>
                  <a:pt x="2738" y="131"/>
                </a:lnTo>
                <a:lnTo>
                  <a:pt x="2742" y="131"/>
                </a:lnTo>
                <a:lnTo>
                  <a:pt x="2742" y="151"/>
                </a:lnTo>
                <a:lnTo>
                  <a:pt x="2747" y="176"/>
                </a:lnTo>
                <a:lnTo>
                  <a:pt x="2753" y="203"/>
                </a:lnTo>
                <a:lnTo>
                  <a:pt x="2758" y="227"/>
                </a:lnTo>
                <a:lnTo>
                  <a:pt x="2758" y="260"/>
                </a:lnTo>
                <a:lnTo>
                  <a:pt x="2762" y="260"/>
                </a:lnTo>
                <a:lnTo>
                  <a:pt x="2763" y="272"/>
                </a:lnTo>
                <a:lnTo>
                  <a:pt x="2763" y="285"/>
                </a:lnTo>
                <a:lnTo>
                  <a:pt x="2765" y="298"/>
                </a:lnTo>
                <a:lnTo>
                  <a:pt x="2771" y="307"/>
                </a:lnTo>
                <a:lnTo>
                  <a:pt x="2773" y="281"/>
                </a:lnTo>
                <a:lnTo>
                  <a:pt x="2780" y="256"/>
                </a:lnTo>
                <a:lnTo>
                  <a:pt x="2785" y="236"/>
                </a:lnTo>
                <a:lnTo>
                  <a:pt x="2794" y="196"/>
                </a:lnTo>
                <a:lnTo>
                  <a:pt x="2798" y="196"/>
                </a:lnTo>
                <a:lnTo>
                  <a:pt x="2798" y="180"/>
                </a:lnTo>
                <a:lnTo>
                  <a:pt x="2802" y="180"/>
                </a:lnTo>
                <a:lnTo>
                  <a:pt x="2802" y="171"/>
                </a:lnTo>
                <a:lnTo>
                  <a:pt x="2805" y="171"/>
                </a:lnTo>
                <a:lnTo>
                  <a:pt x="2811" y="151"/>
                </a:lnTo>
                <a:lnTo>
                  <a:pt x="2822" y="151"/>
                </a:lnTo>
                <a:lnTo>
                  <a:pt x="2811" y="187"/>
                </a:lnTo>
                <a:lnTo>
                  <a:pt x="2818" y="187"/>
                </a:lnTo>
                <a:lnTo>
                  <a:pt x="2805" y="223"/>
                </a:lnTo>
                <a:lnTo>
                  <a:pt x="2802" y="223"/>
                </a:lnTo>
                <a:lnTo>
                  <a:pt x="2802" y="247"/>
                </a:lnTo>
                <a:lnTo>
                  <a:pt x="2798" y="247"/>
                </a:lnTo>
                <a:lnTo>
                  <a:pt x="2798" y="251"/>
                </a:lnTo>
                <a:lnTo>
                  <a:pt x="2802" y="251"/>
                </a:lnTo>
                <a:lnTo>
                  <a:pt x="2802" y="254"/>
                </a:lnTo>
                <a:lnTo>
                  <a:pt x="2798" y="254"/>
                </a:lnTo>
                <a:lnTo>
                  <a:pt x="2798" y="260"/>
                </a:lnTo>
                <a:lnTo>
                  <a:pt x="2802" y="260"/>
                </a:lnTo>
                <a:lnTo>
                  <a:pt x="2798" y="280"/>
                </a:lnTo>
                <a:lnTo>
                  <a:pt x="2798" y="281"/>
                </a:lnTo>
                <a:lnTo>
                  <a:pt x="2800" y="281"/>
                </a:lnTo>
                <a:lnTo>
                  <a:pt x="2800" y="281"/>
                </a:lnTo>
                <a:lnTo>
                  <a:pt x="2802" y="281"/>
                </a:lnTo>
                <a:lnTo>
                  <a:pt x="2802" y="283"/>
                </a:lnTo>
                <a:lnTo>
                  <a:pt x="2802" y="298"/>
                </a:lnTo>
                <a:lnTo>
                  <a:pt x="2802" y="314"/>
                </a:lnTo>
                <a:lnTo>
                  <a:pt x="2800" y="331"/>
                </a:lnTo>
                <a:lnTo>
                  <a:pt x="2802" y="345"/>
                </a:lnTo>
                <a:lnTo>
                  <a:pt x="2805" y="356"/>
                </a:lnTo>
                <a:lnTo>
                  <a:pt x="2811" y="334"/>
                </a:lnTo>
                <a:lnTo>
                  <a:pt x="2814" y="334"/>
                </a:lnTo>
                <a:lnTo>
                  <a:pt x="2814" y="327"/>
                </a:lnTo>
                <a:lnTo>
                  <a:pt x="2818" y="327"/>
                </a:lnTo>
                <a:lnTo>
                  <a:pt x="2818" y="296"/>
                </a:lnTo>
                <a:lnTo>
                  <a:pt x="2822" y="296"/>
                </a:lnTo>
                <a:lnTo>
                  <a:pt x="2831" y="247"/>
                </a:lnTo>
                <a:lnTo>
                  <a:pt x="2838" y="247"/>
                </a:lnTo>
                <a:lnTo>
                  <a:pt x="2842" y="276"/>
                </a:lnTo>
                <a:lnTo>
                  <a:pt x="2851" y="303"/>
                </a:lnTo>
                <a:lnTo>
                  <a:pt x="2851" y="331"/>
                </a:lnTo>
                <a:lnTo>
                  <a:pt x="2854" y="331"/>
                </a:lnTo>
                <a:lnTo>
                  <a:pt x="2858" y="301"/>
                </a:lnTo>
                <a:lnTo>
                  <a:pt x="2865" y="272"/>
                </a:lnTo>
                <a:lnTo>
                  <a:pt x="2874" y="247"/>
                </a:lnTo>
                <a:lnTo>
                  <a:pt x="2878" y="247"/>
                </a:lnTo>
                <a:lnTo>
                  <a:pt x="2878" y="251"/>
                </a:lnTo>
                <a:lnTo>
                  <a:pt x="2882" y="251"/>
                </a:lnTo>
                <a:lnTo>
                  <a:pt x="2882" y="254"/>
                </a:lnTo>
                <a:lnTo>
                  <a:pt x="2882" y="258"/>
                </a:lnTo>
                <a:lnTo>
                  <a:pt x="2880" y="263"/>
                </a:lnTo>
                <a:lnTo>
                  <a:pt x="2878" y="269"/>
                </a:lnTo>
                <a:lnTo>
                  <a:pt x="2878" y="274"/>
                </a:lnTo>
                <a:lnTo>
                  <a:pt x="2878" y="280"/>
                </a:lnTo>
                <a:lnTo>
                  <a:pt x="2882" y="280"/>
                </a:lnTo>
                <a:lnTo>
                  <a:pt x="2885" y="300"/>
                </a:lnTo>
                <a:lnTo>
                  <a:pt x="2891" y="300"/>
                </a:lnTo>
                <a:lnTo>
                  <a:pt x="2893" y="283"/>
                </a:lnTo>
                <a:lnTo>
                  <a:pt x="2896" y="265"/>
                </a:lnTo>
                <a:lnTo>
                  <a:pt x="2902" y="251"/>
                </a:lnTo>
                <a:lnTo>
                  <a:pt x="2911" y="247"/>
                </a:lnTo>
                <a:lnTo>
                  <a:pt x="2911" y="238"/>
                </a:lnTo>
                <a:lnTo>
                  <a:pt x="2907" y="225"/>
                </a:lnTo>
                <a:lnTo>
                  <a:pt x="2902" y="212"/>
                </a:lnTo>
                <a:lnTo>
                  <a:pt x="2896" y="200"/>
                </a:lnTo>
                <a:lnTo>
                  <a:pt x="2894" y="191"/>
                </a:lnTo>
                <a:lnTo>
                  <a:pt x="2905" y="196"/>
                </a:lnTo>
                <a:lnTo>
                  <a:pt x="2905" y="183"/>
                </a:lnTo>
                <a:lnTo>
                  <a:pt x="2902" y="183"/>
                </a:lnTo>
                <a:lnTo>
                  <a:pt x="2898" y="154"/>
                </a:lnTo>
                <a:lnTo>
                  <a:pt x="2905" y="154"/>
                </a:lnTo>
                <a:lnTo>
                  <a:pt x="2918" y="191"/>
                </a:lnTo>
                <a:lnTo>
                  <a:pt x="2922" y="220"/>
                </a:lnTo>
                <a:lnTo>
                  <a:pt x="2925" y="220"/>
                </a:lnTo>
                <a:lnTo>
                  <a:pt x="2925" y="243"/>
                </a:lnTo>
                <a:lnTo>
                  <a:pt x="2931" y="243"/>
                </a:lnTo>
                <a:lnTo>
                  <a:pt x="2931" y="267"/>
                </a:lnTo>
                <a:lnTo>
                  <a:pt x="2934" y="267"/>
                </a:lnTo>
                <a:lnTo>
                  <a:pt x="2936" y="281"/>
                </a:lnTo>
                <a:lnTo>
                  <a:pt x="2936" y="296"/>
                </a:lnTo>
                <a:lnTo>
                  <a:pt x="2938" y="307"/>
                </a:lnTo>
                <a:lnTo>
                  <a:pt x="2942" y="307"/>
                </a:lnTo>
                <a:lnTo>
                  <a:pt x="2943" y="280"/>
                </a:lnTo>
                <a:lnTo>
                  <a:pt x="2951" y="254"/>
                </a:lnTo>
                <a:lnTo>
                  <a:pt x="2958" y="232"/>
                </a:lnTo>
                <a:lnTo>
                  <a:pt x="2965" y="211"/>
                </a:lnTo>
                <a:lnTo>
                  <a:pt x="2965" y="196"/>
                </a:lnTo>
                <a:lnTo>
                  <a:pt x="2971" y="196"/>
                </a:lnTo>
                <a:lnTo>
                  <a:pt x="2971" y="183"/>
                </a:lnTo>
                <a:lnTo>
                  <a:pt x="2974" y="183"/>
                </a:lnTo>
                <a:lnTo>
                  <a:pt x="2974" y="167"/>
                </a:lnTo>
                <a:lnTo>
                  <a:pt x="2993" y="112"/>
                </a:lnTo>
                <a:lnTo>
                  <a:pt x="3005" y="54"/>
                </a:lnTo>
                <a:lnTo>
                  <a:pt x="3018" y="54"/>
                </a:lnTo>
                <a:lnTo>
                  <a:pt x="2998" y="131"/>
                </a:lnTo>
                <a:lnTo>
                  <a:pt x="2998" y="163"/>
                </a:lnTo>
                <a:lnTo>
                  <a:pt x="2994" y="163"/>
                </a:lnTo>
                <a:lnTo>
                  <a:pt x="2994" y="196"/>
                </a:lnTo>
                <a:lnTo>
                  <a:pt x="2991" y="196"/>
                </a:lnTo>
                <a:lnTo>
                  <a:pt x="2991" y="231"/>
                </a:lnTo>
                <a:lnTo>
                  <a:pt x="2985" y="231"/>
                </a:lnTo>
                <a:lnTo>
                  <a:pt x="2983" y="243"/>
                </a:lnTo>
                <a:lnTo>
                  <a:pt x="2985" y="260"/>
                </a:lnTo>
                <a:lnTo>
                  <a:pt x="2987" y="274"/>
                </a:lnTo>
                <a:lnTo>
                  <a:pt x="2991" y="283"/>
                </a:lnTo>
                <a:lnTo>
                  <a:pt x="3002" y="231"/>
                </a:lnTo>
                <a:lnTo>
                  <a:pt x="3005" y="231"/>
                </a:lnTo>
                <a:lnTo>
                  <a:pt x="3005" y="220"/>
                </a:lnTo>
                <a:lnTo>
                  <a:pt x="3011" y="220"/>
                </a:lnTo>
                <a:lnTo>
                  <a:pt x="3042" y="103"/>
                </a:lnTo>
                <a:lnTo>
                  <a:pt x="3051" y="103"/>
                </a:lnTo>
                <a:lnTo>
                  <a:pt x="3045" y="138"/>
                </a:lnTo>
                <a:lnTo>
                  <a:pt x="3033" y="172"/>
                </a:lnTo>
                <a:lnTo>
                  <a:pt x="3022" y="203"/>
                </a:lnTo>
                <a:lnTo>
                  <a:pt x="3022" y="220"/>
                </a:lnTo>
                <a:lnTo>
                  <a:pt x="3018" y="220"/>
                </a:lnTo>
                <a:lnTo>
                  <a:pt x="3018" y="236"/>
                </a:lnTo>
                <a:lnTo>
                  <a:pt x="3014" y="236"/>
                </a:lnTo>
                <a:lnTo>
                  <a:pt x="3014" y="247"/>
                </a:lnTo>
                <a:lnTo>
                  <a:pt x="3011" y="247"/>
                </a:lnTo>
                <a:lnTo>
                  <a:pt x="3011" y="263"/>
                </a:lnTo>
                <a:lnTo>
                  <a:pt x="3005" y="263"/>
                </a:lnTo>
                <a:lnTo>
                  <a:pt x="3005" y="271"/>
                </a:lnTo>
                <a:lnTo>
                  <a:pt x="3003" y="278"/>
                </a:lnTo>
                <a:lnTo>
                  <a:pt x="3003" y="285"/>
                </a:lnTo>
                <a:lnTo>
                  <a:pt x="3002" y="291"/>
                </a:lnTo>
                <a:lnTo>
                  <a:pt x="3011" y="291"/>
                </a:lnTo>
                <a:lnTo>
                  <a:pt x="3011" y="287"/>
                </a:lnTo>
                <a:lnTo>
                  <a:pt x="3038" y="287"/>
                </a:lnTo>
                <a:lnTo>
                  <a:pt x="3038" y="283"/>
                </a:lnTo>
                <a:lnTo>
                  <a:pt x="3042" y="283"/>
                </a:lnTo>
                <a:lnTo>
                  <a:pt x="3047" y="256"/>
                </a:lnTo>
                <a:lnTo>
                  <a:pt x="3056" y="231"/>
                </a:lnTo>
                <a:lnTo>
                  <a:pt x="3065" y="207"/>
                </a:lnTo>
                <a:lnTo>
                  <a:pt x="3067" y="192"/>
                </a:lnTo>
                <a:lnTo>
                  <a:pt x="3065" y="180"/>
                </a:lnTo>
                <a:lnTo>
                  <a:pt x="3063" y="169"/>
                </a:lnTo>
                <a:lnTo>
                  <a:pt x="3065" y="160"/>
                </a:lnTo>
                <a:lnTo>
                  <a:pt x="3069" y="163"/>
                </a:lnTo>
                <a:lnTo>
                  <a:pt x="3073" y="167"/>
                </a:lnTo>
                <a:lnTo>
                  <a:pt x="3078" y="171"/>
                </a:lnTo>
                <a:lnTo>
                  <a:pt x="3080" y="152"/>
                </a:lnTo>
                <a:lnTo>
                  <a:pt x="3083" y="136"/>
                </a:lnTo>
                <a:lnTo>
                  <a:pt x="3089" y="120"/>
                </a:lnTo>
                <a:lnTo>
                  <a:pt x="3094" y="103"/>
                </a:lnTo>
                <a:lnTo>
                  <a:pt x="3102" y="103"/>
                </a:lnTo>
                <a:lnTo>
                  <a:pt x="3085" y="171"/>
                </a:lnTo>
                <a:lnTo>
                  <a:pt x="3082" y="171"/>
                </a:lnTo>
                <a:lnTo>
                  <a:pt x="3078" y="196"/>
                </a:lnTo>
                <a:lnTo>
                  <a:pt x="3082" y="196"/>
                </a:lnTo>
                <a:lnTo>
                  <a:pt x="3082" y="214"/>
                </a:lnTo>
                <a:lnTo>
                  <a:pt x="3085" y="214"/>
                </a:lnTo>
                <a:lnTo>
                  <a:pt x="3085" y="247"/>
                </a:lnTo>
                <a:lnTo>
                  <a:pt x="3091" y="247"/>
                </a:lnTo>
                <a:lnTo>
                  <a:pt x="3094" y="223"/>
                </a:lnTo>
                <a:lnTo>
                  <a:pt x="3102" y="200"/>
                </a:lnTo>
                <a:lnTo>
                  <a:pt x="3111" y="178"/>
                </a:lnTo>
                <a:lnTo>
                  <a:pt x="3118" y="154"/>
                </a:lnTo>
                <a:lnTo>
                  <a:pt x="3125" y="154"/>
                </a:lnTo>
                <a:lnTo>
                  <a:pt x="3125" y="169"/>
                </a:lnTo>
                <a:lnTo>
                  <a:pt x="3122" y="185"/>
                </a:lnTo>
                <a:lnTo>
                  <a:pt x="3120" y="200"/>
                </a:lnTo>
                <a:lnTo>
                  <a:pt x="3118" y="214"/>
                </a:lnTo>
                <a:lnTo>
                  <a:pt x="3122" y="223"/>
                </a:lnTo>
                <a:lnTo>
                  <a:pt x="3123" y="209"/>
                </a:lnTo>
                <a:lnTo>
                  <a:pt x="3129" y="198"/>
                </a:lnTo>
                <a:lnTo>
                  <a:pt x="3134" y="187"/>
                </a:lnTo>
                <a:lnTo>
                  <a:pt x="3145" y="140"/>
                </a:lnTo>
                <a:lnTo>
                  <a:pt x="3154" y="140"/>
                </a:lnTo>
                <a:lnTo>
                  <a:pt x="3149" y="176"/>
                </a:lnTo>
                <a:lnTo>
                  <a:pt x="3142" y="214"/>
                </a:lnTo>
                <a:lnTo>
                  <a:pt x="3136" y="251"/>
                </a:lnTo>
                <a:lnTo>
                  <a:pt x="3133" y="287"/>
                </a:lnTo>
                <a:lnTo>
                  <a:pt x="3138" y="323"/>
                </a:lnTo>
                <a:lnTo>
                  <a:pt x="3140" y="338"/>
                </a:lnTo>
                <a:lnTo>
                  <a:pt x="3142" y="352"/>
                </a:lnTo>
                <a:lnTo>
                  <a:pt x="3145" y="363"/>
                </a:lnTo>
                <a:lnTo>
                  <a:pt x="3145" y="360"/>
                </a:lnTo>
                <a:lnTo>
                  <a:pt x="3156" y="343"/>
                </a:lnTo>
                <a:lnTo>
                  <a:pt x="3160" y="323"/>
                </a:lnTo>
                <a:lnTo>
                  <a:pt x="3160" y="303"/>
                </a:lnTo>
                <a:lnTo>
                  <a:pt x="3156" y="281"/>
                </a:lnTo>
                <a:lnTo>
                  <a:pt x="3154" y="260"/>
                </a:lnTo>
                <a:lnTo>
                  <a:pt x="3165" y="260"/>
                </a:lnTo>
                <a:lnTo>
                  <a:pt x="3165" y="274"/>
                </a:lnTo>
                <a:lnTo>
                  <a:pt x="3169" y="285"/>
                </a:lnTo>
                <a:lnTo>
                  <a:pt x="3174" y="296"/>
                </a:lnTo>
                <a:lnTo>
                  <a:pt x="3178" y="258"/>
                </a:lnTo>
                <a:lnTo>
                  <a:pt x="3185" y="223"/>
                </a:lnTo>
                <a:lnTo>
                  <a:pt x="3194" y="191"/>
                </a:lnTo>
                <a:lnTo>
                  <a:pt x="3194" y="178"/>
                </a:lnTo>
                <a:lnTo>
                  <a:pt x="3193" y="165"/>
                </a:lnTo>
                <a:lnTo>
                  <a:pt x="3191" y="154"/>
                </a:lnTo>
                <a:lnTo>
                  <a:pt x="3191" y="111"/>
                </a:lnTo>
                <a:lnTo>
                  <a:pt x="3183" y="91"/>
                </a:lnTo>
                <a:lnTo>
                  <a:pt x="3178" y="67"/>
                </a:lnTo>
                <a:lnTo>
                  <a:pt x="3191" y="67"/>
                </a:lnTo>
                <a:lnTo>
                  <a:pt x="3193" y="85"/>
                </a:lnTo>
                <a:lnTo>
                  <a:pt x="3198" y="100"/>
                </a:lnTo>
                <a:lnTo>
                  <a:pt x="3198" y="127"/>
                </a:lnTo>
                <a:lnTo>
                  <a:pt x="3202" y="127"/>
                </a:lnTo>
                <a:lnTo>
                  <a:pt x="3214" y="20"/>
                </a:lnTo>
                <a:lnTo>
                  <a:pt x="3222" y="20"/>
                </a:lnTo>
                <a:lnTo>
                  <a:pt x="3214" y="120"/>
                </a:lnTo>
                <a:lnTo>
                  <a:pt x="3211" y="131"/>
                </a:lnTo>
                <a:lnTo>
                  <a:pt x="3207" y="147"/>
                </a:lnTo>
                <a:lnTo>
                  <a:pt x="3203" y="167"/>
                </a:lnTo>
                <a:lnTo>
                  <a:pt x="3202" y="185"/>
                </a:lnTo>
                <a:lnTo>
                  <a:pt x="3202" y="200"/>
                </a:lnTo>
                <a:lnTo>
                  <a:pt x="3205" y="200"/>
                </a:lnTo>
                <a:lnTo>
                  <a:pt x="3205" y="214"/>
                </a:lnTo>
                <a:lnTo>
                  <a:pt x="3202" y="214"/>
                </a:lnTo>
                <a:lnTo>
                  <a:pt x="3202" y="220"/>
                </a:lnTo>
                <a:lnTo>
                  <a:pt x="3205" y="220"/>
                </a:lnTo>
                <a:lnTo>
                  <a:pt x="3205" y="247"/>
                </a:lnTo>
                <a:lnTo>
                  <a:pt x="3211" y="247"/>
                </a:lnTo>
                <a:lnTo>
                  <a:pt x="3213" y="220"/>
                </a:lnTo>
                <a:lnTo>
                  <a:pt x="3220" y="191"/>
                </a:lnTo>
                <a:lnTo>
                  <a:pt x="3229" y="163"/>
                </a:lnTo>
                <a:lnTo>
                  <a:pt x="3238" y="140"/>
                </a:lnTo>
                <a:lnTo>
                  <a:pt x="3240" y="127"/>
                </a:lnTo>
                <a:lnTo>
                  <a:pt x="3240" y="118"/>
                </a:lnTo>
                <a:lnTo>
                  <a:pt x="3242" y="111"/>
                </a:lnTo>
                <a:lnTo>
                  <a:pt x="3251" y="103"/>
                </a:lnTo>
                <a:lnTo>
                  <a:pt x="3251" y="100"/>
                </a:lnTo>
                <a:lnTo>
                  <a:pt x="3254" y="100"/>
                </a:lnTo>
                <a:lnTo>
                  <a:pt x="3254" y="114"/>
                </a:lnTo>
                <a:lnTo>
                  <a:pt x="3249" y="123"/>
                </a:lnTo>
                <a:lnTo>
                  <a:pt x="3247" y="131"/>
                </a:lnTo>
                <a:lnTo>
                  <a:pt x="3247" y="140"/>
                </a:lnTo>
                <a:lnTo>
                  <a:pt x="3245" y="151"/>
                </a:lnTo>
                <a:lnTo>
                  <a:pt x="3240" y="169"/>
                </a:lnTo>
                <a:lnTo>
                  <a:pt x="3234" y="187"/>
                </a:lnTo>
                <a:lnTo>
                  <a:pt x="3231" y="207"/>
                </a:lnTo>
                <a:lnTo>
                  <a:pt x="3234" y="207"/>
                </a:lnTo>
                <a:lnTo>
                  <a:pt x="3236" y="196"/>
                </a:lnTo>
                <a:lnTo>
                  <a:pt x="3240" y="185"/>
                </a:lnTo>
                <a:lnTo>
                  <a:pt x="3242" y="176"/>
                </a:lnTo>
                <a:lnTo>
                  <a:pt x="3251" y="176"/>
                </a:lnTo>
                <a:lnTo>
                  <a:pt x="3251" y="263"/>
                </a:lnTo>
                <a:lnTo>
                  <a:pt x="3254" y="263"/>
                </a:lnTo>
                <a:lnTo>
                  <a:pt x="3258" y="274"/>
                </a:lnTo>
                <a:lnTo>
                  <a:pt x="3251" y="274"/>
                </a:lnTo>
                <a:lnTo>
                  <a:pt x="3251" y="280"/>
                </a:lnTo>
                <a:lnTo>
                  <a:pt x="3258" y="280"/>
                </a:lnTo>
                <a:lnTo>
                  <a:pt x="3258" y="292"/>
                </a:lnTo>
                <a:lnTo>
                  <a:pt x="3262" y="305"/>
                </a:lnTo>
                <a:lnTo>
                  <a:pt x="3265" y="314"/>
                </a:lnTo>
                <a:lnTo>
                  <a:pt x="3269" y="294"/>
                </a:lnTo>
                <a:lnTo>
                  <a:pt x="3274" y="276"/>
                </a:lnTo>
                <a:lnTo>
                  <a:pt x="3282" y="260"/>
                </a:lnTo>
                <a:lnTo>
                  <a:pt x="3291" y="223"/>
                </a:lnTo>
                <a:lnTo>
                  <a:pt x="3294" y="223"/>
                </a:lnTo>
                <a:lnTo>
                  <a:pt x="3294" y="214"/>
                </a:lnTo>
                <a:lnTo>
                  <a:pt x="3298" y="214"/>
                </a:lnTo>
                <a:lnTo>
                  <a:pt x="3298" y="203"/>
                </a:lnTo>
                <a:lnTo>
                  <a:pt x="3325" y="143"/>
                </a:lnTo>
                <a:lnTo>
                  <a:pt x="3331" y="143"/>
                </a:lnTo>
                <a:lnTo>
                  <a:pt x="3331" y="160"/>
                </a:lnTo>
                <a:lnTo>
                  <a:pt x="3322" y="172"/>
                </a:lnTo>
                <a:lnTo>
                  <a:pt x="3314" y="196"/>
                </a:lnTo>
                <a:lnTo>
                  <a:pt x="3309" y="223"/>
                </a:lnTo>
                <a:lnTo>
                  <a:pt x="3303" y="251"/>
                </a:lnTo>
                <a:lnTo>
                  <a:pt x="3302" y="271"/>
                </a:lnTo>
                <a:lnTo>
                  <a:pt x="3302" y="283"/>
                </a:lnTo>
                <a:lnTo>
                  <a:pt x="3302" y="298"/>
                </a:lnTo>
                <a:lnTo>
                  <a:pt x="3302" y="311"/>
                </a:lnTo>
                <a:lnTo>
                  <a:pt x="3305" y="320"/>
                </a:lnTo>
                <a:lnTo>
                  <a:pt x="3311" y="251"/>
                </a:lnTo>
                <a:lnTo>
                  <a:pt x="3322" y="251"/>
                </a:lnTo>
                <a:lnTo>
                  <a:pt x="3322" y="254"/>
                </a:lnTo>
                <a:lnTo>
                  <a:pt x="3318" y="254"/>
                </a:lnTo>
                <a:lnTo>
                  <a:pt x="3318" y="287"/>
                </a:lnTo>
                <a:lnTo>
                  <a:pt x="3316" y="298"/>
                </a:lnTo>
                <a:lnTo>
                  <a:pt x="3314" y="311"/>
                </a:lnTo>
                <a:lnTo>
                  <a:pt x="3313" y="325"/>
                </a:lnTo>
                <a:lnTo>
                  <a:pt x="3314" y="338"/>
                </a:lnTo>
                <a:lnTo>
                  <a:pt x="3318" y="347"/>
                </a:lnTo>
                <a:lnTo>
                  <a:pt x="3325" y="300"/>
                </a:lnTo>
                <a:lnTo>
                  <a:pt x="3331" y="300"/>
                </a:lnTo>
                <a:lnTo>
                  <a:pt x="3331" y="287"/>
                </a:lnTo>
                <a:lnTo>
                  <a:pt x="3334" y="287"/>
                </a:lnTo>
                <a:lnTo>
                  <a:pt x="3331" y="260"/>
                </a:lnTo>
                <a:lnTo>
                  <a:pt x="3334" y="260"/>
                </a:lnTo>
                <a:lnTo>
                  <a:pt x="3334" y="263"/>
                </a:lnTo>
                <a:lnTo>
                  <a:pt x="3336" y="263"/>
                </a:lnTo>
                <a:lnTo>
                  <a:pt x="3340" y="261"/>
                </a:lnTo>
                <a:lnTo>
                  <a:pt x="3345" y="260"/>
                </a:lnTo>
                <a:lnTo>
                  <a:pt x="3351" y="260"/>
                </a:lnTo>
                <a:lnTo>
                  <a:pt x="3351" y="261"/>
                </a:lnTo>
                <a:lnTo>
                  <a:pt x="3354" y="263"/>
                </a:lnTo>
                <a:lnTo>
                  <a:pt x="3356" y="265"/>
                </a:lnTo>
                <a:lnTo>
                  <a:pt x="3358" y="267"/>
                </a:lnTo>
                <a:lnTo>
                  <a:pt x="3358" y="267"/>
                </a:lnTo>
                <a:lnTo>
                  <a:pt x="3358" y="287"/>
                </a:lnTo>
                <a:lnTo>
                  <a:pt x="3362" y="287"/>
                </a:lnTo>
                <a:lnTo>
                  <a:pt x="3362" y="303"/>
                </a:lnTo>
                <a:lnTo>
                  <a:pt x="3365" y="303"/>
                </a:lnTo>
                <a:lnTo>
                  <a:pt x="3367" y="316"/>
                </a:lnTo>
                <a:lnTo>
                  <a:pt x="3369" y="329"/>
                </a:lnTo>
                <a:lnTo>
                  <a:pt x="3371" y="340"/>
                </a:lnTo>
                <a:lnTo>
                  <a:pt x="3374" y="340"/>
                </a:lnTo>
                <a:lnTo>
                  <a:pt x="3376" y="318"/>
                </a:lnTo>
                <a:lnTo>
                  <a:pt x="3382" y="300"/>
                </a:lnTo>
                <a:lnTo>
                  <a:pt x="3387" y="281"/>
                </a:lnTo>
                <a:lnTo>
                  <a:pt x="3391" y="263"/>
                </a:lnTo>
                <a:lnTo>
                  <a:pt x="3402" y="263"/>
                </a:lnTo>
                <a:lnTo>
                  <a:pt x="3391" y="300"/>
                </a:lnTo>
                <a:lnTo>
                  <a:pt x="3391" y="320"/>
                </a:lnTo>
                <a:lnTo>
                  <a:pt x="3385" y="320"/>
                </a:lnTo>
                <a:lnTo>
                  <a:pt x="3385" y="400"/>
                </a:lnTo>
                <a:lnTo>
                  <a:pt x="3385" y="412"/>
                </a:lnTo>
                <a:lnTo>
                  <a:pt x="3385" y="427"/>
                </a:lnTo>
                <a:lnTo>
                  <a:pt x="3385" y="441"/>
                </a:lnTo>
                <a:lnTo>
                  <a:pt x="3391" y="451"/>
                </a:lnTo>
                <a:lnTo>
                  <a:pt x="3393" y="392"/>
                </a:lnTo>
                <a:lnTo>
                  <a:pt x="3400" y="338"/>
                </a:lnTo>
                <a:lnTo>
                  <a:pt x="3413" y="289"/>
                </a:lnTo>
                <a:lnTo>
                  <a:pt x="3425" y="243"/>
                </a:lnTo>
                <a:lnTo>
                  <a:pt x="3425" y="223"/>
                </a:lnTo>
                <a:lnTo>
                  <a:pt x="3431" y="223"/>
                </a:lnTo>
                <a:lnTo>
                  <a:pt x="3434" y="207"/>
                </a:lnTo>
                <a:lnTo>
                  <a:pt x="3438" y="207"/>
                </a:lnTo>
                <a:lnTo>
                  <a:pt x="3438" y="192"/>
                </a:lnTo>
                <a:lnTo>
                  <a:pt x="3434" y="178"/>
                </a:lnTo>
                <a:lnTo>
                  <a:pt x="3429" y="161"/>
                </a:lnTo>
                <a:lnTo>
                  <a:pt x="3425" y="147"/>
                </a:lnTo>
                <a:lnTo>
                  <a:pt x="3434" y="147"/>
                </a:lnTo>
                <a:lnTo>
                  <a:pt x="3438" y="163"/>
                </a:lnTo>
                <a:lnTo>
                  <a:pt x="3442" y="163"/>
                </a:lnTo>
                <a:lnTo>
                  <a:pt x="3442" y="180"/>
                </a:lnTo>
                <a:lnTo>
                  <a:pt x="3445" y="180"/>
                </a:lnTo>
                <a:lnTo>
                  <a:pt x="3445" y="191"/>
                </a:lnTo>
                <a:lnTo>
                  <a:pt x="3451" y="191"/>
                </a:lnTo>
                <a:lnTo>
                  <a:pt x="3451" y="203"/>
                </a:lnTo>
                <a:lnTo>
                  <a:pt x="3454" y="203"/>
                </a:lnTo>
                <a:lnTo>
                  <a:pt x="3465" y="260"/>
                </a:lnTo>
                <a:lnTo>
                  <a:pt x="3471" y="260"/>
                </a:lnTo>
                <a:lnTo>
                  <a:pt x="3471" y="280"/>
                </a:lnTo>
                <a:lnTo>
                  <a:pt x="3474" y="280"/>
                </a:lnTo>
                <a:lnTo>
                  <a:pt x="3476" y="292"/>
                </a:lnTo>
                <a:lnTo>
                  <a:pt x="3476" y="305"/>
                </a:lnTo>
                <a:lnTo>
                  <a:pt x="3482" y="314"/>
                </a:lnTo>
                <a:lnTo>
                  <a:pt x="3483" y="292"/>
                </a:lnTo>
                <a:lnTo>
                  <a:pt x="3491" y="271"/>
                </a:lnTo>
                <a:lnTo>
                  <a:pt x="3494" y="271"/>
                </a:lnTo>
                <a:lnTo>
                  <a:pt x="3494" y="263"/>
                </a:lnTo>
                <a:lnTo>
                  <a:pt x="3498" y="263"/>
                </a:lnTo>
                <a:lnTo>
                  <a:pt x="3502" y="183"/>
                </a:lnTo>
                <a:lnTo>
                  <a:pt x="3514" y="183"/>
                </a:lnTo>
                <a:lnTo>
                  <a:pt x="3514" y="196"/>
                </a:lnTo>
                <a:lnTo>
                  <a:pt x="3516" y="207"/>
                </a:lnTo>
                <a:lnTo>
                  <a:pt x="3522" y="214"/>
                </a:lnTo>
                <a:lnTo>
                  <a:pt x="3520" y="187"/>
                </a:lnTo>
                <a:lnTo>
                  <a:pt x="3513" y="160"/>
                </a:lnTo>
                <a:lnTo>
                  <a:pt x="3507" y="134"/>
                </a:lnTo>
                <a:lnTo>
                  <a:pt x="3502" y="107"/>
                </a:lnTo>
                <a:lnTo>
                  <a:pt x="3514" y="111"/>
                </a:lnTo>
                <a:lnTo>
                  <a:pt x="3518" y="140"/>
                </a:lnTo>
                <a:lnTo>
                  <a:pt x="3525" y="163"/>
                </a:lnTo>
                <a:lnTo>
                  <a:pt x="3525" y="187"/>
                </a:lnTo>
                <a:lnTo>
                  <a:pt x="3531" y="187"/>
                </a:lnTo>
                <a:lnTo>
                  <a:pt x="3531" y="211"/>
                </a:lnTo>
                <a:lnTo>
                  <a:pt x="3534" y="211"/>
                </a:lnTo>
                <a:lnTo>
                  <a:pt x="3536" y="223"/>
                </a:lnTo>
                <a:lnTo>
                  <a:pt x="3536" y="234"/>
                </a:lnTo>
                <a:lnTo>
                  <a:pt x="3538" y="247"/>
                </a:lnTo>
                <a:lnTo>
                  <a:pt x="3542" y="254"/>
                </a:lnTo>
                <a:lnTo>
                  <a:pt x="3543" y="238"/>
                </a:lnTo>
                <a:lnTo>
                  <a:pt x="3545" y="221"/>
                </a:lnTo>
                <a:lnTo>
                  <a:pt x="3551" y="207"/>
                </a:lnTo>
                <a:lnTo>
                  <a:pt x="3551" y="180"/>
                </a:lnTo>
                <a:lnTo>
                  <a:pt x="3554" y="180"/>
                </a:lnTo>
                <a:lnTo>
                  <a:pt x="3554" y="151"/>
                </a:lnTo>
                <a:lnTo>
                  <a:pt x="3558" y="151"/>
                </a:lnTo>
                <a:lnTo>
                  <a:pt x="3558" y="127"/>
                </a:lnTo>
                <a:lnTo>
                  <a:pt x="3562" y="127"/>
                </a:lnTo>
                <a:lnTo>
                  <a:pt x="3562" y="107"/>
                </a:lnTo>
                <a:lnTo>
                  <a:pt x="3565" y="107"/>
                </a:lnTo>
                <a:lnTo>
                  <a:pt x="3567" y="94"/>
                </a:lnTo>
                <a:lnTo>
                  <a:pt x="3569" y="85"/>
                </a:lnTo>
                <a:lnTo>
                  <a:pt x="3574" y="76"/>
                </a:lnTo>
                <a:lnTo>
                  <a:pt x="3576" y="74"/>
                </a:lnTo>
                <a:lnTo>
                  <a:pt x="3576" y="72"/>
                </a:lnTo>
                <a:lnTo>
                  <a:pt x="3576" y="72"/>
                </a:lnTo>
                <a:lnTo>
                  <a:pt x="3578" y="72"/>
                </a:lnTo>
                <a:lnTo>
                  <a:pt x="3580" y="72"/>
                </a:lnTo>
                <a:lnTo>
                  <a:pt x="3582" y="71"/>
                </a:lnTo>
                <a:lnTo>
                  <a:pt x="3576" y="103"/>
                </a:lnTo>
                <a:lnTo>
                  <a:pt x="3569" y="140"/>
                </a:lnTo>
                <a:lnTo>
                  <a:pt x="3562" y="171"/>
                </a:lnTo>
                <a:lnTo>
                  <a:pt x="3562" y="196"/>
                </a:lnTo>
                <a:lnTo>
                  <a:pt x="3558" y="196"/>
                </a:lnTo>
                <a:lnTo>
                  <a:pt x="3558" y="254"/>
                </a:lnTo>
                <a:lnTo>
                  <a:pt x="3554" y="254"/>
                </a:lnTo>
                <a:lnTo>
                  <a:pt x="3554" y="271"/>
                </a:lnTo>
                <a:lnTo>
                  <a:pt x="3558" y="271"/>
                </a:lnTo>
                <a:lnTo>
                  <a:pt x="3560" y="285"/>
                </a:lnTo>
                <a:lnTo>
                  <a:pt x="3558" y="301"/>
                </a:lnTo>
                <a:lnTo>
                  <a:pt x="3556" y="318"/>
                </a:lnTo>
                <a:lnTo>
                  <a:pt x="3556" y="334"/>
                </a:lnTo>
                <a:lnTo>
                  <a:pt x="3558" y="349"/>
                </a:lnTo>
                <a:lnTo>
                  <a:pt x="3562" y="360"/>
                </a:lnTo>
                <a:lnTo>
                  <a:pt x="3562" y="320"/>
                </a:lnTo>
                <a:lnTo>
                  <a:pt x="3571" y="314"/>
                </a:lnTo>
                <a:lnTo>
                  <a:pt x="3582" y="263"/>
                </a:lnTo>
                <a:lnTo>
                  <a:pt x="3591" y="263"/>
                </a:lnTo>
                <a:lnTo>
                  <a:pt x="3589" y="271"/>
                </a:lnTo>
                <a:lnTo>
                  <a:pt x="3587" y="283"/>
                </a:lnTo>
                <a:lnTo>
                  <a:pt x="3583" y="296"/>
                </a:lnTo>
                <a:lnTo>
                  <a:pt x="3580" y="307"/>
                </a:lnTo>
                <a:lnTo>
                  <a:pt x="3578" y="311"/>
                </a:lnTo>
                <a:lnTo>
                  <a:pt x="3578" y="314"/>
                </a:lnTo>
                <a:lnTo>
                  <a:pt x="3585" y="314"/>
                </a:lnTo>
                <a:lnTo>
                  <a:pt x="3587" y="340"/>
                </a:lnTo>
                <a:lnTo>
                  <a:pt x="3587" y="367"/>
                </a:lnTo>
                <a:lnTo>
                  <a:pt x="3587" y="394"/>
                </a:lnTo>
                <a:lnTo>
                  <a:pt x="3582" y="416"/>
                </a:lnTo>
                <a:lnTo>
                  <a:pt x="3585" y="416"/>
                </a:lnTo>
                <a:lnTo>
                  <a:pt x="3585" y="411"/>
                </a:lnTo>
                <a:lnTo>
                  <a:pt x="3591" y="411"/>
                </a:lnTo>
                <a:lnTo>
                  <a:pt x="3598" y="351"/>
                </a:lnTo>
                <a:lnTo>
                  <a:pt x="3602" y="351"/>
                </a:lnTo>
                <a:lnTo>
                  <a:pt x="3602" y="327"/>
                </a:lnTo>
                <a:lnTo>
                  <a:pt x="3605" y="327"/>
                </a:lnTo>
                <a:lnTo>
                  <a:pt x="3605" y="314"/>
                </a:lnTo>
                <a:lnTo>
                  <a:pt x="3611" y="314"/>
                </a:lnTo>
                <a:lnTo>
                  <a:pt x="3611" y="247"/>
                </a:lnTo>
                <a:lnTo>
                  <a:pt x="3614" y="247"/>
                </a:lnTo>
                <a:lnTo>
                  <a:pt x="3611" y="240"/>
                </a:lnTo>
                <a:lnTo>
                  <a:pt x="3611" y="163"/>
                </a:lnTo>
                <a:lnTo>
                  <a:pt x="3605" y="163"/>
                </a:lnTo>
                <a:lnTo>
                  <a:pt x="3605" y="147"/>
                </a:lnTo>
                <a:lnTo>
                  <a:pt x="3618" y="147"/>
                </a:lnTo>
                <a:lnTo>
                  <a:pt x="3620" y="169"/>
                </a:lnTo>
                <a:lnTo>
                  <a:pt x="3625" y="187"/>
                </a:lnTo>
                <a:lnTo>
                  <a:pt x="3631" y="203"/>
                </a:lnTo>
                <a:lnTo>
                  <a:pt x="3633" y="218"/>
                </a:lnTo>
                <a:lnTo>
                  <a:pt x="3633" y="232"/>
                </a:lnTo>
                <a:lnTo>
                  <a:pt x="3638" y="243"/>
                </a:lnTo>
                <a:lnTo>
                  <a:pt x="3634" y="163"/>
                </a:lnTo>
                <a:lnTo>
                  <a:pt x="3642" y="163"/>
                </a:lnTo>
                <a:lnTo>
                  <a:pt x="3642" y="131"/>
                </a:lnTo>
                <a:lnTo>
                  <a:pt x="3645" y="131"/>
                </a:lnTo>
                <a:lnTo>
                  <a:pt x="3645" y="100"/>
                </a:lnTo>
                <a:lnTo>
                  <a:pt x="3647" y="69"/>
                </a:lnTo>
                <a:lnTo>
                  <a:pt x="3654" y="43"/>
                </a:lnTo>
                <a:lnTo>
                  <a:pt x="3658" y="43"/>
                </a:lnTo>
                <a:lnTo>
                  <a:pt x="3658" y="107"/>
                </a:lnTo>
                <a:lnTo>
                  <a:pt x="3654" y="118"/>
                </a:lnTo>
                <a:lnTo>
                  <a:pt x="3653" y="132"/>
                </a:lnTo>
                <a:lnTo>
                  <a:pt x="3654" y="149"/>
                </a:lnTo>
                <a:lnTo>
                  <a:pt x="3654" y="165"/>
                </a:lnTo>
                <a:lnTo>
                  <a:pt x="3654" y="180"/>
                </a:lnTo>
                <a:lnTo>
                  <a:pt x="3651" y="200"/>
                </a:lnTo>
                <a:lnTo>
                  <a:pt x="3654" y="223"/>
                </a:lnTo>
                <a:lnTo>
                  <a:pt x="3658" y="223"/>
                </a:lnTo>
                <a:lnTo>
                  <a:pt x="3658" y="240"/>
                </a:lnTo>
                <a:lnTo>
                  <a:pt x="3662" y="240"/>
                </a:lnTo>
                <a:lnTo>
                  <a:pt x="3671" y="314"/>
                </a:lnTo>
                <a:lnTo>
                  <a:pt x="3691" y="314"/>
                </a:lnTo>
                <a:lnTo>
                  <a:pt x="3687" y="258"/>
                </a:lnTo>
                <a:lnTo>
                  <a:pt x="3682" y="205"/>
                </a:lnTo>
                <a:lnTo>
                  <a:pt x="3673" y="156"/>
                </a:lnTo>
                <a:lnTo>
                  <a:pt x="3662" y="107"/>
                </a:lnTo>
                <a:lnTo>
                  <a:pt x="3674" y="111"/>
                </a:lnTo>
                <a:lnTo>
                  <a:pt x="3678" y="138"/>
                </a:lnTo>
                <a:lnTo>
                  <a:pt x="3685" y="163"/>
                </a:lnTo>
                <a:lnTo>
                  <a:pt x="3685" y="187"/>
                </a:lnTo>
                <a:lnTo>
                  <a:pt x="3691" y="187"/>
                </a:lnTo>
                <a:lnTo>
                  <a:pt x="3691" y="211"/>
                </a:lnTo>
                <a:lnTo>
                  <a:pt x="3694" y="211"/>
                </a:lnTo>
                <a:lnTo>
                  <a:pt x="3694" y="231"/>
                </a:lnTo>
                <a:lnTo>
                  <a:pt x="3698" y="231"/>
                </a:lnTo>
                <a:lnTo>
                  <a:pt x="3700" y="243"/>
                </a:lnTo>
                <a:lnTo>
                  <a:pt x="3700" y="258"/>
                </a:lnTo>
                <a:lnTo>
                  <a:pt x="3702" y="269"/>
                </a:lnTo>
                <a:lnTo>
                  <a:pt x="3705" y="280"/>
                </a:lnTo>
                <a:lnTo>
                  <a:pt x="3725" y="0"/>
                </a:lnTo>
                <a:close/>
              </a:path>
            </a:pathLst>
          </a:custGeom>
          <a:solidFill>
            <a:srgbClr val="78D24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ko-KR" altLang="en-US" dirty="0"/>
          </a:p>
        </p:txBody>
      </p:sp>
      <p:sp>
        <p:nvSpPr>
          <p:cNvPr id="91" name="Freeform 9"/>
          <p:cNvSpPr>
            <a:spLocks noEditPoints="1"/>
          </p:cNvSpPr>
          <p:nvPr/>
        </p:nvSpPr>
        <p:spPr bwMode="auto">
          <a:xfrm>
            <a:off x="948690" y="4679872"/>
            <a:ext cx="9144000" cy="997028"/>
          </a:xfrm>
          <a:custGeom>
            <a:avLst/>
            <a:gdLst>
              <a:gd name="T0" fmla="*/ 4482 w 5998"/>
              <a:gd name="T1" fmla="*/ 420 h 654"/>
              <a:gd name="T2" fmla="*/ 1794 w 5998"/>
              <a:gd name="T3" fmla="*/ 367 h 654"/>
              <a:gd name="T4" fmla="*/ 4798 w 5998"/>
              <a:gd name="T5" fmla="*/ 367 h 654"/>
              <a:gd name="T6" fmla="*/ 3151 w 5998"/>
              <a:gd name="T7" fmla="*/ 420 h 654"/>
              <a:gd name="T8" fmla="*/ 2643 w 5998"/>
              <a:gd name="T9" fmla="*/ 345 h 654"/>
              <a:gd name="T10" fmla="*/ 3914 w 5998"/>
              <a:gd name="T11" fmla="*/ 314 h 654"/>
              <a:gd name="T12" fmla="*/ 3342 w 5998"/>
              <a:gd name="T13" fmla="*/ 411 h 654"/>
              <a:gd name="T14" fmla="*/ 4691 w 5998"/>
              <a:gd name="T15" fmla="*/ 334 h 654"/>
              <a:gd name="T16" fmla="*/ 5785 w 5998"/>
              <a:gd name="T17" fmla="*/ 280 h 654"/>
              <a:gd name="T18" fmla="*/ 3431 w 5998"/>
              <a:gd name="T19" fmla="*/ 374 h 654"/>
              <a:gd name="T20" fmla="*/ 3051 w 5998"/>
              <a:gd name="T21" fmla="*/ 392 h 654"/>
              <a:gd name="T22" fmla="*/ 2302 w 5998"/>
              <a:gd name="T23" fmla="*/ 298 h 654"/>
              <a:gd name="T24" fmla="*/ 5942 w 5998"/>
              <a:gd name="T25" fmla="*/ 214 h 654"/>
              <a:gd name="T26" fmla="*/ 2011 w 5998"/>
              <a:gd name="T27" fmla="*/ 260 h 654"/>
              <a:gd name="T28" fmla="*/ 5338 w 5998"/>
              <a:gd name="T29" fmla="*/ 187 h 654"/>
              <a:gd name="T30" fmla="*/ 2351 w 5998"/>
              <a:gd name="T31" fmla="*/ 267 h 654"/>
              <a:gd name="T32" fmla="*/ 1998 w 5998"/>
              <a:gd name="T33" fmla="*/ 163 h 654"/>
              <a:gd name="T34" fmla="*/ 2534 w 5998"/>
              <a:gd name="T35" fmla="*/ 171 h 654"/>
              <a:gd name="T36" fmla="*/ 3734 w 5998"/>
              <a:gd name="T37" fmla="*/ 40 h 654"/>
              <a:gd name="T38" fmla="*/ 3865 w 5998"/>
              <a:gd name="T39" fmla="*/ 214 h 654"/>
              <a:gd name="T40" fmla="*/ 3980 w 5998"/>
              <a:gd name="T41" fmla="*/ 136 h 654"/>
              <a:gd name="T42" fmla="*/ 4140 w 5998"/>
              <a:gd name="T43" fmla="*/ 178 h 654"/>
              <a:gd name="T44" fmla="*/ 4265 w 5998"/>
              <a:gd name="T45" fmla="*/ 347 h 654"/>
              <a:gd name="T46" fmla="*/ 4465 w 5998"/>
              <a:gd name="T47" fmla="*/ 323 h 654"/>
              <a:gd name="T48" fmla="*/ 4525 w 5998"/>
              <a:gd name="T49" fmla="*/ 220 h 654"/>
              <a:gd name="T50" fmla="*/ 4645 w 5998"/>
              <a:gd name="T51" fmla="*/ 311 h 654"/>
              <a:gd name="T52" fmla="*/ 4794 w 5998"/>
              <a:gd name="T53" fmla="*/ 280 h 654"/>
              <a:gd name="T54" fmla="*/ 4849 w 5998"/>
              <a:gd name="T55" fmla="*/ 209 h 654"/>
              <a:gd name="T56" fmla="*/ 5034 w 5998"/>
              <a:gd name="T57" fmla="*/ 271 h 654"/>
              <a:gd name="T58" fmla="*/ 5125 w 5998"/>
              <a:gd name="T59" fmla="*/ 67 h 654"/>
              <a:gd name="T60" fmla="*/ 5262 w 5998"/>
              <a:gd name="T61" fmla="*/ 327 h 654"/>
              <a:gd name="T62" fmla="*/ 5414 w 5998"/>
              <a:gd name="T63" fmla="*/ 163 h 654"/>
              <a:gd name="T64" fmla="*/ 5565 w 5998"/>
              <a:gd name="T65" fmla="*/ 283 h 654"/>
              <a:gd name="T66" fmla="*/ 5654 w 5998"/>
              <a:gd name="T67" fmla="*/ 156 h 654"/>
              <a:gd name="T68" fmla="*/ 5774 w 5998"/>
              <a:gd name="T69" fmla="*/ 300 h 654"/>
              <a:gd name="T70" fmla="*/ 5891 w 5998"/>
              <a:gd name="T71" fmla="*/ 136 h 654"/>
              <a:gd name="T72" fmla="*/ 51 w 5998"/>
              <a:gd name="T73" fmla="*/ 287 h 654"/>
              <a:gd name="T74" fmla="*/ 145 w 5998"/>
              <a:gd name="T75" fmla="*/ 214 h 654"/>
              <a:gd name="T76" fmla="*/ 251 w 5998"/>
              <a:gd name="T77" fmla="*/ 131 h 654"/>
              <a:gd name="T78" fmla="*/ 420 w 5998"/>
              <a:gd name="T79" fmla="*/ 178 h 654"/>
              <a:gd name="T80" fmla="*/ 545 w 5998"/>
              <a:gd name="T81" fmla="*/ 347 h 654"/>
              <a:gd name="T82" fmla="*/ 745 w 5998"/>
              <a:gd name="T83" fmla="*/ 323 h 654"/>
              <a:gd name="T84" fmla="*/ 814 w 5998"/>
              <a:gd name="T85" fmla="*/ 254 h 654"/>
              <a:gd name="T86" fmla="*/ 934 w 5998"/>
              <a:gd name="T87" fmla="*/ 367 h 654"/>
              <a:gd name="T88" fmla="*/ 1063 w 5998"/>
              <a:gd name="T89" fmla="*/ 223 h 654"/>
              <a:gd name="T90" fmla="*/ 1165 w 5998"/>
              <a:gd name="T91" fmla="*/ 247 h 654"/>
              <a:gd name="T92" fmla="*/ 1303 w 5998"/>
              <a:gd name="T93" fmla="*/ 183 h 654"/>
              <a:gd name="T94" fmla="*/ 1420 w 5998"/>
              <a:gd name="T95" fmla="*/ 98 h 654"/>
              <a:gd name="T96" fmla="*/ 1578 w 5998"/>
              <a:gd name="T97" fmla="*/ 143 h 654"/>
              <a:gd name="T98" fmla="*/ 1762 w 5998"/>
              <a:gd name="T99" fmla="*/ 123 h 654"/>
              <a:gd name="T100" fmla="*/ 1871 w 5998"/>
              <a:gd name="T101" fmla="*/ 260 h 654"/>
              <a:gd name="T102" fmla="*/ 1962 w 5998"/>
              <a:gd name="T103" fmla="*/ 43 h 654"/>
              <a:gd name="T104" fmla="*/ 2098 w 5998"/>
              <a:gd name="T105" fmla="*/ 267 h 654"/>
              <a:gd name="T106" fmla="*/ 2227 w 5998"/>
              <a:gd name="T107" fmla="*/ 185 h 654"/>
              <a:gd name="T108" fmla="*/ 2402 w 5998"/>
              <a:gd name="T109" fmla="*/ 143 h 654"/>
              <a:gd name="T110" fmla="*/ 2578 w 5998"/>
              <a:gd name="T111" fmla="*/ 131 h 654"/>
              <a:gd name="T112" fmla="*/ 2731 w 5998"/>
              <a:gd name="T113" fmla="*/ 94 h 654"/>
              <a:gd name="T114" fmla="*/ 2878 w 5998"/>
              <a:gd name="T115" fmla="*/ 274 h 654"/>
              <a:gd name="T116" fmla="*/ 3003 w 5998"/>
              <a:gd name="T117" fmla="*/ 285 h 654"/>
              <a:gd name="T118" fmla="*/ 3191 w 5998"/>
              <a:gd name="T119" fmla="*/ 67 h 654"/>
              <a:gd name="T120" fmla="*/ 3311 w 5998"/>
              <a:gd name="T121" fmla="*/ 251 h 654"/>
              <a:gd name="T122" fmla="*/ 3476 w 5998"/>
              <a:gd name="T123" fmla="*/ 292 h 654"/>
              <a:gd name="T124" fmla="*/ 3578 w 5998"/>
              <a:gd name="T125" fmla="*/ 314 h 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998" h="654">
                <a:moveTo>
                  <a:pt x="2642" y="447"/>
                </a:moveTo>
                <a:lnTo>
                  <a:pt x="2642" y="460"/>
                </a:lnTo>
                <a:lnTo>
                  <a:pt x="2645" y="460"/>
                </a:lnTo>
                <a:lnTo>
                  <a:pt x="2645" y="447"/>
                </a:lnTo>
                <a:lnTo>
                  <a:pt x="2642" y="447"/>
                </a:lnTo>
                <a:close/>
                <a:moveTo>
                  <a:pt x="4805" y="443"/>
                </a:moveTo>
                <a:lnTo>
                  <a:pt x="4805" y="463"/>
                </a:lnTo>
                <a:lnTo>
                  <a:pt x="4811" y="463"/>
                </a:lnTo>
                <a:lnTo>
                  <a:pt x="4811" y="443"/>
                </a:lnTo>
                <a:lnTo>
                  <a:pt x="4805" y="443"/>
                </a:lnTo>
                <a:close/>
                <a:moveTo>
                  <a:pt x="1085" y="443"/>
                </a:moveTo>
                <a:lnTo>
                  <a:pt x="1085" y="463"/>
                </a:lnTo>
                <a:lnTo>
                  <a:pt x="1091" y="463"/>
                </a:lnTo>
                <a:lnTo>
                  <a:pt x="1091" y="443"/>
                </a:lnTo>
                <a:lnTo>
                  <a:pt x="1085" y="443"/>
                </a:lnTo>
                <a:close/>
                <a:moveTo>
                  <a:pt x="38" y="440"/>
                </a:moveTo>
                <a:lnTo>
                  <a:pt x="38" y="463"/>
                </a:lnTo>
                <a:lnTo>
                  <a:pt x="42" y="463"/>
                </a:lnTo>
                <a:lnTo>
                  <a:pt x="42" y="440"/>
                </a:lnTo>
                <a:lnTo>
                  <a:pt x="38" y="440"/>
                </a:lnTo>
                <a:close/>
                <a:moveTo>
                  <a:pt x="5774" y="434"/>
                </a:moveTo>
                <a:lnTo>
                  <a:pt x="5774" y="460"/>
                </a:lnTo>
                <a:lnTo>
                  <a:pt x="5778" y="460"/>
                </a:lnTo>
                <a:lnTo>
                  <a:pt x="5778" y="434"/>
                </a:lnTo>
                <a:lnTo>
                  <a:pt x="5774" y="434"/>
                </a:lnTo>
                <a:close/>
                <a:moveTo>
                  <a:pt x="2054" y="434"/>
                </a:moveTo>
                <a:lnTo>
                  <a:pt x="2054" y="460"/>
                </a:lnTo>
                <a:lnTo>
                  <a:pt x="2058" y="460"/>
                </a:lnTo>
                <a:lnTo>
                  <a:pt x="2058" y="434"/>
                </a:lnTo>
                <a:lnTo>
                  <a:pt x="2054" y="434"/>
                </a:lnTo>
                <a:close/>
                <a:moveTo>
                  <a:pt x="5362" y="431"/>
                </a:moveTo>
                <a:lnTo>
                  <a:pt x="5360" y="443"/>
                </a:lnTo>
                <a:lnTo>
                  <a:pt x="5360" y="452"/>
                </a:lnTo>
                <a:lnTo>
                  <a:pt x="5362" y="463"/>
                </a:lnTo>
                <a:lnTo>
                  <a:pt x="5365" y="463"/>
                </a:lnTo>
                <a:lnTo>
                  <a:pt x="5365" y="431"/>
                </a:lnTo>
                <a:lnTo>
                  <a:pt x="5362" y="431"/>
                </a:lnTo>
                <a:close/>
                <a:moveTo>
                  <a:pt x="1642" y="431"/>
                </a:moveTo>
                <a:lnTo>
                  <a:pt x="1640" y="443"/>
                </a:lnTo>
                <a:lnTo>
                  <a:pt x="1640" y="452"/>
                </a:lnTo>
                <a:lnTo>
                  <a:pt x="1642" y="463"/>
                </a:lnTo>
                <a:lnTo>
                  <a:pt x="1645" y="463"/>
                </a:lnTo>
                <a:lnTo>
                  <a:pt x="1645" y="431"/>
                </a:lnTo>
                <a:lnTo>
                  <a:pt x="1642" y="431"/>
                </a:lnTo>
                <a:close/>
                <a:moveTo>
                  <a:pt x="2551" y="427"/>
                </a:moveTo>
                <a:lnTo>
                  <a:pt x="2551" y="443"/>
                </a:lnTo>
                <a:lnTo>
                  <a:pt x="2554" y="443"/>
                </a:lnTo>
                <a:lnTo>
                  <a:pt x="2554" y="427"/>
                </a:lnTo>
                <a:lnTo>
                  <a:pt x="2551" y="427"/>
                </a:lnTo>
                <a:close/>
                <a:moveTo>
                  <a:pt x="4274" y="423"/>
                </a:moveTo>
                <a:lnTo>
                  <a:pt x="4274" y="443"/>
                </a:lnTo>
                <a:lnTo>
                  <a:pt x="4278" y="443"/>
                </a:lnTo>
                <a:lnTo>
                  <a:pt x="4278" y="423"/>
                </a:lnTo>
                <a:lnTo>
                  <a:pt x="4274" y="423"/>
                </a:lnTo>
                <a:close/>
                <a:moveTo>
                  <a:pt x="554" y="423"/>
                </a:moveTo>
                <a:lnTo>
                  <a:pt x="554" y="443"/>
                </a:lnTo>
                <a:lnTo>
                  <a:pt x="558" y="443"/>
                </a:lnTo>
                <a:lnTo>
                  <a:pt x="558" y="423"/>
                </a:lnTo>
                <a:lnTo>
                  <a:pt x="554" y="423"/>
                </a:lnTo>
                <a:close/>
                <a:moveTo>
                  <a:pt x="5365" y="416"/>
                </a:moveTo>
                <a:lnTo>
                  <a:pt x="5365" y="427"/>
                </a:lnTo>
                <a:lnTo>
                  <a:pt x="5371" y="427"/>
                </a:lnTo>
                <a:lnTo>
                  <a:pt x="5371" y="416"/>
                </a:lnTo>
                <a:lnTo>
                  <a:pt x="5365" y="416"/>
                </a:lnTo>
                <a:close/>
                <a:moveTo>
                  <a:pt x="1645" y="416"/>
                </a:moveTo>
                <a:lnTo>
                  <a:pt x="1645" y="427"/>
                </a:lnTo>
                <a:lnTo>
                  <a:pt x="1651" y="427"/>
                </a:lnTo>
                <a:lnTo>
                  <a:pt x="1651" y="416"/>
                </a:lnTo>
                <a:lnTo>
                  <a:pt x="1645" y="416"/>
                </a:lnTo>
                <a:close/>
                <a:moveTo>
                  <a:pt x="4478" y="407"/>
                </a:moveTo>
                <a:lnTo>
                  <a:pt x="4478" y="420"/>
                </a:lnTo>
                <a:lnTo>
                  <a:pt x="4482" y="420"/>
                </a:lnTo>
                <a:lnTo>
                  <a:pt x="4482" y="407"/>
                </a:lnTo>
                <a:lnTo>
                  <a:pt x="4478" y="407"/>
                </a:lnTo>
                <a:close/>
                <a:moveTo>
                  <a:pt x="758" y="407"/>
                </a:moveTo>
                <a:lnTo>
                  <a:pt x="758" y="420"/>
                </a:lnTo>
                <a:lnTo>
                  <a:pt x="762" y="420"/>
                </a:lnTo>
                <a:lnTo>
                  <a:pt x="762" y="407"/>
                </a:lnTo>
                <a:lnTo>
                  <a:pt x="758" y="407"/>
                </a:lnTo>
                <a:close/>
                <a:moveTo>
                  <a:pt x="5365" y="380"/>
                </a:moveTo>
                <a:lnTo>
                  <a:pt x="5365" y="407"/>
                </a:lnTo>
                <a:lnTo>
                  <a:pt x="5371" y="407"/>
                </a:lnTo>
                <a:lnTo>
                  <a:pt x="5371" y="380"/>
                </a:lnTo>
                <a:lnTo>
                  <a:pt x="5365" y="380"/>
                </a:lnTo>
                <a:close/>
                <a:moveTo>
                  <a:pt x="1645" y="380"/>
                </a:moveTo>
                <a:lnTo>
                  <a:pt x="1645" y="407"/>
                </a:lnTo>
                <a:lnTo>
                  <a:pt x="1651" y="407"/>
                </a:lnTo>
                <a:lnTo>
                  <a:pt x="1651" y="380"/>
                </a:lnTo>
                <a:lnTo>
                  <a:pt x="1645" y="380"/>
                </a:lnTo>
                <a:close/>
                <a:moveTo>
                  <a:pt x="5505" y="371"/>
                </a:moveTo>
                <a:lnTo>
                  <a:pt x="5505" y="385"/>
                </a:lnTo>
                <a:lnTo>
                  <a:pt x="5503" y="400"/>
                </a:lnTo>
                <a:lnTo>
                  <a:pt x="5505" y="412"/>
                </a:lnTo>
                <a:lnTo>
                  <a:pt x="5511" y="423"/>
                </a:lnTo>
                <a:lnTo>
                  <a:pt x="5511" y="411"/>
                </a:lnTo>
                <a:lnTo>
                  <a:pt x="5511" y="394"/>
                </a:lnTo>
                <a:lnTo>
                  <a:pt x="5511" y="381"/>
                </a:lnTo>
                <a:lnTo>
                  <a:pt x="5505" y="371"/>
                </a:lnTo>
                <a:close/>
                <a:moveTo>
                  <a:pt x="1785" y="371"/>
                </a:moveTo>
                <a:lnTo>
                  <a:pt x="1785" y="385"/>
                </a:lnTo>
                <a:lnTo>
                  <a:pt x="1783" y="400"/>
                </a:lnTo>
                <a:lnTo>
                  <a:pt x="1785" y="412"/>
                </a:lnTo>
                <a:lnTo>
                  <a:pt x="1791" y="423"/>
                </a:lnTo>
                <a:lnTo>
                  <a:pt x="1791" y="411"/>
                </a:lnTo>
                <a:lnTo>
                  <a:pt x="1791" y="394"/>
                </a:lnTo>
                <a:lnTo>
                  <a:pt x="1791" y="381"/>
                </a:lnTo>
                <a:lnTo>
                  <a:pt x="1785" y="371"/>
                </a:lnTo>
                <a:close/>
                <a:moveTo>
                  <a:pt x="2351" y="367"/>
                </a:moveTo>
                <a:lnTo>
                  <a:pt x="2349" y="380"/>
                </a:lnTo>
                <a:lnTo>
                  <a:pt x="2349" y="396"/>
                </a:lnTo>
                <a:lnTo>
                  <a:pt x="2351" y="409"/>
                </a:lnTo>
                <a:lnTo>
                  <a:pt x="2354" y="420"/>
                </a:lnTo>
                <a:lnTo>
                  <a:pt x="2354" y="405"/>
                </a:lnTo>
                <a:lnTo>
                  <a:pt x="2354" y="391"/>
                </a:lnTo>
                <a:lnTo>
                  <a:pt x="2354" y="376"/>
                </a:lnTo>
                <a:lnTo>
                  <a:pt x="2351" y="367"/>
                </a:lnTo>
                <a:close/>
                <a:moveTo>
                  <a:pt x="2305" y="363"/>
                </a:moveTo>
                <a:lnTo>
                  <a:pt x="2305" y="374"/>
                </a:lnTo>
                <a:lnTo>
                  <a:pt x="2311" y="374"/>
                </a:lnTo>
                <a:lnTo>
                  <a:pt x="2311" y="363"/>
                </a:lnTo>
                <a:lnTo>
                  <a:pt x="2305" y="363"/>
                </a:lnTo>
                <a:close/>
                <a:moveTo>
                  <a:pt x="5511" y="360"/>
                </a:moveTo>
                <a:lnTo>
                  <a:pt x="5511" y="367"/>
                </a:lnTo>
                <a:lnTo>
                  <a:pt x="5514" y="367"/>
                </a:lnTo>
                <a:lnTo>
                  <a:pt x="5514" y="360"/>
                </a:lnTo>
                <a:lnTo>
                  <a:pt x="5511" y="360"/>
                </a:lnTo>
                <a:close/>
                <a:moveTo>
                  <a:pt x="5218" y="360"/>
                </a:moveTo>
                <a:lnTo>
                  <a:pt x="5218" y="387"/>
                </a:lnTo>
                <a:lnTo>
                  <a:pt x="5222" y="387"/>
                </a:lnTo>
                <a:lnTo>
                  <a:pt x="5222" y="360"/>
                </a:lnTo>
                <a:lnTo>
                  <a:pt x="5218" y="360"/>
                </a:lnTo>
                <a:close/>
                <a:moveTo>
                  <a:pt x="4374" y="360"/>
                </a:moveTo>
                <a:lnTo>
                  <a:pt x="4374" y="383"/>
                </a:lnTo>
                <a:lnTo>
                  <a:pt x="4378" y="383"/>
                </a:lnTo>
                <a:lnTo>
                  <a:pt x="4378" y="360"/>
                </a:lnTo>
                <a:lnTo>
                  <a:pt x="4374" y="360"/>
                </a:lnTo>
                <a:close/>
                <a:moveTo>
                  <a:pt x="3485" y="360"/>
                </a:moveTo>
                <a:lnTo>
                  <a:pt x="3485" y="367"/>
                </a:lnTo>
                <a:lnTo>
                  <a:pt x="3491" y="367"/>
                </a:lnTo>
                <a:lnTo>
                  <a:pt x="3491" y="360"/>
                </a:lnTo>
                <a:lnTo>
                  <a:pt x="3485" y="360"/>
                </a:lnTo>
                <a:close/>
                <a:moveTo>
                  <a:pt x="1791" y="360"/>
                </a:moveTo>
                <a:lnTo>
                  <a:pt x="1791" y="367"/>
                </a:lnTo>
                <a:lnTo>
                  <a:pt x="1794" y="367"/>
                </a:lnTo>
                <a:lnTo>
                  <a:pt x="1794" y="360"/>
                </a:lnTo>
                <a:lnTo>
                  <a:pt x="1791" y="360"/>
                </a:lnTo>
                <a:close/>
                <a:moveTo>
                  <a:pt x="1498" y="360"/>
                </a:moveTo>
                <a:lnTo>
                  <a:pt x="1498" y="387"/>
                </a:lnTo>
                <a:lnTo>
                  <a:pt x="1502" y="387"/>
                </a:lnTo>
                <a:lnTo>
                  <a:pt x="1502" y="360"/>
                </a:lnTo>
                <a:lnTo>
                  <a:pt x="1498" y="360"/>
                </a:lnTo>
                <a:close/>
                <a:moveTo>
                  <a:pt x="654" y="360"/>
                </a:moveTo>
                <a:lnTo>
                  <a:pt x="654" y="383"/>
                </a:lnTo>
                <a:lnTo>
                  <a:pt x="658" y="383"/>
                </a:lnTo>
                <a:lnTo>
                  <a:pt x="658" y="360"/>
                </a:lnTo>
                <a:lnTo>
                  <a:pt x="654" y="360"/>
                </a:lnTo>
                <a:close/>
                <a:moveTo>
                  <a:pt x="5971" y="356"/>
                </a:moveTo>
                <a:lnTo>
                  <a:pt x="5971" y="380"/>
                </a:lnTo>
                <a:lnTo>
                  <a:pt x="5974" y="380"/>
                </a:lnTo>
                <a:lnTo>
                  <a:pt x="5974" y="356"/>
                </a:lnTo>
                <a:lnTo>
                  <a:pt x="5971" y="356"/>
                </a:lnTo>
                <a:close/>
                <a:moveTo>
                  <a:pt x="4898" y="356"/>
                </a:moveTo>
                <a:lnTo>
                  <a:pt x="4898" y="383"/>
                </a:lnTo>
                <a:lnTo>
                  <a:pt x="4902" y="383"/>
                </a:lnTo>
                <a:lnTo>
                  <a:pt x="4902" y="356"/>
                </a:lnTo>
                <a:lnTo>
                  <a:pt x="4898" y="356"/>
                </a:lnTo>
                <a:close/>
                <a:moveTo>
                  <a:pt x="4665" y="356"/>
                </a:moveTo>
                <a:lnTo>
                  <a:pt x="4665" y="374"/>
                </a:lnTo>
                <a:lnTo>
                  <a:pt x="4671" y="374"/>
                </a:lnTo>
                <a:lnTo>
                  <a:pt x="4671" y="356"/>
                </a:lnTo>
                <a:lnTo>
                  <a:pt x="4665" y="356"/>
                </a:lnTo>
                <a:close/>
                <a:moveTo>
                  <a:pt x="2251" y="356"/>
                </a:moveTo>
                <a:lnTo>
                  <a:pt x="2251" y="380"/>
                </a:lnTo>
                <a:lnTo>
                  <a:pt x="2254" y="380"/>
                </a:lnTo>
                <a:lnTo>
                  <a:pt x="2254" y="356"/>
                </a:lnTo>
                <a:lnTo>
                  <a:pt x="2251" y="356"/>
                </a:lnTo>
                <a:close/>
                <a:moveTo>
                  <a:pt x="1178" y="356"/>
                </a:moveTo>
                <a:lnTo>
                  <a:pt x="1178" y="383"/>
                </a:lnTo>
                <a:lnTo>
                  <a:pt x="1182" y="383"/>
                </a:lnTo>
                <a:lnTo>
                  <a:pt x="1182" y="356"/>
                </a:lnTo>
                <a:lnTo>
                  <a:pt x="1178" y="356"/>
                </a:lnTo>
                <a:close/>
                <a:moveTo>
                  <a:pt x="945" y="356"/>
                </a:moveTo>
                <a:lnTo>
                  <a:pt x="945" y="374"/>
                </a:lnTo>
                <a:lnTo>
                  <a:pt x="951" y="374"/>
                </a:lnTo>
                <a:lnTo>
                  <a:pt x="951" y="356"/>
                </a:lnTo>
                <a:lnTo>
                  <a:pt x="945" y="356"/>
                </a:lnTo>
                <a:close/>
                <a:moveTo>
                  <a:pt x="5771" y="347"/>
                </a:moveTo>
                <a:lnTo>
                  <a:pt x="5769" y="361"/>
                </a:lnTo>
                <a:lnTo>
                  <a:pt x="5769" y="381"/>
                </a:lnTo>
                <a:lnTo>
                  <a:pt x="5769" y="403"/>
                </a:lnTo>
                <a:lnTo>
                  <a:pt x="5771" y="421"/>
                </a:lnTo>
                <a:lnTo>
                  <a:pt x="5774" y="431"/>
                </a:lnTo>
                <a:lnTo>
                  <a:pt x="5774" y="416"/>
                </a:lnTo>
                <a:lnTo>
                  <a:pt x="5774" y="396"/>
                </a:lnTo>
                <a:lnTo>
                  <a:pt x="5774" y="376"/>
                </a:lnTo>
                <a:lnTo>
                  <a:pt x="5774" y="358"/>
                </a:lnTo>
                <a:lnTo>
                  <a:pt x="5771" y="347"/>
                </a:lnTo>
                <a:close/>
                <a:moveTo>
                  <a:pt x="4778" y="347"/>
                </a:moveTo>
                <a:lnTo>
                  <a:pt x="4782" y="354"/>
                </a:lnTo>
                <a:lnTo>
                  <a:pt x="4783" y="361"/>
                </a:lnTo>
                <a:lnTo>
                  <a:pt x="4787" y="369"/>
                </a:lnTo>
                <a:lnTo>
                  <a:pt x="4791" y="374"/>
                </a:lnTo>
                <a:lnTo>
                  <a:pt x="4791" y="391"/>
                </a:lnTo>
                <a:lnTo>
                  <a:pt x="4794" y="391"/>
                </a:lnTo>
                <a:lnTo>
                  <a:pt x="4796" y="403"/>
                </a:lnTo>
                <a:lnTo>
                  <a:pt x="4798" y="414"/>
                </a:lnTo>
                <a:lnTo>
                  <a:pt x="4802" y="423"/>
                </a:lnTo>
                <a:lnTo>
                  <a:pt x="4803" y="420"/>
                </a:lnTo>
                <a:lnTo>
                  <a:pt x="4807" y="416"/>
                </a:lnTo>
                <a:lnTo>
                  <a:pt x="4807" y="414"/>
                </a:lnTo>
                <a:lnTo>
                  <a:pt x="4809" y="409"/>
                </a:lnTo>
                <a:lnTo>
                  <a:pt x="4811" y="403"/>
                </a:lnTo>
                <a:lnTo>
                  <a:pt x="4805" y="403"/>
                </a:lnTo>
                <a:lnTo>
                  <a:pt x="4802" y="383"/>
                </a:lnTo>
                <a:lnTo>
                  <a:pt x="4798" y="383"/>
                </a:lnTo>
                <a:lnTo>
                  <a:pt x="4798" y="367"/>
                </a:lnTo>
                <a:lnTo>
                  <a:pt x="4791" y="363"/>
                </a:lnTo>
                <a:lnTo>
                  <a:pt x="4791" y="356"/>
                </a:lnTo>
                <a:lnTo>
                  <a:pt x="4778" y="347"/>
                </a:lnTo>
                <a:close/>
                <a:moveTo>
                  <a:pt x="2051" y="347"/>
                </a:moveTo>
                <a:lnTo>
                  <a:pt x="2049" y="361"/>
                </a:lnTo>
                <a:lnTo>
                  <a:pt x="2049" y="381"/>
                </a:lnTo>
                <a:lnTo>
                  <a:pt x="2049" y="403"/>
                </a:lnTo>
                <a:lnTo>
                  <a:pt x="2051" y="421"/>
                </a:lnTo>
                <a:lnTo>
                  <a:pt x="2054" y="431"/>
                </a:lnTo>
                <a:lnTo>
                  <a:pt x="2054" y="416"/>
                </a:lnTo>
                <a:lnTo>
                  <a:pt x="2054" y="396"/>
                </a:lnTo>
                <a:lnTo>
                  <a:pt x="2054" y="376"/>
                </a:lnTo>
                <a:lnTo>
                  <a:pt x="2054" y="358"/>
                </a:lnTo>
                <a:lnTo>
                  <a:pt x="2051" y="347"/>
                </a:lnTo>
                <a:close/>
                <a:moveTo>
                  <a:pt x="1058" y="347"/>
                </a:moveTo>
                <a:lnTo>
                  <a:pt x="1062" y="354"/>
                </a:lnTo>
                <a:lnTo>
                  <a:pt x="1063" y="361"/>
                </a:lnTo>
                <a:lnTo>
                  <a:pt x="1067" y="369"/>
                </a:lnTo>
                <a:lnTo>
                  <a:pt x="1071" y="374"/>
                </a:lnTo>
                <a:lnTo>
                  <a:pt x="1071" y="391"/>
                </a:lnTo>
                <a:lnTo>
                  <a:pt x="1074" y="391"/>
                </a:lnTo>
                <a:lnTo>
                  <a:pt x="1076" y="403"/>
                </a:lnTo>
                <a:lnTo>
                  <a:pt x="1078" y="414"/>
                </a:lnTo>
                <a:lnTo>
                  <a:pt x="1082" y="423"/>
                </a:lnTo>
                <a:lnTo>
                  <a:pt x="1085" y="420"/>
                </a:lnTo>
                <a:lnTo>
                  <a:pt x="1087" y="416"/>
                </a:lnTo>
                <a:lnTo>
                  <a:pt x="1087" y="414"/>
                </a:lnTo>
                <a:lnTo>
                  <a:pt x="1089" y="409"/>
                </a:lnTo>
                <a:lnTo>
                  <a:pt x="1091" y="403"/>
                </a:lnTo>
                <a:lnTo>
                  <a:pt x="1085" y="403"/>
                </a:lnTo>
                <a:lnTo>
                  <a:pt x="1082" y="383"/>
                </a:lnTo>
                <a:lnTo>
                  <a:pt x="1078" y="383"/>
                </a:lnTo>
                <a:lnTo>
                  <a:pt x="1078" y="367"/>
                </a:lnTo>
                <a:lnTo>
                  <a:pt x="1071" y="363"/>
                </a:lnTo>
                <a:lnTo>
                  <a:pt x="1071" y="356"/>
                </a:lnTo>
                <a:lnTo>
                  <a:pt x="1058" y="347"/>
                </a:lnTo>
                <a:close/>
                <a:moveTo>
                  <a:pt x="5002" y="343"/>
                </a:moveTo>
                <a:lnTo>
                  <a:pt x="4998" y="356"/>
                </a:lnTo>
                <a:lnTo>
                  <a:pt x="4994" y="356"/>
                </a:lnTo>
                <a:lnTo>
                  <a:pt x="4998" y="411"/>
                </a:lnTo>
                <a:lnTo>
                  <a:pt x="5002" y="411"/>
                </a:lnTo>
                <a:lnTo>
                  <a:pt x="5002" y="440"/>
                </a:lnTo>
                <a:lnTo>
                  <a:pt x="5005" y="440"/>
                </a:lnTo>
                <a:lnTo>
                  <a:pt x="5007" y="425"/>
                </a:lnTo>
                <a:lnTo>
                  <a:pt x="5007" y="407"/>
                </a:lnTo>
                <a:lnTo>
                  <a:pt x="5007" y="387"/>
                </a:lnTo>
                <a:lnTo>
                  <a:pt x="5007" y="367"/>
                </a:lnTo>
                <a:lnTo>
                  <a:pt x="5005" y="352"/>
                </a:lnTo>
                <a:lnTo>
                  <a:pt x="5002" y="343"/>
                </a:lnTo>
                <a:close/>
                <a:moveTo>
                  <a:pt x="4958" y="343"/>
                </a:moveTo>
                <a:lnTo>
                  <a:pt x="4958" y="351"/>
                </a:lnTo>
                <a:lnTo>
                  <a:pt x="4951" y="356"/>
                </a:lnTo>
                <a:lnTo>
                  <a:pt x="4954" y="400"/>
                </a:lnTo>
                <a:lnTo>
                  <a:pt x="4958" y="400"/>
                </a:lnTo>
                <a:lnTo>
                  <a:pt x="4960" y="411"/>
                </a:lnTo>
                <a:lnTo>
                  <a:pt x="4958" y="421"/>
                </a:lnTo>
                <a:lnTo>
                  <a:pt x="4958" y="431"/>
                </a:lnTo>
                <a:lnTo>
                  <a:pt x="4962" y="440"/>
                </a:lnTo>
                <a:lnTo>
                  <a:pt x="4962" y="425"/>
                </a:lnTo>
                <a:lnTo>
                  <a:pt x="4963" y="407"/>
                </a:lnTo>
                <a:lnTo>
                  <a:pt x="4963" y="387"/>
                </a:lnTo>
                <a:lnTo>
                  <a:pt x="4963" y="367"/>
                </a:lnTo>
                <a:lnTo>
                  <a:pt x="4962" y="352"/>
                </a:lnTo>
                <a:lnTo>
                  <a:pt x="4958" y="343"/>
                </a:lnTo>
                <a:close/>
                <a:moveTo>
                  <a:pt x="3162" y="343"/>
                </a:moveTo>
                <a:lnTo>
                  <a:pt x="3154" y="380"/>
                </a:lnTo>
                <a:lnTo>
                  <a:pt x="3151" y="380"/>
                </a:lnTo>
                <a:lnTo>
                  <a:pt x="3151" y="391"/>
                </a:lnTo>
                <a:lnTo>
                  <a:pt x="3145" y="391"/>
                </a:lnTo>
                <a:lnTo>
                  <a:pt x="3145" y="396"/>
                </a:lnTo>
                <a:lnTo>
                  <a:pt x="3151" y="396"/>
                </a:lnTo>
                <a:lnTo>
                  <a:pt x="3151" y="420"/>
                </a:lnTo>
                <a:lnTo>
                  <a:pt x="3154" y="420"/>
                </a:lnTo>
                <a:lnTo>
                  <a:pt x="3154" y="463"/>
                </a:lnTo>
                <a:lnTo>
                  <a:pt x="3158" y="463"/>
                </a:lnTo>
                <a:lnTo>
                  <a:pt x="3158" y="460"/>
                </a:lnTo>
                <a:lnTo>
                  <a:pt x="3162" y="449"/>
                </a:lnTo>
                <a:lnTo>
                  <a:pt x="3163" y="436"/>
                </a:lnTo>
                <a:lnTo>
                  <a:pt x="3162" y="418"/>
                </a:lnTo>
                <a:lnTo>
                  <a:pt x="3162" y="401"/>
                </a:lnTo>
                <a:lnTo>
                  <a:pt x="3160" y="385"/>
                </a:lnTo>
                <a:lnTo>
                  <a:pt x="3162" y="371"/>
                </a:lnTo>
                <a:lnTo>
                  <a:pt x="3165" y="371"/>
                </a:lnTo>
                <a:lnTo>
                  <a:pt x="3165" y="343"/>
                </a:lnTo>
                <a:lnTo>
                  <a:pt x="3162" y="343"/>
                </a:lnTo>
                <a:close/>
                <a:moveTo>
                  <a:pt x="1282" y="343"/>
                </a:moveTo>
                <a:lnTo>
                  <a:pt x="1278" y="356"/>
                </a:lnTo>
                <a:lnTo>
                  <a:pt x="1274" y="356"/>
                </a:lnTo>
                <a:lnTo>
                  <a:pt x="1278" y="411"/>
                </a:lnTo>
                <a:lnTo>
                  <a:pt x="1282" y="411"/>
                </a:lnTo>
                <a:lnTo>
                  <a:pt x="1282" y="440"/>
                </a:lnTo>
                <a:lnTo>
                  <a:pt x="1285" y="440"/>
                </a:lnTo>
                <a:lnTo>
                  <a:pt x="1287" y="425"/>
                </a:lnTo>
                <a:lnTo>
                  <a:pt x="1287" y="407"/>
                </a:lnTo>
                <a:lnTo>
                  <a:pt x="1287" y="387"/>
                </a:lnTo>
                <a:lnTo>
                  <a:pt x="1287" y="367"/>
                </a:lnTo>
                <a:lnTo>
                  <a:pt x="1285" y="352"/>
                </a:lnTo>
                <a:lnTo>
                  <a:pt x="1282" y="343"/>
                </a:lnTo>
                <a:close/>
                <a:moveTo>
                  <a:pt x="1238" y="343"/>
                </a:moveTo>
                <a:lnTo>
                  <a:pt x="1238" y="351"/>
                </a:lnTo>
                <a:lnTo>
                  <a:pt x="1231" y="356"/>
                </a:lnTo>
                <a:lnTo>
                  <a:pt x="1234" y="400"/>
                </a:lnTo>
                <a:lnTo>
                  <a:pt x="1238" y="400"/>
                </a:lnTo>
                <a:lnTo>
                  <a:pt x="1240" y="411"/>
                </a:lnTo>
                <a:lnTo>
                  <a:pt x="1238" y="421"/>
                </a:lnTo>
                <a:lnTo>
                  <a:pt x="1238" y="431"/>
                </a:lnTo>
                <a:lnTo>
                  <a:pt x="1242" y="440"/>
                </a:lnTo>
                <a:lnTo>
                  <a:pt x="1242" y="425"/>
                </a:lnTo>
                <a:lnTo>
                  <a:pt x="1243" y="407"/>
                </a:lnTo>
                <a:lnTo>
                  <a:pt x="1243" y="387"/>
                </a:lnTo>
                <a:lnTo>
                  <a:pt x="1243" y="367"/>
                </a:lnTo>
                <a:lnTo>
                  <a:pt x="1242" y="352"/>
                </a:lnTo>
                <a:lnTo>
                  <a:pt x="1238" y="343"/>
                </a:lnTo>
                <a:close/>
                <a:moveTo>
                  <a:pt x="3911" y="340"/>
                </a:moveTo>
                <a:lnTo>
                  <a:pt x="3909" y="351"/>
                </a:lnTo>
                <a:lnTo>
                  <a:pt x="3909" y="363"/>
                </a:lnTo>
                <a:lnTo>
                  <a:pt x="3911" y="374"/>
                </a:lnTo>
                <a:lnTo>
                  <a:pt x="3914" y="383"/>
                </a:lnTo>
                <a:lnTo>
                  <a:pt x="3914" y="367"/>
                </a:lnTo>
                <a:lnTo>
                  <a:pt x="3914" y="352"/>
                </a:lnTo>
                <a:lnTo>
                  <a:pt x="3918" y="340"/>
                </a:lnTo>
                <a:lnTo>
                  <a:pt x="3911" y="340"/>
                </a:lnTo>
                <a:close/>
                <a:moveTo>
                  <a:pt x="3671" y="340"/>
                </a:moveTo>
                <a:lnTo>
                  <a:pt x="3671" y="343"/>
                </a:lnTo>
                <a:lnTo>
                  <a:pt x="3673" y="351"/>
                </a:lnTo>
                <a:lnTo>
                  <a:pt x="3673" y="361"/>
                </a:lnTo>
                <a:lnTo>
                  <a:pt x="3673" y="372"/>
                </a:lnTo>
                <a:lnTo>
                  <a:pt x="3674" y="383"/>
                </a:lnTo>
                <a:lnTo>
                  <a:pt x="3678" y="383"/>
                </a:lnTo>
                <a:lnTo>
                  <a:pt x="3678" y="451"/>
                </a:lnTo>
                <a:lnTo>
                  <a:pt x="3682" y="451"/>
                </a:lnTo>
                <a:lnTo>
                  <a:pt x="3678" y="463"/>
                </a:lnTo>
                <a:lnTo>
                  <a:pt x="3685" y="463"/>
                </a:lnTo>
                <a:lnTo>
                  <a:pt x="3694" y="340"/>
                </a:lnTo>
                <a:lnTo>
                  <a:pt x="3671" y="340"/>
                </a:lnTo>
                <a:close/>
                <a:moveTo>
                  <a:pt x="2638" y="340"/>
                </a:moveTo>
                <a:lnTo>
                  <a:pt x="2642" y="380"/>
                </a:lnTo>
                <a:lnTo>
                  <a:pt x="2645" y="380"/>
                </a:lnTo>
                <a:lnTo>
                  <a:pt x="2645" y="360"/>
                </a:lnTo>
                <a:lnTo>
                  <a:pt x="2642" y="360"/>
                </a:lnTo>
                <a:lnTo>
                  <a:pt x="2643" y="354"/>
                </a:lnTo>
                <a:lnTo>
                  <a:pt x="2645" y="351"/>
                </a:lnTo>
                <a:lnTo>
                  <a:pt x="2645" y="349"/>
                </a:lnTo>
                <a:lnTo>
                  <a:pt x="2643" y="345"/>
                </a:lnTo>
                <a:lnTo>
                  <a:pt x="2642" y="343"/>
                </a:lnTo>
                <a:lnTo>
                  <a:pt x="2638" y="340"/>
                </a:lnTo>
                <a:close/>
                <a:moveTo>
                  <a:pt x="2311" y="340"/>
                </a:moveTo>
                <a:lnTo>
                  <a:pt x="2311" y="356"/>
                </a:lnTo>
                <a:lnTo>
                  <a:pt x="2314" y="356"/>
                </a:lnTo>
                <a:lnTo>
                  <a:pt x="2314" y="340"/>
                </a:lnTo>
                <a:lnTo>
                  <a:pt x="2311" y="340"/>
                </a:lnTo>
                <a:close/>
                <a:moveTo>
                  <a:pt x="191" y="340"/>
                </a:moveTo>
                <a:lnTo>
                  <a:pt x="189" y="351"/>
                </a:lnTo>
                <a:lnTo>
                  <a:pt x="189" y="363"/>
                </a:lnTo>
                <a:lnTo>
                  <a:pt x="191" y="374"/>
                </a:lnTo>
                <a:lnTo>
                  <a:pt x="194" y="383"/>
                </a:lnTo>
                <a:lnTo>
                  <a:pt x="194" y="367"/>
                </a:lnTo>
                <a:lnTo>
                  <a:pt x="194" y="352"/>
                </a:lnTo>
                <a:lnTo>
                  <a:pt x="198" y="340"/>
                </a:lnTo>
                <a:lnTo>
                  <a:pt x="191" y="340"/>
                </a:lnTo>
                <a:close/>
                <a:moveTo>
                  <a:pt x="62" y="331"/>
                </a:moveTo>
                <a:lnTo>
                  <a:pt x="62" y="356"/>
                </a:lnTo>
                <a:lnTo>
                  <a:pt x="65" y="356"/>
                </a:lnTo>
                <a:lnTo>
                  <a:pt x="65" y="331"/>
                </a:lnTo>
                <a:lnTo>
                  <a:pt x="62" y="331"/>
                </a:lnTo>
                <a:close/>
                <a:moveTo>
                  <a:pt x="4594" y="327"/>
                </a:moveTo>
                <a:lnTo>
                  <a:pt x="4594" y="351"/>
                </a:lnTo>
                <a:lnTo>
                  <a:pt x="4598" y="351"/>
                </a:lnTo>
                <a:lnTo>
                  <a:pt x="4598" y="327"/>
                </a:lnTo>
                <a:lnTo>
                  <a:pt x="4594" y="327"/>
                </a:lnTo>
                <a:close/>
                <a:moveTo>
                  <a:pt x="4551" y="327"/>
                </a:moveTo>
                <a:lnTo>
                  <a:pt x="4551" y="338"/>
                </a:lnTo>
                <a:lnTo>
                  <a:pt x="4554" y="351"/>
                </a:lnTo>
                <a:lnTo>
                  <a:pt x="4558" y="360"/>
                </a:lnTo>
                <a:lnTo>
                  <a:pt x="4558" y="345"/>
                </a:lnTo>
                <a:lnTo>
                  <a:pt x="4556" y="334"/>
                </a:lnTo>
                <a:lnTo>
                  <a:pt x="4551" y="327"/>
                </a:lnTo>
                <a:close/>
                <a:moveTo>
                  <a:pt x="3251" y="327"/>
                </a:moveTo>
                <a:lnTo>
                  <a:pt x="3249" y="340"/>
                </a:lnTo>
                <a:lnTo>
                  <a:pt x="3249" y="356"/>
                </a:lnTo>
                <a:lnTo>
                  <a:pt x="3251" y="369"/>
                </a:lnTo>
                <a:lnTo>
                  <a:pt x="3254" y="380"/>
                </a:lnTo>
                <a:lnTo>
                  <a:pt x="3254" y="365"/>
                </a:lnTo>
                <a:lnTo>
                  <a:pt x="3254" y="351"/>
                </a:lnTo>
                <a:lnTo>
                  <a:pt x="3254" y="336"/>
                </a:lnTo>
                <a:lnTo>
                  <a:pt x="3251" y="327"/>
                </a:lnTo>
                <a:close/>
                <a:moveTo>
                  <a:pt x="874" y="327"/>
                </a:moveTo>
                <a:lnTo>
                  <a:pt x="874" y="351"/>
                </a:lnTo>
                <a:lnTo>
                  <a:pt x="878" y="351"/>
                </a:lnTo>
                <a:lnTo>
                  <a:pt x="878" y="327"/>
                </a:lnTo>
                <a:lnTo>
                  <a:pt x="874" y="327"/>
                </a:lnTo>
                <a:close/>
                <a:moveTo>
                  <a:pt x="831" y="327"/>
                </a:moveTo>
                <a:lnTo>
                  <a:pt x="831" y="338"/>
                </a:lnTo>
                <a:lnTo>
                  <a:pt x="834" y="351"/>
                </a:lnTo>
                <a:lnTo>
                  <a:pt x="838" y="360"/>
                </a:lnTo>
                <a:lnTo>
                  <a:pt x="838" y="345"/>
                </a:lnTo>
                <a:lnTo>
                  <a:pt x="836" y="334"/>
                </a:lnTo>
                <a:lnTo>
                  <a:pt x="831" y="327"/>
                </a:lnTo>
                <a:close/>
                <a:moveTo>
                  <a:pt x="5445" y="314"/>
                </a:moveTo>
                <a:lnTo>
                  <a:pt x="5445" y="327"/>
                </a:lnTo>
                <a:lnTo>
                  <a:pt x="5445" y="345"/>
                </a:lnTo>
                <a:lnTo>
                  <a:pt x="5445" y="363"/>
                </a:lnTo>
                <a:lnTo>
                  <a:pt x="5445" y="380"/>
                </a:lnTo>
                <a:lnTo>
                  <a:pt x="5447" y="394"/>
                </a:lnTo>
                <a:lnTo>
                  <a:pt x="5451" y="403"/>
                </a:lnTo>
                <a:lnTo>
                  <a:pt x="5451" y="391"/>
                </a:lnTo>
                <a:lnTo>
                  <a:pt x="5451" y="374"/>
                </a:lnTo>
                <a:lnTo>
                  <a:pt x="5451" y="356"/>
                </a:lnTo>
                <a:lnTo>
                  <a:pt x="5451" y="338"/>
                </a:lnTo>
                <a:lnTo>
                  <a:pt x="5449" y="323"/>
                </a:lnTo>
                <a:lnTo>
                  <a:pt x="5445" y="314"/>
                </a:lnTo>
                <a:close/>
                <a:moveTo>
                  <a:pt x="3914" y="314"/>
                </a:moveTo>
                <a:lnTo>
                  <a:pt x="3914" y="334"/>
                </a:lnTo>
                <a:lnTo>
                  <a:pt x="3918" y="334"/>
                </a:lnTo>
                <a:lnTo>
                  <a:pt x="3918" y="314"/>
                </a:lnTo>
                <a:lnTo>
                  <a:pt x="3914" y="314"/>
                </a:lnTo>
                <a:close/>
                <a:moveTo>
                  <a:pt x="1725" y="314"/>
                </a:moveTo>
                <a:lnTo>
                  <a:pt x="1725" y="327"/>
                </a:lnTo>
                <a:lnTo>
                  <a:pt x="1725" y="345"/>
                </a:lnTo>
                <a:lnTo>
                  <a:pt x="1725" y="363"/>
                </a:lnTo>
                <a:lnTo>
                  <a:pt x="1725" y="380"/>
                </a:lnTo>
                <a:lnTo>
                  <a:pt x="1727" y="394"/>
                </a:lnTo>
                <a:lnTo>
                  <a:pt x="1731" y="403"/>
                </a:lnTo>
                <a:lnTo>
                  <a:pt x="1731" y="391"/>
                </a:lnTo>
                <a:lnTo>
                  <a:pt x="1731" y="374"/>
                </a:lnTo>
                <a:lnTo>
                  <a:pt x="1731" y="356"/>
                </a:lnTo>
                <a:lnTo>
                  <a:pt x="1731" y="338"/>
                </a:lnTo>
                <a:lnTo>
                  <a:pt x="1729" y="323"/>
                </a:lnTo>
                <a:lnTo>
                  <a:pt x="1725" y="314"/>
                </a:lnTo>
                <a:close/>
                <a:moveTo>
                  <a:pt x="194" y="314"/>
                </a:moveTo>
                <a:lnTo>
                  <a:pt x="194" y="334"/>
                </a:lnTo>
                <a:lnTo>
                  <a:pt x="198" y="334"/>
                </a:lnTo>
                <a:lnTo>
                  <a:pt x="198" y="314"/>
                </a:lnTo>
                <a:lnTo>
                  <a:pt x="194" y="314"/>
                </a:lnTo>
                <a:close/>
                <a:moveTo>
                  <a:pt x="4598" y="311"/>
                </a:moveTo>
                <a:lnTo>
                  <a:pt x="4598" y="323"/>
                </a:lnTo>
                <a:lnTo>
                  <a:pt x="4602" y="323"/>
                </a:lnTo>
                <a:lnTo>
                  <a:pt x="4602" y="311"/>
                </a:lnTo>
                <a:lnTo>
                  <a:pt x="4598" y="311"/>
                </a:lnTo>
                <a:close/>
                <a:moveTo>
                  <a:pt x="4142" y="311"/>
                </a:moveTo>
                <a:lnTo>
                  <a:pt x="4142" y="334"/>
                </a:lnTo>
                <a:lnTo>
                  <a:pt x="4145" y="334"/>
                </a:lnTo>
                <a:lnTo>
                  <a:pt x="4145" y="311"/>
                </a:lnTo>
                <a:lnTo>
                  <a:pt x="4142" y="311"/>
                </a:lnTo>
                <a:close/>
                <a:moveTo>
                  <a:pt x="878" y="311"/>
                </a:moveTo>
                <a:lnTo>
                  <a:pt x="878" y="323"/>
                </a:lnTo>
                <a:lnTo>
                  <a:pt x="882" y="323"/>
                </a:lnTo>
                <a:lnTo>
                  <a:pt x="882" y="311"/>
                </a:lnTo>
                <a:lnTo>
                  <a:pt x="878" y="311"/>
                </a:lnTo>
                <a:close/>
                <a:moveTo>
                  <a:pt x="422" y="311"/>
                </a:moveTo>
                <a:lnTo>
                  <a:pt x="422" y="334"/>
                </a:lnTo>
                <a:lnTo>
                  <a:pt x="425" y="334"/>
                </a:lnTo>
                <a:lnTo>
                  <a:pt x="425" y="311"/>
                </a:lnTo>
                <a:lnTo>
                  <a:pt x="422" y="311"/>
                </a:lnTo>
                <a:close/>
                <a:moveTo>
                  <a:pt x="4891" y="307"/>
                </a:moveTo>
                <a:lnTo>
                  <a:pt x="4891" y="314"/>
                </a:lnTo>
                <a:lnTo>
                  <a:pt x="4894" y="314"/>
                </a:lnTo>
                <a:lnTo>
                  <a:pt x="4894" y="307"/>
                </a:lnTo>
                <a:lnTo>
                  <a:pt x="4891" y="307"/>
                </a:lnTo>
                <a:close/>
                <a:moveTo>
                  <a:pt x="4374" y="307"/>
                </a:moveTo>
                <a:lnTo>
                  <a:pt x="4374" y="320"/>
                </a:lnTo>
                <a:lnTo>
                  <a:pt x="4373" y="332"/>
                </a:lnTo>
                <a:lnTo>
                  <a:pt x="4374" y="343"/>
                </a:lnTo>
                <a:lnTo>
                  <a:pt x="4378" y="351"/>
                </a:lnTo>
                <a:lnTo>
                  <a:pt x="4378" y="340"/>
                </a:lnTo>
                <a:lnTo>
                  <a:pt x="4378" y="327"/>
                </a:lnTo>
                <a:lnTo>
                  <a:pt x="4378" y="316"/>
                </a:lnTo>
                <a:lnTo>
                  <a:pt x="4374" y="307"/>
                </a:lnTo>
                <a:close/>
                <a:moveTo>
                  <a:pt x="3491" y="307"/>
                </a:moveTo>
                <a:lnTo>
                  <a:pt x="3489" y="320"/>
                </a:lnTo>
                <a:lnTo>
                  <a:pt x="3491" y="334"/>
                </a:lnTo>
                <a:lnTo>
                  <a:pt x="3494" y="343"/>
                </a:lnTo>
                <a:lnTo>
                  <a:pt x="3494" y="331"/>
                </a:lnTo>
                <a:lnTo>
                  <a:pt x="3494" y="316"/>
                </a:lnTo>
                <a:lnTo>
                  <a:pt x="3491" y="307"/>
                </a:lnTo>
                <a:close/>
                <a:moveTo>
                  <a:pt x="3334" y="307"/>
                </a:moveTo>
                <a:lnTo>
                  <a:pt x="3333" y="334"/>
                </a:lnTo>
                <a:lnTo>
                  <a:pt x="3331" y="363"/>
                </a:lnTo>
                <a:lnTo>
                  <a:pt x="3331" y="392"/>
                </a:lnTo>
                <a:lnTo>
                  <a:pt x="3334" y="420"/>
                </a:lnTo>
                <a:lnTo>
                  <a:pt x="3334" y="432"/>
                </a:lnTo>
                <a:lnTo>
                  <a:pt x="3334" y="445"/>
                </a:lnTo>
                <a:lnTo>
                  <a:pt x="3338" y="456"/>
                </a:lnTo>
                <a:lnTo>
                  <a:pt x="3338" y="431"/>
                </a:lnTo>
                <a:lnTo>
                  <a:pt x="3342" y="431"/>
                </a:lnTo>
                <a:lnTo>
                  <a:pt x="3342" y="427"/>
                </a:lnTo>
                <a:lnTo>
                  <a:pt x="3338" y="427"/>
                </a:lnTo>
                <a:lnTo>
                  <a:pt x="3342" y="411"/>
                </a:lnTo>
                <a:lnTo>
                  <a:pt x="3338" y="411"/>
                </a:lnTo>
                <a:lnTo>
                  <a:pt x="3338" y="343"/>
                </a:lnTo>
                <a:lnTo>
                  <a:pt x="3338" y="329"/>
                </a:lnTo>
                <a:lnTo>
                  <a:pt x="3338" y="316"/>
                </a:lnTo>
                <a:lnTo>
                  <a:pt x="3334" y="307"/>
                </a:lnTo>
                <a:close/>
                <a:moveTo>
                  <a:pt x="2454" y="307"/>
                </a:moveTo>
                <a:lnTo>
                  <a:pt x="2454" y="334"/>
                </a:lnTo>
                <a:lnTo>
                  <a:pt x="2458" y="334"/>
                </a:lnTo>
                <a:lnTo>
                  <a:pt x="2458" y="307"/>
                </a:lnTo>
                <a:lnTo>
                  <a:pt x="2454" y="307"/>
                </a:lnTo>
                <a:close/>
                <a:moveTo>
                  <a:pt x="1171" y="307"/>
                </a:moveTo>
                <a:lnTo>
                  <a:pt x="1171" y="314"/>
                </a:lnTo>
                <a:lnTo>
                  <a:pt x="1174" y="314"/>
                </a:lnTo>
                <a:lnTo>
                  <a:pt x="1174" y="307"/>
                </a:lnTo>
                <a:lnTo>
                  <a:pt x="1171" y="307"/>
                </a:lnTo>
                <a:close/>
                <a:moveTo>
                  <a:pt x="654" y="307"/>
                </a:moveTo>
                <a:lnTo>
                  <a:pt x="654" y="320"/>
                </a:lnTo>
                <a:lnTo>
                  <a:pt x="653" y="332"/>
                </a:lnTo>
                <a:lnTo>
                  <a:pt x="654" y="343"/>
                </a:lnTo>
                <a:lnTo>
                  <a:pt x="658" y="351"/>
                </a:lnTo>
                <a:lnTo>
                  <a:pt x="658" y="340"/>
                </a:lnTo>
                <a:lnTo>
                  <a:pt x="658" y="327"/>
                </a:lnTo>
                <a:lnTo>
                  <a:pt x="658" y="316"/>
                </a:lnTo>
                <a:lnTo>
                  <a:pt x="654" y="307"/>
                </a:lnTo>
                <a:close/>
                <a:moveTo>
                  <a:pt x="5245" y="303"/>
                </a:moveTo>
                <a:lnTo>
                  <a:pt x="5245" y="363"/>
                </a:lnTo>
                <a:lnTo>
                  <a:pt x="5251" y="363"/>
                </a:lnTo>
                <a:lnTo>
                  <a:pt x="5251" y="367"/>
                </a:lnTo>
                <a:lnTo>
                  <a:pt x="5245" y="367"/>
                </a:lnTo>
                <a:lnTo>
                  <a:pt x="5245" y="380"/>
                </a:lnTo>
                <a:lnTo>
                  <a:pt x="5247" y="394"/>
                </a:lnTo>
                <a:lnTo>
                  <a:pt x="5251" y="403"/>
                </a:lnTo>
                <a:lnTo>
                  <a:pt x="5251" y="416"/>
                </a:lnTo>
                <a:lnTo>
                  <a:pt x="5251" y="429"/>
                </a:lnTo>
                <a:lnTo>
                  <a:pt x="5254" y="440"/>
                </a:lnTo>
                <a:lnTo>
                  <a:pt x="5254" y="414"/>
                </a:lnTo>
                <a:lnTo>
                  <a:pt x="5254" y="387"/>
                </a:lnTo>
                <a:lnTo>
                  <a:pt x="5254" y="361"/>
                </a:lnTo>
                <a:lnTo>
                  <a:pt x="5251" y="340"/>
                </a:lnTo>
                <a:lnTo>
                  <a:pt x="5249" y="325"/>
                </a:lnTo>
                <a:lnTo>
                  <a:pt x="5249" y="312"/>
                </a:lnTo>
                <a:lnTo>
                  <a:pt x="5245" y="303"/>
                </a:lnTo>
                <a:close/>
                <a:moveTo>
                  <a:pt x="1525" y="303"/>
                </a:moveTo>
                <a:lnTo>
                  <a:pt x="1525" y="363"/>
                </a:lnTo>
                <a:lnTo>
                  <a:pt x="1531" y="363"/>
                </a:lnTo>
                <a:lnTo>
                  <a:pt x="1531" y="367"/>
                </a:lnTo>
                <a:lnTo>
                  <a:pt x="1525" y="367"/>
                </a:lnTo>
                <a:lnTo>
                  <a:pt x="1525" y="380"/>
                </a:lnTo>
                <a:lnTo>
                  <a:pt x="1527" y="394"/>
                </a:lnTo>
                <a:lnTo>
                  <a:pt x="1531" y="403"/>
                </a:lnTo>
                <a:lnTo>
                  <a:pt x="1531" y="416"/>
                </a:lnTo>
                <a:lnTo>
                  <a:pt x="1531" y="429"/>
                </a:lnTo>
                <a:lnTo>
                  <a:pt x="1534" y="440"/>
                </a:lnTo>
                <a:lnTo>
                  <a:pt x="1534" y="414"/>
                </a:lnTo>
                <a:lnTo>
                  <a:pt x="1534" y="387"/>
                </a:lnTo>
                <a:lnTo>
                  <a:pt x="1534" y="361"/>
                </a:lnTo>
                <a:lnTo>
                  <a:pt x="1531" y="340"/>
                </a:lnTo>
                <a:lnTo>
                  <a:pt x="1529" y="325"/>
                </a:lnTo>
                <a:lnTo>
                  <a:pt x="1529" y="312"/>
                </a:lnTo>
                <a:lnTo>
                  <a:pt x="1525" y="303"/>
                </a:lnTo>
                <a:close/>
                <a:moveTo>
                  <a:pt x="5791" y="300"/>
                </a:moveTo>
                <a:lnTo>
                  <a:pt x="5791" y="307"/>
                </a:lnTo>
                <a:lnTo>
                  <a:pt x="5794" y="307"/>
                </a:lnTo>
                <a:lnTo>
                  <a:pt x="5794" y="300"/>
                </a:lnTo>
                <a:lnTo>
                  <a:pt x="5791" y="300"/>
                </a:lnTo>
                <a:close/>
                <a:moveTo>
                  <a:pt x="4682" y="300"/>
                </a:moveTo>
                <a:lnTo>
                  <a:pt x="4694" y="374"/>
                </a:lnTo>
                <a:lnTo>
                  <a:pt x="4694" y="389"/>
                </a:lnTo>
                <a:lnTo>
                  <a:pt x="4694" y="401"/>
                </a:lnTo>
                <a:lnTo>
                  <a:pt x="4698" y="411"/>
                </a:lnTo>
                <a:lnTo>
                  <a:pt x="4698" y="340"/>
                </a:lnTo>
                <a:lnTo>
                  <a:pt x="4691" y="334"/>
                </a:lnTo>
                <a:lnTo>
                  <a:pt x="4691" y="327"/>
                </a:lnTo>
                <a:lnTo>
                  <a:pt x="4698" y="327"/>
                </a:lnTo>
                <a:lnTo>
                  <a:pt x="4698" y="311"/>
                </a:lnTo>
                <a:lnTo>
                  <a:pt x="4694" y="311"/>
                </a:lnTo>
                <a:lnTo>
                  <a:pt x="4694" y="307"/>
                </a:lnTo>
                <a:lnTo>
                  <a:pt x="4698" y="307"/>
                </a:lnTo>
                <a:lnTo>
                  <a:pt x="4698" y="300"/>
                </a:lnTo>
                <a:lnTo>
                  <a:pt x="4682" y="300"/>
                </a:lnTo>
                <a:close/>
                <a:moveTo>
                  <a:pt x="2071" y="300"/>
                </a:moveTo>
                <a:lnTo>
                  <a:pt x="2071" y="307"/>
                </a:lnTo>
                <a:lnTo>
                  <a:pt x="2074" y="307"/>
                </a:lnTo>
                <a:lnTo>
                  <a:pt x="2074" y="300"/>
                </a:lnTo>
                <a:lnTo>
                  <a:pt x="2071" y="300"/>
                </a:lnTo>
                <a:close/>
                <a:moveTo>
                  <a:pt x="962" y="300"/>
                </a:moveTo>
                <a:lnTo>
                  <a:pt x="974" y="374"/>
                </a:lnTo>
                <a:lnTo>
                  <a:pt x="974" y="389"/>
                </a:lnTo>
                <a:lnTo>
                  <a:pt x="974" y="401"/>
                </a:lnTo>
                <a:lnTo>
                  <a:pt x="978" y="411"/>
                </a:lnTo>
                <a:lnTo>
                  <a:pt x="978" y="340"/>
                </a:lnTo>
                <a:lnTo>
                  <a:pt x="971" y="334"/>
                </a:lnTo>
                <a:lnTo>
                  <a:pt x="971" y="327"/>
                </a:lnTo>
                <a:lnTo>
                  <a:pt x="978" y="327"/>
                </a:lnTo>
                <a:lnTo>
                  <a:pt x="978" y="311"/>
                </a:lnTo>
                <a:lnTo>
                  <a:pt x="974" y="311"/>
                </a:lnTo>
                <a:lnTo>
                  <a:pt x="974" y="307"/>
                </a:lnTo>
                <a:lnTo>
                  <a:pt x="978" y="307"/>
                </a:lnTo>
                <a:lnTo>
                  <a:pt x="978" y="300"/>
                </a:lnTo>
                <a:lnTo>
                  <a:pt x="962" y="300"/>
                </a:lnTo>
                <a:close/>
                <a:moveTo>
                  <a:pt x="5378" y="296"/>
                </a:moveTo>
                <a:lnTo>
                  <a:pt x="5378" y="311"/>
                </a:lnTo>
                <a:lnTo>
                  <a:pt x="5378" y="325"/>
                </a:lnTo>
                <a:lnTo>
                  <a:pt x="5382" y="334"/>
                </a:lnTo>
                <a:lnTo>
                  <a:pt x="5383" y="320"/>
                </a:lnTo>
                <a:lnTo>
                  <a:pt x="5382" y="305"/>
                </a:lnTo>
                <a:lnTo>
                  <a:pt x="5378" y="296"/>
                </a:lnTo>
                <a:close/>
                <a:moveTo>
                  <a:pt x="3038" y="296"/>
                </a:moveTo>
                <a:lnTo>
                  <a:pt x="3022" y="298"/>
                </a:lnTo>
                <a:lnTo>
                  <a:pt x="3002" y="300"/>
                </a:lnTo>
                <a:lnTo>
                  <a:pt x="2998" y="316"/>
                </a:lnTo>
                <a:lnTo>
                  <a:pt x="2996" y="336"/>
                </a:lnTo>
                <a:lnTo>
                  <a:pt x="2996" y="358"/>
                </a:lnTo>
                <a:lnTo>
                  <a:pt x="2998" y="380"/>
                </a:lnTo>
                <a:lnTo>
                  <a:pt x="3002" y="380"/>
                </a:lnTo>
                <a:lnTo>
                  <a:pt x="3002" y="391"/>
                </a:lnTo>
                <a:lnTo>
                  <a:pt x="3005" y="391"/>
                </a:lnTo>
                <a:lnTo>
                  <a:pt x="3014" y="331"/>
                </a:lnTo>
                <a:lnTo>
                  <a:pt x="3025" y="331"/>
                </a:lnTo>
                <a:lnTo>
                  <a:pt x="3023" y="343"/>
                </a:lnTo>
                <a:lnTo>
                  <a:pt x="3022" y="358"/>
                </a:lnTo>
                <a:lnTo>
                  <a:pt x="3022" y="372"/>
                </a:lnTo>
                <a:lnTo>
                  <a:pt x="3025" y="383"/>
                </a:lnTo>
                <a:lnTo>
                  <a:pt x="3027" y="351"/>
                </a:lnTo>
                <a:lnTo>
                  <a:pt x="3033" y="321"/>
                </a:lnTo>
                <a:lnTo>
                  <a:pt x="3038" y="296"/>
                </a:lnTo>
                <a:close/>
                <a:moveTo>
                  <a:pt x="1658" y="296"/>
                </a:moveTo>
                <a:lnTo>
                  <a:pt x="1658" y="311"/>
                </a:lnTo>
                <a:lnTo>
                  <a:pt x="1658" y="325"/>
                </a:lnTo>
                <a:lnTo>
                  <a:pt x="1662" y="334"/>
                </a:lnTo>
                <a:lnTo>
                  <a:pt x="1663" y="320"/>
                </a:lnTo>
                <a:lnTo>
                  <a:pt x="1662" y="305"/>
                </a:lnTo>
                <a:lnTo>
                  <a:pt x="1658" y="296"/>
                </a:lnTo>
                <a:close/>
                <a:moveTo>
                  <a:pt x="2902" y="283"/>
                </a:moveTo>
                <a:lnTo>
                  <a:pt x="2894" y="360"/>
                </a:lnTo>
                <a:lnTo>
                  <a:pt x="2898" y="360"/>
                </a:lnTo>
                <a:lnTo>
                  <a:pt x="2898" y="356"/>
                </a:lnTo>
                <a:lnTo>
                  <a:pt x="2902" y="349"/>
                </a:lnTo>
                <a:lnTo>
                  <a:pt x="2903" y="336"/>
                </a:lnTo>
                <a:lnTo>
                  <a:pt x="2905" y="320"/>
                </a:lnTo>
                <a:lnTo>
                  <a:pt x="2905" y="303"/>
                </a:lnTo>
                <a:lnTo>
                  <a:pt x="2905" y="291"/>
                </a:lnTo>
                <a:lnTo>
                  <a:pt x="2902" y="283"/>
                </a:lnTo>
                <a:close/>
                <a:moveTo>
                  <a:pt x="5785" y="280"/>
                </a:moveTo>
                <a:lnTo>
                  <a:pt x="5785" y="287"/>
                </a:lnTo>
                <a:lnTo>
                  <a:pt x="5791" y="287"/>
                </a:lnTo>
                <a:lnTo>
                  <a:pt x="5791" y="280"/>
                </a:lnTo>
                <a:lnTo>
                  <a:pt x="5785" y="280"/>
                </a:lnTo>
                <a:close/>
                <a:moveTo>
                  <a:pt x="2065" y="280"/>
                </a:moveTo>
                <a:lnTo>
                  <a:pt x="2065" y="287"/>
                </a:lnTo>
                <a:lnTo>
                  <a:pt x="2071" y="287"/>
                </a:lnTo>
                <a:lnTo>
                  <a:pt x="2071" y="280"/>
                </a:lnTo>
                <a:lnTo>
                  <a:pt x="2065" y="280"/>
                </a:lnTo>
                <a:close/>
                <a:moveTo>
                  <a:pt x="3831" y="274"/>
                </a:moveTo>
                <a:lnTo>
                  <a:pt x="3831" y="343"/>
                </a:lnTo>
                <a:lnTo>
                  <a:pt x="3834" y="343"/>
                </a:lnTo>
                <a:lnTo>
                  <a:pt x="3834" y="356"/>
                </a:lnTo>
                <a:lnTo>
                  <a:pt x="3838" y="356"/>
                </a:lnTo>
                <a:lnTo>
                  <a:pt x="3838" y="374"/>
                </a:lnTo>
                <a:lnTo>
                  <a:pt x="3842" y="374"/>
                </a:lnTo>
                <a:lnTo>
                  <a:pt x="3842" y="400"/>
                </a:lnTo>
                <a:lnTo>
                  <a:pt x="3845" y="400"/>
                </a:lnTo>
                <a:lnTo>
                  <a:pt x="3847" y="378"/>
                </a:lnTo>
                <a:lnTo>
                  <a:pt x="3845" y="354"/>
                </a:lnTo>
                <a:lnTo>
                  <a:pt x="3845" y="329"/>
                </a:lnTo>
                <a:lnTo>
                  <a:pt x="3842" y="307"/>
                </a:lnTo>
                <a:lnTo>
                  <a:pt x="3838" y="287"/>
                </a:lnTo>
                <a:lnTo>
                  <a:pt x="3831" y="274"/>
                </a:lnTo>
                <a:close/>
                <a:moveTo>
                  <a:pt x="3342" y="274"/>
                </a:moveTo>
                <a:lnTo>
                  <a:pt x="3343" y="283"/>
                </a:lnTo>
                <a:lnTo>
                  <a:pt x="3345" y="298"/>
                </a:lnTo>
                <a:lnTo>
                  <a:pt x="3349" y="312"/>
                </a:lnTo>
                <a:lnTo>
                  <a:pt x="3351" y="325"/>
                </a:lnTo>
                <a:lnTo>
                  <a:pt x="3354" y="331"/>
                </a:lnTo>
                <a:lnTo>
                  <a:pt x="3351" y="274"/>
                </a:lnTo>
                <a:lnTo>
                  <a:pt x="3342" y="274"/>
                </a:lnTo>
                <a:close/>
                <a:moveTo>
                  <a:pt x="2905" y="271"/>
                </a:moveTo>
                <a:lnTo>
                  <a:pt x="2905" y="280"/>
                </a:lnTo>
                <a:lnTo>
                  <a:pt x="2911" y="280"/>
                </a:lnTo>
                <a:lnTo>
                  <a:pt x="2911" y="271"/>
                </a:lnTo>
                <a:lnTo>
                  <a:pt x="2905" y="271"/>
                </a:lnTo>
                <a:close/>
                <a:moveTo>
                  <a:pt x="5782" y="267"/>
                </a:moveTo>
                <a:lnTo>
                  <a:pt x="5782" y="274"/>
                </a:lnTo>
                <a:lnTo>
                  <a:pt x="5785" y="274"/>
                </a:lnTo>
                <a:lnTo>
                  <a:pt x="5785" y="267"/>
                </a:lnTo>
                <a:lnTo>
                  <a:pt x="5782" y="267"/>
                </a:lnTo>
                <a:close/>
                <a:moveTo>
                  <a:pt x="2062" y="267"/>
                </a:moveTo>
                <a:lnTo>
                  <a:pt x="2062" y="274"/>
                </a:lnTo>
                <a:lnTo>
                  <a:pt x="2065" y="274"/>
                </a:lnTo>
                <a:lnTo>
                  <a:pt x="2065" y="267"/>
                </a:lnTo>
                <a:lnTo>
                  <a:pt x="2062" y="267"/>
                </a:lnTo>
                <a:close/>
                <a:moveTo>
                  <a:pt x="5754" y="263"/>
                </a:moveTo>
                <a:lnTo>
                  <a:pt x="5754" y="271"/>
                </a:lnTo>
                <a:lnTo>
                  <a:pt x="5758" y="271"/>
                </a:lnTo>
                <a:lnTo>
                  <a:pt x="5758" y="263"/>
                </a:lnTo>
                <a:lnTo>
                  <a:pt x="5754" y="263"/>
                </a:lnTo>
                <a:close/>
                <a:moveTo>
                  <a:pt x="2334" y="263"/>
                </a:moveTo>
                <a:lnTo>
                  <a:pt x="2333" y="280"/>
                </a:lnTo>
                <a:lnTo>
                  <a:pt x="2333" y="294"/>
                </a:lnTo>
                <a:lnTo>
                  <a:pt x="2338" y="311"/>
                </a:lnTo>
                <a:lnTo>
                  <a:pt x="2338" y="327"/>
                </a:lnTo>
                <a:lnTo>
                  <a:pt x="2342" y="327"/>
                </a:lnTo>
                <a:lnTo>
                  <a:pt x="2342" y="311"/>
                </a:lnTo>
                <a:lnTo>
                  <a:pt x="2340" y="292"/>
                </a:lnTo>
                <a:lnTo>
                  <a:pt x="2338" y="274"/>
                </a:lnTo>
                <a:lnTo>
                  <a:pt x="2334" y="263"/>
                </a:lnTo>
                <a:close/>
                <a:moveTo>
                  <a:pt x="2034" y="263"/>
                </a:moveTo>
                <a:lnTo>
                  <a:pt x="2034" y="271"/>
                </a:lnTo>
                <a:lnTo>
                  <a:pt x="2038" y="271"/>
                </a:lnTo>
                <a:lnTo>
                  <a:pt x="2038" y="263"/>
                </a:lnTo>
                <a:lnTo>
                  <a:pt x="2034" y="263"/>
                </a:lnTo>
                <a:close/>
                <a:moveTo>
                  <a:pt x="3431" y="247"/>
                </a:moveTo>
                <a:lnTo>
                  <a:pt x="3429" y="280"/>
                </a:lnTo>
                <a:lnTo>
                  <a:pt x="3425" y="312"/>
                </a:lnTo>
                <a:lnTo>
                  <a:pt x="3425" y="345"/>
                </a:lnTo>
                <a:lnTo>
                  <a:pt x="3431" y="374"/>
                </a:lnTo>
                <a:lnTo>
                  <a:pt x="3431" y="407"/>
                </a:lnTo>
                <a:lnTo>
                  <a:pt x="3434" y="407"/>
                </a:lnTo>
                <a:lnTo>
                  <a:pt x="3436" y="381"/>
                </a:lnTo>
                <a:lnTo>
                  <a:pt x="3438" y="352"/>
                </a:lnTo>
                <a:lnTo>
                  <a:pt x="3440" y="323"/>
                </a:lnTo>
                <a:lnTo>
                  <a:pt x="3438" y="296"/>
                </a:lnTo>
                <a:lnTo>
                  <a:pt x="3434" y="271"/>
                </a:lnTo>
                <a:lnTo>
                  <a:pt x="3434" y="247"/>
                </a:lnTo>
                <a:lnTo>
                  <a:pt x="3431" y="247"/>
                </a:lnTo>
                <a:close/>
                <a:moveTo>
                  <a:pt x="4234" y="243"/>
                </a:moveTo>
                <a:lnTo>
                  <a:pt x="4234" y="251"/>
                </a:lnTo>
                <a:lnTo>
                  <a:pt x="4238" y="251"/>
                </a:lnTo>
                <a:lnTo>
                  <a:pt x="4238" y="243"/>
                </a:lnTo>
                <a:lnTo>
                  <a:pt x="4234" y="243"/>
                </a:lnTo>
                <a:close/>
                <a:moveTo>
                  <a:pt x="4022" y="243"/>
                </a:moveTo>
                <a:lnTo>
                  <a:pt x="4022" y="256"/>
                </a:lnTo>
                <a:lnTo>
                  <a:pt x="4020" y="271"/>
                </a:lnTo>
                <a:lnTo>
                  <a:pt x="4020" y="285"/>
                </a:lnTo>
                <a:lnTo>
                  <a:pt x="4022" y="298"/>
                </a:lnTo>
                <a:lnTo>
                  <a:pt x="4025" y="307"/>
                </a:lnTo>
                <a:lnTo>
                  <a:pt x="4027" y="294"/>
                </a:lnTo>
                <a:lnTo>
                  <a:pt x="4027" y="280"/>
                </a:lnTo>
                <a:lnTo>
                  <a:pt x="4027" y="265"/>
                </a:lnTo>
                <a:lnTo>
                  <a:pt x="4025" y="252"/>
                </a:lnTo>
                <a:lnTo>
                  <a:pt x="4022" y="243"/>
                </a:lnTo>
                <a:close/>
                <a:moveTo>
                  <a:pt x="514" y="243"/>
                </a:moveTo>
                <a:lnTo>
                  <a:pt x="514" y="251"/>
                </a:lnTo>
                <a:lnTo>
                  <a:pt x="518" y="251"/>
                </a:lnTo>
                <a:lnTo>
                  <a:pt x="518" y="243"/>
                </a:lnTo>
                <a:lnTo>
                  <a:pt x="514" y="243"/>
                </a:lnTo>
                <a:close/>
                <a:moveTo>
                  <a:pt x="302" y="243"/>
                </a:moveTo>
                <a:lnTo>
                  <a:pt x="302" y="256"/>
                </a:lnTo>
                <a:lnTo>
                  <a:pt x="300" y="271"/>
                </a:lnTo>
                <a:lnTo>
                  <a:pt x="300" y="285"/>
                </a:lnTo>
                <a:lnTo>
                  <a:pt x="302" y="298"/>
                </a:lnTo>
                <a:lnTo>
                  <a:pt x="305" y="307"/>
                </a:lnTo>
                <a:lnTo>
                  <a:pt x="307" y="294"/>
                </a:lnTo>
                <a:lnTo>
                  <a:pt x="307" y="280"/>
                </a:lnTo>
                <a:lnTo>
                  <a:pt x="307" y="265"/>
                </a:lnTo>
                <a:lnTo>
                  <a:pt x="305" y="252"/>
                </a:lnTo>
                <a:lnTo>
                  <a:pt x="302" y="243"/>
                </a:lnTo>
                <a:close/>
                <a:moveTo>
                  <a:pt x="4618" y="240"/>
                </a:moveTo>
                <a:lnTo>
                  <a:pt x="4618" y="254"/>
                </a:lnTo>
                <a:lnTo>
                  <a:pt x="4616" y="274"/>
                </a:lnTo>
                <a:lnTo>
                  <a:pt x="4616" y="294"/>
                </a:lnTo>
                <a:lnTo>
                  <a:pt x="4618" y="312"/>
                </a:lnTo>
                <a:lnTo>
                  <a:pt x="4622" y="323"/>
                </a:lnTo>
                <a:lnTo>
                  <a:pt x="4622" y="309"/>
                </a:lnTo>
                <a:lnTo>
                  <a:pt x="4623" y="289"/>
                </a:lnTo>
                <a:lnTo>
                  <a:pt x="4623" y="267"/>
                </a:lnTo>
                <a:lnTo>
                  <a:pt x="4622" y="249"/>
                </a:lnTo>
                <a:lnTo>
                  <a:pt x="4618" y="240"/>
                </a:lnTo>
                <a:close/>
                <a:moveTo>
                  <a:pt x="898" y="240"/>
                </a:moveTo>
                <a:lnTo>
                  <a:pt x="898" y="254"/>
                </a:lnTo>
                <a:lnTo>
                  <a:pt x="896" y="274"/>
                </a:lnTo>
                <a:lnTo>
                  <a:pt x="896" y="294"/>
                </a:lnTo>
                <a:lnTo>
                  <a:pt x="898" y="312"/>
                </a:lnTo>
                <a:lnTo>
                  <a:pt x="902" y="323"/>
                </a:lnTo>
                <a:lnTo>
                  <a:pt x="902" y="309"/>
                </a:lnTo>
                <a:lnTo>
                  <a:pt x="903" y="289"/>
                </a:lnTo>
                <a:lnTo>
                  <a:pt x="903" y="267"/>
                </a:lnTo>
                <a:lnTo>
                  <a:pt x="902" y="249"/>
                </a:lnTo>
                <a:lnTo>
                  <a:pt x="898" y="240"/>
                </a:lnTo>
                <a:close/>
                <a:moveTo>
                  <a:pt x="3065" y="231"/>
                </a:moveTo>
                <a:lnTo>
                  <a:pt x="3062" y="258"/>
                </a:lnTo>
                <a:lnTo>
                  <a:pt x="3054" y="283"/>
                </a:lnTo>
                <a:lnTo>
                  <a:pt x="3054" y="314"/>
                </a:lnTo>
                <a:lnTo>
                  <a:pt x="3051" y="314"/>
                </a:lnTo>
                <a:lnTo>
                  <a:pt x="3049" y="329"/>
                </a:lnTo>
                <a:lnTo>
                  <a:pt x="3047" y="349"/>
                </a:lnTo>
                <a:lnTo>
                  <a:pt x="3049" y="371"/>
                </a:lnTo>
                <a:lnTo>
                  <a:pt x="3051" y="392"/>
                </a:lnTo>
                <a:lnTo>
                  <a:pt x="3053" y="412"/>
                </a:lnTo>
                <a:lnTo>
                  <a:pt x="3054" y="423"/>
                </a:lnTo>
                <a:lnTo>
                  <a:pt x="3054" y="434"/>
                </a:lnTo>
                <a:lnTo>
                  <a:pt x="3054" y="445"/>
                </a:lnTo>
                <a:lnTo>
                  <a:pt x="3054" y="454"/>
                </a:lnTo>
                <a:lnTo>
                  <a:pt x="3058" y="463"/>
                </a:lnTo>
                <a:lnTo>
                  <a:pt x="3062" y="380"/>
                </a:lnTo>
                <a:lnTo>
                  <a:pt x="3065" y="380"/>
                </a:lnTo>
                <a:lnTo>
                  <a:pt x="3065" y="291"/>
                </a:lnTo>
                <a:lnTo>
                  <a:pt x="3067" y="278"/>
                </a:lnTo>
                <a:lnTo>
                  <a:pt x="3067" y="263"/>
                </a:lnTo>
                <a:lnTo>
                  <a:pt x="3069" y="251"/>
                </a:lnTo>
                <a:lnTo>
                  <a:pt x="3069" y="238"/>
                </a:lnTo>
                <a:lnTo>
                  <a:pt x="3065" y="231"/>
                </a:lnTo>
                <a:close/>
                <a:moveTo>
                  <a:pt x="4205" y="223"/>
                </a:moveTo>
                <a:lnTo>
                  <a:pt x="4203" y="234"/>
                </a:lnTo>
                <a:lnTo>
                  <a:pt x="4200" y="252"/>
                </a:lnTo>
                <a:lnTo>
                  <a:pt x="4198" y="272"/>
                </a:lnTo>
                <a:lnTo>
                  <a:pt x="4196" y="294"/>
                </a:lnTo>
                <a:lnTo>
                  <a:pt x="4196" y="311"/>
                </a:lnTo>
                <a:lnTo>
                  <a:pt x="4198" y="320"/>
                </a:lnTo>
                <a:lnTo>
                  <a:pt x="4202" y="298"/>
                </a:lnTo>
                <a:lnTo>
                  <a:pt x="4205" y="278"/>
                </a:lnTo>
                <a:lnTo>
                  <a:pt x="4209" y="260"/>
                </a:lnTo>
                <a:lnTo>
                  <a:pt x="4205" y="240"/>
                </a:lnTo>
                <a:lnTo>
                  <a:pt x="4205" y="234"/>
                </a:lnTo>
                <a:lnTo>
                  <a:pt x="4205" y="231"/>
                </a:lnTo>
                <a:lnTo>
                  <a:pt x="4207" y="229"/>
                </a:lnTo>
                <a:lnTo>
                  <a:pt x="4209" y="225"/>
                </a:lnTo>
                <a:lnTo>
                  <a:pt x="4211" y="223"/>
                </a:lnTo>
                <a:lnTo>
                  <a:pt x="4205" y="223"/>
                </a:lnTo>
                <a:close/>
                <a:moveTo>
                  <a:pt x="485" y="223"/>
                </a:moveTo>
                <a:lnTo>
                  <a:pt x="483" y="234"/>
                </a:lnTo>
                <a:lnTo>
                  <a:pt x="480" y="252"/>
                </a:lnTo>
                <a:lnTo>
                  <a:pt x="478" y="272"/>
                </a:lnTo>
                <a:lnTo>
                  <a:pt x="476" y="294"/>
                </a:lnTo>
                <a:lnTo>
                  <a:pt x="476" y="311"/>
                </a:lnTo>
                <a:lnTo>
                  <a:pt x="478" y="320"/>
                </a:lnTo>
                <a:lnTo>
                  <a:pt x="482" y="298"/>
                </a:lnTo>
                <a:lnTo>
                  <a:pt x="485" y="278"/>
                </a:lnTo>
                <a:lnTo>
                  <a:pt x="489" y="260"/>
                </a:lnTo>
                <a:lnTo>
                  <a:pt x="485" y="240"/>
                </a:lnTo>
                <a:lnTo>
                  <a:pt x="485" y="234"/>
                </a:lnTo>
                <a:lnTo>
                  <a:pt x="485" y="231"/>
                </a:lnTo>
                <a:lnTo>
                  <a:pt x="487" y="229"/>
                </a:lnTo>
                <a:lnTo>
                  <a:pt x="489" y="225"/>
                </a:lnTo>
                <a:lnTo>
                  <a:pt x="491" y="223"/>
                </a:lnTo>
                <a:lnTo>
                  <a:pt x="485" y="223"/>
                </a:lnTo>
                <a:close/>
                <a:moveTo>
                  <a:pt x="5758" y="220"/>
                </a:moveTo>
                <a:lnTo>
                  <a:pt x="5758" y="231"/>
                </a:lnTo>
                <a:lnTo>
                  <a:pt x="5762" y="231"/>
                </a:lnTo>
                <a:lnTo>
                  <a:pt x="5762" y="220"/>
                </a:lnTo>
                <a:lnTo>
                  <a:pt x="5758" y="220"/>
                </a:lnTo>
                <a:close/>
                <a:moveTo>
                  <a:pt x="2038" y="220"/>
                </a:moveTo>
                <a:lnTo>
                  <a:pt x="2038" y="231"/>
                </a:lnTo>
                <a:lnTo>
                  <a:pt x="2042" y="231"/>
                </a:lnTo>
                <a:lnTo>
                  <a:pt x="2042" y="220"/>
                </a:lnTo>
                <a:lnTo>
                  <a:pt x="2038" y="220"/>
                </a:lnTo>
                <a:close/>
                <a:moveTo>
                  <a:pt x="3438" y="214"/>
                </a:moveTo>
                <a:lnTo>
                  <a:pt x="3438" y="221"/>
                </a:lnTo>
                <a:lnTo>
                  <a:pt x="3438" y="229"/>
                </a:lnTo>
                <a:lnTo>
                  <a:pt x="3436" y="232"/>
                </a:lnTo>
                <a:lnTo>
                  <a:pt x="3434" y="238"/>
                </a:lnTo>
                <a:lnTo>
                  <a:pt x="3434" y="243"/>
                </a:lnTo>
                <a:lnTo>
                  <a:pt x="3442" y="243"/>
                </a:lnTo>
                <a:lnTo>
                  <a:pt x="3442" y="214"/>
                </a:lnTo>
                <a:lnTo>
                  <a:pt x="3438" y="214"/>
                </a:lnTo>
                <a:close/>
                <a:moveTo>
                  <a:pt x="2302" y="214"/>
                </a:moveTo>
                <a:lnTo>
                  <a:pt x="2302" y="231"/>
                </a:lnTo>
                <a:lnTo>
                  <a:pt x="2302" y="251"/>
                </a:lnTo>
                <a:lnTo>
                  <a:pt x="2300" y="276"/>
                </a:lnTo>
                <a:lnTo>
                  <a:pt x="2302" y="298"/>
                </a:lnTo>
                <a:lnTo>
                  <a:pt x="2303" y="316"/>
                </a:lnTo>
                <a:lnTo>
                  <a:pt x="2305" y="327"/>
                </a:lnTo>
                <a:lnTo>
                  <a:pt x="2311" y="300"/>
                </a:lnTo>
                <a:lnTo>
                  <a:pt x="2314" y="300"/>
                </a:lnTo>
                <a:lnTo>
                  <a:pt x="2316" y="283"/>
                </a:lnTo>
                <a:lnTo>
                  <a:pt x="2314" y="261"/>
                </a:lnTo>
                <a:lnTo>
                  <a:pt x="2313" y="241"/>
                </a:lnTo>
                <a:lnTo>
                  <a:pt x="2307" y="225"/>
                </a:lnTo>
                <a:lnTo>
                  <a:pt x="2302" y="214"/>
                </a:lnTo>
                <a:close/>
                <a:moveTo>
                  <a:pt x="4434" y="211"/>
                </a:moveTo>
                <a:lnTo>
                  <a:pt x="4431" y="236"/>
                </a:lnTo>
                <a:lnTo>
                  <a:pt x="4431" y="265"/>
                </a:lnTo>
                <a:lnTo>
                  <a:pt x="4431" y="296"/>
                </a:lnTo>
                <a:lnTo>
                  <a:pt x="4433" y="327"/>
                </a:lnTo>
                <a:lnTo>
                  <a:pt x="4433" y="354"/>
                </a:lnTo>
                <a:lnTo>
                  <a:pt x="4431" y="374"/>
                </a:lnTo>
                <a:lnTo>
                  <a:pt x="4431" y="385"/>
                </a:lnTo>
                <a:lnTo>
                  <a:pt x="4433" y="398"/>
                </a:lnTo>
                <a:lnTo>
                  <a:pt x="4436" y="412"/>
                </a:lnTo>
                <a:lnTo>
                  <a:pt x="4438" y="420"/>
                </a:lnTo>
                <a:lnTo>
                  <a:pt x="4440" y="383"/>
                </a:lnTo>
                <a:lnTo>
                  <a:pt x="4443" y="347"/>
                </a:lnTo>
                <a:lnTo>
                  <a:pt x="4445" y="312"/>
                </a:lnTo>
                <a:lnTo>
                  <a:pt x="4443" y="276"/>
                </a:lnTo>
                <a:lnTo>
                  <a:pt x="4438" y="243"/>
                </a:lnTo>
                <a:lnTo>
                  <a:pt x="4438" y="211"/>
                </a:lnTo>
                <a:lnTo>
                  <a:pt x="4434" y="211"/>
                </a:lnTo>
                <a:close/>
                <a:moveTo>
                  <a:pt x="714" y="211"/>
                </a:moveTo>
                <a:lnTo>
                  <a:pt x="711" y="236"/>
                </a:lnTo>
                <a:lnTo>
                  <a:pt x="711" y="265"/>
                </a:lnTo>
                <a:lnTo>
                  <a:pt x="711" y="296"/>
                </a:lnTo>
                <a:lnTo>
                  <a:pt x="713" y="327"/>
                </a:lnTo>
                <a:lnTo>
                  <a:pt x="713" y="354"/>
                </a:lnTo>
                <a:lnTo>
                  <a:pt x="711" y="374"/>
                </a:lnTo>
                <a:lnTo>
                  <a:pt x="711" y="385"/>
                </a:lnTo>
                <a:lnTo>
                  <a:pt x="713" y="398"/>
                </a:lnTo>
                <a:lnTo>
                  <a:pt x="716" y="412"/>
                </a:lnTo>
                <a:lnTo>
                  <a:pt x="718" y="420"/>
                </a:lnTo>
                <a:lnTo>
                  <a:pt x="720" y="383"/>
                </a:lnTo>
                <a:lnTo>
                  <a:pt x="723" y="347"/>
                </a:lnTo>
                <a:lnTo>
                  <a:pt x="725" y="312"/>
                </a:lnTo>
                <a:lnTo>
                  <a:pt x="723" y="276"/>
                </a:lnTo>
                <a:lnTo>
                  <a:pt x="718" y="243"/>
                </a:lnTo>
                <a:lnTo>
                  <a:pt x="718" y="211"/>
                </a:lnTo>
                <a:lnTo>
                  <a:pt x="714" y="211"/>
                </a:lnTo>
                <a:close/>
                <a:moveTo>
                  <a:pt x="5491" y="207"/>
                </a:moveTo>
                <a:lnTo>
                  <a:pt x="5494" y="278"/>
                </a:lnTo>
                <a:lnTo>
                  <a:pt x="5498" y="351"/>
                </a:lnTo>
                <a:lnTo>
                  <a:pt x="5505" y="351"/>
                </a:lnTo>
                <a:lnTo>
                  <a:pt x="5511" y="334"/>
                </a:lnTo>
                <a:lnTo>
                  <a:pt x="5514" y="334"/>
                </a:lnTo>
                <a:lnTo>
                  <a:pt x="5505" y="240"/>
                </a:lnTo>
                <a:lnTo>
                  <a:pt x="5502" y="240"/>
                </a:lnTo>
                <a:lnTo>
                  <a:pt x="5502" y="231"/>
                </a:lnTo>
                <a:lnTo>
                  <a:pt x="5498" y="231"/>
                </a:lnTo>
                <a:lnTo>
                  <a:pt x="5494" y="207"/>
                </a:lnTo>
                <a:lnTo>
                  <a:pt x="5491" y="207"/>
                </a:lnTo>
                <a:close/>
                <a:moveTo>
                  <a:pt x="1771" y="207"/>
                </a:moveTo>
                <a:lnTo>
                  <a:pt x="1774" y="278"/>
                </a:lnTo>
                <a:lnTo>
                  <a:pt x="1778" y="351"/>
                </a:lnTo>
                <a:lnTo>
                  <a:pt x="1785" y="351"/>
                </a:lnTo>
                <a:lnTo>
                  <a:pt x="1791" y="334"/>
                </a:lnTo>
                <a:lnTo>
                  <a:pt x="1794" y="334"/>
                </a:lnTo>
                <a:lnTo>
                  <a:pt x="1785" y="240"/>
                </a:lnTo>
                <a:lnTo>
                  <a:pt x="1782" y="240"/>
                </a:lnTo>
                <a:lnTo>
                  <a:pt x="1782" y="231"/>
                </a:lnTo>
                <a:lnTo>
                  <a:pt x="1778" y="231"/>
                </a:lnTo>
                <a:lnTo>
                  <a:pt x="1774" y="207"/>
                </a:lnTo>
                <a:lnTo>
                  <a:pt x="1771" y="207"/>
                </a:lnTo>
                <a:close/>
                <a:moveTo>
                  <a:pt x="5938" y="203"/>
                </a:moveTo>
                <a:lnTo>
                  <a:pt x="5938" y="214"/>
                </a:lnTo>
                <a:lnTo>
                  <a:pt x="5942" y="214"/>
                </a:lnTo>
                <a:lnTo>
                  <a:pt x="5942" y="203"/>
                </a:lnTo>
                <a:lnTo>
                  <a:pt x="5938" y="203"/>
                </a:lnTo>
                <a:close/>
                <a:moveTo>
                  <a:pt x="2218" y="203"/>
                </a:moveTo>
                <a:lnTo>
                  <a:pt x="2218" y="214"/>
                </a:lnTo>
                <a:lnTo>
                  <a:pt x="2222" y="214"/>
                </a:lnTo>
                <a:lnTo>
                  <a:pt x="2222" y="203"/>
                </a:lnTo>
                <a:lnTo>
                  <a:pt x="2218" y="203"/>
                </a:lnTo>
                <a:close/>
                <a:moveTo>
                  <a:pt x="2405" y="196"/>
                </a:moveTo>
                <a:lnTo>
                  <a:pt x="2400" y="232"/>
                </a:lnTo>
                <a:lnTo>
                  <a:pt x="2391" y="267"/>
                </a:lnTo>
                <a:lnTo>
                  <a:pt x="2387" y="285"/>
                </a:lnTo>
                <a:lnTo>
                  <a:pt x="2387" y="309"/>
                </a:lnTo>
                <a:lnTo>
                  <a:pt x="2391" y="332"/>
                </a:lnTo>
                <a:lnTo>
                  <a:pt x="2393" y="354"/>
                </a:lnTo>
                <a:lnTo>
                  <a:pt x="2394" y="371"/>
                </a:lnTo>
                <a:lnTo>
                  <a:pt x="2394" y="387"/>
                </a:lnTo>
                <a:lnTo>
                  <a:pt x="2394" y="405"/>
                </a:lnTo>
                <a:lnTo>
                  <a:pt x="2396" y="425"/>
                </a:lnTo>
                <a:lnTo>
                  <a:pt x="2398" y="441"/>
                </a:lnTo>
                <a:lnTo>
                  <a:pt x="2402" y="451"/>
                </a:lnTo>
                <a:lnTo>
                  <a:pt x="2403" y="405"/>
                </a:lnTo>
                <a:lnTo>
                  <a:pt x="2409" y="363"/>
                </a:lnTo>
                <a:lnTo>
                  <a:pt x="2413" y="318"/>
                </a:lnTo>
                <a:lnTo>
                  <a:pt x="2414" y="271"/>
                </a:lnTo>
                <a:lnTo>
                  <a:pt x="2414" y="254"/>
                </a:lnTo>
                <a:lnTo>
                  <a:pt x="2414" y="238"/>
                </a:lnTo>
                <a:lnTo>
                  <a:pt x="2414" y="220"/>
                </a:lnTo>
                <a:lnTo>
                  <a:pt x="2413" y="205"/>
                </a:lnTo>
                <a:lnTo>
                  <a:pt x="2405" y="196"/>
                </a:lnTo>
                <a:close/>
                <a:moveTo>
                  <a:pt x="5725" y="180"/>
                </a:moveTo>
                <a:lnTo>
                  <a:pt x="5718" y="271"/>
                </a:lnTo>
                <a:lnTo>
                  <a:pt x="5722" y="271"/>
                </a:lnTo>
                <a:lnTo>
                  <a:pt x="5722" y="269"/>
                </a:lnTo>
                <a:lnTo>
                  <a:pt x="5723" y="265"/>
                </a:lnTo>
                <a:lnTo>
                  <a:pt x="5723" y="263"/>
                </a:lnTo>
                <a:lnTo>
                  <a:pt x="5725" y="260"/>
                </a:lnTo>
                <a:lnTo>
                  <a:pt x="5727" y="258"/>
                </a:lnTo>
                <a:lnTo>
                  <a:pt x="5731" y="260"/>
                </a:lnTo>
                <a:lnTo>
                  <a:pt x="5731" y="263"/>
                </a:lnTo>
                <a:lnTo>
                  <a:pt x="5734" y="263"/>
                </a:lnTo>
                <a:lnTo>
                  <a:pt x="5725" y="296"/>
                </a:lnTo>
                <a:lnTo>
                  <a:pt x="5720" y="334"/>
                </a:lnTo>
                <a:lnTo>
                  <a:pt x="5718" y="374"/>
                </a:lnTo>
                <a:lnTo>
                  <a:pt x="5718" y="387"/>
                </a:lnTo>
                <a:lnTo>
                  <a:pt x="5718" y="400"/>
                </a:lnTo>
                <a:lnTo>
                  <a:pt x="5718" y="411"/>
                </a:lnTo>
                <a:lnTo>
                  <a:pt x="5722" y="420"/>
                </a:lnTo>
                <a:lnTo>
                  <a:pt x="5722" y="387"/>
                </a:lnTo>
                <a:lnTo>
                  <a:pt x="5725" y="387"/>
                </a:lnTo>
                <a:lnTo>
                  <a:pt x="5734" y="334"/>
                </a:lnTo>
                <a:lnTo>
                  <a:pt x="5742" y="331"/>
                </a:lnTo>
                <a:lnTo>
                  <a:pt x="5742" y="274"/>
                </a:lnTo>
                <a:lnTo>
                  <a:pt x="5745" y="274"/>
                </a:lnTo>
                <a:lnTo>
                  <a:pt x="5745" y="240"/>
                </a:lnTo>
                <a:lnTo>
                  <a:pt x="5747" y="238"/>
                </a:lnTo>
                <a:lnTo>
                  <a:pt x="5747" y="238"/>
                </a:lnTo>
                <a:lnTo>
                  <a:pt x="5749" y="236"/>
                </a:lnTo>
                <a:lnTo>
                  <a:pt x="5751" y="234"/>
                </a:lnTo>
                <a:lnTo>
                  <a:pt x="5751" y="231"/>
                </a:lnTo>
                <a:lnTo>
                  <a:pt x="5745" y="231"/>
                </a:lnTo>
                <a:lnTo>
                  <a:pt x="5742" y="212"/>
                </a:lnTo>
                <a:lnTo>
                  <a:pt x="5736" y="194"/>
                </a:lnTo>
                <a:lnTo>
                  <a:pt x="5725" y="180"/>
                </a:lnTo>
                <a:close/>
                <a:moveTo>
                  <a:pt x="2005" y="180"/>
                </a:moveTo>
                <a:lnTo>
                  <a:pt x="1998" y="271"/>
                </a:lnTo>
                <a:lnTo>
                  <a:pt x="2002" y="271"/>
                </a:lnTo>
                <a:lnTo>
                  <a:pt x="2002" y="269"/>
                </a:lnTo>
                <a:lnTo>
                  <a:pt x="2003" y="265"/>
                </a:lnTo>
                <a:lnTo>
                  <a:pt x="2003" y="263"/>
                </a:lnTo>
                <a:lnTo>
                  <a:pt x="2005" y="260"/>
                </a:lnTo>
                <a:lnTo>
                  <a:pt x="2007" y="258"/>
                </a:lnTo>
                <a:lnTo>
                  <a:pt x="2011" y="260"/>
                </a:lnTo>
                <a:lnTo>
                  <a:pt x="2011" y="263"/>
                </a:lnTo>
                <a:lnTo>
                  <a:pt x="2014" y="263"/>
                </a:lnTo>
                <a:lnTo>
                  <a:pt x="2005" y="296"/>
                </a:lnTo>
                <a:lnTo>
                  <a:pt x="2000" y="334"/>
                </a:lnTo>
                <a:lnTo>
                  <a:pt x="1998" y="374"/>
                </a:lnTo>
                <a:lnTo>
                  <a:pt x="1998" y="387"/>
                </a:lnTo>
                <a:lnTo>
                  <a:pt x="1998" y="400"/>
                </a:lnTo>
                <a:lnTo>
                  <a:pt x="1998" y="411"/>
                </a:lnTo>
                <a:lnTo>
                  <a:pt x="2002" y="420"/>
                </a:lnTo>
                <a:lnTo>
                  <a:pt x="2002" y="387"/>
                </a:lnTo>
                <a:lnTo>
                  <a:pt x="2005" y="387"/>
                </a:lnTo>
                <a:lnTo>
                  <a:pt x="2014" y="334"/>
                </a:lnTo>
                <a:lnTo>
                  <a:pt x="2022" y="331"/>
                </a:lnTo>
                <a:lnTo>
                  <a:pt x="2022" y="274"/>
                </a:lnTo>
                <a:lnTo>
                  <a:pt x="2025" y="274"/>
                </a:lnTo>
                <a:lnTo>
                  <a:pt x="2025" y="240"/>
                </a:lnTo>
                <a:lnTo>
                  <a:pt x="2027" y="238"/>
                </a:lnTo>
                <a:lnTo>
                  <a:pt x="2027" y="238"/>
                </a:lnTo>
                <a:lnTo>
                  <a:pt x="2029" y="236"/>
                </a:lnTo>
                <a:lnTo>
                  <a:pt x="2031" y="234"/>
                </a:lnTo>
                <a:lnTo>
                  <a:pt x="2031" y="231"/>
                </a:lnTo>
                <a:lnTo>
                  <a:pt x="2025" y="231"/>
                </a:lnTo>
                <a:lnTo>
                  <a:pt x="2022" y="212"/>
                </a:lnTo>
                <a:lnTo>
                  <a:pt x="2016" y="194"/>
                </a:lnTo>
                <a:lnTo>
                  <a:pt x="2005" y="180"/>
                </a:lnTo>
                <a:close/>
                <a:moveTo>
                  <a:pt x="5322" y="167"/>
                </a:moveTo>
                <a:lnTo>
                  <a:pt x="5322" y="220"/>
                </a:lnTo>
                <a:lnTo>
                  <a:pt x="5325" y="220"/>
                </a:lnTo>
                <a:lnTo>
                  <a:pt x="5322" y="231"/>
                </a:lnTo>
                <a:lnTo>
                  <a:pt x="5325" y="231"/>
                </a:lnTo>
                <a:lnTo>
                  <a:pt x="5325" y="300"/>
                </a:lnTo>
                <a:lnTo>
                  <a:pt x="5331" y="300"/>
                </a:lnTo>
                <a:lnTo>
                  <a:pt x="5331" y="314"/>
                </a:lnTo>
                <a:lnTo>
                  <a:pt x="5334" y="314"/>
                </a:lnTo>
                <a:lnTo>
                  <a:pt x="5334" y="331"/>
                </a:lnTo>
                <a:lnTo>
                  <a:pt x="5338" y="331"/>
                </a:lnTo>
                <a:lnTo>
                  <a:pt x="5338" y="360"/>
                </a:lnTo>
                <a:lnTo>
                  <a:pt x="5342" y="360"/>
                </a:lnTo>
                <a:lnTo>
                  <a:pt x="5342" y="334"/>
                </a:lnTo>
                <a:lnTo>
                  <a:pt x="5345" y="334"/>
                </a:lnTo>
                <a:lnTo>
                  <a:pt x="5347" y="334"/>
                </a:lnTo>
                <a:lnTo>
                  <a:pt x="5349" y="332"/>
                </a:lnTo>
                <a:lnTo>
                  <a:pt x="5349" y="332"/>
                </a:lnTo>
                <a:lnTo>
                  <a:pt x="5349" y="332"/>
                </a:lnTo>
                <a:lnTo>
                  <a:pt x="5351" y="332"/>
                </a:lnTo>
                <a:lnTo>
                  <a:pt x="5354" y="331"/>
                </a:lnTo>
                <a:lnTo>
                  <a:pt x="5351" y="354"/>
                </a:lnTo>
                <a:lnTo>
                  <a:pt x="5347" y="376"/>
                </a:lnTo>
                <a:lnTo>
                  <a:pt x="5345" y="403"/>
                </a:lnTo>
                <a:lnTo>
                  <a:pt x="5351" y="403"/>
                </a:lnTo>
                <a:lnTo>
                  <a:pt x="5351" y="372"/>
                </a:lnTo>
                <a:lnTo>
                  <a:pt x="5356" y="347"/>
                </a:lnTo>
                <a:lnTo>
                  <a:pt x="5362" y="323"/>
                </a:lnTo>
                <a:lnTo>
                  <a:pt x="5363" y="300"/>
                </a:lnTo>
                <a:lnTo>
                  <a:pt x="5358" y="278"/>
                </a:lnTo>
                <a:lnTo>
                  <a:pt x="5354" y="260"/>
                </a:lnTo>
                <a:lnTo>
                  <a:pt x="5362" y="260"/>
                </a:lnTo>
                <a:lnTo>
                  <a:pt x="5365" y="271"/>
                </a:lnTo>
                <a:lnTo>
                  <a:pt x="5371" y="271"/>
                </a:lnTo>
                <a:lnTo>
                  <a:pt x="5371" y="243"/>
                </a:lnTo>
                <a:lnTo>
                  <a:pt x="5373" y="241"/>
                </a:lnTo>
                <a:lnTo>
                  <a:pt x="5373" y="241"/>
                </a:lnTo>
                <a:lnTo>
                  <a:pt x="5373" y="240"/>
                </a:lnTo>
                <a:lnTo>
                  <a:pt x="5373" y="240"/>
                </a:lnTo>
                <a:lnTo>
                  <a:pt x="5373" y="238"/>
                </a:lnTo>
                <a:lnTo>
                  <a:pt x="5374" y="236"/>
                </a:lnTo>
                <a:lnTo>
                  <a:pt x="5365" y="225"/>
                </a:lnTo>
                <a:lnTo>
                  <a:pt x="5360" y="214"/>
                </a:lnTo>
                <a:lnTo>
                  <a:pt x="5354" y="203"/>
                </a:lnTo>
                <a:lnTo>
                  <a:pt x="5345" y="200"/>
                </a:lnTo>
                <a:lnTo>
                  <a:pt x="5345" y="191"/>
                </a:lnTo>
                <a:lnTo>
                  <a:pt x="5338" y="187"/>
                </a:lnTo>
                <a:lnTo>
                  <a:pt x="5325" y="167"/>
                </a:lnTo>
                <a:lnTo>
                  <a:pt x="5322" y="167"/>
                </a:lnTo>
                <a:close/>
                <a:moveTo>
                  <a:pt x="3725" y="167"/>
                </a:moveTo>
                <a:lnTo>
                  <a:pt x="3725" y="271"/>
                </a:lnTo>
                <a:lnTo>
                  <a:pt x="3731" y="271"/>
                </a:lnTo>
                <a:lnTo>
                  <a:pt x="3734" y="307"/>
                </a:lnTo>
                <a:lnTo>
                  <a:pt x="3742" y="307"/>
                </a:lnTo>
                <a:lnTo>
                  <a:pt x="3742" y="278"/>
                </a:lnTo>
                <a:lnTo>
                  <a:pt x="3740" y="249"/>
                </a:lnTo>
                <a:lnTo>
                  <a:pt x="3734" y="223"/>
                </a:lnTo>
                <a:lnTo>
                  <a:pt x="3733" y="209"/>
                </a:lnTo>
                <a:lnTo>
                  <a:pt x="3733" y="192"/>
                </a:lnTo>
                <a:lnTo>
                  <a:pt x="3731" y="178"/>
                </a:lnTo>
                <a:lnTo>
                  <a:pt x="3725" y="167"/>
                </a:lnTo>
                <a:close/>
                <a:moveTo>
                  <a:pt x="1602" y="167"/>
                </a:moveTo>
                <a:lnTo>
                  <a:pt x="1602" y="220"/>
                </a:lnTo>
                <a:lnTo>
                  <a:pt x="1605" y="220"/>
                </a:lnTo>
                <a:lnTo>
                  <a:pt x="1602" y="231"/>
                </a:lnTo>
                <a:lnTo>
                  <a:pt x="1605" y="231"/>
                </a:lnTo>
                <a:lnTo>
                  <a:pt x="1605" y="300"/>
                </a:lnTo>
                <a:lnTo>
                  <a:pt x="1611" y="300"/>
                </a:lnTo>
                <a:lnTo>
                  <a:pt x="1611" y="314"/>
                </a:lnTo>
                <a:lnTo>
                  <a:pt x="1614" y="314"/>
                </a:lnTo>
                <a:lnTo>
                  <a:pt x="1614" y="331"/>
                </a:lnTo>
                <a:lnTo>
                  <a:pt x="1618" y="331"/>
                </a:lnTo>
                <a:lnTo>
                  <a:pt x="1618" y="360"/>
                </a:lnTo>
                <a:lnTo>
                  <a:pt x="1622" y="360"/>
                </a:lnTo>
                <a:lnTo>
                  <a:pt x="1622" y="334"/>
                </a:lnTo>
                <a:lnTo>
                  <a:pt x="1625" y="334"/>
                </a:lnTo>
                <a:lnTo>
                  <a:pt x="1627" y="334"/>
                </a:lnTo>
                <a:lnTo>
                  <a:pt x="1629" y="332"/>
                </a:lnTo>
                <a:lnTo>
                  <a:pt x="1629" y="332"/>
                </a:lnTo>
                <a:lnTo>
                  <a:pt x="1629" y="332"/>
                </a:lnTo>
                <a:lnTo>
                  <a:pt x="1631" y="332"/>
                </a:lnTo>
                <a:lnTo>
                  <a:pt x="1634" y="331"/>
                </a:lnTo>
                <a:lnTo>
                  <a:pt x="1631" y="354"/>
                </a:lnTo>
                <a:lnTo>
                  <a:pt x="1627" y="376"/>
                </a:lnTo>
                <a:lnTo>
                  <a:pt x="1625" y="403"/>
                </a:lnTo>
                <a:lnTo>
                  <a:pt x="1631" y="403"/>
                </a:lnTo>
                <a:lnTo>
                  <a:pt x="1631" y="372"/>
                </a:lnTo>
                <a:lnTo>
                  <a:pt x="1636" y="347"/>
                </a:lnTo>
                <a:lnTo>
                  <a:pt x="1642" y="323"/>
                </a:lnTo>
                <a:lnTo>
                  <a:pt x="1643" y="300"/>
                </a:lnTo>
                <a:lnTo>
                  <a:pt x="1638" y="278"/>
                </a:lnTo>
                <a:lnTo>
                  <a:pt x="1634" y="260"/>
                </a:lnTo>
                <a:lnTo>
                  <a:pt x="1642" y="260"/>
                </a:lnTo>
                <a:lnTo>
                  <a:pt x="1645" y="271"/>
                </a:lnTo>
                <a:lnTo>
                  <a:pt x="1651" y="271"/>
                </a:lnTo>
                <a:lnTo>
                  <a:pt x="1651" y="243"/>
                </a:lnTo>
                <a:lnTo>
                  <a:pt x="1653" y="241"/>
                </a:lnTo>
                <a:lnTo>
                  <a:pt x="1653" y="241"/>
                </a:lnTo>
                <a:lnTo>
                  <a:pt x="1653" y="240"/>
                </a:lnTo>
                <a:lnTo>
                  <a:pt x="1653" y="240"/>
                </a:lnTo>
                <a:lnTo>
                  <a:pt x="1653" y="238"/>
                </a:lnTo>
                <a:lnTo>
                  <a:pt x="1654" y="236"/>
                </a:lnTo>
                <a:lnTo>
                  <a:pt x="1645" y="225"/>
                </a:lnTo>
                <a:lnTo>
                  <a:pt x="1640" y="214"/>
                </a:lnTo>
                <a:lnTo>
                  <a:pt x="1634" y="203"/>
                </a:lnTo>
                <a:lnTo>
                  <a:pt x="1625" y="200"/>
                </a:lnTo>
                <a:lnTo>
                  <a:pt x="1625" y="191"/>
                </a:lnTo>
                <a:lnTo>
                  <a:pt x="1618" y="187"/>
                </a:lnTo>
                <a:lnTo>
                  <a:pt x="1605" y="167"/>
                </a:lnTo>
                <a:lnTo>
                  <a:pt x="1602" y="167"/>
                </a:lnTo>
                <a:close/>
                <a:moveTo>
                  <a:pt x="2398" y="154"/>
                </a:moveTo>
                <a:lnTo>
                  <a:pt x="2398" y="160"/>
                </a:lnTo>
                <a:lnTo>
                  <a:pt x="2385" y="171"/>
                </a:lnTo>
                <a:lnTo>
                  <a:pt x="2373" y="189"/>
                </a:lnTo>
                <a:lnTo>
                  <a:pt x="2360" y="211"/>
                </a:lnTo>
                <a:lnTo>
                  <a:pt x="2351" y="234"/>
                </a:lnTo>
                <a:lnTo>
                  <a:pt x="2345" y="254"/>
                </a:lnTo>
                <a:lnTo>
                  <a:pt x="2351" y="254"/>
                </a:lnTo>
                <a:lnTo>
                  <a:pt x="2351" y="267"/>
                </a:lnTo>
                <a:lnTo>
                  <a:pt x="2354" y="267"/>
                </a:lnTo>
                <a:lnTo>
                  <a:pt x="2354" y="263"/>
                </a:lnTo>
                <a:lnTo>
                  <a:pt x="2356" y="260"/>
                </a:lnTo>
                <a:lnTo>
                  <a:pt x="2356" y="258"/>
                </a:lnTo>
                <a:lnTo>
                  <a:pt x="2358" y="258"/>
                </a:lnTo>
                <a:lnTo>
                  <a:pt x="2362" y="256"/>
                </a:lnTo>
                <a:lnTo>
                  <a:pt x="2365" y="254"/>
                </a:lnTo>
                <a:lnTo>
                  <a:pt x="2362" y="274"/>
                </a:lnTo>
                <a:lnTo>
                  <a:pt x="2358" y="274"/>
                </a:lnTo>
                <a:lnTo>
                  <a:pt x="2358" y="285"/>
                </a:lnTo>
                <a:lnTo>
                  <a:pt x="2360" y="296"/>
                </a:lnTo>
                <a:lnTo>
                  <a:pt x="2363" y="311"/>
                </a:lnTo>
                <a:lnTo>
                  <a:pt x="2367" y="321"/>
                </a:lnTo>
                <a:lnTo>
                  <a:pt x="2371" y="327"/>
                </a:lnTo>
                <a:lnTo>
                  <a:pt x="2373" y="291"/>
                </a:lnTo>
                <a:lnTo>
                  <a:pt x="2380" y="256"/>
                </a:lnTo>
                <a:lnTo>
                  <a:pt x="2389" y="223"/>
                </a:lnTo>
                <a:lnTo>
                  <a:pt x="2398" y="191"/>
                </a:lnTo>
                <a:lnTo>
                  <a:pt x="2411" y="187"/>
                </a:lnTo>
                <a:lnTo>
                  <a:pt x="2407" y="171"/>
                </a:lnTo>
                <a:lnTo>
                  <a:pt x="2402" y="154"/>
                </a:lnTo>
                <a:lnTo>
                  <a:pt x="2398" y="154"/>
                </a:lnTo>
                <a:close/>
                <a:moveTo>
                  <a:pt x="5705" y="151"/>
                </a:moveTo>
                <a:lnTo>
                  <a:pt x="5702" y="176"/>
                </a:lnTo>
                <a:lnTo>
                  <a:pt x="5698" y="176"/>
                </a:lnTo>
                <a:lnTo>
                  <a:pt x="5694" y="267"/>
                </a:lnTo>
                <a:lnTo>
                  <a:pt x="5698" y="267"/>
                </a:lnTo>
                <a:lnTo>
                  <a:pt x="5700" y="278"/>
                </a:lnTo>
                <a:lnTo>
                  <a:pt x="5698" y="289"/>
                </a:lnTo>
                <a:lnTo>
                  <a:pt x="5698" y="300"/>
                </a:lnTo>
                <a:lnTo>
                  <a:pt x="5702" y="307"/>
                </a:lnTo>
                <a:lnTo>
                  <a:pt x="5703" y="283"/>
                </a:lnTo>
                <a:lnTo>
                  <a:pt x="5705" y="261"/>
                </a:lnTo>
                <a:lnTo>
                  <a:pt x="5711" y="243"/>
                </a:lnTo>
                <a:lnTo>
                  <a:pt x="5711" y="207"/>
                </a:lnTo>
                <a:lnTo>
                  <a:pt x="5714" y="207"/>
                </a:lnTo>
                <a:lnTo>
                  <a:pt x="5714" y="176"/>
                </a:lnTo>
                <a:lnTo>
                  <a:pt x="5718" y="176"/>
                </a:lnTo>
                <a:lnTo>
                  <a:pt x="5718" y="171"/>
                </a:lnTo>
                <a:lnTo>
                  <a:pt x="5714" y="171"/>
                </a:lnTo>
                <a:lnTo>
                  <a:pt x="5714" y="169"/>
                </a:lnTo>
                <a:lnTo>
                  <a:pt x="5714" y="167"/>
                </a:lnTo>
                <a:lnTo>
                  <a:pt x="5714" y="165"/>
                </a:lnTo>
                <a:lnTo>
                  <a:pt x="5716" y="165"/>
                </a:lnTo>
                <a:lnTo>
                  <a:pt x="5716" y="163"/>
                </a:lnTo>
                <a:lnTo>
                  <a:pt x="5718" y="163"/>
                </a:lnTo>
                <a:lnTo>
                  <a:pt x="5714" y="151"/>
                </a:lnTo>
                <a:lnTo>
                  <a:pt x="5705" y="151"/>
                </a:lnTo>
                <a:close/>
                <a:moveTo>
                  <a:pt x="1985" y="151"/>
                </a:moveTo>
                <a:lnTo>
                  <a:pt x="1982" y="176"/>
                </a:lnTo>
                <a:lnTo>
                  <a:pt x="1978" y="176"/>
                </a:lnTo>
                <a:lnTo>
                  <a:pt x="1974" y="267"/>
                </a:lnTo>
                <a:lnTo>
                  <a:pt x="1978" y="267"/>
                </a:lnTo>
                <a:lnTo>
                  <a:pt x="1980" y="278"/>
                </a:lnTo>
                <a:lnTo>
                  <a:pt x="1978" y="289"/>
                </a:lnTo>
                <a:lnTo>
                  <a:pt x="1978" y="300"/>
                </a:lnTo>
                <a:lnTo>
                  <a:pt x="1982" y="307"/>
                </a:lnTo>
                <a:lnTo>
                  <a:pt x="1983" y="283"/>
                </a:lnTo>
                <a:lnTo>
                  <a:pt x="1985" y="261"/>
                </a:lnTo>
                <a:lnTo>
                  <a:pt x="1991" y="243"/>
                </a:lnTo>
                <a:lnTo>
                  <a:pt x="1991" y="207"/>
                </a:lnTo>
                <a:lnTo>
                  <a:pt x="1994" y="207"/>
                </a:lnTo>
                <a:lnTo>
                  <a:pt x="1994" y="176"/>
                </a:lnTo>
                <a:lnTo>
                  <a:pt x="1998" y="176"/>
                </a:lnTo>
                <a:lnTo>
                  <a:pt x="1998" y="171"/>
                </a:lnTo>
                <a:lnTo>
                  <a:pt x="1994" y="171"/>
                </a:lnTo>
                <a:lnTo>
                  <a:pt x="1994" y="169"/>
                </a:lnTo>
                <a:lnTo>
                  <a:pt x="1994" y="167"/>
                </a:lnTo>
                <a:lnTo>
                  <a:pt x="1994" y="165"/>
                </a:lnTo>
                <a:lnTo>
                  <a:pt x="1996" y="165"/>
                </a:lnTo>
                <a:lnTo>
                  <a:pt x="1996" y="163"/>
                </a:lnTo>
                <a:lnTo>
                  <a:pt x="1998" y="163"/>
                </a:lnTo>
                <a:lnTo>
                  <a:pt x="1994" y="151"/>
                </a:lnTo>
                <a:lnTo>
                  <a:pt x="1985" y="151"/>
                </a:lnTo>
                <a:close/>
                <a:moveTo>
                  <a:pt x="5774" y="127"/>
                </a:moveTo>
                <a:lnTo>
                  <a:pt x="5773" y="140"/>
                </a:lnTo>
                <a:lnTo>
                  <a:pt x="5769" y="156"/>
                </a:lnTo>
                <a:lnTo>
                  <a:pt x="5765" y="174"/>
                </a:lnTo>
                <a:lnTo>
                  <a:pt x="5763" y="191"/>
                </a:lnTo>
                <a:lnTo>
                  <a:pt x="5763" y="205"/>
                </a:lnTo>
                <a:lnTo>
                  <a:pt x="5765" y="214"/>
                </a:lnTo>
                <a:lnTo>
                  <a:pt x="5767" y="201"/>
                </a:lnTo>
                <a:lnTo>
                  <a:pt x="5769" y="183"/>
                </a:lnTo>
                <a:lnTo>
                  <a:pt x="5773" y="165"/>
                </a:lnTo>
                <a:lnTo>
                  <a:pt x="5774" y="149"/>
                </a:lnTo>
                <a:lnTo>
                  <a:pt x="5776" y="134"/>
                </a:lnTo>
                <a:lnTo>
                  <a:pt x="5774" y="127"/>
                </a:lnTo>
                <a:close/>
                <a:moveTo>
                  <a:pt x="2054" y="127"/>
                </a:moveTo>
                <a:lnTo>
                  <a:pt x="2053" y="140"/>
                </a:lnTo>
                <a:lnTo>
                  <a:pt x="2049" y="156"/>
                </a:lnTo>
                <a:lnTo>
                  <a:pt x="2045" y="174"/>
                </a:lnTo>
                <a:lnTo>
                  <a:pt x="2043" y="191"/>
                </a:lnTo>
                <a:lnTo>
                  <a:pt x="2043" y="205"/>
                </a:lnTo>
                <a:lnTo>
                  <a:pt x="2045" y="214"/>
                </a:lnTo>
                <a:lnTo>
                  <a:pt x="2047" y="201"/>
                </a:lnTo>
                <a:lnTo>
                  <a:pt x="2049" y="183"/>
                </a:lnTo>
                <a:lnTo>
                  <a:pt x="2053" y="165"/>
                </a:lnTo>
                <a:lnTo>
                  <a:pt x="2054" y="149"/>
                </a:lnTo>
                <a:lnTo>
                  <a:pt x="2056" y="134"/>
                </a:lnTo>
                <a:lnTo>
                  <a:pt x="2054" y="127"/>
                </a:lnTo>
                <a:close/>
                <a:moveTo>
                  <a:pt x="5722" y="123"/>
                </a:moveTo>
                <a:lnTo>
                  <a:pt x="5718" y="131"/>
                </a:lnTo>
                <a:lnTo>
                  <a:pt x="5720" y="131"/>
                </a:lnTo>
                <a:lnTo>
                  <a:pt x="5722" y="129"/>
                </a:lnTo>
                <a:lnTo>
                  <a:pt x="5723" y="127"/>
                </a:lnTo>
                <a:lnTo>
                  <a:pt x="5725" y="125"/>
                </a:lnTo>
                <a:lnTo>
                  <a:pt x="5727" y="125"/>
                </a:lnTo>
                <a:lnTo>
                  <a:pt x="5725" y="123"/>
                </a:lnTo>
                <a:lnTo>
                  <a:pt x="5722" y="123"/>
                </a:lnTo>
                <a:close/>
                <a:moveTo>
                  <a:pt x="2002" y="123"/>
                </a:moveTo>
                <a:lnTo>
                  <a:pt x="1998" y="131"/>
                </a:lnTo>
                <a:lnTo>
                  <a:pt x="2000" y="131"/>
                </a:lnTo>
                <a:lnTo>
                  <a:pt x="2002" y="129"/>
                </a:lnTo>
                <a:lnTo>
                  <a:pt x="2003" y="127"/>
                </a:lnTo>
                <a:lnTo>
                  <a:pt x="2005" y="125"/>
                </a:lnTo>
                <a:lnTo>
                  <a:pt x="2007" y="125"/>
                </a:lnTo>
                <a:lnTo>
                  <a:pt x="2005" y="123"/>
                </a:lnTo>
                <a:lnTo>
                  <a:pt x="2002" y="123"/>
                </a:lnTo>
                <a:close/>
                <a:moveTo>
                  <a:pt x="5682" y="120"/>
                </a:moveTo>
                <a:lnTo>
                  <a:pt x="5682" y="131"/>
                </a:lnTo>
                <a:lnTo>
                  <a:pt x="5683" y="145"/>
                </a:lnTo>
                <a:lnTo>
                  <a:pt x="5685" y="160"/>
                </a:lnTo>
                <a:lnTo>
                  <a:pt x="5691" y="167"/>
                </a:lnTo>
                <a:lnTo>
                  <a:pt x="5698" y="131"/>
                </a:lnTo>
                <a:lnTo>
                  <a:pt x="5691" y="127"/>
                </a:lnTo>
                <a:lnTo>
                  <a:pt x="5691" y="120"/>
                </a:lnTo>
                <a:lnTo>
                  <a:pt x="5682" y="120"/>
                </a:lnTo>
                <a:close/>
                <a:moveTo>
                  <a:pt x="1962" y="120"/>
                </a:moveTo>
                <a:lnTo>
                  <a:pt x="1962" y="131"/>
                </a:lnTo>
                <a:lnTo>
                  <a:pt x="1963" y="145"/>
                </a:lnTo>
                <a:lnTo>
                  <a:pt x="1965" y="160"/>
                </a:lnTo>
                <a:lnTo>
                  <a:pt x="1971" y="167"/>
                </a:lnTo>
                <a:lnTo>
                  <a:pt x="1978" y="131"/>
                </a:lnTo>
                <a:lnTo>
                  <a:pt x="1971" y="127"/>
                </a:lnTo>
                <a:lnTo>
                  <a:pt x="1971" y="120"/>
                </a:lnTo>
                <a:lnTo>
                  <a:pt x="1962" y="120"/>
                </a:lnTo>
                <a:close/>
                <a:moveTo>
                  <a:pt x="2551" y="76"/>
                </a:moveTo>
                <a:lnTo>
                  <a:pt x="2551" y="80"/>
                </a:lnTo>
                <a:lnTo>
                  <a:pt x="2545" y="89"/>
                </a:lnTo>
                <a:lnTo>
                  <a:pt x="2543" y="100"/>
                </a:lnTo>
                <a:lnTo>
                  <a:pt x="2543" y="111"/>
                </a:lnTo>
                <a:lnTo>
                  <a:pt x="2542" y="123"/>
                </a:lnTo>
                <a:lnTo>
                  <a:pt x="2538" y="123"/>
                </a:lnTo>
                <a:lnTo>
                  <a:pt x="2534" y="171"/>
                </a:lnTo>
                <a:lnTo>
                  <a:pt x="2531" y="171"/>
                </a:lnTo>
                <a:lnTo>
                  <a:pt x="2531" y="207"/>
                </a:lnTo>
                <a:lnTo>
                  <a:pt x="2525" y="207"/>
                </a:lnTo>
                <a:lnTo>
                  <a:pt x="2525" y="251"/>
                </a:lnTo>
                <a:lnTo>
                  <a:pt x="2522" y="251"/>
                </a:lnTo>
                <a:lnTo>
                  <a:pt x="2520" y="265"/>
                </a:lnTo>
                <a:lnTo>
                  <a:pt x="2520" y="283"/>
                </a:lnTo>
                <a:lnTo>
                  <a:pt x="2522" y="301"/>
                </a:lnTo>
                <a:lnTo>
                  <a:pt x="2525" y="311"/>
                </a:lnTo>
                <a:lnTo>
                  <a:pt x="2527" y="292"/>
                </a:lnTo>
                <a:lnTo>
                  <a:pt x="2533" y="276"/>
                </a:lnTo>
                <a:lnTo>
                  <a:pt x="2538" y="263"/>
                </a:lnTo>
                <a:lnTo>
                  <a:pt x="2542" y="247"/>
                </a:lnTo>
                <a:lnTo>
                  <a:pt x="2551" y="247"/>
                </a:lnTo>
                <a:lnTo>
                  <a:pt x="2547" y="261"/>
                </a:lnTo>
                <a:lnTo>
                  <a:pt x="2543" y="272"/>
                </a:lnTo>
                <a:lnTo>
                  <a:pt x="2538" y="283"/>
                </a:lnTo>
                <a:lnTo>
                  <a:pt x="2538" y="296"/>
                </a:lnTo>
                <a:lnTo>
                  <a:pt x="2534" y="296"/>
                </a:lnTo>
                <a:lnTo>
                  <a:pt x="2538" y="303"/>
                </a:lnTo>
                <a:lnTo>
                  <a:pt x="2534" y="303"/>
                </a:lnTo>
                <a:lnTo>
                  <a:pt x="2531" y="334"/>
                </a:lnTo>
                <a:lnTo>
                  <a:pt x="2525" y="334"/>
                </a:lnTo>
                <a:lnTo>
                  <a:pt x="2525" y="347"/>
                </a:lnTo>
                <a:lnTo>
                  <a:pt x="2525" y="360"/>
                </a:lnTo>
                <a:lnTo>
                  <a:pt x="2527" y="372"/>
                </a:lnTo>
                <a:lnTo>
                  <a:pt x="2531" y="380"/>
                </a:lnTo>
                <a:lnTo>
                  <a:pt x="2533" y="343"/>
                </a:lnTo>
                <a:lnTo>
                  <a:pt x="2540" y="309"/>
                </a:lnTo>
                <a:lnTo>
                  <a:pt x="2551" y="280"/>
                </a:lnTo>
                <a:lnTo>
                  <a:pt x="2554" y="251"/>
                </a:lnTo>
                <a:lnTo>
                  <a:pt x="2558" y="251"/>
                </a:lnTo>
                <a:lnTo>
                  <a:pt x="2560" y="249"/>
                </a:lnTo>
                <a:lnTo>
                  <a:pt x="2560" y="249"/>
                </a:lnTo>
                <a:lnTo>
                  <a:pt x="2560" y="249"/>
                </a:lnTo>
                <a:lnTo>
                  <a:pt x="2562" y="249"/>
                </a:lnTo>
                <a:lnTo>
                  <a:pt x="2563" y="249"/>
                </a:lnTo>
                <a:lnTo>
                  <a:pt x="2565" y="247"/>
                </a:lnTo>
                <a:lnTo>
                  <a:pt x="2562" y="269"/>
                </a:lnTo>
                <a:lnTo>
                  <a:pt x="2554" y="287"/>
                </a:lnTo>
                <a:lnTo>
                  <a:pt x="2554" y="307"/>
                </a:lnTo>
                <a:lnTo>
                  <a:pt x="2551" y="307"/>
                </a:lnTo>
                <a:lnTo>
                  <a:pt x="2551" y="407"/>
                </a:lnTo>
                <a:lnTo>
                  <a:pt x="2554" y="407"/>
                </a:lnTo>
                <a:lnTo>
                  <a:pt x="2554" y="403"/>
                </a:lnTo>
                <a:lnTo>
                  <a:pt x="2558" y="392"/>
                </a:lnTo>
                <a:lnTo>
                  <a:pt x="2560" y="380"/>
                </a:lnTo>
                <a:lnTo>
                  <a:pt x="2560" y="365"/>
                </a:lnTo>
                <a:lnTo>
                  <a:pt x="2562" y="351"/>
                </a:lnTo>
                <a:lnTo>
                  <a:pt x="2565" y="351"/>
                </a:lnTo>
                <a:lnTo>
                  <a:pt x="2565" y="334"/>
                </a:lnTo>
                <a:lnTo>
                  <a:pt x="2571" y="334"/>
                </a:lnTo>
                <a:lnTo>
                  <a:pt x="2574" y="300"/>
                </a:lnTo>
                <a:lnTo>
                  <a:pt x="2578" y="300"/>
                </a:lnTo>
                <a:lnTo>
                  <a:pt x="2578" y="247"/>
                </a:lnTo>
                <a:lnTo>
                  <a:pt x="2578" y="212"/>
                </a:lnTo>
                <a:lnTo>
                  <a:pt x="2576" y="180"/>
                </a:lnTo>
                <a:lnTo>
                  <a:pt x="2571" y="151"/>
                </a:lnTo>
                <a:lnTo>
                  <a:pt x="2571" y="131"/>
                </a:lnTo>
                <a:lnTo>
                  <a:pt x="2565" y="131"/>
                </a:lnTo>
                <a:lnTo>
                  <a:pt x="2565" y="120"/>
                </a:lnTo>
                <a:lnTo>
                  <a:pt x="2562" y="120"/>
                </a:lnTo>
                <a:lnTo>
                  <a:pt x="2562" y="103"/>
                </a:lnTo>
                <a:lnTo>
                  <a:pt x="2558" y="103"/>
                </a:lnTo>
                <a:lnTo>
                  <a:pt x="2554" y="76"/>
                </a:lnTo>
                <a:lnTo>
                  <a:pt x="2551" y="76"/>
                </a:lnTo>
                <a:close/>
                <a:moveTo>
                  <a:pt x="3725" y="0"/>
                </a:moveTo>
                <a:lnTo>
                  <a:pt x="3738" y="0"/>
                </a:lnTo>
                <a:lnTo>
                  <a:pt x="3738" y="3"/>
                </a:lnTo>
                <a:lnTo>
                  <a:pt x="3734" y="12"/>
                </a:lnTo>
                <a:lnTo>
                  <a:pt x="3734" y="25"/>
                </a:lnTo>
                <a:lnTo>
                  <a:pt x="3734" y="40"/>
                </a:lnTo>
                <a:lnTo>
                  <a:pt x="3731" y="40"/>
                </a:lnTo>
                <a:lnTo>
                  <a:pt x="3731" y="123"/>
                </a:lnTo>
                <a:lnTo>
                  <a:pt x="3725" y="123"/>
                </a:lnTo>
                <a:lnTo>
                  <a:pt x="3725" y="127"/>
                </a:lnTo>
                <a:lnTo>
                  <a:pt x="3731" y="127"/>
                </a:lnTo>
                <a:lnTo>
                  <a:pt x="3731" y="140"/>
                </a:lnTo>
                <a:lnTo>
                  <a:pt x="3725" y="140"/>
                </a:lnTo>
                <a:lnTo>
                  <a:pt x="3725" y="143"/>
                </a:lnTo>
                <a:lnTo>
                  <a:pt x="3734" y="147"/>
                </a:lnTo>
                <a:lnTo>
                  <a:pt x="3734" y="167"/>
                </a:lnTo>
                <a:lnTo>
                  <a:pt x="3738" y="167"/>
                </a:lnTo>
                <a:lnTo>
                  <a:pt x="3738" y="183"/>
                </a:lnTo>
                <a:lnTo>
                  <a:pt x="3742" y="183"/>
                </a:lnTo>
                <a:lnTo>
                  <a:pt x="3742" y="203"/>
                </a:lnTo>
                <a:lnTo>
                  <a:pt x="3745" y="203"/>
                </a:lnTo>
                <a:lnTo>
                  <a:pt x="3751" y="247"/>
                </a:lnTo>
                <a:lnTo>
                  <a:pt x="3754" y="247"/>
                </a:lnTo>
                <a:lnTo>
                  <a:pt x="3754" y="254"/>
                </a:lnTo>
                <a:lnTo>
                  <a:pt x="3762" y="260"/>
                </a:lnTo>
                <a:lnTo>
                  <a:pt x="3762" y="274"/>
                </a:lnTo>
                <a:lnTo>
                  <a:pt x="3765" y="274"/>
                </a:lnTo>
                <a:lnTo>
                  <a:pt x="3758" y="180"/>
                </a:lnTo>
                <a:lnTo>
                  <a:pt x="3753" y="165"/>
                </a:lnTo>
                <a:lnTo>
                  <a:pt x="3751" y="147"/>
                </a:lnTo>
                <a:lnTo>
                  <a:pt x="3754" y="147"/>
                </a:lnTo>
                <a:lnTo>
                  <a:pt x="3754" y="151"/>
                </a:lnTo>
                <a:lnTo>
                  <a:pt x="3765" y="147"/>
                </a:lnTo>
                <a:lnTo>
                  <a:pt x="3765" y="151"/>
                </a:lnTo>
                <a:lnTo>
                  <a:pt x="3771" y="151"/>
                </a:lnTo>
                <a:lnTo>
                  <a:pt x="3771" y="163"/>
                </a:lnTo>
                <a:lnTo>
                  <a:pt x="3774" y="163"/>
                </a:lnTo>
                <a:lnTo>
                  <a:pt x="3771" y="123"/>
                </a:lnTo>
                <a:lnTo>
                  <a:pt x="3782" y="123"/>
                </a:lnTo>
                <a:lnTo>
                  <a:pt x="3785" y="147"/>
                </a:lnTo>
                <a:lnTo>
                  <a:pt x="3791" y="167"/>
                </a:lnTo>
                <a:lnTo>
                  <a:pt x="3791" y="203"/>
                </a:lnTo>
                <a:lnTo>
                  <a:pt x="3794" y="203"/>
                </a:lnTo>
                <a:lnTo>
                  <a:pt x="3794" y="231"/>
                </a:lnTo>
                <a:lnTo>
                  <a:pt x="3798" y="231"/>
                </a:lnTo>
                <a:lnTo>
                  <a:pt x="3798" y="240"/>
                </a:lnTo>
                <a:lnTo>
                  <a:pt x="3802" y="240"/>
                </a:lnTo>
                <a:lnTo>
                  <a:pt x="3805" y="263"/>
                </a:lnTo>
                <a:lnTo>
                  <a:pt x="3811" y="263"/>
                </a:lnTo>
                <a:lnTo>
                  <a:pt x="3811" y="231"/>
                </a:lnTo>
                <a:lnTo>
                  <a:pt x="3813" y="201"/>
                </a:lnTo>
                <a:lnTo>
                  <a:pt x="3818" y="176"/>
                </a:lnTo>
                <a:lnTo>
                  <a:pt x="3822" y="176"/>
                </a:lnTo>
                <a:lnTo>
                  <a:pt x="3822" y="180"/>
                </a:lnTo>
                <a:lnTo>
                  <a:pt x="3825" y="180"/>
                </a:lnTo>
                <a:lnTo>
                  <a:pt x="3825" y="183"/>
                </a:lnTo>
                <a:lnTo>
                  <a:pt x="3822" y="191"/>
                </a:lnTo>
                <a:lnTo>
                  <a:pt x="3831" y="187"/>
                </a:lnTo>
                <a:lnTo>
                  <a:pt x="3831" y="254"/>
                </a:lnTo>
                <a:lnTo>
                  <a:pt x="3838" y="265"/>
                </a:lnTo>
                <a:lnTo>
                  <a:pt x="3845" y="281"/>
                </a:lnTo>
                <a:lnTo>
                  <a:pt x="3851" y="300"/>
                </a:lnTo>
                <a:lnTo>
                  <a:pt x="3854" y="320"/>
                </a:lnTo>
                <a:lnTo>
                  <a:pt x="3858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0" y="334"/>
                </a:lnTo>
                <a:lnTo>
                  <a:pt x="3862" y="332"/>
                </a:lnTo>
                <a:lnTo>
                  <a:pt x="3862" y="331"/>
                </a:lnTo>
                <a:lnTo>
                  <a:pt x="3865" y="331"/>
                </a:lnTo>
                <a:lnTo>
                  <a:pt x="3862" y="314"/>
                </a:lnTo>
                <a:lnTo>
                  <a:pt x="3863" y="294"/>
                </a:lnTo>
                <a:lnTo>
                  <a:pt x="3863" y="269"/>
                </a:lnTo>
                <a:lnTo>
                  <a:pt x="3863" y="245"/>
                </a:lnTo>
                <a:lnTo>
                  <a:pt x="3865" y="223"/>
                </a:lnTo>
                <a:lnTo>
                  <a:pt x="3871" y="223"/>
                </a:lnTo>
                <a:lnTo>
                  <a:pt x="3865" y="214"/>
                </a:lnTo>
                <a:lnTo>
                  <a:pt x="3871" y="214"/>
                </a:lnTo>
                <a:lnTo>
                  <a:pt x="3871" y="180"/>
                </a:lnTo>
                <a:lnTo>
                  <a:pt x="3874" y="180"/>
                </a:lnTo>
                <a:lnTo>
                  <a:pt x="3874" y="154"/>
                </a:lnTo>
                <a:lnTo>
                  <a:pt x="3882" y="132"/>
                </a:lnTo>
                <a:lnTo>
                  <a:pt x="3885" y="107"/>
                </a:lnTo>
                <a:lnTo>
                  <a:pt x="3894" y="107"/>
                </a:lnTo>
                <a:lnTo>
                  <a:pt x="3885" y="167"/>
                </a:lnTo>
                <a:lnTo>
                  <a:pt x="3882" y="167"/>
                </a:lnTo>
                <a:lnTo>
                  <a:pt x="3882" y="203"/>
                </a:lnTo>
                <a:lnTo>
                  <a:pt x="3878" y="203"/>
                </a:lnTo>
                <a:lnTo>
                  <a:pt x="3882" y="211"/>
                </a:lnTo>
                <a:lnTo>
                  <a:pt x="3882" y="214"/>
                </a:lnTo>
                <a:lnTo>
                  <a:pt x="3880" y="218"/>
                </a:lnTo>
                <a:lnTo>
                  <a:pt x="3878" y="218"/>
                </a:lnTo>
                <a:lnTo>
                  <a:pt x="3878" y="220"/>
                </a:lnTo>
                <a:lnTo>
                  <a:pt x="3882" y="260"/>
                </a:lnTo>
                <a:lnTo>
                  <a:pt x="3882" y="323"/>
                </a:lnTo>
                <a:lnTo>
                  <a:pt x="3885" y="323"/>
                </a:lnTo>
                <a:lnTo>
                  <a:pt x="3887" y="336"/>
                </a:lnTo>
                <a:lnTo>
                  <a:pt x="3887" y="349"/>
                </a:lnTo>
                <a:lnTo>
                  <a:pt x="3891" y="360"/>
                </a:lnTo>
                <a:lnTo>
                  <a:pt x="3894" y="327"/>
                </a:lnTo>
                <a:lnTo>
                  <a:pt x="3898" y="327"/>
                </a:lnTo>
                <a:lnTo>
                  <a:pt x="3898" y="320"/>
                </a:lnTo>
                <a:lnTo>
                  <a:pt x="3902" y="320"/>
                </a:lnTo>
                <a:lnTo>
                  <a:pt x="3905" y="300"/>
                </a:lnTo>
                <a:lnTo>
                  <a:pt x="3922" y="287"/>
                </a:lnTo>
                <a:lnTo>
                  <a:pt x="3923" y="256"/>
                </a:lnTo>
                <a:lnTo>
                  <a:pt x="3925" y="221"/>
                </a:lnTo>
                <a:lnTo>
                  <a:pt x="3931" y="185"/>
                </a:lnTo>
                <a:lnTo>
                  <a:pt x="3938" y="154"/>
                </a:lnTo>
                <a:lnTo>
                  <a:pt x="3940" y="143"/>
                </a:lnTo>
                <a:lnTo>
                  <a:pt x="3940" y="132"/>
                </a:lnTo>
                <a:lnTo>
                  <a:pt x="3943" y="123"/>
                </a:lnTo>
                <a:lnTo>
                  <a:pt x="3951" y="114"/>
                </a:lnTo>
                <a:lnTo>
                  <a:pt x="3951" y="111"/>
                </a:lnTo>
                <a:lnTo>
                  <a:pt x="3954" y="111"/>
                </a:lnTo>
                <a:lnTo>
                  <a:pt x="3954" y="131"/>
                </a:lnTo>
                <a:lnTo>
                  <a:pt x="3951" y="131"/>
                </a:lnTo>
                <a:lnTo>
                  <a:pt x="3942" y="191"/>
                </a:lnTo>
                <a:lnTo>
                  <a:pt x="3938" y="211"/>
                </a:lnTo>
                <a:lnTo>
                  <a:pt x="3936" y="238"/>
                </a:lnTo>
                <a:lnTo>
                  <a:pt x="3936" y="271"/>
                </a:lnTo>
                <a:lnTo>
                  <a:pt x="3936" y="305"/>
                </a:lnTo>
                <a:lnTo>
                  <a:pt x="3936" y="338"/>
                </a:lnTo>
                <a:lnTo>
                  <a:pt x="3938" y="365"/>
                </a:lnTo>
                <a:lnTo>
                  <a:pt x="3942" y="383"/>
                </a:lnTo>
                <a:lnTo>
                  <a:pt x="3943" y="394"/>
                </a:lnTo>
                <a:lnTo>
                  <a:pt x="3942" y="407"/>
                </a:lnTo>
                <a:lnTo>
                  <a:pt x="3942" y="418"/>
                </a:lnTo>
                <a:lnTo>
                  <a:pt x="3945" y="427"/>
                </a:lnTo>
                <a:lnTo>
                  <a:pt x="3945" y="283"/>
                </a:lnTo>
                <a:lnTo>
                  <a:pt x="3942" y="283"/>
                </a:lnTo>
                <a:lnTo>
                  <a:pt x="3942" y="251"/>
                </a:lnTo>
                <a:lnTo>
                  <a:pt x="3954" y="254"/>
                </a:lnTo>
                <a:lnTo>
                  <a:pt x="3958" y="283"/>
                </a:lnTo>
                <a:lnTo>
                  <a:pt x="3962" y="283"/>
                </a:lnTo>
                <a:lnTo>
                  <a:pt x="3971" y="207"/>
                </a:lnTo>
                <a:lnTo>
                  <a:pt x="3974" y="207"/>
                </a:lnTo>
                <a:lnTo>
                  <a:pt x="3974" y="196"/>
                </a:lnTo>
                <a:lnTo>
                  <a:pt x="3978" y="196"/>
                </a:lnTo>
                <a:lnTo>
                  <a:pt x="3978" y="180"/>
                </a:lnTo>
                <a:lnTo>
                  <a:pt x="3982" y="180"/>
                </a:lnTo>
                <a:lnTo>
                  <a:pt x="3982" y="169"/>
                </a:lnTo>
                <a:lnTo>
                  <a:pt x="3978" y="156"/>
                </a:lnTo>
                <a:lnTo>
                  <a:pt x="3973" y="143"/>
                </a:lnTo>
                <a:lnTo>
                  <a:pt x="3971" y="131"/>
                </a:lnTo>
                <a:lnTo>
                  <a:pt x="3974" y="132"/>
                </a:lnTo>
                <a:lnTo>
                  <a:pt x="3978" y="132"/>
                </a:lnTo>
                <a:lnTo>
                  <a:pt x="3980" y="134"/>
                </a:lnTo>
                <a:lnTo>
                  <a:pt x="3980" y="136"/>
                </a:lnTo>
                <a:lnTo>
                  <a:pt x="3982" y="138"/>
                </a:lnTo>
                <a:lnTo>
                  <a:pt x="3982" y="143"/>
                </a:lnTo>
                <a:lnTo>
                  <a:pt x="3989" y="154"/>
                </a:lnTo>
                <a:lnTo>
                  <a:pt x="3993" y="171"/>
                </a:lnTo>
                <a:lnTo>
                  <a:pt x="3994" y="185"/>
                </a:lnTo>
                <a:lnTo>
                  <a:pt x="3996" y="200"/>
                </a:lnTo>
                <a:lnTo>
                  <a:pt x="4002" y="211"/>
                </a:lnTo>
                <a:lnTo>
                  <a:pt x="4002" y="203"/>
                </a:lnTo>
                <a:lnTo>
                  <a:pt x="4005" y="192"/>
                </a:lnTo>
                <a:lnTo>
                  <a:pt x="4005" y="180"/>
                </a:lnTo>
                <a:lnTo>
                  <a:pt x="4002" y="167"/>
                </a:lnTo>
                <a:lnTo>
                  <a:pt x="4014" y="167"/>
                </a:lnTo>
                <a:lnTo>
                  <a:pt x="4014" y="151"/>
                </a:lnTo>
                <a:lnTo>
                  <a:pt x="4025" y="151"/>
                </a:lnTo>
                <a:lnTo>
                  <a:pt x="4022" y="200"/>
                </a:lnTo>
                <a:lnTo>
                  <a:pt x="4031" y="203"/>
                </a:lnTo>
                <a:lnTo>
                  <a:pt x="4031" y="220"/>
                </a:lnTo>
                <a:lnTo>
                  <a:pt x="4034" y="220"/>
                </a:lnTo>
                <a:lnTo>
                  <a:pt x="4038" y="236"/>
                </a:lnTo>
                <a:lnTo>
                  <a:pt x="4042" y="236"/>
                </a:lnTo>
                <a:lnTo>
                  <a:pt x="4051" y="271"/>
                </a:lnTo>
                <a:lnTo>
                  <a:pt x="4058" y="271"/>
                </a:lnTo>
                <a:lnTo>
                  <a:pt x="4062" y="307"/>
                </a:lnTo>
                <a:lnTo>
                  <a:pt x="4065" y="307"/>
                </a:lnTo>
                <a:lnTo>
                  <a:pt x="4065" y="303"/>
                </a:lnTo>
                <a:lnTo>
                  <a:pt x="4074" y="289"/>
                </a:lnTo>
                <a:lnTo>
                  <a:pt x="4076" y="269"/>
                </a:lnTo>
                <a:lnTo>
                  <a:pt x="4076" y="245"/>
                </a:lnTo>
                <a:lnTo>
                  <a:pt x="4074" y="221"/>
                </a:lnTo>
                <a:lnTo>
                  <a:pt x="4073" y="198"/>
                </a:lnTo>
                <a:lnTo>
                  <a:pt x="4071" y="180"/>
                </a:lnTo>
                <a:lnTo>
                  <a:pt x="4074" y="180"/>
                </a:lnTo>
                <a:lnTo>
                  <a:pt x="4074" y="183"/>
                </a:lnTo>
                <a:lnTo>
                  <a:pt x="4076" y="185"/>
                </a:lnTo>
                <a:lnTo>
                  <a:pt x="4076" y="185"/>
                </a:lnTo>
                <a:lnTo>
                  <a:pt x="4076" y="183"/>
                </a:lnTo>
                <a:lnTo>
                  <a:pt x="4078" y="181"/>
                </a:lnTo>
                <a:lnTo>
                  <a:pt x="4078" y="178"/>
                </a:lnTo>
                <a:lnTo>
                  <a:pt x="4078" y="176"/>
                </a:lnTo>
                <a:lnTo>
                  <a:pt x="4078" y="176"/>
                </a:lnTo>
                <a:lnTo>
                  <a:pt x="4074" y="176"/>
                </a:lnTo>
                <a:lnTo>
                  <a:pt x="4065" y="123"/>
                </a:lnTo>
                <a:lnTo>
                  <a:pt x="4062" y="123"/>
                </a:lnTo>
                <a:lnTo>
                  <a:pt x="4062" y="100"/>
                </a:lnTo>
                <a:lnTo>
                  <a:pt x="4058" y="100"/>
                </a:lnTo>
                <a:lnTo>
                  <a:pt x="4054" y="80"/>
                </a:lnTo>
                <a:lnTo>
                  <a:pt x="4065" y="80"/>
                </a:lnTo>
                <a:lnTo>
                  <a:pt x="4071" y="112"/>
                </a:lnTo>
                <a:lnTo>
                  <a:pt x="4080" y="145"/>
                </a:lnTo>
                <a:lnTo>
                  <a:pt x="4091" y="176"/>
                </a:lnTo>
                <a:lnTo>
                  <a:pt x="4098" y="240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0" y="238"/>
                </a:lnTo>
                <a:lnTo>
                  <a:pt x="4102" y="236"/>
                </a:lnTo>
                <a:lnTo>
                  <a:pt x="4102" y="236"/>
                </a:lnTo>
                <a:lnTo>
                  <a:pt x="4109" y="227"/>
                </a:lnTo>
                <a:lnTo>
                  <a:pt x="4111" y="218"/>
                </a:lnTo>
                <a:lnTo>
                  <a:pt x="4111" y="207"/>
                </a:lnTo>
                <a:lnTo>
                  <a:pt x="4114" y="196"/>
                </a:lnTo>
                <a:lnTo>
                  <a:pt x="4125" y="156"/>
                </a:lnTo>
                <a:lnTo>
                  <a:pt x="4134" y="114"/>
                </a:lnTo>
                <a:lnTo>
                  <a:pt x="4142" y="114"/>
                </a:lnTo>
                <a:lnTo>
                  <a:pt x="4140" y="143"/>
                </a:lnTo>
                <a:lnTo>
                  <a:pt x="4133" y="169"/>
                </a:lnTo>
                <a:lnTo>
                  <a:pt x="4127" y="194"/>
                </a:lnTo>
                <a:lnTo>
                  <a:pt x="4122" y="220"/>
                </a:lnTo>
                <a:lnTo>
                  <a:pt x="4125" y="220"/>
                </a:lnTo>
                <a:lnTo>
                  <a:pt x="4125" y="211"/>
                </a:lnTo>
                <a:lnTo>
                  <a:pt x="4133" y="198"/>
                </a:lnTo>
                <a:lnTo>
                  <a:pt x="4140" y="178"/>
                </a:lnTo>
                <a:lnTo>
                  <a:pt x="4143" y="154"/>
                </a:lnTo>
                <a:lnTo>
                  <a:pt x="4149" y="132"/>
                </a:lnTo>
                <a:lnTo>
                  <a:pt x="4154" y="114"/>
                </a:lnTo>
                <a:lnTo>
                  <a:pt x="4158" y="114"/>
                </a:lnTo>
                <a:lnTo>
                  <a:pt x="4158" y="140"/>
                </a:lnTo>
                <a:lnTo>
                  <a:pt x="4154" y="140"/>
                </a:lnTo>
                <a:lnTo>
                  <a:pt x="4154" y="160"/>
                </a:lnTo>
                <a:lnTo>
                  <a:pt x="4151" y="160"/>
                </a:lnTo>
                <a:lnTo>
                  <a:pt x="4143" y="189"/>
                </a:lnTo>
                <a:lnTo>
                  <a:pt x="4143" y="220"/>
                </a:lnTo>
                <a:lnTo>
                  <a:pt x="4145" y="252"/>
                </a:lnTo>
                <a:lnTo>
                  <a:pt x="4145" y="287"/>
                </a:lnTo>
                <a:lnTo>
                  <a:pt x="4154" y="287"/>
                </a:lnTo>
                <a:lnTo>
                  <a:pt x="4154" y="311"/>
                </a:lnTo>
                <a:lnTo>
                  <a:pt x="4158" y="311"/>
                </a:lnTo>
                <a:lnTo>
                  <a:pt x="4158" y="307"/>
                </a:lnTo>
                <a:lnTo>
                  <a:pt x="4162" y="307"/>
                </a:lnTo>
                <a:lnTo>
                  <a:pt x="4171" y="260"/>
                </a:lnTo>
                <a:lnTo>
                  <a:pt x="4174" y="260"/>
                </a:lnTo>
                <a:lnTo>
                  <a:pt x="4174" y="243"/>
                </a:lnTo>
                <a:lnTo>
                  <a:pt x="4178" y="243"/>
                </a:lnTo>
                <a:lnTo>
                  <a:pt x="4178" y="223"/>
                </a:lnTo>
                <a:lnTo>
                  <a:pt x="4182" y="223"/>
                </a:lnTo>
                <a:lnTo>
                  <a:pt x="4182" y="211"/>
                </a:lnTo>
                <a:lnTo>
                  <a:pt x="4185" y="211"/>
                </a:lnTo>
                <a:lnTo>
                  <a:pt x="4185" y="196"/>
                </a:lnTo>
                <a:lnTo>
                  <a:pt x="4191" y="196"/>
                </a:lnTo>
                <a:lnTo>
                  <a:pt x="4191" y="176"/>
                </a:lnTo>
                <a:lnTo>
                  <a:pt x="4196" y="156"/>
                </a:lnTo>
                <a:lnTo>
                  <a:pt x="4200" y="138"/>
                </a:lnTo>
                <a:lnTo>
                  <a:pt x="4202" y="114"/>
                </a:lnTo>
                <a:lnTo>
                  <a:pt x="4214" y="114"/>
                </a:lnTo>
                <a:lnTo>
                  <a:pt x="4214" y="120"/>
                </a:lnTo>
                <a:lnTo>
                  <a:pt x="4211" y="120"/>
                </a:lnTo>
                <a:lnTo>
                  <a:pt x="4211" y="143"/>
                </a:lnTo>
                <a:lnTo>
                  <a:pt x="4205" y="143"/>
                </a:lnTo>
                <a:lnTo>
                  <a:pt x="4194" y="211"/>
                </a:lnTo>
                <a:lnTo>
                  <a:pt x="4198" y="211"/>
                </a:lnTo>
                <a:lnTo>
                  <a:pt x="4214" y="154"/>
                </a:lnTo>
                <a:lnTo>
                  <a:pt x="4222" y="154"/>
                </a:lnTo>
                <a:lnTo>
                  <a:pt x="4218" y="176"/>
                </a:lnTo>
                <a:lnTo>
                  <a:pt x="4211" y="194"/>
                </a:lnTo>
                <a:lnTo>
                  <a:pt x="4205" y="214"/>
                </a:lnTo>
                <a:lnTo>
                  <a:pt x="4214" y="214"/>
                </a:lnTo>
                <a:lnTo>
                  <a:pt x="4214" y="231"/>
                </a:lnTo>
                <a:lnTo>
                  <a:pt x="4218" y="231"/>
                </a:lnTo>
                <a:lnTo>
                  <a:pt x="4220" y="216"/>
                </a:lnTo>
                <a:lnTo>
                  <a:pt x="4225" y="203"/>
                </a:lnTo>
                <a:lnTo>
                  <a:pt x="4231" y="191"/>
                </a:lnTo>
                <a:lnTo>
                  <a:pt x="4231" y="171"/>
                </a:lnTo>
                <a:lnTo>
                  <a:pt x="4234" y="171"/>
                </a:lnTo>
                <a:lnTo>
                  <a:pt x="4236" y="169"/>
                </a:lnTo>
                <a:lnTo>
                  <a:pt x="4236" y="169"/>
                </a:lnTo>
                <a:lnTo>
                  <a:pt x="4236" y="169"/>
                </a:lnTo>
                <a:lnTo>
                  <a:pt x="4238" y="169"/>
                </a:lnTo>
                <a:lnTo>
                  <a:pt x="4240" y="169"/>
                </a:lnTo>
                <a:lnTo>
                  <a:pt x="4242" y="167"/>
                </a:lnTo>
                <a:lnTo>
                  <a:pt x="4242" y="180"/>
                </a:lnTo>
                <a:lnTo>
                  <a:pt x="4238" y="196"/>
                </a:lnTo>
                <a:lnTo>
                  <a:pt x="4238" y="211"/>
                </a:lnTo>
                <a:lnTo>
                  <a:pt x="4238" y="225"/>
                </a:lnTo>
                <a:lnTo>
                  <a:pt x="4242" y="236"/>
                </a:lnTo>
                <a:lnTo>
                  <a:pt x="4243" y="212"/>
                </a:lnTo>
                <a:lnTo>
                  <a:pt x="4249" y="192"/>
                </a:lnTo>
                <a:lnTo>
                  <a:pt x="4254" y="172"/>
                </a:lnTo>
                <a:lnTo>
                  <a:pt x="4258" y="151"/>
                </a:lnTo>
                <a:lnTo>
                  <a:pt x="4271" y="151"/>
                </a:lnTo>
                <a:lnTo>
                  <a:pt x="4265" y="189"/>
                </a:lnTo>
                <a:lnTo>
                  <a:pt x="4262" y="229"/>
                </a:lnTo>
                <a:lnTo>
                  <a:pt x="4258" y="271"/>
                </a:lnTo>
                <a:lnTo>
                  <a:pt x="4260" y="311"/>
                </a:lnTo>
                <a:lnTo>
                  <a:pt x="4265" y="347"/>
                </a:lnTo>
                <a:lnTo>
                  <a:pt x="4267" y="360"/>
                </a:lnTo>
                <a:lnTo>
                  <a:pt x="4269" y="374"/>
                </a:lnTo>
                <a:lnTo>
                  <a:pt x="4269" y="389"/>
                </a:lnTo>
                <a:lnTo>
                  <a:pt x="4269" y="401"/>
                </a:lnTo>
                <a:lnTo>
                  <a:pt x="4274" y="411"/>
                </a:lnTo>
                <a:lnTo>
                  <a:pt x="4274" y="311"/>
                </a:lnTo>
                <a:lnTo>
                  <a:pt x="4278" y="311"/>
                </a:lnTo>
                <a:lnTo>
                  <a:pt x="4280" y="294"/>
                </a:lnTo>
                <a:lnTo>
                  <a:pt x="4280" y="276"/>
                </a:lnTo>
                <a:lnTo>
                  <a:pt x="4278" y="263"/>
                </a:lnTo>
                <a:lnTo>
                  <a:pt x="4285" y="263"/>
                </a:lnTo>
                <a:lnTo>
                  <a:pt x="4285" y="247"/>
                </a:lnTo>
                <a:lnTo>
                  <a:pt x="4298" y="247"/>
                </a:lnTo>
                <a:lnTo>
                  <a:pt x="4294" y="271"/>
                </a:lnTo>
                <a:lnTo>
                  <a:pt x="4291" y="271"/>
                </a:lnTo>
                <a:lnTo>
                  <a:pt x="4291" y="281"/>
                </a:lnTo>
                <a:lnTo>
                  <a:pt x="4293" y="296"/>
                </a:lnTo>
                <a:lnTo>
                  <a:pt x="4296" y="314"/>
                </a:lnTo>
                <a:lnTo>
                  <a:pt x="4300" y="331"/>
                </a:lnTo>
                <a:lnTo>
                  <a:pt x="4303" y="345"/>
                </a:lnTo>
                <a:lnTo>
                  <a:pt x="4305" y="351"/>
                </a:lnTo>
                <a:lnTo>
                  <a:pt x="4309" y="311"/>
                </a:lnTo>
                <a:lnTo>
                  <a:pt x="4313" y="271"/>
                </a:lnTo>
                <a:lnTo>
                  <a:pt x="4314" y="227"/>
                </a:lnTo>
                <a:lnTo>
                  <a:pt x="4314" y="191"/>
                </a:lnTo>
                <a:lnTo>
                  <a:pt x="4311" y="191"/>
                </a:lnTo>
                <a:lnTo>
                  <a:pt x="4311" y="163"/>
                </a:lnTo>
                <a:lnTo>
                  <a:pt x="4305" y="163"/>
                </a:lnTo>
                <a:lnTo>
                  <a:pt x="4305" y="136"/>
                </a:lnTo>
                <a:lnTo>
                  <a:pt x="4298" y="103"/>
                </a:lnTo>
                <a:lnTo>
                  <a:pt x="4291" y="71"/>
                </a:lnTo>
                <a:lnTo>
                  <a:pt x="4302" y="76"/>
                </a:lnTo>
                <a:lnTo>
                  <a:pt x="4325" y="207"/>
                </a:lnTo>
                <a:lnTo>
                  <a:pt x="4327" y="221"/>
                </a:lnTo>
                <a:lnTo>
                  <a:pt x="4325" y="238"/>
                </a:lnTo>
                <a:lnTo>
                  <a:pt x="4325" y="252"/>
                </a:lnTo>
                <a:lnTo>
                  <a:pt x="4331" y="263"/>
                </a:lnTo>
                <a:lnTo>
                  <a:pt x="4358" y="103"/>
                </a:lnTo>
                <a:lnTo>
                  <a:pt x="4365" y="103"/>
                </a:lnTo>
                <a:lnTo>
                  <a:pt x="4351" y="211"/>
                </a:lnTo>
                <a:lnTo>
                  <a:pt x="4354" y="211"/>
                </a:lnTo>
                <a:lnTo>
                  <a:pt x="4358" y="183"/>
                </a:lnTo>
                <a:lnTo>
                  <a:pt x="4371" y="183"/>
                </a:lnTo>
                <a:lnTo>
                  <a:pt x="4371" y="214"/>
                </a:lnTo>
                <a:lnTo>
                  <a:pt x="4373" y="245"/>
                </a:lnTo>
                <a:lnTo>
                  <a:pt x="4378" y="271"/>
                </a:lnTo>
                <a:lnTo>
                  <a:pt x="4374" y="283"/>
                </a:lnTo>
                <a:lnTo>
                  <a:pt x="4382" y="283"/>
                </a:lnTo>
                <a:lnTo>
                  <a:pt x="4385" y="311"/>
                </a:lnTo>
                <a:lnTo>
                  <a:pt x="4391" y="311"/>
                </a:lnTo>
                <a:lnTo>
                  <a:pt x="4391" y="307"/>
                </a:lnTo>
                <a:lnTo>
                  <a:pt x="4425" y="200"/>
                </a:lnTo>
                <a:lnTo>
                  <a:pt x="4425" y="183"/>
                </a:lnTo>
                <a:lnTo>
                  <a:pt x="4431" y="183"/>
                </a:lnTo>
                <a:lnTo>
                  <a:pt x="4434" y="154"/>
                </a:lnTo>
                <a:lnTo>
                  <a:pt x="4438" y="154"/>
                </a:lnTo>
                <a:lnTo>
                  <a:pt x="4440" y="154"/>
                </a:lnTo>
                <a:lnTo>
                  <a:pt x="4440" y="152"/>
                </a:lnTo>
                <a:lnTo>
                  <a:pt x="4440" y="152"/>
                </a:lnTo>
                <a:lnTo>
                  <a:pt x="4442" y="152"/>
                </a:lnTo>
                <a:lnTo>
                  <a:pt x="4443" y="152"/>
                </a:lnTo>
                <a:lnTo>
                  <a:pt x="4445" y="151"/>
                </a:lnTo>
                <a:lnTo>
                  <a:pt x="4434" y="207"/>
                </a:lnTo>
                <a:lnTo>
                  <a:pt x="4442" y="207"/>
                </a:lnTo>
                <a:lnTo>
                  <a:pt x="4443" y="223"/>
                </a:lnTo>
                <a:lnTo>
                  <a:pt x="4449" y="236"/>
                </a:lnTo>
                <a:lnTo>
                  <a:pt x="4454" y="247"/>
                </a:lnTo>
                <a:lnTo>
                  <a:pt x="4454" y="267"/>
                </a:lnTo>
                <a:lnTo>
                  <a:pt x="4458" y="267"/>
                </a:lnTo>
                <a:lnTo>
                  <a:pt x="4458" y="280"/>
                </a:lnTo>
                <a:lnTo>
                  <a:pt x="4462" y="280"/>
                </a:lnTo>
                <a:lnTo>
                  <a:pt x="4465" y="323"/>
                </a:lnTo>
                <a:lnTo>
                  <a:pt x="4471" y="323"/>
                </a:lnTo>
                <a:lnTo>
                  <a:pt x="4473" y="338"/>
                </a:lnTo>
                <a:lnTo>
                  <a:pt x="4473" y="352"/>
                </a:lnTo>
                <a:lnTo>
                  <a:pt x="4473" y="365"/>
                </a:lnTo>
                <a:lnTo>
                  <a:pt x="4478" y="374"/>
                </a:lnTo>
                <a:lnTo>
                  <a:pt x="4478" y="367"/>
                </a:lnTo>
                <a:lnTo>
                  <a:pt x="4485" y="358"/>
                </a:lnTo>
                <a:lnTo>
                  <a:pt x="4487" y="343"/>
                </a:lnTo>
                <a:lnTo>
                  <a:pt x="4485" y="327"/>
                </a:lnTo>
                <a:lnTo>
                  <a:pt x="4482" y="327"/>
                </a:lnTo>
                <a:lnTo>
                  <a:pt x="4482" y="300"/>
                </a:lnTo>
                <a:lnTo>
                  <a:pt x="4478" y="300"/>
                </a:lnTo>
                <a:lnTo>
                  <a:pt x="4478" y="280"/>
                </a:lnTo>
                <a:lnTo>
                  <a:pt x="4474" y="280"/>
                </a:lnTo>
                <a:lnTo>
                  <a:pt x="4474" y="271"/>
                </a:lnTo>
                <a:lnTo>
                  <a:pt x="4471" y="271"/>
                </a:lnTo>
                <a:lnTo>
                  <a:pt x="4471" y="267"/>
                </a:lnTo>
                <a:lnTo>
                  <a:pt x="4474" y="267"/>
                </a:lnTo>
                <a:lnTo>
                  <a:pt x="4476" y="265"/>
                </a:lnTo>
                <a:lnTo>
                  <a:pt x="4476" y="265"/>
                </a:lnTo>
                <a:lnTo>
                  <a:pt x="4476" y="265"/>
                </a:lnTo>
                <a:lnTo>
                  <a:pt x="4478" y="265"/>
                </a:lnTo>
                <a:lnTo>
                  <a:pt x="4480" y="263"/>
                </a:lnTo>
                <a:lnTo>
                  <a:pt x="4482" y="263"/>
                </a:lnTo>
                <a:lnTo>
                  <a:pt x="4482" y="274"/>
                </a:lnTo>
                <a:lnTo>
                  <a:pt x="4485" y="274"/>
                </a:lnTo>
                <a:lnTo>
                  <a:pt x="4485" y="260"/>
                </a:lnTo>
                <a:lnTo>
                  <a:pt x="4498" y="260"/>
                </a:lnTo>
                <a:lnTo>
                  <a:pt x="4500" y="280"/>
                </a:lnTo>
                <a:lnTo>
                  <a:pt x="4505" y="298"/>
                </a:lnTo>
                <a:lnTo>
                  <a:pt x="4511" y="314"/>
                </a:lnTo>
                <a:lnTo>
                  <a:pt x="4511" y="347"/>
                </a:lnTo>
                <a:lnTo>
                  <a:pt x="4516" y="385"/>
                </a:lnTo>
                <a:lnTo>
                  <a:pt x="4518" y="431"/>
                </a:lnTo>
                <a:lnTo>
                  <a:pt x="4518" y="441"/>
                </a:lnTo>
                <a:lnTo>
                  <a:pt x="4520" y="449"/>
                </a:lnTo>
                <a:lnTo>
                  <a:pt x="4520" y="454"/>
                </a:lnTo>
                <a:lnTo>
                  <a:pt x="4518" y="463"/>
                </a:lnTo>
                <a:lnTo>
                  <a:pt x="4531" y="463"/>
                </a:lnTo>
                <a:lnTo>
                  <a:pt x="4534" y="314"/>
                </a:lnTo>
                <a:lnTo>
                  <a:pt x="4529" y="300"/>
                </a:lnTo>
                <a:lnTo>
                  <a:pt x="4523" y="283"/>
                </a:lnTo>
                <a:lnTo>
                  <a:pt x="4522" y="263"/>
                </a:lnTo>
                <a:lnTo>
                  <a:pt x="4525" y="263"/>
                </a:lnTo>
                <a:lnTo>
                  <a:pt x="4527" y="267"/>
                </a:lnTo>
                <a:lnTo>
                  <a:pt x="4527" y="267"/>
                </a:lnTo>
                <a:lnTo>
                  <a:pt x="4527" y="269"/>
                </a:lnTo>
                <a:lnTo>
                  <a:pt x="4527" y="269"/>
                </a:lnTo>
                <a:lnTo>
                  <a:pt x="4529" y="269"/>
                </a:lnTo>
                <a:lnTo>
                  <a:pt x="4531" y="271"/>
                </a:lnTo>
                <a:lnTo>
                  <a:pt x="4531" y="260"/>
                </a:lnTo>
                <a:lnTo>
                  <a:pt x="4525" y="247"/>
                </a:lnTo>
                <a:lnTo>
                  <a:pt x="4523" y="232"/>
                </a:lnTo>
                <a:lnTo>
                  <a:pt x="4522" y="220"/>
                </a:lnTo>
                <a:lnTo>
                  <a:pt x="4502" y="163"/>
                </a:lnTo>
                <a:lnTo>
                  <a:pt x="4503" y="161"/>
                </a:lnTo>
                <a:lnTo>
                  <a:pt x="4503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1"/>
                </a:lnTo>
                <a:lnTo>
                  <a:pt x="4505" y="160"/>
                </a:lnTo>
                <a:lnTo>
                  <a:pt x="4507" y="160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09" y="161"/>
                </a:lnTo>
                <a:lnTo>
                  <a:pt x="4511" y="163"/>
                </a:lnTo>
                <a:lnTo>
                  <a:pt x="4516" y="174"/>
                </a:lnTo>
                <a:lnTo>
                  <a:pt x="4520" y="185"/>
                </a:lnTo>
                <a:lnTo>
                  <a:pt x="4522" y="200"/>
                </a:lnTo>
                <a:lnTo>
                  <a:pt x="4525" y="200"/>
                </a:lnTo>
                <a:lnTo>
                  <a:pt x="4525" y="220"/>
                </a:lnTo>
                <a:lnTo>
                  <a:pt x="4531" y="220"/>
                </a:lnTo>
                <a:lnTo>
                  <a:pt x="4531" y="231"/>
                </a:lnTo>
                <a:lnTo>
                  <a:pt x="4534" y="231"/>
                </a:lnTo>
                <a:lnTo>
                  <a:pt x="4534" y="254"/>
                </a:lnTo>
                <a:lnTo>
                  <a:pt x="4538" y="254"/>
                </a:lnTo>
                <a:lnTo>
                  <a:pt x="4538" y="271"/>
                </a:lnTo>
                <a:lnTo>
                  <a:pt x="4543" y="291"/>
                </a:lnTo>
                <a:lnTo>
                  <a:pt x="4551" y="311"/>
                </a:lnTo>
                <a:lnTo>
                  <a:pt x="4554" y="311"/>
                </a:lnTo>
                <a:lnTo>
                  <a:pt x="4554" y="267"/>
                </a:lnTo>
                <a:lnTo>
                  <a:pt x="4551" y="267"/>
                </a:lnTo>
                <a:lnTo>
                  <a:pt x="4551" y="243"/>
                </a:lnTo>
                <a:lnTo>
                  <a:pt x="4545" y="243"/>
                </a:lnTo>
                <a:lnTo>
                  <a:pt x="4542" y="220"/>
                </a:lnTo>
                <a:lnTo>
                  <a:pt x="4534" y="214"/>
                </a:lnTo>
                <a:lnTo>
                  <a:pt x="4531" y="200"/>
                </a:lnTo>
                <a:lnTo>
                  <a:pt x="4538" y="203"/>
                </a:lnTo>
                <a:lnTo>
                  <a:pt x="4525" y="163"/>
                </a:lnTo>
                <a:lnTo>
                  <a:pt x="4534" y="163"/>
                </a:lnTo>
                <a:lnTo>
                  <a:pt x="4585" y="314"/>
                </a:lnTo>
                <a:lnTo>
                  <a:pt x="4585" y="311"/>
                </a:lnTo>
                <a:lnTo>
                  <a:pt x="4589" y="309"/>
                </a:lnTo>
                <a:lnTo>
                  <a:pt x="4589" y="307"/>
                </a:lnTo>
                <a:lnTo>
                  <a:pt x="4589" y="305"/>
                </a:lnTo>
                <a:lnTo>
                  <a:pt x="4589" y="305"/>
                </a:lnTo>
                <a:lnTo>
                  <a:pt x="4589" y="303"/>
                </a:lnTo>
                <a:lnTo>
                  <a:pt x="4589" y="301"/>
                </a:lnTo>
                <a:lnTo>
                  <a:pt x="4591" y="300"/>
                </a:lnTo>
                <a:lnTo>
                  <a:pt x="4594" y="300"/>
                </a:lnTo>
                <a:lnTo>
                  <a:pt x="4594" y="303"/>
                </a:lnTo>
                <a:lnTo>
                  <a:pt x="4596" y="301"/>
                </a:lnTo>
                <a:lnTo>
                  <a:pt x="4596" y="301"/>
                </a:lnTo>
                <a:lnTo>
                  <a:pt x="4596" y="300"/>
                </a:lnTo>
                <a:lnTo>
                  <a:pt x="4596" y="300"/>
                </a:lnTo>
                <a:lnTo>
                  <a:pt x="4598" y="298"/>
                </a:lnTo>
                <a:lnTo>
                  <a:pt x="4598" y="296"/>
                </a:lnTo>
                <a:lnTo>
                  <a:pt x="4591" y="296"/>
                </a:lnTo>
                <a:lnTo>
                  <a:pt x="4585" y="263"/>
                </a:lnTo>
                <a:lnTo>
                  <a:pt x="4594" y="263"/>
                </a:lnTo>
                <a:lnTo>
                  <a:pt x="4594" y="254"/>
                </a:lnTo>
                <a:lnTo>
                  <a:pt x="4602" y="254"/>
                </a:lnTo>
                <a:lnTo>
                  <a:pt x="4602" y="271"/>
                </a:lnTo>
                <a:lnTo>
                  <a:pt x="4600" y="281"/>
                </a:lnTo>
                <a:lnTo>
                  <a:pt x="4602" y="291"/>
                </a:lnTo>
                <a:lnTo>
                  <a:pt x="4605" y="291"/>
                </a:lnTo>
                <a:lnTo>
                  <a:pt x="4611" y="236"/>
                </a:lnTo>
                <a:lnTo>
                  <a:pt x="4618" y="231"/>
                </a:lnTo>
                <a:lnTo>
                  <a:pt x="4618" y="220"/>
                </a:lnTo>
                <a:lnTo>
                  <a:pt x="4622" y="220"/>
                </a:lnTo>
                <a:lnTo>
                  <a:pt x="4622" y="214"/>
                </a:lnTo>
                <a:lnTo>
                  <a:pt x="4618" y="214"/>
                </a:lnTo>
                <a:lnTo>
                  <a:pt x="4618" y="163"/>
                </a:lnTo>
                <a:lnTo>
                  <a:pt x="4614" y="163"/>
                </a:lnTo>
                <a:lnTo>
                  <a:pt x="4614" y="160"/>
                </a:lnTo>
                <a:lnTo>
                  <a:pt x="4618" y="160"/>
                </a:lnTo>
                <a:lnTo>
                  <a:pt x="4618" y="154"/>
                </a:lnTo>
                <a:lnTo>
                  <a:pt x="4614" y="154"/>
                </a:lnTo>
                <a:lnTo>
                  <a:pt x="4614" y="152"/>
                </a:lnTo>
                <a:lnTo>
                  <a:pt x="4616" y="149"/>
                </a:lnTo>
                <a:lnTo>
                  <a:pt x="4618" y="147"/>
                </a:lnTo>
                <a:lnTo>
                  <a:pt x="4618" y="147"/>
                </a:lnTo>
                <a:lnTo>
                  <a:pt x="4614" y="140"/>
                </a:lnTo>
                <a:lnTo>
                  <a:pt x="4614" y="136"/>
                </a:lnTo>
                <a:lnTo>
                  <a:pt x="4618" y="136"/>
                </a:lnTo>
                <a:lnTo>
                  <a:pt x="4618" y="131"/>
                </a:lnTo>
                <a:lnTo>
                  <a:pt x="4614" y="131"/>
                </a:lnTo>
                <a:lnTo>
                  <a:pt x="4618" y="107"/>
                </a:lnTo>
                <a:lnTo>
                  <a:pt x="4625" y="107"/>
                </a:lnTo>
                <a:lnTo>
                  <a:pt x="4625" y="167"/>
                </a:lnTo>
                <a:lnTo>
                  <a:pt x="4634" y="167"/>
                </a:lnTo>
                <a:lnTo>
                  <a:pt x="4642" y="311"/>
                </a:lnTo>
                <a:lnTo>
                  <a:pt x="4645" y="311"/>
                </a:lnTo>
                <a:lnTo>
                  <a:pt x="4647" y="325"/>
                </a:lnTo>
                <a:lnTo>
                  <a:pt x="4647" y="341"/>
                </a:lnTo>
                <a:lnTo>
                  <a:pt x="4649" y="356"/>
                </a:lnTo>
                <a:lnTo>
                  <a:pt x="4654" y="367"/>
                </a:lnTo>
                <a:lnTo>
                  <a:pt x="4651" y="323"/>
                </a:lnTo>
                <a:lnTo>
                  <a:pt x="4654" y="323"/>
                </a:lnTo>
                <a:lnTo>
                  <a:pt x="4658" y="329"/>
                </a:lnTo>
                <a:lnTo>
                  <a:pt x="4662" y="332"/>
                </a:lnTo>
                <a:lnTo>
                  <a:pt x="4665" y="334"/>
                </a:lnTo>
                <a:lnTo>
                  <a:pt x="4665" y="296"/>
                </a:lnTo>
                <a:lnTo>
                  <a:pt x="4658" y="296"/>
                </a:lnTo>
                <a:lnTo>
                  <a:pt x="4658" y="287"/>
                </a:lnTo>
                <a:lnTo>
                  <a:pt x="4665" y="287"/>
                </a:lnTo>
                <a:lnTo>
                  <a:pt x="4662" y="107"/>
                </a:lnTo>
                <a:lnTo>
                  <a:pt x="4674" y="107"/>
                </a:lnTo>
                <a:lnTo>
                  <a:pt x="4674" y="111"/>
                </a:lnTo>
                <a:lnTo>
                  <a:pt x="4671" y="121"/>
                </a:lnTo>
                <a:lnTo>
                  <a:pt x="4669" y="138"/>
                </a:lnTo>
                <a:lnTo>
                  <a:pt x="4669" y="156"/>
                </a:lnTo>
                <a:lnTo>
                  <a:pt x="4671" y="171"/>
                </a:lnTo>
                <a:lnTo>
                  <a:pt x="4682" y="287"/>
                </a:lnTo>
                <a:lnTo>
                  <a:pt x="4687" y="287"/>
                </a:lnTo>
                <a:lnTo>
                  <a:pt x="4691" y="289"/>
                </a:lnTo>
                <a:lnTo>
                  <a:pt x="4694" y="289"/>
                </a:lnTo>
                <a:lnTo>
                  <a:pt x="4698" y="291"/>
                </a:lnTo>
                <a:lnTo>
                  <a:pt x="4698" y="236"/>
                </a:lnTo>
                <a:lnTo>
                  <a:pt x="4711" y="236"/>
                </a:lnTo>
                <a:lnTo>
                  <a:pt x="4713" y="269"/>
                </a:lnTo>
                <a:lnTo>
                  <a:pt x="4722" y="300"/>
                </a:lnTo>
                <a:lnTo>
                  <a:pt x="4725" y="300"/>
                </a:lnTo>
                <a:lnTo>
                  <a:pt x="4725" y="143"/>
                </a:lnTo>
                <a:lnTo>
                  <a:pt x="4738" y="147"/>
                </a:lnTo>
                <a:lnTo>
                  <a:pt x="4742" y="189"/>
                </a:lnTo>
                <a:lnTo>
                  <a:pt x="4751" y="223"/>
                </a:lnTo>
                <a:lnTo>
                  <a:pt x="4751" y="254"/>
                </a:lnTo>
                <a:lnTo>
                  <a:pt x="4754" y="254"/>
                </a:lnTo>
                <a:lnTo>
                  <a:pt x="4758" y="300"/>
                </a:lnTo>
                <a:lnTo>
                  <a:pt x="4765" y="303"/>
                </a:lnTo>
                <a:lnTo>
                  <a:pt x="4765" y="314"/>
                </a:lnTo>
                <a:lnTo>
                  <a:pt x="4769" y="323"/>
                </a:lnTo>
                <a:lnTo>
                  <a:pt x="4774" y="329"/>
                </a:lnTo>
                <a:lnTo>
                  <a:pt x="4780" y="336"/>
                </a:lnTo>
                <a:lnTo>
                  <a:pt x="4785" y="340"/>
                </a:lnTo>
                <a:lnTo>
                  <a:pt x="4794" y="343"/>
                </a:lnTo>
                <a:lnTo>
                  <a:pt x="4794" y="347"/>
                </a:lnTo>
                <a:lnTo>
                  <a:pt x="4796" y="349"/>
                </a:lnTo>
                <a:lnTo>
                  <a:pt x="4796" y="351"/>
                </a:lnTo>
                <a:lnTo>
                  <a:pt x="4798" y="352"/>
                </a:lnTo>
                <a:lnTo>
                  <a:pt x="4800" y="354"/>
                </a:lnTo>
                <a:lnTo>
                  <a:pt x="4802" y="356"/>
                </a:lnTo>
                <a:lnTo>
                  <a:pt x="4803" y="356"/>
                </a:lnTo>
                <a:lnTo>
                  <a:pt x="4803" y="358"/>
                </a:lnTo>
                <a:lnTo>
                  <a:pt x="4803" y="358"/>
                </a:lnTo>
                <a:lnTo>
                  <a:pt x="4803" y="358"/>
                </a:lnTo>
                <a:lnTo>
                  <a:pt x="4805" y="358"/>
                </a:lnTo>
                <a:lnTo>
                  <a:pt x="4805" y="360"/>
                </a:lnTo>
                <a:lnTo>
                  <a:pt x="4805" y="351"/>
                </a:lnTo>
                <a:lnTo>
                  <a:pt x="4802" y="351"/>
                </a:lnTo>
                <a:lnTo>
                  <a:pt x="4802" y="323"/>
                </a:lnTo>
                <a:lnTo>
                  <a:pt x="4798" y="323"/>
                </a:lnTo>
                <a:lnTo>
                  <a:pt x="4791" y="287"/>
                </a:lnTo>
                <a:lnTo>
                  <a:pt x="4785" y="287"/>
                </a:lnTo>
                <a:lnTo>
                  <a:pt x="4785" y="274"/>
                </a:lnTo>
                <a:lnTo>
                  <a:pt x="4782" y="274"/>
                </a:lnTo>
                <a:lnTo>
                  <a:pt x="4780" y="272"/>
                </a:lnTo>
                <a:lnTo>
                  <a:pt x="4780" y="269"/>
                </a:lnTo>
                <a:lnTo>
                  <a:pt x="4780" y="267"/>
                </a:lnTo>
                <a:lnTo>
                  <a:pt x="4778" y="263"/>
                </a:lnTo>
                <a:lnTo>
                  <a:pt x="4778" y="260"/>
                </a:lnTo>
                <a:lnTo>
                  <a:pt x="4782" y="260"/>
                </a:lnTo>
                <a:lnTo>
                  <a:pt x="4789" y="269"/>
                </a:lnTo>
                <a:lnTo>
                  <a:pt x="4794" y="280"/>
                </a:lnTo>
                <a:lnTo>
                  <a:pt x="4798" y="291"/>
                </a:lnTo>
                <a:lnTo>
                  <a:pt x="4802" y="291"/>
                </a:lnTo>
                <a:lnTo>
                  <a:pt x="4794" y="267"/>
                </a:lnTo>
                <a:lnTo>
                  <a:pt x="4783" y="243"/>
                </a:lnTo>
                <a:lnTo>
                  <a:pt x="4774" y="220"/>
                </a:lnTo>
                <a:lnTo>
                  <a:pt x="4778" y="220"/>
                </a:lnTo>
                <a:lnTo>
                  <a:pt x="4782" y="221"/>
                </a:lnTo>
                <a:lnTo>
                  <a:pt x="4783" y="221"/>
                </a:lnTo>
                <a:lnTo>
                  <a:pt x="4783" y="223"/>
                </a:lnTo>
                <a:lnTo>
                  <a:pt x="4785" y="227"/>
                </a:lnTo>
                <a:lnTo>
                  <a:pt x="4785" y="231"/>
                </a:lnTo>
                <a:lnTo>
                  <a:pt x="4796" y="245"/>
                </a:lnTo>
                <a:lnTo>
                  <a:pt x="4803" y="263"/>
                </a:lnTo>
                <a:lnTo>
                  <a:pt x="4809" y="283"/>
                </a:lnTo>
                <a:lnTo>
                  <a:pt x="4814" y="303"/>
                </a:lnTo>
                <a:lnTo>
                  <a:pt x="4818" y="303"/>
                </a:lnTo>
                <a:lnTo>
                  <a:pt x="4818" y="323"/>
                </a:lnTo>
                <a:lnTo>
                  <a:pt x="4822" y="323"/>
                </a:lnTo>
                <a:lnTo>
                  <a:pt x="4814" y="240"/>
                </a:lnTo>
                <a:lnTo>
                  <a:pt x="4811" y="240"/>
                </a:lnTo>
                <a:lnTo>
                  <a:pt x="4811" y="223"/>
                </a:lnTo>
                <a:lnTo>
                  <a:pt x="4805" y="223"/>
                </a:lnTo>
                <a:lnTo>
                  <a:pt x="4802" y="191"/>
                </a:lnTo>
                <a:lnTo>
                  <a:pt x="4798" y="191"/>
                </a:lnTo>
                <a:lnTo>
                  <a:pt x="4798" y="183"/>
                </a:lnTo>
                <a:lnTo>
                  <a:pt x="4794" y="183"/>
                </a:lnTo>
                <a:lnTo>
                  <a:pt x="4794" y="171"/>
                </a:lnTo>
                <a:lnTo>
                  <a:pt x="4791" y="171"/>
                </a:lnTo>
                <a:lnTo>
                  <a:pt x="4785" y="154"/>
                </a:lnTo>
                <a:lnTo>
                  <a:pt x="4782" y="154"/>
                </a:lnTo>
                <a:lnTo>
                  <a:pt x="4782" y="143"/>
                </a:lnTo>
                <a:lnTo>
                  <a:pt x="4778" y="143"/>
                </a:lnTo>
                <a:lnTo>
                  <a:pt x="4771" y="120"/>
                </a:lnTo>
                <a:lnTo>
                  <a:pt x="4765" y="120"/>
                </a:lnTo>
                <a:lnTo>
                  <a:pt x="4765" y="111"/>
                </a:lnTo>
                <a:lnTo>
                  <a:pt x="4758" y="98"/>
                </a:lnTo>
                <a:lnTo>
                  <a:pt x="4751" y="85"/>
                </a:lnTo>
                <a:lnTo>
                  <a:pt x="4745" y="67"/>
                </a:lnTo>
                <a:lnTo>
                  <a:pt x="4758" y="71"/>
                </a:lnTo>
                <a:lnTo>
                  <a:pt x="4762" y="89"/>
                </a:lnTo>
                <a:lnTo>
                  <a:pt x="4771" y="101"/>
                </a:lnTo>
                <a:lnTo>
                  <a:pt x="4778" y="114"/>
                </a:lnTo>
                <a:lnTo>
                  <a:pt x="4778" y="123"/>
                </a:lnTo>
                <a:lnTo>
                  <a:pt x="4782" y="123"/>
                </a:lnTo>
                <a:lnTo>
                  <a:pt x="4782" y="131"/>
                </a:lnTo>
                <a:lnTo>
                  <a:pt x="4785" y="131"/>
                </a:lnTo>
                <a:lnTo>
                  <a:pt x="4785" y="140"/>
                </a:lnTo>
                <a:lnTo>
                  <a:pt x="4791" y="140"/>
                </a:lnTo>
                <a:lnTo>
                  <a:pt x="4791" y="147"/>
                </a:lnTo>
                <a:lnTo>
                  <a:pt x="4794" y="147"/>
                </a:lnTo>
                <a:lnTo>
                  <a:pt x="4802" y="171"/>
                </a:lnTo>
                <a:lnTo>
                  <a:pt x="4805" y="171"/>
                </a:lnTo>
                <a:lnTo>
                  <a:pt x="4805" y="183"/>
                </a:lnTo>
                <a:lnTo>
                  <a:pt x="4811" y="183"/>
                </a:lnTo>
                <a:lnTo>
                  <a:pt x="4811" y="191"/>
                </a:lnTo>
                <a:lnTo>
                  <a:pt x="4814" y="191"/>
                </a:lnTo>
                <a:lnTo>
                  <a:pt x="4822" y="227"/>
                </a:lnTo>
                <a:lnTo>
                  <a:pt x="4825" y="227"/>
                </a:lnTo>
                <a:lnTo>
                  <a:pt x="4825" y="236"/>
                </a:lnTo>
                <a:lnTo>
                  <a:pt x="4831" y="236"/>
                </a:lnTo>
                <a:lnTo>
                  <a:pt x="4831" y="254"/>
                </a:lnTo>
                <a:lnTo>
                  <a:pt x="4834" y="254"/>
                </a:lnTo>
                <a:lnTo>
                  <a:pt x="4836" y="218"/>
                </a:lnTo>
                <a:lnTo>
                  <a:pt x="4838" y="178"/>
                </a:lnTo>
                <a:lnTo>
                  <a:pt x="4834" y="140"/>
                </a:lnTo>
                <a:lnTo>
                  <a:pt x="4825" y="103"/>
                </a:lnTo>
                <a:lnTo>
                  <a:pt x="4838" y="103"/>
                </a:lnTo>
                <a:lnTo>
                  <a:pt x="4843" y="134"/>
                </a:lnTo>
                <a:lnTo>
                  <a:pt x="4851" y="163"/>
                </a:lnTo>
                <a:lnTo>
                  <a:pt x="4851" y="178"/>
                </a:lnTo>
                <a:lnTo>
                  <a:pt x="4851" y="194"/>
                </a:lnTo>
                <a:lnTo>
                  <a:pt x="4849" y="209"/>
                </a:lnTo>
                <a:lnTo>
                  <a:pt x="4854" y="220"/>
                </a:lnTo>
                <a:lnTo>
                  <a:pt x="4858" y="180"/>
                </a:lnTo>
                <a:lnTo>
                  <a:pt x="4865" y="180"/>
                </a:lnTo>
                <a:lnTo>
                  <a:pt x="4871" y="196"/>
                </a:lnTo>
                <a:lnTo>
                  <a:pt x="4874" y="196"/>
                </a:lnTo>
                <a:lnTo>
                  <a:pt x="4874" y="211"/>
                </a:lnTo>
                <a:lnTo>
                  <a:pt x="4878" y="211"/>
                </a:lnTo>
                <a:lnTo>
                  <a:pt x="4882" y="247"/>
                </a:lnTo>
                <a:lnTo>
                  <a:pt x="4885" y="247"/>
                </a:lnTo>
                <a:lnTo>
                  <a:pt x="4885" y="271"/>
                </a:lnTo>
                <a:lnTo>
                  <a:pt x="4894" y="274"/>
                </a:lnTo>
                <a:lnTo>
                  <a:pt x="4894" y="283"/>
                </a:lnTo>
                <a:lnTo>
                  <a:pt x="4898" y="283"/>
                </a:lnTo>
                <a:lnTo>
                  <a:pt x="4898" y="296"/>
                </a:lnTo>
                <a:lnTo>
                  <a:pt x="4902" y="296"/>
                </a:lnTo>
                <a:lnTo>
                  <a:pt x="4905" y="320"/>
                </a:lnTo>
                <a:lnTo>
                  <a:pt x="4911" y="320"/>
                </a:lnTo>
                <a:lnTo>
                  <a:pt x="4913" y="291"/>
                </a:lnTo>
                <a:lnTo>
                  <a:pt x="4918" y="265"/>
                </a:lnTo>
                <a:lnTo>
                  <a:pt x="4927" y="240"/>
                </a:lnTo>
                <a:lnTo>
                  <a:pt x="4934" y="214"/>
                </a:lnTo>
                <a:lnTo>
                  <a:pt x="4931" y="154"/>
                </a:lnTo>
                <a:lnTo>
                  <a:pt x="4942" y="154"/>
                </a:lnTo>
                <a:lnTo>
                  <a:pt x="4945" y="214"/>
                </a:lnTo>
                <a:lnTo>
                  <a:pt x="4954" y="214"/>
                </a:lnTo>
                <a:lnTo>
                  <a:pt x="4958" y="231"/>
                </a:lnTo>
                <a:lnTo>
                  <a:pt x="4951" y="231"/>
                </a:lnTo>
                <a:lnTo>
                  <a:pt x="4951" y="223"/>
                </a:lnTo>
                <a:lnTo>
                  <a:pt x="4945" y="223"/>
                </a:lnTo>
                <a:lnTo>
                  <a:pt x="4945" y="327"/>
                </a:lnTo>
                <a:lnTo>
                  <a:pt x="4951" y="327"/>
                </a:lnTo>
                <a:lnTo>
                  <a:pt x="4951" y="340"/>
                </a:lnTo>
                <a:lnTo>
                  <a:pt x="4954" y="340"/>
                </a:lnTo>
                <a:lnTo>
                  <a:pt x="4956" y="338"/>
                </a:lnTo>
                <a:lnTo>
                  <a:pt x="4956" y="336"/>
                </a:lnTo>
                <a:lnTo>
                  <a:pt x="4956" y="336"/>
                </a:lnTo>
                <a:lnTo>
                  <a:pt x="4956" y="336"/>
                </a:lnTo>
                <a:lnTo>
                  <a:pt x="4958" y="334"/>
                </a:lnTo>
                <a:lnTo>
                  <a:pt x="4965" y="340"/>
                </a:lnTo>
                <a:lnTo>
                  <a:pt x="4965" y="303"/>
                </a:lnTo>
                <a:lnTo>
                  <a:pt x="4962" y="303"/>
                </a:lnTo>
                <a:lnTo>
                  <a:pt x="4962" y="271"/>
                </a:lnTo>
                <a:lnTo>
                  <a:pt x="4951" y="236"/>
                </a:lnTo>
                <a:lnTo>
                  <a:pt x="4962" y="236"/>
                </a:lnTo>
                <a:lnTo>
                  <a:pt x="4965" y="254"/>
                </a:lnTo>
                <a:lnTo>
                  <a:pt x="4971" y="254"/>
                </a:lnTo>
                <a:lnTo>
                  <a:pt x="4971" y="274"/>
                </a:lnTo>
                <a:lnTo>
                  <a:pt x="4974" y="274"/>
                </a:lnTo>
                <a:lnTo>
                  <a:pt x="4974" y="283"/>
                </a:lnTo>
                <a:lnTo>
                  <a:pt x="4978" y="283"/>
                </a:lnTo>
                <a:lnTo>
                  <a:pt x="4978" y="300"/>
                </a:lnTo>
                <a:lnTo>
                  <a:pt x="4982" y="300"/>
                </a:lnTo>
                <a:lnTo>
                  <a:pt x="4982" y="314"/>
                </a:lnTo>
                <a:lnTo>
                  <a:pt x="4985" y="314"/>
                </a:lnTo>
                <a:lnTo>
                  <a:pt x="4991" y="343"/>
                </a:lnTo>
                <a:lnTo>
                  <a:pt x="4994" y="343"/>
                </a:lnTo>
                <a:lnTo>
                  <a:pt x="4998" y="334"/>
                </a:lnTo>
                <a:lnTo>
                  <a:pt x="5002" y="325"/>
                </a:lnTo>
                <a:lnTo>
                  <a:pt x="5002" y="311"/>
                </a:lnTo>
                <a:lnTo>
                  <a:pt x="4991" y="274"/>
                </a:lnTo>
                <a:lnTo>
                  <a:pt x="5002" y="280"/>
                </a:lnTo>
                <a:lnTo>
                  <a:pt x="5003" y="287"/>
                </a:lnTo>
                <a:lnTo>
                  <a:pt x="5007" y="301"/>
                </a:lnTo>
                <a:lnTo>
                  <a:pt x="5011" y="318"/>
                </a:lnTo>
                <a:lnTo>
                  <a:pt x="5014" y="332"/>
                </a:lnTo>
                <a:lnTo>
                  <a:pt x="5020" y="345"/>
                </a:lnTo>
                <a:lnTo>
                  <a:pt x="5022" y="351"/>
                </a:lnTo>
                <a:lnTo>
                  <a:pt x="5023" y="332"/>
                </a:lnTo>
                <a:lnTo>
                  <a:pt x="5025" y="316"/>
                </a:lnTo>
                <a:lnTo>
                  <a:pt x="5025" y="296"/>
                </a:lnTo>
                <a:lnTo>
                  <a:pt x="5022" y="271"/>
                </a:lnTo>
                <a:lnTo>
                  <a:pt x="5034" y="271"/>
                </a:lnTo>
                <a:lnTo>
                  <a:pt x="5036" y="294"/>
                </a:lnTo>
                <a:lnTo>
                  <a:pt x="5043" y="316"/>
                </a:lnTo>
                <a:lnTo>
                  <a:pt x="5051" y="334"/>
                </a:lnTo>
                <a:lnTo>
                  <a:pt x="5051" y="356"/>
                </a:lnTo>
                <a:lnTo>
                  <a:pt x="5054" y="356"/>
                </a:lnTo>
                <a:lnTo>
                  <a:pt x="5042" y="223"/>
                </a:lnTo>
                <a:lnTo>
                  <a:pt x="5038" y="223"/>
                </a:lnTo>
                <a:lnTo>
                  <a:pt x="5034" y="200"/>
                </a:lnTo>
                <a:lnTo>
                  <a:pt x="5031" y="194"/>
                </a:lnTo>
                <a:lnTo>
                  <a:pt x="5029" y="191"/>
                </a:lnTo>
                <a:lnTo>
                  <a:pt x="5025" y="187"/>
                </a:lnTo>
                <a:lnTo>
                  <a:pt x="5023" y="183"/>
                </a:lnTo>
                <a:lnTo>
                  <a:pt x="5020" y="178"/>
                </a:lnTo>
                <a:lnTo>
                  <a:pt x="5018" y="171"/>
                </a:lnTo>
                <a:lnTo>
                  <a:pt x="5031" y="180"/>
                </a:lnTo>
                <a:lnTo>
                  <a:pt x="5042" y="194"/>
                </a:lnTo>
                <a:lnTo>
                  <a:pt x="5051" y="212"/>
                </a:lnTo>
                <a:lnTo>
                  <a:pt x="5058" y="234"/>
                </a:lnTo>
                <a:lnTo>
                  <a:pt x="5065" y="254"/>
                </a:lnTo>
                <a:lnTo>
                  <a:pt x="5071" y="271"/>
                </a:lnTo>
                <a:lnTo>
                  <a:pt x="5071" y="296"/>
                </a:lnTo>
                <a:lnTo>
                  <a:pt x="5078" y="300"/>
                </a:lnTo>
                <a:lnTo>
                  <a:pt x="5074" y="307"/>
                </a:lnTo>
                <a:lnTo>
                  <a:pt x="5082" y="311"/>
                </a:lnTo>
                <a:lnTo>
                  <a:pt x="5082" y="327"/>
                </a:lnTo>
                <a:lnTo>
                  <a:pt x="5085" y="327"/>
                </a:lnTo>
                <a:lnTo>
                  <a:pt x="5085" y="340"/>
                </a:lnTo>
                <a:lnTo>
                  <a:pt x="5091" y="340"/>
                </a:lnTo>
                <a:lnTo>
                  <a:pt x="5093" y="352"/>
                </a:lnTo>
                <a:lnTo>
                  <a:pt x="5093" y="365"/>
                </a:lnTo>
                <a:lnTo>
                  <a:pt x="5098" y="374"/>
                </a:lnTo>
                <a:lnTo>
                  <a:pt x="5100" y="347"/>
                </a:lnTo>
                <a:lnTo>
                  <a:pt x="5102" y="321"/>
                </a:lnTo>
                <a:lnTo>
                  <a:pt x="5098" y="300"/>
                </a:lnTo>
                <a:lnTo>
                  <a:pt x="5098" y="267"/>
                </a:lnTo>
                <a:lnTo>
                  <a:pt x="5094" y="267"/>
                </a:lnTo>
                <a:lnTo>
                  <a:pt x="5091" y="240"/>
                </a:lnTo>
                <a:lnTo>
                  <a:pt x="5085" y="240"/>
                </a:lnTo>
                <a:lnTo>
                  <a:pt x="5083" y="234"/>
                </a:lnTo>
                <a:lnTo>
                  <a:pt x="5080" y="232"/>
                </a:lnTo>
                <a:lnTo>
                  <a:pt x="5078" y="229"/>
                </a:lnTo>
                <a:lnTo>
                  <a:pt x="5076" y="227"/>
                </a:lnTo>
                <a:lnTo>
                  <a:pt x="5074" y="221"/>
                </a:lnTo>
                <a:lnTo>
                  <a:pt x="5074" y="214"/>
                </a:lnTo>
                <a:lnTo>
                  <a:pt x="5082" y="220"/>
                </a:lnTo>
                <a:lnTo>
                  <a:pt x="5058" y="176"/>
                </a:lnTo>
                <a:lnTo>
                  <a:pt x="5065" y="176"/>
                </a:lnTo>
                <a:lnTo>
                  <a:pt x="5102" y="231"/>
                </a:lnTo>
                <a:lnTo>
                  <a:pt x="5102" y="240"/>
                </a:lnTo>
                <a:lnTo>
                  <a:pt x="5105" y="240"/>
                </a:lnTo>
                <a:lnTo>
                  <a:pt x="5105" y="247"/>
                </a:lnTo>
                <a:lnTo>
                  <a:pt x="5111" y="247"/>
                </a:lnTo>
                <a:lnTo>
                  <a:pt x="5114" y="271"/>
                </a:lnTo>
                <a:lnTo>
                  <a:pt x="5118" y="271"/>
                </a:lnTo>
                <a:lnTo>
                  <a:pt x="5118" y="280"/>
                </a:lnTo>
                <a:lnTo>
                  <a:pt x="5122" y="280"/>
                </a:lnTo>
                <a:lnTo>
                  <a:pt x="5122" y="296"/>
                </a:lnTo>
                <a:lnTo>
                  <a:pt x="5125" y="296"/>
                </a:lnTo>
                <a:lnTo>
                  <a:pt x="5131" y="323"/>
                </a:lnTo>
                <a:lnTo>
                  <a:pt x="5134" y="323"/>
                </a:lnTo>
                <a:lnTo>
                  <a:pt x="5136" y="289"/>
                </a:lnTo>
                <a:lnTo>
                  <a:pt x="5138" y="254"/>
                </a:lnTo>
                <a:lnTo>
                  <a:pt x="5140" y="218"/>
                </a:lnTo>
                <a:lnTo>
                  <a:pt x="5140" y="183"/>
                </a:lnTo>
                <a:lnTo>
                  <a:pt x="5134" y="151"/>
                </a:lnTo>
                <a:lnTo>
                  <a:pt x="5134" y="120"/>
                </a:lnTo>
                <a:lnTo>
                  <a:pt x="5131" y="120"/>
                </a:lnTo>
                <a:lnTo>
                  <a:pt x="5127" y="105"/>
                </a:lnTo>
                <a:lnTo>
                  <a:pt x="5127" y="92"/>
                </a:lnTo>
                <a:lnTo>
                  <a:pt x="5129" y="81"/>
                </a:lnTo>
                <a:lnTo>
                  <a:pt x="5129" y="72"/>
                </a:lnTo>
                <a:lnTo>
                  <a:pt x="5125" y="67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7" y="65"/>
                </a:lnTo>
                <a:lnTo>
                  <a:pt x="5129" y="65"/>
                </a:lnTo>
                <a:lnTo>
                  <a:pt x="5131" y="63"/>
                </a:lnTo>
                <a:lnTo>
                  <a:pt x="5131" y="60"/>
                </a:lnTo>
                <a:lnTo>
                  <a:pt x="5133" y="60"/>
                </a:lnTo>
                <a:lnTo>
                  <a:pt x="5134" y="60"/>
                </a:lnTo>
                <a:lnTo>
                  <a:pt x="5136" y="60"/>
                </a:lnTo>
                <a:lnTo>
                  <a:pt x="5136" y="61"/>
                </a:lnTo>
                <a:lnTo>
                  <a:pt x="5136" y="61"/>
                </a:lnTo>
                <a:lnTo>
                  <a:pt x="5138" y="63"/>
                </a:lnTo>
                <a:lnTo>
                  <a:pt x="5142" y="72"/>
                </a:lnTo>
                <a:lnTo>
                  <a:pt x="5142" y="85"/>
                </a:lnTo>
                <a:lnTo>
                  <a:pt x="5140" y="98"/>
                </a:lnTo>
                <a:lnTo>
                  <a:pt x="5142" y="111"/>
                </a:lnTo>
                <a:lnTo>
                  <a:pt x="5151" y="145"/>
                </a:lnTo>
                <a:lnTo>
                  <a:pt x="5158" y="181"/>
                </a:lnTo>
                <a:lnTo>
                  <a:pt x="5165" y="214"/>
                </a:lnTo>
                <a:lnTo>
                  <a:pt x="5165" y="243"/>
                </a:lnTo>
                <a:lnTo>
                  <a:pt x="5171" y="243"/>
                </a:lnTo>
                <a:lnTo>
                  <a:pt x="5173" y="258"/>
                </a:lnTo>
                <a:lnTo>
                  <a:pt x="5173" y="276"/>
                </a:lnTo>
                <a:lnTo>
                  <a:pt x="5171" y="292"/>
                </a:lnTo>
                <a:lnTo>
                  <a:pt x="5173" y="309"/>
                </a:lnTo>
                <a:lnTo>
                  <a:pt x="5178" y="320"/>
                </a:lnTo>
                <a:lnTo>
                  <a:pt x="5185" y="220"/>
                </a:lnTo>
                <a:lnTo>
                  <a:pt x="5191" y="220"/>
                </a:lnTo>
                <a:lnTo>
                  <a:pt x="5193" y="203"/>
                </a:lnTo>
                <a:lnTo>
                  <a:pt x="5193" y="181"/>
                </a:lnTo>
                <a:lnTo>
                  <a:pt x="5191" y="158"/>
                </a:lnTo>
                <a:lnTo>
                  <a:pt x="5191" y="132"/>
                </a:lnTo>
                <a:lnTo>
                  <a:pt x="5191" y="111"/>
                </a:lnTo>
                <a:lnTo>
                  <a:pt x="5202" y="114"/>
                </a:lnTo>
                <a:lnTo>
                  <a:pt x="5194" y="327"/>
                </a:lnTo>
                <a:lnTo>
                  <a:pt x="5194" y="340"/>
                </a:lnTo>
                <a:lnTo>
                  <a:pt x="5193" y="356"/>
                </a:lnTo>
                <a:lnTo>
                  <a:pt x="5193" y="374"/>
                </a:lnTo>
                <a:lnTo>
                  <a:pt x="5193" y="392"/>
                </a:lnTo>
                <a:lnTo>
                  <a:pt x="5194" y="407"/>
                </a:lnTo>
                <a:lnTo>
                  <a:pt x="5198" y="416"/>
                </a:lnTo>
                <a:lnTo>
                  <a:pt x="5200" y="403"/>
                </a:lnTo>
                <a:lnTo>
                  <a:pt x="5202" y="385"/>
                </a:lnTo>
                <a:lnTo>
                  <a:pt x="5207" y="365"/>
                </a:lnTo>
                <a:lnTo>
                  <a:pt x="5211" y="349"/>
                </a:lnTo>
                <a:lnTo>
                  <a:pt x="5214" y="340"/>
                </a:lnTo>
                <a:lnTo>
                  <a:pt x="5216" y="338"/>
                </a:lnTo>
                <a:lnTo>
                  <a:pt x="5216" y="336"/>
                </a:lnTo>
                <a:lnTo>
                  <a:pt x="5216" y="336"/>
                </a:lnTo>
                <a:lnTo>
                  <a:pt x="5218" y="336"/>
                </a:lnTo>
                <a:lnTo>
                  <a:pt x="5220" y="336"/>
                </a:lnTo>
                <a:lnTo>
                  <a:pt x="5222" y="334"/>
                </a:lnTo>
                <a:lnTo>
                  <a:pt x="5222" y="356"/>
                </a:lnTo>
                <a:lnTo>
                  <a:pt x="5225" y="356"/>
                </a:lnTo>
                <a:lnTo>
                  <a:pt x="5231" y="291"/>
                </a:lnTo>
                <a:lnTo>
                  <a:pt x="5233" y="285"/>
                </a:lnTo>
                <a:lnTo>
                  <a:pt x="5236" y="276"/>
                </a:lnTo>
                <a:lnTo>
                  <a:pt x="5240" y="265"/>
                </a:lnTo>
                <a:lnTo>
                  <a:pt x="5238" y="254"/>
                </a:lnTo>
                <a:lnTo>
                  <a:pt x="5231" y="251"/>
                </a:lnTo>
                <a:lnTo>
                  <a:pt x="5231" y="243"/>
                </a:lnTo>
                <a:lnTo>
                  <a:pt x="5238" y="243"/>
                </a:lnTo>
                <a:lnTo>
                  <a:pt x="5251" y="103"/>
                </a:lnTo>
                <a:lnTo>
                  <a:pt x="5258" y="103"/>
                </a:lnTo>
                <a:lnTo>
                  <a:pt x="5251" y="280"/>
                </a:lnTo>
                <a:lnTo>
                  <a:pt x="5254" y="280"/>
                </a:lnTo>
                <a:lnTo>
                  <a:pt x="5254" y="291"/>
                </a:lnTo>
                <a:lnTo>
                  <a:pt x="5258" y="291"/>
                </a:lnTo>
                <a:lnTo>
                  <a:pt x="5260" y="301"/>
                </a:lnTo>
                <a:lnTo>
                  <a:pt x="5262" y="314"/>
                </a:lnTo>
                <a:lnTo>
                  <a:pt x="5262" y="327"/>
                </a:lnTo>
                <a:lnTo>
                  <a:pt x="5265" y="334"/>
                </a:lnTo>
                <a:lnTo>
                  <a:pt x="5285" y="154"/>
                </a:lnTo>
                <a:lnTo>
                  <a:pt x="5294" y="154"/>
                </a:lnTo>
                <a:lnTo>
                  <a:pt x="5298" y="176"/>
                </a:lnTo>
                <a:lnTo>
                  <a:pt x="5298" y="178"/>
                </a:lnTo>
                <a:lnTo>
                  <a:pt x="5296" y="178"/>
                </a:lnTo>
                <a:lnTo>
                  <a:pt x="5296" y="178"/>
                </a:lnTo>
                <a:lnTo>
                  <a:pt x="5294" y="176"/>
                </a:lnTo>
                <a:lnTo>
                  <a:pt x="5294" y="178"/>
                </a:lnTo>
                <a:lnTo>
                  <a:pt x="5294" y="180"/>
                </a:lnTo>
                <a:lnTo>
                  <a:pt x="5298" y="180"/>
                </a:lnTo>
                <a:lnTo>
                  <a:pt x="5298" y="231"/>
                </a:lnTo>
                <a:lnTo>
                  <a:pt x="5302" y="231"/>
                </a:lnTo>
                <a:lnTo>
                  <a:pt x="5311" y="154"/>
                </a:lnTo>
                <a:lnTo>
                  <a:pt x="5298" y="151"/>
                </a:lnTo>
                <a:lnTo>
                  <a:pt x="5298" y="143"/>
                </a:lnTo>
                <a:lnTo>
                  <a:pt x="5303" y="141"/>
                </a:lnTo>
                <a:lnTo>
                  <a:pt x="5307" y="141"/>
                </a:lnTo>
                <a:lnTo>
                  <a:pt x="5311" y="140"/>
                </a:lnTo>
                <a:lnTo>
                  <a:pt x="5314" y="138"/>
                </a:lnTo>
                <a:lnTo>
                  <a:pt x="5318" y="136"/>
                </a:lnTo>
                <a:lnTo>
                  <a:pt x="5322" y="136"/>
                </a:lnTo>
                <a:lnTo>
                  <a:pt x="5322" y="154"/>
                </a:lnTo>
                <a:lnTo>
                  <a:pt x="5333" y="163"/>
                </a:lnTo>
                <a:lnTo>
                  <a:pt x="5345" y="178"/>
                </a:lnTo>
                <a:lnTo>
                  <a:pt x="5358" y="194"/>
                </a:lnTo>
                <a:lnTo>
                  <a:pt x="5369" y="211"/>
                </a:lnTo>
                <a:lnTo>
                  <a:pt x="5374" y="223"/>
                </a:lnTo>
                <a:lnTo>
                  <a:pt x="5378" y="223"/>
                </a:lnTo>
                <a:lnTo>
                  <a:pt x="5367" y="172"/>
                </a:lnTo>
                <a:lnTo>
                  <a:pt x="5354" y="127"/>
                </a:lnTo>
                <a:lnTo>
                  <a:pt x="5351" y="94"/>
                </a:lnTo>
                <a:lnTo>
                  <a:pt x="5343" y="76"/>
                </a:lnTo>
                <a:lnTo>
                  <a:pt x="5338" y="54"/>
                </a:lnTo>
                <a:lnTo>
                  <a:pt x="5345" y="54"/>
                </a:lnTo>
                <a:lnTo>
                  <a:pt x="5371" y="136"/>
                </a:lnTo>
                <a:lnTo>
                  <a:pt x="5371" y="151"/>
                </a:lnTo>
                <a:lnTo>
                  <a:pt x="5374" y="151"/>
                </a:lnTo>
                <a:lnTo>
                  <a:pt x="5378" y="180"/>
                </a:lnTo>
                <a:lnTo>
                  <a:pt x="5382" y="180"/>
                </a:lnTo>
                <a:lnTo>
                  <a:pt x="5382" y="176"/>
                </a:lnTo>
                <a:lnTo>
                  <a:pt x="5385" y="176"/>
                </a:lnTo>
                <a:lnTo>
                  <a:pt x="5394" y="180"/>
                </a:lnTo>
                <a:lnTo>
                  <a:pt x="5393" y="196"/>
                </a:lnTo>
                <a:lnTo>
                  <a:pt x="5391" y="214"/>
                </a:lnTo>
                <a:lnTo>
                  <a:pt x="5385" y="214"/>
                </a:lnTo>
                <a:lnTo>
                  <a:pt x="5385" y="218"/>
                </a:lnTo>
                <a:lnTo>
                  <a:pt x="5387" y="218"/>
                </a:lnTo>
                <a:lnTo>
                  <a:pt x="5387" y="218"/>
                </a:lnTo>
                <a:lnTo>
                  <a:pt x="5389" y="216"/>
                </a:lnTo>
                <a:lnTo>
                  <a:pt x="5389" y="218"/>
                </a:lnTo>
                <a:lnTo>
                  <a:pt x="5391" y="220"/>
                </a:lnTo>
                <a:lnTo>
                  <a:pt x="5391" y="243"/>
                </a:lnTo>
                <a:lnTo>
                  <a:pt x="5398" y="243"/>
                </a:lnTo>
                <a:lnTo>
                  <a:pt x="5396" y="232"/>
                </a:lnTo>
                <a:lnTo>
                  <a:pt x="5398" y="220"/>
                </a:lnTo>
                <a:lnTo>
                  <a:pt x="5398" y="203"/>
                </a:lnTo>
                <a:lnTo>
                  <a:pt x="5398" y="83"/>
                </a:lnTo>
                <a:lnTo>
                  <a:pt x="5405" y="83"/>
                </a:lnTo>
                <a:lnTo>
                  <a:pt x="5405" y="136"/>
                </a:lnTo>
                <a:lnTo>
                  <a:pt x="5411" y="136"/>
                </a:lnTo>
                <a:lnTo>
                  <a:pt x="5405" y="143"/>
                </a:lnTo>
                <a:lnTo>
                  <a:pt x="5411" y="154"/>
                </a:lnTo>
                <a:lnTo>
                  <a:pt x="5409" y="156"/>
                </a:lnTo>
                <a:lnTo>
                  <a:pt x="5407" y="156"/>
                </a:lnTo>
                <a:lnTo>
                  <a:pt x="5405" y="156"/>
                </a:lnTo>
                <a:lnTo>
                  <a:pt x="5405" y="158"/>
                </a:lnTo>
                <a:lnTo>
                  <a:pt x="5405" y="160"/>
                </a:lnTo>
                <a:lnTo>
                  <a:pt x="5411" y="160"/>
                </a:lnTo>
                <a:lnTo>
                  <a:pt x="5411" y="191"/>
                </a:lnTo>
                <a:lnTo>
                  <a:pt x="5414" y="191"/>
                </a:lnTo>
                <a:lnTo>
                  <a:pt x="5414" y="163"/>
                </a:lnTo>
                <a:lnTo>
                  <a:pt x="5422" y="163"/>
                </a:lnTo>
                <a:lnTo>
                  <a:pt x="5425" y="191"/>
                </a:lnTo>
                <a:lnTo>
                  <a:pt x="5433" y="218"/>
                </a:lnTo>
                <a:lnTo>
                  <a:pt x="5438" y="245"/>
                </a:lnTo>
                <a:lnTo>
                  <a:pt x="5442" y="274"/>
                </a:lnTo>
                <a:lnTo>
                  <a:pt x="5451" y="274"/>
                </a:lnTo>
                <a:lnTo>
                  <a:pt x="5453" y="289"/>
                </a:lnTo>
                <a:lnTo>
                  <a:pt x="5456" y="305"/>
                </a:lnTo>
                <a:lnTo>
                  <a:pt x="5462" y="314"/>
                </a:lnTo>
                <a:lnTo>
                  <a:pt x="5463" y="294"/>
                </a:lnTo>
                <a:lnTo>
                  <a:pt x="5465" y="276"/>
                </a:lnTo>
                <a:lnTo>
                  <a:pt x="5471" y="260"/>
                </a:lnTo>
                <a:lnTo>
                  <a:pt x="5471" y="227"/>
                </a:lnTo>
                <a:lnTo>
                  <a:pt x="5474" y="227"/>
                </a:lnTo>
                <a:lnTo>
                  <a:pt x="5474" y="191"/>
                </a:lnTo>
                <a:lnTo>
                  <a:pt x="5478" y="191"/>
                </a:lnTo>
                <a:lnTo>
                  <a:pt x="5480" y="174"/>
                </a:lnTo>
                <a:lnTo>
                  <a:pt x="5480" y="156"/>
                </a:lnTo>
                <a:lnTo>
                  <a:pt x="5480" y="138"/>
                </a:lnTo>
                <a:lnTo>
                  <a:pt x="5482" y="123"/>
                </a:lnTo>
                <a:lnTo>
                  <a:pt x="5485" y="123"/>
                </a:lnTo>
                <a:lnTo>
                  <a:pt x="5485" y="187"/>
                </a:lnTo>
                <a:lnTo>
                  <a:pt x="5494" y="187"/>
                </a:lnTo>
                <a:lnTo>
                  <a:pt x="5493" y="192"/>
                </a:lnTo>
                <a:lnTo>
                  <a:pt x="5493" y="196"/>
                </a:lnTo>
                <a:lnTo>
                  <a:pt x="5491" y="200"/>
                </a:lnTo>
                <a:lnTo>
                  <a:pt x="5491" y="203"/>
                </a:lnTo>
                <a:lnTo>
                  <a:pt x="5502" y="200"/>
                </a:lnTo>
                <a:lnTo>
                  <a:pt x="5498" y="207"/>
                </a:lnTo>
                <a:lnTo>
                  <a:pt x="5505" y="211"/>
                </a:lnTo>
                <a:lnTo>
                  <a:pt x="5505" y="223"/>
                </a:lnTo>
                <a:lnTo>
                  <a:pt x="5511" y="223"/>
                </a:lnTo>
                <a:lnTo>
                  <a:pt x="5511" y="231"/>
                </a:lnTo>
                <a:lnTo>
                  <a:pt x="5514" y="231"/>
                </a:lnTo>
                <a:lnTo>
                  <a:pt x="5514" y="243"/>
                </a:lnTo>
                <a:lnTo>
                  <a:pt x="5518" y="243"/>
                </a:lnTo>
                <a:lnTo>
                  <a:pt x="5518" y="254"/>
                </a:lnTo>
                <a:lnTo>
                  <a:pt x="5522" y="254"/>
                </a:lnTo>
                <a:lnTo>
                  <a:pt x="5522" y="267"/>
                </a:lnTo>
                <a:lnTo>
                  <a:pt x="5525" y="267"/>
                </a:lnTo>
                <a:lnTo>
                  <a:pt x="5525" y="283"/>
                </a:lnTo>
                <a:lnTo>
                  <a:pt x="5531" y="283"/>
                </a:lnTo>
                <a:lnTo>
                  <a:pt x="5534" y="320"/>
                </a:lnTo>
                <a:lnTo>
                  <a:pt x="5538" y="320"/>
                </a:lnTo>
                <a:lnTo>
                  <a:pt x="5540" y="331"/>
                </a:lnTo>
                <a:lnTo>
                  <a:pt x="5540" y="345"/>
                </a:lnTo>
                <a:lnTo>
                  <a:pt x="5540" y="361"/>
                </a:lnTo>
                <a:lnTo>
                  <a:pt x="5542" y="374"/>
                </a:lnTo>
                <a:lnTo>
                  <a:pt x="5545" y="383"/>
                </a:lnTo>
                <a:lnTo>
                  <a:pt x="5545" y="361"/>
                </a:lnTo>
                <a:lnTo>
                  <a:pt x="5545" y="338"/>
                </a:lnTo>
                <a:lnTo>
                  <a:pt x="5545" y="318"/>
                </a:lnTo>
                <a:lnTo>
                  <a:pt x="5545" y="303"/>
                </a:lnTo>
                <a:lnTo>
                  <a:pt x="5547" y="303"/>
                </a:lnTo>
                <a:lnTo>
                  <a:pt x="5547" y="301"/>
                </a:lnTo>
                <a:lnTo>
                  <a:pt x="5549" y="300"/>
                </a:lnTo>
                <a:lnTo>
                  <a:pt x="5551" y="296"/>
                </a:lnTo>
                <a:lnTo>
                  <a:pt x="5551" y="291"/>
                </a:lnTo>
                <a:lnTo>
                  <a:pt x="5545" y="291"/>
                </a:lnTo>
                <a:lnTo>
                  <a:pt x="5545" y="271"/>
                </a:lnTo>
                <a:lnTo>
                  <a:pt x="5542" y="271"/>
                </a:lnTo>
                <a:lnTo>
                  <a:pt x="5540" y="269"/>
                </a:lnTo>
                <a:lnTo>
                  <a:pt x="5540" y="265"/>
                </a:lnTo>
                <a:lnTo>
                  <a:pt x="5540" y="263"/>
                </a:lnTo>
                <a:lnTo>
                  <a:pt x="5538" y="260"/>
                </a:lnTo>
                <a:lnTo>
                  <a:pt x="5538" y="254"/>
                </a:lnTo>
                <a:lnTo>
                  <a:pt x="5545" y="260"/>
                </a:lnTo>
                <a:lnTo>
                  <a:pt x="5545" y="247"/>
                </a:lnTo>
                <a:lnTo>
                  <a:pt x="5558" y="251"/>
                </a:lnTo>
                <a:lnTo>
                  <a:pt x="5560" y="263"/>
                </a:lnTo>
                <a:lnTo>
                  <a:pt x="5563" y="274"/>
                </a:lnTo>
                <a:lnTo>
                  <a:pt x="5565" y="283"/>
                </a:lnTo>
                <a:lnTo>
                  <a:pt x="5565" y="307"/>
                </a:lnTo>
                <a:lnTo>
                  <a:pt x="5578" y="311"/>
                </a:lnTo>
                <a:lnTo>
                  <a:pt x="5578" y="314"/>
                </a:lnTo>
                <a:lnTo>
                  <a:pt x="5574" y="321"/>
                </a:lnTo>
                <a:lnTo>
                  <a:pt x="5573" y="334"/>
                </a:lnTo>
                <a:lnTo>
                  <a:pt x="5573" y="349"/>
                </a:lnTo>
                <a:lnTo>
                  <a:pt x="5574" y="360"/>
                </a:lnTo>
                <a:lnTo>
                  <a:pt x="5578" y="360"/>
                </a:lnTo>
                <a:lnTo>
                  <a:pt x="5585" y="463"/>
                </a:lnTo>
                <a:lnTo>
                  <a:pt x="5594" y="463"/>
                </a:lnTo>
                <a:lnTo>
                  <a:pt x="5596" y="429"/>
                </a:lnTo>
                <a:lnTo>
                  <a:pt x="5598" y="391"/>
                </a:lnTo>
                <a:lnTo>
                  <a:pt x="5598" y="351"/>
                </a:lnTo>
                <a:lnTo>
                  <a:pt x="5598" y="307"/>
                </a:lnTo>
                <a:lnTo>
                  <a:pt x="5594" y="307"/>
                </a:lnTo>
                <a:lnTo>
                  <a:pt x="5594" y="283"/>
                </a:lnTo>
                <a:lnTo>
                  <a:pt x="5591" y="283"/>
                </a:lnTo>
                <a:lnTo>
                  <a:pt x="5585" y="254"/>
                </a:lnTo>
                <a:lnTo>
                  <a:pt x="5591" y="254"/>
                </a:lnTo>
                <a:lnTo>
                  <a:pt x="5591" y="260"/>
                </a:lnTo>
                <a:lnTo>
                  <a:pt x="5596" y="267"/>
                </a:lnTo>
                <a:lnTo>
                  <a:pt x="5600" y="274"/>
                </a:lnTo>
                <a:lnTo>
                  <a:pt x="5600" y="283"/>
                </a:lnTo>
                <a:lnTo>
                  <a:pt x="5602" y="296"/>
                </a:lnTo>
                <a:lnTo>
                  <a:pt x="5605" y="296"/>
                </a:lnTo>
                <a:lnTo>
                  <a:pt x="5605" y="320"/>
                </a:lnTo>
                <a:lnTo>
                  <a:pt x="5611" y="320"/>
                </a:lnTo>
                <a:lnTo>
                  <a:pt x="5611" y="334"/>
                </a:lnTo>
                <a:lnTo>
                  <a:pt x="5614" y="334"/>
                </a:lnTo>
                <a:lnTo>
                  <a:pt x="5616" y="349"/>
                </a:lnTo>
                <a:lnTo>
                  <a:pt x="5616" y="361"/>
                </a:lnTo>
                <a:lnTo>
                  <a:pt x="5616" y="372"/>
                </a:lnTo>
                <a:lnTo>
                  <a:pt x="5622" y="383"/>
                </a:lnTo>
                <a:lnTo>
                  <a:pt x="5623" y="352"/>
                </a:lnTo>
                <a:lnTo>
                  <a:pt x="5625" y="321"/>
                </a:lnTo>
                <a:lnTo>
                  <a:pt x="5627" y="291"/>
                </a:lnTo>
                <a:lnTo>
                  <a:pt x="5622" y="263"/>
                </a:lnTo>
                <a:lnTo>
                  <a:pt x="5622" y="236"/>
                </a:lnTo>
                <a:lnTo>
                  <a:pt x="5618" y="236"/>
                </a:lnTo>
                <a:lnTo>
                  <a:pt x="5614" y="211"/>
                </a:lnTo>
                <a:lnTo>
                  <a:pt x="5605" y="207"/>
                </a:lnTo>
                <a:lnTo>
                  <a:pt x="5594" y="187"/>
                </a:lnTo>
                <a:lnTo>
                  <a:pt x="5605" y="187"/>
                </a:lnTo>
                <a:lnTo>
                  <a:pt x="5605" y="183"/>
                </a:lnTo>
                <a:lnTo>
                  <a:pt x="5596" y="172"/>
                </a:lnTo>
                <a:lnTo>
                  <a:pt x="5587" y="158"/>
                </a:lnTo>
                <a:lnTo>
                  <a:pt x="5582" y="143"/>
                </a:lnTo>
                <a:lnTo>
                  <a:pt x="5594" y="143"/>
                </a:lnTo>
                <a:lnTo>
                  <a:pt x="5596" y="151"/>
                </a:lnTo>
                <a:lnTo>
                  <a:pt x="5600" y="156"/>
                </a:lnTo>
                <a:lnTo>
                  <a:pt x="5603" y="161"/>
                </a:lnTo>
                <a:lnTo>
                  <a:pt x="5607" y="165"/>
                </a:lnTo>
                <a:lnTo>
                  <a:pt x="5611" y="171"/>
                </a:lnTo>
                <a:lnTo>
                  <a:pt x="5611" y="180"/>
                </a:lnTo>
                <a:lnTo>
                  <a:pt x="5614" y="180"/>
                </a:lnTo>
                <a:lnTo>
                  <a:pt x="5614" y="187"/>
                </a:lnTo>
                <a:lnTo>
                  <a:pt x="5622" y="191"/>
                </a:lnTo>
                <a:lnTo>
                  <a:pt x="5625" y="211"/>
                </a:lnTo>
                <a:lnTo>
                  <a:pt x="5631" y="211"/>
                </a:lnTo>
                <a:lnTo>
                  <a:pt x="5634" y="227"/>
                </a:lnTo>
                <a:lnTo>
                  <a:pt x="5638" y="227"/>
                </a:lnTo>
                <a:lnTo>
                  <a:pt x="5638" y="240"/>
                </a:lnTo>
                <a:lnTo>
                  <a:pt x="5642" y="240"/>
                </a:lnTo>
                <a:lnTo>
                  <a:pt x="5642" y="260"/>
                </a:lnTo>
                <a:lnTo>
                  <a:pt x="5645" y="260"/>
                </a:lnTo>
                <a:lnTo>
                  <a:pt x="5654" y="311"/>
                </a:lnTo>
                <a:lnTo>
                  <a:pt x="5658" y="311"/>
                </a:lnTo>
                <a:lnTo>
                  <a:pt x="5660" y="267"/>
                </a:lnTo>
                <a:lnTo>
                  <a:pt x="5663" y="223"/>
                </a:lnTo>
                <a:lnTo>
                  <a:pt x="5665" y="176"/>
                </a:lnTo>
                <a:lnTo>
                  <a:pt x="5658" y="176"/>
                </a:lnTo>
                <a:lnTo>
                  <a:pt x="5654" y="156"/>
                </a:lnTo>
                <a:lnTo>
                  <a:pt x="5645" y="141"/>
                </a:lnTo>
                <a:lnTo>
                  <a:pt x="5636" y="127"/>
                </a:lnTo>
                <a:lnTo>
                  <a:pt x="5627" y="112"/>
                </a:lnTo>
                <a:lnTo>
                  <a:pt x="5622" y="94"/>
                </a:lnTo>
                <a:lnTo>
                  <a:pt x="5631" y="94"/>
                </a:lnTo>
                <a:lnTo>
                  <a:pt x="5634" y="107"/>
                </a:lnTo>
                <a:lnTo>
                  <a:pt x="5642" y="111"/>
                </a:lnTo>
                <a:lnTo>
                  <a:pt x="5654" y="134"/>
                </a:lnTo>
                <a:lnTo>
                  <a:pt x="5662" y="160"/>
                </a:lnTo>
                <a:lnTo>
                  <a:pt x="5665" y="160"/>
                </a:lnTo>
                <a:lnTo>
                  <a:pt x="5665" y="87"/>
                </a:lnTo>
                <a:lnTo>
                  <a:pt x="5671" y="87"/>
                </a:lnTo>
                <a:lnTo>
                  <a:pt x="5671" y="54"/>
                </a:lnTo>
                <a:lnTo>
                  <a:pt x="5674" y="54"/>
                </a:lnTo>
                <a:lnTo>
                  <a:pt x="5676" y="51"/>
                </a:lnTo>
                <a:lnTo>
                  <a:pt x="5676" y="47"/>
                </a:lnTo>
                <a:lnTo>
                  <a:pt x="5676" y="43"/>
                </a:lnTo>
                <a:lnTo>
                  <a:pt x="5678" y="40"/>
                </a:lnTo>
                <a:lnTo>
                  <a:pt x="5680" y="40"/>
                </a:lnTo>
                <a:lnTo>
                  <a:pt x="5680" y="41"/>
                </a:lnTo>
                <a:lnTo>
                  <a:pt x="5680" y="41"/>
                </a:lnTo>
                <a:lnTo>
                  <a:pt x="5680" y="41"/>
                </a:lnTo>
                <a:lnTo>
                  <a:pt x="5682" y="41"/>
                </a:lnTo>
                <a:lnTo>
                  <a:pt x="5682" y="43"/>
                </a:lnTo>
                <a:lnTo>
                  <a:pt x="5685" y="43"/>
                </a:lnTo>
                <a:lnTo>
                  <a:pt x="5682" y="87"/>
                </a:lnTo>
                <a:lnTo>
                  <a:pt x="5678" y="87"/>
                </a:lnTo>
                <a:lnTo>
                  <a:pt x="5682" y="107"/>
                </a:lnTo>
                <a:lnTo>
                  <a:pt x="5689" y="111"/>
                </a:lnTo>
                <a:lnTo>
                  <a:pt x="5693" y="114"/>
                </a:lnTo>
                <a:lnTo>
                  <a:pt x="5698" y="118"/>
                </a:lnTo>
                <a:lnTo>
                  <a:pt x="5703" y="121"/>
                </a:lnTo>
                <a:lnTo>
                  <a:pt x="5711" y="123"/>
                </a:lnTo>
                <a:lnTo>
                  <a:pt x="5711" y="120"/>
                </a:lnTo>
                <a:lnTo>
                  <a:pt x="5722" y="111"/>
                </a:lnTo>
                <a:lnTo>
                  <a:pt x="5722" y="94"/>
                </a:lnTo>
                <a:lnTo>
                  <a:pt x="5734" y="94"/>
                </a:lnTo>
                <a:lnTo>
                  <a:pt x="5734" y="103"/>
                </a:lnTo>
                <a:lnTo>
                  <a:pt x="5731" y="103"/>
                </a:lnTo>
                <a:lnTo>
                  <a:pt x="5731" y="107"/>
                </a:lnTo>
                <a:lnTo>
                  <a:pt x="5734" y="107"/>
                </a:lnTo>
                <a:lnTo>
                  <a:pt x="5733" y="109"/>
                </a:lnTo>
                <a:lnTo>
                  <a:pt x="5733" y="109"/>
                </a:lnTo>
                <a:lnTo>
                  <a:pt x="5733" y="109"/>
                </a:lnTo>
                <a:lnTo>
                  <a:pt x="5731" y="109"/>
                </a:lnTo>
                <a:lnTo>
                  <a:pt x="5731" y="111"/>
                </a:lnTo>
                <a:lnTo>
                  <a:pt x="5731" y="140"/>
                </a:lnTo>
                <a:lnTo>
                  <a:pt x="5725" y="140"/>
                </a:lnTo>
                <a:lnTo>
                  <a:pt x="5731" y="151"/>
                </a:lnTo>
                <a:lnTo>
                  <a:pt x="5725" y="151"/>
                </a:lnTo>
                <a:lnTo>
                  <a:pt x="5725" y="154"/>
                </a:lnTo>
                <a:lnTo>
                  <a:pt x="5731" y="154"/>
                </a:lnTo>
                <a:lnTo>
                  <a:pt x="5731" y="163"/>
                </a:lnTo>
                <a:lnTo>
                  <a:pt x="5738" y="167"/>
                </a:lnTo>
                <a:lnTo>
                  <a:pt x="5751" y="203"/>
                </a:lnTo>
                <a:lnTo>
                  <a:pt x="5754" y="203"/>
                </a:lnTo>
                <a:lnTo>
                  <a:pt x="5756" y="176"/>
                </a:lnTo>
                <a:lnTo>
                  <a:pt x="5760" y="152"/>
                </a:lnTo>
                <a:lnTo>
                  <a:pt x="5765" y="131"/>
                </a:lnTo>
                <a:lnTo>
                  <a:pt x="5771" y="107"/>
                </a:lnTo>
                <a:lnTo>
                  <a:pt x="5782" y="103"/>
                </a:lnTo>
                <a:lnTo>
                  <a:pt x="5782" y="94"/>
                </a:lnTo>
                <a:lnTo>
                  <a:pt x="5794" y="100"/>
                </a:lnTo>
                <a:lnTo>
                  <a:pt x="5791" y="123"/>
                </a:lnTo>
                <a:lnTo>
                  <a:pt x="5785" y="123"/>
                </a:lnTo>
                <a:lnTo>
                  <a:pt x="5785" y="160"/>
                </a:lnTo>
                <a:lnTo>
                  <a:pt x="5782" y="160"/>
                </a:lnTo>
                <a:lnTo>
                  <a:pt x="5778" y="207"/>
                </a:lnTo>
                <a:lnTo>
                  <a:pt x="5774" y="207"/>
                </a:lnTo>
                <a:lnTo>
                  <a:pt x="5774" y="243"/>
                </a:lnTo>
                <a:lnTo>
                  <a:pt x="5771" y="243"/>
                </a:lnTo>
                <a:lnTo>
                  <a:pt x="5774" y="300"/>
                </a:lnTo>
                <a:lnTo>
                  <a:pt x="5778" y="300"/>
                </a:lnTo>
                <a:lnTo>
                  <a:pt x="5780" y="312"/>
                </a:lnTo>
                <a:lnTo>
                  <a:pt x="5780" y="323"/>
                </a:lnTo>
                <a:lnTo>
                  <a:pt x="5780" y="334"/>
                </a:lnTo>
                <a:lnTo>
                  <a:pt x="5785" y="343"/>
                </a:lnTo>
                <a:lnTo>
                  <a:pt x="5783" y="314"/>
                </a:lnTo>
                <a:lnTo>
                  <a:pt x="5778" y="287"/>
                </a:lnTo>
                <a:lnTo>
                  <a:pt x="5774" y="260"/>
                </a:lnTo>
                <a:lnTo>
                  <a:pt x="5776" y="260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6" y="261"/>
                </a:lnTo>
                <a:lnTo>
                  <a:pt x="5778" y="263"/>
                </a:lnTo>
                <a:lnTo>
                  <a:pt x="5791" y="260"/>
                </a:lnTo>
                <a:lnTo>
                  <a:pt x="5791" y="263"/>
                </a:lnTo>
                <a:lnTo>
                  <a:pt x="5796" y="276"/>
                </a:lnTo>
                <a:lnTo>
                  <a:pt x="5802" y="292"/>
                </a:lnTo>
                <a:lnTo>
                  <a:pt x="5807" y="311"/>
                </a:lnTo>
                <a:lnTo>
                  <a:pt x="5811" y="327"/>
                </a:lnTo>
                <a:lnTo>
                  <a:pt x="5811" y="351"/>
                </a:lnTo>
                <a:lnTo>
                  <a:pt x="5814" y="351"/>
                </a:lnTo>
                <a:lnTo>
                  <a:pt x="5814" y="309"/>
                </a:lnTo>
                <a:lnTo>
                  <a:pt x="5818" y="267"/>
                </a:lnTo>
                <a:lnTo>
                  <a:pt x="5825" y="225"/>
                </a:lnTo>
                <a:lnTo>
                  <a:pt x="5834" y="191"/>
                </a:lnTo>
                <a:lnTo>
                  <a:pt x="5842" y="140"/>
                </a:lnTo>
                <a:lnTo>
                  <a:pt x="5845" y="140"/>
                </a:lnTo>
                <a:lnTo>
                  <a:pt x="5847" y="138"/>
                </a:lnTo>
                <a:lnTo>
                  <a:pt x="5849" y="136"/>
                </a:lnTo>
                <a:lnTo>
                  <a:pt x="5849" y="136"/>
                </a:lnTo>
                <a:lnTo>
                  <a:pt x="5849" y="136"/>
                </a:lnTo>
                <a:lnTo>
                  <a:pt x="5851" y="136"/>
                </a:lnTo>
                <a:lnTo>
                  <a:pt x="5854" y="136"/>
                </a:lnTo>
                <a:lnTo>
                  <a:pt x="5853" y="161"/>
                </a:lnTo>
                <a:lnTo>
                  <a:pt x="5853" y="192"/>
                </a:lnTo>
                <a:lnTo>
                  <a:pt x="5851" y="223"/>
                </a:lnTo>
                <a:lnTo>
                  <a:pt x="5849" y="245"/>
                </a:lnTo>
                <a:lnTo>
                  <a:pt x="5849" y="272"/>
                </a:lnTo>
                <a:lnTo>
                  <a:pt x="5853" y="303"/>
                </a:lnTo>
                <a:lnTo>
                  <a:pt x="5858" y="334"/>
                </a:lnTo>
                <a:lnTo>
                  <a:pt x="5863" y="363"/>
                </a:lnTo>
                <a:lnTo>
                  <a:pt x="5871" y="387"/>
                </a:lnTo>
                <a:lnTo>
                  <a:pt x="5873" y="401"/>
                </a:lnTo>
                <a:lnTo>
                  <a:pt x="5873" y="420"/>
                </a:lnTo>
                <a:lnTo>
                  <a:pt x="5873" y="436"/>
                </a:lnTo>
                <a:lnTo>
                  <a:pt x="5873" y="452"/>
                </a:lnTo>
                <a:lnTo>
                  <a:pt x="5878" y="463"/>
                </a:lnTo>
                <a:lnTo>
                  <a:pt x="5885" y="347"/>
                </a:lnTo>
                <a:lnTo>
                  <a:pt x="5882" y="347"/>
                </a:lnTo>
                <a:lnTo>
                  <a:pt x="5882" y="300"/>
                </a:lnTo>
                <a:lnTo>
                  <a:pt x="5874" y="280"/>
                </a:lnTo>
                <a:lnTo>
                  <a:pt x="5871" y="260"/>
                </a:lnTo>
                <a:lnTo>
                  <a:pt x="5882" y="263"/>
                </a:lnTo>
                <a:lnTo>
                  <a:pt x="5883" y="274"/>
                </a:lnTo>
                <a:lnTo>
                  <a:pt x="5889" y="289"/>
                </a:lnTo>
                <a:lnTo>
                  <a:pt x="5893" y="305"/>
                </a:lnTo>
                <a:lnTo>
                  <a:pt x="5898" y="320"/>
                </a:lnTo>
                <a:lnTo>
                  <a:pt x="5902" y="327"/>
                </a:lnTo>
                <a:lnTo>
                  <a:pt x="5902" y="320"/>
                </a:lnTo>
                <a:lnTo>
                  <a:pt x="5905" y="311"/>
                </a:lnTo>
                <a:lnTo>
                  <a:pt x="5907" y="296"/>
                </a:lnTo>
                <a:lnTo>
                  <a:pt x="5907" y="276"/>
                </a:lnTo>
                <a:lnTo>
                  <a:pt x="5907" y="260"/>
                </a:lnTo>
                <a:lnTo>
                  <a:pt x="5905" y="247"/>
                </a:lnTo>
                <a:lnTo>
                  <a:pt x="5902" y="247"/>
                </a:lnTo>
                <a:lnTo>
                  <a:pt x="5902" y="183"/>
                </a:lnTo>
                <a:lnTo>
                  <a:pt x="5898" y="183"/>
                </a:lnTo>
                <a:lnTo>
                  <a:pt x="5898" y="160"/>
                </a:lnTo>
                <a:lnTo>
                  <a:pt x="5894" y="160"/>
                </a:lnTo>
                <a:lnTo>
                  <a:pt x="5894" y="136"/>
                </a:lnTo>
                <a:lnTo>
                  <a:pt x="5891" y="136"/>
                </a:lnTo>
                <a:lnTo>
                  <a:pt x="5891" y="114"/>
                </a:lnTo>
                <a:lnTo>
                  <a:pt x="5885" y="114"/>
                </a:lnTo>
                <a:lnTo>
                  <a:pt x="5885" y="87"/>
                </a:lnTo>
                <a:lnTo>
                  <a:pt x="5882" y="87"/>
                </a:lnTo>
                <a:lnTo>
                  <a:pt x="5878" y="63"/>
                </a:lnTo>
                <a:lnTo>
                  <a:pt x="5891" y="67"/>
                </a:lnTo>
                <a:lnTo>
                  <a:pt x="5918" y="214"/>
                </a:lnTo>
                <a:lnTo>
                  <a:pt x="5920" y="227"/>
                </a:lnTo>
                <a:lnTo>
                  <a:pt x="5918" y="238"/>
                </a:lnTo>
                <a:lnTo>
                  <a:pt x="5918" y="247"/>
                </a:lnTo>
                <a:lnTo>
                  <a:pt x="5922" y="254"/>
                </a:lnTo>
                <a:lnTo>
                  <a:pt x="5934" y="163"/>
                </a:lnTo>
                <a:lnTo>
                  <a:pt x="5943" y="131"/>
                </a:lnTo>
                <a:lnTo>
                  <a:pt x="5951" y="94"/>
                </a:lnTo>
                <a:lnTo>
                  <a:pt x="5962" y="100"/>
                </a:lnTo>
                <a:lnTo>
                  <a:pt x="5960" y="109"/>
                </a:lnTo>
                <a:lnTo>
                  <a:pt x="5954" y="123"/>
                </a:lnTo>
                <a:lnTo>
                  <a:pt x="5951" y="141"/>
                </a:lnTo>
                <a:lnTo>
                  <a:pt x="5947" y="160"/>
                </a:lnTo>
                <a:lnTo>
                  <a:pt x="5945" y="178"/>
                </a:lnTo>
                <a:lnTo>
                  <a:pt x="5943" y="191"/>
                </a:lnTo>
                <a:lnTo>
                  <a:pt x="5945" y="200"/>
                </a:lnTo>
                <a:lnTo>
                  <a:pt x="5947" y="191"/>
                </a:lnTo>
                <a:lnTo>
                  <a:pt x="5947" y="185"/>
                </a:lnTo>
                <a:lnTo>
                  <a:pt x="5949" y="180"/>
                </a:lnTo>
                <a:lnTo>
                  <a:pt x="5953" y="176"/>
                </a:lnTo>
                <a:lnTo>
                  <a:pt x="5956" y="172"/>
                </a:lnTo>
                <a:lnTo>
                  <a:pt x="5962" y="171"/>
                </a:lnTo>
                <a:lnTo>
                  <a:pt x="5962" y="211"/>
                </a:lnTo>
                <a:lnTo>
                  <a:pt x="5965" y="211"/>
                </a:lnTo>
                <a:lnTo>
                  <a:pt x="5965" y="203"/>
                </a:lnTo>
                <a:lnTo>
                  <a:pt x="5978" y="192"/>
                </a:lnTo>
                <a:lnTo>
                  <a:pt x="5987" y="178"/>
                </a:lnTo>
                <a:lnTo>
                  <a:pt x="5998" y="167"/>
                </a:lnTo>
                <a:lnTo>
                  <a:pt x="5998" y="183"/>
                </a:lnTo>
                <a:lnTo>
                  <a:pt x="5987" y="194"/>
                </a:lnTo>
                <a:lnTo>
                  <a:pt x="5980" y="209"/>
                </a:lnTo>
                <a:lnTo>
                  <a:pt x="5971" y="223"/>
                </a:lnTo>
                <a:lnTo>
                  <a:pt x="5962" y="236"/>
                </a:lnTo>
                <a:lnTo>
                  <a:pt x="5982" y="307"/>
                </a:lnTo>
                <a:lnTo>
                  <a:pt x="5985" y="307"/>
                </a:lnTo>
                <a:lnTo>
                  <a:pt x="5987" y="292"/>
                </a:lnTo>
                <a:lnTo>
                  <a:pt x="5991" y="283"/>
                </a:lnTo>
                <a:lnTo>
                  <a:pt x="5994" y="274"/>
                </a:lnTo>
                <a:lnTo>
                  <a:pt x="5994" y="254"/>
                </a:lnTo>
                <a:lnTo>
                  <a:pt x="5998" y="254"/>
                </a:lnTo>
                <a:lnTo>
                  <a:pt x="5998" y="654"/>
                </a:lnTo>
                <a:lnTo>
                  <a:pt x="0" y="654"/>
                </a:lnTo>
                <a:lnTo>
                  <a:pt x="0" y="247"/>
                </a:lnTo>
                <a:lnTo>
                  <a:pt x="2" y="247"/>
                </a:lnTo>
                <a:lnTo>
                  <a:pt x="2" y="254"/>
                </a:lnTo>
                <a:lnTo>
                  <a:pt x="5" y="254"/>
                </a:lnTo>
                <a:lnTo>
                  <a:pt x="5" y="271"/>
                </a:lnTo>
                <a:lnTo>
                  <a:pt x="11" y="271"/>
                </a:lnTo>
                <a:lnTo>
                  <a:pt x="14" y="307"/>
                </a:lnTo>
                <a:lnTo>
                  <a:pt x="25" y="307"/>
                </a:lnTo>
                <a:lnTo>
                  <a:pt x="25" y="323"/>
                </a:lnTo>
                <a:lnTo>
                  <a:pt x="31" y="323"/>
                </a:lnTo>
                <a:lnTo>
                  <a:pt x="31" y="403"/>
                </a:lnTo>
                <a:lnTo>
                  <a:pt x="34" y="403"/>
                </a:lnTo>
                <a:lnTo>
                  <a:pt x="34" y="434"/>
                </a:lnTo>
                <a:lnTo>
                  <a:pt x="38" y="434"/>
                </a:lnTo>
                <a:lnTo>
                  <a:pt x="42" y="300"/>
                </a:lnTo>
                <a:lnTo>
                  <a:pt x="38" y="283"/>
                </a:lnTo>
                <a:lnTo>
                  <a:pt x="33" y="269"/>
                </a:lnTo>
                <a:lnTo>
                  <a:pt x="31" y="251"/>
                </a:lnTo>
                <a:lnTo>
                  <a:pt x="34" y="251"/>
                </a:lnTo>
                <a:lnTo>
                  <a:pt x="34" y="254"/>
                </a:lnTo>
                <a:lnTo>
                  <a:pt x="38" y="254"/>
                </a:lnTo>
                <a:lnTo>
                  <a:pt x="42" y="267"/>
                </a:lnTo>
                <a:lnTo>
                  <a:pt x="45" y="278"/>
                </a:lnTo>
                <a:lnTo>
                  <a:pt x="51" y="287"/>
                </a:lnTo>
                <a:lnTo>
                  <a:pt x="54" y="207"/>
                </a:lnTo>
                <a:lnTo>
                  <a:pt x="45" y="203"/>
                </a:lnTo>
                <a:lnTo>
                  <a:pt x="42" y="187"/>
                </a:lnTo>
                <a:lnTo>
                  <a:pt x="51" y="187"/>
                </a:lnTo>
                <a:lnTo>
                  <a:pt x="45" y="174"/>
                </a:lnTo>
                <a:lnTo>
                  <a:pt x="42" y="161"/>
                </a:lnTo>
                <a:lnTo>
                  <a:pt x="38" y="147"/>
                </a:lnTo>
                <a:lnTo>
                  <a:pt x="43" y="149"/>
                </a:lnTo>
                <a:lnTo>
                  <a:pt x="47" y="151"/>
                </a:lnTo>
                <a:lnTo>
                  <a:pt x="47" y="151"/>
                </a:lnTo>
                <a:lnTo>
                  <a:pt x="49" y="152"/>
                </a:lnTo>
                <a:lnTo>
                  <a:pt x="47" y="154"/>
                </a:lnTo>
                <a:lnTo>
                  <a:pt x="47" y="156"/>
                </a:lnTo>
                <a:lnTo>
                  <a:pt x="47" y="158"/>
                </a:lnTo>
                <a:lnTo>
                  <a:pt x="49" y="160"/>
                </a:lnTo>
                <a:lnTo>
                  <a:pt x="51" y="163"/>
                </a:lnTo>
                <a:lnTo>
                  <a:pt x="54" y="163"/>
                </a:lnTo>
                <a:lnTo>
                  <a:pt x="51" y="123"/>
                </a:lnTo>
                <a:lnTo>
                  <a:pt x="62" y="123"/>
                </a:lnTo>
                <a:lnTo>
                  <a:pt x="65" y="147"/>
                </a:lnTo>
                <a:lnTo>
                  <a:pt x="71" y="167"/>
                </a:lnTo>
                <a:lnTo>
                  <a:pt x="71" y="203"/>
                </a:lnTo>
                <a:lnTo>
                  <a:pt x="74" y="203"/>
                </a:lnTo>
                <a:lnTo>
                  <a:pt x="74" y="231"/>
                </a:lnTo>
                <a:lnTo>
                  <a:pt x="78" y="231"/>
                </a:lnTo>
                <a:lnTo>
                  <a:pt x="78" y="240"/>
                </a:lnTo>
                <a:lnTo>
                  <a:pt x="82" y="240"/>
                </a:lnTo>
                <a:lnTo>
                  <a:pt x="85" y="263"/>
                </a:lnTo>
                <a:lnTo>
                  <a:pt x="91" y="263"/>
                </a:lnTo>
                <a:lnTo>
                  <a:pt x="91" y="231"/>
                </a:lnTo>
                <a:lnTo>
                  <a:pt x="93" y="201"/>
                </a:lnTo>
                <a:lnTo>
                  <a:pt x="98" y="176"/>
                </a:lnTo>
                <a:lnTo>
                  <a:pt x="102" y="176"/>
                </a:lnTo>
                <a:lnTo>
                  <a:pt x="102" y="180"/>
                </a:lnTo>
                <a:lnTo>
                  <a:pt x="103" y="189"/>
                </a:lnTo>
                <a:lnTo>
                  <a:pt x="103" y="203"/>
                </a:lnTo>
                <a:lnTo>
                  <a:pt x="100" y="220"/>
                </a:lnTo>
                <a:lnTo>
                  <a:pt x="96" y="236"/>
                </a:lnTo>
                <a:lnTo>
                  <a:pt x="98" y="251"/>
                </a:lnTo>
                <a:lnTo>
                  <a:pt x="102" y="251"/>
                </a:lnTo>
                <a:lnTo>
                  <a:pt x="102" y="283"/>
                </a:lnTo>
                <a:lnTo>
                  <a:pt x="105" y="283"/>
                </a:lnTo>
                <a:lnTo>
                  <a:pt x="105" y="323"/>
                </a:lnTo>
                <a:lnTo>
                  <a:pt x="111" y="323"/>
                </a:lnTo>
                <a:lnTo>
                  <a:pt x="111" y="343"/>
                </a:lnTo>
                <a:lnTo>
                  <a:pt x="114" y="343"/>
                </a:lnTo>
                <a:lnTo>
                  <a:pt x="114" y="356"/>
                </a:lnTo>
                <a:lnTo>
                  <a:pt x="118" y="356"/>
                </a:lnTo>
                <a:lnTo>
                  <a:pt x="120" y="367"/>
                </a:lnTo>
                <a:lnTo>
                  <a:pt x="120" y="380"/>
                </a:lnTo>
                <a:lnTo>
                  <a:pt x="122" y="391"/>
                </a:lnTo>
                <a:lnTo>
                  <a:pt x="125" y="400"/>
                </a:lnTo>
                <a:lnTo>
                  <a:pt x="122" y="303"/>
                </a:lnTo>
                <a:lnTo>
                  <a:pt x="116" y="287"/>
                </a:lnTo>
                <a:lnTo>
                  <a:pt x="111" y="272"/>
                </a:lnTo>
                <a:lnTo>
                  <a:pt x="105" y="254"/>
                </a:lnTo>
                <a:lnTo>
                  <a:pt x="118" y="260"/>
                </a:lnTo>
                <a:lnTo>
                  <a:pt x="138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0" y="334"/>
                </a:lnTo>
                <a:lnTo>
                  <a:pt x="142" y="332"/>
                </a:lnTo>
                <a:lnTo>
                  <a:pt x="142" y="331"/>
                </a:lnTo>
                <a:lnTo>
                  <a:pt x="145" y="331"/>
                </a:lnTo>
                <a:lnTo>
                  <a:pt x="142" y="314"/>
                </a:lnTo>
                <a:lnTo>
                  <a:pt x="143" y="294"/>
                </a:lnTo>
                <a:lnTo>
                  <a:pt x="143" y="269"/>
                </a:lnTo>
                <a:lnTo>
                  <a:pt x="143" y="245"/>
                </a:lnTo>
                <a:lnTo>
                  <a:pt x="145" y="223"/>
                </a:lnTo>
                <a:lnTo>
                  <a:pt x="151" y="223"/>
                </a:lnTo>
                <a:lnTo>
                  <a:pt x="145" y="214"/>
                </a:lnTo>
                <a:lnTo>
                  <a:pt x="151" y="214"/>
                </a:lnTo>
                <a:lnTo>
                  <a:pt x="151" y="180"/>
                </a:lnTo>
                <a:lnTo>
                  <a:pt x="154" y="180"/>
                </a:lnTo>
                <a:lnTo>
                  <a:pt x="154" y="154"/>
                </a:lnTo>
                <a:lnTo>
                  <a:pt x="162" y="132"/>
                </a:lnTo>
                <a:lnTo>
                  <a:pt x="165" y="107"/>
                </a:lnTo>
                <a:lnTo>
                  <a:pt x="174" y="107"/>
                </a:lnTo>
                <a:lnTo>
                  <a:pt x="165" y="167"/>
                </a:lnTo>
                <a:lnTo>
                  <a:pt x="162" y="167"/>
                </a:lnTo>
                <a:lnTo>
                  <a:pt x="162" y="203"/>
                </a:lnTo>
                <a:lnTo>
                  <a:pt x="158" y="203"/>
                </a:lnTo>
                <a:lnTo>
                  <a:pt x="162" y="211"/>
                </a:lnTo>
                <a:lnTo>
                  <a:pt x="162" y="214"/>
                </a:lnTo>
                <a:lnTo>
                  <a:pt x="160" y="218"/>
                </a:lnTo>
                <a:lnTo>
                  <a:pt x="158" y="218"/>
                </a:lnTo>
                <a:lnTo>
                  <a:pt x="158" y="220"/>
                </a:lnTo>
                <a:lnTo>
                  <a:pt x="162" y="260"/>
                </a:lnTo>
                <a:lnTo>
                  <a:pt x="162" y="323"/>
                </a:lnTo>
                <a:lnTo>
                  <a:pt x="165" y="323"/>
                </a:lnTo>
                <a:lnTo>
                  <a:pt x="167" y="336"/>
                </a:lnTo>
                <a:lnTo>
                  <a:pt x="167" y="349"/>
                </a:lnTo>
                <a:lnTo>
                  <a:pt x="171" y="360"/>
                </a:lnTo>
                <a:lnTo>
                  <a:pt x="174" y="327"/>
                </a:lnTo>
                <a:lnTo>
                  <a:pt x="178" y="327"/>
                </a:lnTo>
                <a:lnTo>
                  <a:pt x="178" y="320"/>
                </a:lnTo>
                <a:lnTo>
                  <a:pt x="182" y="320"/>
                </a:lnTo>
                <a:lnTo>
                  <a:pt x="185" y="300"/>
                </a:lnTo>
                <a:lnTo>
                  <a:pt x="202" y="287"/>
                </a:lnTo>
                <a:lnTo>
                  <a:pt x="203" y="256"/>
                </a:lnTo>
                <a:lnTo>
                  <a:pt x="205" y="221"/>
                </a:lnTo>
                <a:lnTo>
                  <a:pt x="211" y="185"/>
                </a:lnTo>
                <a:lnTo>
                  <a:pt x="218" y="154"/>
                </a:lnTo>
                <a:lnTo>
                  <a:pt x="220" y="143"/>
                </a:lnTo>
                <a:lnTo>
                  <a:pt x="220" y="132"/>
                </a:lnTo>
                <a:lnTo>
                  <a:pt x="223" y="123"/>
                </a:lnTo>
                <a:lnTo>
                  <a:pt x="231" y="114"/>
                </a:lnTo>
                <a:lnTo>
                  <a:pt x="231" y="114"/>
                </a:lnTo>
                <a:lnTo>
                  <a:pt x="231" y="112"/>
                </a:lnTo>
                <a:lnTo>
                  <a:pt x="231" y="112"/>
                </a:lnTo>
                <a:lnTo>
                  <a:pt x="233" y="112"/>
                </a:lnTo>
                <a:lnTo>
                  <a:pt x="233" y="112"/>
                </a:lnTo>
                <a:lnTo>
                  <a:pt x="234" y="111"/>
                </a:lnTo>
                <a:lnTo>
                  <a:pt x="234" y="131"/>
                </a:lnTo>
                <a:lnTo>
                  <a:pt x="231" y="131"/>
                </a:lnTo>
                <a:lnTo>
                  <a:pt x="222" y="191"/>
                </a:lnTo>
                <a:lnTo>
                  <a:pt x="218" y="211"/>
                </a:lnTo>
                <a:lnTo>
                  <a:pt x="216" y="238"/>
                </a:lnTo>
                <a:lnTo>
                  <a:pt x="216" y="271"/>
                </a:lnTo>
                <a:lnTo>
                  <a:pt x="216" y="305"/>
                </a:lnTo>
                <a:lnTo>
                  <a:pt x="216" y="338"/>
                </a:lnTo>
                <a:lnTo>
                  <a:pt x="218" y="365"/>
                </a:lnTo>
                <a:lnTo>
                  <a:pt x="222" y="383"/>
                </a:lnTo>
                <a:lnTo>
                  <a:pt x="223" y="394"/>
                </a:lnTo>
                <a:lnTo>
                  <a:pt x="222" y="407"/>
                </a:lnTo>
                <a:lnTo>
                  <a:pt x="222" y="418"/>
                </a:lnTo>
                <a:lnTo>
                  <a:pt x="225" y="427"/>
                </a:lnTo>
                <a:lnTo>
                  <a:pt x="225" y="283"/>
                </a:lnTo>
                <a:lnTo>
                  <a:pt x="222" y="283"/>
                </a:lnTo>
                <a:lnTo>
                  <a:pt x="222" y="251"/>
                </a:lnTo>
                <a:lnTo>
                  <a:pt x="234" y="254"/>
                </a:lnTo>
                <a:lnTo>
                  <a:pt x="238" y="283"/>
                </a:lnTo>
                <a:lnTo>
                  <a:pt x="242" y="283"/>
                </a:lnTo>
                <a:lnTo>
                  <a:pt x="251" y="207"/>
                </a:lnTo>
                <a:lnTo>
                  <a:pt x="254" y="207"/>
                </a:lnTo>
                <a:lnTo>
                  <a:pt x="254" y="196"/>
                </a:lnTo>
                <a:lnTo>
                  <a:pt x="258" y="196"/>
                </a:lnTo>
                <a:lnTo>
                  <a:pt x="258" y="180"/>
                </a:lnTo>
                <a:lnTo>
                  <a:pt x="262" y="180"/>
                </a:lnTo>
                <a:lnTo>
                  <a:pt x="262" y="169"/>
                </a:lnTo>
                <a:lnTo>
                  <a:pt x="258" y="156"/>
                </a:lnTo>
                <a:lnTo>
                  <a:pt x="253" y="143"/>
                </a:lnTo>
                <a:lnTo>
                  <a:pt x="251" y="131"/>
                </a:lnTo>
                <a:lnTo>
                  <a:pt x="254" y="132"/>
                </a:lnTo>
                <a:lnTo>
                  <a:pt x="258" y="132"/>
                </a:lnTo>
                <a:lnTo>
                  <a:pt x="260" y="134"/>
                </a:lnTo>
                <a:lnTo>
                  <a:pt x="260" y="136"/>
                </a:lnTo>
                <a:lnTo>
                  <a:pt x="262" y="138"/>
                </a:lnTo>
                <a:lnTo>
                  <a:pt x="262" y="143"/>
                </a:lnTo>
                <a:lnTo>
                  <a:pt x="269" y="154"/>
                </a:lnTo>
                <a:lnTo>
                  <a:pt x="273" y="171"/>
                </a:lnTo>
                <a:lnTo>
                  <a:pt x="274" y="185"/>
                </a:lnTo>
                <a:lnTo>
                  <a:pt x="276" y="200"/>
                </a:lnTo>
                <a:lnTo>
                  <a:pt x="282" y="211"/>
                </a:lnTo>
                <a:lnTo>
                  <a:pt x="282" y="203"/>
                </a:lnTo>
                <a:lnTo>
                  <a:pt x="285" y="192"/>
                </a:lnTo>
                <a:lnTo>
                  <a:pt x="285" y="180"/>
                </a:lnTo>
                <a:lnTo>
                  <a:pt x="282" y="167"/>
                </a:lnTo>
                <a:lnTo>
                  <a:pt x="294" y="167"/>
                </a:lnTo>
                <a:lnTo>
                  <a:pt x="294" y="151"/>
                </a:lnTo>
                <a:lnTo>
                  <a:pt x="305" y="151"/>
                </a:lnTo>
                <a:lnTo>
                  <a:pt x="302" y="200"/>
                </a:lnTo>
                <a:lnTo>
                  <a:pt x="311" y="203"/>
                </a:lnTo>
                <a:lnTo>
                  <a:pt x="311" y="220"/>
                </a:lnTo>
                <a:lnTo>
                  <a:pt x="314" y="220"/>
                </a:lnTo>
                <a:lnTo>
                  <a:pt x="318" y="236"/>
                </a:lnTo>
                <a:lnTo>
                  <a:pt x="322" y="236"/>
                </a:lnTo>
                <a:lnTo>
                  <a:pt x="331" y="271"/>
                </a:lnTo>
                <a:lnTo>
                  <a:pt x="338" y="271"/>
                </a:lnTo>
                <a:lnTo>
                  <a:pt x="342" y="307"/>
                </a:lnTo>
                <a:lnTo>
                  <a:pt x="345" y="307"/>
                </a:lnTo>
                <a:lnTo>
                  <a:pt x="345" y="303"/>
                </a:lnTo>
                <a:lnTo>
                  <a:pt x="354" y="289"/>
                </a:lnTo>
                <a:lnTo>
                  <a:pt x="356" y="269"/>
                </a:lnTo>
                <a:lnTo>
                  <a:pt x="356" y="245"/>
                </a:lnTo>
                <a:lnTo>
                  <a:pt x="354" y="221"/>
                </a:lnTo>
                <a:lnTo>
                  <a:pt x="353" y="198"/>
                </a:lnTo>
                <a:lnTo>
                  <a:pt x="351" y="180"/>
                </a:lnTo>
                <a:lnTo>
                  <a:pt x="354" y="180"/>
                </a:lnTo>
                <a:lnTo>
                  <a:pt x="354" y="183"/>
                </a:lnTo>
                <a:lnTo>
                  <a:pt x="356" y="185"/>
                </a:lnTo>
                <a:lnTo>
                  <a:pt x="356" y="185"/>
                </a:lnTo>
                <a:lnTo>
                  <a:pt x="356" y="183"/>
                </a:lnTo>
                <a:lnTo>
                  <a:pt x="358" y="181"/>
                </a:lnTo>
                <a:lnTo>
                  <a:pt x="358" y="178"/>
                </a:lnTo>
                <a:lnTo>
                  <a:pt x="358" y="176"/>
                </a:lnTo>
                <a:lnTo>
                  <a:pt x="358" y="176"/>
                </a:lnTo>
                <a:lnTo>
                  <a:pt x="354" y="176"/>
                </a:lnTo>
                <a:lnTo>
                  <a:pt x="345" y="123"/>
                </a:lnTo>
                <a:lnTo>
                  <a:pt x="342" y="123"/>
                </a:lnTo>
                <a:lnTo>
                  <a:pt x="342" y="100"/>
                </a:lnTo>
                <a:lnTo>
                  <a:pt x="338" y="100"/>
                </a:lnTo>
                <a:lnTo>
                  <a:pt x="334" y="80"/>
                </a:lnTo>
                <a:lnTo>
                  <a:pt x="345" y="80"/>
                </a:lnTo>
                <a:lnTo>
                  <a:pt x="351" y="112"/>
                </a:lnTo>
                <a:lnTo>
                  <a:pt x="360" y="145"/>
                </a:lnTo>
                <a:lnTo>
                  <a:pt x="371" y="176"/>
                </a:lnTo>
                <a:lnTo>
                  <a:pt x="378" y="240"/>
                </a:lnTo>
                <a:lnTo>
                  <a:pt x="382" y="240"/>
                </a:lnTo>
                <a:lnTo>
                  <a:pt x="382" y="236"/>
                </a:lnTo>
                <a:lnTo>
                  <a:pt x="389" y="227"/>
                </a:lnTo>
                <a:lnTo>
                  <a:pt x="391" y="218"/>
                </a:lnTo>
                <a:lnTo>
                  <a:pt x="391" y="207"/>
                </a:lnTo>
                <a:lnTo>
                  <a:pt x="394" y="196"/>
                </a:lnTo>
                <a:lnTo>
                  <a:pt x="405" y="156"/>
                </a:lnTo>
                <a:lnTo>
                  <a:pt x="414" y="114"/>
                </a:lnTo>
                <a:lnTo>
                  <a:pt x="422" y="114"/>
                </a:lnTo>
                <a:lnTo>
                  <a:pt x="420" y="143"/>
                </a:lnTo>
                <a:lnTo>
                  <a:pt x="413" y="169"/>
                </a:lnTo>
                <a:lnTo>
                  <a:pt x="407" y="194"/>
                </a:lnTo>
                <a:lnTo>
                  <a:pt x="402" y="220"/>
                </a:lnTo>
                <a:lnTo>
                  <a:pt x="405" y="220"/>
                </a:lnTo>
                <a:lnTo>
                  <a:pt x="405" y="211"/>
                </a:lnTo>
                <a:lnTo>
                  <a:pt x="413" y="198"/>
                </a:lnTo>
                <a:lnTo>
                  <a:pt x="420" y="178"/>
                </a:lnTo>
                <a:lnTo>
                  <a:pt x="423" y="154"/>
                </a:lnTo>
                <a:lnTo>
                  <a:pt x="429" y="132"/>
                </a:lnTo>
                <a:lnTo>
                  <a:pt x="434" y="114"/>
                </a:lnTo>
                <a:lnTo>
                  <a:pt x="438" y="114"/>
                </a:lnTo>
                <a:lnTo>
                  <a:pt x="438" y="140"/>
                </a:lnTo>
                <a:lnTo>
                  <a:pt x="434" y="140"/>
                </a:lnTo>
                <a:lnTo>
                  <a:pt x="434" y="160"/>
                </a:lnTo>
                <a:lnTo>
                  <a:pt x="431" y="160"/>
                </a:lnTo>
                <a:lnTo>
                  <a:pt x="423" y="189"/>
                </a:lnTo>
                <a:lnTo>
                  <a:pt x="423" y="220"/>
                </a:lnTo>
                <a:lnTo>
                  <a:pt x="425" y="252"/>
                </a:lnTo>
                <a:lnTo>
                  <a:pt x="425" y="287"/>
                </a:lnTo>
                <a:lnTo>
                  <a:pt x="434" y="287"/>
                </a:lnTo>
                <a:lnTo>
                  <a:pt x="434" y="311"/>
                </a:lnTo>
                <a:lnTo>
                  <a:pt x="438" y="311"/>
                </a:lnTo>
                <a:lnTo>
                  <a:pt x="438" y="307"/>
                </a:lnTo>
                <a:lnTo>
                  <a:pt x="442" y="307"/>
                </a:lnTo>
                <a:lnTo>
                  <a:pt x="451" y="260"/>
                </a:lnTo>
                <a:lnTo>
                  <a:pt x="454" y="260"/>
                </a:lnTo>
                <a:lnTo>
                  <a:pt x="454" y="243"/>
                </a:lnTo>
                <a:lnTo>
                  <a:pt x="458" y="243"/>
                </a:lnTo>
                <a:lnTo>
                  <a:pt x="458" y="223"/>
                </a:lnTo>
                <a:lnTo>
                  <a:pt x="462" y="223"/>
                </a:lnTo>
                <a:lnTo>
                  <a:pt x="462" y="211"/>
                </a:lnTo>
                <a:lnTo>
                  <a:pt x="465" y="211"/>
                </a:lnTo>
                <a:lnTo>
                  <a:pt x="465" y="196"/>
                </a:lnTo>
                <a:lnTo>
                  <a:pt x="471" y="196"/>
                </a:lnTo>
                <a:lnTo>
                  <a:pt x="471" y="176"/>
                </a:lnTo>
                <a:lnTo>
                  <a:pt x="476" y="156"/>
                </a:lnTo>
                <a:lnTo>
                  <a:pt x="480" y="138"/>
                </a:lnTo>
                <a:lnTo>
                  <a:pt x="482" y="114"/>
                </a:lnTo>
                <a:lnTo>
                  <a:pt x="494" y="114"/>
                </a:lnTo>
                <a:lnTo>
                  <a:pt x="494" y="120"/>
                </a:lnTo>
                <a:lnTo>
                  <a:pt x="491" y="120"/>
                </a:lnTo>
                <a:lnTo>
                  <a:pt x="491" y="143"/>
                </a:lnTo>
                <a:lnTo>
                  <a:pt x="485" y="143"/>
                </a:lnTo>
                <a:lnTo>
                  <a:pt x="474" y="211"/>
                </a:lnTo>
                <a:lnTo>
                  <a:pt x="478" y="211"/>
                </a:lnTo>
                <a:lnTo>
                  <a:pt x="494" y="154"/>
                </a:lnTo>
                <a:lnTo>
                  <a:pt x="502" y="154"/>
                </a:lnTo>
                <a:lnTo>
                  <a:pt x="498" y="176"/>
                </a:lnTo>
                <a:lnTo>
                  <a:pt x="491" y="194"/>
                </a:lnTo>
                <a:lnTo>
                  <a:pt x="485" y="214"/>
                </a:lnTo>
                <a:lnTo>
                  <a:pt x="494" y="214"/>
                </a:lnTo>
                <a:lnTo>
                  <a:pt x="494" y="231"/>
                </a:lnTo>
                <a:lnTo>
                  <a:pt x="498" y="231"/>
                </a:lnTo>
                <a:lnTo>
                  <a:pt x="500" y="216"/>
                </a:lnTo>
                <a:lnTo>
                  <a:pt x="505" y="203"/>
                </a:lnTo>
                <a:lnTo>
                  <a:pt x="511" y="191"/>
                </a:lnTo>
                <a:lnTo>
                  <a:pt x="511" y="171"/>
                </a:lnTo>
                <a:lnTo>
                  <a:pt x="514" y="171"/>
                </a:lnTo>
                <a:lnTo>
                  <a:pt x="516" y="169"/>
                </a:lnTo>
                <a:lnTo>
                  <a:pt x="516" y="169"/>
                </a:lnTo>
                <a:lnTo>
                  <a:pt x="516" y="169"/>
                </a:lnTo>
                <a:lnTo>
                  <a:pt x="518" y="169"/>
                </a:lnTo>
                <a:lnTo>
                  <a:pt x="520" y="169"/>
                </a:lnTo>
                <a:lnTo>
                  <a:pt x="522" y="167"/>
                </a:lnTo>
                <a:lnTo>
                  <a:pt x="522" y="180"/>
                </a:lnTo>
                <a:lnTo>
                  <a:pt x="518" y="196"/>
                </a:lnTo>
                <a:lnTo>
                  <a:pt x="518" y="211"/>
                </a:lnTo>
                <a:lnTo>
                  <a:pt x="518" y="225"/>
                </a:lnTo>
                <a:lnTo>
                  <a:pt x="522" y="236"/>
                </a:lnTo>
                <a:lnTo>
                  <a:pt x="523" y="212"/>
                </a:lnTo>
                <a:lnTo>
                  <a:pt x="529" y="192"/>
                </a:lnTo>
                <a:lnTo>
                  <a:pt x="534" y="172"/>
                </a:lnTo>
                <a:lnTo>
                  <a:pt x="538" y="151"/>
                </a:lnTo>
                <a:lnTo>
                  <a:pt x="551" y="151"/>
                </a:lnTo>
                <a:lnTo>
                  <a:pt x="545" y="189"/>
                </a:lnTo>
                <a:lnTo>
                  <a:pt x="542" y="229"/>
                </a:lnTo>
                <a:lnTo>
                  <a:pt x="538" y="271"/>
                </a:lnTo>
                <a:lnTo>
                  <a:pt x="540" y="311"/>
                </a:lnTo>
                <a:lnTo>
                  <a:pt x="545" y="347"/>
                </a:lnTo>
                <a:lnTo>
                  <a:pt x="547" y="360"/>
                </a:lnTo>
                <a:lnTo>
                  <a:pt x="549" y="374"/>
                </a:lnTo>
                <a:lnTo>
                  <a:pt x="549" y="389"/>
                </a:lnTo>
                <a:lnTo>
                  <a:pt x="549" y="401"/>
                </a:lnTo>
                <a:lnTo>
                  <a:pt x="554" y="411"/>
                </a:lnTo>
                <a:lnTo>
                  <a:pt x="554" y="311"/>
                </a:lnTo>
                <a:lnTo>
                  <a:pt x="558" y="311"/>
                </a:lnTo>
                <a:lnTo>
                  <a:pt x="560" y="294"/>
                </a:lnTo>
                <a:lnTo>
                  <a:pt x="560" y="276"/>
                </a:lnTo>
                <a:lnTo>
                  <a:pt x="558" y="263"/>
                </a:lnTo>
                <a:lnTo>
                  <a:pt x="565" y="263"/>
                </a:lnTo>
                <a:lnTo>
                  <a:pt x="565" y="247"/>
                </a:lnTo>
                <a:lnTo>
                  <a:pt x="578" y="247"/>
                </a:lnTo>
                <a:lnTo>
                  <a:pt x="574" y="271"/>
                </a:lnTo>
                <a:lnTo>
                  <a:pt x="571" y="271"/>
                </a:lnTo>
                <a:lnTo>
                  <a:pt x="571" y="281"/>
                </a:lnTo>
                <a:lnTo>
                  <a:pt x="573" y="296"/>
                </a:lnTo>
                <a:lnTo>
                  <a:pt x="576" y="314"/>
                </a:lnTo>
                <a:lnTo>
                  <a:pt x="580" y="331"/>
                </a:lnTo>
                <a:lnTo>
                  <a:pt x="583" y="345"/>
                </a:lnTo>
                <a:lnTo>
                  <a:pt x="585" y="351"/>
                </a:lnTo>
                <a:lnTo>
                  <a:pt x="589" y="311"/>
                </a:lnTo>
                <a:lnTo>
                  <a:pt x="593" y="271"/>
                </a:lnTo>
                <a:lnTo>
                  <a:pt x="594" y="227"/>
                </a:lnTo>
                <a:lnTo>
                  <a:pt x="594" y="191"/>
                </a:lnTo>
                <a:lnTo>
                  <a:pt x="591" y="191"/>
                </a:lnTo>
                <a:lnTo>
                  <a:pt x="591" y="163"/>
                </a:lnTo>
                <a:lnTo>
                  <a:pt x="585" y="163"/>
                </a:lnTo>
                <a:lnTo>
                  <a:pt x="585" y="136"/>
                </a:lnTo>
                <a:lnTo>
                  <a:pt x="578" y="103"/>
                </a:lnTo>
                <a:lnTo>
                  <a:pt x="571" y="71"/>
                </a:lnTo>
                <a:lnTo>
                  <a:pt x="582" y="76"/>
                </a:lnTo>
                <a:lnTo>
                  <a:pt x="605" y="207"/>
                </a:lnTo>
                <a:lnTo>
                  <a:pt x="607" y="221"/>
                </a:lnTo>
                <a:lnTo>
                  <a:pt x="605" y="238"/>
                </a:lnTo>
                <a:lnTo>
                  <a:pt x="605" y="252"/>
                </a:lnTo>
                <a:lnTo>
                  <a:pt x="611" y="263"/>
                </a:lnTo>
                <a:lnTo>
                  <a:pt x="638" y="103"/>
                </a:lnTo>
                <a:lnTo>
                  <a:pt x="645" y="103"/>
                </a:lnTo>
                <a:lnTo>
                  <a:pt x="631" y="211"/>
                </a:lnTo>
                <a:lnTo>
                  <a:pt x="634" y="211"/>
                </a:lnTo>
                <a:lnTo>
                  <a:pt x="638" y="183"/>
                </a:lnTo>
                <a:lnTo>
                  <a:pt x="651" y="183"/>
                </a:lnTo>
                <a:lnTo>
                  <a:pt x="651" y="214"/>
                </a:lnTo>
                <a:lnTo>
                  <a:pt x="653" y="245"/>
                </a:lnTo>
                <a:lnTo>
                  <a:pt x="658" y="271"/>
                </a:lnTo>
                <a:lnTo>
                  <a:pt x="654" y="283"/>
                </a:lnTo>
                <a:lnTo>
                  <a:pt x="662" y="283"/>
                </a:lnTo>
                <a:lnTo>
                  <a:pt x="665" y="311"/>
                </a:lnTo>
                <a:lnTo>
                  <a:pt x="671" y="311"/>
                </a:lnTo>
                <a:lnTo>
                  <a:pt x="671" y="307"/>
                </a:lnTo>
                <a:lnTo>
                  <a:pt x="705" y="200"/>
                </a:lnTo>
                <a:lnTo>
                  <a:pt x="705" y="183"/>
                </a:lnTo>
                <a:lnTo>
                  <a:pt x="711" y="183"/>
                </a:lnTo>
                <a:lnTo>
                  <a:pt x="714" y="154"/>
                </a:lnTo>
                <a:lnTo>
                  <a:pt x="718" y="154"/>
                </a:lnTo>
                <a:lnTo>
                  <a:pt x="720" y="154"/>
                </a:lnTo>
                <a:lnTo>
                  <a:pt x="720" y="152"/>
                </a:lnTo>
                <a:lnTo>
                  <a:pt x="720" y="152"/>
                </a:lnTo>
                <a:lnTo>
                  <a:pt x="722" y="152"/>
                </a:lnTo>
                <a:lnTo>
                  <a:pt x="723" y="152"/>
                </a:lnTo>
                <a:lnTo>
                  <a:pt x="725" y="151"/>
                </a:lnTo>
                <a:lnTo>
                  <a:pt x="714" y="207"/>
                </a:lnTo>
                <a:lnTo>
                  <a:pt x="722" y="207"/>
                </a:lnTo>
                <a:lnTo>
                  <a:pt x="723" y="223"/>
                </a:lnTo>
                <a:lnTo>
                  <a:pt x="729" y="236"/>
                </a:lnTo>
                <a:lnTo>
                  <a:pt x="734" y="247"/>
                </a:lnTo>
                <a:lnTo>
                  <a:pt x="734" y="267"/>
                </a:lnTo>
                <a:lnTo>
                  <a:pt x="738" y="267"/>
                </a:lnTo>
                <a:lnTo>
                  <a:pt x="738" y="280"/>
                </a:lnTo>
                <a:lnTo>
                  <a:pt x="742" y="280"/>
                </a:lnTo>
                <a:lnTo>
                  <a:pt x="745" y="323"/>
                </a:lnTo>
                <a:lnTo>
                  <a:pt x="751" y="323"/>
                </a:lnTo>
                <a:lnTo>
                  <a:pt x="753" y="338"/>
                </a:lnTo>
                <a:lnTo>
                  <a:pt x="753" y="352"/>
                </a:lnTo>
                <a:lnTo>
                  <a:pt x="753" y="365"/>
                </a:lnTo>
                <a:lnTo>
                  <a:pt x="758" y="374"/>
                </a:lnTo>
                <a:lnTo>
                  <a:pt x="758" y="367"/>
                </a:lnTo>
                <a:lnTo>
                  <a:pt x="765" y="358"/>
                </a:lnTo>
                <a:lnTo>
                  <a:pt x="767" y="343"/>
                </a:lnTo>
                <a:lnTo>
                  <a:pt x="765" y="327"/>
                </a:lnTo>
                <a:lnTo>
                  <a:pt x="762" y="327"/>
                </a:lnTo>
                <a:lnTo>
                  <a:pt x="762" y="300"/>
                </a:lnTo>
                <a:lnTo>
                  <a:pt x="758" y="300"/>
                </a:lnTo>
                <a:lnTo>
                  <a:pt x="758" y="280"/>
                </a:lnTo>
                <a:lnTo>
                  <a:pt x="754" y="280"/>
                </a:lnTo>
                <a:lnTo>
                  <a:pt x="754" y="271"/>
                </a:lnTo>
                <a:lnTo>
                  <a:pt x="751" y="271"/>
                </a:lnTo>
                <a:lnTo>
                  <a:pt x="749" y="269"/>
                </a:lnTo>
                <a:lnTo>
                  <a:pt x="749" y="269"/>
                </a:lnTo>
                <a:lnTo>
                  <a:pt x="751" y="269"/>
                </a:lnTo>
                <a:lnTo>
                  <a:pt x="751" y="269"/>
                </a:lnTo>
                <a:lnTo>
                  <a:pt x="753" y="269"/>
                </a:lnTo>
                <a:lnTo>
                  <a:pt x="754" y="267"/>
                </a:lnTo>
                <a:lnTo>
                  <a:pt x="756" y="265"/>
                </a:lnTo>
                <a:lnTo>
                  <a:pt x="756" y="265"/>
                </a:lnTo>
                <a:lnTo>
                  <a:pt x="756" y="265"/>
                </a:lnTo>
                <a:lnTo>
                  <a:pt x="758" y="265"/>
                </a:lnTo>
                <a:lnTo>
                  <a:pt x="760" y="263"/>
                </a:lnTo>
                <a:lnTo>
                  <a:pt x="762" y="263"/>
                </a:lnTo>
                <a:lnTo>
                  <a:pt x="762" y="274"/>
                </a:lnTo>
                <a:lnTo>
                  <a:pt x="765" y="274"/>
                </a:lnTo>
                <a:lnTo>
                  <a:pt x="765" y="260"/>
                </a:lnTo>
                <a:lnTo>
                  <a:pt x="778" y="260"/>
                </a:lnTo>
                <a:lnTo>
                  <a:pt x="780" y="280"/>
                </a:lnTo>
                <a:lnTo>
                  <a:pt x="785" y="298"/>
                </a:lnTo>
                <a:lnTo>
                  <a:pt x="791" y="314"/>
                </a:lnTo>
                <a:lnTo>
                  <a:pt x="791" y="347"/>
                </a:lnTo>
                <a:lnTo>
                  <a:pt x="796" y="385"/>
                </a:lnTo>
                <a:lnTo>
                  <a:pt x="798" y="431"/>
                </a:lnTo>
                <a:lnTo>
                  <a:pt x="798" y="441"/>
                </a:lnTo>
                <a:lnTo>
                  <a:pt x="800" y="449"/>
                </a:lnTo>
                <a:lnTo>
                  <a:pt x="800" y="454"/>
                </a:lnTo>
                <a:lnTo>
                  <a:pt x="798" y="463"/>
                </a:lnTo>
                <a:lnTo>
                  <a:pt x="811" y="463"/>
                </a:lnTo>
                <a:lnTo>
                  <a:pt x="814" y="314"/>
                </a:lnTo>
                <a:lnTo>
                  <a:pt x="809" y="300"/>
                </a:lnTo>
                <a:lnTo>
                  <a:pt x="803" y="283"/>
                </a:lnTo>
                <a:lnTo>
                  <a:pt x="802" y="263"/>
                </a:lnTo>
                <a:lnTo>
                  <a:pt x="805" y="263"/>
                </a:lnTo>
                <a:lnTo>
                  <a:pt x="807" y="267"/>
                </a:lnTo>
                <a:lnTo>
                  <a:pt x="807" y="267"/>
                </a:lnTo>
                <a:lnTo>
                  <a:pt x="807" y="269"/>
                </a:lnTo>
                <a:lnTo>
                  <a:pt x="807" y="269"/>
                </a:lnTo>
                <a:lnTo>
                  <a:pt x="809" y="269"/>
                </a:lnTo>
                <a:lnTo>
                  <a:pt x="811" y="271"/>
                </a:lnTo>
                <a:lnTo>
                  <a:pt x="811" y="260"/>
                </a:lnTo>
                <a:lnTo>
                  <a:pt x="805" y="247"/>
                </a:lnTo>
                <a:lnTo>
                  <a:pt x="803" y="232"/>
                </a:lnTo>
                <a:lnTo>
                  <a:pt x="802" y="220"/>
                </a:lnTo>
                <a:lnTo>
                  <a:pt x="782" y="163"/>
                </a:lnTo>
                <a:lnTo>
                  <a:pt x="785" y="163"/>
                </a:lnTo>
                <a:lnTo>
                  <a:pt x="785" y="160"/>
                </a:lnTo>
                <a:lnTo>
                  <a:pt x="791" y="160"/>
                </a:lnTo>
                <a:lnTo>
                  <a:pt x="791" y="163"/>
                </a:lnTo>
                <a:lnTo>
                  <a:pt x="796" y="174"/>
                </a:lnTo>
                <a:lnTo>
                  <a:pt x="800" y="185"/>
                </a:lnTo>
                <a:lnTo>
                  <a:pt x="802" y="200"/>
                </a:lnTo>
                <a:lnTo>
                  <a:pt x="805" y="200"/>
                </a:lnTo>
                <a:lnTo>
                  <a:pt x="805" y="220"/>
                </a:lnTo>
                <a:lnTo>
                  <a:pt x="811" y="220"/>
                </a:lnTo>
                <a:lnTo>
                  <a:pt x="811" y="231"/>
                </a:lnTo>
                <a:lnTo>
                  <a:pt x="814" y="231"/>
                </a:lnTo>
                <a:lnTo>
                  <a:pt x="814" y="254"/>
                </a:lnTo>
                <a:lnTo>
                  <a:pt x="818" y="254"/>
                </a:lnTo>
                <a:lnTo>
                  <a:pt x="818" y="271"/>
                </a:lnTo>
                <a:lnTo>
                  <a:pt x="823" y="291"/>
                </a:lnTo>
                <a:lnTo>
                  <a:pt x="831" y="311"/>
                </a:lnTo>
                <a:lnTo>
                  <a:pt x="834" y="311"/>
                </a:lnTo>
                <a:lnTo>
                  <a:pt x="834" y="267"/>
                </a:lnTo>
                <a:lnTo>
                  <a:pt x="831" y="267"/>
                </a:lnTo>
                <a:lnTo>
                  <a:pt x="831" y="243"/>
                </a:lnTo>
                <a:lnTo>
                  <a:pt x="825" y="243"/>
                </a:lnTo>
                <a:lnTo>
                  <a:pt x="822" y="220"/>
                </a:lnTo>
                <a:lnTo>
                  <a:pt x="814" y="214"/>
                </a:lnTo>
                <a:lnTo>
                  <a:pt x="811" y="200"/>
                </a:lnTo>
                <a:lnTo>
                  <a:pt x="818" y="203"/>
                </a:lnTo>
                <a:lnTo>
                  <a:pt x="805" y="163"/>
                </a:lnTo>
                <a:lnTo>
                  <a:pt x="814" y="163"/>
                </a:lnTo>
                <a:lnTo>
                  <a:pt x="865" y="314"/>
                </a:lnTo>
                <a:lnTo>
                  <a:pt x="865" y="311"/>
                </a:lnTo>
                <a:lnTo>
                  <a:pt x="869" y="309"/>
                </a:lnTo>
                <a:lnTo>
                  <a:pt x="869" y="307"/>
                </a:lnTo>
                <a:lnTo>
                  <a:pt x="869" y="305"/>
                </a:lnTo>
                <a:lnTo>
                  <a:pt x="869" y="305"/>
                </a:lnTo>
                <a:lnTo>
                  <a:pt x="869" y="303"/>
                </a:lnTo>
                <a:lnTo>
                  <a:pt x="869" y="301"/>
                </a:lnTo>
                <a:lnTo>
                  <a:pt x="871" y="300"/>
                </a:lnTo>
                <a:lnTo>
                  <a:pt x="874" y="300"/>
                </a:lnTo>
                <a:lnTo>
                  <a:pt x="874" y="303"/>
                </a:lnTo>
                <a:lnTo>
                  <a:pt x="876" y="301"/>
                </a:lnTo>
                <a:lnTo>
                  <a:pt x="876" y="301"/>
                </a:lnTo>
                <a:lnTo>
                  <a:pt x="876" y="300"/>
                </a:lnTo>
                <a:lnTo>
                  <a:pt x="876" y="300"/>
                </a:lnTo>
                <a:lnTo>
                  <a:pt x="878" y="298"/>
                </a:lnTo>
                <a:lnTo>
                  <a:pt x="878" y="296"/>
                </a:lnTo>
                <a:lnTo>
                  <a:pt x="871" y="296"/>
                </a:lnTo>
                <a:lnTo>
                  <a:pt x="865" y="263"/>
                </a:lnTo>
                <a:lnTo>
                  <a:pt x="874" y="263"/>
                </a:lnTo>
                <a:lnTo>
                  <a:pt x="874" y="254"/>
                </a:lnTo>
                <a:lnTo>
                  <a:pt x="882" y="254"/>
                </a:lnTo>
                <a:lnTo>
                  <a:pt x="882" y="271"/>
                </a:lnTo>
                <a:lnTo>
                  <a:pt x="880" y="281"/>
                </a:lnTo>
                <a:lnTo>
                  <a:pt x="882" y="291"/>
                </a:lnTo>
                <a:lnTo>
                  <a:pt x="885" y="291"/>
                </a:lnTo>
                <a:lnTo>
                  <a:pt x="891" y="236"/>
                </a:lnTo>
                <a:lnTo>
                  <a:pt x="898" y="231"/>
                </a:lnTo>
                <a:lnTo>
                  <a:pt x="898" y="220"/>
                </a:lnTo>
                <a:lnTo>
                  <a:pt x="902" y="220"/>
                </a:lnTo>
                <a:lnTo>
                  <a:pt x="902" y="214"/>
                </a:lnTo>
                <a:lnTo>
                  <a:pt x="898" y="214"/>
                </a:lnTo>
                <a:lnTo>
                  <a:pt x="898" y="163"/>
                </a:lnTo>
                <a:lnTo>
                  <a:pt x="894" y="163"/>
                </a:lnTo>
                <a:lnTo>
                  <a:pt x="894" y="160"/>
                </a:lnTo>
                <a:lnTo>
                  <a:pt x="898" y="160"/>
                </a:lnTo>
                <a:lnTo>
                  <a:pt x="898" y="154"/>
                </a:lnTo>
                <a:lnTo>
                  <a:pt x="894" y="154"/>
                </a:lnTo>
                <a:lnTo>
                  <a:pt x="894" y="152"/>
                </a:lnTo>
                <a:lnTo>
                  <a:pt x="896" y="149"/>
                </a:lnTo>
                <a:lnTo>
                  <a:pt x="898" y="147"/>
                </a:lnTo>
                <a:lnTo>
                  <a:pt x="898" y="147"/>
                </a:lnTo>
                <a:lnTo>
                  <a:pt x="894" y="140"/>
                </a:lnTo>
                <a:lnTo>
                  <a:pt x="894" y="136"/>
                </a:lnTo>
                <a:lnTo>
                  <a:pt x="898" y="136"/>
                </a:lnTo>
                <a:lnTo>
                  <a:pt x="898" y="131"/>
                </a:lnTo>
                <a:lnTo>
                  <a:pt x="894" y="131"/>
                </a:lnTo>
                <a:lnTo>
                  <a:pt x="898" y="107"/>
                </a:lnTo>
                <a:lnTo>
                  <a:pt x="905" y="107"/>
                </a:lnTo>
                <a:lnTo>
                  <a:pt x="905" y="167"/>
                </a:lnTo>
                <a:lnTo>
                  <a:pt x="914" y="167"/>
                </a:lnTo>
                <a:lnTo>
                  <a:pt x="922" y="311"/>
                </a:lnTo>
                <a:lnTo>
                  <a:pt x="925" y="311"/>
                </a:lnTo>
                <a:lnTo>
                  <a:pt x="927" y="325"/>
                </a:lnTo>
                <a:lnTo>
                  <a:pt x="927" y="341"/>
                </a:lnTo>
                <a:lnTo>
                  <a:pt x="929" y="356"/>
                </a:lnTo>
                <a:lnTo>
                  <a:pt x="934" y="367"/>
                </a:lnTo>
                <a:lnTo>
                  <a:pt x="931" y="323"/>
                </a:lnTo>
                <a:lnTo>
                  <a:pt x="934" y="323"/>
                </a:lnTo>
                <a:lnTo>
                  <a:pt x="938" y="329"/>
                </a:lnTo>
                <a:lnTo>
                  <a:pt x="942" y="332"/>
                </a:lnTo>
                <a:lnTo>
                  <a:pt x="945" y="334"/>
                </a:lnTo>
                <a:lnTo>
                  <a:pt x="945" y="296"/>
                </a:lnTo>
                <a:lnTo>
                  <a:pt x="938" y="296"/>
                </a:lnTo>
                <a:lnTo>
                  <a:pt x="938" y="287"/>
                </a:lnTo>
                <a:lnTo>
                  <a:pt x="945" y="287"/>
                </a:lnTo>
                <a:lnTo>
                  <a:pt x="942" y="107"/>
                </a:lnTo>
                <a:lnTo>
                  <a:pt x="954" y="107"/>
                </a:lnTo>
                <a:lnTo>
                  <a:pt x="954" y="111"/>
                </a:lnTo>
                <a:lnTo>
                  <a:pt x="951" y="121"/>
                </a:lnTo>
                <a:lnTo>
                  <a:pt x="949" y="138"/>
                </a:lnTo>
                <a:lnTo>
                  <a:pt x="949" y="156"/>
                </a:lnTo>
                <a:lnTo>
                  <a:pt x="951" y="171"/>
                </a:lnTo>
                <a:lnTo>
                  <a:pt x="962" y="287"/>
                </a:lnTo>
                <a:lnTo>
                  <a:pt x="967" y="287"/>
                </a:lnTo>
                <a:lnTo>
                  <a:pt x="971" y="289"/>
                </a:lnTo>
                <a:lnTo>
                  <a:pt x="974" y="289"/>
                </a:lnTo>
                <a:lnTo>
                  <a:pt x="978" y="291"/>
                </a:lnTo>
                <a:lnTo>
                  <a:pt x="978" y="236"/>
                </a:lnTo>
                <a:lnTo>
                  <a:pt x="991" y="236"/>
                </a:lnTo>
                <a:lnTo>
                  <a:pt x="993" y="269"/>
                </a:lnTo>
                <a:lnTo>
                  <a:pt x="1002" y="300"/>
                </a:lnTo>
                <a:lnTo>
                  <a:pt x="1005" y="300"/>
                </a:lnTo>
                <a:lnTo>
                  <a:pt x="1005" y="143"/>
                </a:lnTo>
                <a:lnTo>
                  <a:pt x="1018" y="147"/>
                </a:lnTo>
                <a:lnTo>
                  <a:pt x="1022" y="189"/>
                </a:lnTo>
                <a:lnTo>
                  <a:pt x="1031" y="223"/>
                </a:lnTo>
                <a:lnTo>
                  <a:pt x="1031" y="254"/>
                </a:lnTo>
                <a:lnTo>
                  <a:pt x="1034" y="254"/>
                </a:lnTo>
                <a:lnTo>
                  <a:pt x="1038" y="300"/>
                </a:lnTo>
                <a:lnTo>
                  <a:pt x="1045" y="303"/>
                </a:lnTo>
                <a:lnTo>
                  <a:pt x="1045" y="314"/>
                </a:lnTo>
                <a:lnTo>
                  <a:pt x="1049" y="323"/>
                </a:lnTo>
                <a:lnTo>
                  <a:pt x="1054" y="329"/>
                </a:lnTo>
                <a:lnTo>
                  <a:pt x="1060" y="336"/>
                </a:lnTo>
                <a:lnTo>
                  <a:pt x="1065" y="340"/>
                </a:lnTo>
                <a:lnTo>
                  <a:pt x="1074" y="343"/>
                </a:lnTo>
                <a:lnTo>
                  <a:pt x="1074" y="347"/>
                </a:lnTo>
                <a:lnTo>
                  <a:pt x="1076" y="349"/>
                </a:lnTo>
                <a:lnTo>
                  <a:pt x="1076" y="351"/>
                </a:lnTo>
                <a:lnTo>
                  <a:pt x="1078" y="352"/>
                </a:lnTo>
                <a:lnTo>
                  <a:pt x="1080" y="354"/>
                </a:lnTo>
                <a:lnTo>
                  <a:pt x="1082" y="356"/>
                </a:lnTo>
                <a:lnTo>
                  <a:pt x="1082" y="360"/>
                </a:lnTo>
                <a:lnTo>
                  <a:pt x="1085" y="360"/>
                </a:lnTo>
                <a:lnTo>
                  <a:pt x="1085" y="351"/>
                </a:lnTo>
                <a:lnTo>
                  <a:pt x="1082" y="351"/>
                </a:lnTo>
                <a:lnTo>
                  <a:pt x="1082" y="323"/>
                </a:lnTo>
                <a:lnTo>
                  <a:pt x="1078" y="323"/>
                </a:lnTo>
                <a:lnTo>
                  <a:pt x="1071" y="287"/>
                </a:lnTo>
                <a:lnTo>
                  <a:pt x="1065" y="287"/>
                </a:lnTo>
                <a:lnTo>
                  <a:pt x="1065" y="274"/>
                </a:lnTo>
                <a:lnTo>
                  <a:pt x="1062" y="274"/>
                </a:lnTo>
                <a:lnTo>
                  <a:pt x="1060" y="272"/>
                </a:lnTo>
                <a:lnTo>
                  <a:pt x="1060" y="269"/>
                </a:lnTo>
                <a:lnTo>
                  <a:pt x="1058" y="265"/>
                </a:lnTo>
                <a:lnTo>
                  <a:pt x="1058" y="260"/>
                </a:lnTo>
                <a:lnTo>
                  <a:pt x="1062" y="260"/>
                </a:lnTo>
                <a:lnTo>
                  <a:pt x="1069" y="269"/>
                </a:lnTo>
                <a:lnTo>
                  <a:pt x="1074" y="280"/>
                </a:lnTo>
                <a:lnTo>
                  <a:pt x="1078" y="291"/>
                </a:lnTo>
                <a:lnTo>
                  <a:pt x="1082" y="291"/>
                </a:lnTo>
                <a:lnTo>
                  <a:pt x="1074" y="267"/>
                </a:lnTo>
                <a:lnTo>
                  <a:pt x="1063" y="243"/>
                </a:lnTo>
                <a:lnTo>
                  <a:pt x="1054" y="220"/>
                </a:lnTo>
                <a:lnTo>
                  <a:pt x="1058" y="220"/>
                </a:lnTo>
                <a:lnTo>
                  <a:pt x="1062" y="221"/>
                </a:lnTo>
                <a:lnTo>
                  <a:pt x="1063" y="221"/>
                </a:lnTo>
                <a:lnTo>
                  <a:pt x="1063" y="223"/>
                </a:lnTo>
                <a:lnTo>
                  <a:pt x="1065" y="227"/>
                </a:lnTo>
                <a:lnTo>
                  <a:pt x="1065" y="231"/>
                </a:lnTo>
                <a:lnTo>
                  <a:pt x="1076" y="245"/>
                </a:lnTo>
                <a:lnTo>
                  <a:pt x="1083" y="263"/>
                </a:lnTo>
                <a:lnTo>
                  <a:pt x="1089" y="283"/>
                </a:lnTo>
                <a:lnTo>
                  <a:pt x="1094" y="303"/>
                </a:lnTo>
                <a:lnTo>
                  <a:pt x="1098" y="303"/>
                </a:lnTo>
                <a:lnTo>
                  <a:pt x="1098" y="323"/>
                </a:lnTo>
                <a:lnTo>
                  <a:pt x="1102" y="323"/>
                </a:lnTo>
                <a:lnTo>
                  <a:pt x="1094" y="240"/>
                </a:lnTo>
                <a:lnTo>
                  <a:pt x="1091" y="240"/>
                </a:lnTo>
                <a:lnTo>
                  <a:pt x="1091" y="223"/>
                </a:lnTo>
                <a:lnTo>
                  <a:pt x="1085" y="223"/>
                </a:lnTo>
                <a:lnTo>
                  <a:pt x="1082" y="191"/>
                </a:lnTo>
                <a:lnTo>
                  <a:pt x="1078" y="191"/>
                </a:lnTo>
                <a:lnTo>
                  <a:pt x="1078" y="183"/>
                </a:lnTo>
                <a:lnTo>
                  <a:pt x="1074" y="183"/>
                </a:lnTo>
                <a:lnTo>
                  <a:pt x="1074" y="171"/>
                </a:lnTo>
                <a:lnTo>
                  <a:pt x="1071" y="171"/>
                </a:lnTo>
                <a:lnTo>
                  <a:pt x="1065" y="154"/>
                </a:lnTo>
                <a:lnTo>
                  <a:pt x="1062" y="154"/>
                </a:lnTo>
                <a:lnTo>
                  <a:pt x="1062" y="143"/>
                </a:lnTo>
                <a:lnTo>
                  <a:pt x="1058" y="143"/>
                </a:lnTo>
                <a:lnTo>
                  <a:pt x="1051" y="120"/>
                </a:lnTo>
                <a:lnTo>
                  <a:pt x="1045" y="120"/>
                </a:lnTo>
                <a:lnTo>
                  <a:pt x="1045" y="111"/>
                </a:lnTo>
                <a:lnTo>
                  <a:pt x="1038" y="98"/>
                </a:lnTo>
                <a:lnTo>
                  <a:pt x="1031" y="85"/>
                </a:lnTo>
                <a:lnTo>
                  <a:pt x="1025" y="67"/>
                </a:lnTo>
                <a:lnTo>
                  <a:pt x="1038" y="71"/>
                </a:lnTo>
                <a:lnTo>
                  <a:pt x="1042" y="89"/>
                </a:lnTo>
                <a:lnTo>
                  <a:pt x="1051" y="101"/>
                </a:lnTo>
                <a:lnTo>
                  <a:pt x="1058" y="114"/>
                </a:lnTo>
                <a:lnTo>
                  <a:pt x="1058" y="123"/>
                </a:lnTo>
                <a:lnTo>
                  <a:pt x="1062" y="123"/>
                </a:lnTo>
                <a:lnTo>
                  <a:pt x="1062" y="131"/>
                </a:lnTo>
                <a:lnTo>
                  <a:pt x="1065" y="131"/>
                </a:lnTo>
                <a:lnTo>
                  <a:pt x="1065" y="140"/>
                </a:lnTo>
                <a:lnTo>
                  <a:pt x="1071" y="140"/>
                </a:lnTo>
                <a:lnTo>
                  <a:pt x="1071" y="147"/>
                </a:lnTo>
                <a:lnTo>
                  <a:pt x="1074" y="147"/>
                </a:lnTo>
                <a:lnTo>
                  <a:pt x="1082" y="171"/>
                </a:lnTo>
                <a:lnTo>
                  <a:pt x="1085" y="171"/>
                </a:lnTo>
                <a:lnTo>
                  <a:pt x="1085" y="183"/>
                </a:lnTo>
                <a:lnTo>
                  <a:pt x="1091" y="183"/>
                </a:lnTo>
                <a:lnTo>
                  <a:pt x="1091" y="191"/>
                </a:lnTo>
                <a:lnTo>
                  <a:pt x="1094" y="191"/>
                </a:lnTo>
                <a:lnTo>
                  <a:pt x="1102" y="227"/>
                </a:lnTo>
                <a:lnTo>
                  <a:pt x="1105" y="227"/>
                </a:lnTo>
                <a:lnTo>
                  <a:pt x="1105" y="236"/>
                </a:lnTo>
                <a:lnTo>
                  <a:pt x="1111" y="236"/>
                </a:lnTo>
                <a:lnTo>
                  <a:pt x="1111" y="254"/>
                </a:lnTo>
                <a:lnTo>
                  <a:pt x="1114" y="254"/>
                </a:lnTo>
                <a:lnTo>
                  <a:pt x="1116" y="218"/>
                </a:lnTo>
                <a:lnTo>
                  <a:pt x="1118" y="178"/>
                </a:lnTo>
                <a:lnTo>
                  <a:pt x="1114" y="140"/>
                </a:lnTo>
                <a:lnTo>
                  <a:pt x="1105" y="103"/>
                </a:lnTo>
                <a:lnTo>
                  <a:pt x="1118" y="103"/>
                </a:lnTo>
                <a:lnTo>
                  <a:pt x="1123" y="134"/>
                </a:lnTo>
                <a:lnTo>
                  <a:pt x="1131" y="163"/>
                </a:lnTo>
                <a:lnTo>
                  <a:pt x="1131" y="178"/>
                </a:lnTo>
                <a:lnTo>
                  <a:pt x="1131" y="194"/>
                </a:lnTo>
                <a:lnTo>
                  <a:pt x="1129" y="209"/>
                </a:lnTo>
                <a:lnTo>
                  <a:pt x="1134" y="220"/>
                </a:lnTo>
                <a:lnTo>
                  <a:pt x="1138" y="180"/>
                </a:lnTo>
                <a:lnTo>
                  <a:pt x="1145" y="180"/>
                </a:lnTo>
                <a:lnTo>
                  <a:pt x="1151" y="196"/>
                </a:lnTo>
                <a:lnTo>
                  <a:pt x="1154" y="196"/>
                </a:lnTo>
                <a:lnTo>
                  <a:pt x="1154" y="211"/>
                </a:lnTo>
                <a:lnTo>
                  <a:pt x="1158" y="211"/>
                </a:lnTo>
                <a:lnTo>
                  <a:pt x="1162" y="247"/>
                </a:lnTo>
                <a:lnTo>
                  <a:pt x="1165" y="247"/>
                </a:lnTo>
                <a:lnTo>
                  <a:pt x="1165" y="271"/>
                </a:lnTo>
                <a:lnTo>
                  <a:pt x="1174" y="274"/>
                </a:lnTo>
                <a:lnTo>
                  <a:pt x="1174" y="283"/>
                </a:lnTo>
                <a:lnTo>
                  <a:pt x="1178" y="283"/>
                </a:lnTo>
                <a:lnTo>
                  <a:pt x="1178" y="296"/>
                </a:lnTo>
                <a:lnTo>
                  <a:pt x="1182" y="296"/>
                </a:lnTo>
                <a:lnTo>
                  <a:pt x="1185" y="320"/>
                </a:lnTo>
                <a:lnTo>
                  <a:pt x="1191" y="320"/>
                </a:lnTo>
                <a:lnTo>
                  <a:pt x="1193" y="291"/>
                </a:lnTo>
                <a:lnTo>
                  <a:pt x="1198" y="265"/>
                </a:lnTo>
                <a:lnTo>
                  <a:pt x="1207" y="240"/>
                </a:lnTo>
                <a:lnTo>
                  <a:pt x="1214" y="214"/>
                </a:lnTo>
                <a:lnTo>
                  <a:pt x="1211" y="154"/>
                </a:lnTo>
                <a:lnTo>
                  <a:pt x="1222" y="154"/>
                </a:lnTo>
                <a:lnTo>
                  <a:pt x="1225" y="214"/>
                </a:lnTo>
                <a:lnTo>
                  <a:pt x="1234" y="214"/>
                </a:lnTo>
                <a:lnTo>
                  <a:pt x="1238" y="231"/>
                </a:lnTo>
                <a:lnTo>
                  <a:pt x="1231" y="231"/>
                </a:lnTo>
                <a:lnTo>
                  <a:pt x="1231" y="223"/>
                </a:lnTo>
                <a:lnTo>
                  <a:pt x="1225" y="223"/>
                </a:lnTo>
                <a:lnTo>
                  <a:pt x="1225" y="327"/>
                </a:lnTo>
                <a:lnTo>
                  <a:pt x="1231" y="327"/>
                </a:lnTo>
                <a:lnTo>
                  <a:pt x="1231" y="340"/>
                </a:lnTo>
                <a:lnTo>
                  <a:pt x="1234" y="340"/>
                </a:lnTo>
                <a:lnTo>
                  <a:pt x="1234" y="334"/>
                </a:lnTo>
                <a:lnTo>
                  <a:pt x="1238" y="334"/>
                </a:lnTo>
                <a:lnTo>
                  <a:pt x="1245" y="340"/>
                </a:lnTo>
                <a:lnTo>
                  <a:pt x="1245" y="303"/>
                </a:lnTo>
                <a:lnTo>
                  <a:pt x="1242" y="303"/>
                </a:lnTo>
                <a:lnTo>
                  <a:pt x="1242" y="271"/>
                </a:lnTo>
                <a:lnTo>
                  <a:pt x="1231" y="236"/>
                </a:lnTo>
                <a:lnTo>
                  <a:pt x="1242" y="236"/>
                </a:lnTo>
                <a:lnTo>
                  <a:pt x="1245" y="254"/>
                </a:lnTo>
                <a:lnTo>
                  <a:pt x="1251" y="254"/>
                </a:lnTo>
                <a:lnTo>
                  <a:pt x="1251" y="274"/>
                </a:lnTo>
                <a:lnTo>
                  <a:pt x="1254" y="274"/>
                </a:lnTo>
                <a:lnTo>
                  <a:pt x="1254" y="283"/>
                </a:lnTo>
                <a:lnTo>
                  <a:pt x="1258" y="283"/>
                </a:lnTo>
                <a:lnTo>
                  <a:pt x="1258" y="300"/>
                </a:lnTo>
                <a:lnTo>
                  <a:pt x="1262" y="300"/>
                </a:lnTo>
                <a:lnTo>
                  <a:pt x="1262" y="314"/>
                </a:lnTo>
                <a:lnTo>
                  <a:pt x="1265" y="314"/>
                </a:lnTo>
                <a:lnTo>
                  <a:pt x="1271" y="343"/>
                </a:lnTo>
                <a:lnTo>
                  <a:pt x="1274" y="343"/>
                </a:lnTo>
                <a:lnTo>
                  <a:pt x="1278" y="334"/>
                </a:lnTo>
                <a:lnTo>
                  <a:pt x="1282" y="325"/>
                </a:lnTo>
                <a:lnTo>
                  <a:pt x="1282" y="311"/>
                </a:lnTo>
                <a:lnTo>
                  <a:pt x="1271" y="274"/>
                </a:lnTo>
                <a:lnTo>
                  <a:pt x="1282" y="280"/>
                </a:lnTo>
                <a:lnTo>
                  <a:pt x="1283" y="287"/>
                </a:lnTo>
                <a:lnTo>
                  <a:pt x="1287" y="301"/>
                </a:lnTo>
                <a:lnTo>
                  <a:pt x="1291" y="318"/>
                </a:lnTo>
                <a:lnTo>
                  <a:pt x="1294" y="332"/>
                </a:lnTo>
                <a:lnTo>
                  <a:pt x="1300" y="345"/>
                </a:lnTo>
                <a:lnTo>
                  <a:pt x="1302" y="351"/>
                </a:lnTo>
                <a:lnTo>
                  <a:pt x="1303" y="332"/>
                </a:lnTo>
                <a:lnTo>
                  <a:pt x="1305" y="316"/>
                </a:lnTo>
                <a:lnTo>
                  <a:pt x="1305" y="296"/>
                </a:lnTo>
                <a:lnTo>
                  <a:pt x="1302" y="271"/>
                </a:lnTo>
                <a:lnTo>
                  <a:pt x="1314" y="271"/>
                </a:lnTo>
                <a:lnTo>
                  <a:pt x="1316" y="294"/>
                </a:lnTo>
                <a:lnTo>
                  <a:pt x="1323" y="316"/>
                </a:lnTo>
                <a:lnTo>
                  <a:pt x="1331" y="334"/>
                </a:lnTo>
                <a:lnTo>
                  <a:pt x="1331" y="356"/>
                </a:lnTo>
                <a:lnTo>
                  <a:pt x="1334" y="356"/>
                </a:lnTo>
                <a:lnTo>
                  <a:pt x="1322" y="223"/>
                </a:lnTo>
                <a:lnTo>
                  <a:pt x="1318" y="223"/>
                </a:lnTo>
                <a:lnTo>
                  <a:pt x="1314" y="200"/>
                </a:lnTo>
                <a:lnTo>
                  <a:pt x="1311" y="194"/>
                </a:lnTo>
                <a:lnTo>
                  <a:pt x="1309" y="191"/>
                </a:lnTo>
                <a:lnTo>
                  <a:pt x="1305" y="187"/>
                </a:lnTo>
                <a:lnTo>
                  <a:pt x="1303" y="183"/>
                </a:lnTo>
                <a:lnTo>
                  <a:pt x="1300" y="178"/>
                </a:lnTo>
                <a:lnTo>
                  <a:pt x="1298" y="171"/>
                </a:lnTo>
                <a:lnTo>
                  <a:pt x="1311" y="180"/>
                </a:lnTo>
                <a:lnTo>
                  <a:pt x="1322" y="194"/>
                </a:lnTo>
                <a:lnTo>
                  <a:pt x="1331" y="212"/>
                </a:lnTo>
                <a:lnTo>
                  <a:pt x="1338" y="234"/>
                </a:lnTo>
                <a:lnTo>
                  <a:pt x="1345" y="254"/>
                </a:lnTo>
                <a:lnTo>
                  <a:pt x="1351" y="271"/>
                </a:lnTo>
                <a:lnTo>
                  <a:pt x="1351" y="296"/>
                </a:lnTo>
                <a:lnTo>
                  <a:pt x="1358" y="300"/>
                </a:lnTo>
                <a:lnTo>
                  <a:pt x="1354" y="307"/>
                </a:lnTo>
                <a:lnTo>
                  <a:pt x="1362" y="311"/>
                </a:lnTo>
                <a:lnTo>
                  <a:pt x="1362" y="327"/>
                </a:lnTo>
                <a:lnTo>
                  <a:pt x="1365" y="327"/>
                </a:lnTo>
                <a:lnTo>
                  <a:pt x="1365" y="340"/>
                </a:lnTo>
                <a:lnTo>
                  <a:pt x="1371" y="340"/>
                </a:lnTo>
                <a:lnTo>
                  <a:pt x="1373" y="352"/>
                </a:lnTo>
                <a:lnTo>
                  <a:pt x="1373" y="365"/>
                </a:lnTo>
                <a:lnTo>
                  <a:pt x="1378" y="374"/>
                </a:lnTo>
                <a:lnTo>
                  <a:pt x="1380" y="347"/>
                </a:lnTo>
                <a:lnTo>
                  <a:pt x="1382" y="321"/>
                </a:lnTo>
                <a:lnTo>
                  <a:pt x="1378" y="300"/>
                </a:lnTo>
                <a:lnTo>
                  <a:pt x="1378" y="267"/>
                </a:lnTo>
                <a:lnTo>
                  <a:pt x="1374" y="267"/>
                </a:lnTo>
                <a:lnTo>
                  <a:pt x="1371" y="240"/>
                </a:lnTo>
                <a:lnTo>
                  <a:pt x="1365" y="240"/>
                </a:lnTo>
                <a:lnTo>
                  <a:pt x="1363" y="234"/>
                </a:lnTo>
                <a:lnTo>
                  <a:pt x="1360" y="232"/>
                </a:lnTo>
                <a:lnTo>
                  <a:pt x="1358" y="229"/>
                </a:lnTo>
                <a:lnTo>
                  <a:pt x="1356" y="227"/>
                </a:lnTo>
                <a:lnTo>
                  <a:pt x="1354" y="221"/>
                </a:lnTo>
                <a:lnTo>
                  <a:pt x="1354" y="214"/>
                </a:lnTo>
                <a:lnTo>
                  <a:pt x="1362" y="220"/>
                </a:lnTo>
                <a:lnTo>
                  <a:pt x="1338" y="176"/>
                </a:lnTo>
                <a:lnTo>
                  <a:pt x="1345" y="176"/>
                </a:lnTo>
                <a:lnTo>
                  <a:pt x="1382" y="231"/>
                </a:lnTo>
                <a:lnTo>
                  <a:pt x="1382" y="240"/>
                </a:lnTo>
                <a:lnTo>
                  <a:pt x="1385" y="240"/>
                </a:lnTo>
                <a:lnTo>
                  <a:pt x="1385" y="247"/>
                </a:lnTo>
                <a:lnTo>
                  <a:pt x="1391" y="247"/>
                </a:lnTo>
                <a:lnTo>
                  <a:pt x="1394" y="271"/>
                </a:lnTo>
                <a:lnTo>
                  <a:pt x="1398" y="271"/>
                </a:lnTo>
                <a:lnTo>
                  <a:pt x="1398" y="280"/>
                </a:lnTo>
                <a:lnTo>
                  <a:pt x="1402" y="280"/>
                </a:lnTo>
                <a:lnTo>
                  <a:pt x="1402" y="296"/>
                </a:lnTo>
                <a:lnTo>
                  <a:pt x="1405" y="296"/>
                </a:lnTo>
                <a:lnTo>
                  <a:pt x="1411" y="323"/>
                </a:lnTo>
                <a:lnTo>
                  <a:pt x="1414" y="323"/>
                </a:lnTo>
                <a:lnTo>
                  <a:pt x="1416" y="289"/>
                </a:lnTo>
                <a:lnTo>
                  <a:pt x="1418" y="254"/>
                </a:lnTo>
                <a:lnTo>
                  <a:pt x="1420" y="218"/>
                </a:lnTo>
                <a:lnTo>
                  <a:pt x="1420" y="183"/>
                </a:lnTo>
                <a:lnTo>
                  <a:pt x="1414" y="151"/>
                </a:lnTo>
                <a:lnTo>
                  <a:pt x="1414" y="120"/>
                </a:lnTo>
                <a:lnTo>
                  <a:pt x="1411" y="120"/>
                </a:lnTo>
                <a:lnTo>
                  <a:pt x="1407" y="105"/>
                </a:lnTo>
                <a:lnTo>
                  <a:pt x="1407" y="92"/>
                </a:lnTo>
                <a:lnTo>
                  <a:pt x="1409" y="81"/>
                </a:lnTo>
                <a:lnTo>
                  <a:pt x="1409" y="72"/>
                </a:lnTo>
                <a:lnTo>
                  <a:pt x="1405" y="67"/>
                </a:lnTo>
                <a:lnTo>
                  <a:pt x="1405" y="63"/>
                </a:lnTo>
                <a:lnTo>
                  <a:pt x="1411" y="63"/>
                </a:lnTo>
                <a:lnTo>
                  <a:pt x="1411" y="60"/>
                </a:lnTo>
                <a:lnTo>
                  <a:pt x="1413" y="60"/>
                </a:lnTo>
                <a:lnTo>
                  <a:pt x="1414" y="60"/>
                </a:lnTo>
                <a:lnTo>
                  <a:pt x="1416" y="60"/>
                </a:lnTo>
                <a:lnTo>
                  <a:pt x="1416" y="61"/>
                </a:lnTo>
                <a:lnTo>
                  <a:pt x="1416" y="61"/>
                </a:lnTo>
                <a:lnTo>
                  <a:pt x="1418" y="63"/>
                </a:lnTo>
                <a:lnTo>
                  <a:pt x="1422" y="72"/>
                </a:lnTo>
                <a:lnTo>
                  <a:pt x="1422" y="85"/>
                </a:lnTo>
                <a:lnTo>
                  <a:pt x="1420" y="98"/>
                </a:lnTo>
                <a:lnTo>
                  <a:pt x="1422" y="111"/>
                </a:lnTo>
                <a:lnTo>
                  <a:pt x="1431" y="145"/>
                </a:lnTo>
                <a:lnTo>
                  <a:pt x="1438" y="181"/>
                </a:lnTo>
                <a:lnTo>
                  <a:pt x="1445" y="214"/>
                </a:lnTo>
                <a:lnTo>
                  <a:pt x="1445" y="243"/>
                </a:lnTo>
                <a:lnTo>
                  <a:pt x="1451" y="243"/>
                </a:lnTo>
                <a:lnTo>
                  <a:pt x="1453" y="258"/>
                </a:lnTo>
                <a:lnTo>
                  <a:pt x="1453" y="276"/>
                </a:lnTo>
                <a:lnTo>
                  <a:pt x="1451" y="292"/>
                </a:lnTo>
                <a:lnTo>
                  <a:pt x="1453" y="309"/>
                </a:lnTo>
                <a:lnTo>
                  <a:pt x="1458" y="320"/>
                </a:lnTo>
                <a:lnTo>
                  <a:pt x="1465" y="220"/>
                </a:lnTo>
                <a:lnTo>
                  <a:pt x="1471" y="220"/>
                </a:lnTo>
                <a:lnTo>
                  <a:pt x="1473" y="203"/>
                </a:lnTo>
                <a:lnTo>
                  <a:pt x="1473" y="181"/>
                </a:lnTo>
                <a:lnTo>
                  <a:pt x="1471" y="158"/>
                </a:lnTo>
                <a:lnTo>
                  <a:pt x="1471" y="132"/>
                </a:lnTo>
                <a:lnTo>
                  <a:pt x="1471" y="111"/>
                </a:lnTo>
                <a:lnTo>
                  <a:pt x="1482" y="114"/>
                </a:lnTo>
                <a:lnTo>
                  <a:pt x="1474" y="327"/>
                </a:lnTo>
                <a:lnTo>
                  <a:pt x="1474" y="340"/>
                </a:lnTo>
                <a:lnTo>
                  <a:pt x="1473" y="356"/>
                </a:lnTo>
                <a:lnTo>
                  <a:pt x="1473" y="374"/>
                </a:lnTo>
                <a:lnTo>
                  <a:pt x="1473" y="392"/>
                </a:lnTo>
                <a:lnTo>
                  <a:pt x="1474" y="407"/>
                </a:lnTo>
                <a:lnTo>
                  <a:pt x="1478" y="416"/>
                </a:lnTo>
                <a:lnTo>
                  <a:pt x="1480" y="403"/>
                </a:lnTo>
                <a:lnTo>
                  <a:pt x="1482" y="385"/>
                </a:lnTo>
                <a:lnTo>
                  <a:pt x="1487" y="365"/>
                </a:lnTo>
                <a:lnTo>
                  <a:pt x="1491" y="349"/>
                </a:lnTo>
                <a:lnTo>
                  <a:pt x="1494" y="340"/>
                </a:lnTo>
                <a:lnTo>
                  <a:pt x="1496" y="338"/>
                </a:lnTo>
                <a:lnTo>
                  <a:pt x="1496" y="336"/>
                </a:lnTo>
                <a:lnTo>
                  <a:pt x="1496" y="336"/>
                </a:lnTo>
                <a:lnTo>
                  <a:pt x="1498" y="336"/>
                </a:lnTo>
                <a:lnTo>
                  <a:pt x="1500" y="336"/>
                </a:lnTo>
                <a:lnTo>
                  <a:pt x="1502" y="334"/>
                </a:lnTo>
                <a:lnTo>
                  <a:pt x="1502" y="356"/>
                </a:lnTo>
                <a:lnTo>
                  <a:pt x="1505" y="356"/>
                </a:lnTo>
                <a:lnTo>
                  <a:pt x="1511" y="291"/>
                </a:lnTo>
                <a:lnTo>
                  <a:pt x="1513" y="285"/>
                </a:lnTo>
                <a:lnTo>
                  <a:pt x="1516" y="276"/>
                </a:lnTo>
                <a:lnTo>
                  <a:pt x="1520" y="265"/>
                </a:lnTo>
                <a:lnTo>
                  <a:pt x="1518" y="254"/>
                </a:lnTo>
                <a:lnTo>
                  <a:pt x="1511" y="251"/>
                </a:lnTo>
                <a:lnTo>
                  <a:pt x="1511" y="243"/>
                </a:lnTo>
                <a:lnTo>
                  <a:pt x="1518" y="243"/>
                </a:lnTo>
                <a:lnTo>
                  <a:pt x="1531" y="103"/>
                </a:lnTo>
                <a:lnTo>
                  <a:pt x="1538" y="103"/>
                </a:lnTo>
                <a:lnTo>
                  <a:pt x="1531" y="280"/>
                </a:lnTo>
                <a:lnTo>
                  <a:pt x="1534" y="280"/>
                </a:lnTo>
                <a:lnTo>
                  <a:pt x="1534" y="291"/>
                </a:lnTo>
                <a:lnTo>
                  <a:pt x="1538" y="291"/>
                </a:lnTo>
                <a:lnTo>
                  <a:pt x="1540" y="301"/>
                </a:lnTo>
                <a:lnTo>
                  <a:pt x="1542" y="314"/>
                </a:lnTo>
                <a:lnTo>
                  <a:pt x="1542" y="327"/>
                </a:lnTo>
                <a:lnTo>
                  <a:pt x="1545" y="334"/>
                </a:lnTo>
                <a:lnTo>
                  <a:pt x="1565" y="154"/>
                </a:lnTo>
                <a:lnTo>
                  <a:pt x="1574" y="154"/>
                </a:lnTo>
                <a:lnTo>
                  <a:pt x="1578" y="176"/>
                </a:lnTo>
                <a:lnTo>
                  <a:pt x="1578" y="178"/>
                </a:lnTo>
                <a:lnTo>
                  <a:pt x="1576" y="178"/>
                </a:lnTo>
                <a:lnTo>
                  <a:pt x="1576" y="178"/>
                </a:lnTo>
                <a:lnTo>
                  <a:pt x="1574" y="176"/>
                </a:lnTo>
                <a:lnTo>
                  <a:pt x="1574" y="178"/>
                </a:lnTo>
                <a:lnTo>
                  <a:pt x="1574" y="180"/>
                </a:lnTo>
                <a:lnTo>
                  <a:pt x="1578" y="180"/>
                </a:lnTo>
                <a:lnTo>
                  <a:pt x="1578" y="231"/>
                </a:lnTo>
                <a:lnTo>
                  <a:pt x="1582" y="231"/>
                </a:lnTo>
                <a:lnTo>
                  <a:pt x="1591" y="154"/>
                </a:lnTo>
                <a:lnTo>
                  <a:pt x="1578" y="151"/>
                </a:lnTo>
                <a:lnTo>
                  <a:pt x="1578" y="143"/>
                </a:lnTo>
                <a:lnTo>
                  <a:pt x="1583" y="141"/>
                </a:lnTo>
                <a:lnTo>
                  <a:pt x="1587" y="141"/>
                </a:lnTo>
                <a:lnTo>
                  <a:pt x="1591" y="140"/>
                </a:lnTo>
                <a:lnTo>
                  <a:pt x="1594" y="138"/>
                </a:lnTo>
                <a:lnTo>
                  <a:pt x="1596" y="136"/>
                </a:lnTo>
                <a:lnTo>
                  <a:pt x="1602" y="136"/>
                </a:lnTo>
                <a:lnTo>
                  <a:pt x="1602" y="154"/>
                </a:lnTo>
                <a:lnTo>
                  <a:pt x="1613" y="163"/>
                </a:lnTo>
                <a:lnTo>
                  <a:pt x="1625" y="178"/>
                </a:lnTo>
                <a:lnTo>
                  <a:pt x="1638" y="194"/>
                </a:lnTo>
                <a:lnTo>
                  <a:pt x="1649" y="211"/>
                </a:lnTo>
                <a:lnTo>
                  <a:pt x="1654" y="223"/>
                </a:lnTo>
                <a:lnTo>
                  <a:pt x="1658" y="223"/>
                </a:lnTo>
                <a:lnTo>
                  <a:pt x="1647" y="172"/>
                </a:lnTo>
                <a:lnTo>
                  <a:pt x="1634" y="127"/>
                </a:lnTo>
                <a:lnTo>
                  <a:pt x="1631" y="94"/>
                </a:lnTo>
                <a:lnTo>
                  <a:pt x="1623" y="76"/>
                </a:lnTo>
                <a:lnTo>
                  <a:pt x="1618" y="54"/>
                </a:lnTo>
                <a:lnTo>
                  <a:pt x="1625" y="54"/>
                </a:lnTo>
                <a:lnTo>
                  <a:pt x="1651" y="136"/>
                </a:lnTo>
                <a:lnTo>
                  <a:pt x="1651" y="151"/>
                </a:lnTo>
                <a:lnTo>
                  <a:pt x="1654" y="151"/>
                </a:lnTo>
                <a:lnTo>
                  <a:pt x="1658" y="180"/>
                </a:lnTo>
                <a:lnTo>
                  <a:pt x="1662" y="180"/>
                </a:lnTo>
                <a:lnTo>
                  <a:pt x="1662" y="176"/>
                </a:lnTo>
                <a:lnTo>
                  <a:pt x="1665" y="176"/>
                </a:lnTo>
                <a:lnTo>
                  <a:pt x="1674" y="180"/>
                </a:lnTo>
                <a:lnTo>
                  <a:pt x="1673" y="196"/>
                </a:lnTo>
                <a:lnTo>
                  <a:pt x="1671" y="214"/>
                </a:lnTo>
                <a:lnTo>
                  <a:pt x="1665" y="214"/>
                </a:lnTo>
                <a:lnTo>
                  <a:pt x="1665" y="220"/>
                </a:lnTo>
                <a:lnTo>
                  <a:pt x="1671" y="220"/>
                </a:lnTo>
                <a:lnTo>
                  <a:pt x="1671" y="243"/>
                </a:lnTo>
                <a:lnTo>
                  <a:pt x="1678" y="243"/>
                </a:lnTo>
                <a:lnTo>
                  <a:pt x="1676" y="232"/>
                </a:lnTo>
                <a:lnTo>
                  <a:pt x="1678" y="220"/>
                </a:lnTo>
                <a:lnTo>
                  <a:pt x="1678" y="203"/>
                </a:lnTo>
                <a:lnTo>
                  <a:pt x="1678" y="83"/>
                </a:lnTo>
                <a:lnTo>
                  <a:pt x="1685" y="83"/>
                </a:lnTo>
                <a:lnTo>
                  <a:pt x="1685" y="136"/>
                </a:lnTo>
                <a:lnTo>
                  <a:pt x="1691" y="136"/>
                </a:lnTo>
                <a:lnTo>
                  <a:pt x="1685" y="143"/>
                </a:lnTo>
                <a:lnTo>
                  <a:pt x="1691" y="154"/>
                </a:lnTo>
                <a:lnTo>
                  <a:pt x="1689" y="156"/>
                </a:lnTo>
                <a:lnTo>
                  <a:pt x="1687" y="156"/>
                </a:lnTo>
                <a:lnTo>
                  <a:pt x="1685" y="156"/>
                </a:lnTo>
                <a:lnTo>
                  <a:pt x="1685" y="158"/>
                </a:lnTo>
                <a:lnTo>
                  <a:pt x="1685" y="160"/>
                </a:lnTo>
                <a:lnTo>
                  <a:pt x="1691" y="160"/>
                </a:lnTo>
                <a:lnTo>
                  <a:pt x="1691" y="191"/>
                </a:lnTo>
                <a:lnTo>
                  <a:pt x="1694" y="191"/>
                </a:lnTo>
                <a:lnTo>
                  <a:pt x="1694" y="163"/>
                </a:lnTo>
                <a:lnTo>
                  <a:pt x="1702" y="163"/>
                </a:lnTo>
                <a:lnTo>
                  <a:pt x="1705" y="191"/>
                </a:lnTo>
                <a:lnTo>
                  <a:pt x="1713" y="218"/>
                </a:lnTo>
                <a:lnTo>
                  <a:pt x="1718" y="245"/>
                </a:lnTo>
                <a:lnTo>
                  <a:pt x="1722" y="274"/>
                </a:lnTo>
                <a:lnTo>
                  <a:pt x="1731" y="274"/>
                </a:lnTo>
                <a:lnTo>
                  <a:pt x="1733" y="289"/>
                </a:lnTo>
                <a:lnTo>
                  <a:pt x="1736" y="305"/>
                </a:lnTo>
                <a:lnTo>
                  <a:pt x="1742" y="314"/>
                </a:lnTo>
                <a:lnTo>
                  <a:pt x="1743" y="294"/>
                </a:lnTo>
                <a:lnTo>
                  <a:pt x="1745" y="276"/>
                </a:lnTo>
                <a:lnTo>
                  <a:pt x="1751" y="260"/>
                </a:lnTo>
                <a:lnTo>
                  <a:pt x="1751" y="227"/>
                </a:lnTo>
                <a:lnTo>
                  <a:pt x="1754" y="227"/>
                </a:lnTo>
                <a:lnTo>
                  <a:pt x="1754" y="191"/>
                </a:lnTo>
                <a:lnTo>
                  <a:pt x="1758" y="191"/>
                </a:lnTo>
                <a:lnTo>
                  <a:pt x="1760" y="174"/>
                </a:lnTo>
                <a:lnTo>
                  <a:pt x="1760" y="156"/>
                </a:lnTo>
                <a:lnTo>
                  <a:pt x="1760" y="138"/>
                </a:lnTo>
                <a:lnTo>
                  <a:pt x="1762" y="123"/>
                </a:lnTo>
                <a:lnTo>
                  <a:pt x="1765" y="123"/>
                </a:lnTo>
                <a:lnTo>
                  <a:pt x="1765" y="187"/>
                </a:lnTo>
                <a:lnTo>
                  <a:pt x="1774" y="187"/>
                </a:lnTo>
                <a:lnTo>
                  <a:pt x="1773" y="192"/>
                </a:lnTo>
                <a:lnTo>
                  <a:pt x="1773" y="196"/>
                </a:lnTo>
                <a:lnTo>
                  <a:pt x="1771" y="200"/>
                </a:lnTo>
                <a:lnTo>
                  <a:pt x="1771" y="203"/>
                </a:lnTo>
                <a:lnTo>
                  <a:pt x="1782" y="200"/>
                </a:lnTo>
                <a:lnTo>
                  <a:pt x="1778" y="207"/>
                </a:lnTo>
                <a:lnTo>
                  <a:pt x="1785" y="211"/>
                </a:lnTo>
                <a:lnTo>
                  <a:pt x="1785" y="223"/>
                </a:lnTo>
                <a:lnTo>
                  <a:pt x="1791" y="223"/>
                </a:lnTo>
                <a:lnTo>
                  <a:pt x="1791" y="231"/>
                </a:lnTo>
                <a:lnTo>
                  <a:pt x="1794" y="231"/>
                </a:lnTo>
                <a:lnTo>
                  <a:pt x="1794" y="243"/>
                </a:lnTo>
                <a:lnTo>
                  <a:pt x="1798" y="243"/>
                </a:lnTo>
                <a:lnTo>
                  <a:pt x="1798" y="254"/>
                </a:lnTo>
                <a:lnTo>
                  <a:pt x="1802" y="254"/>
                </a:lnTo>
                <a:lnTo>
                  <a:pt x="1802" y="267"/>
                </a:lnTo>
                <a:lnTo>
                  <a:pt x="1805" y="267"/>
                </a:lnTo>
                <a:lnTo>
                  <a:pt x="1805" y="283"/>
                </a:lnTo>
                <a:lnTo>
                  <a:pt x="1811" y="283"/>
                </a:lnTo>
                <a:lnTo>
                  <a:pt x="1814" y="320"/>
                </a:lnTo>
                <a:lnTo>
                  <a:pt x="1818" y="320"/>
                </a:lnTo>
                <a:lnTo>
                  <a:pt x="1820" y="331"/>
                </a:lnTo>
                <a:lnTo>
                  <a:pt x="1820" y="345"/>
                </a:lnTo>
                <a:lnTo>
                  <a:pt x="1820" y="361"/>
                </a:lnTo>
                <a:lnTo>
                  <a:pt x="1822" y="374"/>
                </a:lnTo>
                <a:lnTo>
                  <a:pt x="1825" y="383"/>
                </a:lnTo>
                <a:lnTo>
                  <a:pt x="1825" y="361"/>
                </a:lnTo>
                <a:lnTo>
                  <a:pt x="1825" y="338"/>
                </a:lnTo>
                <a:lnTo>
                  <a:pt x="1825" y="318"/>
                </a:lnTo>
                <a:lnTo>
                  <a:pt x="1825" y="303"/>
                </a:lnTo>
                <a:lnTo>
                  <a:pt x="1827" y="303"/>
                </a:lnTo>
                <a:lnTo>
                  <a:pt x="1827" y="301"/>
                </a:lnTo>
                <a:lnTo>
                  <a:pt x="1829" y="300"/>
                </a:lnTo>
                <a:lnTo>
                  <a:pt x="1831" y="296"/>
                </a:lnTo>
                <a:lnTo>
                  <a:pt x="1831" y="291"/>
                </a:lnTo>
                <a:lnTo>
                  <a:pt x="1825" y="291"/>
                </a:lnTo>
                <a:lnTo>
                  <a:pt x="1825" y="271"/>
                </a:lnTo>
                <a:lnTo>
                  <a:pt x="1822" y="271"/>
                </a:lnTo>
                <a:lnTo>
                  <a:pt x="1820" y="269"/>
                </a:lnTo>
                <a:lnTo>
                  <a:pt x="1820" y="265"/>
                </a:lnTo>
                <a:lnTo>
                  <a:pt x="1820" y="263"/>
                </a:lnTo>
                <a:lnTo>
                  <a:pt x="1818" y="260"/>
                </a:lnTo>
                <a:lnTo>
                  <a:pt x="1818" y="254"/>
                </a:lnTo>
                <a:lnTo>
                  <a:pt x="1825" y="260"/>
                </a:lnTo>
                <a:lnTo>
                  <a:pt x="1825" y="247"/>
                </a:lnTo>
                <a:lnTo>
                  <a:pt x="1838" y="251"/>
                </a:lnTo>
                <a:lnTo>
                  <a:pt x="1840" y="263"/>
                </a:lnTo>
                <a:lnTo>
                  <a:pt x="1843" y="274"/>
                </a:lnTo>
                <a:lnTo>
                  <a:pt x="1845" y="283"/>
                </a:lnTo>
                <a:lnTo>
                  <a:pt x="1845" y="307"/>
                </a:lnTo>
                <a:lnTo>
                  <a:pt x="1858" y="311"/>
                </a:lnTo>
                <a:lnTo>
                  <a:pt x="1858" y="314"/>
                </a:lnTo>
                <a:lnTo>
                  <a:pt x="1854" y="321"/>
                </a:lnTo>
                <a:lnTo>
                  <a:pt x="1853" y="334"/>
                </a:lnTo>
                <a:lnTo>
                  <a:pt x="1853" y="349"/>
                </a:lnTo>
                <a:lnTo>
                  <a:pt x="1854" y="360"/>
                </a:lnTo>
                <a:lnTo>
                  <a:pt x="1858" y="360"/>
                </a:lnTo>
                <a:lnTo>
                  <a:pt x="1865" y="463"/>
                </a:lnTo>
                <a:lnTo>
                  <a:pt x="1874" y="463"/>
                </a:lnTo>
                <a:lnTo>
                  <a:pt x="1876" y="429"/>
                </a:lnTo>
                <a:lnTo>
                  <a:pt x="1878" y="391"/>
                </a:lnTo>
                <a:lnTo>
                  <a:pt x="1878" y="351"/>
                </a:lnTo>
                <a:lnTo>
                  <a:pt x="1878" y="307"/>
                </a:lnTo>
                <a:lnTo>
                  <a:pt x="1874" y="307"/>
                </a:lnTo>
                <a:lnTo>
                  <a:pt x="1874" y="283"/>
                </a:lnTo>
                <a:lnTo>
                  <a:pt x="1871" y="283"/>
                </a:lnTo>
                <a:lnTo>
                  <a:pt x="1865" y="254"/>
                </a:lnTo>
                <a:lnTo>
                  <a:pt x="1871" y="254"/>
                </a:lnTo>
                <a:lnTo>
                  <a:pt x="1871" y="260"/>
                </a:lnTo>
                <a:lnTo>
                  <a:pt x="1876" y="267"/>
                </a:lnTo>
                <a:lnTo>
                  <a:pt x="1880" y="274"/>
                </a:lnTo>
                <a:lnTo>
                  <a:pt x="1880" y="283"/>
                </a:lnTo>
                <a:lnTo>
                  <a:pt x="1882" y="296"/>
                </a:lnTo>
                <a:lnTo>
                  <a:pt x="1885" y="296"/>
                </a:lnTo>
                <a:lnTo>
                  <a:pt x="1885" y="320"/>
                </a:lnTo>
                <a:lnTo>
                  <a:pt x="1891" y="320"/>
                </a:lnTo>
                <a:lnTo>
                  <a:pt x="1891" y="334"/>
                </a:lnTo>
                <a:lnTo>
                  <a:pt x="1894" y="334"/>
                </a:lnTo>
                <a:lnTo>
                  <a:pt x="1896" y="349"/>
                </a:lnTo>
                <a:lnTo>
                  <a:pt x="1896" y="361"/>
                </a:lnTo>
                <a:lnTo>
                  <a:pt x="1896" y="372"/>
                </a:lnTo>
                <a:lnTo>
                  <a:pt x="1902" y="383"/>
                </a:lnTo>
                <a:lnTo>
                  <a:pt x="1903" y="352"/>
                </a:lnTo>
                <a:lnTo>
                  <a:pt x="1905" y="321"/>
                </a:lnTo>
                <a:lnTo>
                  <a:pt x="1907" y="291"/>
                </a:lnTo>
                <a:lnTo>
                  <a:pt x="1902" y="263"/>
                </a:lnTo>
                <a:lnTo>
                  <a:pt x="1902" y="236"/>
                </a:lnTo>
                <a:lnTo>
                  <a:pt x="1898" y="236"/>
                </a:lnTo>
                <a:lnTo>
                  <a:pt x="1894" y="211"/>
                </a:lnTo>
                <a:lnTo>
                  <a:pt x="1885" y="207"/>
                </a:lnTo>
                <a:lnTo>
                  <a:pt x="1874" y="187"/>
                </a:lnTo>
                <a:lnTo>
                  <a:pt x="1885" y="187"/>
                </a:lnTo>
                <a:lnTo>
                  <a:pt x="1885" y="183"/>
                </a:lnTo>
                <a:lnTo>
                  <a:pt x="1876" y="172"/>
                </a:lnTo>
                <a:lnTo>
                  <a:pt x="1867" y="158"/>
                </a:lnTo>
                <a:lnTo>
                  <a:pt x="1862" y="143"/>
                </a:lnTo>
                <a:lnTo>
                  <a:pt x="1874" y="143"/>
                </a:lnTo>
                <a:lnTo>
                  <a:pt x="1876" y="151"/>
                </a:lnTo>
                <a:lnTo>
                  <a:pt x="1880" y="156"/>
                </a:lnTo>
                <a:lnTo>
                  <a:pt x="1883" y="161"/>
                </a:lnTo>
                <a:lnTo>
                  <a:pt x="1887" y="165"/>
                </a:lnTo>
                <a:lnTo>
                  <a:pt x="1891" y="171"/>
                </a:lnTo>
                <a:lnTo>
                  <a:pt x="1891" y="180"/>
                </a:lnTo>
                <a:lnTo>
                  <a:pt x="1894" y="180"/>
                </a:lnTo>
                <a:lnTo>
                  <a:pt x="1894" y="187"/>
                </a:lnTo>
                <a:lnTo>
                  <a:pt x="1902" y="191"/>
                </a:lnTo>
                <a:lnTo>
                  <a:pt x="1905" y="211"/>
                </a:lnTo>
                <a:lnTo>
                  <a:pt x="1911" y="211"/>
                </a:lnTo>
                <a:lnTo>
                  <a:pt x="1914" y="227"/>
                </a:lnTo>
                <a:lnTo>
                  <a:pt x="1918" y="227"/>
                </a:lnTo>
                <a:lnTo>
                  <a:pt x="1918" y="240"/>
                </a:lnTo>
                <a:lnTo>
                  <a:pt x="1922" y="240"/>
                </a:lnTo>
                <a:lnTo>
                  <a:pt x="1922" y="260"/>
                </a:lnTo>
                <a:lnTo>
                  <a:pt x="1925" y="260"/>
                </a:lnTo>
                <a:lnTo>
                  <a:pt x="1934" y="311"/>
                </a:lnTo>
                <a:lnTo>
                  <a:pt x="1938" y="311"/>
                </a:lnTo>
                <a:lnTo>
                  <a:pt x="1940" y="267"/>
                </a:lnTo>
                <a:lnTo>
                  <a:pt x="1943" y="223"/>
                </a:lnTo>
                <a:lnTo>
                  <a:pt x="1945" y="176"/>
                </a:lnTo>
                <a:lnTo>
                  <a:pt x="1938" y="176"/>
                </a:lnTo>
                <a:lnTo>
                  <a:pt x="1934" y="156"/>
                </a:lnTo>
                <a:lnTo>
                  <a:pt x="1925" y="141"/>
                </a:lnTo>
                <a:lnTo>
                  <a:pt x="1916" y="127"/>
                </a:lnTo>
                <a:lnTo>
                  <a:pt x="1907" y="112"/>
                </a:lnTo>
                <a:lnTo>
                  <a:pt x="1902" y="94"/>
                </a:lnTo>
                <a:lnTo>
                  <a:pt x="1911" y="94"/>
                </a:lnTo>
                <a:lnTo>
                  <a:pt x="1914" y="107"/>
                </a:lnTo>
                <a:lnTo>
                  <a:pt x="1922" y="111"/>
                </a:lnTo>
                <a:lnTo>
                  <a:pt x="1934" y="134"/>
                </a:lnTo>
                <a:lnTo>
                  <a:pt x="1942" y="160"/>
                </a:lnTo>
                <a:lnTo>
                  <a:pt x="1945" y="160"/>
                </a:lnTo>
                <a:lnTo>
                  <a:pt x="1945" y="87"/>
                </a:lnTo>
                <a:lnTo>
                  <a:pt x="1951" y="87"/>
                </a:lnTo>
                <a:lnTo>
                  <a:pt x="1951" y="54"/>
                </a:lnTo>
                <a:lnTo>
                  <a:pt x="1954" y="54"/>
                </a:lnTo>
                <a:lnTo>
                  <a:pt x="1956" y="51"/>
                </a:lnTo>
                <a:lnTo>
                  <a:pt x="1956" y="47"/>
                </a:lnTo>
                <a:lnTo>
                  <a:pt x="1956" y="43"/>
                </a:lnTo>
                <a:lnTo>
                  <a:pt x="1958" y="40"/>
                </a:lnTo>
                <a:lnTo>
                  <a:pt x="1962" y="40"/>
                </a:lnTo>
                <a:lnTo>
                  <a:pt x="1962" y="43"/>
                </a:lnTo>
                <a:lnTo>
                  <a:pt x="1965" y="43"/>
                </a:lnTo>
                <a:lnTo>
                  <a:pt x="1962" y="87"/>
                </a:lnTo>
                <a:lnTo>
                  <a:pt x="1958" y="87"/>
                </a:lnTo>
                <a:lnTo>
                  <a:pt x="1962" y="107"/>
                </a:lnTo>
                <a:lnTo>
                  <a:pt x="1969" y="111"/>
                </a:lnTo>
                <a:lnTo>
                  <a:pt x="1973" y="114"/>
                </a:lnTo>
                <a:lnTo>
                  <a:pt x="1978" y="118"/>
                </a:lnTo>
                <a:lnTo>
                  <a:pt x="1983" y="121"/>
                </a:lnTo>
                <a:lnTo>
                  <a:pt x="1991" y="123"/>
                </a:lnTo>
                <a:lnTo>
                  <a:pt x="1991" y="120"/>
                </a:lnTo>
                <a:lnTo>
                  <a:pt x="2002" y="111"/>
                </a:lnTo>
                <a:lnTo>
                  <a:pt x="2002" y="94"/>
                </a:lnTo>
                <a:lnTo>
                  <a:pt x="2014" y="94"/>
                </a:lnTo>
                <a:lnTo>
                  <a:pt x="2014" y="103"/>
                </a:lnTo>
                <a:lnTo>
                  <a:pt x="2011" y="103"/>
                </a:lnTo>
                <a:lnTo>
                  <a:pt x="2011" y="107"/>
                </a:lnTo>
                <a:lnTo>
                  <a:pt x="2014" y="107"/>
                </a:lnTo>
                <a:lnTo>
                  <a:pt x="2013" y="109"/>
                </a:lnTo>
                <a:lnTo>
                  <a:pt x="2013" y="109"/>
                </a:lnTo>
                <a:lnTo>
                  <a:pt x="2013" y="109"/>
                </a:lnTo>
                <a:lnTo>
                  <a:pt x="2011" y="109"/>
                </a:lnTo>
                <a:lnTo>
                  <a:pt x="2011" y="111"/>
                </a:lnTo>
                <a:lnTo>
                  <a:pt x="2011" y="140"/>
                </a:lnTo>
                <a:lnTo>
                  <a:pt x="2005" y="140"/>
                </a:lnTo>
                <a:lnTo>
                  <a:pt x="2011" y="151"/>
                </a:lnTo>
                <a:lnTo>
                  <a:pt x="2005" y="151"/>
                </a:lnTo>
                <a:lnTo>
                  <a:pt x="2005" y="154"/>
                </a:lnTo>
                <a:lnTo>
                  <a:pt x="2011" y="154"/>
                </a:lnTo>
                <a:lnTo>
                  <a:pt x="2011" y="163"/>
                </a:lnTo>
                <a:lnTo>
                  <a:pt x="2018" y="167"/>
                </a:lnTo>
                <a:lnTo>
                  <a:pt x="2031" y="203"/>
                </a:lnTo>
                <a:lnTo>
                  <a:pt x="2034" y="203"/>
                </a:lnTo>
                <a:lnTo>
                  <a:pt x="2036" y="176"/>
                </a:lnTo>
                <a:lnTo>
                  <a:pt x="2040" y="152"/>
                </a:lnTo>
                <a:lnTo>
                  <a:pt x="2045" y="131"/>
                </a:lnTo>
                <a:lnTo>
                  <a:pt x="2051" y="107"/>
                </a:lnTo>
                <a:lnTo>
                  <a:pt x="2062" y="103"/>
                </a:lnTo>
                <a:lnTo>
                  <a:pt x="2062" y="94"/>
                </a:lnTo>
                <a:lnTo>
                  <a:pt x="2074" y="100"/>
                </a:lnTo>
                <a:lnTo>
                  <a:pt x="2071" y="123"/>
                </a:lnTo>
                <a:lnTo>
                  <a:pt x="2065" y="123"/>
                </a:lnTo>
                <a:lnTo>
                  <a:pt x="2065" y="160"/>
                </a:lnTo>
                <a:lnTo>
                  <a:pt x="2062" y="160"/>
                </a:lnTo>
                <a:lnTo>
                  <a:pt x="2058" y="207"/>
                </a:lnTo>
                <a:lnTo>
                  <a:pt x="2054" y="207"/>
                </a:lnTo>
                <a:lnTo>
                  <a:pt x="2054" y="243"/>
                </a:lnTo>
                <a:lnTo>
                  <a:pt x="2051" y="243"/>
                </a:lnTo>
                <a:lnTo>
                  <a:pt x="2054" y="300"/>
                </a:lnTo>
                <a:lnTo>
                  <a:pt x="2058" y="300"/>
                </a:lnTo>
                <a:lnTo>
                  <a:pt x="2060" y="312"/>
                </a:lnTo>
                <a:lnTo>
                  <a:pt x="2060" y="323"/>
                </a:lnTo>
                <a:lnTo>
                  <a:pt x="2060" y="334"/>
                </a:lnTo>
                <a:lnTo>
                  <a:pt x="2065" y="343"/>
                </a:lnTo>
                <a:lnTo>
                  <a:pt x="2063" y="314"/>
                </a:lnTo>
                <a:lnTo>
                  <a:pt x="2058" y="287"/>
                </a:lnTo>
                <a:lnTo>
                  <a:pt x="2054" y="260"/>
                </a:lnTo>
                <a:lnTo>
                  <a:pt x="2056" y="260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6" y="261"/>
                </a:lnTo>
                <a:lnTo>
                  <a:pt x="2058" y="263"/>
                </a:lnTo>
                <a:lnTo>
                  <a:pt x="2071" y="260"/>
                </a:lnTo>
                <a:lnTo>
                  <a:pt x="2071" y="263"/>
                </a:lnTo>
                <a:lnTo>
                  <a:pt x="2076" y="276"/>
                </a:lnTo>
                <a:lnTo>
                  <a:pt x="2082" y="292"/>
                </a:lnTo>
                <a:lnTo>
                  <a:pt x="2087" y="311"/>
                </a:lnTo>
                <a:lnTo>
                  <a:pt x="2091" y="327"/>
                </a:lnTo>
                <a:lnTo>
                  <a:pt x="2091" y="351"/>
                </a:lnTo>
                <a:lnTo>
                  <a:pt x="2094" y="351"/>
                </a:lnTo>
                <a:lnTo>
                  <a:pt x="2094" y="309"/>
                </a:lnTo>
                <a:lnTo>
                  <a:pt x="2098" y="267"/>
                </a:lnTo>
                <a:lnTo>
                  <a:pt x="2105" y="225"/>
                </a:lnTo>
                <a:lnTo>
                  <a:pt x="2114" y="191"/>
                </a:lnTo>
                <a:lnTo>
                  <a:pt x="2122" y="140"/>
                </a:lnTo>
                <a:lnTo>
                  <a:pt x="2125" y="140"/>
                </a:lnTo>
                <a:lnTo>
                  <a:pt x="2127" y="138"/>
                </a:lnTo>
                <a:lnTo>
                  <a:pt x="2129" y="136"/>
                </a:lnTo>
                <a:lnTo>
                  <a:pt x="2129" y="136"/>
                </a:lnTo>
                <a:lnTo>
                  <a:pt x="2129" y="136"/>
                </a:lnTo>
                <a:lnTo>
                  <a:pt x="2131" y="136"/>
                </a:lnTo>
                <a:lnTo>
                  <a:pt x="2134" y="136"/>
                </a:lnTo>
                <a:lnTo>
                  <a:pt x="2133" y="161"/>
                </a:lnTo>
                <a:lnTo>
                  <a:pt x="2133" y="192"/>
                </a:lnTo>
                <a:lnTo>
                  <a:pt x="2131" y="223"/>
                </a:lnTo>
                <a:lnTo>
                  <a:pt x="2129" y="245"/>
                </a:lnTo>
                <a:lnTo>
                  <a:pt x="2129" y="272"/>
                </a:lnTo>
                <a:lnTo>
                  <a:pt x="2133" y="303"/>
                </a:lnTo>
                <a:lnTo>
                  <a:pt x="2138" y="334"/>
                </a:lnTo>
                <a:lnTo>
                  <a:pt x="2143" y="363"/>
                </a:lnTo>
                <a:lnTo>
                  <a:pt x="2151" y="387"/>
                </a:lnTo>
                <a:lnTo>
                  <a:pt x="2153" y="401"/>
                </a:lnTo>
                <a:lnTo>
                  <a:pt x="2153" y="420"/>
                </a:lnTo>
                <a:lnTo>
                  <a:pt x="2153" y="436"/>
                </a:lnTo>
                <a:lnTo>
                  <a:pt x="2153" y="452"/>
                </a:lnTo>
                <a:lnTo>
                  <a:pt x="2158" y="463"/>
                </a:lnTo>
                <a:lnTo>
                  <a:pt x="2165" y="347"/>
                </a:lnTo>
                <a:lnTo>
                  <a:pt x="2162" y="347"/>
                </a:lnTo>
                <a:lnTo>
                  <a:pt x="2162" y="300"/>
                </a:lnTo>
                <a:lnTo>
                  <a:pt x="2154" y="280"/>
                </a:lnTo>
                <a:lnTo>
                  <a:pt x="2151" y="260"/>
                </a:lnTo>
                <a:lnTo>
                  <a:pt x="2162" y="263"/>
                </a:lnTo>
                <a:lnTo>
                  <a:pt x="2163" y="274"/>
                </a:lnTo>
                <a:lnTo>
                  <a:pt x="2169" y="289"/>
                </a:lnTo>
                <a:lnTo>
                  <a:pt x="2173" y="305"/>
                </a:lnTo>
                <a:lnTo>
                  <a:pt x="2178" y="320"/>
                </a:lnTo>
                <a:lnTo>
                  <a:pt x="2182" y="327"/>
                </a:lnTo>
                <a:lnTo>
                  <a:pt x="2182" y="320"/>
                </a:lnTo>
                <a:lnTo>
                  <a:pt x="2185" y="311"/>
                </a:lnTo>
                <a:lnTo>
                  <a:pt x="2187" y="296"/>
                </a:lnTo>
                <a:lnTo>
                  <a:pt x="2187" y="276"/>
                </a:lnTo>
                <a:lnTo>
                  <a:pt x="2187" y="260"/>
                </a:lnTo>
                <a:lnTo>
                  <a:pt x="2185" y="247"/>
                </a:lnTo>
                <a:lnTo>
                  <a:pt x="2182" y="247"/>
                </a:lnTo>
                <a:lnTo>
                  <a:pt x="2182" y="183"/>
                </a:lnTo>
                <a:lnTo>
                  <a:pt x="2178" y="183"/>
                </a:lnTo>
                <a:lnTo>
                  <a:pt x="2178" y="160"/>
                </a:lnTo>
                <a:lnTo>
                  <a:pt x="2174" y="160"/>
                </a:lnTo>
                <a:lnTo>
                  <a:pt x="2174" y="136"/>
                </a:lnTo>
                <a:lnTo>
                  <a:pt x="2171" y="136"/>
                </a:lnTo>
                <a:lnTo>
                  <a:pt x="2171" y="114"/>
                </a:lnTo>
                <a:lnTo>
                  <a:pt x="2165" y="114"/>
                </a:lnTo>
                <a:lnTo>
                  <a:pt x="2165" y="87"/>
                </a:lnTo>
                <a:lnTo>
                  <a:pt x="2162" y="87"/>
                </a:lnTo>
                <a:lnTo>
                  <a:pt x="2158" y="63"/>
                </a:lnTo>
                <a:lnTo>
                  <a:pt x="2171" y="67"/>
                </a:lnTo>
                <a:lnTo>
                  <a:pt x="2198" y="214"/>
                </a:lnTo>
                <a:lnTo>
                  <a:pt x="2200" y="227"/>
                </a:lnTo>
                <a:lnTo>
                  <a:pt x="2198" y="238"/>
                </a:lnTo>
                <a:lnTo>
                  <a:pt x="2198" y="247"/>
                </a:lnTo>
                <a:lnTo>
                  <a:pt x="2202" y="254"/>
                </a:lnTo>
                <a:lnTo>
                  <a:pt x="2214" y="163"/>
                </a:lnTo>
                <a:lnTo>
                  <a:pt x="2223" y="131"/>
                </a:lnTo>
                <a:lnTo>
                  <a:pt x="2231" y="94"/>
                </a:lnTo>
                <a:lnTo>
                  <a:pt x="2242" y="100"/>
                </a:lnTo>
                <a:lnTo>
                  <a:pt x="2240" y="109"/>
                </a:lnTo>
                <a:lnTo>
                  <a:pt x="2234" y="123"/>
                </a:lnTo>
                <a:lnTo>
                  <a:pt x="2231" y="141"/>
                </a:lnTo>
                <a:lnTo>
                  <a:pt x="2227" y="160"/>
                </a:lnTo>
                <a:lnTo>
                  <a:pt x="2225" y="178"/>
                </a:lnTo>
                <a:lnTo>
                  <a:pt x="2223" y="191"/>
                </a:lnTo>
                <a:lnTo>
                  <a:pt x="2225" y="200"/>
                </a:lnTo>
                <a:lnTo>
                  <a:pt x="2227" y="191"/>
                </a:lnTo>
                <a:lnTo>
                  <a:pt x="2227" y="185"/>
                </a:lnTo>
                <a:lnTo>
                  <a:pt x="2229" y="180"/>
                </a:lnTo>
                <a:lnTo>
                  <a:pt x="2233" y="176"/>
                </a:lnTo>
                <a:lnTo>
                  <a:pt x="2236" y="172"/>
                </a:lnTo>
                <a:lnTo>
                  <a:pt x="2242" y="171"/>
                </a:lnTo>
                <a:lnTo>
                  <a:pt x="2242" y="211"/>
                </a:lnTo>
                <a:lnTo>
                  <a:pt x="2245" y="211"/>
                </a:lnTo>
                <a:lnTo>
                  <a:pt x="2245" y="203"/>
                </a:lnTo>
                <a:lnTo>
                  <a:pt x="2258" y="192"/>
                </a:lnTo>
                <a:lnTo>
                  <a:pt x="2267" y="180"/>
                </a:lnTo>
                <a:lnTo>
                  <a:pt x="2276" y="167"/>
                </a:lnTo>
                <a:lnTo>
                  <a:pt x="2287" y="154"/>
                </a:lnTo>
                <a:lnTo>
                  <a:pt x="2302" y="147"/>
                </a:lnTo>
                <a:lnTo>
                  <a:pt x="2300" y="154"/>
                </a:lnTo>
                <a:lnTo>
                  <a:pt x="2298" y="158"/>
                </a:lnTo>
                <a:lnTo>
                  <a:pt x="2294" y="163"/>
                </a:lnTo>
                <a:lnTo>
                  <a:pt x="2291" y="167"/>
                </a:lnTo>
                <a:lnTo>
                  <a:pt x="2285" y="167"/>
                </a:lnTo>
                <a:lnTo>
                  <a:pt x="2285" y="176"/>
                </a:lnTo>
                <a:lnTo>
                  <a:pt x="2278" y="180"/>
                </a:lnTo>
                <a:lnTo>
                  <a:pt x="2278" y="183"/>
                </a:lnTo>
                <a:lnTo>
                  <a:pt x="2271" y="187"/>
                </a:lnTo>
                <a:lnTo>
                  <a:pt x="2271" y="196"/>
                </a:lnTo>
                <a:lnTo>
                  <a:pt x="2262" y="200"/>
                </a:lnTo>
                <a:lnTo>
                  <a:pt x="2256" y="212"/>
                </a:lnTo>
                <a:lnTo>
                  <a:pt x="2251" y="225"/>
                </a:lnTo>
                <a:lnTo>
                  <a:pt x="2242" y="236"/>
                </a:lnTo>
                <a:lnTo>
                  <a:pt x="2262" y="307"/>
                </a:lnTo>
                <a:lnTo>
                  <a:pt x="2265" y="307"/>
                </a:lnTo>
                <a:lnTo>
                  <a:pt x="2267" y="296"/>
                </a:lnTo>
                <a:lnTo>
                  <a:pt x="2269" y="289"/>
                </a:lnTo>
                <a:lnTo>
                  <a:pt x="2271" y="283"/>
                </a:lnTo>
                <a:lnTo>
                  <a:pt x="2274" y="274"/>
                </a:lnTo>
                <a:lnTo>
                  <a:pt x="2282" y="227"/>
                </a:lnTo>
                <a:lnTo>
                  <a:pt x="2314" y="136"/>
                </a:lnTo>
                <a:lnTo>
                  <a:pt x="2322" y="136"/>
                </a:lnTo>
                <a:lnTo>
                  <a:pt x="2311" y="191"/>
                </a:lnTo>
                <a:lnTo>
                  <a:pt x="2309" y="192"/>
                </a:lnTo>
                <a:lnTo>
                  <a:pt x="2309" y="194"/>
                </a:lnTo>
                <a:lnTo>
                  <a:pt x="2307" y="192"/>
                </a:lnTo>
                <a:lnTo>
                  <a:pt x="2307" y="192"/>
                </a:lnTo>
                <a:lnTo>
                  <a:pt x="2305" y="196"/>
                </a:lnTo>
                <a:lnTo>
                  <a:pt x="2314" y="200"/>
                </a:lnTo>
                <a:lnTo>
                  <a:pt x="2325" y="254"/>
                </a:lnTo>
                <a:lnTo>
                  <a:pt x="2327" y="254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2"/>
                </a:lnTo>
                <a:lnTo>
                  <a:pt x="2329" y="251"/>
                </a:lnTo>
                <a:lnTo>
                  <a:pt x="2331" y="247"/>
                </a:lnTo>
                <a:lnTo>
                  <a:pt x="2331" y="238"/>
                </a:lnTo>
                <a:lnTo>
                  <a:pt x="2329" y="223"/>
                </a:lnTo>
                <a:lnTo>
                  <a:pt x="2325" y="207"/>
                </a:lnTo>
                <a:lnTo>
                  <a:pt x="2320" y="192"/>
                </a:lnTo>
                <a:lnTo>
                  <a:pt x="2318" y="180"/>
                </a:lnTo>
                <a:lnTo>
                  <a:pt x="2331" y="183"/>
                </a:lnTo>
                <a:lnTo>
                  <a:pt x="2333" y="198"/>
                </a:lnTo>
                <a:lnTo>
                  <a:pt x="2336" y="212"/>
                </a:lnTo>
                <a:lnTo>
                  <a:pt x="2342" y="223"/>
                </a:lnTo>
                <a:lnTo>
                  <a:pt x="2342" y="220"/>
                </a:lnTo>
                <a:lnTo>
                  <a:pt x="2351" y="209"/>
                </a:lnTo>
                <a:lnTo>
                  <a:pt x="2356" y="196"/>
                </a:lnTo>
                <a:lnTo>
                  <a:pt x="2362" y="183"/>
                </a:lnTo>
                <a:lnTo>
                  <a:pt x="2374" y="176"/>
                </a:lnTo>
                <a:lnTo>
                  <a:pt x="2374" y="167"/>
                </a:lnTo>
                <a:lnTo>
                  <a:pt x="2378" y="163"/>
                </a:lnTo>
                <a:lnTo>
                  <a:pt x="2380" y="161"/>
                </a:lnTo>
                <a:lnTo>
                  <a:pt x="2383" y="160"/>
                </a:lnTo>
                <a:lnTo>
                  <a:pt x="2387" y="156"/>
                </a:lnTo>
                <a:lnTo>
                  <a:pt x="2389" y="154"/>
                </a:lnTo>
                <a:lnTo>
                  <a:pt x="2393" y="149"/>
                </a:lnTo>
                <a:lnTo>
                  <a:pt x="2394" y="143"/>
                </a:lnTo>
                <a:lnTo>
                  <a:pt x="2402" y="143"/>
                </a:lnTo>
                <a:lnTo>
                  <a:pt x="2402" y="140"/>
                </a:lnTo>
                <a:lnTo>
                  <a:pt x="2400" y="138"/>
                </a:lnTo>
                <a:lnTo>
                  <a:pt x="2398" y="136"/>
                </a:lnTo>
                <a:lnTo>
                  <a:pt x="2396" y="134"/>
                </a:lnTo>
                <a:lnTo>
                  <a:pt x="2396" y="134"/>
                </a:lnTo>
                <a:lnTo>
                  <a:pt x="2394" y="131"/>
                </a:lnTo>
                <a:lnTo>
                  <a:pt x="2394" y="127"/>
                </a:lnTo>
                <a:lnTo>
                  <a:pt x="2405" y="127"/>
                </a:lnTo>
                <a:lnTo>
                  <a:pt x="2405" y="136"/>
                </a:lnTo>
                <a:lnTo>
                  <a:pt x="2414" y="136"/>
                </a:lnTo>
                <a:lnTo>
                  <a:pt x="2411" y="147"/>
                </a:lnTo>
                <a:lnTo>
                  <a:pt x="2414" y="147"/>
                </a:lnTo>
                <a:lnTo>
                  <a:pt x="2414" y="160"/>
                </a:lnTo>
                <a:lnTo>
                  <a:pt x="2418" y="160"/>
                </a:lnTo>
                <a:lnTo>
                  <a:pt x="2418" y="176"/>
                </a:lnTo>
                <a:lnTo>
                  <a:pt x="2422" y="176"/>
                </a:lnTo>
                <a:lnTo>
                  <a:pt x="2422" y="191"/>
                </a:lnTo>
                <a:lnTo>
                  <a:pt x="2425" y="191"/>
                </a:lnTo>
                <a:lnTo>
                  <a:pt x="2425" y="207"/>
                </a:lnTo>
                <a:lnTo>
                  <a:pt x="2431" y="207"/>
                </a:lnTo>
                <a:lnTo>
                  <a:pt x="2434" y="236"/>
                </a:lnTo>
                <a:lnTo>
                  <a:pt x="2438" y="236"/>
                </a:lnTo>
                <a:lnTo>
                  <a:pt x="2438" y="251"/>
                </a:lnTo>
                <a:lnTo>
                  <a:pt x="2442" y="251"/>
                </a:lnTo>
                <a:lnTo>
                  <a:pt x="2443" y="263"/>
                </a:lnTo>
                <a:lnTo>
                  <a:pt x="2443" y="276"/>
                </a:lnTo>
                <a:lnTo>
                  <a:pt x="2445" y="287"/>
                </a:lnTo>
                <a:lnTo>
                  <a:pt x="2451" y="296"/>
                </a:lnTo>
                <a:lnTo>
                  <a:pt x="2451" y="280"/>
                </a:lnTo>
                <a:lnTo>
                  <a:pt x="2462" y="280"/>
                </a:lnTo>
                <a:lnTo>
                  <a:pt x="2462" y="274"/>
                </a:lnTo>
                <a:lnTo>
                  <a:pt x="2460" y="274"/>
                </a:lnTo>
                <a:lnTo>
                  <a:pt x="2458" y="274"/>
                </a:lnTo>
                <a:lnTo>
                  <a:pt x="2456" y="274"/>
                </a:lnTo>
                <a:lnTo>
                  <a:pt x="2456" y="274"/>
                </a:lnTo>
                <a:lnTo>
                  <a:pt x="2456" y="272"/>
                </a:lnTo>
                <a:lnTo>
                  <a:pt x="2454" y="271"/>
                </a:lnTo>
                <a:lnTo>
                  <a:pt x="2458" y="261"/>
                </a:lnTo>
                <a:lnTo>
                  <a:pt x="2463" y="245"/>
                </a:lnTo>
                <a:lnTo>
                  <a:pt x="2465" y="223"/>
                </a:lnTo>
                <a:lnTo>
                  <a:pt x="2469" y="201"/>
                </a:lnTo>
                <a:lnTo>
                  <a:pt x="2469" y="181"/>
                </a:lnTo>
                <a:lnTo>
                  <a:pt x="2471" y="167"/>
                </a:lnTo>
                <a:lnTo>
                  <a:pt x="2482" y="171"/>
                </a:lnTo>
                <a:lnTo>
                  <a:pt x="2483" y="183"/>
                </a:lnTo>
                <a:lnTo>
                  <a:pt x="2485" y="198"/>
                </a:lnTo>
                <a:lnTo>
                  <a:pt x="2491" y="207"/>
                </a:lnTo>
                <a:lnTo>
                  <a:pt x="2474" y="91"/>
                </a:lnTo>
                <a:lnTo>
                  <a:pt x="2482" y="91"/>
                </a:lnTo>
                <a:lnTo>
                  <a:pt x="2491" y="140"/>
                </a:lnTo>
                <a:lnTo>
                  <a:pt x="2502" y="187"/>
                </a:lnTo>
                <a:lnTo>
                  <a:pt x="2503" y="200"/>
                </a:lnTo>
                <a:lnTo>
                  <a:pt x="2503" y="214"/>
                </a:lnTo>
                <a:lnTo>
                  <a:pt x="2503" y="229"/>
                </a:lnTo>
                <a:lnTo>
                  <a:pt x="2505" y="241"/>
                </a:lnTo>
                <a:lnTo>
                  <a:pt x="2511" y="251"/>
                </a:lnTo>
                <a:lnTo>
                  <a:pt x="2514" y="200"/>
                </a:lnTo>
                <a:lnTo>
                  <a:pt x="2525" y="154"/>
                </a:lnTo>
                <a:lnTo>
                  <a:pt x="2534" y="94"/>
                </a:lnTo>
                <a:lnTo>
                  <a:pt x="2538" y="94"/>
                </a:lnTo>
                <a:lnTo>
                  <a:pt x="2538" y="83"/>
                </a:lnTo>
                <a:lnTo>
                  <a:pt x="2542" y="83"/>
                </a:lnTo>
                <a:lnTo>
                  <a:pt x="2542" y="63"/>
                </a:lnTo>
                <a:lnTo>
                  <a:pt x="2545" y="63"/>
                </a:lnTo>
                <a:lnTo>
                  <a:pt x="2531" y="16"/>
                </a:lnTo>
                <a:lnTo>
                  <a:pt x="2534" y="16"/>
                </a:lnTo>
                <a:lnTo>
                  <a:pt x="2534" y="20"/>
                </a:lnTo>
                <a:lnTo>
                  <a:pt x="2538" y="20"/>
                </a:lnTo>
                <a:lnTo>
                  <a:pt x="2549" y="45"/>
                </a:lnTo>
                <a:lnTo>
                  <a:pt x="2562" y="72"/>
                </a:lnTo>
                <a:lnTo>
                  <a:pt x="2573" y="100"/>
                </a:lnTo>
                <a:lnTo>
                  <a:pt x="2578" y="131"/>
                </a:lnTo>
                <a:lnTo>
                  <a:pt x="2585" y="131"/>
                </a:lnTo>
                <a:lnTo>
                  <a:pt x="2587" y="152"/>
                </a:lnTo>
                <a:lnTo>
                  <a:pt x="2593" y="171"/>
                </a:lnTo>
                <a:lnTo>
                  <a:pt x="2598" y="187"/>
                </a:lnTo>
                <a:lnTo>
                  <a:pt x="2598" y="214"/>
                </a:lnTo>
                <a:lnTo>
                  <a:pt x="2602" y="214"/>
                </a:lnTo>
                <a:lnTo>
                  <a:pt x="2605" y="176"/>
                </a:lnTo>
                <a:lnTo>
                  <a:pt x="2602" y="176"/>
                </a:lnTo>
                <a:lnTo>
                  <a:pt x="2602" y="147"/>
                </a:lnTo>
                <a:lnTo>
                  <a:pt x="2614" y="151"/>
                </a:lnTo>
                <a:lnTo>
                  <a:pt x="2618" y="185"/>
                </a:lnTo>
                <a:lnTo>
                  <a:pt x="2625" y="214"/>
                </a:lnTo>
                <a:lnTo>
                  <a:pt x="2638" y="331"/>
                </a:lnTo>
                <a:lnTo>
                  <a:pt x="2645" y="331"/>
                </a:lnTo>
                <a:lnTo>
                  <a:pt x="2651" y="203"/>
                </a:lnTo>
                <a:lnTo>
                  <a:pt x="2631" y="94"/>
                </a:lnTo>
                <a:lnTo>
                  <a:pt x="2642" y="100"/>
                </a:lnTo>
                <a:lnTo>
                  <a:pt x="2645" y="132"/>
                </a:lnTo>
                <a:lnTo>
                  <a:pt x="2654" y="163"/>
                </a:lnTo>
                <a:lnTo>
                  <a:pt x="2654" y="191"/>
                </a:lnTo>
                <a:lnTo>
                  <a:pt x="2658" y="191"/>
                </a:lnTo>
                <a:lnTo>
                  <a:pt x="2658" y="187"/>
                </a:lnTo>
                <a:lnTo>
                  <a:pt x="2662" y="176"/>
                </a:lnTo>
                <a:lnTo>
                  <a:pt x="2665" y="161"/>
                </a:lnTo>
                <a:lnTo>
                  <a:pt x="2665" y="147"/>
                </a:lnTo>
                <a:lnTo>
                  <a:pt x="2674" y="147"/>
                </a:lnTo>
                <a:lnTo>
                  <a:pt x="2674" y="207"/>
                </a:lnTo>
                <a:lnTo>
                  <a:pt x="2671" y="207"/>
                </a:lnTo>
                <a:lnTo>
                  <a:pt x="2674" y="331"/>
                </a:lnTo>
                <a:lnTo>
                  <a:pt x="2691" y="331"/>
                </a:lnTo>
                <a:lnTo>
                  <a:pt x="2705" y="416"/>
                </a:lnTo>
                <a:lnTo>
                  <a:pt x="2711" y="416"/>
                </a:lnTo>
                <a:lnTo>
                  <a:pt x="2705" y="263"/>
                </a:lnTo>
                <a:lnTo>
                  <a:pt x="2702" y="263"/>
                </a:lnTo>
                <a:lnTo>
                  <a:pt x="2702" y="231"/>
                </a:lnTo>
                <a:lnTo>
                  <a:pt x="2698" y="231"/>
                </a:lnTo>
                <a:lnTo>
                  <a:pt x="2698" y="196"/>
                </a:lnTo>
                <a:lnTo>
                  <a:pt x="2694" y="196"/>
                </a:lnTo>
                <a:lnTo>
                  <a:pt x="2694" y="167"/>
                </a:lnTo>
                <a:lnTo>
                  <a:pt x="2691" y="167"/>
                </a:lnTo>
                <a:lnTo>
                  <a:pt x="2691" y="143"/>
                </a:lnTo>
                <a:lnTo>
                  <a:pt x="2685" y="143"/>
                </a:lnTo>
                <a:lnTo>
                  <a:pt x="2685" y="123"/>
                </a:lnTo>
                <a:lnTo>
                  <a:pt x="2682" y="123"/>
                </a:lnTo>
                <a:lnTo>
                  <a:pt x="2682" y="103"/>
                </a:lnTo>
                <a:lnTo>
                  <a:pt x="2678" y="103"/>
                </a:lnTo>
                <a:lnTo>
                  <a:pt x="2678" y="100"/>
                </a:lnTo>
                <a:lnTo>
                  <a:pt x="2682" y="100"/>
                </a:lnTo>
                <a:lnTo>
                  <a:pt x="2682" y="94"/>
                </a:lnTo>
                <a:lnTo>
                  <a:pt x="2685" y="94"/>
                </a:lnTo>
                <a:lnTo>
                  <a:pt x="2685" y="100"/>
                </a:lnTo>
                <a:lnTo>
                  <a:pt x="2691" y="109"/>
                </a:lnTo>
                <a:lnTo>
                  <a:pt x="2693" y="118"/>
                </a:lnTo>
                <a:lnTo>
                  <a:pt x="2694" y="131"/>
                </a:lnTo>
                <a:lnTo>
                  <a:pt x="2698" y="131"/>
                </a:lnTo>
                <a:lnTo>
                  <a:pt x="2698" y="154"/>
                </a:lnTo>
                <a:lnTo>
                  <a:pt x="2705" y="185"/>
                </a:lnTo>
                <a:lnTo>
                  <a:pt x="2711" y="218"/>
                </a:lnTo>
                <a:lnTo>
                  <a:pt x="2718" y="247"/>
                </a:lnTo>
                <a:lnTo>
                  <a:pt x="2720" y="260"/>
                </a:lnTo>
                <a:lnTo>
                  <a:pt x="2720" y="276"/>
                </a:lnTo>
                <a:lnTo>
                  <a:pt x="2722" y="289"/>
                </a:lnTo>
                <a:lnTo>
                  <a:pt x="2725" y="300"/>
                </a:lnTo>
                <a:lnTo>
                  <a:pt x="2731" y="203"/>
                </a:lnTo>
                <a:lnTo>
                  <a:pt x="2725" y="203"/>
                </a:lnTo>
                <a:lnTo>
                  <a:pt x="2725" y="114"/>
                </a:lnTo>
                <a:lnTo>
                  <a:pt x="2718" y="81"/>
                </a:lnTo>
                <a:lnTo>
                  <a:pt x="2714" y="47"/>
                </a:lnTo>
                <a:lnTo>
                  <a:pt x="2722" y="47"/>
                </a:lnTo>
                <a:lnTo>
                  <a:pt x="2725" y="76"/>
                </a:lnTo>
                <a:lnTo>
                  <a:pt x="2731" y="76"/>
                </a:lnTo>
                <a:lnTo>
                  <a:pt x="2731" y="94"/>
                </a:lnTo>
                <a:lnTo>
                  <a:pt x="2734" y="94"/>
                </a:lnTo>
                <a:lnTo>
                  <a:pt x="2734" y="114"/>
                </a:lnTo>
                <a:lnTo>
                  <a:pt x="2738" y="114"/>
                </a:lnTo>
                <a:lnTo>
                  <a:pt x="2738" y="131"/>
                </a:lnTo>
                <a:lnTo>
                  <a:pt x="2742" y="131"/>
                </a:lnTo>
                <a:lnTo>
                  <a:pt x="2742" y="151"/>
                </a:lnTo>
                <a:lnTo>
                  <a:pt x="2747" y="176"/>
                </a:lnTo>
                <a:lnTo>
                  <a:pt x="2753" y="203"/>
                </a:lnTo>
                <a:lnTo>
                  <a:pt x="2758" y="227"/>
                </a:lnTo>
                <a:lnTo>
                  <a:pt x="2758" y="260"/>
                </a:lnTo>
                <a:lnTo>
                  <a:pt x="2762" y="260"/>
                </a:lnTo>
                <a:lnTo>
                  <a:pt x="2763" y="272"/>
                </a:lnTo>
                <a:lnTo>
                  <a:pt x="2763" y="285"/>
                </a:lnTo>
                <a:lnTo>
                  <a:pt x="2765" y="298"/>
                </a:lnTo>
                <a:lnTo>
                  <a:pt x="2771" y="307"/>
                </a:lnTo>
                <a:lnTo>
                  <a:pt x="2773" y="281"/>
                </a:lnTo>
                <a:lnTo>
                  <a:pt x="2780" y="256"/>
                </a:lnTo>
                <a:lnTo>
                  <a:pt x="2785" y="236"/>
                </a:lnTo>
                <a:lnTo>
                  <a:pt x="2794" y="196"/>
                </a:lnTo>
                <a:lnTo>
                  <a:pt x="2798" y="196"/>
                </a:lnTo>
                <a:lnTo>
                  <a:pt x="2798" y="180"/>
                </a:lnTo>
                <a:lnTo>
                  <a:pt x="2802" y="180"/>
                </a:lnTo>
                <a:lnTo>
                  <a:pt x="2802" y="171"/>
                </a:lnTo>
                <a:lnTo>
                  <a:pt x="2805" y="171"/>
                </a:lnTo>
                <a:lnTo>
                  <a:pt x="2811" y="151"/>
                </a:lnTo>
                <a:lnTo>
                  <a:pt x="2822" y="151"/>
                </a:lnTo>
                <a:lnTo>
                  <a:pt x="2811" y="187"/>
                </a:lnTo>
                <a:lnTo>
                  <a:pt x="2818" y="187"/>
                </a:lnTo>
                <a:lnTo>
                  <a:pt x="2805" y="223"/>
                </a:lnTo>
                <a:lnTo>
                  <a:pt x="2802" y="223"/>
                </a:lnTo>
                <a:lnTo>
                  <a:pt x="2802" y="247"/>
                </a:lnTo>
                <a:lnTo>
                  <a:pt x="2798" y="247"/>
                </a:lnTo>
                <a:lnTo>
                  <a:pt x="2798" y="251"/>
                </a:lnTo>
                <a:lnTo>
                  <a:pt x="2802" y="251"/>
                </a:lnTo>
                <a:lnTo>
                  <a:pt x="2802" y="254"/>
                </a:lnTo>
                <a:lnTo>
                  <a:pt x="2798" y="254"/>
                </a:lnTo>
                <a:lnTo>
                  <a:pt x="2798" y="260"/>
                </a:lnTo>
                <a:lnTo>
                  <a:pt x="2802" y="260"/>
                </a:lnTo>
                <a:lnTo>
                  <a:pt x="2798" y="280"/>
                </a:lnTo>
                <a:lnTo>
                  <a:pt x="2798" y="281"/>
                </a:lnTo>
                <a:lnTo>
                  <a:pt x="2800" y="281"/>
                </a:lnTo>
                <a:lnTo>
                  <a:pt x="2800" y="281"/>
                </a:lnTo>
                <a:lnTo>
                  <a:pt x="2802" y="281"/>
                </a:lnTo>
                <a:lnTo>
                  <a:pt x="2802" y="283"/>
                </a:lnTo>
                <a:lnTo>
                  <a:pt x="2802" y="298"/>
                </a:lnTo>
                <a:lnTo>
                  <a:pt x="2802" y="314"/>
                </a:lnTo>
                <a:lnTo>
                  <a:pt x="2800" y="331"/>
                </a:lnTo>
                <a:lnTo>
                  <a:pt x="2802" y="345"/>
                </a:lnTo>
                <a:lnTo>
                  <a:pt x="2805" y="356"/>
                </a:lnTo>
                <a:lnTo>
                  <a:pt x="2811" y="334"/>
                </a:lnTo>
                <a:lnTo>
                  <a:pt x="2814" y="334"/>
                </a:lnTo>
                <a:lnTo>
                  <a:pt x="2814" y="327"/>
                </a:lnTo>
                <a:lnTo>
                  <a:pt x="2818" y="327"/>
                </a:lnTo>
                <a:lnTo>
                  <a:pt x="2818" y="296"/>
                </a:lnTo>
                <a:lnTo>
                  <a:pt x="2822" y="296"/>
                </a:lnTo>
                <a:lnTo>
                  <a:pt x="2831" y="247"/>
                </a:lnTo>
                <a:lnTo>
                  <a:pt x="2838" y="247"/>
                </a:lnTo>
                <a:lnTo>
                  <a:pt x="2842" y="276"/>
                </a:lnTo>
                <a:lnTo>
                  <a:pt x="2851" y="303"/>
                </a:lnTo>
                <a:lnTo>
                  <a:pt x="2851" y="331"/>
                </a:lnTo>
                <a:lnTo>
                  <a:pt x="2854" y="331"/>
                </a:lnTo>
                <a:lnTo>
                  <a:pt x="2858" y="301"/>
                </a:lnTo>
                <a:lnTo>
                  <a:pt x="2865" y="272"/>
                </a:lnTo>
                <a:lnTo>
                  <a:pt x="2874" y="247"/>
                </a:lnTo>
                <a:lnTo>
                  <a:pt x="2878" y="247"/>
                </a:lnTo>
                <a:lnTo>
                  <a:pt x="2878" y="251"/>
                </a:lnTo>
                <a:lnTo>
                  <a:pt x="2882" y="251"/>
                </a:lnTo>
                <a:lnTo>
                  <a:pt x="2882" y="254"/>
                </a:lnTo>
                <a:lnTo>
                  <a:pt x="2882" y="258"/>
                </a:lnTo>
                <a:lnTo>
                  <a:pt x="2880" y="263"/>
                </a:lnTo>
                <a:lnTo>
                  <a:pt x="2878" y="269"/>
                </a:lnTo>
                <a:lnTo>
                  <a:pt x="2878" y="274"/>
                </a:lnTo>
                <a:lnTo>
                  <a:pt x="2878" y="280"/>
                </a:lnTo>
                <a:lnTo>
                  <a:pt x="2882" y="280"/>
                </a:lnTo>
                <a:lnTo>
                  <a:pt x="2885" y="300"/>
                </a:lnTo>
                <a:lnTo>
                  <a:pt x="2891" y="300"/>
                </a:lnTo>
                <a:lnTo>
                  <a:pt x="2893" y="283"/>
                </a:lnTo>
                <a:lnTo>
                  <a:pt x="2896" y="265"/>
                </a:lnTo>
                <a:lnTo>
                  <a:pt x="2902" y="251"/>
                </a:lnTo>
                <a:lnTo>
                  <a:pt x="2911" y="247"/>
                </a:lnTo>
                <a:lnTo>
                  <a:pt x="2911" y="238"/>
                </a:lnTo>
                <a:lnTo>
                  <a:pt x="2907" y="225"/>
                </a:lnTo>
                <a:lnTo>
                  <a:pt x="2902" y="212"/>
                </a:lnTo>
                <a:lnTo>
                  <a:pt x="2896" y="200"/>
                </a:lnTo>
                <a:lnTo>
                  <a:pt x="2894" y="191"/>
                </a:lnTo>
                <a:lnTo>
                  <a:pt x="2905" y="196"/>
                </a:lnTo>
                <a:lnTo>
                  <a:pt x="2905" y="183"/>
                </a:lnTo>
                <a:lnTo>
                  <a:pt x="2902" y="183"/>
                </a:lnTo>
                <a:lnTo>
                  <a:pt x="2898" y="154"/>
                </a:lnTo>
                <a:lnTo>
                  <a:pt x="2905" y="154"/>
                </a:lnTo>
                <a:lnTo>
                  <a:pt x="2918" y="191"/>
                </a:lnTo>
                <a:lnTo>
                  <a:pt x="2922" y="220"/>
                </a:lnTo>
                <a:lnTo>
                  <a:pt x="2925" y="220"/>
                </a:lnTo>
                <a:lnTo>
                  <a:pt x="2925" y="243"/>
                </a:lnTo>
                <a:lnTo>
                  <a:pt x="2931" y="243"/>
                </a:lnTo>
                <a:lnTo>
                  <a:pt x="2931" y="267"/>
                </a:lnTo>
                <a:lnTo>
                  <a:pt x="2934" y="267"/>
                </a:lnTo>
                <a:lnTo>
                  <a:pt x="2936" y="281"/>
                </a:lnTo>
                <a:lnTo>
                  <a:pt x="2936" y="296"/>
                </a:lnTo>
                <a:lnTo>
                  <a:pt x="2938" y="307"/>
                </a:lnTo>
                <a:lnTo>
                  <a:pt x="2942" y="307"/>
                </a:lnTo>
                <a:lnTo>
                  <a:pt x="2943" y="280"/>
                </a:lnTo>
                <a:lnTo>
                  <a:pt x="2951" y="254"/>
                </a:lnTo>
                <a:lnTo>
                  <a:pt x="2958" y="232"/>
                </a:lnTo>
                <a:lnTo>
                  <a:pt x="2965" y="211"/>
                </a:lnTo>
                <a:lnTo>
                  <a:pt x="2965" y="196"/>
                </a:lnTo>
                <a:lnTo>
                  <a:pt x="2971" y="196"/>
                </a:lnTo>
                <a:lnTo>
                  <a:pt x="2971" y="183"/>
                </a:lnTo>
                <a:lnTo>
                  <a:pt x="2974" y="183"/>
                </a:lnTo>
                <a:lnTo>
                  <a:pt x="2974" y="167"/>
                </a:lnTo>
                <a:lnTo>
                  <a:pt x="2993" y="112"/>
                </a:lnTo>
                <a:lnTo>
                  <a:pt x="3005" y="54"/>
                </a:lnTo>
                <a:lnTo>
                  <a:pt x="3018" y="54"/>
                </a:lnTo>
                <a:lnTo>
                  <a:pt x="2998" y="131"/>
                </a:lnTo>
                <a:lnTo>
                  <a:pt x="2998" y="163"/>
                </a:lnTo>
                <a:lnTo>
                  <a:pt x="2994" y="163"/>
                </a:lnTo>
                <a:lnTo>
                  <a:pt x="2994" y="196"/>
                </a:lnTo>
                <a:lnTo>
                  <a:pt x="2991" y="196"/>
                </a:lnTo>
                <a:lnTo>
                  <a:pt x="2991" y="231"/>
                </a:lnTo>
                <a:lnTo>
                  <a:pt x="2985" y="231"/>
                </a:lnTo>
                <a:lnTo>
                  <a:pt x="2983" y="243"/>
                </a:lnTo>
                <a:lnTo>
                  <a:pt x="2985" y="260"/>
                </a:lnTo>
                <a:lnTo>
                  <a:pt x="2987" y="274"/>
                </a:lnTo>
                <a:lnTo>
                  <a:pt x="2991" y="283"/>
                </a:lnTo>
                <a:lnTo>
                  <a:pt x="3002" y="231"/>
                </a:lnTo>
                <a:lnTo>
                  <a:pt x="3005" y="231"/>
                </a:lnTo>
                <a:lnTo>
                  <a:pt x="3005" y="220"/>
                </a:lnTo>
                <a:lnTo>
                  <a:pt x="3011" y="220"/>
                </a:lnTo>
                <a:lnTo>
                  <a:pt x="3042" y="103"/>
                </a:lnTo>
                <a:lnTo>
                  <a:pt x="3051" y="103"/>
                </a:lnTo>
                <a:lnTo>
                  <a:pt x="3045" y="138"/>
                </a:lnTo>
                <a:lnTo>
                  <a:pt x="3033" y="172"/>
                </a:lnTo>
                <a:lnTo>
                  <a:pt x="3022" y="203"/>
                </a:lnTo>
                <a:lnTo>
                  <a:pt x="3022" y="220"/>
                </a:lnTo>
                <a:lnTo>
                  <a:pt x="3018" y="220"/>
                </a:lnTo>
                <a:lnTo>
                  <a:pt x="3018" y="236"/>
                </a:lnTo>
                <a:lnTo>
                  <a:pt x="3014" y="236"/>
                </a:lnTo>
                <a:lnTo>
                  <a:pt x="3014" y="247"/>
                </a:lnTo>
                <a:lnTo>
                  <a:pt x="3011" y="247"/>
                </a:lnTo>
                <a:lnTo>
                  <a:pt x="3011" y="263"/>
                </a:lnTo>
                <a:lnTo>
                  <a:pt x="3005" y="263"/>
                </a:lnTo>
                <a:lnTo>
                  <a:pt x="3005" y="271"/>
                </a:lnTo>
                <a:lnTo>
                  <a:pt x="3003" y="278"/>
                </a:lnTo>
                <a:lnTo>
                  <a:pt x="3003" y="285"/>
                </a:lnTo>
                <a:lnTo>
                  <a:pt x="3002" y="291"/>
                </a:lnTo>
                <a:lnTo>
                  <a:pt x="3011" y="291"/>
                </a:lnTo>
                <a:lnTo>
                  <a:pt x="3011" y="287"/>
                </a:lnTo>
                <a:lnTo>
                  <a:pt x="3038" y="287"/>
                </a:lnTo>
                <a:lnTo>
                  <a:pt x="3038" y="283"/>
                </a:lnTo>
                <a:lnTo>
                  <a:pt x="3042" y="283"/>
                </a:lnTo>
                <a:lnTo>
                  <a:pt x="3047" y="256"/>
                </a:lnTo>
                <a:lnTo>
                  <a:pt x="3056" y="231"/>
                </a:lnTo>
                <a:lnTo>
                  <a:pt x="3065" y="207"/>
                </a:lnTo>
                <a:lnTo>
                  <a:pt x="3067" y="192"/>
                </a:lnTo>
                <a:lnTo>
                  <a:pt x="3065" y="180"/>
                </a:lnTo>
                <a:lnTo>
                  <a:pt x="3063" y="169"/>
                </a:lnTo>
                <a:lnTo>
                  <a:pt x="3065" y="160"/>
                </a:lnTo>
                <a:lnTo>
                  <a:pt x="3069" y="163"/>
                </a:lnTo>
                <a:lnTo>
                  <a:pt x="3073" y="167"/>
                </a:lnTo>
                <a:lnTo>
                  <a:pt x="3078" y="171"/>
                </a:lnTo>
                <a:lnTo>
                  <a:pt x="3080" y="152"/>
                </a:lnTo>
                <a:lnTo>
                  <a:pt x="3083" y="136"/>
                </a:lnTo>
                <a:lnTo>
                  <a:pt x="3089" y="120"/>
                </a:lnTo>
                <a:lnTo>
                  <a:pt x="3094" y="103"/>
                </a:lnTo>
                <a:lnTo>
                  <a:pt x="3102" y="103"/>
                </a:lnTo>
                <a:lnTo>
                  <a:pt x="3085" y="171"/>
                </a:lnTo>
                <a:lnTo>
                  <a:pt x="3082" y="171"/>
                </a:lnTo>
                <a:lnTo>
                  <a:pt x="3078" y="196"/>
                </a:lnTo>
                <a:lnTo>
                  <a:pt x="3082" y="196"/>
                </a:lnTo>
                <a:lnTo>
                  <a:pt x="3082" y="214"/>
                </a:lnTo>
                <a:lnTo>
                  <a:pt x="3085" y="214"/>
                </a:lnTo>
                <a:lnTo>
                  <a:pt x="3085" y="247"/>
                </a:lnTo>
                <a:lnTo>
                  <a:pt x="3091" y="247"/>
                </a:lnTo>
                <a:lnTo>
                  <a:pt x="3094" y="223"/>
                </a:lnTo>
                <a:lnTo>
                  <a:pt x="3102" y="200"/>
                </a:lnTo>
                <a:lnTo>
                  <a:pt x="3111" y="178"/>
                </a:lnTo>
                <a:lnTo>
                  <a:pt x="3118" y="154"/>
                </a:lnTo>
                <a:lnTo>
                  <a:pt x="3125" y="154"/>
                </a:lnTo>
                <a:lnTo>
                  <a:pt x="3125" y="169"/>
                </a:lnTo>
                <a:lnTo>
                  <a:pt x="3122" y="185"/>
                </a:lnTo>
                <a:lnTo>
                  <a:pt x="3120" y="200"/>
                </a:lnTo>
                <a:lnTo>
                  <a:pt x="3118" y="214"/>
                </a:lnTo>
                <a:lnTo>
                  <a:pt x="3122" y="223"/>
                </a:lnTo>
                <a:lnTo>
                  <a:pt x="3123" y="209"/>
                </a:lnTo>
                <a:lnTo>
                  <a:pt x="3129" y="198"/>
                </a:lnTo>
                <a:lnTo>
                  <a:pt x="3134" y="187"/>
                </a:lnTo>
                <a:lnTo>
                  <a:pt x="3145" y="140"/>
                </a:lnTo>
                <a:lnTo>
                  <a:pt x="3154" y="140"/>
                </a:lnTo>
                <a:lnTo>
                  <a:pt x="3149" y="176"/>
                </a:lnTo>
                <a:lnTo>
                  <a:pt x="3142" y="214"/>
                </a:lnTo>
                <a:lnTo>
                  <a:pt x="3136" y="251"/>
                </a:lnTo>
                <a:lnTo>
                  <a:pt x="3133" y="287"/>
                </a:lnTo>
                <a:lnTo>
                  <a:pt x="3138" y="323"/>
                </a:lnTo>
                <a:lnTo>
                  <a:pt x="3140" y="338"/>
                </a:lnTo>
                <a:lnTo>
                  <a:pt x="3142" y="352"/>
                </a:lnTo>
                <a:lnTo>
                  <a:pt x="3145" y="363"/>
                </a:lnTo>
                <a:lnTo>
                  <a:pt x="3145" y="360"/>
                </a:lnTo>
                <a:lnTo>
                  <a:pt x="3156" y="343"/>
                </a:lnTo>
                <a:lnTo>
                  <a:pt x="3160" y="323"/>
                </a:lnTo>
                <a:lnTo>
                  <a:pt x="3160" y="303"/>
                </a:lnTo>
                <a:lnTo>
                  <a:pt x="3156" y="281"/>
                </a:lnTo>
                <a:lnTo>
                  <a:pt x="3154" y="260"/>
                </a:lnTo>
                <a:lnTo>
                  <a:pt x="3165" y="260"/>
                </a:lnTo>
                <a:lnTo>
                  <a:pt x="3165" y="274"/>
                </a:lnTo>
                <a:lnTo>
                  <a:pt x="3169" y="285"/>
                </a:lnTo>
                <a:lnTo>
                  <a:pt x="3174" y="296"/>
                </a:lnTo>
                <a:lnTo>
                  <a:pt x="3178" y="258"/>
                </a:lnTo>
                <a:lnTo>
                  <a:pt x="3185" y="223"/>
                </a:lnTo>
                <a:lnTo>
                  <a:pt x="3194" y="191"/>
                </a:lnTo>
                <a:lnTo>
                  <a:pt x="3194" y="178"/>
                </a:lnTo>
                <a:lnTo>
                  <a:pt x="3193" y="165"/>
                </a:lnTo>
                <a:lnTo>
                  <a:pt x="3191" y="154"/>
                </a:lnTo>
                <a:lnTo>
                  <a:pt x="3191" y="111"/>
                </a:lnTo>
                <a:lnTo>
                  <a:pt x="3183" y="91"/>
                </a:lnTo>
                <a:lnTo>
                  <a:pt x="3178" y="67"/>
                </a:lnTo>
                <a:lnTo>
                  <a:pt x="3191" y="67"/>
                </a:lnTo>
                <a:lnTo>
                  <a:pt x="3193" y="85"/>
                </a:lnTo>
                <a:lnTo>
                  <a:pt x="3198" y="100"/>
                </a:lnTo>
                <a:lnTo>
                  <a:pt x="3198" y="127"/>
                </a:lnTo>
                <a:lnTo>
                  <a:pt x="3202" y="127"/>
                </a:lnTo>
                <a:lnTo>
                  <a:pt x="3214" y="20"/>
                </a:lnTo>
                <a:lnTo>
                  <a:pt x="3222" y="20"/>
                </a:lnTo>
                <a:lnTo>
                  <a:pt x="3214" y="120"/>
                </a:lnTo>
                <a:lnTo>
                  <a:pt x="3211" y="131"/>
                </a:lnTo>
                <a:lnTo>
                  <a:pt x="3207" y="147"/>
                </a:lnTo>
                <a:lnTo>
                  <a:pt x="3203" y="167"/>
                </a:lnTo>
                <a:lnTo>
                  <a:pt x="3202" y="185"/>
                </a:lnTo>
                <a:lnTo>
                  <a:pt x="3202" y="200"/>
                </a:lnTo>
                <a:lnTo>
                  <a:pt x="3205" y="200"/>
                </a:lnTo>
                <a:lnTo>
                  <a:pt x="3205" y="214"/>
                </a:lnTo>
                <a:lnTo>
                  <a:pt x="3202" y="214"/>
                </a:lnTo>
                <a:lnTo>
                  <a:pt x="3202" y="220"/>
                </a:lnTo>
                <a:lnTo>
                  <a:pt x="3205" y="220"/>
                </a:lnTo>
                <a:lnTo>
                  <a:pt x="3205" y="247"/>
                </a:lnTo>
                <a:lnTo>
                  <a:pt x="3211" y="247"/>
                </a:lnTo>
                <a:lnTo>
                  <a:pt x="3213" y="220"/>
                </a:lnTo>
                <a:lnTo>
                  <a:pt x="3220" y="191"/>
                </a:lnTo>
                <a:lnTo>
                  <a:pt x="3229" y="163"/>
                </a:lnTo>
                <a:lnTo>
                  <a:pt x="3238" y="140"/>
                </a:lnTo>
                <a:lnTo>
                  <a:pt x="3240" y="127"/>
                </a:lnTo>
                <a:lnTo>
                  <a:pt x="3240" y="118"/>
                </a:lnTo>
                <a:lnTo>
                  <a:pt x="3242" y="111"/>
                </a:lnTo>
                <a:lnTo>
                  <a:pt x="3251" y="103"/>
                </a:lnTo>
                <a:lnTo>
                  <a:pt x="3251" y="100"/>
                </a:lnTo>
                <a:lnTo>
                  <a:pt x="3254" y="100"/>
                </a:lnTo>
                <a:lnTo>
                  <a:pt x="3254" y="114"/>
                </a:lnTo>
                <a:lnTo>
                  <a:pt x="3249" y="123"/>
                </a:lnTo>
                <a:lnTo>
                  <a:pt x="3247" y="131"/>
                </a:lnTo>
                <a:lnTo>
                  <a:pt x="3247" y="140"/>
                </a:lnTo>
                <a:lnTo>
                  <a:pt x="3245" y="151"/>
                </a:lnTo>
                <a:lnTo>
                  <a:pt x="3240" y="169"/>
                </a:lnTo>
                <a:lnTo>
                  <a:pt x="3234" y="187"/>
                </a:lnTo>
                <a:lnTo>
                  <a:pt x="3231" y="207"/>
                </a:lnTo>
                <a:lnTo>
                  <a:pt x="3234" y="207"/>
                </a:lnTo>
                <a:lnTo>
                  <a:pt x="3236" y="196"/>
                </a:lnTo>
                <a:lnTo>
                  <a:pt x="3240" y="185"/>
                </a:lnTo>
                <a:lnTo>
                  <a:pt x="3242" y="176"/>
                </a:lnTo>
                <a:lnTo>
                  <a:pt x="3251" y="176"/>
                </a:lnTo>
                <a:lnTo>
                  <a:pt x="3251" y="263"/>
                </a:lnTo>
                <a:lnTo>
                  <a:pt x="3254" y="263"/>
                </a:lnTo>
                <a:lnTo>
                  <a:pt x="3258" y="274"/>
                </a:lnTo>
                <a:lnTo>
                  <a:pt x="3251" y="274"/>
                </a:lnTo>
                <a:lnTo>
                  <a:pt x="3251" y="280"/>
                </a:lnTo>
                <a:lnTo>
                  <a:pt x="3258" y="280"/>
                </a:lnTo>
                <a:lnTo>
                  <a:pt x="3258" y="292"/>
                </a:lnTo>
                <a:lnTo>
                  <a:pt x="3262" y="305"/>
                </a:lnTo>
                <a:lnTo>
                  <a:pt x="3265" y="314"/>
                </a:lnTo>
                <a:lnTo>
                  <a:pt x="3269" y="294"/>
                </a:lnTo>
                <a:lnTo>
                  <a:pt x="3274" y="276"/>
                </a:lnTo>
                <a:lnTo>
                  <a:pt x="3282" y="260"/>
                </a:lnTo>
                <a:lnTo>
                  <a:pt x="3291" y="223"/>
                </a:lnTo>
                <a:lnTo>
                  <a:pt x="3294" y="223"/>
                </a:lnTo>
                <a:lnTo>
                  <a:pt x="3294" y="214"/>
                </a:lnTo>
                <a:lnTo>
                  <a:pt x="3298" y="214"/>
                </a:lnTo>
                <a:lnTo>
                  <a:pt x="3298" y="203"/>
                </a:lnTo>
                <a:lnTo>
                  <a:pt x="3325" y="143"/>
                </a:lnTo>
                <a:lnTo>
                  <a:pt x="3331" y="143"/>
                </a:lnTo>
                <a:lnTo>
                  <a:pt x="3331" y="160"/>
                </a:lnTo>
                <a:lnTo>
                  <a:pt x="3322" y="172"/>
                </a:lnTo>
                <a:lnTo>
                  <a:pt x="3314" y="196"/>
                </a:lnTo>
                <a:lnTo>
                  <a:pt x="3309" y="223"/>
                </a:lnTo>
                <a:lnTo>
                  <a:pt x="3303" y="251"/>
                </a:lnTo>
                <a:lnTo>
                  <a:pt x="3302" y="271"/>
                </a:lnTo>
                <a:lnTo>
                  <a:pt x="3302" y="283"/>
                </a:lnTo>
                <a:lnTo>
                  <a:pt x="3302" y="298"/>
                </a:lnTo>
                <a:lnTo>
                  <a:pt x="3302" y="311"/>
                </a:lnTo>
                <a:lnTo>
                  <a:pt x="3305" y="320"/>
                </a:lnTo>
                <a:lnTo>
                  <a:pt x="3311" y="251"/>
                </a:lnTo>
                <a:lnTo>
                  <a:pt x="3322" y="251"/>
                </a:lnTo>
                <a:lnTo>
                  <a:pt x="3322" y="254"/>
                </a:lnTo>
                <a:lnTo>
                  <a:pt x="3318" y="254"/>
                </a:lnTo>
                <a:lnTo>
                  <a:pt x="3318" y="287"/>
                </a:lnTo>
                <a:lnTo>
                  <a:pt x="3316" y="298"/>
                </a:lnTo>
                <a:lnTo>
                  <a:pt x="3314" y="311"/>
                </a:lnTo>
                <a:lnTo>
                  <a:pt x="3313" y="325"/>
                </a:lnTo>
                <a:lnTo>
                  <a:pt x="3314" y="338"/>
                </a:lnTo>
                <a:lnTo>
                  <a:pt x="3318" y="347"/>
                </a:lnTo>
                <a:lnTo>
                  <a:pt x="3325" y="300"/>
                </a:lnTo>
                <a:lnTo>
                  <a:pt x="3331" y="300"/>
                </a:lnTo>
                <a:lnTo>
                  <a:pt x="3331" y="287"/>
                </a:lnTo>
                <a:lnTo>
                  <a:pt x="3334" y="287"/>
                </a:lnTo>
                <a:lnTo>
                  <a:pt x="3331" y="260"/>
                </a:lnTo>
                <a:lnTo>
                  <a:pt x="3334" y="260"/>
                </a:lnTo>
                <a:lnTo>
                  <a:pt x="3334" y="263"/>
                </a:lnTo>
                <a:lnTo>
                  <a:pt x="3336" y="263"/>
                </a:lnTo>
                <a:lnTo>
                  <a:pt x="3340" y="261"/>
                </a:lnTo>
                <a:lnTo>
                  <a:pt x="3345" y="260"/>
                </a:lnTo>
                <a:lnTo>
                  <a:pt x="3351" y="260"/>
                </a:lnTo>
                <a:lnTo>
                  <a:pt x="3351" y="261"/>
                </a:lnTo>
                <a:lnTo>
                  <a:pt x="3354" y="263"/>
                </a:lnTo>
                <a:lnTo>
                  <a:pt x="3356" y="265"/>
                </a:lnTo>
                <a:lnTo>
                  <a:pt x="3358" y="267"/>
                </a:lnTo>
                <a:lnTo>
                  <a:pt x="3358" y="267"/>
                </a:lnTo>
                <a:lnTo>
                  <a:pt x="3358" y="287"/>
                </a:lnTo>
                <a:lnTo>
                  <a:pt x="3362" y="287"/>
                </a:lnTo>
                <a:lnTo>
                  <a:pt x="3362" y="303"/>
                </a:lnTo>
                <a:lnTo>
                  <a:pt x="3365" y="303"/>
                </a:lnTo>
                <a:lnTo>
                  <a:pt x="3367" y="316"/>
                </a:lnTo>
                <a:lnTo>
                  <a:pt x="3369" y="329"/>
                </a:lnTo>
                <a:lnTo>
                  <a:pt x="3371" y="340"/>
                </a:lnTo>
                <a:lnTo>
                  <a:pt x="3374" y="340"/>
                </a:lnTo>
                <a:lnTo>
                  <a:pt x="3376" y="318"/>
                </a:lnTo>
                <a:lnTo>
                  <a:pt x="3382" y="300"/>
                </a:lnTo>
                <a:lnTo>
                  <a:pt x="3387" y="281"/>
                </a:lnTo>
                <a:lnTo>
                  <a:pt x="3391" y="263"/>
                </a:lnTo>
                <a:lnTo>
                  <a:pt x="3402" y="263"/>
                </a:lnTo>
                <a:lnTo>
                  <a:pt x="3391" y="300"/>
                </a:lnTo>
                <a:lnTo>
                  <a:pt x="3391" y="320"/>
                </a:lnTo>
                <a:lnTo>
                  <a:pt x="3385" y="320"/>
                </a:lnTo>
                <a:lnTo>
                  <a:pt x="3385" y="400"/>
                </a:lnTo>
                <a:lnTo>
                  <a:pt x="3385" y="412"/>
                </a:lnTo>
                <a:lnTo>
                  <a:pt x="3385" y="427"/>
                </a:lnTo>
                <a:lnTo>
                  <a:pt x="3385" y="441"/>
                </a:lnTo>
                <a:lnTo>
                  <a:pt x="3391" y="451"/>
                </a:lnTo>
                <a:lnTo>
                  <a:pt x="3393" y="392"/>
                </a:lnTo>
                <a:lnTo>
                  <a:pt x="3400" y="338"/>
                </a:lnTo>
                <a:lnTo>
                  <a:pt x="3413" y="289"/>
                </a:lnTo>
                <a:lnTo>
                  <a:pt x="3425" y="243"/>
                </a:lnTo>
                <a:lnTo>
                  <a:pt x="3425" y="223"/>
                </a:lnTo>
                <a:lnTo>
                  <a:pt x="3431" y="223"/>
                </a:lnTo>
                <a:lnTo>
                  <a:pt x="3434" y="207"/>
                </a:lnTo>
                <a:lnTo>
                  <a:pt x="3438" y="207"/>
                </a:lnTo>
                <a:lnTo>
                  <a:pt x="3438" y="192"/>
                </a:lnTo>
                <a:lnTo>
                  <a:pt x="3434" y="178"/>
                </a:lnTo>
                <a:lnTo>
                  <a:pt x="3429" y="161"/>
                </a:lnTo>
                <a:lnTo>
                  <a:pt x="3425" y="147"/>
                </a:lnTo>
                <a:lnTo>
                  <a:pt x="3434" y="147"/>
                </a:lnTo>
                <a:lnTo>
                  <a:pt x="3438" y="163"/>
                </a:lnTo>
                <a:lnTo>
                  <a:pt x="3442" y="163"/>
                </a:lnTo>
                <a:lnTo>
                  <a:pt x="3442" y="180"/>
                </a:lnTo>
                <a:lnTo>
                  <a:pt x="3445" y="180"/>
                </a:lnTo>
                <a:lnTo>
                  <a:pt x="3445" y="191"/>
                </a:lnTo>
                <a:lnTo>
                  <a:pt x="3451" y="191"/>
                </a:lnTo>
                <a:lnTo>
                  <a:pt x="3451" y="203"/>
                </a:lnTo>
                <a:lnTo>
                  <a:pt x="3454" y="203"/>
                </a:lnTo>
                <a:lnTo>
                  <a:pt x="3465" y="260"/>
                </a:lnTo>
                <a:lnTo>
                  <a:pt x="3471" y="260"/>
                </a:lnTo>
                <a:lnTo>
                  <a:pt x="3471" y="280"/>
                </a:lnTo>
                <a:lnTo>
                  <a:pt x="3474" y="280"/>
                </a:lnTo>
                <a:lnTo>
                  <a:pt x="3476" y="292"/>
                </a:lnTo>
                <a:lnTo>
                  <a:pt x="3476" y="305"/>
                </a:lnTo>
                <a:lnTo>
                  <a:pt x="3482" y="314"/>
                </a:lnTo>
                <a:lnTo>
                  <a:pt x="3483" y="292"/>
                </a:lnTo>
                <a:lnTo>
                  <a:pt x="3491" y="271"/>
                </a:lnTo>
                <a:lnTo>
                  <a:pt x="3494" y="271"/>
                </a:lnTo>
                <a:lnTo>
                  <a:pt x="3494" y="263"/>
                </a:lnTo>
                <a:lnTo>
                  <a:pt x="3498" y="263"/>
                </a:lnTo>
                <a:lnTo>
                  <a:pt x="3502" y="183"/>
                </a:lnTo>
                <a:lnTo>
                  <a:pt x="3514" y="183"/>
                </a:lnTo>
                <a:lnTo>
                  <a:pt x="3514" y="196"/>
                </a:lnTo>
                <a:lnTo>
                  <a:pt x="3516" y="207"/>
                </a:lnTo>
                <a:lnTo>
                  <a:pt x="3522" y="214"/>
                </a:lnTo>
                <a:lnTo>
                  <a:pt x="3520" y="187"/>
                </a:lnTo>
                <a:lnTo>
                  <a:pt x="3513" y="160"/>
                </a:lnTo>
                <a:lnTo>
                  <a:pt x="3507" y="134"/>
                </a:lnTo>
                <a:lnTo>
                  <a:pt x="3502" y="107"/>
                </a:lnTo>
                <a:lnTo>
                  <a:pt x="3514" y="111"/>
                </a:lnTo>
                <a:lnTo>
                  <a:pt x="3518" y="140"/>
                </a:lnTo>
                <a:lnTo>
                  <a:pt x="3525" y="163"/>
                </a:lnTo>
                <a:lnTo>
                  <a:pt x="3525" y="187"/>
                </a:lnTo>
                <a:lnTo>
                  <a:pt x="3531" y="187"/>
                </a:lnTo>
                <a:lnTo>
                  <a:pt x="3531" y="211"/>
                </a:lnTo>
                <a:lnTo>
                  <a:pt x="3534" y="211"/>
                </a:lnTo>
                <a:lnTo>
                  <a:pt x="3536" y="223"/>
                </a:lnTo>
                <a:lnTo>
                  <a:pt x="3536" y="234"/>
                </a:lnTo>
                <a:lnTo>
                  <a:pt x="3538" y="247"/>
                </a:lnTo>
                <a:lnTo>
                  <a:pt x="3542" y="254"/>
                </a:lnTo>
                <a:lnTo>
                  <a:pt x="3543" y="238"/>
                </a:lnTo>
                <a:lnTo>
                  <a:pt x="3545" y="221"/>
                </a:lnTo>
                <a:lnTo>
                  <a:pt x="3551" y="207"/>
                </a:lnTo>
                <a:lnTo>
                  <a:pt x="3551" y="180"/>
                </a:lnTo>
                <a:lnTo>
                  <a:pt x="3554" y="180"/>
                </a:lnTo>
                <a:lnTo>
                  <a:pt x="3554" y="151"/>
                </a:lnTo>
                <a:lnTo>
                  <a:pt x="3558" y="151"/>
                </a:lnTo>
                <a:lnTo>
                  <a:pt x="3558" y="127"/>
                </a:lnTo>
                <a:lnTo>
                  <a:pt x="3562" y="127"/>
                </a:lnTo>
                <a:lnTo>
                  <a:pt x="3562" y="107"/>
                </a:lnTo>
                <a:lnTo>
                  <a:pt x="3565" y="107"/>
                </a:lnTo>
                <a:lnTo>
                  <a:pt x="3567" y="94"/>
                </a:lnTo>
                <a:lnTo>
                  <a:pt x="3569" y="85"/>
                </a:lnTo>
                <a:lnTo>
                  <a:pt x="3574" y="76"/>
                </a:lnTo>
                <a:lnTo>
                  <a:pt x="3576" y="74"/>
                </a:lnTo>
                <a:lnTo>
                  <a:pt x="3576" y="72"/>
                </a:lnTo>
                <a:lnTo>
                  <a:pt x="3576" y="72"/>
                </a:lnTo>
                <a:lnTo>
                  <a:pt x="3578" y="72"/>
                </a:lnTo>
                <a:lnTo>
                  <a:pt x="3580" y="72"/>
                </a:lnTo>
                <a:lnTo>
                  <a:pt x="3582" y="71"/>
                </a:lnTo>
                <a:lnTo>
                  <a:pt x="3576" y="103"/>
                </a:lnTo>
                <a:lnTo>
                  <a:pt x="3569" y="140"/>
                </a:lnTo>
                <a:lnTo>
                  <a:pt x="3562" y="171"/>
                </a:lnTo>
                <a:lnTo>
                  <a:pt x="3562" y="196"/>
                </a:lnTo>
                <a:lnTo>
                  <a:pt x="3558" y="196"/>
                </a:lnTo>
                <a:lnTo>
                  <a:pt x="3558" y="254"/>
                </a:lnTo>
                <a:lnTo>
                  <a:pt x="3554" y="254"/>
                </a:lnTo>
                <a:lnTo>
                  <a:pt x="3554" y="271"/>
                </a:lnTo>
                <a:lnTo>
                  <a:pt x="3558" y="271"/>
                </a:lnTo>
                <a:lnTo>
                  <a:pt x="3560" y="285"/>
                </a:lnTo>
                <a:lnTo>
                  <a:pt x="3558" y="301"/>
                </a:lnTo>
                <a:lnTo>
                  <a:pt x="3556" y="318"/>
                </a:lnTo>
                <a:lnTo>
                  <a:pt x="3556" y="334"/>
                </a:lnTo>
                <a:lnTo>
                  <a:pt x="3558" y="349"/>
                </a:lnTo>
                <a:lnTo>
                  <a:pt x="3562" y="360"/>
                </a:lnTo>
                <a:lnTo>
                  <a:pt x="3562" y="320"/>
                </a:lnTo>
                <a:lnTo>
                  <a:pt x="3571" y="314"/>
                </a:lnTo>
                <a:lnTo>
                  <a:pt x="3582" y="263"/>
                </a:lnTo>
                <a:lnTo>
                  <a:pt x="3591" y="263"/>
                </a:lnTo>
                <a:lnTo>
                  <a:pt x="3589" y="271"/>
                </a:lnTo>
                <a:lnTo>
                  <a:pt x="3587" y="283"/>
                </a:lnTo>
                <a:lnTo>
                  <a:pt x="3583" y="296"/>
                </a:lnTo>
                <a:lnTo>
                  <a:pt x="3580" y="307"/>
                </a:lnTo>
                <a:lnTo>
                  <a:pt x="3578" y="311"/>
                </a:lnTo>
                <a:lnTo>
                  <a:pt x="3578" y="314"/>
                </a:lnTo>
                <a:lnTo>
                  <a:pt x="3585" y="314"/>
                </a:lnTo>
                <a:lnTo>
                  <a:pt x="3587" y="340"/>
                </a:lnTo>
                <a:lnTo>
                  <a:pt x="3587" y="367"/>
                </a:lnTo>
                <a:lnTo>
                  <a:pt x="3587" y="394"/>
                </a:lnTo>
                <a:lnTo>
                  <a:pt x="3582" y="416"/>
                </a:lnTo>
                <a:lnTo>
                  <a:pt x="3585" y="416"/>
                </a:lnTo>
                <a:lnTo>
                  <a:pt x="3585" y="411"/>
                </a:lnTo>
                <a:lnTo>
                  <a:pt x="3591" y="411"/>
                </a:lnTo>
                <a:lnTo>
                  <a:pt x="3598" y="351"/>
                </a:lnTo>
                <a:lnTo>
                  <a:pt x="3602" y="351"/>
                </a:lnTo>
                <a:lnTo>
                  <a:pt x="3602" y="327"/>
                </a:lnTo>
                <a:lnTo>
                  <a:pt x="3605" y="327"/>
                </a:lnTo>
                <a:lnTo>
                  <a:pt x="3605" y="314"/>
                </a:lnTo>
                <a:lnTo>
                  <a:pt x="3611" y="314"/>
                </a:lnTo>
                <a:lnTo>
                  <a:pt x="3611" y="247"/>
                </a:lnTo>
                <a:lnTo>
                  <a:pt x="3614" y="247"/>
                </a:lnTo>
                <a:lnTo>
                  <a:pt x="3611" y="240"/>
                </a:lnTo>
                <a:lnTo>
                  <a:pt x="3611" y="163"/>
                </a:lnTo>
                <a:lnTo>
                  <a:pt x="3605" y="163"/>
                </a:lnTo>
                <a:lnTo>
                  <a:pt x="3605" y="147"/>
                </a:lnTo>
                <a:lnTo>
                  <a:pt x="3618" y="147"/>
                </a:lnTo>
                <a:lnTo>
                  <a:pt x="3620" y="169"/>
                </a:lnTo>
                <a:lnTo>
                  <a:pt x="3625" y="187"/>
                </a:lnTo>
                <a:lnTo>
                  <a:pt x="3631" y="203"/>
                </a:lnTo>
                <a:lnTo>
                  <a:pt x="3633" y="218"/>
                </a:lnTo>
                <a:lnTo>
                  <a:pt x="3633" y="232"/>
                </a:lnTo>
                <a:lnTo>
                  <a:pt x="3638" y="243"/>
                </a:lnTo>
                <a:lnTo>
                  <a:pt x="3634" y="163"/>
                </a:lnTo>
                <a:lnTo>
                  <a:pt x="3642" y="163"/>
                </a:lnTo>
                <a:lnTo>
                  <a:pt x="3642" y="131"/>
                </a:lnTo>
                <a:lnTo>
                  <a:pt x="3645" y="131"/>
                </a:lnTo>
                <a:lnTo>
                  <a:pt x="3645" y="100"/>
                </a:lnTo>
                <a:lnTo>
                  <a:pt x="3647" y="69"/>
                </a:lnTo>
                <a:lnTo>
                  <a:pt x="3654" y="43"/>
                </a:lnTo>
                <a:lnTo>
                  <a:pt x="3658" y="43"/>
                </a:lnTo>
                <a:lnTo>
                  <a:pt x="3658" y="107"/>
                </a:lnTo>
                <a:lnTo>
                  <a:pt x="3654" y="118"/>
                </a:lnTo>
                <a:lnTo>
                  <a:pt x="3653" y="132"/>
                </a:lnTo>
                <a:lnTo>
                  <a:pt x="3654" y="149"/>
                </a:lnTo>
                <a:lnTo>
                  <a:pt x="3654" y="165"/>
                </a:lnTo>
                <a:lnTo>
                  <a:pt x="3654" y="180"/>
                </a:lnTo>
                <a:lnTo>
                  <a:pt x="3651" y="200"/>
                </a:lnTo>
                <a:lnTo>
                  <a:pt x="3654" y="223"/>
                </a:lnTo>
                <a:lnTo>
                  <a:pt x="3658" y="223"/>
                </a:lnTo>
                <a:lnTo>
                  <a:pt x="3658" y="240"/>
                </a:lnTo>
                <a:lnTo>
                  <a:pt x="3662" y="240"/>
                </a:lnTo>
                <a:lnTo>
                  <a:pt x="3671" y="314"/>
                </a:lnTo>
                <a:lnTo>
                  <a:pt x="3691" y="314"/>
                </a:lnTo>
                <a:lnTo>
                  <a:pt x="3687" y="258"/>
                </a:lnTo>
                <a:lnTo>
                  <a:pt x="3682" y="205"/>
                </a:lnTo>
                <a:lnTo>
                  <a:pt x="3673" y="156"/>
                </a:lnTo>
                <a:lnTo>
                  <a:pt x="3662" y="107"/>
                </a:lnTo>
                <a:lnTo>
                  <a:pt x="3674" y="111"/>
                </a:lnTo>
                <a:lnTo>
                  <a:pt x="3678" y="138"/>
                </a:lnTo>
                <a:lnTo>
                  <a:pt x="3685" y="163"/>
                </a:lnTo>
                <a:lnTo>
                  <a:pt x="3685" y="187"/>
                </a:lnTo>
                <a:lnTo>
                  <a:pt x="3691" y="187"/>
                </a:lnTo>
                <a:lnTo>
                  <a:pt x="3691" y="211"/>
                </a:lnTo>
                <a:lnTo>
                  <a:pt x="3694" y="211"/>
                </a:lnTo>
                <a:lnTo>
                  <a:pt x="3694" y="231"/>
                </a:lnTo>
                <a:lnTo>
                  <a:pt x="3698" y="231"/>
                </a:lnTo>
                <a:lnTo>
                  <a:pt x="3700" y="243"/>
                </a:lnTo>
                <a:lnTo>
                  <a:pt x="3700" y="258"/>
                </a:lnTo>
                <a:lnTo>
                  <a:pt x="3702" y="269"/>
                </a:lnTo>
                <a:lnTo>
                  <a:pt x="3705" y="280"/>
                </a:lnTo>
                <a:lnTo>
                  <a:pt x="3725" y="0"/>
                </a:lnTo>
                <a:close/>
              </a:path>
            </a:pathLst>
          </a:custGeom>
          <a:solidFill>
            <a:srgbClr val="78D24F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ko-KR" altLang="en-US"/>
          </a:p>
        </p:txBody>
      </p:sp>
      <p:sp>
        <p:nvSpPr>
          <p:cNvPr id="291" name="Rectangle 23"/>
          <p:cNvSpPr/>
          <p:nvPr/>
        </p:nvSpPr>
        <p:spPr>
          <a:xfrm>
            <a:off x="5741670" y="344170"/>
            <a:ext cx="1839595" cy="1003300"/>
          </a:xfrm>
          <a:custGeom>
            <a:avLst/>
            <a:gdLst/>
            <a:ahLst/>
            <a:cxnLst/>
            <a:rect l="l" t="t" r="r" b="b"/>
            <a:pathLst>
              <a:path w="3224845" h="2078296">
                <a:moveTo>
                  <a:pt x="1153236" y="427959"/>
                </a:moveTo>
                <a:cubicBezTo>
                  <a:pt x="1348431" y="427959"/>
                  <a:pt x="1521080" y="524490"/>
                  <a:pt x="1617434" y="678532"/>
                </a:cubicBezTo>
                <a:cubicBezTo>
                  <a:pt x="1678138" y="623092"/>
                  <a:pt x="1759417" y="592820"/>
                  <a:pt x="1847771" y="592820"/>
                </a:cubicBezTo>
                <a:cubicBezTo>
                  <a:pt x="2039655" y="592820"/>
                  <a:pt x="2198190" y="735609"/>
                  <a:pt x="2216233" y="921620"/>
                </a:cubicBezTo>
                <a:cubicBezTo>
                  <a:pt x="2219548" y="919625"/>
                  <a:pt x="2222903" y="919594"/>
                  <a:pt x="2226267" y="919594"/>
                </a:cubicBezTo>
                <a:cubicBezTo>
                  <a:pt x="2546231" y="919594"/>
                  <a:pt x="2805617" y="1178981"/>
                  <a:pt x="2805617" y="1498945"/>
                </a:cubicBezTo>
                <a:cubicBezTo>
                  <a:pt x="2805617" y="1801051"/>
                  <a:pt x="2574378" y="2049153"/>
                  <a:pt x="2279216" y="2075622"/>
                </a:cubicBezTo>
                <a:lnTo>
                  <a:pt x="2279216" y="2078296"/>
                </a:lnTo>
                <a:lnTo>
                  <a:pt x="2226267" y="2078296"/>
                </a:lnTo>
                <a:lnTo>
                  <a:pt x="646561" y="2078296"/>
                </a:lnTo>
                <a:lnTo>
                  <a:pt x="646561" y="2073975"/>
                </a:lnTo>
                <a:cubicBezTo>
                  <a:pt x="624550" y="2076984"/>
                  <a:pt x="602103" y="2078296"/>
                  <a:pt x="579350" y="2078296"/>
                </a:cubicBezTo>
                <a:cubicBezTo>
                  <a:pt x="259386" y="2078296"/>
                  <a:pt x="0" y="1818910"/>
                  <a:pt x="0" y="1498945"/>
                </a:cubicBezTo>
                <a:cubicBezTo>
                  <a:pt x="0" y="1178981"/>
                  <a:pt x="259386" y="919594"/>
                  <a:pt x="579350" y="919594"/>
                </a:cubicBezTo>
                <a:lnTo>
                  <a:pt x="591118" y="921972"/>
                </a:lnTo>
                <a:cubicBezTo>
                  <a:pt x="622324" y="641639"/>
                  <a:pt x="862826" y="427959"/>
                  <a:pt x="1153236" y="427959"/>
                </a:cubicBezTo>
                <a:close/>
                <a:moveTo>
                  <a:pt x="1844671" y="0"/>
                </a:moveTo>
                <a:cubicBezTo>
                  <a:pt x="2007709" y="0"/>
                  <a:pt x="2151917" y="80629"/>
                  <a:pt x="2232398" y="209295"/>
                </a:cubicBezTo>
                <a:cubicBezTo>
                  <a:pt x="2283102" y="162988"/>
                  <a:pt x="2350992" y="137703"/>
                  <a:pt x="2424790" y="137703"/>
                </a:cubicBezTo>
                <a:cubicBezTo>
                  <a:pt x="2585064" y="137703"/>
                  <a:pt x="2717483" y="256969"/>
                  <a:pt x="2732554" y="412337"/>
                </a:cubicBezTo>
                <a:cubicBezTo>
                  <a:pt x="2735322" y="410671"/>
                  <a:pt x="2738125" y="410646"/>
                  <a:pt x="2740934" y="410646"/>
                </a:cubicBezTo>
                <a:cubicBezTo>
                  <a:pt x="3008189" y="410646"/>
                  <a:pt x="3224845" y="627302"/>
                  <a:pt x="3224845" y="894557"/>
                </a:cubicBezTo>
                <a:cubicBezTo>
                  <a:pt x="3224845" y="1096996"/>
                  <a:pt x="3100535" y="1270403"/>
                  <a:pt x="2923312" y="1340619"/>
                </a:cubicBezTo>
                <a:cubicBezTo>
                  <a:pt x="2866347" y="1049229"/>
                  <a:pt x="2609521" y="829523"/>
                  <a:pt x="2301383" y="829523"/>
                </a:cubicBezTo>
                <a:cubicBezTo>
                  <a:pt x="2297701" y="829523"/>
                  <a:pt x="2294026" y="829557"/>
                  <a:pt x="2290397" y="831741"/>
                </a:cubicBezTo>
                <a:cubicBezTo>
                  <a:pt x="2270640" y="628070"/>
                  <a:pt x="2097054" y="471725"/>
                  <a:pt x="1886953" y="471725"/>
                </a:cubicBezTo>
                <a:cubicBezTo>
                  <a:pt x="1790211" y="471725"/>
                  <a:pt x="1701214" y="504871"/>
                  <a:pt x="1634747" y="565575"/>
                </a:cubicBezTo>
                <a:cubicBezTo>
                  <a:pt x="1575570" y="470966"/>
                  <a:pt x="1490108" y="396171"/>
                  <a:pt x="1388252" y="349790"/>
                </a:cubicBezTo>
                <a:cubicBezTo>
                  <a:pt x="1438607" y="147092"/>
                  <a:pt x="1624461" y="0"/>
                  <a:pt x="1844671" y="0"/>
                </a:cubicBezTo>
                <a:close/>
              </a:path>
            </a:pathLst>
          </a:custGeom>
          <a:solidFill>
            <a:srgbClr val="5389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700"/>
          </a:p>
        </p:txBody>
      </p:sp>
      <p:sp>
        <p:nvSpPr>
          <p:cNvPr id="292" name="Rounded Rectangle 51"/>
          <p:cNvSpPr/>
          <p:nvPr/>
        </p:nvSpPr>
        <p:spPr>
          <a:xfrm rot="16200000" flipH="1">
            <a:off x="8482330" y="2248535"/>
            <a:ext cx="646430" cy="586740"/>
          </a:xfrm>
          <a:custGeom>
            <a:avLst/>
            <a:gdLst/>
            <a:ahLst/>
            <a:cxnLst/>
            <a:rect l="l" t="t" r="r" b="b"/>
            <a:pathLst>
              <a:path w="2928608" h="2758049">
                <a:moveTo>
                  <a:pt x="2797052" y="1199936"/>
                </a:moveTo>
                <a:lnTo>
                  <a:pt x="2797052" y="1541978"/>
                </a:lnTo>
                <a:cubicBezTo>
                  <a:pt x="2797052" y="1578306"/>
                  <a:pt x="2826502" y="1607756"/>
                  <a:pt x="2862830" y="1607756"/>
                </a:cubicBezTo>
                <a:lnTo>
                  <a:pt x="2862830" y="1607755"/>
                </a:lnTo>
                <a:cubicBezTo>
                  <a:pt x="2899158" y="1607755"/>
                  <a:pt x="2928608" y="1578305"/>
                  <a:pt x="2928608" y="1541977"/>
                </a:cubicBezTo>
                <a:lnTo>
                  <a:pt x="2928607" y="1199936"/>
                </a:lnTo>
                <a:cubicBezTo>
                  <a:pt x="2928607" y="1163608"/>
                  <a:pt x="2899158" y="1134159"/>
                  <a:pt x="2862830" y="1134158"/>
                </a:cubicBezTo>
                <a:cubicBezTo>
                  <a:pt x="2826502" y="1134159"/>
                  <a:pt x="2797052" y="1163608"/>
                  <a:pt x="2797052" y="1199936"/>
                </a:cubicBezTo>
                <a:close/>
                <a:moveTo>
                  <a:pt x="2593193" y="1147315"/>
                </a:moveTo>
                <a:lnTo>
                  <a:pt x="2593193" y="1594601"/>
                </a:lnTo>
                <a:cubicBezTo>
                  <a:pt x="2593193" y="1630929"/>
                  <a:pt x="2622643" y="1660379"/>
                  <a:pt x="2658971" y="1660379"/>
                </a:cubicBezTo>
                <a:lnTo>
                  <a:pt x="2658971" y="1660378"/>
                </a:lnTo>
                <a:cubicBezTo>
                  <a:pt x="2695299" y="1660378"/>
                  <a:pt x="2724749" y="1630928"/>
                  <a:pt x="2724749" y="1594600"/>
                </a:cubicBezTo>
                <a:lnTo>
                  <a:pt x="2724748" y="1147315"/>
                </a:lnTo>
                <a:cubicBezTo>
                  <a:pt x="2724748" y="1110987"/>
                  <a:pt x="2695299" y="1081538"/>
                  <a:pt x="2658971" y="1081537"/>
                </a:cubicBezTo>
                <a:cubicBezTo>
                  <a:pt x="2622643" y="1081538"/>
                  <a:pt x="2593193" y="1110987"/>
                  <a:pt x="2593193" y="1147315"/>
                </a:cubicBezTo>
                <a:close/>
                <a:moveTo>
                  <a:pt x="2389334" y="1121004"/>
                </a:moveTo>
                <a:lnTo>
                  <a:pt x="2389334" y="1620912"/>
                </a:lnTo>
                <a:cubicBezTo>
                  <a:pt x="2389334" y="1657240"/>
                  <a:pt x="2418784" y="1686690"/>
                  <a:pt x="2455112" y="1686690"/>
                </a:cubicBezTo>
                <a:lnTo>
                  <a:pt x="2455112" y="1686689"/>
                </a:lnTo>
                <a:cubicBezTo>
                  <a:pt x="2491440" y="1686689"/>
                  <a:pt x="2520890" y="1657239"/>
                  <a:pt x="2520890" y="1620911"/>
                </a:cubicBezTo>
                <a:lnTo>
                  <a:pt x="2520889" y="1121004"/>
                </a:lnTo>
                <a:cubicBezTo>
                  <a:pt x="2520889" y="1084676"/>
                  <a:pt x="2491440" y="1055227"/>
                  <a:pt x="2455112" y="1055226"/>
                </a:cubicBezTo>
                <a:cubicBezTo>
                  <a:pt x="2418784" y="1055227"/>
                  <a:pt x="2389334" y="1084676"/>
                  <a:pt x="2389334" y="1121004"/>
                </a:cubicBezTo>
                <a:close/>
                <a:moveTo>
                  <a:pt x="1314382" y="1247024"/>
                </a:moveTo>
                <a:cubicBezTo>
                  <a:pt x="1314381" y="1225915"/>
                  <a:pt x="1331494" y="1208803"/>
                  <a:pt x="1352603" y="1208803"/>
                </a:cubicBezTo>
                <a:lnTo>
                  <a:pt x="1410313" y="1208803"/>
                </a:lnTo>
                <a:lnTo>
                  <a:pt x="1410313" y="1146778"/>
                </a:lnTo>
                <a:cubicBezTo>
                  <a:pt x="1410313" y="1145599"/>
                  <a:pt x="1410393" y="1144438"/>
                  <a:pt x="1411688" y="1143457"/>
                </a:cubicBezTo>
                <a:lnTo>
                  <a:pt x="1408531" y="1133444"/>
                </a:lnTo>
                <a:cubicBezTo>
                  <a:pt x="1410371" y="1112415"/>
                  <a:pt x="1428909" y="1096860"/>
                  <a:pt x="1449938" y="1098699"/>
                </a:cubicBezTo>
                <a:lnTo>
                  <a:pt x="2236821" y="1167543"/>
                </a:lnTo>
                <a:cubicBezTo>
                  <a:pt x="2257849" y="1169383"/>
                  <a:pt x="2273405" y="1187920"/>
                  <a:pt x="2271565" y="1208950"/>
                </a:cubicBezTo>
                <a:cubicBezTo>
                  <a:pt x="2269725" y="1229978"/>
                  <a:pt x="2251187" y="1245533"/>
                  <a:pt x="2230159" y="1243693"/>
                </a:cubicBezTo>
                <a:cubicBezTo>
                  <a:pt x="1973864" y="1221271"/>
                  <a:pt x="1717570" y="1198849"/>
                  <a:pt x="1461275" y="1176426"/>
                </a:cubicBezTo>
                <a:lnTo>
                  <a:pt x="1461274" y="1208803"/>
                </a:lnTo>
                <a:lnTo>
                  <a:pt x="1518985" y="1208803"/>
                </a:lnTo>
                <a:cubicBezTo>
                  <a:pt x="1540095" y="1208802"/>
                  <a:pt x="1557205" y="1225915"/>
                  <a:pt x="1557206" y="1247025"/>
                </a:cubicBezTo>
                <a:lnTo>
                  <a:pt x="1557207" y="1247023"/>
                </a:lnTo>
                <a:cubicBezTo>
                  <a:pt x="1557207" y="1268132"/>
                  <a:pt x="1540095" y="1285244"/>
                  <a:pt x="1518986" y="1285244"/>
                </a:cubicBezTo>
                <a:cubicBezTo>
                  <a:pt x="1499749" y="1285244"/>
                  <a:pt x="1480511" y="1285243"/>
                  <a:pt x="1461275" y="1285244"/>
                </a:cubicBezTo>
                <a:lnTo>
                  <a:pt x="1461275" y="1337600"/>
                </a:lnTo>
                <a:lnTo>
                  <a:pt x="1518985" y="1337600"/>
                </a:lnTo>
                <a:cubicBezTo>
                  <a:pt x="1540095" y="1337600"/>
                  <a:pt x="1557206" y="1354713"/>
                  <a:pt x="1557206" y="1375821"/>
                </a:cubicBezTo>
                <a:lnTo>
                  <a:pt x="1557207" y="1375820"/>
                </a:lnTo>
                <a:cubicBezTo>
                  <a:pt x="1557206" y="1396928"/>
                  <a:pt x="1540095" y="1414041"/>
                  <a:pt x="1518986" y="1414041"/>
                </a:cubicBezTo>
                <a:cubicBezTo>
                  <a:pt x="1499750" y="1414041"/>
                  <a:pt x="1480511" y="1414041"/>
                  <a:pt x="1461275" y="1414042"/>
                </a:cubicBezTo>
                <a:lnTo>
                  <a:pt x="1461275" y="1466398"/>
                </a:lnTo>
                <a:lnTo>
                  <a:pt x="1518985" y="1466398"/>
                </a:lnTo>
                <a:cubicBezTo>
                  <a:pt x="1540095" y="1466398"/>
                  <a:pt x="1557206" y="1483509"/>
                  <a:pt x="1557206" y="1504618"/>
                </a:cubicBezTo>
                <a:lnTo>
                  <a:pt x="1557207" y="1504619"/>
                </a:lnTo>
                <a:cubicBezTo>
                  <a:pt x="1557207" y="1525727"/>
                  <a:pt x="1540094" y="1542838"/>
                  <a:pt x="1518986" y="1542839"/>
                </a:cubicBezTo>
                <a:cubicBezTo>
                  <a:pt x="1499749" y="1542839"/>
                  <a:pt x="1480511" y="1542838"/>
                  <a:pt x="1461275" y="1542839"/>
                </a:cubicBezTo>
                <a:lnTo>
                  <a:pt x="1461274" y="1575412"/>
                </a:lnTo>
                <a:lnTo>
                  <a:pt x="2226550" y="1494978"/>
                </a:lnTo>
                <a:cubicBezTo>
                  <a:pt x="2247542" y="1492772"/>
                  <a:pt x="2266350" y="1508001"/>
                  <a:pt x="2268556" y="1528995"/>
                </a:cubicBezTo>
                <a:cubicBezTo>
                  <a:pt x="2270763" y="1549988"/>
                  <a:pt x="2255534" y="1568794"/>
                  <a:pt x="2234542" y="1571000"/>
                </a:cubicBezTo>
                <a:cubicBezTo>
                  <a:pt x="1972686" y="1598522"/>
                  <a:pt x="1710833" y="1626046"/>
                  <a:pt x="1448978" y="1653567"/>
                </a:cubicBezTo>
                <a:cubicBezTo>
                  <a:pt x="1427984" y="1655774"/>
                  <a:pt x="1409178" y="1640544"/>
                  <a:pt x="1406971" y="1619551"/>
                </a:cubicBezTo>
                <a:cubicBezTo>
                  <a:pt x="1406474" y="1614827"/>
                  <a:pt x="1406862" y="1610214"/>
                  <a:pt x="1410805" y="1606610"/>
                </a:cubicBezTo>
                <a:lnTo>
                  <a:pt x="1410312" y="1605422"/>
                </a:lnTo>
                <a:lnTo>
                  <a:pt x="1410312" y="1542839"/>
                </a:lnTo>
                <a:lnTo>
                  <a:pt x="1352603" y="1542841"/>
                </a:lnTo>
                <a:cubicBezTo>
                  <a:pt x="1331494" y="1542841"/>
                  <a:pt x="1314382" y="1525729"/>
                  <a:pt x="1314382" y="1504619"/>
                </a:cubicBezTo>
                <a:cubicBezTo>
                  <a:pt x="1314382" y="1483510"/>
                  <a:pt x="1331493" y="1466397"/>
                  <a:pt x="1352603" y="1466398"/>
                </a:cubicBezTo>
                <a:lnTo>
                  <a:pt x="1410312" y="1466398"/>
                </a:lnTo>
                <a:lnTo>
                  <a:pt x="1410313" y="1414042"/>
                </a:lnTo>
                <a:lnTo>
                  <a:pt x="1352603" y="1414042"/>
                </a:lnTo>
                <a:cubicBezTo>
                  <a:pt x="1331494" y="1414041"/>
                  <a:pt x="1314383" y="1396930"/>
                  <a:pt x="1314382" y="1375820"/>
                </a:cubicBezTo>
                <a:cubicBezTo>
                  <a:pt x="1314383" y="1354713"/>
                  <a:pt x="1331494" y="1337600"/>
                  <a:pt x="1352603" y="1337601"/>
                </a:cubicBezTo>
                <a:lnTo>
                  <a:pt x="1410312" y="1337600"/>
                </a:lnTo>
                <a:lnTo>
                  <a:pt x="1410312" y="1285244"/>
                </a:lnTo>
                <a:lnTo>
                  <a:pt x="1352603" y="1285244"/>
                </a:lnTo>
                <a:cubicBezTo>
                  <a:pt x="1331494" y="1285244"/>
                  <a:pt x="1314381" y="1268133"/>
                  <a:pt x="1314382" y="1247024"/>
                </a:cubicBezTo>
                <a:close/>
                <a:moveTo>
                  <a:pt x="1171967" y="72000"/>
                </a:moveTo>
                <a:lnTo>
                  <a:pt x="1171967" y="288000"/>
                </a:lnTo>
                <a:cubicBezTo>
                  <a:pt x="1171967" y="327765"/>
                  <a:pt x="1204202" y="360000"/>
                  <a:pt x="1243967" y="360000"/>
                </a:cubicBezTo>
                <a:cubicBezTo>
                  <a:pt x="1283732" y="360000"/>
                  <a:pt x="1315967" y="327765"/>
                  <a:pt x="1315967" y="288000"/>
                </a:cubicBezTo>
                <a:lnTo>
                  <a:pt x="1315967" y="72000"/>
                </a:lnTo>
                <a:cubicBezTo>
                  <a:pt x="1315967" y="32235"/>
                  <a:pt x="1283732" y="0"/>
                  <a:pt x="1243967" y="0"/>
                </a:cubicBezTo>
                <a:cubicBezTo>
                  <a:pt x="1204202" y="0"/>
                  <a:pt x="1171967" y="32235"/>
                  <a:pt x="1171967" y="72000"/>
                </a:cubicBezTo>
                <a:close/>
                <a:moveTo>
                  <a:pt x="1171966" y="2470049"/>
                </a:moveTo>
                <a:lnTo>
                  <a:pt x="1171966" y="2686049"/>
                </a:lnTo>
                <a:cubicBezTo>
                  <a:pt x="1171966" y="2725814"/>
                  <a:pt x="1204201" y="2758049"/>
                  <a:pt x="1243966" y="2758049"/>
                </a:cubicBezTo>
                <a:cubicBezTo>
                  <a:pt x="1283731" y="2758049"/>
                  <a:pt x="1315966" y="2725814"/>
                  <a:pt x="1315966" y="2686049"/>
                </a:cubicBezTo>
                <a:lnTo>
                  <a:pt x="1315966" y="2470049"/>
                </a:lnTo>
                <a:cubicBezTo>
                  <a:pt x="1315966" y="2430284"/>
                  <a:pt x="1283731" y="2398049"/>
                  <a:pt x="1243966" y="2398049"/>
                </a:cubicBezTo>
                <a:cubicBezTo>
                  <a:pt x="1204201" y="2398049"/>
                  <a:pt x="1171966" y="2430284"/>
                  <a:pt x="1171966" y="2470049"/>
                </a:cubicBezTo>
                <a:close/>
                <a:moveTo>
                  <a:pt x="515345" y="1370958"/>
                </a:moveTo>
                <a:cubicBezTo>
                  <a:pt x="515344" y="1558300"/>
                  <a:pt x="586814" y="1745642"/>
                  <a:pt x="729750" y="1888579"/>
                </a:cubicBezTo>
                <a:cubicBezTo>
                  <a:pt x="1015625" y="2174454"/>
                  <a:pt x="1479119" y="2174454"/>
                  <a:pt x="1764994" y="1888580"/>
                </a:cubicBezTo>
                <a:lnTo>
                  <a:pt x="1940572" y="1713001"/>
                </a:lnTo>
                <a:lnTo>
                  <a:pt x="2136413" y="1713002"/>
                </a:lnTo>
                <a:cubicBezTo>
                  <a:pt x="2215124" y="1713001"/>
                  <a:pt x="2278929" y="1649195"/>
                  <a:pt x="2278929" y="1570486"/>
                </a:cubicBezTo>
                <a:lnTo>
                  <a:pt x="2278929" y="1374645"/>
                </a:lnTo>
                <a:lnTo>
                  <a:pt x="2282614" y="1370959"/>
                </a:lnTo>
                <a:lnTo>
                  <a:pt x="2278929" y="1367272"/>
                </a:lnTo>
                <a:lnTo>
                  <a:pt x="2278929" y="1171432"/>
                </a:lnTo>
                <a:cubicBezTo>
                  <a:pt x="2278929" y="1092722"/>
                  <a:pt x="2215123" y="1028916"/>
                  <a:pt x="2136413" y="1028916"/>
                </a:cubicBezTo>
                <a:lnTo>
                  <a:pt x="1940571" y="1028916"/>
                </a:lnTo>
                <a:cubicBezTo>
                  <a:pt x="1882045" y="970390"/>
                  <a:pt x="1823519" y="911862"/>
                  <a:pt x="1764993" y="853336"/>
                </a:cubicBezTo>
                <a:cubicBezTo>
                  <a:pt x="1479118" y="567461"/>
                  <a:pt x="1015625" y="567462"/>
                  <a:pt x="729750" y="853336"/>
                </a:cubicBezTo>
                <a:cubicBezTo>
                  <a:pt x="586813" y="996273"/>
                  <a:pt x="515344" y="1183616"/>
                  <a:pt x="515345" y="1370958"/>
                </a:cubicBezTo>
                <a:close/>
                <a:moveTo>
                  <a:pt x="388776" y="2386770"/>
                </a:moveTo>
                <a:cubicBezTo>
                  <a:pt x="388776" y="2405196"/>
                  <a:pt x="395805" y="2423622"/>
                  <a:pt x="409865" y="2437681"/>
                </a:cubicBezTo>
                <a:cubicBezTo>
                  <a:pt x="437983" y="2465800"/>
                  <a:pt x="483570" y="2465800"/>
                  <a:pt x="511688" y="2437681"/>
                </a:cubicBezTo>
                <a:lnTo>
                  <a:pt x="664423" y="2284946"/>
                </a:lnTo>
                <a:cubicBezTo>
                  <a:pt x="692541" y="2256828"/>
                  <a:pt x="692541" y="2211241"/>
                  <a:pt x="664423" y="2183123"/>
                </a:cubicBezTo>
                <a:cubicBezTo>
                  <a:pt x="636305" y="2155005"/>
                  <a:pt x="590718" y="2155005"/>
                  <a:pt x="562599" y="2183123"/>
                </a:cubicBezTo>
                <a:lnTo>
                  <a:pt x="409865" y="2335858"/>
                </a:lnTo>
                <a:cubicBezTo>
                  <a:pt x="395805" y="2349917"/>
                  <a:pt x="388776" y="2368343"/>
                  <a:pt x="388776" y="2386770"/>
                </a:cubicBezTo>
                <a:close/>
                <a:moveTo>
                  <a:pt x="388776" y="365689"/>
                </a:moveTo>
                <a:cubicBezTo>
                  <a:pt x="388776" y="384115"/>
                  <a:pt x="395805" y="402541"/>
                  <a:pt x="409865" y="416600"/>
                </a:cubicBezTo>
                <a:lnTo>
                  <a:pt x="562599" y="569335"/>
                </a:lnTo>
                <a:cubicBezTo>
                  <a:pt x="590718" y="597454"/>
                  <a:pt x="636305" y="597454"/>
                  <a:pt x="664423" y="569335"/>
                </a:cubicBezTo>
                <a:cubicBezTo>
                  <a:pt x="692541" y="541217"/>
                  <a:pt x="692541" y="495630"/>
                  <a:pt x="664423" y="467512"/>
                </a:cubicBezTo>
                <a:lnTo>
                  <a:pt x="511688" y="314777"/>
                </a:lnTo>
                <a:cubicBezTo>
                  <a:pt x="483570" y="286659"/>
                  <a:pt x="437983" y="286659"/>
                  <a:pt x="409865" y="314777"/>
                </a:cubicBezTo>
                <a:cubicBezTo>
                  <a:pt x="395805" y="328836"/>
                  <a:pt x="388776" y="347262"/>
                  <a:pt x="388776" y="365689"/>
                </a:cubicBezTo>
                <a:close/>
                <a:moveTo>
                  <a:pt x="0" y="1379024"/>
                </a:moveTo>
                <a:cubicBezTo>
                  <a:pt x="0" y="1418789"/>
                  <a:pt x="32235" y="1451024"/>
                  <a:pt x="72000" y="1451024"/>
                </a:cubicBezTo>
                <a:lnTo>
                  <a:pt x="288000" y="1451024"/>
                </a:lnTo>
                <a:cubicBezTo>
                  <a:pt x="327765" y="1451024"/>
                  <a:pt x="360000" y="1418789"/>
                  <a:pt x="360000" y="1379024"/>
                </a:cubicBezTo>
                <a:cubicBezTo>
                  <a:pt x="360000" y="1339259"/>
                  <a:pt x="327765" y="1307024"/>
                  <a:pt x="288000" y="1307024"/>
                </a:cubicBezTo>
                <a:lnTo>
                  <a:pt x="72000" y="1307024"/>
                </a:lnTo>
                <a:cubicBezTo>
                  <a:pt x="32235" y="1307024"/>
                  <a:pt x="0" y="1339259"/>
                  <a:pt x="0" y="1379024"/>
                </a:cubicBezTo>
                <a:close/>
              </a:path>
            </a:pathLst>
          </a:custGeom>
          <a:solidFill>
            <a:srgbClr val="77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sp>
        <p:nvSpPr>
          <p:cNvPr id="293" name="Block Arc 14"/>
          <p:cNvSpPr/>
          <p:nvPr/>
        </p:nvSpPr>
        <p:spPr>
          <a:xfrm rot="16200000">
            <a:off x="8189595" y="3729355"/>
            <a:ext cx="391795" cy="377190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rgbClr val="5389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584608" y="2132834"/>
            <a:ext cx="2740047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We develop Internet of Things product in agriculture sector to make all human in the world can plant their food by themselves in such an easier way</a:t>
            </a:r>
            <a:r>
              <a:rPr lang="en-ID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!</a:t>
            </a:r>
            <a:endParaRPr lang="en-ID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623706" y="3952229"/>
            <a:ext cx="2740047" cy="1372029"/>
            <a:chOff x="2551705" y="4283314"/>
            <a:chExt cx="935718" cy="1659399"/>
          </a:xfrm>
        </p:grpSpPr>
        <p:sp>
          <p:nvSpPr>
            <p:cNvPr id="33" name="TextBox 32"/>
            <p:cNvSpPr txBox="1"/>
            <p:nvPr/>
          </p:nvSpPr>
          <p:spPr>
            <a:xfrm>
              <a:off x="2551706" y="4820665"/>
              <a:ext cx="935717" cy="112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09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We build various type of product based on machine to machine communication that have many feature which allows all people from various professions to perform urban farming activity</a:t>
              </a:r>
              <a:r>
                <a:rPr lang="en-ID" sz="109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.</a:t>
              </a:r>
              <a:endParaRPr lang="en-ID" sz="109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551705" y="4283314"/>
              <a:ext cx="737726" cy="541440"/>
            </a:xfrm>
            <a:prstGeom prst="rect">
              <a:avLst/>
            </a:prstGeom>
            <a:solidFill>
              <a:srgbClr val="5389D3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ko-KR" sz="1160" b="1" dirty="0">
                  <a:solidFill>
                    <a:schemeClr val="bg1"/>
                  </a:solidFill>
                  <a:cs typeface="Arial" panose="020B0604020202020204" pitchFamily="34" charset="0"/>
                </a:rPr>
                <a:t>We are provide high quality </a:t>
              </a:r>
              <a:endParaRPr lang="en-US" altLang="ko-KR" sz="116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  <a:p>
              <a:r>
                <a:rPr lang="en-US" altLang="ko-KR" sz="1160" b="1" dirty="0">
                  <a:solidFill>
                    <a:schemeClr val="bg1"/>
                  </a:solidFill>
                  <a:cs typeface="Arial" panose="020B0604020202020204" pitchFamily="34" charset="0"/>
                </a:rPr>
                <a:t>services in Agritech.</a:t>
              </a:r>
              <a:endParaRPr lang="en-US" altLang="ko-KR" sz="116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620450" y="1405917"/>
            <a:ext cx="2740047" cy="611505"/>
          </a:xfrm>
          <a:prstGeom prst="rect">
            <a:avLst/>
          </a:prstGeom>
          <a:noFill/>
        </p:spPr>
        <p:txBody>
          <a:bodyPr wrap="square" lIns="29765" tIns="0" rIns="29765" bIns="0" rtlCol="0" anchor="ctr">
            <a:spAutoFit/>
          </a:bodyPr>
          <a:lstStyle/>
          <a:p>
            <a:r>
              <a:rPr lang="en-ID" sz="19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Cultivation with </a:t>
            </a:r>
            <a:endParaRPr lang="en-ID" sz="1985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D" sz="1985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Internet of Things</a:t>
            </a:r>
            <a:endParaRPr lang="en-ID" sz="1985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6" name="Picture Placeholder 35" descr="1526317033787"/>
          <p:cNvPicPr>
            <a:picLocks noChangeAspect="1"/>
          </p:cNvPicPr>
          <p:nvPr>
            <p:ph type="pic" sz="quarter" idx="10"/>
          </p:nvPr>
        </p:nvPicPr>
        <p:blipFill>
          <a:blip r:embed="rId1"/>
          <a:stretch>
            <a:fillRect/>
          </a:stretch>
        </p:blipFill>
        <p:spPr>
          <a:xfrm rot="21600000">
            <a:off x="3960495" y="2714625"/>
            <a:ext cx="1055370" cy="1055370"/>
          </a:xfrm>
          <a:prstGeom prst="rect">
            <a:avLst/>
          </a:prstGeom>
          <a:noFill/>
        </p:spPr>
      </p:pic>
      <p:sp>
        <p:nvSpPr>
          <p:cNvPr id="37" name="Text Placeholder 36"/>
          <p:cNvSpPr/>
          <p:nvPr>
            <p:ph type="body" sz="quarter" idx="11"/>
          </p:nvPr>
        </p:nvSpPr>
        <p:spPr>
          <a:xfrm>
            <a:off x="0" y="387985"/>
            <a:ext cx="10080625" cy="521970"/>
          </a:xfrm>
          <a:solidFill>
            <a:srgbClr val="77D34C"/>
          </a:solidFill>
        </p:spPr>
        <p:txBody>
          <a:bodyPr>
            <a:normAutofit fontScale="70000"/>
          </a:bodyPr>
          <a:p>
            <a:r>
              <a:rPr lang="en-ID" altLang="en-US">
                <a:solidFill>
                  <a:schemeClr val="bg1"/>
                </a:solidFill>
                <a:latin typeface="Hemi Head Rg" panose="020B0703040202080204" charset="0"/>
                <a:cs typeface="Hemi Head Rg" panose="020B0703040202080204" charset="0"/>
              </a:rPr>
              <a:t>Cultivathings</a:t>
            </a:r>
            <a:endParaRPr lang="en-ID" altLang="en-US">
              <a:solidFill>
                <a:schemeClr val="bg1"/>
              </a:solidFill>
              <a:latin typeface="Hemi Head Rg" panose="020B0703040202080204" charset="0"/>
              <a:cs typeface="Hemi Head Rg" panose="020B070304020208020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784475" y="1235710"/>
            <a:ext cx="7301230" cy="4017010"/>
            <a:chOff x="4385" y="1946"/>
            <a:chExt cx="11498" cy="6326"/>
          </a:xfrm>
        </p:grpSpPr>
        <p:sp>
          <p:nvSpPr>
            <p:cNvPr id="7" name="Block Arc 6"/>
            <p:cNvSpPr/>
            <p:nvPr/>
          </p:nvSpPr>
          <p:spPr>
            <a:xfrm>
              <a:off x="4385" y="1946"/>
              <a:ext cx="6327" cy="6327"/>
            </a:xfrm>
            <a:prstGeom prst="blockArc">
              <a:avLst>
                <a:gd name="adj1" fmla="val 20558746"/>
                <a:gd name="adj2" fmla="val 1045932"/>
                <a:gd name="adj3" fmla="val 15398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3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0" name="Isosceles Triangle 9"/>
            <p:cNvSpPr/>
            <p:nvPr/>
          </p:nvSpPr>
          <p:spPr>
            <a:xfrm rot="16200000">
              <a:off x="8887" y="4229"/>
              <a:ext cx="152" cy="1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0567" y="4162"/>
              <a:ext cx="5316" cy="1905"/>
            </a:xfrm>
            <a:prstGeom prst="rect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grpSp>
          <p:nvGrpSpPr>
            <p:cNvPr id="25" name="Group 24"/>
            <p:cNvGrpSpPr/>
            <p:nvPr/>
          </p:nvGrpSpPr>
          <p:grpSpPr>
            <a:xfrm rot="0">
              <a:off x="11049" y="4513"/>
              <a:ext cx="4234" cy="1222"/>
              <a:chOff x="2551706" y="4283314"/>
              <a:chExt cx="2076660" cy="938247"/>
            </a:xfrm>
          </p:grpSpPr>
          <p:sp>
            <p:nvSpPr>
              <p:cNvPr id="26" name="TextBox 25"/>
              <p:cNvSpPr txBox="1"/>
              <p:nvPr/>
            </p:nvSpPr>
            <p:spPr>
              <a:xfrm>
                <a:off x="2551706" y="4560313"/>
                <a:ext cx="2076659" cy="6612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altLang="en-US" sz="99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Memantau parameter dan perkembangan tanaman atau tambak yang di budidaya  melalui aplikasi website maupun mobile.</a:t>
                </a:r>
                <a:endParaRPr lang="en-ID" altLang="en-US" sz="99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7" name="TextBox 26"/>
              <p:cNvSpPr txBox="1"/>
              <p:nvPr/>
            </p:nvSpPr>
            <p:spPr>
              <a:xfrm>
                <a:off x="2551708" y="4283314"/>
                <a:ext cx="2076658" cy="325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sz="116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Monitoring</a:t>
                </a:r>
                <a:endParaRPr lang="en-ID" sz="116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77" name="Rectangle 18"/>
            <p:cNvSpPr/>
            <p:nvPr/>
          </p:nvSpPr>
          <p:spPr>
            <a:xfrm>
              <a:off x="9965" y="4888"/>
              <a:ext cx="602" cy="478"/>
            </a:xfrm>
            <a:custGeom>
              <a:avLst/>
              <a:gdLst/>
              <a:ahLst/>
              <a:cxnLst/>
              <a:rect l="l" t="t" r="r" b="b"/>
              <a:pathLst>
                <a:path w="3240000" h="2574247">
                  <a:moveTo>
                    <a:pt x="2393400" y="1814089"/>
                  </a:moveTo>
                  <a:cubicBezTo>
                    <a:pt x="2363577" y="1814089"/>
                    <a:pt x="2339400" y="1838266"/>
                    <a:pt x="2339400" y="1868089"/>
                  </a:cubicBezTo>
                  <a:cubicBezTo>
                    <a:pt x="2339400" y="1897912"/>
                    <a:pt x="2363577" y="1922089"/>
                    <a:pt x="2393400" y="1922089"/>
                  </a:cubicBezTo>
                  <a:lnTo>
                    <a:pt x="2573400" y="1922089"/>
                  </a:lnTo>
                  <a:cubicBezTo>
                    <a:pt x="2603223" y="1922089"/>
                    <a:pt x="2627400" y="1897912"/>
                    <a:pt x="2627400" y="1868089"/>
                  </a:cubicBezTo>
                  <a:cubicBezTo>
                    <a:pt x="2627400" y="1838266"/>
                    <a:pt x="2603223" y="1814089"/>
                    <a:pt x="2573400" y="1814089"/>
                  </a:cubicBezTo>
                  <a:close/>
                  <a:moveTo>
                    <a:pt x="173344" y="1814089"/>
                  </a:moveTo>
                  <a:cubicBezTo>
                    <a:pt x="143521" y="1814089"/>
                    <a:pt x="119344" y="1838266"/>
                    <a:pt x="119344" y="1868089"/>
                  </a:cubicBezTo>
                  <a:cubicBezTo>
                    <a:pt x="119344" y="1897912"/>
                    <a:pt x="143521" y="1922089"/>
                    <a:pt x="173344" y="1922089"/>
                  </a:cubicBezTo>
                  <a:lnTo>
                    <a:pt x="353344" y="1922089"/>
                  </a:lnTo>
                  <a:cubicBezTo>
                    <a:pt x="383167" y="1922089"/>
                    <a:pt x="407344" y="1897912"/>
                    <a:pt x="407344" y="1868089"/>
                  </a:cubicBezTo>
                  <a:cubicBezTo>
                    <a:pt x="407344" y="1838266"/>
                    <a:pt x="383167" y="1814089"/>
                    <a:pt x="353344" y="1814089"/>
                  </a:cubicBezTo>
                  <a:close/>
                  <a:moveTo>
                    <a:pt x="2933496" y="1796081"/>
                  </a:moveTo>
                  <a:cubicBezTo>
                    <a:pt x="2893727" y="1796081"/>
                    <a:pt x="2861488" y="1828320"/>
                    <a:pt x="2861488" y="1868089"/>
                  </a:cubicBezTo>
                  <a:cubicBezTo>
                    <a:pt x="2861488" y="1907858"/>
                    <a:pt x="2893727" y="1940097"/>
                    <a:pt x="2933496" y="1940097"/>
                  </a:cubicBezTo>
                  <a:cubicBezTo>
                    <a:pt x="2973265" y="1940097"/>
                    <a:pt x="3005504" y="1907858"/>
                    <a:pt x="3005504" y="1868089"/>
                  </a:cubicBezTo>
                  <a:cubicBezTo>
                    <a:pt x="3005504" y="1828320"/>
                    <a:pt x="2973265" y="1796081"/>
                    <a:pt x="2933496" y="1796081"/>
                  </a:cubicBezTo>
                  <a:close/>
                  <a:moveTo>
                    <a:pt x="119344" y="122856"/>
                  </a:moveTo>
                  <a:lnTo>
                    <a:pt x="119344" y="1728192"/>
                  </a:lnTo>
                  <a:lnTo>
                    <a:pt x="3120656" y="1728192"/>
                  </a:lnTo>
                  <a:lnTo>
                    <a:pt x="3120656" y="122856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2016224"/>
                  </a:lnTo>
                  <a:lnTo>
                    <a:pt x="1812079" y="2016224"/>
                  </a:lnTo>
                  <a:lnTo>
                    <a:pt x="1857107" y="2320159"/>
                  </a:lnTo>
                  <a:lnTo>
                    <a:pt x="2357140" y="2320159"/>
                  </a:lnTo>
                  <a:cubicBezTo>
                    <a:pt x="2427304" y="2320159"/>
                    <a:pt x="2484184" y="2377039"/>
                    <a:pt x="2484184" y="2447203"/>
                  </a:cubicBezTo>
                  <a:lnTo>
                    <a:pt x="2484184" y="2574247"/>
                  </a:lnTo>
                  <a:lnTo>
                    <a:pt x="755992" y="2574247"/>
                  </a:lnTo>
                  <a:lnTo>
                    <a:pt x="755992" y="2447203"/>
                  </a:lnTo>
                  <a:cubicBezTo>
                    <a:pt x="755992" y="2377039"/>
                    <a:pt x="812872" y="2320159"/>
                    <a:pt x="883036" y="2320159"/>
                  </a:cubicBezTo>
                  <a:lnTo>
                    <a:pt x="1382894" y="2320159"/>
                  </a:lnTo>
                  <a:lnTo>
                    <a:pt x="1427922" y="2016224"/>
                  </a:lnTo>
                  <a:lnTo>
                    <a:pt x="0" y="20162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 sz="270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784475" y="1235710"/>
            <a:ext cx="7300595" cy="4017010"/>
            <a:chOff x="4385" y="1946"/>
            <a:chExt cx="11497" cy="6326"/>
          </a:xfrm>
        </p:grpSpPr>
        <p:sp>
          <p:nvSpPr>
            <p:cNvPr id="4" name="Rectangle 16"/>
            <p:cNvSpPr/>
            <p:nvPr/>
          </p:nvSpPr>
          <p:spPr>
            <a:xfrm>
              <a:off x="9334" y="6190"/>
              <a:ext cx="6549" cy="1559"/>
            </a:xfrm>
            <a:custGeom>
              <a:avLst/>
              <a:gdLst>
                <a:gd name="connsiteX0" fmla="*/ 0 w 5029530"/>
                <a:gd name="connsiteY0" fmla="*/ 0 h 1188720"/>
                <a:gd name="connsiteX1" fmla="*/ 5029530 w 5029530"/>
                <a:gd name="connsiteY1" fmla="*/ 0 h 1188720"/>
                <a:gd name="connsiteX2" fmla="*/ 5029530 w 5029530"/>
                <a:gd name="connsiteY2" fmla="*/ 1188720 h 1188720"/>
                <a:gd name="connsiteX3" fmla="*/ 0 w 5029530"/>
                <a:gd name="connsiteY3" fmla="*/ 1188720 h 1188720"/>
                <a:gd name="connsiteX4" fmla="*/ 0 w 5029530"/>
                <a:gd name="connsiteY4" fmla="*/ 0 h 1188720"/>
                <a:gd name="connsiteX0-1" fmla="*/ 131884 w 5029530"/>
                <a:gd name="connsiteY0-2" fmla="*/ 0 h 1197513"/>
                <a:gd name="connsiteX1-3" fmla="*/ 5029530 w 5029530"/>
                <a:gd name="connsiteY1-4" fmla="*/ 8793 h 1197513"/>
                <a:gd name="connsiteX2-5" fmla="*/ 5029530 w 5029530"/>
                <a:gd name="connsiteY2-6" fmla="*/ 1197513 h 1197513"/>
                <a:gd name="connsiteX3-7" fmla="*/ 0 w 5029530"/>
                <a:gd name="connsiteY3-8" fmla="*/ 1197513 h 1197513"/>
                <a:gd name="connsiteX4-9" fmla="*/ 131884 w 5029530"/>
                <a:gd name="connsiteY4-10" fmla="*/ 0 h 119751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029530" h="1197513">
                  <a:moveTo>
                    <a:pt x="131884" y="0"/>
                  </a:moveTo>
                  <a:lnTo>
                    <a:pt x="5029530" y="8793"/>
                  </a:lnTo>
                  <a:lnTo>
                    <a:pt x="5029530" y="1197513"/>
                  </a:lnTo>
                  <a:lnTo>
                    <a:pt x="0" y="1197513"/>
                  </a:lnTo>
                  <a:lnTo>
                    <a:pt x="131884" y="0"/>
                  </a:lnTo>
                  <a:close/>
                </a:path>
              </a:pathLst>
            </a:custGeom>
            <a:solidFill>
              <a:schemeClr val="accent5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8" name="Block Arc 7"/>
            <p:cNvSpPr/>
            <p:nvPr/>
          </p:nvSpPr>
          <p:spPr>
            <a:xfrm>
              <a:off x="4385" y="1946"/>
              <a:ext cx="6327" cy="6327"/>
            </a:xfrm>
            <a:prstGeom prst="blockArc">
              <a:avLst>
                <a:gd name="adj1" fmla="val 1222556"/>
                <a:gd name="adj2" fmla="val 3386058"/>
                <a:gd name="adj3" fmla="val 15438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3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" name="Isosceles Triangle 10"/>
            <p:cNvSpPr/>
            <p:nvPr/>
          </p:nvSpPr>
          <p:spPr>
            <a:xfrm rot="18600000">
              <a:off x="8682" y="5331"/>
              <a:ext cx="152" cy="1429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49" y="6729"/>
              <a:ext cx="4234" cy="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altLang="en-US" sz="990" dirty="0">
                  <a:solidFill>
                    <a:schemeClr val="bg1"/>
                  </a:solidFill>
                  <a:cs typeface="Arial" panose="020B0604020202020204" pitchFamily="34" charset="0"/>
                </a:rPr>
                <a:t>Optimalisasi budidaya yang sedang dilakukan melalui aplikasi website maupun mobile. kapanpun, dan dimanapun.</a:t>
              </a:r>
              <a:endParaRPr lang="en-ID" altLang="en-US" sz="99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1049" y="6368"/>
              <a:ext cx="4234" cy="4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160" b="1" dirty="0">
                  <a:solidFill>
                    <a:schemeClr val="bg1"/>
                  </a:solidFill>
                  <a:cs typeface="Arial" panose="020B0604020202020204" pitchFamily="34" charset="0"/>
                </a:rPr>
                <a:t>Kontrol</a:t>
              </a:r>
              <a:endParaRPr lang="en-ID" sz="116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76" name="Rounded Rectangle 7"/>
            <p:cNvSpPr/>
            <p:nvPr/>
          </p:nvSpPr>
          <p:spPr>
            <a:xfrm>
              <a:off x="9382" y="6529"/>
              <a:ext cx="372" cy="644"/>
            </a:xfrm>
            <a:custGeom>
              <a:avLst/>
              <a:gdLst/>
              <a:ahLst/>
              <a:cxnLst/>
              <a:rect l="l" t="t" r="r" b="b"/>
              <a:pathLst>
                <a:path w="1872208" h="3240000">
                  <a:moveTo>
                    <a:pt x="936104" y="2852499"/>
                  </a:moveTo>
                  <a:cubicBezTo>
                    <a:pt x="861605" y="2852499"/>
                    <a:pt x="801211" y="2912893"/>
                    <a:pt x="801211" y="2987392"/>
                  </a:cubicBezTo>
                  <a:cubicBezTo>
                    <a:pt x="801211" y="3061891"/>
                    <a:pt x="861605" y="3122285"/>
                    <a:pt x="936104" y="3122285"/>
                  </a:cubicBezTo>
                  <a:cubicBezTo>
                    <a:pt x="1010603" y="3122285"/>
                    <a:pt x="1070997" y="3061891"/>
                    <a:pt x="1070997" y="2987392"/>
                  </a:cubicBezTo>
                  <a:cubicBezTo>
                    <a:pt x="1070997" y="2912893"/>
                    <a:pt x="1010603" y="2852499"/>
                    <a:pt x="936104" y="2852499"/>
                  </a:cubicBezTo>
                  <a:close/>
                  <a:moveTo>
                    <a:pt x="144016" y="323096"/>
                  </a:moveTo>
                  <a:lnTo>
                    <a:pt x="144016" y="2699360"/>
                  </a:lnTo>
                  <a:lnTo>
                    <a:pt x="1728192" y="2699360"/>
                  </a:lnTo>
                  <a:lnTo>
                    <a:pt x="1728192" y="323096"/>
                  </a:lnTo>
                  <a:close/>
                  <a:moveTo>
                    <a:pt x="720104" y="107072"/>
                  </a:moveTo>
                  <a:cubicBezTo>
                    <a:pt x="690281" y="107072"/>
                    <a:pt x="666104" y="131249"/>
                    <a:pt x="666104" y="161072"/>
                  </a:cubicBezTo>
                  <a:cubicBezTo>
                    <a:pt x="666104" y="190895"/>
                    <a:pt x="690281" y="215072"/>
                    <a:pt x="720104" y="215072"/>
                  </a:cubicBezTo>
                  <a:lnTo>
                    <a:pt x="1152104" y="215072"/>
                  </a:lnTo>
                  <a:cubicBezTo>
                    <a:pt x="1181927" y="215072"/>
                    <a:pt x="1206104" y="190895"/>
                    <a:pt x="1206104" y="161072"/>
                  </a:cubicBezTo>
                  <a:cubicBezTo>
                    <a:pt x="1206104" y="131249"/>
                    <a:pt x="1181927" y="107072"/>
                    <a:pt x="1152104" y="107072"/>
                  </a:cubicBezTo>
                  <a:close/>
                  <a:moveTo>
                    <a:pt x="312041" y="0"/>
                  </a:moveTo>
                  <a:lnTo>
                    <a:pt x="1560167" y="0"/>
                  </a:lnTo>
                  <a:cubicBezTo>
                    <a:pt x="1732502" y="0"/>
                    <a:pt x="1872208" y="139706"/>
                    <a:pt x="1872208" y="312041"/>
                  </a:cubicBezTo>
                  <a:lnTo>
                    <a:pt x="1872208" y="2927959"/>
                  </a:lnTo>
                  <a:cubicBezTo>
                    <a:pt x="1872208" y="3100294"/>
                    <a:pt x="1732502" y="3240000"/>
                    <a:pt x="1560167" y="3240000"/>
                  </a:cubicBezTo>
                  <a:lnTo>
                    <a:pt x="312041" y="3240000"/>
                  </a:lnTo>
                  <a:cubicBezTo>
                    <a:pt x="139706" y="3240000"/>
                    <a:pt x="0" y="3100294"/>
                    <a:pt x="0" y="2927959"/>
                  </a:cubicBezTo>
                  <a:lnTo>
                    <a:pt x="0" y="312041"/>
                  </a:lnTo>
                  <a:cubicBezTo>
                    <a:pt x="0" y="139706"/>
                    <a:pt x="139706" y="0"/>
                    <a:pt x="3120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 sz="270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784475" y="1235710"/>
            <a:ext cx="7300595" cy="4017010"/>
            <a:chOff x="4385" y="1946"/>
            <a:chExt cx="11497" cy="6326"/>
          </a:xfrm>
        </p:grpSpPr>
        <p:sp>
          <p:nvSpPr>
            <p:cNvPr id="6" name="Block Arc 5"/>
            <p:cNvSpPr/>
            <p:nvPr/>
          </p:nvSpPr>
          <p:spPr>
            <a:xfrm>
              <a:off x="4385" y="1946"/>
              <a:ext cx="6327" cy="6327"/>
            </a:xfrm>
            <a:prstGeom prst="blockArc">
              <a:avLst>
                <a:gd name="adj1" fmla="val 18257751"/>
                <a:gd name="adj2" fmla="val 20385997"/>
                <a:gd name="adj3" fmla="val 15553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3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" name="Rectangle 14"/>
            <p:cNvSpPr/>
            <p:nvPr/>
          </p:nvSpPr>
          <p:spPr>
            <a:xfrm>
              <a:off x="9334" y="2488"/>
              <a:ext cx="6549" cy="1559"/>
            </a:xfrm>
            <a:custGeom>
              <a:avLst/>
              <a:gdLst>
                <a:gd name="connsiteX0" fmla="*/ 0 w 5029530"/>
                <a:gd name="connsiteY0" fmla="*/ 0 h 1188719"/>
                <a:gd name="connsiteX1" fmla="*/ 5029530 w 5029530"/>
                <a:gd name="connsiteY1" fmla="*/ 0 h 1188719"/>
                <a:gd name="connsiteX2" fmla="*/ 5029530 w 5029530"/>
                <a:gd name="connsiteY2" fmla="*/ 1188719 h 1188719"/>
                <a:gd name="connsiteX3" fmla="*/ 0 w 5029530"/>
                <a:gd name="connsiteY3" fmla="*/ 1188719 h 1188719"/>
                <a:gd name="connsiteX4" fmla="*/ 0 w 5029530"/>
                <a:gd name="connsiteY4" fmla="*/ 0 h 1188719"/>
                <a:gd name="connsiteX0-1" fmla="*/ 0 w 5029530"/>
                <a:gd name="connsiteY0-2" fmla="*/ 0 h 1197511"/>
                <a:gd name="connsiteX1-3" fmla="*/ 5029530 w 5029530"/>
                <a:gd name="connsiteY1-4" fmla="*/ 0 h 1197511"/>
                <a:gd name="connsiteX2-5" fmla="*/ 5029530 w 5029530"/>
                <a:gd name="connsiteY2-6" fmla="*/ 1188719 h 1197511"/>
                <a:gd name="connsiteX3-7" fmla="*/ 131885 w 5029530"/>
                <a:gd name="connsiteY3-8" fmla="*/ 1197511 h 1197511"/>
                <a:gd name="connsiteX4-9" fmla="*/ 0 w 5029530"/>
                <a:gd name="connsiteY4-10" fmla="*/ 0 h 1197511"/>
                <a:gd name="connsiteX0-11" fmla="*/ 0 w 5029530"/>
                <a:gd name="connsiteY0-12" fmla="*/ 0 h 1188719"/>
                <a:gd name="connsiteX1-13" fmla="*/ 5029530 w 5029530"/>
                <a:gd name="connsiteY1-14" fmla="*/ 0 h 1188719"/>
                <a:gd name="connsiteX2-15" fmla="*/ 5029530 w 5029530"/>
                <a:gd name="connsiteY2-16" fmla="*/ 1188719 h 1188719"/>
                <a:gd name="connsiteX3-17" fmla="*/ 123093 w 5029530"/>
                <a:gd name="connsiteY3-18" fmla="*/ 1179926 h 1188719"/>
                <a:gd name="connsiteX4-19" fmla="*/ 0 w 5029530"/>
                <a:gd name="connsiteY4-20" fmla="*/ 0 h 1188719"/>
                <a:gd name="connsiteX0-21" fmla="*/ 0 w 5029530"/>
                <a:gd name="connsiteY0-22" fmla="*/ 0 h 1197511"/>
                <a:gd name="connsiteX1-23" fmla="*/ 5029530 w 5029530"/>
                <a:gd name="connsiteY1-24" fmla="*/ 0 h 1197511"/>
                <a:gd name="connsiteX2-25" fmla="*/ 5029530 w 5029530"/>
                <a:gd name="connsiteY2-26" fmla="*/ 1188719 h 1197511"/>
                <a:gd name="connsiteX3-27" fmla="*/ 131885 w 5029530"/>
                <a:gd name="connsiteY3-28" fmla="*/ 1197511 h 1197511"/>
                <a:gd name="connsiteX4-29" fmla="*/ 0 w 5029530"/>
                <a:gd name="connsiteY4-30" fmla="*/ 0 h 1197511"/>
                <a:gd name="connsiteX0-31" fmla="*/ 0 w 5029530"/>
                <a:gd name="connsiteY0-32" fmla="*/ 0 h 1197511"/>
                <a:gd name="connsiteX1-33" fmla="*/ 5029530 w 5029530"/>
                <a:gd name="connsiteY1-34" fmla="*/ 0 h 1197511"/>
                <a:gd name="connsiteX2-35" fmla="*/ 5029530 w 5029530"/>
                <a:gd name="connsiteY2-36" fmla="*/ 1188719 h 1197511"/>
                <a:gd name="connsiteX3-37" fmla="*/ 131885 w 5029530"/>
                <a:gd name="connsiteY3-38" fmla="*/ 1197511 h 1197511"/>
                <a:gd name="connsiteX4-39" fmla="*/ 0 w 5029530"/>
                <a:gd name="connsiteY4-40" fmla="*/ 0 h 119751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5029530" h="1197511">
                  <a:moveTo>
                    <a:pt x="0" y="0"/>
                  </a:moveTo>
                  <a:lnTo>
                    <a:pt x="5029530" y="0"/>
                  </a:lnTo>
                  <a:lnTo>
                    <a:pt x="5029530" y="1188719"/>
                  </a:lnTo>
                  <a:lnTo>
                    <a:pt x="131885" y="11975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sp>
          <p:nvSpPr>
            <p:cNvPr id="9" name="Isosceles Triangle 8"/>
            <p:cNvSpPr/>
            <p:nvPr/>
          </p:nvSpPr>
          <p:spPr>
            <a:xfrm rot="13500000">
              <a:off x="8699" y="3552"/>
              <a:ext cx="152" cy="142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  <p:grpSp>
          <p:nvGrpSpPr>
            <p:cNvPr id="22" name="Group 21"/>
            <p:cNvGrpSpPr/>
            <p:nvPr/>
          </p:nvGrpSpPr>
          <p:grpSpPr>
            <a:xfrm rot="0">
              <a:off x="11049" y="2666"/>
              <a:ext cx="4234" cy="983"/>
              <a:chOff x="2551706" y="4283314"/>
              <a:chExt cx="2076660" cy="754695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2551706" y="4560313"/>
                <a:ext cx="2076659" cy="4776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altLang="en-US" sz="990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Mengatur seluruh proses budidaya pertanian, perkebunan, dan perikanan secara otomatis.</a:t>
                </a:r>
                <a:endParaRPr lang="en-ID" altLang="en-US" sz="990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2551708" y="4283314"/>
                <a:ext cx="2076658" cy="325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D" altLang="ko-KR" sz="116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Automatisasi</a:t>
                </a:r>
                <a:endParaRPr lang="en-ID" altLang="ko-KR" sz="116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sp>
          <p:nvSpPr>
            <p:cNvPr id="97" name="Oval 21"/>
            <p:cNvSpPr>
              <a:spLocks noChangeAspect="1"/>
            </p:cNvSpPr>
            <p:nvPr/>
          </p:nvSpPr>
          <p:spPr>
            <a:xfrm>
              <a:off x="9294" y="3162"/>
              <a:ext cx="608" cy="614"/>
            </a:xfrm>
            <a:custGeom>
              <a:avLst/>
              <a:gdLst/>
              <a:ahLst/>
              <a:cxnLst/>
              <a:rect l="l" t="t" r="r" b="b"/>
              <a:pathLst>
                <a:path w="1652142" h="1665940">
                  <a:moveTo>
                    <a:pt x="898689" y="548008"/>
                  </a:moveTo>
                  <a:cubicBezTo>
                    <a:pt x="737950" y="504938"/>
                    <a:pt x="572731" y="600328"/>
                    <a:pt x="529661" y="761066"/>
                  </a:cubicBezTo>
                  <a:cubicBezTo>
                    <a:pt x="486591" y="921805"/>
                    <a:pt x="581980" y="1087025"/>
                    <a:pt x="742719" y="1130094"/>
                  </a:cubicBezTo>
                  <a:cubicBezTo>
                    <a:pt x="903458" y="1173164"/>
                    <a:pt x="1068677" y="1077775"/>
                    <a:pt x="1111747" y="917036"/>
                  </a:cubicBezTo>
                  <a:cubicBezTo>
                    <a:pt x="1154817" y="756297"/>
                    <a:pt x="1059428" y="591077"/>
                    <a:pt x="898689" y="548008"/>
                  </a:cubicBezTo>
                  <a:close/>
                  <a:moveTo>
                    <a:pt x="952303" y="347916"/>
                  </a:moveTo>
                  <a:cubicBezTo>
                    <a:pt x="1223549" y="420596"/>
                    <a:pt x="1384519" y="699404"/>
                    <a:pt x="1311839" y="970650"/>
                  </a:cubicBezTo>
                  <a:cubicBezTo>
                    <a:pt x="1239159" y="1241896"/>
                    <a:pt x="960351" y="1402866"/>
                    <a:pt x="689105" y="1330186"/>
                  </a:cubicBezTo>
                  <a:cubicBezTo>
                    <a:pt x="417859" y="1257506"/>
                    <a:pt x="256889" y="978698"/>
                    <a:pt x="329569" y="707451"/>
                  </a:cubicBezTo>
                  <a:cubicBezTo>
                    <a:pt x="402249" y="436205"/>
                    <a:pt x="681057" y="275235"/>
                    <a:pt x="952303" y="347916"/>
                  </a:cubicBezTo>
                  <a:close/>
                  <a:moveTo>
                    <a:pt x="971799" y="275155"/>
                  </a:moveTo>
                  <a:cubicBezTo>
                    <a:pt x="660368" y="191707"/>
                    <a:pt x="340256" y="376524"/>
                    <a:pt x="256808" y="687955"/>
                  </a:cubicBezTo>
                  <a:cubicBezTo>
                    <a:pt x="173361" y="999387"/>
                    <a:pt x="358178" y="1319499"/>
                    <a:pt x="669609" y="1402947"/>
                  </a:cubicBezTo>
                  <a:cubicBezTo>
                    <a:pt x="981040" y="1486395"/>
                    <a:pt x="1301152" y="1301577"/>
                    <a:pt x="1384600" y="990146"/>
                  </a:cubicBezTo>
                  <a:cubicBezTo>
                    <a:pt x="1468047" y="678715"/>
                    <a:pt x="1283230" y="358603"/>
                    <a:pt x="971799" y="275155"/>
                  </a:cubicBezTo>
                  <a:close/>
                  <a:moveTo>
                    <a:pt x="1652142" y="394531"/>
                  </a:moveTo>
                  <a:lnTo>
                    <a:pt x="1649662" y="403784"/>
                  </a:lnTo>
                  <a:lnTo>
                    <a:pt x="1647140" y="399895"/>
                  </a:lnTo>
                  <a:close/>
                  <a:moveTo>
                    <a:pt x="1158157" y="65026"/>
                  </a:moveTo>
                  <a:lnTo>
                    <a:pt x="1154679" y="271718"/>
                  </a:lnTo>
                  <a:lnTo>
                    <a:pt x="1148331" y="270017"/>
                  </a:lnTo>
                  <a:cubicBezTo>
                    <a:pt x="1200055" y="299127"/>
                    <a:pt x="1246804" y="334821"/>
                    <a:pt x="1286346" y="377149"/>
                  </a:cubicBezTo>
                  <a:lnTo>
                    <a:pt x="1470353" y="331395"/>
                  </a:lnTo>
                  <a:lnTo>
                    <a:pt x="1588305" y="553229"/>
                  </a:lnTo>
                  <a:lnTo>
                    <a:pt x="1457194" y="671432"/>
                  </a:lnTo>
                  <a:cubicBezTo>
                    <a:pt x="1473630" y="731297"/>
                    <a:pt x="1481376" y="793983"/>
                    <a:pt x="1478595" y="857704"/>
                  </a:cubicBezTo>
                  <a:lnTo>
                    <a:pt x="1642362" y="948616"/>
                  </a:lnTo>
                  <a:lnTo>
                    <a:pt x="1577335" y="1191298"/>
                  </a:lnTo>
                  <a:lnTo>
                    <a:pt x="1378614" y="1187955"/>
                  </a:lnTo>
                  <a:cubicBezTo>
                    <a:pt x="1353489" y="1229936"/>
                    <a:pt x="1323048" y="1267799"/>
                    <a:pt x="1288939" y="1301599"/>
                  </a:cubicBezTo>
                  <a:lnTo>
                    <a:pt x="1354201" y="1471932"/>
                  </a:lnTo>
                  <a:lnTo>
                    <a:pt x="1148396" y="1616039"/>
                  </a:lnTo>
                  <a:lnTo>
                    <a:pt x="992294" y="1480516"/>
                  </a:lnTo>
                  <a:lnTo>
                    <a:pt x="1011291" y="1467215"/>
                  </a:lnTo>
                  <a:cubicBezTo>
                    <a:pt x="951500" y="1486565"/>
                    <a:pt x="888271" y="1495869"/>
                    <a:pt x="823805" y="1495510"/>
                  </a:cubicBezTo>
                  <a:lnTo>
                    <a:pt x="729193" y="1665940"/>
                  </a:lnTo>
                  <a:lnTo>
                    <a:pt x="486511" y="1600914"/>
                  </a:lnTo>
                  <a:lnTo>
                    <a:pt x="489790" y="1406012"/>
                  </a:lnTo>
                  <a:cubicBezTo>
                    <a:pt x="438364" y="1376702"/>
                    <a:pt x="391917" y="1340859"/>
                    <a:pt x="352658" y="1298452"/>
                  </a:cubicBezTo>
                  <a:lnTo>
                    <a:pt x="355803" y="1305197"/>
                  </a:lnTo>
                  <a:lnTo>
                    <a:pt x="152856" y="1344512"/>
                  </a:lnTo>
                  <a:lnTo>
                    <a:pt x="46675" y="1116809"/>
                  </a:lnTo>
                  <a:lnTo>
                    <a:pt x="183929" y="1005520"/>
                  </a:lnTo>
                  <a:cubicBezTo>
                    <a:pt x="169279" y="951824"/>
                    <a:pt x="161626" y="895865"/>
                    <a:pt x="161615" y="838915"/>
                  </a:cubicBezTo>
                  <a:lnTo>
                    <a:pt x="0" y="749197"/>
                  </a:lnTo>
                  <a:lnTo>
                    <a:pt x="65026" y="506515"/>
                  </a:lnTo>
                  <a:lnTo>
                    <a:pt x="250227" y="509630"/>
                  </a:lnTo>
                  <a:cubicBezTo>
                    <a:pt x="275353" y="465291"/>
                    <a:pt x="305693" y="424864"/>
                    <a:pt x="340015" y="388679"/>
                  </a:cubicBezTo>
                  <a:lnTo>
                    <a:pt x="277984" y="197357"/>
                  </a:lnTo>
                  <a:lnTo>
                    <a:pt x="491050" y="64219"/>
                  </a:lnTo>
                  <a:lnTo>
                    <a:pt x="639843" y="207726"/>
                  </a:lnTo>
                  <a:lnTo>
                    <a:pt x="638348" y="208660"/>
                  </a:lnTo>
                  <a:cubicBezTo>
                    <a:pt x="696840" y="190256"/>
                    <a:pt x="758594" y="181748"/>
                    <a:pt x="821488" y="182440"/>
                  </a:cubicBezTo>
                  <a:lnTo>
                    <a:pt x="815140" y="180739"/>
                  </a:lnTo>
                  <a:lnTo>
                    <a:pt x="91547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 sz="27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Latar Belakang</a:t>
            </a:r>
            <a:endParaRPr lang="en-ID" sz="44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25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27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29" name="Rectangle 28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30" name="Rectangle 29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31" name="Rectangle 30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CustomShape 1"/>
          <p:cNvSpPr/>
          <p:nvPr/>
        </p:nvSpPr>
        <p:spPr>
          <a:xfrm>
            <a:off x="2011680" y="511200"/>
            <a:ext cx="51188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800" b="1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Jumlah Penduduk Indonesia 2010-2035</a:t>
            </a:r>
            <a:endParaRPr lang="en-ID" sz="1800" b="0" strike="noStrike" spc="-1">
              <a:latin typeface="Arial" panose="020B0604020202020204"/>
            </a:endParaRPr>
          </a:p>
        </p:txBody>
      </p:sp>
      <p:sp>
        <p:nvSpPr>
          <p:cNvPr id="483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4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5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6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7" name="CustomShape 6"/>
          <p:cNvSpPr/>
          <p:nvPr/>
        </p:nvSpPr>
        <p:spPr>
          <a:xfrm rot="5400000">
            <a:off x="-1454040" y="2253240"/>
            <a:ext cx="4110480" cy="1194480"/>
          </a:xfrm>
          <a:custGeom>
            <a:avLst/>
            <a:gdLst/>
            <a:ahLst/>
            <a:cxnLst/>
            <a:rect l="l" t="t" r="r" b="b"/>
            <a:pathLst>
              <a:path w="4972050" h="1445239">
                <a:moveTo>
                  <a:pt x="0" y="0"/>
                </a:moveTo>
                <a:lnTo>
                  <a:pt x="4972050" y="0"/>
                </a:lnTo>
                <a:lnTo>
                  <a:pt x="4972050" y="1445239"/>
                </a:lnTo>
                <a:lnTo>
                  <a:pt x="4846713" y="1445239"/>
                </a:lnTo>
                <a:lnTo>
                  <a:pt x="4846713" y="125337"/>
                </a:lnTo>
                <a:lnTo>
                  <a:pt x="125337" y="125337"/>
                </a:lnTo>
                <a:lnTo>
                  <a:pt x="125337" y="1445239"/>
                </a:lnTo>
                <a:lnTo>
                  <a:pt x="0" y="1445239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8" name="CustomShape 7"/>
          <p:cNvSpPr/>
          <p:nvPr/>
        </p:nvSpPr>
        <p:spPr>
          <a:xfrm rot="2735400">
            <a:off x="1119600" y="252000"/>
            <a:ext cx="86400" cy="119448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9" name="CustomShape 8"/>
          <p:cNvSpPr/>
          <p:nvPr/>
        </p:nvSpPr>
        <p:spPr>
          <a:xfrm rot="2735400">
            <a:off x="1721520" y="-114480"/>
            <a:ext cx="86400" cy="1194480"/>
          </a:xfrm>
          <a:prstGeom prst="rect">
            <a:avLst/>
          </a:prstGeom>
          <a:solidFill>
            <a:srgbClr val="FFFFFF">
              <a:alpha val="80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498" name="Picture 2"/>
          <p:cNvPicPr/>
          <p:nvPr/>
        </p:nvPicPr>
        <p:blipFill>
          <a:blip r:embed="rId1"/>
          <a:srcRect t="4846"/>
          <a:stretch>
            <a:fillRect/>
          </a:stretch>
        </p:blipFill>
        <p:spPr>
          <a:xfrm>
            <a:off x="2653665" y="1423670"/>
            <a:ext cx="6430680" cy="3239280"/>
          </a:xfrm>
          <a:prstGeom prst="rect">
            <a:avLst/>
          </a:prstGeom>
          <a:ln>
            <a:noFill/>
          </a:ln>
        </p:spPr>
      </p:pic>
      <p:sp>
        <p:nvSpPr>
          <p:cNvPr id="499" name="CustomShape 17"/>
          <p:cNvSpPr/>
          <p:nvPr/>
        </p:nvSpPr>
        <p:spPr>
          <a:xfrm>
            <a:off x="3154045" y="4966795"/>
            <a:ext cx="5118840" cy="5155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400" b="0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Prediksi penduduk Indonesia tahun 2035= 305,7 juta jiwa</a:t>
            </a:r>
            <a:endParaRPr lang="en-ID" sz="1400" b="0" strike="noStrike" spc="-1">
              <a:latin typeface="Arial" panose="020B0604020202020204"/>
            </a:endParaRPr>
          </a:p>
        </p:txBody>
      </p:sp>
      <p:sp>
        <p:nvSpPr>
          <p:cNvPr id="500" name="CustomShape 18"/>
          <p:cNvSpPr/>
          <p:nvPr/>
        </p:nvSpPr>
        <p:spPr>
          <a:xfrm>
            <a:off x="7605395" y="1150430"/>
            <a:ext cx="1554480" cy="2732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200" b="0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Source: BPS, 2018</a:t>
            </a:r>
            <a:endParaRPr lang="en-ID" sz="1200" b="0" strike="noStrike" spc="-1">
              <a:latin typeface="Arial" panose="020B0604020202020204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154045" y="4742180"/>
            <a:ext cx="557403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ID" spc="-1">
                <a:solidFill>
                  <a:srgbClr val="FFFFFF"/>
                </a:solidFill>
                <a:latin typeface="Arial" panose="020B0604020202020204"/>
                <a:ea typeface="Arial Unicode MS"/>
                <a:sym typeface="+mn-ea"/>
              </a:rPr>
              <a:t>Pertumbuhan Penduduk Indonesia= 1,38% per tahun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" grpId="0" animBg="1"/>
      <p:bldP spid="499" grpId="0" bldLvl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CustomShape 1"/>
          <p:cNvSpPr/>
          <p:nvPr/>
        </p:nvSpPr>
        <p:spPr>
          <a:xfrm>
            <a:off x="1867680" y="526680"/>
            <a:ext cx="5118840" cy="33408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600" b="1" strike="noStrike" spc="-1">
                <a:solidFill>
                  <a:srgbClr val="FFFFFF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rPr>
              <a:t>Jumlah Profesi Petani di Indonesia 2010-2035</a:t>
            </a:r>
            <a:endParaRPr lang="en-ID" sz="1600" b="1" strike="noStrike" spc="-1">
              <a:solidFill>
                <a:srgbClr val="FFFFFF"/>
              </a:solidFill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sp>
        <p:nvSpPr>
          <p:cNvPr id="502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3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4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5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6" name="CustomShape 6"/>
          <p:cNvSpPr/>
          <p:nvPr/>
        </p:nvSpPr>
        <p:spPr>
          <a:xfrm rot="5400000">
            <a:off x="-1454040" y="2253240"/>
            <a:ext cx="4110480" cy="1194480"/>
          </a:xfrm>
          <a:custGeom>
            <a:avLst/>
            <a:gdLst/>
            <a:ahLst/>
            <a:cxnLst/>
            <a:rect l="l" t="t" r="r" b="b"/>
            <a:pathLst>
              <a:path w="4972050" h="1445239">
                <a:moveTo>
                  <a:pt x="0" y="0"/>
                </a:moveTo>
                <a:lnTo>
                  <a:pt x="4972050" y="0"/>
                </a:lnTo>
                <a:lnTo>
                  <a:pt x="4972050" y="1445239"/>
                </a:lnTo>
                <a:lnTo>
                  <a:pt x="4846713" y="1445239"/>
                </a:lnTo>
                <a:lnTo>
                  <a:pt x="4846713" y="125337"/>
                </a:lnTo>
                <a:lnTo>
                  <a:pt x="125337" y="125337"/>
                </a:lnTo>
                <a:lnTo>
                  <a:pt x="125337" y="1445239"/>
                </a:lnTo>
                <a:lnTo>
                  <a:pt x="0" y="1445239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7" name="CustomShape 7"/>
          <p:cNvSpPr/>
          <p:nvPr/>
        </p:nvSpPr>
        <p:spPr>
          <a:xfrm rot="2735400">
            <a:off x="1119600" y="252000"/>
            <a:ext cx="86400" cy="119448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8" name="CustomShape 8"/>
          <p:cNvSpPr/>
          <p:nvPr/>
        </p:nvSpPr>
        <p:spPr>
          <a:xfrm rot="2735400">
            <a:off x="1721520" y="-114480"/>
            <a:ext cx="86400" cy="1194480"/>
          </a:xfrm>
          <a:prstGeom prst="rect">
            <a:avLst/>
          </a:prstGeom>
          <a:solidFill>
            <a:srgbClr val="FFFFFF">
              <a:alpha val="80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9" name="CustomShape 9"/>
          <p:cNvSpPr/>
          <p:nvPr/>
        </p:nvSpPr>
        <p:spPr>
          <a:xfrm>
            <a:off x="2392045" y="4820920"/>
            <a:ext cx="6307455" cy="5156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600" b="0" strike="noStrike" spc="-1">
                <a:solidFill>
                  <a:srgbClr val="FFFFFF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rPr>
              <a:t>Rata-rata 0,5% Petani di Indonesia beralih profesi setiap tahunnya</a:t>
            </a:r>
            <a:endParaRPr lang="en-ID" sz="1600" b="0" strike="noStrike" spc="-1">
              <a:solidFill>
                <a:srgbClr val="FFFFFF"/>
              </a:solidFill>
              <a:latin typeface="Arial" panose="020B0604020202020204" pitchFamily="34" charset="0"/>
              <a:ea typeface="Arial Unicode MS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442210" y="1075055"/>
            <a:ext cx="6616065" cy="3703955"/>
            <a:chOff x="3168" y="1354"/>
            <a:chExt cx="10419" cy="5833"/>
          </a:xfrm>
        </p:grpSpPr>
        <p:sp>
          <p:nvSpPr>
            <p:cNvPr id="3" name="Rectangle 2"/>
            <p:cNvSpPr/>
            <p:nvPr/>
          </p:nvSpPr>
          <p:spPr>
            <a:xfrm>
              <a:off x="3168" y="1744"/>
              <a:ext cx="10099" cy="54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510" name="CustomShape 10"/>
            <p:cNvSpPr/>
            <p:nvPr/>
          </p:nvSpPr>
          <p:spPr>
            <a:xfrm>
              <a:off x="11139" y="1354"/>
              <a:ext cx="2448" cy="43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/>
            <a:p>
              <a:pPr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Source: BPS, 2018</a:t>
              </a:r>
              <a:endParaRPr lang="en-ID" sz="1200" b="0" strike="noStrike" spc="-1">
                <a:solidFill>
                  <a:srgbClr val="FFFFFF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  <p:sp>
          <p:nvSpPr>
            <p:cNvPr id="511" name="CustomShape 11"/>
            <p:cNvSpPr/>
            <p:nvPr/>
          </p:nvSpPr>
          <p:spPr>
            <a:xfrm rot="1921800">
              <a:off x="8357" y="4838"/>
              <a:ext cx="2059" cy="224"/>
            </a:xfrm>
            <a:prstGeom prst="rect">
              <a:avLst/>
            </a:prstGeom>
            <a:solidFill>
              <a:srgbClr val="77D34C"/>
            </a:solidFill>
            <a:ln w="255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512" name="CustomShape 12"/>
            <p:cNvSpPr/>
            <p:nvPr/>
          </p:nvSpPr>
          <p:spPr>
            <a:xfrm rot="840600">
              <a:off x="4867" y="3727"/>
              <a:ext cx="3006" cy="213"/>
            </a:xfrm>
            <a:prstGeom prst="rect">
              <a:avLst/>
            </a:prstGeom>
            <a:solidFill>
              <a:srgbClr val="77D34C"/>
            </a:solidFill>
            <a:ln w="255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513" name="CustomShape 13"/>
            <p:cNvSpPr/>
            <p:nvPr/>
          </p:nvSpPr>
          <p:spPr>
            <a:xfrm>
              <a:off x="3316" y="2042"/>
              <a:ext cx="2648" cy="2648"/>
            </a:xfrm>
            <a:prstGeom prst="ellipse">
              <a:avLst/>
            </a:pr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514" name="CustomShape 14"/>
            <p:cNvSpPr/>
            <p:nvPr/>
          </p:nvSpPr>
          <p:spPr>
            <a:xfrm>
              <a:off x="6788" y="3124"/>
              <a:ext cx="2271" cy="2217"/>
            </a:xfrm>
            <a:prstGeom prst="ellipse">
              <a:avLst/>
            </a:pr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515" name="CustomShape 15"/>
            <p:cNvSpPr/>
            <p:nvPr/>
          </p:nvSpPr>
          <p:spPr>
            <a:xfrm>
              <a:off x="3168" y="2913"/>
              <a:ext cx="2835" cy="877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ct val="100000"/>
                </a:lnSpc>
              </a:pPr>
              <a:r>
                <a:rPr lang="en-ID" sz="18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 Black"/>
                  <a:cs typeface="Arial" panose="020B0604020202020204" pitchFamily="34" charset="0"/>
                </a:rPr>
                <a:t>40,8 juta</a:t>
              </a:r>
              <a:endParaRPr lang="en-ID" sz="1800" b="0" strike="noStrike" spc="-1">
                <a:solidFill>
                  <a:srgbClr val="FFFFFF"/>
                </a:solidFill>
                <a:latin typeface="Arial" panose="020B0604020202020204" pitchFamily="34" charset="0"/>
                <a:ea typeface="Lato Black"/>
                <a:cs typeface="Arial" panose="020B0604020202020204" pitchFamily="34" charset="0"/>
              </a:endParaRPr>
            </a:p>
          </p:txBody>
        </p:sp>
        <p:sp>
          <p:nvSpPr>
            <p:cNvPr id="516" name="CustomShape 16"/>
            <p:cNvSpPr/>
            <p:nvPr/>
          </p:nvSpPr>
          <p:spPr>
            <a:xfrm>
              <a:off x="6490" y="4056"/>
              <a:ext cx="2835" cy="5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ts val="900"/>
                </a:lnSpc>
              </a:pPr>
              <a:r>
                <a:rPr lang="en-ID" sz="18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rPr>
                <a:t>39,2 juta</a:t>
              </a:r>
              <a:endParaRPr lang="en-ID" sz="18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endParaRPr>
            </a:p>
          </p:txBody>
        </p:sp>
        <p:sp>
          <p:nvSpPr>
            <p:cNvPr id="517" name="CustomShape 17"/>
            <p:cNvSpPr/>
            <p:nvPr/>
          </p:nvSpPr>
          <p:spPr>
            <a:xfrm>
              <a:off x="3793" y="2510"/>
              <a:ext cx="1668" cy="69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ts val="1500"/>
                </a:lnSpc>
              </a:pPr>
              <a:r>
                <a:rPr lang="en-ID" sz="15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rPr>
                <a:t>2014</a:t>
              </a:r>
              <a:endParaRPr lang="en-ID" sz="15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endParaRPr>
            </a:p>
          </p:txBody>
        </p:sp>
        <p:sp>
          <p:nvSpPr>
            <p:cNvPr id="518" name="CustomShape 18"/>
            <p:cNvSpPr/>
            <p:nvPr/>
          </p:nvSpPr>
          <p:spPr>
            <a:xfrm>
              <a:off x="7050" y="3505"/>
              <a:ext cx="1668" cy="69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ts val="1500"/>
                </a:lnSpc>
              </a:pPr>
              <a:r>
                <a:rPr lang="en-ID" sz="14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rPr>
                <a:t>2018</a:t>
              </a:r>
              <a:endParaRPr lang="en-ID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endParaRPr>
            </a:p>
          </p:txBody>
        </p:sp>
        <p:sp>
          <p:nvSpPr>
            <p:cNvPr id="519" name="CustomShape 19"/>
            <p:cNvSpPr/>
            <p:nvPr/>
          </p:nvSpPr>
          <p:spPr>
            <a:xfrm>
              <a:off x="10121" y="4827"/>
              <a:ext cx="1864" cy="1797"/>
            </a:xfrm>
            <a:prstGeom prst="ellipse">
              <a:avLst/>
            </a:pr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520" name="CustomShape 20"/>
            <p:cNvSpPr/>
            <p:nvPr/>
          </p:nvSpPr>
          <p:spPr>
            <a:xfrm>
              <a:off x="10369" y="5001"/>
              <a:ext cx="1369" cy="561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ts val="1500"/>
                </a:lnSpc>
              </a:pPr>
              <a:r>
                <a:rPr lang="en-ID" sz="11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rPr>
                <a:t>2035</a:t>
              </a:r>
              <a:endParaRPr lang="en-ID" sz="11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endParaRPr>
            </a:p>
          </p:txBody>
        </p:sp>
        <p:sp>
          <p:nvSpPr>
            <p:cNvPr id="521" name="CustomShape 21"/>
            <p:cNvSpPr/>
            <p:nvPr/>
          </p:nvSpPr>
          <p:spPr>
            <a:xfrm>
              <a:off x="9636" y="5524"/>
              <a:ext cx="2835" cy="59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ts val="900"/>
                </a:lnSpc>
              </a:pPr>
              <a:r>
                <a:rPr lang="en-ID" sz="16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rPr>
                <a:t>36,1 juta</a:t>
              </a:r>
              <a:endParaRPr lang="en-ID" sz="16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endParaRPr>
            </a:p>
          </p:txBody>
        </p:sp>
        <p:sp>
          <p:nvSpPr>
            <p:cNvPr id="522" name="CustomShape 22"/>
            <p:cNvSpPr/>
            <p:nvPr/>
          </p:nvSpPr>
          <p:spPr>
            <a:xfrm>
              <a:off x="3842" y="3563"/>
              <a:ext cx="1668" cy="69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ts val="1500"/>
                </a:lnSpc>
              </a:pPr>
              <a:r>
                <a:rPr lang="en-ID" sz="16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rPr>
                <a:t>16,2%</a:t>
              </a:r>
              <a:endParaRPr lang="en-ID" sz="16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endParaRPr>
            </a:p>
          </p:txBody>
        </p:sp>
        <p:sp>
          <p:nvSpPr>
            <p:cNvPr id="523" name="CustomShape 23"/>
            <p:cNvSpPr/>
            <p:nvPr/>
          </p:nvSpPr>
          <p:spPr>
            <a:xfrm>
              <a:off x="7074" y="4336"/>
              <a:ext cx="1668" cy="69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ts val="1500"/>
                </a:lnSpc>
              </a:pPr>
              <a:r>
                <a:rPr lang="en-ID" sz="14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rPr>
                <a:t>14,4%</a:t>
              </a:r>
              <a:endParaRPr lang="en-ID" sz="14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endParaRPr>
            </a:p>
          </p:txBody>
        </p:sp>
        <p:sp>
          <p:nvSpPr>
            <p:cNvPr id="524" name="CustomShape 24"/>
            <p:cNvSpPr/>
            <p:nvPr/>
          </p:nvSpPr>
          <p:spPr>
            <a:xfrm>
              <a:off x="10282" y="5791"/>
              <a:ext cx="1668" cy="69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0" tIns="0" rIns="0" bIns="0" anchor="ctr"/>
            <a:p>
              <a:pPr algn="ctr">
                <a:lnSpc>
                  <a:spcPts val="1500"/>
                </a:lnSpc>
              </a:pPr>
              <a:r>
                <a:rPr lang="en-ID" sz="11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rPr>
                <a:t>11,8%</a:t>
              </a:r>
              <a:endParaRPr lang="en-ID" sz="11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2011680" y="511200"/>
            <a:ext cx="51188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800" b="1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Presentase Lahan Indonesia 2010-2035</a:t>
            </a:r>
            <a:endParaRPr lang="en-ID" sz="1800" b="0" strike="noStrike" spc="-1">
              <a:latin typeface="Arial" panose="020B0604020202020204"/>
            </a:endParaRPr>
          </a:p>
        </p:txBody>
      </p:sp>
      <p:sp>
        <p:nvSpPr>
          <p:cNvPr id="5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8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9" name="CustomShape 6"/>
          <p:cNvSpPr/>
          <p:nvPr/>
        </p:nvSpPr>
        <p:spPr>
          <a:xfrm rot="5400000">
            <a:off x="-1454040" y="2253240"/>
            <a:ext cx="4110480" cy="1194480"/>
          </a:xfrm>
          <a:custGeom>
            <a:avLst/>
            <a:gdLst/>
            <a:ahLst/>
            <a:cxnLst/>
            <a:rect l="l" t="t" r="r" b="b"/>
            <a:pathLst>
              <a:path w="4972050" h="1445239">
                <a:moveTo>
                  <a:pt x="0" y="0"/>
                </a:moveTo>
                <a:lnTo>
                  <a:pt x="4972050" y="0"/>
                </a:lnTo>
                <a:lnTo>
                  <a:pt x="4972050" y="1445239"/>
                </a:lnTo>
                <a:lnTo>
                  <a:pt x="4846713" y="1445239"/>
                </a:lnTo>
                <a:lnTo>
                  <a:pt x="4846713" y="125337"/>
                </a:lnTo>
                <a:lnTo>
                  <a:pt x="125337" y="125337"/>
                </a:lnTo>
                <a:lnTo>
                  <a:pt x="125337" y="1445239"/>
                </a:lnTo>
                <a:lnTo>
                  <a:pt x="0" y="1445239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" name="CustomShape 7"/>
          <p:cNvSpPr/>
          <p:nvPr/>
        </p:nvSpPr>
        <p:spPr>
          <a:xfrm rot="2735400">
            <a:off x="1119600" y="252000"/>
            <a:ext cx="86400" cy="119448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" name="CustomShape 8"/>
          <p:cNvSpPr/>
          <p:nvPr/>
        </p:nvSpPr>
        <p:spPr>
          <a:xfrm rot="2735400">
            <a:off x="1721520" y="-114480"/>
            <a:ext cx="86400" cy="1194480"/>
          </a:xfrm>
          <a:prstGeom prst="rect">
            <a:avLst/>
          </a:prstGeom>
          <a:solidFill>
            <a:srgbClr val="FFFFFF">
              <a:alpha val="80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3" name="CustomShape 9"/>
          <p:cNvSpPr/>
          <p:nvPr/>
        </p:nvSpPr>
        <p:spPr>
          <a:xfrm>
            <a:off x="2422525" y="4677410"/>
            <a:ext cx="5778500" cy="5156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600" b="0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Lahan Pertanian banyak dialih fungsikan untuk kegiatan industri non-Pertanian</a:t>
            </a:r>
            <a:endParaRPr lang="en-ID" sz="1600" b="0" strike="noStrike" spc="-1">
              <a:solidFill>
                <a:srgbClr val="FFFFFF"/>
              </a:solidFill>
              <a:latin typeface="Arial" panose="020B0604020202020204"/>
              <a:ea typeface="Arial Unicode M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513965" y="1146810"/>
            <a:ext cx="6324600" cy="3425190"/>
            <a:chOff x="3959" y="1806"/>
            <a:chExt cx="9960" cy="5394"/>
          </a:xfrm>
        </p:grpSpPr>
        <p:grpSp>
          <p:nvGrpSpPr>
            <p:cNvPr id="2" name="Group 1"/>
            <p:cNvGrpSpPr/>
            <p:nvPr/>
          </p:nvGrpSpPr>
          <p:grpSpPr>
            <a:xfrm>
              <a:off x="3959" y="1806"/>
              <a:ext cx="9960" cy="5394"/>
              <a:chOff x="3959" y="1806"/>
              <a:chExt cx="9960" cy="5394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3959" y="2270"/>
                <a:ext cx="9734" cy="493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14" name="CustomShape 10"/>
              <p:cNvSpPr/>
              <p:nvPr/>
            </p:nvSpPr>
            <p:spPr>
              <a:xfrm>
                <a:off x="11471" y="1806"/>
                <a:ext cx="2448" cy="4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ctr"/>
              <a:p>
                <a:pPr>
                  <a:lnSpc>
                    <a:spcPct val="100000"/>
                  </a:lnSpc>
                </a:pPr>
                <a:r>
                  <a:rPr lang="en-ID" sz="1200" b="0" strike="noStrike" spc="-1">
                    <a:solidFill>
                      <a:srgbClr val="FFFFFF"/>
                    </a:solidFill>
                    <a:latin typeface="Arial" panose="020B0604020202020204"/>
                    <a:ea typeface="Arial Unicode MS"/>
                  </a:rPr>
                  <a:t>Source: FAO, 2018</a:t>
                </a:r>
                <a:endParaRPr lang="en-ID" sz="1200" b="0" strike="noStrike" spc="-1">
                  <a:latin typeface="Arial" panose="020B0604020202020204"/>
                </a:endParaRPr>
              </a:p>
            </p:txBody>
          </p:sp>
          <p:pic>
            <p:nvPicPr>
              <p:cNvPr id="15" name="Picture 2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207" y="2622"/>
                <a:ext cx="9422" cy="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</p:pic>
        </p:grpSp>
        <p:sp>
          <p:nvSpPr>
            <p:cNvPr id="16" name="CustomShape 11"/>
            <p:cNvSpPr/>
            <p:nvPr/>
          </p:nvSpPr>
          <p:spPr>
            <a:xfrm>
              <a:off x="4704" y="4584"/>
              <a:ext cx="3524" cy="62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000000"/>
                  </a:solidFill>
                  <a:latin typeface="Gill Sans"/>
                  <a:ea typeface="ヒラギノ角ゴ ProN W3"/>
                </a:rPr>
                <a:t>di tahun 2035 lahan perkotaan akan mendominasi</a:t>
              </a:r>
              <a:endParaRPr lang="en-ID" sz="1200" b="0" strike="noStrike" spc="-1">
                <a:solidFill>
                  <a:srgbClr val="000000"/>
                </a:solidFill>
                <a:latin typeface="Gill Sans"/>
                <a:ea typeface="ヒラギノ角ゴ ProN W3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CustomShape 1"/>
          <p:cNvSpPr/>
          <p:nvPr/>
        </p:nvSpPr>
        <p:spPr>
          <a:xfrm>
            <a:off x="0" y="2926080"/>
            <a:ext cx="100800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8" name="CustomShape 2"/>
          <p:cNvSpPr/>
          <p:nvPr/>
        </p:nvSpPr>
        <p:spPr>
          <a:xfrm>
            <a:off x="0" y="2834640"/>
            <a:ext cx="3657600" cy="1407600"/>
          </a:xfrm>
          <a:custGeom>
            <a:avLst/>
            <a:gdLst/>
            <a:ahLst/>
            <a:cxnLst/>
            <a:rect l="l" t="t" r="r" b="b"/>
            <a:pathLst>
              <a:path w="4706782" h="1794817">
                <a:moveTo>
                  <a:pt x="949937" y="813733"/>
                </a:moveTo>
                <a:cubicBezTo>
                  <a:pt x="938877" y="813733"/>
                  <a:pt x="936549" y="818389"/>
                  <a:pt x="936549" y="828285"/>
                </a:cubicBezTo>
                <a:cubicBezTo>
                  <a:pt x="937132" y="856806"/>
                  <a:pt x="936549" y="885909"/>
                  <a:pt x="936549" y="914431"/>
                </a:cubicBezTo>
                <a:cubicBezTo>
                  <a:pt x="936549" y="942370"/>
                  <a:pt x="937132" y="969727"/>
                  <a:pt x="936549" y="997667"/>
                </a:cubicBezTo>
                <a:cubicBezTo>
                  <a:pt x="936549" y="1008726"/>
                  <a:pt x="940041" y="1012800"/>
                  <a:pt x="951101" y="1012800"/>
                </a:cubicBezTo>
                <a:cubicBezTo>
                  <a:pt x="962160" y="1012800"/>
                  <a:pt x="965653" y="1008144"/>
                  <a:pt x="965653" y="997667"/>
                </a:cubicBezTo>
                <a:cubicBezTo>
                  <a:pt x="964488" y="941206"/>
                  <a:pt x="964488" y="884163"/>
                  <a:pt x="965071" y="827702"/>
                </a:cubicBezTo>
                <a:cubicBezTo>
                  <a:pt x="965071" y="816061"/>
                  <a:pt x="959832" y="813733"/>
                  <a:pt x="949937" y="813733"/>
                </a:cubicBezTo>
                <a:close/>
                <a:moveTo>
                  <a:pt x="792778" y="766003"/>
                </a:moveTo>
                <a:cubicBezTo>
                  <a:pt x="783465" y="766003"/>
                  <a:pt x="780555" y="770078"/>
                  <a:pt x="780555" y="778809"/>
                </a:cubicBezTo>
                <a:cubicBezTo>
                  <a:pt x="780555" y="790450"/>
                  <a:pt x="780555" y="801510"/>
                  <a:pt x="780555" y="813151"/>
                </a:cubicBezTo>
                <a:cubicBezTo>
                  <a:pt x="780555" y="813151"/>
                  <a:pt x="780555" y="813151"/>
                  <a:pt x="779973" y="813151"/>
                </a:cubicBezTo>
                <a:cubicBezTo>
                  <a:pt x="779973" y="824210"/>
                  <a:pt x="779973" y="835270"/>
                  <a:pt x="779973" y="845747"/>
                </a:cubicBezTo>
                <a:cubicBezTo>
                  <a:pt x="779973" y="859134"/>
                  <a:pt x="774152" y="865537"/>
                  <a:pt x="760183" y="864955"/>
                </a:cubicBezTo>
                <a:cubicBezTo>
                  <a:pt x="746213" y="864373"/>
                  <a:pt x="732243" y="864955"/>
                  <a:pt x="718274" y="864955"/>
                </a:cubicBezTo>
                <a:cubicBezTo>
                  <a:pt x="709542" y="864955"/>
                  <a:pt x="705468" y="867283"/>
                  <a:pt x="705468" y="876596"/>
                </a:cubicBezTo>
                <a:cubicBezTo>
                  <a:pt x="706050" y="888820"/>
                  <a:pt x="701976" y="903371"/>
                  <a:pt x="722930" y="903371"/>
                </a:cubicBezTo>
                <a:cubicBezTo>
                  <a:pt x="730496" y="903371"/>
                  <a:pt x="729332" y="912103"/>
                  <a:pt x="729332" y="917923"/>
                </a:cubicBezTo>
                <a:cubicBezTo>
                  <a:pt x="729332" y="944116"/>
                  <a:pt x="729915" y="970310"/>
                  <a:pt x="729332" y="997085"/>
                </a:cubicBezTo>
                <a:cubicBezTo>
                  <a:pt x="729332" y="1008726"/>
                  <a:pt x="733407" y="1013383"/>
                  <a:pt x="745049" y="1012800"/>
                </a:cubicBezTo>
                <a:cubicBezTo>
                  <a:pt x="760183" y="1012219"/>
                  <a:pt x="775898" y="1012219"/>
                  <a:pt x="791032" y="1012800"/>
                </a:cubicBezTo>
                <a:cubicBezTo>
                  <a:pt x="799763" y="1012800"/>
                  <a:pt x="803837" y="1009308"/>
                  <a:pt x="803255" y="1000577"/>
                </a:cubicBezTo>
                <a:cubicBezTo>
                  <a:pt x="803837" y="926072"/>
                  <a:pt x="803837" y="852149"/>
                  <a:pt x="803837" y="778227"/>
                </a:cubicBezTo>
                <a:cubicBezTo>
                  <a:pt x="803837" y="770660"/>
                  <a:pt x="801509" y="766003"/>
                  <a:pt x="792778" y="766003"/>
                </a:cubicBezTo>
                <a:close/>
                <a:moveTo>
                  <a:pt x="763675" y="598950"/>
                </a:moveTo>
                <a:cubicBezTo>
                  <a:pt x="750869" y="598367"/>
                  <a:pt x="747377" y="603606"/>
                  <a:pt x="747959" y="615247"/>
                </a:cubicBezTo>
                <a:cubicBezTo>
                  <a:pt x="748541" y="642023"/>
                  <a:pt x="747959" y="668798"/>
                  <a:pt x="747959" y="695573"/>
                </a:cubicBezTo>
                <a:cubicBezTo>
                  <a:pt x="747959" y="695573"/>
                  <a:pt x="747959" y="695573"/>
                  <a:pt x="747377" y="695573"/>
                </a:cubicBezTo>
                <a:cubicBezTo>
                  <a:pt x="747377" y="721766"/>
                  <a:pt x="747377" y="747959"/>
                  <a:pt x="747377" y="774734"/>
                </a:cubicBezTo>
                <a:cubicBezTo>
                  <a:pt x="747377" y="793942"/>
                  <a:pt x="742721" y="798017"/>
                  <a:pt x="723512" y="799181"/>
                </a:cubicBezTo>
                <a:cubicBezTo>
                  <a:pt x="704304" y="799763"/>
                  <a:pt x="704304" y="801510"/>
                  <a:pt x="705468" y="830031"/>
                </a:cubicBezTo>
                <a:cubicBezTo>
                  <a:pt x="706050" y="846329"/>
                  <a:pt x="716527" y="842836"/>
                  <a:pt x="726423" y="842254"/>
                </a:cubicBezTo>
                <a:cubicBezTo>
                  <a:pt x="728168" y="842254"/>
                  <a:pt x="729332" y="841672"/>
                  <a:pt x="731079" y="841672"/>
                </a:cubicBezTo>
                <a:cubicBezTo>
                  <a:pt x="757854" y="840508"/>
                  <a:pt x="757854" y="840508"/>
                  <a:pt x="757854" y="812569"/>
                </a:cubicBezTo>
                <a:cubicBezTo>
                  <a:pt x="757854" y="793942"/>
                  <a:pt x="759018" y="775899"/>
                  <a:pt x="757272" y="757272"/>
                </a:cubicBezTo>
                <a:cubicBezTo>
                  <a:pt x="756690" y="747959"/>
                  <a:pt x="761347" y="746213"/>
                  <a:pt x="767749" y="745049"/>
                </a:cubicBezTo>
                <a:cubicBezTo>
                  <a:pt x="770077" y="744467"/>
                  <a:pt x="772406" y="744467"/>
                  <a:pt x="775316" y="744467"/>
                </a:cubicBezTo>
                <a:cubicBezTo>
                  <a:pt x="805584" y="744467"/>
                  <a:pt x="803837" y="747377"/>
                  <a:pt x="803255" y="714199"/>
                </a:cubicBezTo>
                <a:cubicBezTo>
                  <a:pt x="802091" y="678693"/>
                  <a:pt x="814315" y="651336"/>
                  <a:pt x="848657" y="636784"/>
                </a:cubicBezTo>
                <a:cubicBezTo>
                  <a:pt x="863791" y="630381"/>
                  <a:pt x="856224" y="616993"/>
                  <a:pt x="856224" y="606516"/>
                </a:cubicBezTo>
                <a:cubicBezTo>
                  <a:pt x="856224" y="597203"/>
                  <a:pt x="847493" y="598950"/>
                  <a:pt x="841090" y="598950"/>
                </a:cubicBezTo>
                <a:cubicBezTo>
                  <a:pt x="815479" y="598950"/>
                  <a:pt x="789286" y="599531"/>
                  <a:pt x="763675" y="598950"/>
                </a:cubicBezTo>
                <a:close/>
                <a:moveTo>
                  <a:pt x="1859510" y="462385"/>
                </a:moveTo>
                <a:lnTo>
                  <a:pt x="1859510" y="563358"/>
                </a:lnTo>
                <a:lnTo>
                  <a:pt x="1898670" y="571265"/>
                </a:lnTo>
                <a:cubicBezTo>
                  <a:pt x="1944088" y="590475"/>
                  <a:pt x="1975957" y="635447"/>
                  <a:pt x="1975957" y="687863"/>
                </a:cubicBezTo>
                <a:lnTo>
                  <a:pt x="1975957" y="1019771"/>
                </a:lnTo>
                <a:lnTo>
                  <a:pt x="2020147" y="1019771"/>
                </a:lnTo>
                <a:lnTo>
                  <a:pt x="2020147" y="462385"/>
                </a:lnTo>
                <a:close/>
                <a:moveTo>
                  <a:pt x="1523563" y="462385"/>
                </a:moveTo>
                <a:lnTo>
                  <a:pt x="1523563" y="563007"/>
                </a:lnTo>
                <a:lnTo>
                  <a:pt x="1564067" y="571184"/>
                </a:lnTo>
                <a:cubicBezTo>
                  <a:pt x="1609485" y="590394"/>
                  <a:pt x="1641354" y="635367"/>
                  <a:pt x="1641354" y="687783"/>
                </a:cubicBezTo>
                <a:lnTo>
                  <a:pt x="1641354" y="1019771"/>
                </a:lnTo>
                <a:lnTo>
                  <a:pt x="1722872" y="1019771"/>
                </a:lnTo>
                <a:lnTo>
                  <a:pt x="1722871" y="687863"/>
                </a:lnTo>
                <a:lnTo>
                  <a:pt x="1722872" y="687860"/>
                </a:lnTo>
                <a:lnTo>
                  <a:pt x="1722872" y="677670"/>
                </a:lnTo>
                <a:lnTo>
                  <a:pt x="1724928" y="677670"/>
                </a:lnTo>
                <a:lnTo>
                  <a:pt x="1732815" y="638606"/>
                </a:lnTo>
                <a:cubicBezTo>
                  <a:pt x="1747223" y="604543"/>
                  <a:pt x="1776122" y="578101"/>
                  <a:pt x="1811784" y="567009"/>
                </a:cubicBezTo>
                <a:lnTo>
                  <a:pt x="1827855" y="564579"/>
                </a:lnTo>
                <a:lnTo>
                  <a:pt x="1827855" y="462385"/>
                </a:lnTo>
                <a:close/>
                <a:moveTo>
                  <a:pt x="131548" y="0"/>
                </a:moveTo>
                <a:lnTo>
                  <a:pt x="216530" y="0"/>
                </a:lnTo>
                <a:lnTo>
                  <a:pt x="254364" y="802091"/>
                </a:lnTo>
                <a:lnTo>
                  <a:pt x="303840" y="803838"/>
                </a:lnTo>
                <a:lnTo>
                  <a:pt x="342838" y="164726"/>
                </a:lnTo>
                <a:lnTo>
                  <a:pt x="429567" y="164726"/>
                </a:lnTo>
                <a:lnTo>
                  <a:pt x="466820" y="806748"/>
                </a:lnTo>
                <a:lnTo>
                  <a:pt x="537832" y="810240"/>
                </a:lnTo>
                <a:cubicBezTo>
                  <a:pt x="537832" y="775316"/>
                  <a:pt x="537832" y="739810"/>
                  <a:pt x="537832" y="704886"/>
                </a:cubicBezTo>
                <a:cubicBezTo>
                  <a:pt x="537832" y="677529"/>
                  <a:pt x="548891" y="655992"/>
                  <a:pt x="573338" y="642023"/>
                </a:cubicBezTo>
                <a:cubicBezTo>
                  <a:pt x="577413" y="639694"/>
                  <a:pt x="580323" y="637366"/>
                  <a:pt x="582651" y="633291"/>
                </a:cubicBezTo>
                <a:cubicBezTo>
                  <a:pt x="587890" y="623396"/>
                  <a:pt x="618158" y="619904"/>
                  <a:pt x="623396" y="629217"/>
                </a:cubicBezTo>
                <a:cubicBezTo>
                  <a:pt x="628635" y="638530"/>
                  <a:pt x="636784" y="642023"/>
                  <a:pt x="643769" y="647843"/>
                </a:cubicBezTo>
                <a:cubicBezTo>
                  <a:pt x="660067" y="660649"/>
                  <a:pt x="669962" y="676947"/>
                  <a:pt x="669962" y="697319"/>
                </a:cubicBezTo>
                <a:cubicBezTo>
                  <a:pt x="669962" y="711871"/>
                  <a:pt x="675782" y="715945"/>
                  <a:pt x="688588" y="714199"/>
                </a:cubicBezTo>
                <a:cubicBezTo>
                  <a:pt x="701393" y="712453"/>
                  <a:pt x="706632" y="719438"/>
                  <a:pt x="706050" y="731661"/>
                </a:cubicBezTo>
                <a:cubicBezTo>
                  <a:pt x="705468" y="740974"/>
                  <a:pt x="706050" y="750287"/>
                  <a:pt x="706050" y="760182"/>
                </a:cubicBezTo>
                <a:cubicBezTo>
                  <a:pt x="706050" y="764257"/>
                  <a:pt x="705468" y="768914"/>
                  <a:pt x="711289" y="769495"/>
                </a:cubicBezTo>
                <a:cubicBezTo>
                  <a:pt x="717691" y="770078"/>
                  <a:pt x="717691" y="764257"/>
                  <a:pt x="717691" y="759601"/>
                </a:cubicBezTo>
                <a:cubicBezTo>
                  <a:pt x="718274" y="744467"/>
                  <a:pt x="719438" y="728751"/>
                  <a:pt x="719438" y="713617"/>
                </a:cubicBezTo>
                <a:cubicBezTo>
                  <a:pt x="720019" y="672872"/>
                  <a:pt x="720019" y="632127"/>
                  <a:pt x="719438" y="591382"/>
                </a:cubicBezTo>
                <a:cubicBezTo>
                  <a:pt x="719438" y="579159"/>
                  <a:pt x="723512" y="571010"/>
                  <a:pt x="737482" y="571010"/>
                </a:cubicBezTo>
                <a:cubicBezTo>
                  <a:pt x="781719" y="571010"/>
                  <a:pt x="825956" y="571010"/>
                  <a:pt x="870193" y="571010"/>
                </a:cubicBezTo>
                <a:cubicBezTo>
                  <a:pt x="881253" y="571010"/>
                  <a:pt x="886491" y="576831"/>
                  <a:pt x="885909" y="587890"/>
                </a:cubicBezTo>
                <a:cubicBezTo>
                  <a:pt x="885909" y="598367"/>
                  <a:pt x="886491" y="608844"/>
                  <a:pt x="885327" y="619322"/>
                </a:cubicBezTo>
                <a:cubicBezTo>
                  <a:pt x="884163" y="630963"/>
                  <a:pt x="888238" y="637366"/>
                  <a:pt x="899297" y="642023"/>
                </a:cubicBezTo>
                <a:cubicBezTo>
                  <a:pt x="923744" y="653082"/>
                  <a:pt x="935385" y="673454"/>
                  <a:pt x="935967" y="700230"/>
                </a:cubicBezTo>
                <a:cubicBezTo>
                  <a:pt x="935967" y="718856"/>
                  <a:pt x="935967" y="738064"/>
                  <a:pt x="935967" y="756690"/>
                </a:cubicBezTo>
                <a:cubicBezTo>
                  <a:pt x="935967" y="789868"/>
                  <a:pt x="932475" y="785793"/>
                  <a:pt x="965653" y="785793"/>
                </a:cubicBezTo>
                <a:cubicBezTo>
                  <a:pt x="991264" y="785793"/>
                  <a:pt x="993010" y="787540"/>
                  <a:pt x="993010" y="812569"/>
                </a:cubicBezTo>
                <a:cubicBezTo>
                  <a:pt x="993592" y="873104"/>
                  <a:pt x="994756" y="933639"/>
                  <a:pt x="994756" y="994174"/>
                </a:cubicBezTo>
                <a:lnTo>
                  <a:pt x="1035501" y="918505"/>
                </a:lnTo>
                <a:lnTo>
                  <a:pt x="1178690" y="999413"/>
                </a:lnTo>
                <a:lnTo>
                  <a:pt x="1222345" y="919088"/>
                </a:lnTo>
                <a:lnTo>
                  <a:pt x="1378340" y="1008144"/>
                </a:lnTo>
                <a:lnTo>
                  <a:pt x="1378403" y="1019771"/>
                </a:lnTo>
                <a:lnTo>
                  <a:pt x="1388268" y="1019771"/>
                </a:lnTo>
                <a:lnTo>
                  <a:pt x="1388267" y="687783"/>
                </a:lnTo>
                <a:lnTo>
                  <a:pt x="1388268" y="687778"/>
                </a:lnTo>
                <a:lnTo>
                  <a:pt x="1388268" y="677590"/>
                </a:lnTo>
                <a:lnTo>
                  <a:pt x="1389808" y="677590"/>
                </a:lnTo>
                <a:lnTo>
                  <a:pt x="1393956" y="650153"/>
                </a:lnTo>
                <a:cubicBezTo>
                  <a:pt x="1405049" y="614491"/>
                  <a:pt x="1431490" y="585592"/>
                  <a:pt x="1465554" y="571184"/>
                </a:cubicBezTo>
                <a:lnTo>
                  <a:pt x="1491908" y="565864"/>
                </a:lnTo>
                <a:lnTo>
                  <a:pt x="1491908" y="414574"/>
                </a:lnTo>
                <a:lnTo>
                  <a:pt x="1523563" y="414574"/>
                </a:lnTo>
                <a:lnTo>
                  <a:pt x="1523563" y="414903"/>
                </a:lnTo>
                <a:lnTo>
                  <a:pt x="2020147" y="414903"/>
                </a:lnTo>
                <a:lnTo>
                  <a:pt x="2020147" y="351714"/>
                </a:lnTo>
                <a:lnTo>
                  <a:pt x="2020147" y="325180"/>
                </a:lnTo>
                <a:lnTo>
                  <a:pt x="2020147" y="325177"/>
                </a:lnTo>
                <a:lnTo>
                  <a:pt x="2020147" y="210503"/>
                </a:lnTo>
                <a:lnTo>
                  <a:pt x="2020147" y="210502"/>
                </a:lnTo>
                <a:lnTo>
                  <a:pt x="2097401" y="210502"/>
                </a:lnTo>
                <a:lnTo>
                  <a:pt x="2097401" y="210503"/>
                </a:lnTo>
                <a:lnTo>
                  <a:pt x="2167249" y="210503"/>
                </a:lnTo>
                <a:lnTo>
                  <a:pt x="2167249" y="325180"/>
                </a:lnTo>
                <a:lnTo>
                  <a:pt x="2167249" y="351714"/>
                </a:lnTo>
                <a:lnTo>
                  <a:pt x="2167249" y="1019771"/>
                </a:lnTo>
                <a:lnTo>
                  <a:pt x="2237844" y="1019771"/>
                </a:lnTo>
                <a:lnTo>
                  <a:pt x="2237844" y="938690"/>
                </a:lnTo>
                <a:lnTo>
                  <a:pt x="2237844" y="937590"/>
                </a:lnTo>
                <a:lnTo>
                  <a:pt x="2326233" y="937590"/>
                </a:lnTo>
                <a:lnTo>
                  <a:pt x="2326233" y="467346"/>
                </a:lnTo>
                <a:lnTo>
                  <a:pt x="2326233" y="467344"/>
                </a:lnTo>
                <a:lnTo>
                  <a:pt x="2326233" y="467344"/>
                </a:lnTo>
                <a:lnTo>
                  <a:pt x="2326233" y="351712"/>
                </a:lnTo>
                <a:lnTo>
                  <a:pt x="2326234" y="351712"/>
                </a:lnTo>
                <a:lnTo>
                  <a:pt x="2437027" y="351712"/>
                </a:lnTo>
                <a:lnTo>
                  <a:pt x="2547819" y="351712"/>
                </a:lnTo>
                <a:lnTo>
                  <a:pt x="2547819" y="478093"/>
                </a:lnTo>
                <a:lnTo>
                  <a:pt x="2547819" y="478093"/>
                </a:lnTo>
                <a:lnTo>
                  <a:pt x="2547819" y="827806"/>
                </a:lnTo>
                <a:lnTo>
                  <a:pt x="2711095" y="924585"/>
                </a:lnTo>
                <a:lnTo>
                  <a:pt x="2711095" y="698636"/>
                </a:lnTo>
                <a:lnTo>
                  <a:pt x="3092295" y="924585"/>
                </a:lnTo>
                <a:lnTo>
                  <a:pt x="3092295" y="698636"/>
                </a:lnTo>
                <a:lnTo>
                  <a:pt x="3473494" y="924585"/>
                </a:lnTo>
                <a:lnTo>
                  <a:pt x="3473494" y="698636"/>
                </a:lnTo>
                <a:lnTo>
                  <a:pt x="3857188" y="926064"/>
                </a:lnTo>
                <a:lnTo>
                  <a:pt x="3857188" y="616960"/>
                </a:lnTo>
                <a:lnTo>
                  <a:pt x="3857261" y="620087"/>
                </a:lnTo>
                <a:lnTo>
                  <a:pt x="3857261" y="926107"/>
                </a:lnTo>
                <a:lnTo>
                  <a:pt x="3857993" y="926541"/>
                </a:lnTo>
                <a:lnTo>
                  <a:pt x="3857993" y="610937"/>
                </a:lnTo>
                <a:cubicBezTo>
                  <a:pt x="3857993" y="608741"/>
                  <a:pt x="3857627" y="606545"/>
                  <a:pt x="3858725" y="604349"/>
                </a:cubicBezTo>
                <a:cubicBezTo>
                  <a:pt x="3864581" y="551645"/>
                  <a:pt x="3913259" y="522365"/>
                  <a:pt x="3948761" y="526025"/>
                </a:cubicBezTo>
                <a:cubicBezTo>
                  <a:pt x="3994877" y="523097"/>
                  <a:pt x="4037333" y="566285"/>
                  <a:pt x="4036967" y="610571"/>
                </a:cubicBezTo>
                <a:cubicBezTo>
                  <a:pt x="4036601" y="702071"/>
                  <a:pt x="4036967" y="793939"/>
                  <a:pt x="4036967" y="885805"/>
                </a:cubicBezTo>
                <a:cubicBezTo>
                  <a:pt x="4036967" y="971083"/>
                  <a:pt x="4036967" y="1056727"/>
                  <a:pt x="4036967" y="1142005"/>
                </a:cubicBezTo>
                <a:cubicBezTo>
                  <a:pt x="4036967" y="1146397"/>
                  <a:pt x="4034405" y="1151887"/>
                  <a:pt x="4040627" y="1154815"/>
                </a:cubicBezTo>
                <a:cubicBezTo>
                  <a:pt x="4046483" y="1137979"/>
                  <a:pt x="4054901" y="1122607"/>
                  <a:pt x="4064051" y="1107601"/>
                </a:cubicBezTo>
                <a:cubicBezTo>
                  <a:pt x="4068443" y="1100647"/>
                  <a:pt x="4069907" y="1094059"/>
                  <a:pt x="4069907" y="1086373"/>
                </a:cubicBezTo>
                <a:cubicBezTo>
                  <a:pt x="4069907" y="960103"/>
                  <a:pt x="4069907" y="833833"/>
                  <a:pt x="4069907" y="707561"/>
                </a:cubicBezTo>
                <a:cubicBezTo>
                  <a:pt x="4069907" y="676451"/>
                  <a:pt x="4070639" y="645341"/>
                  <a:pt x="4069907" y="614231"/>
                </a:cubicBezTo>
                <a:cubicBezTo>
                  <a:pt x="4068809" y="576167"/>
                  <a:pt x="4096259" y="535175"/>
                  <a:pt x="4144571" y="526025"/>
                </a:cubicBezTo>
                <a:cubicBezTo>
                  <a:pt x="4149695" y="524927"/>
                  <a:pt x="4155185" y="524927"/>
                  <a:pt x="4160309" y="525659"/>
                </a:cubicBezTo>
                <a:cubicBezTo>
                  <a:pt x="4208255" y="523463"/>
                  <a:pt x="4248515" y="567017"/>
                  <a:pt x="4248515" y="610205"/>
                </a:cubicBezTo>
                <a:cubicBezTo>
                  <a:pt x="4248149" y="722567"/>
                  <a:pt x="4248515" y="834931"/>
                  <a:pt x="4248515" y="947293"/>
                </a:cubicBezTo>
                <a:cubicBezTo>
                  <a:pt x="4248515" y="950953"/>
                  <a:pt x="4248515" y="954247"/>
                  <a:pt x="4248515" y="957541"/>
                </a:cubicBezTo>
                <a:cubicBezTo>
                  <a:pt x="4248515" y="961567"/>
                  <a:pt x="4251809" y="961933"/>
                  <a:pt x="4254737" y="961933"/>
                </a:cubicBezTo>
                <a:cubicBezTo>
                  <a:pt x="4294998" y="949489"/>
                  <a:pt x="4336721" y="946195"/>
                  <a:pt x="4378080" y="951319"/>
                </a:cubicBezTo>
                <a:cubicBezTo>
                  <a:pt x="4500324" y="966691"/>
                  <a:pt x="4588896" y="1030375"/>
                  <a:pt x="4643064" y="1141273"/>
                </a:cubicBezTo>
                <a:cubicBezTo>
                  <a:pt x="4650018" y="1155913"/>
                  <a:pt x="4656240" y="1170919"/>
                  <a:pt x="4659534" y="1186657"/>
                </a:cubicBezTo>
                <a:cubicBezTo>
                  <a:pt x="4661730" y="1187755"/>
                  <a:pt x="4663560" y="1188853"/>
                  <a:pt x="4665756" y="1189219"/>
                </a:cubicBezTo>
                <a:cubicBezTo>
                  <a:pt x="4678932" y="1192147"/>
                  <a:pt x="4684056" y="1198003"/>
                  <a:pt x="4684056" y="1211545"/>
                </a:cubicBezTo>
                <a:lnTo>
                  <a:pt x="4684375" y="1279490"/>
                </a:lnTo>
                <a:lnTo>
                  <a:pt x="4706782" y="1279490"/>
                </a:lnTo>
                <a:lnTo>
                  <a:pt x="4706782" y="1794815"/>
                </a:lnTo>
                <a:lnTo>
                  <a:pt x="3873498" y="1794815"/>
                </a:lnTo>
                <a:lnTo>
                  <a:pt x="3873498" y="1794817"/>
                </a:lnTo>
                <a:lnTo>
                  <a:pt x="2427775" y="1794817"/>
                </a:lnTo>
                <a:lnTo>
                  <a:pt x="2368821" y="1794817"/>
                </a:lnTo>
                <a:lnTo>
                  <a:pt x="2329895" y="1794817"/>
                </a:lnTo>
                <a:lnTo>
                  <a:pt x="2329895" y="1794815"/>
                </a:lnTo>
                <a:lnTo>
                  <a:pt x="2296797" y="1794815"/>
                </a:lnTo>
                <a:lnTo>
                  <a:pt x="2296797" y="1794817"/>
                </a:lnTo>
                <a:lnTo>
                  <a:pt x="2237911" y="1794817"/>
                </a:lnTo>
                <a:lnTo>
                  <a:pt x="2237844" y="1794817"/>
                </a:lnTo>
                <a:lnTo>
                  <a:pt x="971708" y="1794817"/>
                </a:lnTo>
                <a:lnTo>
                  <a:pt x="971708" y="1794815"/>
                </a:lnTo>
                <a:lnTo>
                  <a:pt x="1164" y="1794815"/>
                </a:lnTo>
                <a:lnTo>
                  <a:pt x="1164" y="1279490"/>
                </a:lnTo>
                <a:lnTo>
                  <a:pt x="1753" y="1279490"/>
                </a:lnTo>
                <a:lnTo>
                  <a:pt x="0" y="803255"/>
                </a:lnTo>
                <a:lnTo>
                  <a:pt x="92549" y="801510"/>
                </a:lnTo>
                <a:close/>
              </a:path>
            </a:pathLst>
          </a:custGeom>
          <a:solidFill>
            <a:srgbClr val="5389D3"/>
          </a:solidFill>
          <a:ln w="3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9" name="CustomShape 3"/>
          <p:cNvSpPr/>
          <p:nvPr/>
        </p:nvSpPr>
        <p:spPr>
          <a:xfrm>
            <a:off x="0" y="3931920"/>
            <a:ext cx="10080000" cy="1738080"/>
          </a:xfrm>
          <a:prstGeom prst="rect">
            <a:avLst/>
          </a:prstGeom>
          <a:solidFill>
            <a:srgbClr val="5389D3"/>
          </a:solidFill>
          <a:ln>
            <a:solidFill>
              <a:srgbClr val="5389D3"/>
            </a:soli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grpSp>
        <p:nvGrpSpPr>
          <p:cNvPr id="10" name="Group 9"/>
          <p:cNvGrpSpPr/>
          <p:nvPr/>
        </p:nvGrpSpPr>
        <p:grpSpPr>
          <a:xfrm>
            <a:off x="1275715" y="4399915"/>
            <a:ext cx="7260590" cy="798830"/>
            <a:chOff x="2009" y="6929"/>
            <a:chExt cx="11434" cy="1258"/>
          </a:xfrm>
        </p:grpSpPr>
        <p:sp>
          <p:nvSpPr>
            <p:cNvPr id="540" name="CustomShape 4"/>
            <p:cNvSpPr/>
            <p:nvPr/>
          </p:nvSpPr>
          <p:spPr>
            <a:xfrm>
              <a:off x="2547" y="6929"/>
              <a:ext cx="10779" cy="52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47880" tIns="0" rIns="24120" bIns="0"/>
            <a:p>
              <a:pPr algn="ctr">
                <a:lnSpc>
                  <a:spcPct val="100000"/>
                </a:lnSpc>
              </a:pPr>
              <a:r>
                <a:rPr lang="en-ID" sz="22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Stabilitas ketahanan pangan di Indonesia </a:t>
              </a:r>
              <a:r>
                <a:rPr lang="en-ID" sz="2200" b="1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terancam</a:t>
              </a:r>
              <a:r>
                <a:rPr lang="en-ID" sz="22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.</a:t>
              </a:r>
              <a:endParaRPr lang="en-ID" sz="2200" b="0" strike="noStrike" spc="-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CustomShape 5"/>
            <p:cNvSpPr/>
            <p:nvPr/>
          </p:nvSpPr>
          <p:spPr>
            <a:xfrm>
              <a:off x="2009" y="7698"/>
              <a:ext cx="11434" cy="59"/>
            </a:xfrm>
            <a:prstGeom prst="rect">
              <a:avLst/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542" name="CustomShape 6"/>
            <p:cNvSpPr/>
            <p:nvPr/>
          </p:nvSpPr>
          <p:spPr>
            <a:xfrm>
              <a:off x="2674" y="7757"/>
              <a:ext cx="10574" cy="43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ctr"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Arial Unicode MS"/>
                  <a:cs typeface="Arial" panose="020B0604020202020204" pitchFamily="34" charset="0"/>
                </a:rPr>
                <a:t>Negara Indonesia masih belum bisa mandiri pangan.</a:t>
              </a:r>
              <a:endParaRPr lang="en-ID" sz="1200" b="0" strike="noStrike" spc="-1">
                <a:solidFill>
                  <a:srgbClr val="FFFFFF"/>
                </a:solidFill>
                <a:latin typeface="Arial" panose="020B0604020202020204" pitchFamily="34" charset="0"/>
                <a:ea typeface="Arial Unicode MS"/>
                <a:cs typeface="Arial" panose="020B0604020202020204" pitchFamily="3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419725" y="640080"/>
            <a:ext cx="4187190" cy="3276600"/>
            <a:chOff x="8535" y="1008"/>
            <a:chExt cx="6594" cy="5160"/>
          </a:xfrm>
        </p:grpSpPr>
        <p:sp>
          <p:nvSpPr>
            <p:cNvPr id="565" name="CustomShape 29"/>
            <p:cNvSpPr/>
            <p:nvPr/>
          </p:nvSpPr>
          <p:spPr>
            <a:xfrm>
              <a:off x="11664" y="1151"/>
              <a:ext cx="180" cy="182"/>
            </a:xfrm>
            <a:prstGeom prst="ellipse">
              <a:avLst/>
            </a:prstGeom>
            <a:solidFill>
              <a:srgbClr val="000000"/>
            </a:solidFill>
            <a:ln w="255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grpSp>
          <p:nvGrpSpPr>
            <p:cNvPr id="6" name="Group 5"/>
            <p:cNvGrpSpPr/>
            <p:nvPr/>
          </p:nvGrpSpPr>
          <p:grpSpPr>
            <a:xfrm>
              <a:off x="8535" y="1008"/>
              <a:ext cx="6594" cy="5160"/>
              <a:chOff x="8535" y="1008"/>
              <a:chExt cx="6594" cy="5160"/>
            </a:xfrm>
          </p:grpSpPr>
          <p:sp>
            <p:nvSpPr>
              <p:cNvPr id="543" name="CustomShape 7"/>
              <p:cNvSpPr/>
              <p:nvPr/>
            </p:nvSpPr>
            <p:spPr>
              <a:xfrm>
                <a:off x="8537" y="2256"/>
                <a:ext cx="1395" cy="3912"/>
              </a:xfrm>
              <a:prstGeom prst="rect">
                <a:avLst/>
              </a:prstGeom>
              <a:gradFill>
                <a:gsLst>
                  <a:gs pos="0">
                    <a:srgbClr val="3C4146"/>
                  </a:gs>
                  <a:gs pos="100000">
                    <a:srgbClr val="848D96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3" name="CustomShape 17"/>
              <p:cNvSpPr/>
              <p:nvPr/>
            </p:nvSpPr>
            <p:spPr>
              <a:xfrm>
                <a:off x="10187" y="1045"/>
                <a:ext cx="1083" cy="1028"/>
              </a:xfrm>
              <a:prstGeom prst="wedgeEllipseCallout">
                <a:avLst>
                  <a:gd name="adj1" fmla="val -68569"/>
                  <a:gd name="adj2" fmla="val 57546"/>
                </a:avLst>
              </a:prstGeom>
              <a:solidFill>
                <a:srgbClr val="3C4146"/>
              </a:solidFill>
              <a:ln w="2556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7" name="CustomShape 21"/>
              <p:cNvSpPr/>
              <p:nvPr/>
            </p:nvSpPr>
            <p:spPr>
              <a:xfrm>
                <a:off x="10328" y="1302"/>
                <a:ext cx="828" cy="5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0" tIns="0" rIns="0" bIns="0" anchor="ctr"/>
              <a:p>
                <a:pPr algn="ctr">
                  <a:lnSpc>
                    <a:spcPct val="100000"/>
                  </a:lnSpc>
                </a:pPr>
                <a:r>
                  <a:rPr lang="en-ID" sz="1600" b="0" strike="noStrike" spc="-1">
                    <a:solidFill>
                      <a:srgbClr val="FFFFFF"/>
                    </a:solidFill>
                    <a:latin typeface="Arial" panose="020B0604020202020204" pitchFamily="34" charset="0"/>
                    <a:ea typeface="ヒラギノ角ゴ ProN W3"/>
                    <a:cs typeface="Arial" panose="020B0604020202020204" pitchFamily="34" charset="0"/>
                  </a:rPr>
                  <a:t>↑</a:t>
                </a:r>
                <a:endParaRPr lang="en-ID" sz="16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ヒラギノ角ゴ ProN W3"/>
                  <a:cs typeface="Arial" panose="020B0604020202020204" pitchFamily="34" charset="0"/>
                </a:endParaRPr>
              </a:p>
            </p:txBody>
          </p:sp>
          <p:sp>
            <p:nvSpPr>
              <p:cNvPr id="563" name="CustomShape 27"/>
              <p:cNvSpPr/>
              <p:nvPr/>
            </p:nvSpPr>
            <p:spPr>
              <a:xfrm>
                <a:off x="11985" y="1008"/>
                <a:ext cx="3145" cy="4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0" tIns="0" rIns="0" bIns="0" anchor="ctr"/>
              <a:p>
                <a:pPr>
                  <a:lnSpc>
                    <a:spcPct val="100000"/>
                  </a:lnSpc>
                </a:pPr>
                <a:r>
                  <a:rPr lang="en-ID" sz="1000" b="1" strike="noStrike" spc="-1">
                    <a:solidFill>
                      <a:srgbClr val="000000"/>
                    </a:solidFill>
                    <a:latin typeface="Arial" panose="020B0604020202020204" pitchFamily="34" charset="0"/>
                    <a:ea typeface="Lato"/>
                    <a:cs typeface="Arial" panose="020B0604020202020204" pitchFamily="34" charset="0"/>
                  </a:rPr>
                  <a:t>Jumlah Penduduk terus meningkat</a:t>
                </a:r>
                <a:endParaRPr lang="en-ID" sz="1000" b="1" strike="noStrike" spc="-1">
                  <a:solidFill>
                    <a:srgbClr val="000000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endParaRPr>
              </a:p>
            </p:txBody>
          </p:sp>
          <p:sp>
            <p:nvSpPr>
              <p:cNvPr id="544" name="CustomShape 8"/>
              <p:cNvSpPr/>
              <p:nvPr/>
            </p:nvSpPr>
            <p:spPr>
              <a:xfrm>
                <a:off x="8535" y="2068"/>
                <a:ext cx="1393" cy="381"/>
              </a:xfrm>
              <a:prstGeom prst="ellipse">
                <a:avLst/>
              </a:prstGeom>
              <a:gradFill>
                <a:gsLst>
                  <a:gs pos="0">
                    <a:srgbClr val="3C4146"/>
                  </a:gs>
                  <a:gs pos="100000">
                    <a:srgbClr val="1E2023"/>
                  </a:gs>
                </a:gsLst>
                <a:lin ang="5400000"/>
              </a:gradFill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pic>
            <p:nvPicPr>
              <p:cNvPr id="568" name="Picture 14"/>
              <p:cNvPicPr/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8686" y="1353"/>
                <a:ext cx="1317" cy="962"/>
              </a:xfrm>
              <a:prstGeom prst="rect">
                <a:avLst/>
              </a:prstGeom>
              <a:ln>
                <a:noFill/>
              </a:ln>
            </p:spPr>
          </p:pic>
        </p:grpSp>
      </p:grpSp>
      <p:grpSp>
        <p:nvGrpSpPr>
          <p:cNvPr id="12" name="Group 11"/>
          <p:cNvGrpSpPr/>
          <p:nvPr/>
        </p:nvGrpSpPr>
        <p:grpSpPr>
          <a:xfrm>
            <a:off x="2011680" y="548640"/>
            <a:ext cx="3496945" cy="3368040"/>
            <a:chOff x="3168" y="864"/>
            <a:chExt cx="5507" cy="5304"/>
          </a:xfrm>
        </p:grpSpPr>
        <p:grpSp>
          <p:nvGrpSpPr>
            <p:cNvPr id="7" name="Group 6"/>
            <p:cNvGrpSpPr/>
            <p:nvPr/>
          </p:nvGrpSpPr>
          <p:grpSpPr>
            <a:xfrm>
              <a:off x="3375" y="864"/>
              <a:ext cx="5300" cy="5304"/>
              <a:chOff x="3375" y="864"/>
              <a:chExt cx="5300" cy="5304"/>
            </a:xfrm>
          </p:grpSpPr>
          <p:sp>
            <p:nvSpPr>
              <p:cNvPr id="545" name="CustomShape 9"/>
              <p:cNvSpPr/>
              <p:nvPr/>
            </p:nvSpPr>
            <p:spPr>
              <a:xfrm>
                <a:off x="7279" y="2352"/>
                <a:ext cx="1396" cy="3816"/>
              </a:xfrm>
              <a:prstGeom prst="rect">
                <a:avLst/>
              </a:prstGeom>
              <a:gradFill>
                <a:gsLst>
                  <a:gs pos="0">
                    <a:srgbClr val="3C4480"/>
                  </a:gs>
                  <a:gs pos="100000">
                    <a:srgbClr val="505AAA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46" name="CustomShape 10"/>
              <p:cNvSpPr/>
              <p:nvPr/>
            </p:nvSpPr>
            <p:spPr>
              <a:xfrm>
                <a:off x="7277" y="2134"/>
                <a:ext cx="1394" cy="446"/>
              </a:xfrm>
              <a:prstGeom prst="ellipse">
                <a:avLst/>
              </a:prstGeom>
              <a:gradFill>
                <a:gsLst>
                  <a:gs pos="0">
                    <a:srgbClr val="3C4480"/>
                  </a:gs>
                  <a:gs pos="100000">
                    <a:srgbClr val="282D55"/>
                  </a:gs>
                </a:gsLst>
                <a:lin ang="5400000"/>
              </a:gradFill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2" name="CustomShape 16"/>
              <p:cNvSpPr/>
              <p:nvPr/>
            </p:nvSpPr>
            <p:spPr>
              <a:xfrm>
                <a:off x="6444" y="864"/>
                <a:ext cx="828" cy="785"/>
              </a:xfrm>
              <a:prstGeom prst="wedgeEllipseCallout">
                <a:avLst>
                  <a:gd name="adj1" fmla="val 27483"/>
                  <a:gd name="adj2" fmla="val 72811"/>
                </a:avLst>
              </a:prstGeom>
              <a:solidFill>
                <a:srgbClr val="505AAA"/>
              </a:solidFill>
              <a:ln w="2556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6" name="CustomShape 20"/>
              <p:cNvSpPr/>
              <p:nvPr/>
            </p:nvSpPr>
            <p:spPr>
              <a:xfrm>
                <a:off x="6457" y="1014"/>
                <a:ext cx="828" cy="5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0" tIns="0" rIns="0" bIns="0" anchor="ctr"/>
              <a:p>
                <a:pPr algn="ctr">
                  <a:lnSpc>
                    <a:spcPts val="975"/>
                  </a:lnSpc>
                </a:pPr>
                <a:r>
                  <a:rPr lang="en-ID" sz="1600" b="0" strike="noStrike" spc="-1">
                    <a:solidFill>
                      <a:srgbClr val="FFFFFF"/>
                    </a:solidFill>
                    <a:latin typeface="Arial" panose="020B0604020202020204" pitchFamily="34" charset="0"/>
                    <a:ea typeface="ヒラギノ角ゴ ProN W3"/>
                    <a:cs typeface="Arial" panose="020B0604020202020204" pitchFamily="34" charset="0"/>
                  </a:rPr>
                  <a:t>↑</a:t>
                </a:r>
                <a:endParaRPr lang="en-ID" sz="16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ヒラギノ角ゴ ProN W3"/>
                  <a:cs typeface="Arial" panose="020B0604020202020204" pitchFamily="34" charset="0"/>
                </a:endParaRPr>
              </a:p>
            </p:txBody>
          </p:sp>
          <p:sp>
            <p:nvSpPr>
              <p:cNvPr id="560" name="CustomShape 24"/>
              <p:cNvSpPr/>
              <p:nvPr/>
            </p:nvSpPr>
            <p:spPr>
              <a:xfrm>
                <a:off x="3375" y="1138"/>
                <a:ext cx="2692" cy="4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0" tIns="0" rIns="0" bIns="0" anchor="ctr"/>
              <a:p>
                <a:pPr>
                  <a:lnSpc>
                    <a:spcPct val="100000"/>
                  </a:lnSpc>
                </a:pPr>
                <a:r>
                  <a:rPr lang="en-ID" sz="1000" b="1" strike="noStrike" spc="-1">
                    <a:solidFill>
                      <a:srgbClr val="505AAA"/>
                    </a:solidFill>
                    <a:latin typeface="Arial" panose="020B0604020202020204" pitchFamily="34" charset="0"/>
                    <a:ea typeface="Lato"/>
                    <a:cs typeface="Arial" panose="020B0604020202020204" pitchFamily="34" charset="0"/>
                  </a:rPr>
                  <a:t>Kebutuhan pangan terus meningkat</a:t>
                </a:r>
                <a:endParaRPr lang="en-ID" sz="1000" b="1" strike="noStrike" spc="-1">
                  <a:solidFill>
                    <a:srgbClr val="505AAA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endParaRPr>
              </a:p>
            </p:txBody>
          </p:sp>
          <p:pic>
            <p:nvPicPr>
              <p:cNvPr id="567" name="Picture 12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456" y="1314"/>
                <a:ext cx="924" cy="1166"/>
              </a:xfrm>
              <a:prstGeom prst="rect">
                <a:avLst/>
              </a:prstGeom>
              <a:ln>
                <a:noFill/>
              </a:ln>
            </p:spPr>
          </p:pic>
        </p:grpSp>
        <p:sp>
          <p:nvSpPr>
            <p:cNvPr id="562" name="CustomShape 26"/>
            <p:cNvSpPr/>
            <p:nvPr/>
          </p:nvSpPr>
          <p:spPr>
            <a:xfrm>
              <a:off x="3168" y="1282"/>
              <a:ext cx="181" cy="181"/>
            </a:xfrm>
            <a:prstGeom prst="ellipse">
              <a:avLst/>
            </a:prstGeom>
            <a:solidFill>
              <a:srgbClr val="505AAA"/>
            </a:solidFill>
            <a:ln w="255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13" name="Group 12"/>
          <p:cNvGrpSpPr/>
          <p:nvPr/>
        </p:nvGrpSpPr>
        <p:grpSpPr>
          <a:xfrm>
            <a:off x="1280160" y="1074420"/>
            <a:ext cx="3665855" cy="2840990"/>
            <a:chOff x="2016" y="1692"/>
            <a:chExt cx="5773" cy="4474"/>
          </a:xfrm>
        </p:grpSpPr>
        <p:sp>
          <p:nvSpPr>
            <p:cNvPr id="561" name="CustomShape 25"/>
            <p:cNvSpPr/>
            <p:nvPr/>
          </p:nvSpPr>
          <p:spPr>
            <a:xfrm>
              <a:off x="2016" y="3601"/>
              <a:ext cx="181" cy="180"/>
            </a:xfrm>
            <a:prstGeom prst="ellipse">
              <a:avLst/>
            </a:prstGeom>
            <a:solidFill>
              <a:srgbClr val="F05532"/>
            </a:solidFill>
            <a:ln w="255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grpSp>
          <p:nvGrpSpPr>
            <p:cNvPr id="8" name="Group 7"/>
            <p:cNvGrpSpPr/>
            <p:nvPr/>
          </p:nvGrpSpPr>
          <p:grpSpPr>
            <a:xfrm>
              <a:off x="2337" y="1692"/>
              <a:ext cx="5453" cy="4475"/>
              <a:chOff x="2337" y="1692"/>
              <a:chExt cx="5453" cy="4475"/>
            </a:xfrm>
          </p:grpSpPr>
          <p:sp>
            <p:nvSpPr>
              <p:cNvPr id="547" name="CustomShape 11"/>
              <p:cNvSpPr/>
              <p:nvPr/>
            </p:nvSpPr>
            <p:spPr>
              <a:xfrm>
                <a:off x="6398" y="3285"/>
                <a:ext cx="1393" cy="2883"/>
              </a:xfrm>
              <a:prstGeom prst="rect">
                <a:avLst/>
              </a:prstGeom>
              <a:gradFill>
                <a:gsLst>
                  <a:gs pos="0">
                    <a:srgbClr val="CB310F"/>
                  </a:gs>
                  <a:gs pos="100000">
                    <a:srgbClr val="F05532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48" name="CustomShape 12"/>
              <p:cNvSpPr/>
              <p:nvPr/>
            </p:nvSpPr>
            <p:spPr>
              <a:xfrm>
                <a:off x="6395" y="3041"/>
                <a:ext cx="1394" cy="492"/>
              </a:xfrm>
              <a:prstGeom prst="ellipse">
                <a:avLst/>
              </a:prstGeom>
              <a:gradFill>
                <a:gsLst>
                  <a:gs pos="0">
                    <a:srgbClr val="CB310F"/>
                  </a:gs>
                  <a:gs pos="100000">
                    <a:srgbClr val="87210A"/>
                  </a:gs>
                </a:gsLst>
                <a:lin ang="5400000"/>
              </a:gradFill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1" name="CustomShape 15"/>
              <p:cNvSpPr/>
              <p:nvPr/>
            </p:nvSpPr>
            <p:spPr>
              <a:xfrm>
                <a:off x="5468" y="2315"/>
                <a:ext cx="827" cy="785"/>
              </a:xfrm>
              <a:prstGeom prst="wedgeEllipseCallout">
                <a:avLst>
                  <a:gd name="adj1" fmla="val 27483"/>
                  <a:gd name="adj2" fmla="val 72811"/>
                </a:avLst>
              </a:prstGeom>
              <a:solidFill>
                <a:srgbClr val="F05532"/>
              </a:solidFill>
              <a:ln w="2556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5" name="CustomShape 19"/>
              <p:cNvSpPr/>
              <p:nvPr/>
            </p:nvSpPr>
            <p:spPr>
              <a:xfrm>
                <a:off x="5468" y="2451"/>
                <a:ext cx="828" cy="5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0" tIns="0" rIns="0" bIns="0" anchor="ctr"/>
              <a:p>
                <a:pPr algn="ctr">
                  <a:lnSpc>
                    <a:spcPts val="975"/>
                  </a:lnSpc>
                </a:pPr>
                <a:r>
                  <a:rPr lang="en-ID" sz="1600" b="0" strike="noStrike" spc="-1">
                    <a:solidFill>
                      <a:srgbClr val="FFFFFF"/>
                    </a:solidFill>
                    <a:latin typeface="Arial" panose="020B0604020202020204" pitchFamily="34" charset="0"/>
                    <a:ea typeface="ヒラギノ角ゴ ProN W3"/>
                    <a:cs typeface="Arial" panose="020B0604020202020204" pitchFamily="34" charset="0"/>
                  </a:rPr>
                  <a:t>↓</a:t>
                </a:r>
                <a:endParaRPr lang="en-ID" sz="16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ヒラギノ角ゴ ProN W3"/>
                  <a:cs typeface="Arial" panose="020B0604020202020204" pitchFamily="34" charset="0"/>
                </a:endParaRPr>
              </a:p>
            </p:txBody>
          </p:sp>
          <p:sp>
            <p:nvSpPr>
              <p:cNvPr id="559" name="CustomShape 23"/>
              <p:cNvSpPr/>
              <p:nvPr/>
            </p:nvSpPr>
            <p:spPr>
              <a:xfrm>
                <a:off x="2337" y="3456"/>
                <a:ext cx="3273" cy="44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0" tIns="0" rIns="0" bIns="0" anchor="ctr"/>
              <a:p>
                <a:pPr>
                  <a:lnSpc>
                    <a:spcPct val="100000"/>
                  </a:lnSpc>
                </a:pPr>
                <a:r>
                  <a:rPr lang="en-ID" sz="1000" b="1" strike="noStrike" spc="-1">
                    <a:solidFill>
                      <a:srgbClr val="F05532"/>
                    </a:solidFill>
                    <a:latin typeface="Arial" panose="020B0604020202020204" pitchFamily="34" charset="0"/>
                    <a:ea typeface="Lato"/>
                    <a:cs typeface="Arial" panose="020B0604020202020204" pitchFamily="34" charset="0"/>
                  </a:rPr>
                  <a:t>Profesi petani dan lahan pertanian semakin berkurang</a:t>
                </a:r>
                <a:endParaRPr lang="en-ID" sz="1000" b="1" strike="noStrike" spc="-1">
                  <a:solidFill>
                    <a:srgbClr val="F05532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endParaRPr>
              </a:p>
            </p:txBody>
          </p:sp>
          <p:pic>
            <p:nvPicPr>
              <p:cNvPr id="569" name="Picture 16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 rot="6060000">
                <a:off x="5999" y="2142"/>
                <a:ext cx="1873" cy="972"/>
              </a:xfrm>
              <a:prstGeom prst="rect">
                <a:avLst/>
              </a:prstGeom>
              <a:ln>
                <a:noFill/>
              </a:ln>
            </p:spPr>
          </p:pic>
        </p:grpSp>
      </p:grpSp>
      <p:grpSp>
        <p:nvGrpSpPr>
          <p:cNvPr id="14" name="Group 13"/>
          <p:cNvGrpSpPr/>
          <p:nvPr/>
        </p:nvGrpSpPr>
        <p:grpSpPr>
          <a:xfrm>
            <a:off x="5859780" y="1816100"/>
            <a:ext cx="3557270" cy="2099310"/>
            <a:chOff x="9228" y="2860"/>
            <a:chExt cx="5602" cy="3306"/>
          </a:xfrm>
        </p:grpSpPr>
        <p:sp>
          <p:nvSpPr>
            <p:cNvPr id="566" name="CustomShape 30"/>
            <p:cNvSpPr/>
            <p:nvPr/>
          </p:nvSpPr>
          <p:spPr>
            <a:xfrm>
              <a:off x="11820" y="3298"/>
              <a:ext cx="180" cy="182"/>
            </a:xfrm>
            <a:prstGeom prst="ellipse">
              <a:avLst/>
            </a:prstGeom>
            <a:solidFill>
              <a:srgbClr val="00AA78"/>
            </a:solidFill>
            <a:ln w="2556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grpSp>
          <p:nvGrpSpPr>
            <p:cNvPr id="9" name="Group 8"/>
            <p:cNvGrpSpPr/>
            <p:nvPr/>
          </p:nvGrpSpPr>
          <p:grpSpPr>
            <a:xfrm>
              <a:off x="9228" y="2860"/>
              <a:ext cx="5603" cy="3307"/>
              <a:chOff x="9228" y="2860"/>
              <a:chExt cx="5603" cy="3307"/>
            </a:xfrm>
          </p:grpSpPr>
          <p:sp>
            <p:nvSpPr>
              <p:cNvPr id="549" name="CustomShape 13"/>
              <p:cNvSpPr/>
              <p:nvPr/>
            </p:nvSpPr>
            <p:spPr>
              <a:xfrm>
                <a:off x="9228" y="3853"/>
                <a:ext cx="1403" cy="2315"/>
              </a:xfrm>
              <a:prstGeom prst="rect">
                <a:avLst/>
              </a:prstGeom>
              <a:gradFill>
                <a:gsLst>
                  <a:gs pos="0">
                    <a:srgbClr val="007F5A"/>
                  </a:gs>
                  <a:gs pos="100000">
                    <a:srgbClr val="00AA78"/>
                  </a:gs>
                </a:gsLst>
                <a:lin ang="0"/>
              </a:gradFill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0" name="CustomShape 14"/>
              <p:cNvSpPr/>
              <p:nvPr/>
            </p:nvSpPr>
            <p:spPr>
              <a:xfrm>
                <a:off x="9234" y="3586"/>
                <a:ext cx="1392" cy="541"/>
              </a:xfrm>
              <a:prstGeom prst="ellipse">
                <a:avLst/>
              </a:prstGeom>
              <a:solidFill>
                <a:srgbClr val="00805A"/>
              </a:solidFill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4" name="CustomShape 18"/>
              <p:cNvSpPr/>
              <p:nvPr/>
            </p:nvSpPr>
            <p:spPr>
              <a:xfrm>
                <a:off x="10810" y="2860"/>
                <a:ext cx="828" cy="785"/>
              </a:xfrm>
              <a:prstGeom prst="wedgeEllipseCallout">
                <a:avLst>
                  <a:gd name="adj1" fmla="val -55276"/>
                  <a:gd name="adj2" fmla="val 76448"/>
                </a:avLst>
              </a:prstGeom>
              <a:solidFill>
                <a:srgbClr val="00AA78"/>
              </a:solidFill>
              <a:ln w="2556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558" name="CustomShape 22"/>
              <p:cNvSpPr/>
              <p:nvPr/>
            </p:nvSpPr>
            <p:spPr>
              <a:xfrm>
                <a:off x="10809" y="3010"/>
                <a:ext cx="828" cy="54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0" tIns="0" rIns="0" bIns="0" anchor="ctr"/>
              <a:p>
                <a:pPr algn="ctr">
                  <a:lnSpc>
                    <a:spcPts val="975"/>
                  </a:lnSpc>
                </a:pPr>
                <a:r>
                  <a:rPr lang="en-ID" sz="1600" b="0" strike="noStrike" spc="-1">
                    <a:solidFill>
                      <a:srgbClr val="FFFFFF"/>
                    </a:solidFill>
                    <a:latin typeface="Arial" panose="020B0604020202020204" pitchFamily="34" charset="0"/>
                    <a:ea typeface="ヒラギノ角ゴ ProN W3"/>
                    <a:cs typeface="Arial" panose="020B0604020202020204" pitchFamily="34" charset="0"/>
                  </a:rPr>
                  <a:t>↓</a:t>
                </a:r>
                <a:endParaRPr lang="en-ID" sz="1600" b="0" strike="noStrike" spc="-1">
                  <a:solidFill>
                    <a:srgbClr val="FFFFFF"/>
                  </a:solidFill>
                  <a:latin typeface="Arial" panose="020B0604020202020204" pitchFamily="34" charset="0"/>
                  <a:ea typeface="ヒラギノ角ゴ ProN W3"/>
                  <a:cs typeface="Arial" panose="020B0604020202020204" pitchFamily="34" charset="0"/>
                </a:endParaRPr>
              </a:p>
            </p:txBody>
          </p:sp>
          <p:sp>
            <p:nvSpPr>
              <p:cNvPr id="564" name="CustomShape 28"/>
              <p:cNvSpPr/>
              <p:nvPr/>
            </p:nvSpPr>
            <p:spPr>
              <a:xfrm>
                <a:off x="12141" y="3156"/>
                <a:ext cx="2691" cy="4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0" tIns="0" rIns="0" bIns="0" anchor="ctr"/>
              <a:p>
                <a:pPr>
                  <a:lnSpc>
                    <a:spcPct val="100000"/>
                  </a:lnSpc>
                </a:pPr>
                <a:r>
                  <a:rPr lang="en-ID" sz="1000" b="1" strike="noStrike" spc="-1">
                    <a:solidFill>
                      <a:srgbClr val="00AA78"/>
                    </a:solidFill>
                    <a:latin typeface="Arial" panose="020B0604020202020204" pitchFamily="34" charset="0"/>
                    <a:ea typeface="Lato"/>
                    <a:cs typeface="Arial" panose="020B0604020202020204" pitchFamily="34" charset="0"/>
                  </a:rPr>
                  <a:t>Produksi Pangan terus mengalami penurunan</a:t>
                </a:r>
                <a:endParaRPr lang="en-ID" sz="1000" b="1" strike="noStrike" spc="-1">
                  <a:solidFill>
                    <a:srgbClr val="00AA78"/>
                  </a:solidFill>
                  <a:latin typeface="Arial" panose="020B0604020202020204" pitchFamily="34" charset="0"/>
                  <a:ea typeface="Lato"/>
                  <a:cs typeface="Arial" panose="020B0604020202020204" pitchFamily="34" charset="0"/>
                </a:endParaRPr>
              </a:p>
            </p:txBody>
          </p:sp>
          <p:pic>
            <p:nvPicPr>
              <p:cNvPr id="570" name="Picture 20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22" y="3041"/>
                <a:ext cx="1376" cy="992"/>
              </a:xfrm>
              <a:prstGeom prst="rect">
                <a:avLst/>
              </a:prstGeom>
              <a:ln>
                <a:noFill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CustomShape 1"/>
          <p:cNvSpPr/>
          <p:nvPr/>
        </p:nvSpPr>
        <p:spPr>
          <a:xfrm>
            <a:off x="300240" y="816120"/>
            <a:ext cx="9478800" cy="4233240"/>
          </a:xfrm>
          <a:prstGeom prst="frame">
            <a:avLst>
              <a:gd name="adj1" fmla="val 1043"/>
            </a:avLst>
          </a:prstGeom>
          <a:gradFill>
            <a:gsLst>
              <a:gs pos="0">
                <a:srgbClr val="F8FDF6"/>
              </a:gs>
              <a:gs pos="100000">
                <a:srgbClr val="FFFFFF"/>
              </a:gs>
            </a:gsLst>
            <a:lin ang="15000000"/>
          </a:gra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72" name="CustomShape 2"/>
          <p:cNvSpPr/>
          <p:nvPr/>
        </p:nvSpPr>
        <p:spPr>
          <a:xfrm rot="2735400">
            <a:off x="8527320" y="422280"/>
            <a:ext cx="86400" cy="119484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73" name="CustomShape 3"/>
          <p:cNvSpPr/>
          <p:nvPr/>
        </p:nvSpPr>
        <p:spPr>
          <a:xfrm rot="2735400">
            <a:off x="9129600" y="55440"/>
            <a:ext cx="86400" cy="1194840"/>
          </a:xfrm>
          <a:prstGeom prst="rect">
            <a:avLst/>
          </a:prstGeom>
          <a:solidFill>
            <a:srgbClr val="FFFFFF">
              <a:alpha val="80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74" name="CustomShape 4"/>
          <p:cNvSpPr/>
          <p:nvPr/>
        </p:nvSpPr>
        <p:spPr>
          <a:xfrm rot="2735400">
            <a:off x="1433880" y="4316760"/>
            <a:ext cx="86400" cy="1194480"/>
          </a:xfrm>
          <a:prstGeom prst="rect">
            <a:avLst/>
          </a:pr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75" name="CustomShape 5"/>
          <p:cNvSpPr/>
          <p:nvPr/>
        </p:nvSpPr>
        <p:spPr>
          <a:xfrm rot="2735400">
            <a:off x="977040" y="4542120"/>
            <a:ext cx="86400" cy="1194480"/>
          </a:xfrm>
          <a:prstGeom prst="rect">
            <a:avLst/>
          </a:prstGeom>
          <a:solidFill>
            <a:srgbClr val="FFFFFF">
              <a:alpha val="80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576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2031725" y="1005840"/>
            <a:ext cx="5841000" cy="3510720"/>
          </a:xfrm>
          <a:prstGeom prst="rect">
            <a:avLst/>
          </a:prstGeom>
          <a:ln>
            <a:noFill/>
          </a:ln>
        </p:spPr>
      </p:pic>
      <p:pic>
        <p:nvPicPr>
          <p:cNvPr id="577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495910" y="1325330"/>
            <a:ext cx="5473800" cy="3291480"/>
          </a:xfrm>
          <a:prstGeom prst="rect">
            <a:avLst/>
          </a:prstGeom>
          <a:ln>
            <a:noFill/>
          </a:ln>
        </p:spPr>
      </p:pic>
      <p:sp>
        <p:nvSpPr>
          <p:cNvPr id="578" name="CustomShape 6"/>
          <p:cNvSpPr/>
          <p:nvPr/>
        </p:nvSpPr>
        <p:spPr>
          <a:xfrm>
            <a:off x="367560" y="208080"/>
            <a:ext cx="5484600" cy="63792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800" b="1" strike="noStrike" spc="-1">
                <a:solidFill>
                  <a:srgbClr val="FFFFFF"/>
                </a:solidFill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Ekspor – Impor Produk Pangan dan Sayur</a:t>
            </a:r>
            <a:endParaRPr lang="en-ID" sz="1800" b="0" strike="noStrike" spc="-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CustomShape 1"/>
          <p:cNvSpPr/>
          <p:nvPr/>
        </p:nvSpPr>
        <p:spPr>
          <a:xfrm>
            <a:off x="1646555" y="515010"/>
            <a:ext cx="51188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2400" b="1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Namun, apa yang terjadi jika....</a:t>
            </a:r>
            <a:endParaRPr lang="en-ID" sz="2400" b="1" strike="noStrike" spc="-1">
              <a:solidFill>
                <a:srgbClr val="FFFFFF"/>
              </a:solidFill>
              <a:latin typeface="Arial" panose="020B0604020202020204"/>
              <a:ea typeface="Arial Unicode MS"/>
            </a:endParaRPr>
          </a:p>
        </p:txBody>
      </p:sp>
      <p:sp>
        <p:nvSpPr>
          <p:cNvPr id="526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27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28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29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FFFFFF">
              <a:alpha val="76000"/>
            </a:srgbClr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pic>
        <p:nvPicPr>
          <p:cNvPr id="2" name="Picture 8"/>
          <p:cNvPicPr/>
          <p:nvPr/>
        </p:nvPicPr>
        <p:blipFill>
          <a:blip r:embed="rId1"/>
          <a:srcRect l="806" t="208" r="522" b="1660"/>
          <a:stretch>
            <a:fillRect/>
          </a:stretch>
        </p:blipFill>
        <p:spPr>
          <a:xfrm>
            <a:off x="2084070" y="1159510"/>
            <a:ext cx="7983855" cy="4498340"/>
          </a:xfrm>
          <a:prstGeom prst="rect">
            <a:avLst/>
          </a:prstGeom>
          <a:ln>
            <a:noFill/>
          </a:ln>
        </p:spPr>
      </p:pic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3582720" y="2162160"/>
            <a:ext cx="3898440" cy="1963800"/>
          </a:xfrm>
          <a:prstGeom prst="rect">
            <a:avLst/>
          </a:prstGeom>
          <a:ln>
            <a:noFill/>
          </a:ln>
        </p:spPr>
      </p:pic>
      <p:pic>
        <p:nvPicPr>
          <p:cNvPr id="4" name="Picture 2"/>
          <p:cNvPicPr/>
          <p:nvPr/>
        </p:nvPicPr>
        <p:blipFill>
          <a:blip r:embed="rId3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32990" y="861060"/>
            <a:ext cx="6186170" cy="418719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Picture 584"/>
          <p:cNvPicPr/>
          <p:nvPr/>
        </p:nvPicPr>
        <p:blipFill>
          <a:blip r:embed="rId1"/>
          <a:srcRect l="24507" r="20690"/>
          <a:stretch>
            <a:fillRect/>
          </a:stretch>
        </p:blipFill>
        <p:spPr>
          <a:xfrm>
            <a:off x="0" y="0"/>
            <a:ext cx="4701240" cy="5669640"/>
          </a:xfrm>
          <a:prstGeom prst="rect">
            <a:avLst/>
          </a:prstGeom>
          <a:ln>
            <a:noFill/>
          </a:ln>
        </p:spPr>
      </p:pic>
      <p:sp>
        <p:nvSpPr>
          <p:cNvPr id="586" name="CustomShape 1"/>
          <p:cNvSpPr/>
          <p:nvPr/>
        </p:nvSpPr>
        <p:spPr>
          <a:xfrm>
            <a:off x="2331000" y="771480"/>
            <a:ext cx="7283880" cy="41259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87" name="CustomShape 2"/>
          <p:cNvSpPr/>
          <p:nvPr/>
        </p:nvSpPr>
        <p:spPr>
          <a:xfrm>
            <a:off x="2504160" y="946440"/>
            <a:ext cx="525960" cy="525960"/>
          </a:xfrm>
          <a:prstGeom prst="halfFrame">
            <a:avLst>
              <a:gd name="adj1" fmla="val 19850"/>
              <a:gd name="adj2" fmla="val 19850"/>
            </a:avLst>
          </a:pr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88" name="CustomShape 3"/>
          <p:cNvSpPr/>
          <p:nvPr/>
        </p:nvSpPr>
        <p:spPr>
          <a:xfrm rot="10800000">
            <a:off x="8902800" y="4214880"/>
            <a:ext cx="525960" cy="525960"/>
          </a:xfrm>
          <a:prstGeom prst="halfFrame">
            <a:avLst>
              <a:gd name="adj1" fmla="val 19850"/>
              <a:gd name="adj2" fmla="val 19850"/>
            </a:avLst>
          </a:pr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89" name="CustomShape 4"/>
          <p:cNvSpPr/>
          <p:nvPr/>
        </p:nvSpPr>
        <p:spPr>
          <a:xfrm>
            <a:off x="2719070" y="2193925"/>
            <a:ext cx="3054985" cy="76073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4400" b="1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Kelaparan</a:t>
            </a:r>
            <a:endParaRPr lang="en-ID" sz="4400" b="0" strike="noStrike" spc="-1">
              <a:latin typeface="Arial" panose="020B0604020202020204"/>
            </a:endParaRPr>
          </a:p>
        </p:txBody>
      </p:sp>
      <p:sp>
        <p:nvSpPr>
          <p:cNvPr id="590" name="CustomShape 5"/>
          <p:cNvSpPr/>
          <p:nvPr/>
        </p:nvSpPr>
        <p:spPr>
          <a:xfrm>
            <a:off x="3007555" y="2720935"/>
            <a:ext cx="2838240" cy="5781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3200" b="1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&amp; Gizi Buruk</a:t>
            </a:r>
            <a:endParaRPr lang="en-ID" sz="3200" b="0" strike="noStrike" spc="-1">
              <a:latin typeface="Arial" panose="020B0604020202020204"/>
            </a:endParaRPr>
          </a:p>
        </p:txBody>
      </p:sp>
      <p:sp>
        <p:nvSpPr>
          <p:cNvPr id="593" name="CustomShape 8"/>
          <p:cNvSpPr/>
          <p:nvPr/>
        </p:nvSpPr>
        <p:spPr>
          <a:xfrm rot="16200000">
            <a:off x="8424720" y="2698920"/>
            <a:ext cx="2838240" cy="27216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200" b="1" strike="noStrike" spc="-1">
                <a:solidFill>
                  <a:srgbClr val="77D34C"/>
                </a:solidFill>
                <a:latin typeface="Arial" panose="020B0604020202020204"/>
                <a:ea typeface="Arial Unicode MS"/>
              </a:rPr>
              <a:t>Dampak Krisis Pangan Global</a:t>
            </a:r>
            <a:endParaRPr lang="en-ID" sz="1200" b="1" strike="noStrike" spc="-1">
              <a:solidFill>
                <a:srgbClr val="77D34C"/>
              </a:solidFill>
              <a:latin typeface="Arial" panose="020B0604020202020204"/>
              <a:ea typeface="Arial Unicode MS"/>
            </a:endParaRPr>
          </a:p>
        </p:txBody>
      </p:sp>
      <p:pic>
        <p:nvPicPr>
          <p:cNvPr id="594" name="Picture 16"/>
          <p:cNvPicPr/>
          <p:nvPr/>
        </p:nvPicPr>
        <p:blipFill>
          <a:blip r:embed="rId2"/>
          <a:srcRect l="19891" r="3363"/>
          <a:stretch>
            <a:fillRect/>
          </a:stretch>
        </p:blipFill>
        <p:spPr>
          <a:xfrm>
            <a:off x="6126840" y="457200"/>
            <a:ext cx="2468520" cy="2205360"/>
          </a:xfrm>
          <a:prstGeom prst="rect">
            <a:avLst/>
          </a:prstGeom>
          <a:ln>
            <a:noFill/>
          </a:ln>
        </p:spPr>
      </p:pic>
      <p:pic>
        <p:nvPicPr>
          <p:cNvPr id="595" name="Picture 14"/>
          <p:cNvPicPr/>
          <p:nvPr/>
        </p:nvPicPr>
        <p:blipFill>
          <a:blip r:embed="rId3"/>
          <a:srcRect r="25894"/>
          <a:stretch>
            <a:fillRect/>
          </a:stretch>
        </p:blipFill>
        <p:spPr>
          <a:xfrm>
            <a:off x="6163920" y="3017520"/>
            <a:ext cx="2431080" cy="2107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Solusi </a:t>
            </a:r>
            <a:r>
              <a:rPr lang="en-ID" sz="4465" i="1" dirty="0">
                <a:solidFill>
                  <a:schemeClr val="bg1"/>
                </a:solidFill>
                <a:cs typeface="Arial" panose="020B0604020202020204" pitchFamily="34" charset="0"/>
              </a:rPr>
              <a:t>Exsisting</a:t>
            </a:r>
            <a:endParaRPr lang="en-ID" sz="4465" i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16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15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8" name="Rectangle 17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9" name="Rectangle 18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duct"/>
          <p:cNvPicPr>
            <a:picLocks noChangeAspect="1"/>
          </p:cNvPicPr>
          <p:nvPr/>
        </p:nvPicPr>
        <p:blipFill>
          <a:blip r:embed="rId1"/>
          <a:srcRect l="1521" b="15058"/>
          <a:stretch>
            <a:fillRect/>
          </a:stretch>
        </p:blipFill>
        <p:spPr>
          <a:xfrm>
            <a:off x="-15240" y="-31750"/>
            <a:ext cx="10111740" cy="5799455"/>
          </a:xfrm>
          <a:prstGeom prst="rect">
            <a:avLst/>
          </a:prstGeom>
        </p:spPr>
      </p:pic>
      <p:sp>
        <p:nvSpPr>
          <p:cNvPr id="596" name="CustomShape 1"/>
          <p:cNvSpPr/>
          <p:nvPr/>
        </p:nvSpPr>
        <p:spPr>
          <a:xfrm>
            <a:off x="902520" y="1172880"/>
            <a:ext cx="3834720" cy="564480"/>
          </a:xfrm>
          <a:prstGeom prst="rect">
            <a:avLst/>
          </a:prstGeom>
          <a:solidFill>
            <a:srgbClr val="568AD3"/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  <a:spcBef>
                <a:spcPts val="720"/>
              </a:spcBef>
            </a:pPr>
            <a:r>
              <a:rPr lang="en-ID" sz="3600" b="1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Hidroponik</a:t>
            </a:r>
            <a:endParaRPr lang="en-ID" sz="3600" b="0" strike="noStrike" spc="-1">
              <a:latin typeface="Arial" panose="020B0604020202020204"/>
            </a:endParaRPr>
          </a:p>
        </p:txBody>
      </p:sp>
      <p:sp>
        <p:nvSpPr>
          <p:cNvPr id="597" name="CustomShape 2"/>
          <p:cNvSpPr/>
          <p:nvPr/>
        </p:nvSpPr>
        <p:spPr>
          <a:xfrm>
            <a:off x="902335" y="1737360"/>
            <a:ext cx="3834765" cy="318770"/>
          </a:xfrm>
          <a:prstGeom prst="rect">
            <a:avLst/>
          </a:prstGeom>
          <a:solidFill>
            <a:srgbClr val="77D34C"/>
          </a:solidFill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/>
          <a:p>
            <a:pPr>
              <a:lnSpc>
                <a:spcPct val="100000"/>
              </a:lnSpc>
              <a:spcBef>
                <a:spcPts val="280"/>
              </a:spcBef>
            </a:pPr>
            <a:r>
              <a:rPr lang="en-ID" sz="1400" b="1" strike="noStrike" spc="-1">
                <a:solidFill>
                  <a:srgbClr val="FFFFFF"/>
                </a:solidFill>
                <a:latin typeface="Arial" panose="020B0604020202020204"/>
                <a:ea typeface="Arial Unicode MS"/>
              </a:rPr>
              <a:t>Bertani Tanpa Tanah</a:t>
            </a:r>
            <a:endParaRPr lang="en-ID" sz="1400" b="0" strike="noStrike" spc="-1"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0325" y="3275965"/>
            <a:ext cx="3164840" cy="831850"/>
            <a:chOff x="95" y="5159"/>
            <a:chExt cx="4984" cy="1310"/>
          </a:xfrm>
        </p:grpSpPr>
        <p:sp>
          <p:nvSpPr>
            <p:cNvPr id="605" name="CustomShape 8"/>
            <p:cNvSpPr/>
            <p:nvPr/>
          </p:nvSpPr>
          <p:spPr>
            <a:xfrm flipH="1">
              <a:off x="3819" y="5195"/>
              <a:ext cx="1260" cy="1260"/>
            </a:xfrm>
            <a:prstGeom prst="ellipse">
              <a:avLst/>
            </a:prstGeom>
            <a:solidFill>
              <a:srgbClr val="77D34C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09" name="CustomShape 12"/>
            <p:cNvSpPr/>
            <p:nvPr/>
          </p:nvSpPr>
          <p:spPr>
            <a:xfrm>
              <a:off x="95" y="5467"/>
              <a:ext cx="3560" cy="100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Hidroponik dapat menghemat penggunaan air dan pupuk hingga 70% dibanding pertanian konvensional</a:t>
              </a:r>
              <a:endParaRPr lang="en-ID" sz="12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endParaRPr>
            </a:p>
          </p:txBody>
        </p:sp>
        <p:sp>
          <p:nvSpPr>
            <p:cNvPr id="610" name="CustomShape 13"/>
            <p:cNvSpPr/>
            <p:nvPr/>
          </p:nvSpPr>
          <p:spPr>
            <a:xfrm>
              <a:off x="95" y="5159"/>
              <a:ext cx="3583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Lebih Ramah Lingkungan</a:t>
              </a:r>
              <a:endParaRPr lang="en-ID" sz="12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4229735" y="1478280"/>
            <a:ext cx="2361565" cy="2232025"/>
            <a:chOff x="6661" y="2328"/>
            <a:chExt cx="3719" cy="3515"/>
          </a:xfrm>
        </p:grpSpPr>
        <p:sp>
          <p:nvSpPr>
            <p:cNvPr id="600" name="CustomShape 3"/>
            <p:cNvSpPr/>
            <p:nvPr/>
          </p:nvSpPr>
          <p:spPr>
            <a:xfrm flipH="1" flipV="1">
              <a:off x="7550" y="3251"/>
              <a:ext cx="2831" cy="2593"/>
            </a:xfrm>
            <a:custGeom>
              <a:avLst/>
              <a:gdLst/>
              <a:ahLst/>
              <a:cxnLst/>
              <a:rect l="l" t="t" r="r" b="b"/>
              <a:pathLst>
                <a:path w="3210745" h="2940925">
                  <a:moveTo>
                    <a:pt x="340528" y="2526682"/>
                  </a:moveTo>
                  <a:cubicBezTo>
                    <a:pt x="280875" y="2526682"/>
                    <a:pt x="232516" y="2575041"/>
                    <a:pt x="232516" y="2634694"/>
                  </a:cubicBezTo>
                  <a:cubicBezTo>
                    <a:pt x="232516" y="2694347"/>
                    <a:pt x="280875" y="2742706"/>
                    <a:pt x="340528" y="2742706"/>
                  </a:cubicBezTo>
                  <a:cubicBezTo>
                    <a:pt x="400181" y="2742706"/>
                    <a:pt x="448540" y="2694347"/>
                    <a:pt x="448540" y="2634694"/>
                  </a:cubicBezTo>
                  <a:cubicBezTo>
                    <a:pt x="448540" y="2575041"/>
                    <a:pt x="400181" y="2526682"/>
                    <a:pt x="340528" y="2526682"/>
                  </a:cubicBezTo>
                  <a:close/>
                  <a:moveTo>
                    <a:pt x="1821636" y="152"/>
                  </a:moveTo>
                  <a:cubicBezTo>
                    <a:pt x="1920275" y="-4956"/>
                    <a:pt x="2051571" y="119306"/>
                    <a:pt x="2102482" y="278737"/>
                  </a:cubicBezTo>
                  <a:cubicBezTo>
                    <a:pt x="2192513" y="649582"/>
                    <a:pt x="1575154" y="1213351"/>
                    <a:pt x="2006019" y="1236931"/>
                  </a:cubicBezTo>
                  <a:cubicBezTo>
                    <a:pt x="2310412" y="1206920"/>
                    <a:pt x="2473326" y="1176910"/>
                    <a:pt x="2803442" y="1166192"/>
                  </a:cubicBezTo>
                  <a:cubicBezTo>
                    <a:pt x="3103547" y="1170479"/>
                    <a:pt x="3152850" y="1361260"/>
                    <a:pt x="3002798" y="1564903"/>
                  </a:cubicBezTo>
                  <a:cubicBezTo>
                    <a:pt x="3191435" y="1575621"/>
                    <a:pt x="3347919" y="1869296"/>
                    <a:pt x="3022090" y="1989338"/>
                  </a:cubicBezTo>
                  <a:cubicBezTo>
                    <a:pt x="3332913" y="2182262"/>
                    <a:pt x="3154994" y="2426634"/>
                    <a:pt x="2977074" y="2471650"/>
                  </a:cubicBezTo>
                  <a:cubicBezTo>
                    <a:pt x="3127127" y="2606697"/>
                    <a:pt x="3109978" y="2709590"/>
                    <a:pt x="2957782" y="2793191"/>
                  </a:cubicBezTo>
                  <a:cubicBezTo>
                    <a:pt x="2620164" y="2932526"/>
                    <a:pt x="1747715" y="3028988"/>
                    <a:pt x="1253613" y="2818914"/>
                  </a:cubicBezTo>
                  <a:cubicBezTo>
                    <a:pt x="1018944" y="2738561"/>
                    <a:pt x="869067" y="2654318"/>
                    <a:pt x="700568" y="2648441"/>
                  </a:cubicBezTo>
                  <a:lnTo>
                    <a:pt x="700568" y="2796242"/>
                  </a:lnTo>
                  <a:cubicBezTo>
                    <a:pt x="700568" y="2860729"/>
                    <a:pt x="648291" y="2913006"/>
                    <a:pt x="583804" y="2913006"/>
                  </a:cubicBezTo>
                  <a:lnTo>
                    <a:pt x="0" y="2913006"/>
                  </a:lnTo>
                  <a:lnTo>
                    <a:pt x="0" y="1400838"/>
                  </a:lnTo>
                  <a:lnTo>
                    <a:pt x="583804" y="1400838"/>
                  </a:lnTo>
                  <a:cubicBezTo>
                    <a:pt x="648291" y="1400838"/>
                    <a:pt x="700568" y="1453115"/>
                    <a:pt x="700568" y="1517602"/>
                  </a:cubicBezTo>
                  <a:lnTo>
                    <a:pt x="700568" y="1571674"/>
                  </a:lnTo>
                  <a:cubicBezTo>
                    <a:pt x="721537" y="1568378"/>
                    <a:pt x="746526" y="1559634"/>
                    <a:pt x="784162" y="1539180"/>
                  </a:cubicBezTo>
                  <a:cubicBezTo>
                    <a:pt x="831321" y="1421281"/>
                    <a:pt x="890271" y="1323747"/>
                    <a:pt x="1034964" y="1191915"/>
                  </a:cubicBezTo>
                  <a:cubicBezTo>
                    <a:pt x="1257900" y="851081"/>
                    <a:pt x="1628744" y="677449"/>
                    <a:pt x="1703770" y="169413"/>
                  </a:cubicBezTo>
                  <a:cubicBezTo>
                    <a:pt x="1715024" y="52855"/>
                    <a:pt x="1762452" y="3217"/>
                    <a:pt x="1821636" y="152"/>
                  </a:cubicBezTo>
                  <a:close/>
                </a:path>
              </a:pathLst>
            </a:custGeom>
            <a:solidFill>
              <a:srgbClr val="FFFFFF"/>
            </a:solidFill>
            <a:ln w="25560">
              <a:solidFill>
                <a:srgbClr val="568AD3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19" name="CustomShape 22"/>
            <p:cNvSpPr/>
            <p:nvPr/>
          </p:nvSpPr>
          <p:spPr>
            <a:xfrm>
              <a:off x="6661" y="2328"/>
              <a:ext cx="2462" cy="52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ctr">
                <a:lnSpc>
                  <a:spcPct val="100000"/>
                </a:lnSpc>
              </a:pPr>
              <a:r>
                <a:rPr lang="en-ID" sz="1600" b="1" strike="noStrike" spc="-1">
                  <a:solidFill>
                    <a:srgbClr val="568AD3"/>
                  </a:solidFill>
                  <a:latin typeface="Arial" panose="020B0604020202020204"/>
                  <a:ea typeface="Arial Unicode MS"/>
                </a:rPr>
                <a:t>Kekurangan</a:t>
              </a:r>
              <a:endParaRPr lang="en-ID" sz="1600" b="1" strike="noStrike" spc="-1">
                <a:solidFill>
                  <a:srgbClr val="568AD3"/>
                </a:solidFill>
                <a:latin typeface="Arial" panose="020B0604020202020204"/>
                <a:ea typeface="Arial Unicode MS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395345" y="2506345"/>
            <a:ext cx="2397760" cy="2240280"/>
            <a:chOff x="5347" y="3947"/>
            <a:chExt cx="3776" cy="3528"/>
          </a:xfrm>
        </p:grpSpPr>
        <p:sp>
          <p:nvSpPr>
            <p:cNvPr id="599" name="CustomShape 2"/>
            <p:cNvSpPr/>
            <p:nvPr/>
          </p:nvSpPr>
          <p:spPr>
            <a:xfrm>
              <a:off x="5347" y="3947"/>
              <a:ext cx="2831" cy="2593"/>
            </a:xfrm>
            <a:custGeom>
              <a:avLst/>
              <a:gdLst/>
              <a:ahLst/>
              <a:cxnLst/>
              <a:rect l="l" t="t" r="r" b="b"/>
              <a:pathLst>
                <a:path w="3210745" h="2940925">
                  <a:moveTo>
                    <a:pt x="340528" y="2526682"/>
                  </a:moveTo>
                  <a:cubicBezTo>
                    <a:pt x="280875" y="2526682"/>
                    <a:pt x="232516" y="2575041"/>
                    <a:pt x="232516" y="2634694"/>
                  </a:cubicBezTo>
                  <a:cubicBezTo>
                    <a:pt x="232516" y="2694347"/>
                    <a:pt x="280875" y="2742706"/>
                    <a:pt x="340528" y="2742706"/>
                  </a:cubicBezTo>
                  <a:cubicBezTo>
                    <a:pt x="400181" y="2742706"/>
                    <a:pt x="448540" y="2694347"/>
                    <a:pt x="448540" y="2634694"/>
                  </a:cubicBezTo>
                  <a:cubicBezTo>
                    <a:pt x="448540" y="2575041"/>
                    <a:pt x="400181" y="2526682"/>
                    <a:pt x="340528" y="2526682"/>
                  </a:cubicBezTo>
                  <a:close/>
                  <a:moveTo>
                    <a:pt x="1821636" y="152"/>
                  </a:moveTo>
                  <a:cubicBezTo>
                    <a:pt x="1920275" y="-4956"/>
                    <a:pt x="2051571" y="119306"/>
                    <a:pt x="2102482" y="278737"/>
                  </a:cubicBezTo>
                  <a:cubicBezTo>
                    <a:pt x="2192513" y="649582"/>
                    <a:pt x="1575154" y="1213351"/>
                    <a:pt x="2006019" y="1236931"/>
                  </a:cubicBezTo>
                  <a:cubicBezTo>
                    <a:pt x="2310412" y="1206920"/>
                    <a:pt x="2473326" y="1176910"/>
                    <a:pt x="2803442" y="1166192"/>
                  </a:cubicBezTo>
                  <a:cubicBezTo>
                    <a:pt x="3103547" y="1170479"/>
                    <a:pt x="3152850" y="1361260"/>
                    <a:pt x="3002798" y="1564903"/>
                  </a:cubicBezTo>
                  <a:cubicBezTo>
                    <a:pt x="3191435" y="1575621"/>
                    <a:pt x="3347919" y="1869296"/>
                    <a:pt x="3022090" y="1989338"/>
                  </a:cubicBezTo>
                  <a:cubicBezTo>
                    <a:pt x="3332913" y="2182262"/>
                    <a:pt x="3154994" y="2426634"/>
                    <a:pt x="2977074" y="2471650"/>
                  </a:cubicBezTo>
                  <a:cubicBezTo>
                    <a:pt x="3127127" y="2606697"/>
                    <a:pt x="3109978" y="2709590"/>
                    <a:pt x="2957782" y="2793191"/>
                  </a:cubicBezTo>
                  <a:cubicBezTo>
                    <a:pt x="2620164" y="2932526"/>
                    <a:pt x="1747715" y="3028988"/>
                    <a:pt x="1253613" y="2818914"/>
                  </a:cubicBezTo>
                  <a:cubicBezTo>
                    <a:pt x="1018944" y="2738561"/>
                    <a:pt x="869067" y="2654318"/>
                    <a:pt x="700568" y="2648441"/>
                  </a:cubicBezTo>
                  <a:lnTo>
                    <a:pt x="700568" y="2796242"/>
                  </a:lnTo>
                  <a:cubicBezTo>
                    <a:pt x="700568" y="2860729"/>
                    <a:pt x="648291" y="2913006"/>
                    <a:pt x="583804" y="2913006"/>
                  </a:cubicBezTo>
                  <a:lnTo>
                    <a:pt x="0" y="2913006"/>
                  </a:lnTo>
                  <a:lnTo>
                    <a:pt x="0" y="1400838"/>
                  </a:lnTo>
                  <a:lnTo>
                    <a:pt x="583804" y="1400838"/>
                  </a:lnTo>
                  <a:cubicBezTo>
                    <a:pt x="648291" y="1400838"/>
                    <a:pt x="700568" y="1453115"/>
                    <a:pt x="700568" y="1517602"/>
                  </a:cubicBezTo>
                  <a:lnTo>
                    <a:pt x="700568" y="1571674"/>
                  </a:lnTo>
                  <a:cubicBezTo>
                    <a:pt x="721537" y="1568378"/>
                    <a:pt x="746526" y="1559634"/>
                    <a:pt x="784162" y="1539180"/>
                  </a:cubicBezTo>
                  <a:cubicBezTo>
                    <a:pt x="831321" y="1421281"/>
                    <a:pt x="890271" y="1323747"/>
                    <a:pt x="1034964" y="1191915"/>
                  </a:cubicBezTo>
                  <a:cubicBezTo>
                    <a:pt x="1257900" y="851081"/>
                    <a:pt x="1628744" y="677449"/>
                    <a:pt x="1703770" y="169413"/>
                  </a:cubicBezTo>
                  <a:cubicBezTo>
                    <a:pt x="1715024" y="52855"/>
                    <a:pt x="1762452" y="3217"/>
                    <a:pt x="1821636" y="152"/>
                  </a:cubicBezTo>
                  <a:close/>
                </a:path>
              </a:pathLst>
            </a:custGeom>
            <a:solidFill>
              <a:srgbClr val="FFFFFF"/>
            </a:solidFill>
            <a:ln w="25560">
              <a:solidFill>
                <a:srgbClr val="77D34C"/>
              </a:solidFill>
              <a:miter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20" name="CustomShape 23"/>
            <p:cNvSpPr/>
            <p:nvPr/>
          </p:nvSpPr>
          <p:spPr>
            <a:xfrm>
              <a:off x="6661" y="6949"/>
              <a:ext cx="2462" cy="52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ctr">
                <a:lnSpc>
                  <a:spcPct val="100000"/>
                </a:lnSpc>
              </a:pPr>
              <a:r>
                <a:rPr lang="en-ID" sz="1600" b="1" strike="noStrike" spc="-1">
                  <a:solidFill>
                    <a:srgbClr val="77D34C"/>
                  </a:solidFill>
                  <a:latin typeface="Arial" panose="020B0604020202020204"/>
                  <a:ea typeface="Arial Unicode MS"/>
                </a:rPr>
                <a:t>Kelebihan</a:t>
              </a:r>
              <a:endParaRPr lang="en-ID" sz="1600" b="1" strike="noStrike" spc="-1">
                <a:solidFill>
                  <a:srgbClr val="77D34C"/>
                </a:solidFill>
                <a:latin typeface="Arial" panose="020B0604020202020204"/>
                <a:ea typeface="Arial Unicode MS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6854825" y="2141220"/>
            <a:ext cx="3203575" cy="861060"/>
            <a:chOff x="10795" y="3372"/>
            <a:chExt cx="5045" cy="1356"/>
          </a:xfrm>
        </p:grpSpPr>
        <p:sp>
          <p:nvSpPr>
            <p:cNvPr id="602" name="CustomShape 5"/>
            <p:cNvSpPr/>
            <p:nvPr/>
          </p:nvSpPr>
          <p:spPr>
            <a:xfrm>
              <a:off x="10795" y="3372"/>
              <a:ext cx="1260" cy="1260"/>
            </a:xfrm>
            <a:prstGeom prst="ellipse">
              <a:avLst/>
            </a:prstGeom>
            <a:solidFill>
              <a:srgbClr val="568AD3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15" name="CustomShape 18"/>
            <p:cNvSpPr/>
            <p:nvPr/>
          </p:nvSpPr>
          <p:spPr>
            <a:xfrm>
              <a:off x="12355" y="3726"/>
              <a:ext cx="3462" cy="100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Masyarakat perkotaan memiliki kegiatan yang padat sehingga tidak sempat untuk bercocok tanam.</a:t>
              </a:r>
              <a:endParaRPr lang="en-ID" sz="12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endParaRPr>
            </a:p>
          </p:txBody>
        </p:sp>
        <p:sp>
          <p:nvSpPr>
            <p:cNvPr id="616" name="CustomShape 19"/>
            <p:cNvSpPr/>
            <p:nvPr/>
          </p:nvSpPr>
          <p:spPr>
            <a:xfrm>
              <a:off x="12368" y="3418"/>
              <a:ext cx="3472" cy="40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1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Tidak Memiliki Waktu Luang</a:t>
              </a:r>
              <a:endParaRPr lang="en-ID" sz="11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21" name="CustomShape 24"/>
            <p:cNvSpPr/>
            <p:nvPr/>
          </p:nvSpPr>
          <p:spPr>
            <a:xfrm flipH="1">
              <a:off x="11180" y="3744"/>
              <a:ext cx="539" cy="539"/>
            </a:xfrm>
            <a:custGeom>
              <a:avLst/>
              <a:gdLst/>
              <a:ahLst/>
              <a:cxnLst/>
              <a:rect l="l" t="t" r="r" b="b"/>
              <a:pathLst>
                <a:path w="3242753" h="3227814">
                  <a:moveTo>
                    <a:pt x="1621376" y="1043635"/>
                  </a:moveTo>
                  <a:cubicBezTo>
                    <a:pt x="1557188" y="1043635"/>
                    <a:pt x="1505154" y="1095669"/>
                    <a:pt x="1505154" y="1159857"/>
                  </a:cubicBezTo>
                  <a:lnTo>
                    <a:pt x="1505154" y="1625483"/>
                  </a:lnTo>
                  <a:lnTo>
                    <a:pt x="1033577" y="1625483"/>
                  </a:lnTo>
                  <a:cubicBezTo>
                    <a:pt x="969389" y="1625483"/>
                    <a:pt x="917355" y="1677517"/>
                    <a:pt x="917355" y="1741705"/>
                  </a:cubicBezTo>
                  <a:cubicBezTo>
                    <a:pt x="917355" y="1805893"/>
                    <a:pt x="969389" y="1857927"/>
                    <a:pt x="1033577" y="1857927"/>
                  </a:cubicBezTo>
                  <a:lnTo>
                    <a:pt x="1614688" y="1857927"/>
                  </a:lnTo>
                  <a:lnTo>
                    <a:pt x="1619859" y="1856884"/>
                  </a:lnTo>
                  <a:cubicBezTo>
                    <a:pt x="1620361" y="1857187"/>
                    <a:pt x="1620868" y="1857190"/>
                    <a:pt x="1621376" y="1857190"/>
                  </a:cubicBezTo>
                  <a:cubicBezTo>
                    <a:pt x="1685564" y="1857190"/>
                    <a:pt x="1737598" y="1805156"/>
                    <a:pt x="1737598" y="1740968"/>
                  </a:cubicBezTo>
                  <a:lnTo>
                    <a:pt x="1737598" y="1159857"/>
                  </a:lnTo>
                  <a:cubicBezTo>
                    <a:pt x="1737598" y="1095669"/>
                    <a:pt x="1685564" y="1043635"/>
                    <a:pt x="1621376" y="1043635"/>
                  </a:cubicBezTo>
                  <a:close/>
                  <a:moveTo>
                    <a:pt x="1621376" y="628818"/>
                  </a:moveTo>
                  <a:cubicBezTo>
                    <a:pt x="2206882" y="628818"/>
                    <a:pt x="2681529" y="1103464"/>
                    <a:pt x="2681529" y="1688970"/>
                  </a:cubicBezTo>
                  <a:cubicBezTo>
                    <a:pt x="2681529" y="2274476"/>
                    <a:pt x="2206882" y="2749122"/>
                    <a:pt x="1621376" y="2749122"/>
                  </a:cubicBezTo>
                  <a:cubicBezTo>
                    <a:pt x="1035870" y="2749122"/>
                    <a:pt x="561223" y="2274476"/>
                    <a:pt x="561223" y="1688970"/>
                  </a:cubicBezTo>
                  <a:cubicBezTo>
                    <a:pt x="561223" y="1103464"/>
                    <a:pt x="1035870" y="628818"/>
                    <a:pt x="1621376" y="628818"/>
                  </a:cubicBezTo>
                  <a:close/>
                  <a:moveTo>
                    <a:pt x="1621376" y="424596"/>
                  </a:moveTo>
                  <a:cubicBezTo>
                    <a:pt x="923081" y="424596"/>
                    <a:pt x="357001" y="990676"/>
                    <a:pt x="357001" y="1688970"/>
                  </a:cubicBezTo>
                  <a:cubicBezTo>
                    <a:pt x="357001" y="2128645"/>
                    <a:pt x="581423" y="2515905"/>
                    <a:pt x="922189" y="2742109"/>
                  </a:cubicBezTo>
                  <a:lnTo>
                    <a:pt x="652992" y="3227814"/>
                  </a:lnTo>
                  <a:lnTo>
                    <a:pt x="911997" y="3227814"/>
                  </a:lnTo>
                  <a:lnTo>
                    <a:pt x="1121304" y="2850168"/>
                  </a:lnTo>
                  <a:cubicBezTo>
                    <a:pt x="1274563" y="2916691"/>
                    <a:pt x="1443689" y="2953344"/>
                    <a:pt x="1621376" y="2953344"/>
                  </a:cubicBezTo>
                  <a:cubicBezTo>
                    <a:pt x="1799063" y="2953344"/>
                    <a:pt x="1968189" y="2916691"/>
                    <a:pt x="2121449" y="2850168"/>
                  </a:cubicBezTo>
                  <a:lnTo>
                    <a:pt x="2330755" y="3227814"/>
                  </a:lnTo>
                  <a:lnTo>
                    <a:pt x="2589760" y="3227814"/>
                  </a:lnTo>
                  <a:lnTo>
                    <a:pt x="2320563" y="2742109"/>
                  </a:lnTo>
                  <a:cubicBezTo>
                    <a:pt x="2661329" y="2515905"/>
                    <a:pt x="2885751" y="2128645"/>
                    <a:pt x="2885751" y="1688970"/>
                  </a:cubicBezTo>
                  <a:cubicBezTo>
                    <a:pt x="2885751" y="990676"/>
                    <a:pt x="2319671" y="424596"/>
                    <a:pt x="1621376" y="424596"/>
                  </a:cubicBezTo>
                  <a:close/>
                  <a:moveTo>
                    <a:pt x="2599800" y="123238"/>
                  </a:moveTo>
                  <a:cubicBezTo>
                    <a:pt x="2434609" y="120698"/>
                    <a:pt x="2268460" y="180476"/>
                    <a:pt x="2139563" y="303161"/>
                  </a:cubicBezTo>
                  <a:lnTo>
                    <a:pt x="3057258" y="1232053"/>
                  </a:lnTo>
                  <a:cubicBezTo>
                    <a:pt x="3305736" y="977255"/>
                    <a:pt x="3304415" y="570405"/>
                    <a:pt x="3054287" y="317226"/>
                  </a:cubicBezTo>
                  <a:cubicBezTo>
                    <a:pt x="2929224" y="190636"/>
                    <a:pt x="2764991" y="125778"/>
                    <a:pt x="2599800" y="123238"/>
                  </a:cubicBezTo>
                  <a:close/>
                  <a:moveTo>
                    <a:pt x="642953" y="123238"/>
                  </a:moveTo>
                  <a:cubicBezTo>
                    <a:pt x="477762" y="125778"/>
                    <a:pt x="313529" y="190636"/>
                    <a:pt x="188466" y="317226"/>
                  </a:cubicBezTo>
                  <a:cubicBezTo>
                    <a:pt x="-61662" y="570405"/>
                    <a:pt x="-62983" y="977255"/>
                    <a:pt x="185495" y="1232053"/>
                  </a:cubicBezTo>
                  <a:lnTo>
                    <a:pt x="1103190" y="303161"/>
                  </a:lnTo>
                  <a:cubicBezTo>
                    <a:pt x="974294" y="180476"/>
                    <a:pt x="808144" y="120698"/>
                    <a:pt x="642953" y="123238"/>
                  </a:cubicBezTo>
                  <a:close/>
                  <a:moveTo>
                    <a:pt x="1722692" y="0"/>
                  </a:moveTo>
                  <a:lnTo>
                    <a:pt x="1520061" y="0"/>
                  </a:lnTo>
                  <a:cubicBezTo>
                    <a:pt x="1440152" y="0"/>
                    <a:pt x="1375373" y="64779"/>
                    <a:pt x="1375373" y="144688"/>
                  </a:cubicBezTo>
                  <a:lnTo>
                    <a:pt x="1375373" y="289376"/>
                  </a:lnTo>
                  <a:lnTo>
                    <a:pt x="1867380" y="289376"/>
                  </a:lnTo>
                  <a:lnTo>
                    <a:pt x="1867380" y="144688"/>
                  </a:lnTo>
                  <a:cubicBezTo>
                    <a:pt x="1867380" y="64779"/>
                    <a:pt x="1802601" y="0"/>
                    <a:pt x="1722692" y="0"/>
                  </a:cubicBez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5" name="Group 4"/>
          <p:cNvGrpSpPr/>
          <p:nvPr/>
        </p:nvGrpSpPr>
        <p:grpSpPr>
          <a:xfrm>
            <a:off x="353695" y="4294505"/>
            <a:ext cx="3271520" cy="897255"/>
            <a:chOff x="557" y="6763"/>
            <a:chExt cx="5152" cy="1413"/>
          </a:xfrm>
        </p:grpSpPr>
        <p:sp>
          <p:nvSpPr>
            <p:cNvPr id="606" name="CustomShape 9"/>
            <p:cNvSpPr/>
            <p:nvPr/>
          </p:nvSpPr>
          <p:spPr>
            <a:xfrm flipH="1">
              <a:off x="4449" y="6763"/>
              <a:ext cx="1260" cy="1260"/>
            </a:xfrm>
            <a:prstGeom prst="ellipse">
              <a:avLst/>
            </a:prstGeom>
            <a:solidFill>
              <a:srgbClr val="77D34C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11" name="CustomShape 14"/>
            <p:cNvSpPr/>
            <p:nvPr/>
          </p:nvSpPr>
          <p:spPr>
            <a:xfrm>
              <a:off x="557" y="7174"/>
              <a:ext cx="3573" cy="100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Tanaman yang ditanam di Hidroponik lebih terjamin gizinya dan bebas dari  pestisida berbahaya</a:t>
              </a:r>
              <a:endParaRPr lang="en-ID" sz="12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endParaRPr>
            </a:p>
          </p:txBody>
        </p:sp>
        <p:sp>
          <p:nvSpPr>
            <p:cNvPr id="612" name="CustomShape 15"/>
            <p:cNvSpPr/>
            <p:nvPr/>
          </p:nvSpPr>
          <p:spPr>
            <a:xfrm>
              <a:off x="571" y="6866"/>
              <a:ext cx="3583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Lebih Berkualitas</a:t>
              </a:r>
              <a:endParaRPr lang="en-ID" sz="12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24" name="CustomShape 27"/>
            <p:cNvSpPr/>
            <p:nvPr/>
          </p:nvSpPr>
          <p:spPr>
            <a:xfrm>
              <a:off x="4695" y="6969"/>
              <a:ext cx="797" cy="720"/>
            </a:xfrm>
            <a:custGeom>
              <a:avLst/>
              <a:gdLst/>
              <a:ahLst/>
              <a:cxnLst/>
              <a:rect l="l" t="t" r="r" b="b"/>
              <a:pathLst>
                <a:path w="3210745" h="2940925">
                  <a:moveTo>
                    <a:pt x="340528" y="2526682"/>
                  </a:moveTo>
                  <a:cubicBezTo>
                    <a:pt x="280875" y="2526682"/>
                    <a:pt x="232516" y="2575041"/>
                    <a:pt x="232516" y="2634694"/>
                  </a:cubicBezTo>
                  <a:cubicBezTo>
                    <a:pt x="232516" y="2694347"/>
                    <a:pt x="280875" y="2742706"/>
                    <a:pt x="340528" y="2742706"/>
                  </a:cubicBezTo>
                  <a:cubicBezTo>
                    <a:pt x="400181" y="2742706"/>
                    <a:pt x="448540" y="2694347"/>
                    <a:pt x="448540" y="2634694"/>
                  </a:cubicBezTo>
                  <a:cubicBezTo>
                    <a:pt x="448540" y="2575041"/>
                    <a:pt x="400181" y="2526682"/>
                    <a:pt x="340528" y="2526682"/>
                  </a:cubicBezTo>
                  <a:close/>
                  <a:moveTo>
                    <a:pt x="1821636" y="152"/>
                  </a:moveTo>
                  <a:cubicBezTo>
                    <a:pt x="1920275" y="-4956"/>
                    <a:pt x="2051571" y="119306"/>
                    <a:pt x="2102482" y="278737"/>
                  </a:cubicBezTo>
                  <a:cubicBezTo>
                    <a:pt x="2192513" y="649582"/>
                    <a:pt x="1575154" y="1213351"/>
                    <a:pt x="2006019" y="1236931"/>
                  </a:cubicBezTo>
                  <a:cubicBezTo>
                    <a:pt x="2310412" y="1206920"/>
                    <a:pt x="2473326" y="1176910"/>
                    <a:pt x="2803442" y="1166192"/>
                  </a:cubicBezTo>
                  <a:cubicBezTo>
                    <a:pt x="3103547" y="1170479"/>
                    <a:pt x="3152850" y="1361260"/>
                    <a:pt x="3002798" y="1564903"/>
                  </a:cubicBezTo>
                  <a:cubicBezTo>
                    <a:pt x="3191435" y="1575621"/>
                    <a:pt x="3347919" y="1869296"/>
                    <a:pt x="3022090" y="1989338"/>
                  </a:cubicBezTo>
                  <a:cubicBezTo>
                    <a:pt x="3332913" y="2182262"/>
                    <a:pt x="3154994" y="2426634"/>
                    <a:pt x="2977074" y="2471650"/>
                  </a:cubicBezTo>
                  <a:cubicBezTo>
                    <a:pt x="3127127" y="2606697"/>
                    <a:pt x="3109978" y="2709590"/>
                    <a:pt x="2957782" y="2793191"/>
                  </a:cubicBezTo>
                  <a:cubicBezTo>
                    <a:pt x="2620164" y="2932526"/>
                    <a:pt x="1747715" y="3028988"/>
                    <a:pt x="1253613" y="2818914"/>
                  </a:cubicBezTo>
                  <a:cubicBezTo>
                    <a:pt x="1018944" y="2738561"/>
                    <a:pt x="869067" y="2654318"/>
                    <a:pt x="700568" y="2648441"/>
                  </a:cubicBezTo>
                  <a:lnTo>
                    <a:pt x="700568" y="2796242"/>
                  </a:lnTo>
                  <a:cubicBezTo>
                    <a:pt x="700568" y="2860729"/>
                    <a:pt x="648291" y="2913006"/>
                    <a:pt x="583804" y="2913006"/>
                  </a:cubicBezTo>
                  <a:lnTo>
                    <a:pt x="0" y="2913006"/>
                  </a:lnTo>
                  <a:lnTo>
                    <a:pt x="0" y="1400838"/>
                  </a:lnTo>
                  <a:lnTo>
                    <a:pt x="583804" y="1400838"/>
                  </a:lnTo>
                  <a:cubicBezTo>
                    <a:pt x="648291" y="1400838"/>
                    <a:pt x="700568" y="1453115"/>
                    <a:pt x="700568" y="1517602"/>
                  </a:cubicBezTo>
                  <a:lnTo>
                    <a:pt x="700568" y="1571674"/>
                  </a:lnTo>
                  <a:cubicBezTo>
                    <a:pt x="721537" y="1568378"/>
                    <a:pt x="746526" y="1559634"/>
                    <a:pt x="784162" y="1539180"/>
                  </a:cubicBezTo>
                  <a:cubicBezTo>
                    <a:pt x="831321" y="1421281"/>
                    <a:pt x="890271" y="1323747"/>
                    <a:pt x="1034964" y="1191915"/>
                  </a:cubicBezTo>
                  <a:cubicBezTo>
                    <a:pt x="1257900" y="851081"/>
                    <a:pt x="1628744" y="677449"/>
                    <a:pt x="1703770" y="169413"/>
                  </a:cubicBezTo>
                  <a:cubicBezTo>
                    <a:pt x="1715024" y="52855"/>
                    <a:pt x="1762452" y="3217"/>
                    <a:pt x="1821636" y="152"/>
                  </a:cubicBez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7" name="Group 6"/>
          <p:cNvGrpSpPr/>
          <p:nvPr/>
        </p:nvGrpSpPr>
        <p:grpSpPr>
          <a:xfrm>
            <a:off x="6454775" y="1125855"/>
            <a:ext cx="3202940" cy="840105"/>
            <a:chOff x="10165" y="1773"/>
            <a:chExt cx="5044" cy="1323"/>
          </a:xfrm>
        </p:grpSpPr>
        <p:sp>
          <p:nvSpPr>
            <p:cNvPr id="601" name="CustomShape 4"/>
            <p:cNvSpPr/>
            <p:nvPr/>
          </p:nvSpPr>
          <p:spPr>
            <a:xfrm>
              <a:off x="10165" y="1773"/>
              <a:ext cx="1260" cy="1260"/>
            </a:xfrm>
            <a:prstGeom prst="ellipse">
              <a:avLst/>
            </a:prstGeom>
            <a:solidFill>
              <a:srgbClr val="568AD3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13" name="CustomShape 16"/>
            <p:cNvSpPr/>
            <p:nvPr/>
          </p:nvSpPr>
          <p:spPr>
            <a:xfrm>
              <a:off x="11724" y="2094"/>
              <a:ext cx="3462" cy="100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Masyarakat perkotaan masih belum banyak tahu cara bercocok tanam.</a:t>
              </a:r>
              <a:endParaRPr lang="en-ID" sz="12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endParaRPr>
            </a:p>
          </p:txBody>
        </p:sp>
        <p:sp>
          <p:nvSpPr>
            <p:cNvPr id="614" name="CustomShape 17"/>
            <p:cNvSpPr/>
            <p:nvPr/>
          </p:nvSpPr>
          <p:spPr>
            <a:xfrm>
              <a:off x="11737" y="1786"/>
              <a:ext cx="3472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Minim Pengetahuan</a:t>
              </a:r>
              <a:endParaRPr lang="en-ID" sz="12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25" name="CustomShape 28"/>
            <p:cNvSpPr/>
            <p:nvPr/>
          </p:nvSpPr>
          <p:spPr>
            <a:xfrm>
              <a:off x="10425" y="1951"/>
              <a:ext cx="790" cy="873"/>
            </a:xfrm>
            <a:custGeom>
              <a:avLst/>
              <a:gdLst/>
              <a:ahLst/>
              <a:cxnLst/>
              <a:rect l="l" t="t" r="r" b="b"/>
              <a:pathLst>
                <a:path w="341005" h="376812">
                  <a:moveTo>
                    <a:pt x="179590" y="105941"/>
                  </a:moveTo>
                  <a:cubicBezTo>
                    <a:pt x="189466" y="103284"/>
                    <a:pt x="200229" y="106383"/>
                    <a:pt x="207502" y="113978"/>
                  </a:cubicBezTo>
                  <a:lnTo>
                    <a:pt x="205155" y="116193"/>
                  </a:lnTo>
                  <a:cubicBezTo>
                    <a:pt x="198727" y="109493"/>
                    <a:pt x="189244" y="106732"/>
                    <a:pt x="180543" y="109027"/>
                  </a:cubicBezTo>
                  <a:cubicBezTo>
                    <a:pt x="171284" y="111470"/>
                    <a:pt x="164597" y="119184"/>
                    <a:pt x="163491" y="128699"/>
                  </a:cubicBezTo>
                  <a:lnTo>
                    <a:pt x="160301" y="128192"/>
                  </a:lnTo>
                  <a:cubicBezTo>
                    <a:pt x="160626" y="125509"/>
                    <a:pt x="161343" y="122953"/>
                    <a:pt x="162397" y="120583"/>
                  </a:cubicBezTo>
                  <a:cubicBezTo>
                    <a:pt x="163188" y="118806"/>
                    <a:pt x="164168" y="117134"/>
                    <a:pt x="165317" y="115593"/>
                  </a:cubicBezTo>
                  <a:close/>
                  <a:moveTo>
                    <a:pt x="184774" y="76800"/>
                  </a:moveTo>
                  <a:cubicBezTo>
                    <a:pt x="189722" y="75892"/>
                    <a:pt x="194950" y="76276"/>
                    <a:pt x="199898" y="78055"/>
                  </a:cubicBezTo>
                  <a:lnTo>
                    <a:pt x="198784" y="81085"/>
                  </a:lnTo>
                  <a:cubicBezTo>
                    <a:pt x="190044" y="77951"/>
                    <a:pt x="180324" y="79705"/>
                    <a:pt x="173557" y="85636"/>
                  </a:cubicBezTo>
                  <a:cubicBezTo>
                    <a:pt x="166357" y="91948"/>
                    <a:pt x="163808" y="101834"/>
                    <a:pt x="167057" y="110845"/>
                  </a:cubicBezTo>
                  <a:lnTo>
                    <a:pt x="163976" y="111813"/>
                  </a:lnTo>
                  <a:cubicBezTo>
                    <a:pt x="161264" y="104174"/>
                    <a:pt x="162206" y="95982"/>
                    <a:pt x="166259" y="89343"/>
                  </a:cubicBezTo>
                  <a:lnTo>
                    <a:pt x="171329" y="83298"/>
                  </a:lnTo>
                  <a:cubicBezTo>
                    <a:pt x="175158" y="79908"/>
                    <a:pt x="179826" y="77708"/>
                    <a:pt x="184774" y="76800"/>
                  </a:cubicBezTo>
                  <a:close/>
                  <a:moveTo>
                    <a:pt x="179076" y="24908"/>
                  </a:moveTo>
                  <a:cubicBezTo>
                    <a:pt x="173882" y="25821"/>
                    <a:pt x="169065" y="28595"/>
                    <a:pt x="165693" y="33023"/>
                  </a:cubicBezTo>
                  <a:lnTo>
                    <a:pt x="165081" y="32645"/>
                  </a:lnTo>
                  <a:lnTo>
                    <a:pt x="164343" y="33841"/>
                  </a:lnTo>
                  <a:lnTo>
                    <a:pt x="159156" y="28989"/>
                  </a:lnTo>
                  <a:cubicBezTo>
                    <a:pt x="147650" y="21890"/>
                    <a:pt x="132568" y="25462"/>
                    <a:pt x="125468" y="36968"/>
                  </a:cubicBezTo>
                  <a:cubicBezTo>
                    <a:pt x="125028" y="37682"/>
                    <a:pt x="124628" y="38410"/>
                    <a:pt x="124607" y="39302"/>
                  </a:cubicBezTo>
                  <a:cubicBezTo>
                    <a:pt x="121192" y="53871"/>
                    <a:pt x="126621" y="67918"/>
                    <a:pt x="137512" y="72288"/>
                  </a:cubicBezTo>
                  <a:lnTo>
                    <a:pt x="136408" y="75373"/>
                  </a:lnTo>
                  <a:cubicBezTo>
                    <a:pt x="125065" y="70889"/>
                    <a:pt x="118824" y="57470"/>
                    <a:pt x="120792" y="42874"/>
                  </a:cubicBezTo>
                  <a:cubicBezTo>
                    <a:pt x="110219" y="38045"/>
                    <a:pt x="97555" y="41998"/>
                    <a:pt x="91229" y="52250"/>
                  </a:cubicBezTo>
                  <a:cubicBezTo>
                    <a:pt x="86215" y="60377"/>
                    <a:pt x="87164" y="68019"/>
                    <a:pt x="90995" y="75559"/>
                  </a:cubicBezTo>
                  <a:cubicBezTo>
                    <a:pt x="88405" y="77546"/>
                    <a:pt x="86197" y="80074"/>
                    <a:pt x="84391" y="83001"/>
                  </a:cubicBezTo>
                  <a:cubicBezTo>
                    <a:pt x="75261" y="97799"/>
                    <a:pt x="79855" y="117197"/>
                    <a:pt x="94653" y="126328"/>
                  </a:cubicBezTo>
                  <a:cubicBezTo>
                    <a:pt x="99603" y="129383"/>
                    <a:pt x="105068" y="130901"/>
                    <a:pt x="110449" y="130283"/>
                  </a:cubicBezTo>
                  <a:cubicBezTo>
                    <a:pt x="111461" y="121556"/>
                    <a:pt x="114239" y="112980"/>
                    <a:pt x="118788" y="105103"/>
                  </a:cubicBezTo>
                  <a:lnTo>
                    <a:pt x="122060" y="106993"/>
                  </a:lnTo>
                  <a:cubicBezTo>
                    <a:pt x="117549" y="114804"/>
                    <a:pt x="114885" y="123345"/>
                    <a:pt x="114602" y="132066"/>
                  </a:cubicBezTo>
                  <a:cubicBezTo>
                    <a:pt x="118189" y="142541"/>
                    <a:pt x="127538" y="149533"/>
                    <a:pt x="138054" y="150704"/>
                  </a:cubicBezTo>
                  <a:lnTo>
                    <a:pt x="138622" y="157584"/>
                  </a:lnTo>
                  <a:cubicBezTo>
                    <a:pt x="141809" y="168599"/>
                    <a:pt x="152592" y="175355"/>
                    <a:pt x="163536" y="173320"/>
                  </a:cubicBezTo>
                  <a:lnTo>
                    <a:pt x="163736" y="174011"/>
                  </a:lnTo>
                  <a:lnTo>
                    <a:pt x="165086" y="173621"/>
                  </a:lnTo>
                  <a:lnTo>
                    <a:pt x="165671" y="180699"/>
                  </a:lnTo>
                  <a:cubicBezTo>
                    <a:pt x="169429" y="193686"/>
                    <a:pt x="183003" y="201168"/>
                    <a:pt x="195990" y="197411"/>
                  </a:cubicBezTo>
                  <a:cubicBezTo>
                    <a:pt x="196796" y="197178"/>
                    <a:pt x="197581" y="196907"/>
                    <a:pt x="198196" y="196260"/>
                  </a:cubicBezTo>
                  <a:cubicBezTo>
                    <a:pt x="209934" y="188156"/>
                    <a:pt x="215400" y="175007"/>
                    <a:pt x="211155" y="164763"/>
                  </a:cubicBezTo>
                  <a:cubicBezTo>
                    <a:pt x="205121" y="170199"/>
                    <a:pt x="196738" y="172687"/>
                    <a:pt x="188343" y="171472"/>
                  </a:cubicBezTo>
                  <a:lnTo>
                    <a:pt x="188829" y="168281"/>
                  </a:lnTo>
                  <a:cubicBezTo>
                    <a:pt x="198020" y="169602"/>
                    <a:pt x="207192" y="165939"/>
                    <a:pt x="212635" y="158774"/>
                  </a:cubicBezTo>
                  <a:cubicBezTo>
                    <a:pt x="218427" y="151149"/>
                    <a:pt x="218946" y="140953"/>
                    <a:pt x="213960" y="132774"/>
                  </a:cubicBezTo>
                  <a:lnTo>
                    <a:pt x="216785" y="131210"/>
                  </a:lnTo>
                  <a:cubicBezTo>
                    <a:pt x="222366" y="140465"/>
                    <a:pt x="221779" y="151983"/>
                    <a:pt x="215286" y="160619"/>
                  </a:cubicBezTo>
                  <a:lnTo>
                    <a:pt x="213805" y="162105"/>
                  </a:lnTo>
                  <a:cubicBezTo>
                    <a:pt x="218946" y="172938"/>
                    <a:pt x="214526" y="186813"/>
                    <a:pt x="203421" y="196175"/>
                  </a:cubicBezTo>
                  <a:cubicBezTo>
                    <a:pt x="208012" y="206854"/>
                    <a:pt x="220050" y="212429"/>
                    <a:pt x="231622" y="209082"/>
                  </a:cubicBezTo>
                  <a:cubicBezTo>
                    <a:pt x="239377" y="206838"/>
                    <a:pt x="243741" y="201989"/>
                    <a:pt x="246092" y="195539"/>
                  </a:cubicBezTo>
                  <a:cubicBezTo>
                    <a:pt x="255042" y="199507"/>
                    <a:pt x="265290" y="198199"/>
                    <a:pt x="272958" y="192601"/>
                  </a:cubicBezTo>
                  <a:lnTo>
                    <a:pt x="276795" y="193971"/>
                  </a:lnTo>
                  <a:cubicBezTo>
                    <a:pt x="289009" y="194016"/>
                    <a:pt x="298363" y="193248"/>
                    <a:pt x="304258" y="183694"/>
                  </a:cubicBezTo>
                  <a:cubicBezTo>
                    <a:pt x="309343" y="175453"/>
                    <a:pt x="308953" y="165378"/>
                    <a:pt x="303795" y="157923"/>
                  </a:cubicBezTo>
                  <a:cubicBezTo>
                    <a:pt x="298315" y="164420"/>
                    <a:pt x="291041" y="168177"/>
                    <a:pt x="283702" y="168174"/>
                  </a:cubicBezTo>
                  <a:lnTo>
                    <a:pt x="283555" y="164527"/>
                  </a:lnTo>
                  <a:cubicBezTo>
                    <a:pt x="293404" y="164978"/>
                    <a:pt x="303289" y="157339"/>
                    <a:pt x="308110" y="145450"/>
                  </a:cubicBezTo>
                  <a:cubicBezTo>
                    <a:pt x="311022" y="136198"/>
                    <a:pt x="308752" y="126109"/>
                    <a:pt x="302169" y="119023"/>
                  </a:cubicBezTo>
                  <a:cubicBezTo>
                    <a:pt x="296249" y="127191"/>
                    <a:pt x="286098" y="131525"/>
                    <a:pt x="275782" y="130309"/>
                  </a:cubicBezTo>
                  <a:lnTo>
                    <a:pt x="276183" y="127106"/>
                  </a:lnTo>
                  <a:cubicBezTo>
                    <a:pt x="285405" y="128184"/>
                    <a:pt x="294478" y="124281"/>
                    <a:pt x="299730" y="116974"/>
                  </a:cubicBezTo>
                  <a:lnTo>
                    <a:pt x="300207" y="116045"/>
                  </a:lnTo>
                  <a:cubicBezTo>
                    <a:pt x="300079" y="107222"/>
                    <a:pt x="295342" y="98867"/>
                    <a:pt x="287259" y="93880"/>
                  </a:cubicBezTo>
                  <a:cubicBezTo>
                    <a:pt x="284295" y="92051"/>
                    <a:pt x="281129" y="90828"/>
                    <a:pt x="277855" y="90561"/>
                  </a:cubicBezTo>
                  <a:cubicBezTo>
                    <a:pt x="271916" y="104194"/>
                    <a:pt x="259881" y="112708"/>
                    <a:pt x="248172" y="111695"/>
                  </a:cubicBezTo>
                  <a:cubicBezTo>
                    <a:pt x="248002" y="114741"/>
                    <a:pt x="246936" y="117719"/>
                    <a:pt x="245089" y="120348"/>
                  </a:cubicBezTo>
                  <a:cubicBezTo>
                    <a:pt x="241307" y="125729"/>
                    <a:pt x="234825" y="128827"/>
                    <a:pt x="228007" y="128511"/>
                  </a:cubicBezTo>
                  <a:lnTo>
                    <a:pt x="228158" y="125380"/>
                  </a:lnTo>
                  <a:cubicBezTo>
                    <a:pt x="233848" y="125642"/>
                    <a:pt x="239262" y="123097"/>
                    <a:pt x="242439" y="118667"/>
                  </a:cubicBezTo>
                  <a:cubicBezTo>
                    <a:pt x="244071" y="116391"/>
                    <a:pt x="244987" y="113796"/>
                    <a:pt x="245116" y="111152"/>
                  </a:cubicBezTo>
                  <a:lnTo>
                    <a:pt x="243716" y="110904"/>
                  </a:lnTo>
                  <a:lnTo>
                    <a:pt x="244539" y="108155"/>
                  </a:lnTo>
                  <a:cubicBezTo>
                    <a:pt x="244792" y="106166"/>
                    <a:pt x="244131" y="104285"/>
                    <a:pt x="243078" y="102544"/>
                  </a:cubicBezTo>
                  <a:cubicBezTo>
                    <a:pt x="240257" y="97875"/>
                    <a:pt x="235048" y="94922"/>
                    <a:pt x="229344" y="94755"/>
                  </a:cubicBezTo>
                  <a:lnTo>
                    <a:pt x="229436" y="91621"/>
                  </a:lnTo>
                  <a:cubicBezTo>
                    <a:pt x="236268" y="91821"/>
                    <a:pt x="242499" y="95409"/>
                    <a:pt x="245850" y="101072"/>
                  </a:cubicBezTo>
                  <a:cubicBezTo>
                    <a:pt x="247129" y="103235"/>
                    <a:pt x="247915" y="105575"/>
                    <a:pt x="248037" y="107973"/>
                  </a:cubicBezTo>
                  <a:cubicBezTo>
                    <a:pt x="258268" y="109553"/>
                    <a:pt x="268981" y="102051"/>
                    <a:pt x="274232" y="89778"/>
                  </a:cubicBezTo>
                  <a:cubicBezTo>
                    <a:pt x="278708" y="77339"/>
                    <a:pt x="274020" y="63056"/>
                    <a:pt x="262316" y="55834"/>
                  </a:cubicBezTo>
                  <a:cubicBezTo>
                    <a:pt x="257734" y="53007"/>
                    <a:pt x="252666" y="51626"/>
                    <a:pt x="247691" y="52231"/>
                  </a:cubicBezTo>
                  <a:cubicBezTo>
                    <a:pt x="248705" y="60913"/>
                    <a:pt x="245967" y="69020"/>
                    <a:pt x="239739" y="74185"/>
                  </a:cubicBezTo>
                  <a:lnTo>
                    <a:pt x="237649" y="71664"/>
                  </a:lnTo>
                  <a:cubicBezTo>
                    <a:pt x="244579" y="65918"/>
                    <a:pt x="246481" y="55888"/>
                    <a:pt x="243151" y="45920"/>
                  </a:cubicBezTo>
                  <a:cubicBezTo>
                    <a:pt x="241194" y="40124"/>
                    <a:pt x="237183" y="35004"/>
                    <a:pt x="231542" y="31523"/>
                  </a:cubicBezTo>
                  <a:cubicBezTo>
                    <a:pt x="221392" y="25261"/>
                    <a:pt x="208864" y="26095"/>
                    <a:pt x="199763" y="32668"/>
                  </a:cubicBezTo>
                  <a:lnTo>
                    <a:pt x="194721" y="27952"/>
                  </a:lnTo>
                  <a:cubicBezTo>
                    <a:pt x="189842" y="24941"/>
                    <a:pt x="184271" y="23995"/>
                    <a:pt x="179076" y="24908"/>
                  </a:cubicBezTo>
                  <a:close/>
                  <a:moveTo>
                    <a:pt x="190632" y="62"/>
                  </a:moveTo>
                  <a:cubicBezTo>
                    <a:pt x="300121" y="2329"/>
                    <a:pt x="391248" y="125645"/>
                    <a:pt x="309641" y="225160"/>
                  </a:cubicBezTo>
                  <a:cubicBezTo>
                    <a:pt x="282892" y="251229"/>
                    <a:pt x="279266" y="288859"/>
                    <a:pt x="302841" y="374772"/>
                  </a:cubicBezTo>
                  <a:lnTo>
                    <a:pt x="121266" y="376812"/>
                  </a:lnTo>
                  <a:lnTo>
                    <a:pt x="109025" y="322355"/>
                  </a:lnTo>
                  <a:cubicBezTo>
                    <a:pt x="76580" y="333165"/>
                    <a:pt x="40716" y="329924"/>
                    <a:pt x="28778" y="318327"/>
                  </a:cubicBezTo>
                  <a:cubicBezTo>
                    <a:pt x="22923" y="311868"/>
                    <a:pt x="25422" y="291738"/>
                    <a:pt x="32859" y="276164"/>
                  </a:cubicBezTo>
                  <a:cubicBezTo>
                    <a:pt x="35235" y="270344"/>
                    <a:pt x="23179" y="268321"/>
                    <a:pt x="20618" y="259843"/>
                  </a:cubicBezTo>
                  <a:cubicBezTo>
                    <a:pt x="19440" y="251965"/>
                    <a:pt x="27377" y="251682"/>
                    <a:pt x="30757" y="247602"/>
                  </a:cubicBezTo>
                  <a:lnTo>
                    <a:pt x="18516" y="238938"/>
                  </a:lnTo>
                  <a:cubicBezTo>
                    <a:pt x="12669" y="232923"/>
                    <a:pt x="25811" y="221592"/>
                    <a:pt x="29458" y="212919"/>
                  </a:cubicBezTo>
                  <a:cubicBezTo>
                    <a:pt x="16679" y="208924"/>
                    <a:pt x="7006" y="203466"/>
                    <a:pt x="307" y="196983"/>
                  </a:cubicBezTo>
                  <a:cubicBezTo>
                    <a:pt x="-2572" y="186228"/>
                    <a:pt x="15339" y="171234"/>
                    <a:pt x="31089" y="151672"/>
                  </a:cubicBezTo>
                  <a:cubicBezTo>
                    <a:pt x="47602" y="132201"/>
                    <a:pt x="33821" y="117353"/>
                    <a:pt x="46470" y="75544"/>
                  </a:cubicBezTo>
                  <a:cubicBezTo>
                    <a:pt x="66559" y="23813"/>
                    <a:pt x="114124" y="-1423"/>
                    <a:pt x="190632" y="62"/>
                  </a:cubicBez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9" name="Group 8"/>
          <p:cNvGrpSpPr/>
          <p:nvPr/>
        </p:nvGrpSpPr>
        <p:grpSpPr>
          <a:xfrm>
            <a:off x="6454775" y="3206750"/>
            <a:ext cx="3420745" cy="974725"/>
            <a:chOff x="10165" y="5050"/>
            <a:chExt cx="5387" cy="1535"/>
          </a:xfrm>
        </p:grpSpPr>
        <p:sp>
          <p:nvSpPr>
            <p:cNvPr id="603" name="CustomShape 6"/>
            <p:cNvSpPr/>
            <p:nvPr/>
          </p:nvSpPr>
          <p:spPr>
            <a:xfrm>
              <a:off x="10165" y="5050"/>
              <a:ext cx="1260" cy="1260"/>
            </a:xfrm>
            <a:prstGeom prst="ellipse">
              <a:avLst/>
            </a:prstGeom>
            <a:solidFill>
              <a:srgbClr val="568AD3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17" name="CustomShape 20"/>
            <p:cNvSpPr/>
            <p:nvPr/>
          </p:nvSpPr>
          <p:spPr>
            <a:xfrm>
              <a:off x="11724" y="5583"/>
              <a:ext cx="3803" cy="100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Masih sedikitnya forum yang menyajikan dan menyediakan informasi mengenai bercocok tanam hidroponik.</a:t>
              </a:r>
              <a:endParaRPr lang="en-ID" sz="12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endParaRPr>
            </a:p>
          </p:txBody>
        </p:sp>
        <p:sp>
          <p:nvSpPr>
            <p:cNvPr id="618" name="CustomShape 21"/>
            <p:cNvSpPr/>
            <p:nvPr/>
          </p:nvSpPr>
          <p:spPr>
            <a:xfrm>
              <a:off x="11738" y="5276"/>
              <a:ext cx="3814" cy="43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Akses Forum Diskusi Terbatas</a:t>
              </a:r>
              <a:endParaRPr lang="en-ID" sz="12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626" name="CustomShape 29"/>
            <p:cNvSpPr/>
            <p:nvPr/>
          </p:nvSpPr>
          <p:spPr>
            <a:xfrm flipH="1">
              <a:off x="10368" y="5328"/>
              <a:ext cx="864" cy="720"/>
            </a:xfrm>
            <a:custGeom>
              <a:avLst/>
              <a:gdLst/>
              <a:ahLst/>
              <a:cxnLst/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rgbClr val="FFFFFF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</p:grpSp>
      <p:sp>
        <p:nvSpPr>
          <p:cNvPr id="525" name="CustomShape 1"/>
          <p:cNvSpPr/>
          <p:nvPr/>
        </p:nvSpPr>
        <p:spPr>
          <a:xfrm>
            <a:off x="1509395" y="511175"/>
            <a:ext cx="4997450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Kelebihan &amp; Kekurangan Sistem Hidroponik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3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1" name="CustomShape 7"/>
          <p:cNvSpPr/>
          <p:nvPr/>
        </p:nvSpPr>
        <p:spPr>
          <a:xfrm rot="2735400">
            <a:off x="760825" y="252000"/>
            <a:ext cx="86400" cy="119448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2" name="CustomShape 8"/>
          <p:cNvSpPr/>
          <p:nvPr/>
        </p:nvSpPr>
        <p:spPr>
          <a:xfrm rot="2735400">
            <a:off x="1362745" y="-114480"/>
            <a:ext cx="86400" cy="119448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9" name="Oval 50"/>
          <p:cNvSpPr>
            <a:spLocks noChangeAspect="1"/>
          </p:cNvSpPr>
          <p:nvPr/>
        </p:nvSpPr>
        <p:spPr>
          <a:xfrm>
            <a:off x="2589927" y="3433846"/>
            <a:ext cx="469094" cy="529812"/>
          </a:xfrm>
          <a:custGeom>
            <a:avLst/>
            <a:gdLst/>
            <a:ahLst/>
            <a:cxnLst/>
            <a:rect l="l" t="t" r="r" b="b"/>
            <a:pathLst>
              <a:path w="2868687" h="3240000">
                <a:moveTo>
                  <a:pt x="1433799" y="2290728"/>
                </a:moveTo>
                <a:cubicBezTo>
                  <a:pt x="1317650" y="2346839"/>
                  <a:pt x="1203301" y="2394700"/>
                  <a:pt x="1093028" y="2434329"/>
                </a:cubicBezTo>
                <a:cubicBezTo>
                  <a:pt x="1167481" y="2812207"/>
                  <a:pt x="1292592" y="3060000"/>
                  <a:pt x="1434343" y="3060000"/>
                </a:cubicBezTo>
                <a:cubicBezTo>
                  <a:pt x="1576138" y="3060000"/>
                  <a:pt x="1701284" y="2812053"/>
                  <a:pt x="1774025" y="2433735"/>
                </a:cubicBezTo>
                <a:cubicBezTo>
                  <a:pt x="1663854" y="2394452"/>
                  <a:pt x="1549823" y="2346469"/>
                  <a:pt x="1433799" y="2290728"/>
                </a:cubicBezTo>
                <a:close/>
                <a:moveTo>
                  <a:pt x="1824954" y="2078037"/>
                </a:moveTo>
                <a:cubicBezTo>
                  <a:pt x="1794480" y="2097450"/>
                  <a:pt x="1763147" y="2116057"/>
                  <a:pt x="1731343" y="2134419"/>
                </a:cubicBezTo>
                <a:lnTo>
                  <a:pt x="1635415" y="2187161"/>
                </a:lnTo>
                <a:cubicBezTo>
                  <a:pt x="1691788" y="2215044"/>
                  <a:pt x="1747931" y="2239109"/>
                  <a:pt x="1803378" y="2259350"/>
                </a:cubicBezTo>
                <a:cubicBezTo>
                  <a:pt x="1812120" y="2201101"/>
                  <a:pt x="1819148" y="2140526"/>
                  <a:pt x="1824954" y="2078037"/>
                </a:cubicBezTo>
                <a:close/>
                <a:moveTo>
                  <a:pt x="1042306" y="2077178"/>
                </a:moveTo>
                <a:cubicBezTo>
                  <a:pt x="1047949" y="2140175"/>
                  <a:pt x="1055328" y="2201182"/>
                  <a:pt x="1063873" y="2259905"/>
                </a:cubicBezTo>
                <a:cubicBezTo>
                  <a:pt x="1119365" y="2238275"/>
                  <a:pt x="1176217" y="2214355"/>
                  <a:pt x="1233887" y="2187801"/>
                </a:cubicBezTo>
                <a:cubicBezTo>
                  <a:pt x="1201538" y="2170955"/>
                  <a:pt x="1169452" y="2152957"/>
                  <a:pt x="1137343" y="2134419"/>
                </a:cubicBezTo>
                <a:close/>
                <a:moveTo>
                  <a:pt x="559768" y="1732679"/>
                </a:moveTo>
                <a:cubicBezTo>
                  <a:pt x="268524" y="1984850"/>
                  <a:pt x="116369" y="2217202"/>
                  <a:pt x="187266" y="2340000"/>
                </a:cubicBezTo>
                <a:cubicBezTo>
                  <a:pt x="258144" y="2462764"/>
                  <a:pt x="535307" y="2447213"/>
                  <a:pt x="899736" y="2322555"/>
                </a:cubicBezTo>
                <a:cubicBezTo>
                  <a:pt x="878937" y="2207297"/>
                  <a:pt x="863223" y="2084405"/>
                  <a:pt x="853746" y="1955834"/>
                </a:cubicBezTo>
                <a:cubicBezTo>
                  <a:pt x="747454" y="1883220"/>
                  <a:pt x="648878" y="1808453"/>
                  <a:pt x="559768" y="1732679"/>
                </a:cubicBezTo>
                <a:close/>
                <a:moveTo>
                  <a:pt x="2309048" y="1730507"/>
                </a:moveTo>
                <a:cubicBezTo>
                  <a:pt x="2220666" y="1807660"/>
                  <a:pt x="2121792" y="1882664"/>
                  <a:pt x="2015235" y="1955625"/>
                </a:cubicBezTo>
                <a:cubicBezTo>
                  <a:pt x="2005364" y="2084180"/>
                  <a:pt x="1989894" y="2207119"/>
                  <a:pt x="1967330" y="2322070"/>
                </a:cubicBezTo>
                <a:lnTo>
                  <a:pt x="2081685" y="2358048"/>
                </a:lnTo>
                <a:cubicBezTo>
                  <a:pt x="2116015" y="2320492"/>
                  <a:pt x="2165526" y="2297468"/>
                  <a:pt x="2220415" y="2297468"/>
                </a:cubicBezTo>
                <a:cubicBezTo>
                  <a:pt x="2302230" y="2297468"/>
                  <a:pt x="2372097" y="2348622"/>
                  <a:pt x="2399287" y="2420880"/>
                </a:cubicBezTo>
                <a:cubicBezTo>
                  <a:pt x="2542053" y="2432945"/>
                  <a:pt x="2642630" y="2407186"/>
                  <a:pt x="2681420" y="2340000"/>
                </a:cubicBezTo>
                <a:cubicBezTo>
                  <a:pt x="2752393" y="2217071"/>
                  <a:pt x="2599836" y="1984353"/>
                  <a:pt x="2309048" y="1730507"/>
                </a:cubicBezTo>
                <a:close/>
                <a:moveTo>
                  <a:pt x="2026056" y="1510554"/>
                </a:moveTo>
                <a:cubicBezTo>
                  <a:pt x="2027893" y="1546708"/>
                  <a:pt x="2028343" y="1583211"/>
                  <a:pt x="2028343" y="1620000"/>
                </a:cubicBezTo>
                <a:lnTo>
                  <a:pt x="2024251" y="1730716"/>
                </a:lnTo>
                <a:lnTo>
                  <a:pt x="2173722" y="1619092"/>
                </a:lnTo>
                <a:cubicBezTo>
                  <a:pt x="2127526" y="1582190"/>
                  <a:pt x="2078507" y="1545517"/>
                  <a:pt x="2026056" y="1510554"/>
                </a:cubicBezTo>
                <a:close/>
                <a:moveTo>
                  <a:pt x="844436" y="1509285"/>
                </a:moveTo>
                <a:lnTo>
                  <a:pt x="694964" y="1620908"/>
                </a:lnTo>
                <a:cubicBezTo>
                  <a:pt x="741160" y="1657811"/>
                  <a:pt x="790179" y="1694484"/>
                  <a:pt x="842630" y="1729447"/>
                </a:cubicBezTo>
                <a:cubicBezTo>
                  <a:pt x="840793" y="1693293"/>
                  <a:pt x="840343" y="1656790"/>
                  <a:pt x="840343" y="1620000"/>
                </a:cubicBezTo>
                <a:close/>
                <a:moveTo>
                  <a:pt x="1434343" y="1361184"/>
                </a:moveTo>
                <a:cubicBezTo>
                  <a:pt x="1573534" y="1361184"/>
                  <a:pt x="1686371" y="1474021"/>
                  <a:pt x="1686371" y="1613212"/>
                </a:cubicBezTo>
                <a:cubicBezTo>
                  <a:pt x="1686371" y="1752403"/>
                  <a:pt x="1573534" y="1865240"/>
                  <a:pt x="1434343" y="1865240"/>
                </a:cubicBezTo>
                <a:cubicBezTo>
                  <a:pt x="1295152" y="1865240"/>
                  <a:pt x="1182315" y="1752403"/>
                  <a:pt x="1182315" y="1613212"/>
                </a:cubicBezTo>
                <a:cubicBezTo>
                  <a:pt x="1182315" y="1474021"/>
                  <a:pt x="1295152" y="1361184"/>
                  <a:pt x="1434343" y="1361184"/>
                </a:cubicBezTo>
                <a:close/>
                <a:moveTo>
                  <a:pt x="1433770" y="1149513"/>
                </a:moveTo>
                <a:cubicBezTo>
                  <a:pt x="1365445" y="1183896"/>
                  <a:pt x="1296585" y="1221489"/>
                  <a:pt x="1227343" y="1261466"/>
                </a:cubicBezTo>
                <a:lnTo>
                  <a:pt x="1027157" y="1384911"/>
                </a:lnTo>
                <a:cubicBezTo>
                  <a:pt x="1022222" y="1461370"/>
                  <a:pt x="1020343" y="1539922"/>
                  <a:pt x="1020343" y="1620000"/>
                </a:cubicBezTo>
                <a:lnTo>
                  <a:pt x="1028287" y="1855786"/>
                </a:lnTo>
                <a:cubicBezTo>
                  <a:pt x="1091680" y="1898065"/>
                  <a:pt x="1158394" y="1938727"/>
                  <a:pt x="1227343" y="1978535"/>
                </a:cubicBezTo>
                <a:lnTo>
                  <a:pt x="1434916" y="2090488"/>
                </a:lnTo>
                <a:cubicBezTo>
                  <a:pt x="1503241" y="2056105"/>
                  <a:pt x="1572101" y="2018511"/>
                  <a:pt x="1641343" y="1978535"/>
                </a:cubicBezTo>
                <a:lnTo>
                  <a:pt x="1841530" y="1855090"/>
                </a:lnTo>
                <a:cubicBezTo>
                  <a:pt x="1846464" y="1778631"/>
                  <a:pt x="1848343" y="1700079"/>
                  <a:pt x="1848343" y="1620000"/>
                </a:cubicBezTo>
                <a:lnTo>
                  <a:pt x="1840399" y="1384214"/>
                </a:lnTo>
                <a:cubicBezTo>
                  <a:pt x="1777006" y="1341936"/>
                  <a:pt x="1710293" y="1301274"/>
                  <a:pt x="1641343" y="1261466"/>
                </a:cubicBezTo>
                <a:close/>
                <a:moveTo>
                  <a:pt x="1065308" y="980650"/>
                </a:moveTo>
                <a:cubicBezTo>
                  <a:pt x="1056566" y="1038899"/>
                  <a:pt x="1049538" y="1099475"/>
                  <a:pt x="1043732" y="1161964"/>
                </a:cubicBezTo>
                <a:cubicBezTo>
                  <a:pt x="1074206" y="1142551"/>
                  <a:pt x="1105539" y="1123943"/>
                  <a:pt x="1137343" y="1105581"/>
                </a:cubicBezTo>
                <a:lnTo>
                  <a:pt x="1233271" y="1052839"/>
                </a:lnTo>
                <a:cubicBezTo>
                  <a:pt x="1176898" y="1024957"/>
                  <a:pt x="1120756" y="1000892"/>
                  <a:pt x="1065308" y="980650"/>
                </a:cubicBezTo>
                <a:close/>
                <a:moveTo>
                  <a:pt x="1804814" y="980095"/>
                </a:moveTo>
                <a:cubicBezTo>
                  <a:pt x="1749321" y="1001726"/>
                  <a:pt x="1692469" y="1025646"/>
                  <a:pt x="1634800" y="1052200"/>
                </a:cubicBezTo>
                <a:cubicBezTo>
                  <a:pt x="1667149" y="1069046"/>
                  <a:pt x="1699234" y="1087043"/>
                  <a:pt x="1731343" y="1105581"/>
                </a:cubicBezTo>
                <a:lnTo>
                  <a:pt x="1826380" y="1162822"/>
                </a:lnTo>
                <a:cubicBezTo>
                  <a:pt x="1820738" y="1099825"/>
                  <a:pt x="1813359" y="1038819"/>
                  <a:pt x="1804814" y="980095"/>
                </a:cubicBezTo>
                <a:close/>
                <a:moveTo>
                  <a:pt x="2432236" y="816002"/>
                </a:moveTo>
                <a:cubicBezTo>
                  <a:pt x="2308930" y="820546"/>
                  <a:pt x="2149627" y="855445"/>
                  <a:pt x="1968950" y="917446"/>
                </a:cubicBezTo>
                <a:cubicBezTo>
                  <a:pt x="1989749" y="1032703"/>
                  <a:pt x="2005463" y="1155596"/>
                  <a:pt x="2014941" y="1284167"/>
                </a:cubicBezTo>
                <a:cubicBezTo>
                  <a:pt x="2121232" y="1356780"/>
                  <a:pt x="2219808" y="1431548"/>
                  <a:pt x="2308918" y="1507322"/>
                </a:cubicBezTo>
                <a:cubicBezTo>
                  <a:pt x="2600162" y="1255150"/>
                  <a:pt x="2752317" y="1022798"/>
                  <a:pt x="2681420" y="900000"/>
                </a:cubicBezTo>
                <a:cubicBezTo>
                  <a:pt x="2645694" y="838121"/>
                  <a:pt x="2557557" y="811383"/>
                  <a:pt x="2432236" y="816002"/>
                </a:cubicBezTo>
                <a:close/>
                <a:moveTo>
                  <a:pt x="436450" y="816001"/>
                </a:moveTo>
                <a:cubicBezTo>
                  <a:pt x="311129" y="811383"/>
                  <a:pt x="222992" y="838121"/>
                  <a:pt x="187266" y="900000"/>
                </a:cubicBezTo>
                <a:cubicBezTo>
                  <a:pt x="158404" y="949991"/>
                  <a:pt x="166508" y="1018139"/>
                  <a:pt x="206887" y="1097970"/>
                </a:cubicBezTo>
                <a:cubicBezTo>
                  <a:pt x="213842" y="1096217"/>
                  <a:pt x="221021" y="1095812"/>
                  <a:pt x="228294" y="1095812"/>
                </a:cubicBezTo>
                <a:cubicBezTo>
                  <a:pt x="334372" y="1095812"/>
                  <a:pt x="420366" y="1181806"/>
                  <a:pt x="420366" y="1287884"/>
                </a:cubicBezTo>
                <a:cubicBezTo>
                  <a:pt x="420366" y="1314219"/>
                  <a:pt x="415066" y="1339317"/>
                  <a:pt x="405427" y="1362148"/>
                </a:cubicBezTo>
                <a:cubicBezTo>
                  <a:pt x="450585" y="1410442"/>
                  <a:pt x="502437" y="1459559"/>
                  <a:pt x="559639" y="1509493"/>
                </a:cubicBezTo>
                <a:cubicBezTo>
                  <a:pt x="648020" y="1432341"/>
                  <a:pt x="746894" y="1357336"/>
                  <a:pt x="853451" y="1284376"/>
                </a:cubicBezTo>
                <a:cubicBezTo>
                  <a:pt x="863322" y="1155820"/>
                  <a:pt x="878792" y="1032881"/>
                  <a:pt x="901357" y="917930"/>
                </a:cubicBezTo>
                <a:cubicBezTo>
                  <a:pt x="719999" y="855651"/>
                  <a:pt x="560119" y="820559"/>
                  <a:pt x="436450" y="816001"/>
                </a:cubicBezTo>
                <a:close/>
                <a:moveTo>
                  <a:pt x="1434343" y="180000"/>
                </a:moveTo>
                <a:cubicBezTo>
                  <a:pt x="1292548" y="180000"/>
                  <a:pt x="1167402" y="427948"/>
                  <a:pt x="1094661" y="806265"/>
                </a:cubicBezTo>
                <a:cubicBezTo>
                  <a:pt x="1204832" y="845548"/>
                  <a:pt x="1318864" y="893532"/>
                  <a:pt x="1434887" y="949272"/>
                </a:cubicBezTo>
                <a:cubicBezTo>
                  <a:pt x="1551037" y="893162"/>
                  <a:pt x="1665385" y="845301"/>
                  <a:pt x="1775658" y="805671"/>
                </a:cubicBezTo>
                <a:cubicBezTo>
                  <a:pt x="1751860" y="684885"/>
                  <a:pt x="1722886" y="577390"/>
                  <a:pt x="1688823" y="487405"/>
                </a:cubicBezTo>
                <a:cubicBezTo>
                  <a:pt x="1688009" y="487647"/>
                  <a:pt x="1687191" y="487652"/>
                  <a:pt x="1686371" y="487652"/>
                </a:cubicBezTo>
                <a:cubicBezTo>
                  <a:pt x="1580293" y="487652"/>
                  <a:pt x="1494299" y="401658"/>
                  <a:pt x="1494299" y="295580"/>
                </a:cubicBezTo>
                <a:cubicBezTo>
                  <a:pt x="1494299" y="264819"/>
                  <a:pt x="1501530" y="235747"/>
                  <a:pt x="1516122" y="210837"/>
                </a:cubicBezTo>
                <a:cubicBezTo>
                  <a:pt x="1490583" y="189985"/>
                  <a:pt x="1462798" y="180000"/>
                  <a:pt x="1434343" y="180000"/>
                </a:cubicBezTo>
                <a:close/>
                <a:moveTo>
                  <a:pt x="1434343" y="0"/>
                </a:moveTo>
                <a:cubicBezTo>
                  <a:pt x="1509303" y="0"/>
                  <a:pt x="1581019" y="37868"/>
                  <a:pt x="1646062" y="107907"/>
                </a:cubicBezTo>
                <a:cubicBezTo>
                  <a:pt x="1659037" y="104972"/>
                  <a:pt x="1672533" y="103508"/>
                  <a:pt x="1686371" y="103508"/>
                </a:cubicBezTo>
                <a:cubicBezTo>
                  <a:pt x="1792449" y="103508"/>
                  <a:pt x="1878443" y="189502"/>
                  <a:pt x="1878443" y="295580"/>
                </a:cubicBezTo>
                <a:cubicBezTo>
                  <a:pt x="1878443" y="342831"/>
                  <a:pt x="1861381" y="386097"/>
                  <a:pt x="1831228" y="417985"/>
                </a:cubicBezTo>
                <a:cubicBezTo>
                  <a:pt x="1871860" y="515668"/>
                  <a:pt x="1906636" y="628220"/>
                  <a:pt x="1935357" y="752219"/>
                </a:cubicBezTo>
                <a:cubicBezTo>
                  <a:pt x="2379384" y="616814"/>
                  <a:pt x="2731816" y="627289"/>
                  <a:pt x="2837304" y="810000"/>
                </a:cubicBezTo>
                <a:cubicBezTo>
                  <a:pt x="2942793" y="992711"/>
                  <a:pt x="2775650" y="1303161"/>
                  <a:pt x="2436521" y="1620139"/>
                </a:cubicBezTo>
                <a:cubicBezTo>
                  <a:pt x="2775698" y="1936928"/>
                  <a:pt x="2942777" y="2247316"/>
                  <a:pt x="2837304" y="2430000"/>
                </a:cubicBezTo>
                <a:cubicBezTo>
                  <a:pt x="2771439" y="2544083"/>
                  <a:pt x="2609300" y="2591017"/>
                  <a:pt x="2388706" y="2577188"/>
                </a:cubicBezTo>
                <a:cubicBezTo>
                  <a:pt x="2358753" y="2639691"/>
                  <a:pt x="2294480" y="2681612"/>
                  <a:pt x="2220415" y="2681612"/>
                </a:cubicBezTo>
                <a:cubicBezTo>
                  <a:pt x="2122541" y="2681612"/>
                  <a:pt x="2041764" y="2608405"/>
                  <a:pt x="2030773" y="2513644"/>
                </a:cubicBezTo>
                <a:cubicBezTo>
                  <a:pt x="1999304" y="2506661"/>
                  <a:pt x="1967635" y="2497623"/>
                  <a:pt x="1935485" y="2487821"/>
                </a:cubicBezTo>
                <a:cubicBezTo>
                  <a:pt x="1830610" y="2940018"/>
                  <a:pt x="1645322" y="3240000"/>
                  <a:pt x="1434343" y="3240000"/>
                </a:cubicBezTo>
                <a:cubicBezTo>
                  <a:pt x="1223366" y="3240000"/>
                  <a:pt x="1038079" y="2940023"/>
                  <a:pt x="933330" y="2487781"/>
                </a:cubicBezTo>
                <a:cubicBezTo>
                  <a:pt x="489302" y="2623186"/>
                  <a:pt x="136870" y="2612712"/>
                  <a:pt x="31382" y="2430000"/>
                </a:cubicBezTo>
                <a:cubicBezTo>
                  <a:pt x="-74106" y="2247290"/>
                  <a:pt x="93037" y="1936840"/>
                  <a:pt x="432165" y="1619862"/>
                </a:cubicBezTo>
                <a:cubicBezTo>
                  <a:pt x="378689" y="1569916"/>
                  <a:pt x="329491" y="1520128"/>
                  <a:pt x="285801" y="1470219"/>
                </a:cubicBezTo>
                <a:cubicBezTo>
                  <a:pt x="267844" y="1476857"/>
                  <a:pt x="248431" y="1479956"/>
                  <a:pt x="228294" y="1479956"/>
                </a:cubicBezTo>
                <a:cubicBezTo>
                  <a:pt x="122216" y="1479956"/>
                  <a:pt x="36222" y="1393962"/>
                  <a:pt x="36222" y="1287884"/>
                </a:cubicBezTo>
                <a:cubicBezTo>
                  <a:pt x="36222" y="1246866"/>
                  <a:pt x="49080" y="1208850"/>
                  <a:pt x="73868" y="1179672"/>
                </a:cubicBezTo>
                <a:cubicBezTo>
                  <a:pt x="-4733" y="1033688"/>
                  <a:pt x="-23287" y="904690"/>
                  <a:pt x="31382" y="810000"/>
                </a:cubicBezTo>
                <a:cubicBezTo>
                  <a:pt x="136860" y="627306"/>
                  <a:pt x="489234" y="616816"/>
                  <a:pt x="933201" y="752179"/>
                </a:cubicBezTo>
                <a:cubicBezTo>
                  <a:pt x="1038076" y="299982"/>
                  <a:pt x="1223365" y="0"/>
                  <a:pt x="143434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700"/>
          </a:p>
        </p:txBody>
      </p:sp>
      <p:grpSp>
        <p:nvGrpSpPr>
          <p:cNvPr id="2" name="Group 1"/>
          <p:cNvGrpSpPr/>
          <p:nvPr/>
        </p:nvGrpSpPr>
        <p:grpSpPr>
          <a:xfrm>
            <a:off x="370205" y="2264410"/>
            <a:ext cx="3255010" cy="831850"/>
            <a:chOff x="583" y="3566"/>
            <a:chExt cx="5126" cy="1310"/>
          </a:xfrm>
        </p:grpSpPr>
        <p:sp>
          <p:nvSpPr>
            <p:cNvPr id="604" name="CustomShape 7"/>
            <p:cNvSpPr/>
            <p:nvPr/>
          </p:nvSpPr>
          <p:spPr>
            <a:xfrm flipH="1">
              <a:off x="4449" y="3612"/>
              <a:ext cx="1260" cy="1260"/>
            </a:xfrm>
            <a:prstGeom prst="ellipse">
              <a:avLst/>
            </a:prstGeom>
            <a:solidFill>
              <a:srgbClr val="77D34C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07" name="CustomShape 10"/>
            <p:cNvSpPr/>
            <p:nvPr/>
          </p:nvSpPr>
          <p:spPr>
            <a:xfrm>
              <a:off x="583" y="3874"/>
              <a:ext cx="3573" cy="100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0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Perangkat Hidroponik mudah dibawa, beragam dan dapat digunakan diberbagai tempat.</a:t>
              </a:r>
              <a:endParaRPr lang="en-ID" sz="1200" b="0" strike="noStrike" spc="-1">
                <a:solidFill>
                  <a:srgbClr val="404040"/>
                </a:solidFill>
                <a:latin typeface="Arial" panose="020B0604020202020204"/>
                <a:ea typeface="Arial Unicode MS"/>
              </a:endParaRPr>
            </a:p>
          </p:txBody>
        </p:sp>
        <p:sp>
          <p:nvSpPr>
            <p:cNvPr id="608" name="CustomShape 11"/>
            <p:cNvSpPr/>
            <p:nvPr/>
          </p:nvSpPr>
          <p:spPr>
            <a:xfrm>
              <a:off x="596" y="3566"/>
              <a:ext cx="3583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Lebih Fleksibel</a:t>
              </a:r>
              <a:endParaRPr lang="en-ID" sz="1200" b="0" strike="noStrike" spc="-1">
                <a:solidFill>
                  <a:srgbClr val="FFFFFF"/>
                </a:solidFill>
                <a:latin typeface="Arial" panose="020B0604020202020204"/>
              </a:endParaRPr>
            </a:p>
          </p:txBody>
        </p:sp>
        <p:sp>
          <p:nvSpPr>
            <p:cNvPr id="82" name="Isosceles Triangle 13"/>
            <p:cNvSpPr/>
            <p:nvPr/>
          </p:nvSpPr>
          <p:spPr>
            <a:xfrm rot="10800000">
              <a:off x="4840" y="3752"/>
              <a:ext cx="478" cy="950"/>
            </a:xfrm>
            <a:custGeom>
              <a:avLst/>
              <a:gdLst/>
              <a:ahLst/>
              <a:cxnLst/>
              <a:rect l="l" t="t" r="r" b="b"/>
              <a:pathLst>
                <a:path w="1613569" h="3195455">
                  <a:moveTo>
                    <a:pt x="1348422" y="2012960"/>
                  </a:moveTo>
                  <a:lnTo>
                    <a:pt x="264249" y="2012960"/>
                  </a:lnTo>
                  <a:cubicBezTo>
                    <a:pt x="99656" y="1932015"/>
                    <a:pt x="172" y="1814225"/>
                    <a:pt x="0" y="1686651"/>
                  </a:cubicBezTo>
                  <a:lnTo>
                    <a:pt x="716785" y="1678553"/>
                  </a:lnTo>
                  <a:lnTo>
                    <a:pt x="716785" y="360000"/>
                  </a:lnTo>
                  <a:lnTo>
                    <a:pt x="716785" y="355479"/>
                  </a:lnTo>
                  <a:lnTo>
                    <a:pt x="717916" y="355479"/>
                  </a:lnTo>
                  <a:lnTo>
                    <a:pt x="806785" y="0"/>
                  </a:lnTo>
                  <a:lnTo>
                    <a:pt x="895655" y="355479"/>
                  </a:lnTo>
                  <a:lnTo>
                    <a:pt x="896785" y="355479"/>
                  </a:lnTo>
                  <a:lnTo>
                    <a:pt x="896785" y="360000"/>
                  </a:lnTo>
                  <a:lnTo>
                    <a:pt x="896785" y="1676520"/>
                  </a:lnTo>
                  <a:lnTo>
                    <a:pt x="1612906" y="1668429"/>
                  </a:lnTo>
                  <a:cubicBezTo>
                    <a:pt x="1622778" y="1802631"/>
                    <a:pt x="1521918" y="1928220"/>
                    <a:pt x="1348422" y="2012960"/>
                  </a:cubicBezTo>
                  <a:close/>
                  <a:moveTo>
                    <a:pt x="1175921" y="2908428"/>
                  </a:moveTo>
                  <a:lnTo>
                    <a:pt x="437641" y="2908428"/>
                  </a:lnTo>
                  <a:lnTo>
                    <a:pt x="250570" y="2083962"/>
                  </a:lnTo>
                  <a:lnTo>
                    <a:pt x="1362992" y="2083962"/>
                  </a:lnTo>
                  <a:close/>
                  <a:moveTo>
                    <a:pt x="1155969" y="3195455"/>
                  </a:moveTo>
                  <a:lnTo>
                    <a:pt x="457593" y="3195455"/>
                  </a:lnTo>
                  <a:cubicBezTo>
                    <a:pt x="397940" y="3195455"/>
                    <a:pt x="349581" y="3147096"/>
                    <a:pt x="349581" y="3087443"/>
                  </a:cubicBezTo>
                  <a:cubicBezTo>
                    <a:pt x="349581" y="3027790"/>
                    <a:pt x="397940" y="2979431"/>
                    <a:pt x="457593" y="2979431"/>
                  </a:cubicBezTo>
                  <a:lnTo>
                    <a:pt x="1155969" y="2979431"/>
                  </a:lnTo>
                  <a:cubicBezTo>
                    <a:pt x="1215622" y="2979431"/>
                    <a:pt x="1263981" y="3027790"/>
                    <a:pt x="1263981" y="3087443"/>
                  </a:cubicBezTo>
                  <a:cubicBezTo>
                    <a:pt x="1263981" y="3147096"/>
                    <a:pt x="1215622" y="3195455"/>
                    <a:pt x="1155969" y="31954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 sz="27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Deskripsi Produk</a:t>
            </a:r>
            <a:endParaRPr lang="en-ID" sz="44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16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15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8" name="Rectangle 17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9" name="Rectangle 18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/>
          <p:cNvSpPr txBox="1"/>
          <p:nvPr/>
        </p:nvSpPr>
        <p:spPr>
          <a:xfrm>
            <a:off x="4027978" y="690959"/>
            <a:ext cx="5180800" cy="765031"/>
          </a:xfrm>
          <a:prstGeom prst="rect">
            <a:avLst/>
          </a:prstGeom>
          <a:noFill/>
        </p:spPr>
        <p:txBody>
          <a:bodyPr anchor="ctr"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ID" altLang="en-US" sz="2800" b="1" dirty="0">
                <a:solidFill>
                  <a:schemeClr val="accent3"/>
                </a:solidFill>
                <a:latin typeface="+mj-lt"/>
                <a:cs typeface="Arial" panose="020B0604020202020204" pitchFamily="34" charset="0"/>
              </a:rPr>
              <a:t>Smart Hydroponics System</a:t>
            </a:r>
            <a:endParaRPr lang="en-ID" altLang="en-US" sz="2800" b="1" dirty="0">
              <a:solidFill>
                <a:schemeClr val="accent3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63953" y="4665850"/>
            <a:ext cx="1970780" cy="384175"/>
          </a:xfrm>
          <a:prstGeom prst="rect">
            <a:avLst/>
          </a:prstGeom>
          <a:solidFill>
            <a:schemeClr val="accent1"/>
          </a:solidFill>
        </p:spPr>
        <p:txBody>
          <a:bodyPr wrap="square" lIns="29765" tIns="0" rIns="29765" bIns="0" rtlCol="0" anchor="ctr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ID" sz="1655" dirty="0">
                <a:solidFill>
                  <a:schemeClr val="bg1"/>
                </a:solidFill>
              </a:rPr>
              <a:t>MQTT Technology</a:t>
            </a:r>
            <a:endParaRPr lang="en-ID" sz="1655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 rot="16200000">
            <a:off x="8425376" y="2713673"/>
            <a:ext cx="2838754" cy="2432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dist"/>
            <a:r>
              <a:rPr lang="en-ID" sz="990" b="1" dirty="0">
                <a:solidFill>
                  <a:schemeClr val="accent1"/>
                </a:solidFill>
                <a:cs typeface="Arial" panose="020B0604020202020204" pitchFamily="34" charset="0"/>
              </a:rPr>
              <a:t>INTERNET OF THINGS</a:t>
            </a:r>
            <a:endParaRPr lang="en-ID" sz="990" b="1" dirty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25925" y="1493838"/>
            <a:ext cx="5208905" cy="2640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D" altLang="en-GB" sz="2370" dirty="0">
                <a:solidFill>
                  <a:schemeClr val="accent1"/>
                </a:solidFill>
                <a:cs typeface="Arial" panose="020B0604020202020204" pitchFamily="34" charset="0"/>
              </a:rPr>
              <a:t>Smart Hydroponics System </a:t>
            </a:r>
            <a:r>
              <a:rPr lang="en-ID" altLang="en-GB" sz="2370" dirty="0">
                <a:solidFill>
                  <a:schemeClr val="accent2"/>
                </a:solidFill>
                <a:cs typeface="Arial" panose="020B0604020202020204" pitchFamily="34" charset="0"/>
              </a:rPr>
              <a:t>dapat menciptakan kondisi ideal bagi tanaman dengan </a:t>
            </a:r>
            <a:r>
              <a:rPr lang="en-ID" altLang="en-GB" sz="2370" dirty="0">
                <a:solidFill>
                  <a:schemeClr val="accent1"/>
                </a:solidFill>
                <a:cs typeface="Arial" panose="020B0604020202020204" pitchFamily="34" charset="0"/>
                <a:sym typeface="+mn-ea"/>
              </a:rPr>
              <a:t>terkomputerisasi</a:t>
            </a:r>
            <a:r>
              <a:rPr lang="en-ID" altLang="en-GB" sz="2370" dirty="0">
                <a:solidFill>
                  <a:schemeClr val="accent2"/>
                </a:solidFill>
                <a:cs typeface="Arial" panose="020B0604020202020204" pitchFamily="34" charset="0"/>
              </a:rPr>
              <a:t> sehingga memungkinkan manusia melakukan budidaya tanaman</a:t>
            </a:r>
            <a:r>
              <a:rPr lang="en-GB" altLang="ko-KR" sz="2370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ID" altLang="en-GB" sz="2370" dirty="0">
                <a:solidFill>
                  <a:schemeClr val="accent1"/>
                </a:solidFill>
                <a:cs typeface="Arial" panose="020B0604020202020204" pitchFamily="34" charset="0"/>
              </a:rPr>
              <a:t>secara otomatis</a:t>
            </a:r>
            <a:r>
              <a:rPr lang="en-GB" altLang="ko-KR" sz="2370" dirty="0">
                <a:solidFill>
                  <a:schemeClr val="accent2"/>
                </a:solidFill>
                <a:cs typeface="Arial" panose="020B0604020202020204" pitchFamily="34" charset="0"/>
              </a:rPr>
              <a:t> </a:t>
            </a:r>
            <a:r>
              <a:rPr lang="en-ID" altLang="en-GB" sz="2370" dirty="0">
                <a:solidFill>
                  <a:schemeClr val="accent2"/>
                </a:solidFill>
                <a:cs typeface="Arial" panose="020B0604020202020204" pitchFamily="34" charset="0"/>
                <a:sym typeface="+mn-ea"/>
              </a:rPr>
              <a:t>dari awal pembibitan hingga tanaman </a:t>
            </a:r>
            <a:r>
              <a:rPr lang="en-ID" sz="2370" dirty="0">
                <a:solidFill>
                  <a:schemeClr val="accent1"/>
                </a:solidFill>
                <a:cs typeface="Arial" panose="020B0604020202020204" pitchFamily="34" charset="0"/>
                <a:sym typeface="+mn-ea"/>
              </a:rPr>
              <a:t>siap panen </a:t>
            </a:r>
            <a:r>
              <a:rPr lang="en-ID" altLang="en-GB" sz="2370" dirty="0">
                <a:solidFill>
                  <a:schemeClr val="accent2"/>
                </a:solidFill>
                <a:cs typeface="Arial" panose="020B0604020202020204" pitchFamily="34" charset="0"/>
                <a:sym typeface="+mn-ea"/>
              </a:rPr>
              <a:t>kelak</a:t>
            </a:r>
            <a:r>
              <a:rPr lang="en-ID" altLang="en-GB" sz="2370" dirty="0">
                <a:solidFill>
                  <a:schemeClr val="accent2"/>
                </a:solidFill>
                <a:cs typeface="Arial" panose="020B0604020202020204" pitchFamily="34" charset="0"/>
              </a:rPr>
              <a:t>.</a:t>
            </a:r>
            <a:endParaRPr lang="en-ID" altLang="en-GB" sz="2370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 descr="Mekanik - Copy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0995" y="892810"/>
            <a:ext cx="3884930" cy="38849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p>
            <a:r>
              <a:rPr lang="en-ID" altLang="en-US" dirty="0"/>
              <a:t>Automatisasi</a:t>
            </a:r>
            <a:endParaRPr lang="en-ID" altLang="en-US" dirty="0"/>
          </a:p>
        </p:txBody>
      </p:sp>
      <p:cxnSp>
        <p:nvCxnSpPr>
          <p:cNvPr id="5" name="Elbow Connector 60"/>
          <p:cNvCxnSpPr/>
          <p:nvPr/>
        </p:nvCxnSpPr>
        <p:spPr>
          <a:xfrm flipV="1">
            <a:off x="5760085" y="2402840"/>
            <a:ext cx="1368425" cy="720090"/>
          </a:xfrm>
          <a:prstGeom prst="bentConnector3">
            <a:avLst>
              <a:gd name="adj1" fmla="val 50023"/>
            </a:avLst>
          </a:prstGeom>
          <a:ln w="25400">
            <a:solidFill>
              <a:srgbClr val="548AD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lbow Connector 60"/>
          <p:cNvCxnSpPr/>
          <p:nvPr/>
        </p:nvCxnSpPr>
        <p:spPr>
          <a:xfrm rot="10800000">
            <a:off x="3167380" y="2330450"/>
            <a:ext cx="1007745" cy="791845"/>
          </a:xfrm>
          <a:prstGeom prst="bentConnector3">
            <a:avLst>
              <a:gd name="adj1" fmla="val 49968"/>
            </a:avLst>
          </a:prstGeom>
          <a:ln w="25400">
            <a:solidFill>
              <a:srgbClr val="548AD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47129" y="2813103"/>
            <a:ext cx="1934766" cy="10120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230"/>
          </a:p>
        </p:txBody>
      </p:sp>
      <p:sp>
        <p:nvSpPr>
          <p:cNvPr id="9" name="Rectangle 8"/>
          <p:cNvSpPr/>
          <p:nvPr/>
        </p:nvSpPr>
        <p:spPr>
          <a:xfrm rot="16200000">
            <a:off x="2112265" y="1059808"/>
            <a:ext cx="1058346" cy="1613408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230"/>
          </a:p>
        </p:txBody>
      </p:sp>
      <p:sp>
        <p:nvSpPr>
          <p:cNvPr id="10" name="Rectangle 9"/>
          <p:cNvSpPr/>
          <p:nvPr/>
        </p:nvSpPr>
        <p:spPr>
          <a:xfrm>
            <a:off x="4051178" y="1149759"/>
            <a:ext cx="1934766" cy="10120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23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71928" y="1405663"/>
            <a:ext cx="1934766" cy="1012031"/>
          </a:xfrm>
          <a:prstGeom prst="rect">
            <a:avLst/>
          </a:prstGeom>
          <a:solidFill>
            <a:schemeClr val="bg1"/>
          </a:solidFill>
          <a:ln w="25400">
            <a:solidFill>
              <a:srgbClr val="548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230"/>
          </a:p>
        </p:txBody>
      </p:sp>
      <p:sp>
        <p:nvSpPr>
          <p:cNvPr id="12" name="Rectangle 11"/>
          <p:cNvSpPr/>
          <p:nvPr/>
        </p:nvSpPr>
        <p:spPr>
          <a:xfrm>
            <a:off x="7370304" y="2813103"/>
            <a:ext cx="1934766" cy="1012031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23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68240" y="2186940"/>
            <a:ext cx="0" cy="504190"/>
          </a:xfrm>
          <a:prstGeom prst="straightConnector1">
            <a:avLst/>
          </a:prstGeom>
          <a:ln w="25400">
            <a:solidFill>
              <a:srgbClr val="92D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61"/>
          <p:cNvCxnSpPr/>
          <p:nvPr/>
        </p:nvCxnSpPr>
        <p:spPr>
          <a:xfrm rot="10800000">
            <a:off x="2740660" y="3307080"/>
            <a:ext cx="1650365" cy="391795"/>
          </a:xfrm>
          <a:prstGeom prst="bentConnector3">
            <a:avLst>
              <a:gd name="adj1" fmla="val 49981"/>
            </a:avLst>
          </a:prstGeom>
          <a:ln w="254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909461" y="2940100"/>
            <a:ext cx="1642275" cy="618611"/>
            <a:chOff x="6533674" y="3357955"/>
            <a:chExt cx="1785368" cy="748178"/>
          </a:xfrm>
          <a:noFill/>
        </p:grpSpPr>
        <p:sp>
          <p:nvSpPr>
            <p:cNvPr id="16" name="TextBox 56"/>
            <p:cNvSpPr txBox="1"/>
            <p:nvPr/>
          </p:nvSpPr>
          <p:spPr>
            <a:xfrm>
              <a:off x="6533674" y="3628437"/>
              <a:ext cx="1785368" cy="47769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pPr algn="r"/>
              <a:r>
                <a:rPr lang="en-ID" altLang="en-US" sz="99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Mendeteksi kelembaban ruangan di sekitar alat</a:t>
              </a:r>
              <a:endParaRPr lang="en-ID" altLang="en-US" sz="99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7" name="TextBox 57"/>
            <p:cNvSpPr txBox="1"/>
            <p:nvPr/>
          </p:nvSpPr>
          <p:spPr>
            <a:xfrm>
              <a:off x="6533674" y="3357955"/>
              <a:ext cx="1785368" cy="2941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pPr algn="r"/>
              <a:r>
                <a:rPr lang="en-ID" sz="99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Sensor Kelembaban</a:t>
              </a:r>
              <a:endParaRPr lang="en-ID" sz="99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18" name="Rectangle 17"/>
          <p:cNvSpPr/>
          <p:nvPr/>
        </p:nvSpPr>
        <p:spPr>
          <a:xfrm>
            <a:off x="1730427" y="1405663"/>
            <a:ext cx="1934766" cy="1012031"/>
          </a:xfrm>
          <a:prstGeom prst="rect">
            <a:avLst/>
          </a:prstGeom>
          <a:solidFill>
            <a:schemeClr val="bg1"/>
          </a:solidFill>
          <a:ln w="25400">
            <a:solidFill>
              <a:srgbClr val="548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r"/>
            <a:endParaRPr lang="ko-KR" altLang="en-US" sz="2230"/>
          </a:p>
        </p:txBody>
      </p:sp>
      <p:sp>
        <p:nvSpPr>
          <p:cNvPr id="19" name="Rectangle 18"/>
          <p:cNvSpPr/>
          <p:nvPr/>
        </p:nvSpPr>
        <p:spPr>
          <a:xfrm>
            <a:off x="1384570" y="4166529"/>
            <a:ext cx="1934766" cy="1059656"/>
          </a:xfrm>
          <a:prstGeom prst="rect">
            <a:avLst/>
          </a:prstGeom>
          <a:noFill/>
          <a:ln w="25400">
            <a:solidFill>
              <a:srgbClr val="548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230"/>
          </a:p>
        </p:txBody>
      </p:sp>
      <p:sp>
        <p:nvSpPr>
          <p:cNvPr id="20" name="Rectangle 19"/>
          <p:cNvSpPr/>
          <p:nvPr/>
        </p:nvSpPr>
        <p:spPr>
          <a:xfrm>
            <a:off x="6717779" y="4214154"/>
            <a:ext cx="1934766" cy="1012031"/>
          </a:xfrm>
          <a:prstGeom prst="rect">
            <a:avLst/>
          </a:prstGeom>
          <a:noFill/>
          <a:ln w="25400">
            <a:solidFill>
              <a:srgbClr val="548AD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2230"/>
          </a:p>
        </p:txBody>
      </p:sp>
      <p:cxnSp>
        <p:nvCxnSpPr>
          <p:cNvPr id="21" name="Elbow Connector 83"/>
          <p:cNvCxnSpPr/>
          <p:nvPr/>
        </p:nvCxnSpPr>
        <p:spPr>
          <a:xfrm rot="10800000" flipV="1">
            <a:off x="3421872" y="4621196"/>
            <a:ext cx="957371" cy="313440"/>
          </a:xfrm>
          <a:prstGeom prst="bentConnector3">
            <a:avLst>
              <a:gd name="adj1" fmla="val -1002"/>
            </a:avLst>
          </a:prstGeom>
          <a:ln w="25400">
            <a:solidFill>
              <a:srgbClr val="548AD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84"/>
          <p:cNvCxnSpPr/>
          <p:nvPr/>
        </p:nvCxnSpPr>
        <p:spPr>
          <a:xfrm>
            <a:off x="5716601" y="4621196"/>
            <a:ext cx="899466" cy="313440"/>
          </a:xfrm>
          <a:prstGeom prst="bentConnector3">
            <a:avLst>
              <a:gd name="adj1" fmla="val -1659"/>
            </a:avLst>
          </a:prstGeom>
          <a:ln w="25400">
            <a:solidFill>
              <a:srgbClr val="548AD4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Elbow Connector 61"/>
          <p:cNvCxnSpPr/>
          <p:nvPr/>
        </p:nvCxnSpPr>
        <p:spPr>
          <a:xfrm flipV="1">
            <a:off x="5760085" y="3307715"/>
            <a:ext cx="1535430" cy="391795"/>
          </a:xfrm>
          <a:prstGeom prst="bentConnector3">
            <a:avLst>
              <a:gd name="adj1" fmla="val 50041"/>
            </a:avLst>
          </a:prstGeom>
          <a:ln w="2540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63"/>
          <p:cNvGrpSpPr/>
          <p:nvPr/>
        </p:nvGrpSpPr>
        <p:grpSpPr>
          <a:xfrm>
            <a:off x="1876672" y="1532661"/>
            <a:ext cx="1642275" cy="618611"/>
            <a:chOff x="6533674" y="3357955"/>
            <a:chExt cx="1785368" cy="748178"/>
          </a:xfrm>
          <a:noFill/>
        </p:grpSpPr>
        <p:sp>
          <p:nvSpPr>
            <p:cNvPr id="25" name="TextBox 69"/>
            <p:cNvSpPr txBox="1"/>
            <p:nvPr/>
          </p:nvSpPr>
          <p:spPr>
            <a:xfrm>
              <a:off x="6533674" y="3628437"/>
              <a:ext cx="1785368" cy="47769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pPr algn="r"/>
              <a:r>
                <a:rPr lang="en-ID" altLang="en-US" sz="99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Mendeteksi temperatur ruangan di sekitar alat</a:t>
              </a:r>
              <a:endParaRPr lang="en-ID" altLang="en-US" sz="99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6" name="TextBox 70"/>
            <p:cNvSpPr txBox="1"/>
            <p:nvPr/>
          </p:nvSpPr>
          <p:spPr>
            <a:xfrm>
              <a:off x="6533674" y="3357955"/>
              <a:ext cx="1785368" cy="2941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pPr algn="r"/>
              <a:r>
                <a:rPr lang="en-ID" sz="99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Sensor Suhu</a:t>
              </a:r>
              <a:endParaRPr lang="en-ID" sz="99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27" name="Group 63"/>
          <p:cNvGrpSpPr/>
          <p:nvPr/>
        </p:nvGrpSpPr>
        <p:grpSpPr>
          <a:xfrm>
            <a:off x="1220470" y="4317365"/>
            <a:ext cx="1952625" cy="770315"/>
            <a:chOff x="6533674" y="3357955"/>
            <a:chExt cx="1785368" cy="931907"/>
          </a:xfrm>
          <a:noFill/>
        </p:grpSpPr>
        <p:sp>
          <p:nvSpPr>
            <p:cNvPr id="28" name="TextBox 72"/>
            <p:cNvSpPr txBox="1"/>
            <p:nvPr/>
          </p:nvSpPr>
          <p:spPr>
            <a:xfrm>
              <a:off x="6533674" y="3628437"/>
              <a:ext cx="1785368" cy="66142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pPr algn="r"/>
              <a:r>
                <a:rPr lang="en-ID" altLang="en-US" sz="99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Mendeteksi kepekatan nutrisi pada tandon air utama dalam satuan PPM</a:t>
              </a:r>
              <a:endParaRPr lang="en-ID" altLang="en-US" sz="99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9" name="TextBox 73"/>
            <p:cNvSpPr txBox="1"/>
            <p:nvPr/>
          </p:nvSpPr>
          <p:spPr>
            <a:xfrm>
              <a:off x="6533674" y="3357955"/>
              <a:ext cx="1785368" cy="294223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pPr algn="r"/>
              <a:r>
                <a:rPr lang="en-ID" sz="99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Sensor Kepekatan Larutan</a:t>
              </a:r>
              <a:endParaRPr lang="en-ID" sz="99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0" name="Group 63"/>
          <p:cNvGrpSpPr/>
          <p:nvPr/>
        </p:nvGrpSpPr>
        <p:grpSpPr>
          <a:xfrm>
            <a:off x="7516550" y="2940100"/>
            <a:ext cx="1642275" cy="770376"/>
            <a:chOff x="6533674" y="3357955"/>
            <a:chExt cx="1785368" cy="931730"/>
          </a:xfrm>
          <a:noFill/>
        </p:grpSpPr>
        <p:sp>
          <p:nvSpPr>
            <p:cNvPr id="31" name="TextBox 75"/>
            <p:cNvSpPr txBox="1"/>
            <p:nvPr/>
          </p:nvSpPr>
          <p:spPr>
            <a:xfrm>
              <a:off x="6533674" y="3628437"/>
              <a:ext cx="1785368" cy="661248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ID" altLang="en-US" sz="99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Digunakan sebagai indikator tinggi/rendahnya air pada tandon air</a:t>
              </a:r>
              <a:endParaRPr lang="en-ID" altLang="en-US" sz="99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2" name="TextBox 76"/>
            <p:cNvSpPr txBox="1"/>
            <p:nvPr/>
          </p:nvSpPr>
          <p:spPr>
            <a:xfrm>
              <a:off x="6533674" y="3357955"/>
              <a:ext cx="1785368" cy="2941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ID" sz="99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Sensor Ultrasonik</a:t>
              </a:r>
              <a:endParaRPr lang="en-ID" sz="99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63"/>
          <p:cNvGrpSpPr/>
          <p:nvPr/>
        </p:nvGrpSpPr>
        <p:grpSpPr>
          <a:xfrm>
            <a:off x="6518173" y="1532661"/>
            <a:ext cx="1642275" cy="618611"/>
            <a:chOff x="6533674" y="3357955"/>
            <a:chExt cx="1785368" cy="748178"/>
          </a:xfrm>
          <a:noFill/>
        </p:grpSpPr>
        <p:sp>
          <p:nvSpPr>
            <p:cNvPr id="34" name="TextBox 78"/>
            <p:cNvSpPr txBox="1"/>
            <p:nvPr/>
          </p:nvSpPr>
          <p:spPr>
            <a:xfrm>
              <a:off x="6533674" y="3628437"/>
              <a:ext cx="1785368" cy="477696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ID" altLang="en-US" sz="99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Mendeteksi cerah/hujan-nya cuaca di dekat alat</a:t>
              </a:r>
              <a:endParaRPr lang="en-ID" altLang="en-US" sz="99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5" name="TextBox 79"/>
            <p:cNvSpPr txBox="1"/>
            <p:nvPr/>
          </p:nvSpPr>
          <p:spPr>
            <a:xfrm>
              <a:off x="6533674" y="3357955"/>
              <a:ext cx="1785368" cy="2941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ID" sz="99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Sensor Air Hujan</a:t>
              </a:r>
              <a:endParaRPr lang="en-ID" sz="99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6" name="Group 63"/>
          <p:cNvGrpSpPr/>
          <p:nvPr/>
        </p:nvGrpSpPr>
        <p:grpSpPr>
          <a:xfrm>
            <a:off x="6864024" y="4341152"/>
            <a:ext cx="1642275" cy="770376"/>
            <a:chOff x="6533674" y="3357955"/>
            <a:chExt cx="1785368" cy="931730"/>
          </a:xfrm>
          <a:noFill/>
        </p:grpSpPr>
        <p:sp>
          <p:nvSpPr>
            <p:cNvPr id="37" name="TextBox 81"/>
            <p:cNvSpPr txBox="1"/>
            <p:nvPr/>
          </p:nvSpPr>
          <p:spPr>
            <a:xfrm>
              <a:off x="6533674" y="3628437"/>
              <a:ext cx="1785368" cy="661248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ID" altLang="en-US" sz="99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Mendeteksi tingkat keasaman air nutrisi pada tandon air utama</a:t>
              </a:r>
              <a:endParaRPr lang="en-ID" altLang="en-US" sz="99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38" name="TextBox 82"/>
            <p:cNvSpPr txBox="1"/>
            <p:nvPr/>
          </p:nvSpPr>
          <p:spPr>
            <a:xfrm>
              <a:off x="6533674" y="3357955"/>
              <a:ext cx="1785368" cy="29414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ID" sz="99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Sensor pH</a:t>
              </a:r>
              <a:endParaRPr lang="en-ID" sz="99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63"/>
          <p:cNvGrpSpPr/>
          <p:nvPr/>
        </p:nvGrpSpPr>
        <p:grpSpPr>
          <a:xfrm>
            <a:off x="4102735" y="1276985"/>
            <a:ext cx="1844040" cy="618551"/>
            <a:chOff x="6533674" y="3357955"/>
            <a:chExt cx="1785368" cy="748306"/>
          </a:xfrm>
          <a:noFill/>
        </p:grpSpPr>
        <p:sp>
          <p:nvSpPr>
            <p:cNvPr id="40" name="TextBox 84"/>
            <p:cNvSpPr txBox="1"/>
            <p:nvPr/>
          </p:nvSpPr>
          <p:spPr>
            <a:xfrm>
              <a:off x="6533674" y="3628437"/>
              <a:ext cx="1785368" cy="477824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ID" altLang="en-US" sz="99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Mendeteksi intensitas cahaya matahari atau lampu</a:t>
              </a:r>
              <a:endParaRPr lang="en-ID" altLang="en-US" sz="990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41" name="TextBox 85"/>
            <p:cNvSpPr txBox="1"/>
            <p:nvPr/>
          </p:nvSpPr>
          <p:spPr>
            <a:xfrm>
              <a:off x="6533674" y="3357955"/>
              <a:ext cx="1785368" cy="294223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ID" altLang="en-US" sz="99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Arial" panose="020B0604020202020204" pitchFamily="34" charset="0"/>
                </a:rPr>
                <a:t>Sensor Cahaya</a:t>
              </a:r>
              <a:endParaRPr lang="en-ID" altLang="en-US" sz="990" b="1" dirty="0">
                <a:solidFill>
                  <a:schemeClr val="tx1">
                    <a:lumMod val="65000"/>
                    <a:lumOff val="3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42" name="Freeform: Shape 188"/>
          <p:cNvSpPr/>
          <p:nvPr/>
        </p:nvSpPr>
        <p:spPr>
          <a:xfrm>
            <a:off x="5357775" y="3274966"/>
            <a:ext cx="454056" cy="334251"/>
          </a:xfrm>
          <a:custGeom>
            <a:avLst/>
            <a:gdLst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788485 w 3738080"/>
              <a:gd name="connsiteY5" fmla="*/ 1841061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-1" fmla="*/ 1869041 w 3738080"/>
              <a:gd name="connsiteY0-2" fmla="*/ 1997576 h 2751770"/>
              <a:gd name="connsiteX1-3" fmla="*/ 2246138 w 3738080"/>
              <a:gd name="connsiteY1-4" fmla="*/ 2374673 h 2751770"/>
              <a:gd name="connsiteX2-5" fmla="*/ 1869041 w 3738080"/>
              <a:gd name="connsiteY2-6" fmla="*/ 2751770 h 2751770"/>
              <a:gd name="connsiteX3-7" fmla="*/ 1491944 w 3738080"/>
              <a:gd name="connsiteY3-8" fmla="*/ 2374673 h 2751770"/>
              <a:gd name="connsiteX4-9" fmla="*/ 1869041 w 3738080"/>
              <a:gd name="connsiteY4-10" fmla="*/ 1997576 h 2751770"/>
              <a:gd name="connsiteX5-11" fmla="*/ 2624294 w 3738080"/>
              <a:gd name="connsiteY5-12" fmla="*/ 1992174 h 2751770"/>
              <a:gd name="connsiteX6-13" fmla="*/ 2632248 w 3738080"/>
              <a:gd name="connsiteY6-14" fmla="*/ 1992174 h 2751770"/>
              <a:gd name="connsiteX7-15" fmla="*/ 2624294 w 3738080"/>
              <a:gd name="connsiteY7-16" fmla="*/ 1992174 h 2751770"/>
              <a:gd name="connsiteX8-17" fmla="*/ 1858846 w 3738080"/>
              <a:gd name="connsiteY8-18" fmla="*/ 1306247 h 2751770"/>
              <a:gd name="connsiteX9-19" fmla="*/ 2645621 w 3738080"/>
              <a:gd name="connsiteY9-20" fmla="*/ 1504218 h 2751770"/>
              <a:gd name="connsiteX10-21" fmla="*/ 2795575 w 3738080"/>
              <a:gd name="connsiteY10-22" fmla="*/ 1757331 h 2751770"/>
              <a:gd name="connsiteX11-23" fmla="*/ 2539052 w 3738080"/>
              <a:gd name="connsiteY11-24" fmla="*/ 1841672 h 2751770"/>
              <a:gd name="connsiteX12-25" fmla="*/ 1353947 w 3738080"/>
              <a:gd name="connsiteY12-26" fmla="*/ 1778974 h 2751770"/>
              <a:gd name="connsiteX13-27" fmla="*/ 982333 w 3738080"/>
              <a:gd name="connsiteY13-28" fmla="*/ 1780833 h 2751770"/>
              <a:gd name="connsiteX14-29" fmla="*/ 966756 w 3738080"/>
              <a:gd name="connsiteY14-30" fmla="*/ 1667407 h 2751770"/>
              <a:gd name="connsiteX15-31" fmla="*/ 1217540 w 3738080"/>
              <a:gd name="connsiteY15-32" fmla="*/ 1445700 h 2751770"/>
              <a:gd name="connsiteX16-33" fmla="*/ 1858846 w 3738080"/>
              <a:gd name="connsiteY16-34" fmla="*/ 1306247 h 2751770"/>
              <a:gd name="connsiteX17-35" fmla="*/ 1828129 w 3738080"/>
              <a:gd name="connsiteY17-36" fmla="*/ 650059 h 2751770"/>
              <a:gd name="connsiteX18-37" fmla="*/ 3108200 w 3738080"/>
              <a:gd name="connsiteY18-38" fmla="*/ 1008980 h 2751770"/>
              <a:gd name="connsiteX19-39" fmla="*/ 3258155 w 3738080"/>
              <a:gd name="connsiteY19-40" fmla="*/ 1319033 h 2751770"/>
              <a:gd name="connsiteX20-41" fmla="*/ 2937692 w 3738080"/>
              <a:gd name="connsiteY20-42" fmla="*/ 1304637 h 2751770"/>
              <a:gd name="connsiteX21-43" fmla="*/ 763561 w 3738080"/>
              <a:gd name="connsiteY21-44" fmla="*/ 1325535 h 2751770"/>
              <a:gd name="connsiteX22-45" fmla="*/ 464412 w 3738080"/>
              <a:gd name="connsiteY22-46" fmla="*/ 1278813 h 2751770"/>
              <a:gd name="connsiteX23-47" fmla="*/ 450482 w 3738080"/>
              <a:gd name="connsiteY23-48" fmla="*/ 1202928 h 2751770"/>
              <a:gd name="connsiteX24-49" fmla="*/ 622892 w 3738080"/>
              <a:gd name="connsiteY24-50" fmla="*/ 1008979 h 2751770"/>
              <a:gd name="connsiteX25-51" fmla="*/ 1828129 w 3738080"/>
              <a:gd name="connsiteY25-52" fmla="*/ 650059 h 2751770"/>
              <a:gd name="connsiteX26-53" fmla="*/ 1764313 w 3738080"/>
              <a:gd name="connsiteY26-54" fmla="*/ 591 h 2751770"/>
              <a:gd name="connsiteX27-55" fmla="*/ 3559697 w 3738080"/>
              <a:gd name="connsiteY27-56" fmla="*/ 547180 h 2751770"/>
              <a:gd name="connsiteX28-57" fmla="*/ 3709650 w 3738080"/>
              <a:gd name="connsiteY28-58" fmla="*/ 882310 h 2751770"/>
              <a:gd name="connsiteX29-59" fmla="*/ 3367875 w 3738080"/>
              <a:gd name="connsiteY29-60" fmla="*/ 834477 h 2751770"/>
              <a:gd name="connsiteX30-61" fmla="*/ 318417 w 3738080"/>
              <a:gd name="connsiteY30-62" fmla="*/ 884635 h 2751770"/>
              <a:gd name="connsiteX31-63" fmla="*/ 19267 w 3738080"/>
              <a:gd name="connsiteY31-64" fmla="*/ 846272 h 2751770"/>
              <a:gd name="connsiteX32-65" fmla="*/ 275 w 3738080"/>
              <a:gd name="connsiteY32-66" fmla="*/ 760137 h 2751770"/>
              <a:gd name="connsiteX33-67" fmla="*/ 173484 w 3738080"/>
              <a:gd name="connsiteY33-68" fmla="*/ 547180 h 2751770"/>
              <a:gd name="connsiteX34-69" fmla="*/ 1764313 w 3738080"/>
              <a:gd name="connsiteY34-70" fmla="*/ 591 h 2751770"/>
              <a:gd name="connsiteX0-71" fmla="*/ 1869041 w 3738080"/>
              <a:gd name="connsiteY0-72" fmla="*/ 1997576 h 2751770"/>
              <a:gd name="connsiteX1-73" fmla="*/ 2246138 w 3738080"/>
              <a:gd name="connsiteY1-74" fmla="*/ 2374673 h 2751770"/>
              <a:gd name="connsiteX2-75" fmla="*/ 1869041 w 3738080"/>
              <a:gd name="connsiteY2-76" fmla="*/ 2751770 h 2751770"/>
              <a:gd name="connsiteX3-77" fmla="*/ 1491944 w 3738080"/>
              <a:gd name="connsiteY3-78" fmla="*/ 2374673 h 2751770"/>
              <a:gd name="connsiteX4-79" fmla="*/ 1869041 w 3738080"/>
              <a:gd name="connsiteY4-80" fmla="*/ 1997576 h 2751770"/>
              <a:gd name="connsiteX5-81" fmla="*/ 1858846 w 3738080"/>
              <a:gd name="connsiteY5-82" fmla="*/ 1306247 h 2751770"/>
              <a:gd name="connsiteX6-83" fmla="*/ 2645621 w 3738080"/>
              <a:gd name="connsiteY6-84" fmla="*/ 1504218 h 2751770"/>
              <a:gd name="connsiteX7-85" fmla="*/ 2795575 w 3738080"/>
              <a:gd name="connsiteY7-86" fmla="*/ 1757331 h 2751770"/>
              <a:gd name="connsiteX8-87" fmla="*/ 2539052 w 3738080"/>
              <a:gd name="connsiteY8-88" fmla="*/ 1841672 h 2751770"/>
              <a:gd name="connsiteX9-89" fmla="*/ 1353947 w 3738080"/>
              <a:gd name="connsiteY9-90" fmla="*/ 1778974 h 2751770"/>
              <a:gd name="connsiteX10-91" fmla="*/ 982333 w 3738080"/>
              <a:gd name="connsiteY10-92" fmla="*/ 1780833 h 2751770"/>
              <a:gd name="connsiteX11-93" fmla="*/ 966756 w 3738080"/>
              <a:gd name="connsiteY11-94" fmla="*/ 1667407 h 2751770"/>
              <a:gd name="connsiteX12-95" fmla="*/ 1217540 w 3738080"/>
              <a:gd name="connsiteY12-96" fmla="*/ 1445700 h 2751770"/>
              <a:gd name="connsiteX13-97" fmla="*/ 1858846 w 3738080"/>
              <a:gd name="connsiteY13-98" fmla="*/ 1306247 h 2751770"/>
              <a:gd name="connsiteX14-99" fmla="*/ 1828129 w 3738080"/>
              <a:gd name="connsiteY14-100" fmla="*/ 650059 h 2751770"/>
              <a:gd name="connsiteX15-101" fmla="*/ 3108200 w 3738080"/>
              <a:gd name="connsiteY15-102" fmla="*/ 1008980 h 2751770"/>
              <a:gd name="connsiteX16-103" fmla="*/ 3258155 w 3738080"/>
              <a:gd name="connsiteY16-104" fmla="*/ 1319033 h 2751770"/>
              <a:gd name="connsiteX17-105" fmla="*/ 2937692 w 3738080"/>
              <a:gd name="connsiteY17-106" fmla="*/ 1304637 h 2751770"/>
              <a:gd name="connsiteX18-107" fmla="*/ 763561 w 3738080"/>
              <a:gd name="connsiteY18-108" fmla="*/ 1325535 h 2751770"/>
              <a:gd name="connsiteX19-109" fmla="*/ 464412 w 3738080"/>
              <a:gd name="connsiteY19-110" fmla="*/ 1278813 h 2751770"/>
              <a:gd name="connsiteX20-111" fmla="*/ 450482 w 3738080"/>
              <a:gd name="connsiteY20-112" fmla="*/ 1202928 h 2751770"/>
              <a:gd name="connsiteX21-113" fmla="*/ 622892 w 3738080"/>
              <a:gd name="connsiteY21-114" fmla="*/ 1008979 h 2751770"/>
              <a:gd name="connsiteX22-115" fmla="*/ 1828129 w 3738080"/>
              <a:gd name="connsiteY22-116" fmla="*/ 650059 h 2751770"/>
              <a:gd name="connsiteX23-117" fmla="*/ 1764313 w 3738080"/>
              <a:gd name="connsiteY23-118" fmla="*/ 591 h 2751770"/>
              <a:gd name="connsiteX24-119" fmla="*/ 3559697 w 3738080"/>
              <a:gd name="connsiteY24-120" fmla="*/ 547180 h 2751770"/>
              <a:gd name="connsiteX25-121" fmla="*/ 3709650 w 3738080"/>
              <a:gd name="connsiteY25-122" fmla="*/ 882310 h 2751770"/>
              <a:gd name="connsiteX26-123" fmla="*/ 3367875 w 3738080"/>
              <a:gd name="connsiteY26-124" fmla="*/ 834477 h 2751770"/>
              <a:gd name="connsiteX27-125" fmla="*/ 318417 w 3738080"/>
              <a:gd name="connsiteY27-126" fmla="*/ 884635 h 2751770"/>
              <a:gd name="connsiteX28-127" fmla="*/ 19267 w 3738080"/>
              <a:gd name="connsiteY28-128" fmla="*/ 846272 h 2751770"/>
              <a:gd name="connsiteX29-129" fmla="*/ 275 w 3738080"/>
              <a:gd name="connsiteY29-130" fmla="*/ 760137 h 2751770"/>
              <a:gd name="connsiteX30-131" fmla="*/ 173484 w 3738080"/>
              <a:gd name="connsiteY30-132" fmla="*/ 547180 h 2751770"/>
              <a:gd name="connsiteX31-133" fmla="*/ 1764313 w 3738080"/>
              <a:gd name="connsiteY31-134" fmla="*/ 591 h 27517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</a:cxnLst>
            <a:rect l="l" t="t" r="r" b="b"/>
            <a:pathLst>
              <a:path w="3738080" h="2751770">
                <a:moveTo>
                  <a:pt x="1869041" y="1997576"/>
                </a:moveTo>
                <a:cubicBezTo>
                  <a:pt x="2077306" y="1997576"/>
                  <a:pt x="2246138" y="2166408"/>
                  <a:pt x="2246138" y="2374673"/>
                </a:cubicBezTo>
                <a:cubicBezTo>
                  <a:pt x="2246138" y="2582938"/>
                  <a:pt x="2077306" y="2751770"/>
                  <a:pt x="1869041" y="2751770"/>
                </a:cubicBezTo>
                <a:cubicBezTo>
                  <a:pt x="1660776" y="2751770"/>
                  <a:pt x="1491944" y="2582938"/>
                  <a:pt x="1491944" y="2374673"/>
                </a:cubicBezTo>
                <a:cubicBezTo>
                  <a:pt x="1491944" y="2166408"/>
                  <a:pt x="1660776" y="1997576"/>
                  <a:pt x="1869041" y="1997576"/>
                </a:cubicBezTo>
                <a:close/>
                <a:moveTo>
                  <a:pt x="1858846" y="1306247"/>
                </a:moveTo>
                <a:cubicBezTo>
                  <a:pt x="2165924" y="1301758"/>
                  <a:pt x="2404940" y="1399722"/>
                  <a:pt x="2645621" y="1504218"/>
                </a:cubicBezTo>
                <a:cubicBezTo>
                  <a:pt x="2813424" y="1597955"/>
                  <a:pt x="2823993" y="1678797"/>
                  <a:pt x="2795575" y="1757331"/>
                </a:cubicBezTo>
                <a:cubicBezTo>
                  <a:pt x="2761471" y="1842158"/>
                  <a:pt x="2685239" y="1908552"/>
                  <a:pt x="2539052" y="1841672"/>
                </a:cubicBezTo>
                <a:cubicBezTo>
                  <a:pt x="2347207" y="1684231"/>
                  <a:pt x="1733351" y="1556050"/>
                  <a:pt x="1353947" y="1778974"/>
                </a:cubicBezTo>
                <a:cubicBezTo>
                  <a:pt x="1250080" y="1855218"/>
                  <a:pt x="1037749" y="1915097"/>
                  <a:pt x="982333" y="1780833"/>
                </a:cubicBezTo>
                <a:cubicBezTo>
                  <a:pt x="968480" y="1736637"/>
                  <a:pt x="963386" y="1699601"/>
                  <a:pt x="966756" y="1667407"/>
                </a:cubicBezTo>
                <a:cubicBezTo>
                  <a:pt x="976866" y="1570822"/>
                  <a:pt x="1063141" y="1517802"/>
                  <a:pt x="1217540" y="1445700"/>
                </a:cubicBezTo>
                <a:cubicBezTo>
                  <a:pt x="1465851" y="1348519"/>
                  <a:pt x="1674601" y="1308942"/>
                  <a:pt x="1858846" y="1306247"/>
                </a:cubicBezTo>
                <a:close/>
                <a:moveTo>
                  <a:pt x="1828129" y="650059"/>
                </a:moveTo>
                <a:cubicBezTo>
                  <a:pt x="2445754" y="646836"/>
                  <a:pt x="2937662" y="894034"/>
                  <a:pt x="3108200" y="1008980"/>
                </a:cubicBezTo>
                <a:cubicBezTo>
                  <a:pt x="3228810" y="1075858"/>
                  <a:pt x="3343409" y="1171509"/>
                  <a:pt x="3258155" y="1319033"/>
                </a:cubicBezTo>
                <a:cubicBezTo>
                  <a:pt x="3134282" y="1435449"/>
                  <a:pt x="3057301" y="1393031"/>
                  <a:pt x="2937692" y="1304637"/>
                </a:cubicBezTo>
                <a:cubicBezTo>
                  <a:pt x="2647778" y="1191783"/>
                  <a:pt x="2008321" y="619142"/>
                  <a:pt x="763561" y="1325535"/>
                </a:cubicBezTo>
                <a:cubicBezTo>
                  <a:pt x="621636" y="1425852"/>
                  <a:pt x="511304" y="1376178"/>
                  <a:pt x="464412" y="1278813"/>
                </a:cubicBezTo>
                <a:cubicBezTo>
                  <a:pt x="452398" y="1252494"/>
                  <a:pt x="448110" y="1227223"/>
                  <a:pt x="450482" y="1202928"/>
                </a:cubicBezTo>
                <a:cubicBezTo>
                  <a:pt x="457599" y="1130049"/>
                  <a:pt x="524660" y="1065987"/>
                  <a:pt x="622892" y="1008979"/>
                </a:cubicBezTo>
                <a:cubicBezTo>
                  <a:pt x="1041721" y="744082"/>
                  <a:pt x="1457554" y="651995"/>
                  <a:pt x="1828129" y="650059"/>
                </a:cubicBezTo>
                <a:close/>
                <a:moveTo>
                  <a:pt x="1764313" y="591"/>
                </a:moveTo>
                <a:cubicBezTo>
                  <a:pt x="2430887" y="-13278"/>
                  <a:pt x="3056659" y="218017"/>
                  <a:pt x="3559697" y="547180"/>
                </a:cubicBezTo>
                <a:cubicBezTo>
                  <a:pt x="3671781" y="597338"/>
                  <a:pt x="3794905" y="759863"/>
                  <a:pt x="3709650" y="882310"/>
                </a:cubicBezTo>
                <a:cubicBezTo>
                  <a:pt x="3594303" y="984791"/>
                  <a:pt x="3449118" y="907547"/>
                  <a:pt x="3367875" y="834477"/>
                </a:cubicBezTo>
                <a:cubicBezTo>
                  <a:pt x="3193985" y="725799"/>
                  <a:pt x="1920315" y="-235561"/>
                  <a:pt x="318417" y="884635"/>
                </a:cubicBezTo>
                <a:cubicBezTo>
                  <a:pt x="189280" y="993311"/>
                  <a:pt x="70419" y="922739"/>
                  <a:pt x="19267" y="846272"/>
                </a:cubicBezTo>
                <a:cubicBezTo>
                  <a:pt x="4410" y="817516"/>
                  <a:pt x="-1388" y="788500"/>
                  <a:pt x="275" y="760137"/>
                </a:cubicBezTo>
                <a:cubicBezTo>
                  <a:pt x="5260" y="675044"/>
                  <a:pt x="77384" y="595829"/>
                  <a:pt x="173484" y="547180"/>
                </a:cubicBezTo>
                <a:cubicBezTo>
                  <a:pt x="702741" y="170471"/>
                  <a:pt x="1245868" y="11376"/>
                  <a:pt x="1764313" y="59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90"/>
          </a:p>
        </p:txBody>
      </p:sp>
      <p:pic>
        <p:nvPicPr>
          <p:cNvPr id="43" name="Picture 42" descr="Mekanik - Copy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77285" y="2418080"/>
            <a:ext cx="2538730" cy="25387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8" name="Connector: Elbow 157"/>
          <p:cNvCxnSpPr/>
          <p:nvPr/>
        </p:nvCxnSpPr>
        <p:spPr>
          <a:xfrm>
            <a:off x="5697914" y="1115356"/>
            <a:ext cx="2320872" cy="907256"/>
          </a:xfrm>
          <a:prstGeom prst="bentConnector3">
            <a:avLst>
              <a:gd name="adj1" fmla="val 100117"/>
            </a:avLst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0" name="Group 149"/>
          <p:cNvGrpSpPr/>
          <p:nvPr/>
        </p:nvGrpSpPr>
        <p:grpSpPr>
          <a:xfrm>
            <a:off x="867925" y="2342499"/>
            <a:ext cx="1960238" cy="1580406"/>
            <a:chOff x="660477" y="2504985"/>
            <a:chExt cx="3339819" cy="2692669"/>
          </a:xfrm>
        </p:grpSpPr>
        <p:grpSp>
          <p:nvGrpSpPr>
            <p:cNvPr id="118" name="Group 117"/>
            <p:cNvGrpSpPr/>
            <p:nvPr/>
          </p:nvGrpSpPr>
          <p:grpSpPr>
            <a:xfrm>
              <a:off x="660477" y="3350426"/>
              <a:ext cx="3327919" cy="1828467"/>
              <a:chOff x="-548507" y="477868"/>
              <a:chExt cx="11570449" cy="6357177"/>
            </a:xfrm>
          </p:grpSpPr>
          <p:sp>
            <p:nvSpPr>
              <p:cNvPr id="119" name="Freeform: Shape 118"/>
              <p:cNvSpPr/>
              <p:nvPr/>
            </p:nvSpPr>
            <p:spPr>
              <a:xfrm>
                <a:off x="-482765" y="6440599"/>
                <a:ext cx="11438966" cy="394446"/>
              </a:xfrm>
              <a:custGeom>
                <a:avLst/>
                <a:gdLst>
                  <a:gd name="connsiteX0" fmla="*/ 1605439 w 1657350"/>
                  <a:gd name="connsiteY0" fmla="*/ 54769 h 57150"/>
                  <a:gd name="connsiteX1" fmla="*/ 1652111 w 1657350"/>
                  <a:gd name="connsiteY1" fmla="*/ 22384 h 57150"/>
                  <a:gd name="connsiteX2" fmla="*/ 1652111 w 1657350"/>
                  <a:gd name="connsiteY2" fmla="*/ 22384 h 57150"/>
                  <a:gd name="connsiteX3" fmla="*/ 1636871 w 1657350"/>
                  <a:gd name="connsiteY3" fmla="*/ 7144 h 57150"/>
                  <a:gd name="connsiteX4" fmla="*/ 44291 w 1657350"/>
                  <a:gd name="connsiteY4" fmla="*/ 12859 h 57150"/>
                  <a:gd name="connsiteX5" fmla="*/ 23336 w 1657350"/>
                  <a:gd name="connsiteY5" fmla="*/ 12859 h 57150"/>
                  <a:gd name="connsiteX6" fmla="*/ 7144 w 1657350"/>
                  <a:gd name="connsiteY6" fmla="*/ 26194 h 57150"/>
                  <a:gd name="connsiteX7" fmla="*/ 7144 w 1657350"/>
                  <a:gd name="connsiteY7" fmla="*/ 26194 h 57150"/>
                  <a:gd name="connsiteX8" fmla="*/ 50959 w 1657350"/>
                  <a:gd name="connsiteY8" fmla="*/ 53816 h 57150"/>
                  <a:gd name="connsiteX9" fmla="*/ 51911 w 1657350"/>
                  <a:gd name="connsiteY9" fmla="*/ 54769 h 57150"/>
                  <a:gd name="connsiteX10" fmla="*/ 51911 w 1657350"/>
                  <a:gd name="connsiteY10" fmla="*/ 54769 h 57150"/>
                  <a:gd name="connsiteX11" fmla="*/ 56674 w 1657350"/>
                  <a:gd name="connsiteY11" fmla="*/ 54769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657350" h="57150">
                    <a:moveTo>
                      <a:pt x="1605439" y="54769"/>
                    </a:moveTo>
                    <a:cubicBezTo>
                      <a:pt x="1605439" y="54769"/>
                      <a:pt x="1638776" y="50959"/>
                      <a:pt x="1652111" y="22384"/>
                    </a:cubicBezTo>
                    <a:lnTo>
                      <a:pt x="1652111" y="22384"/>
                    </a:lnTo>
                    <a:cubicBezTo>
                      <a:pt x="1652111" y="13811"/>
                      <a:pt x="1645444" y="7144"/>
                      <a:pt x="1636871" y="7144"/>
                    </a:cubicBezTo>
                    <a:lnTo>
                      <a:pt x="44291" y="12859"/>
                    </a:lnTo>
                    <a:lnTo>
                      <a:pt x="23336" y="12859"/>
                    </a:lnTo>
                    <a:cubicBezTo>
                      <a:pt x="14764" y="12859"/>
                      <a:pt x="7144" y="18574"/>
                      <a:pt x="7144" y="26194"/>
                    </a:cubicBezTo>
                    <a:lnTo>
                      <a:pt x="7144" y="26194"/>
                    </a:lnTo>
                    <a:cubicBezTo>
                      <a:pt x="17621" y="45244"/>
                      <a:pt x="40481" y="51911"/>
                      <a:pt x="50959" y="53816"/>
                    </a:cubicBezTo>
                    <a:lnTo>
                      <a:pt x="51911" y="54769"/>
                    </a:lnTo>
                    <a:cubicBezTo>
                      <a:pt x="51911" y="54769"/>
                      <a:pt x="51911" y="54769"/>
                      <a:pt x="51911" y="54769"/>
                    </a:cubicBezTo>
                    <a:lnTo>
                      <a:pt x="56674" y="54769"/>
                    </a:lnTo>
                  </a:path>
                </a:pathLst>
              </a:custGeom>
              <a:solidFill>
                <a:srgbClr val="5F67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20" name="Freeform: Shape 119"/>
              <p:cNvSpPr/>
              <p:nvPr/>
            </p:nvSpPr>
            <p:spPr>
              <a:xfrm>
                <a:off x="700575" y="477868"/>
                <a:ext cx="9072285" cy="5916709"/>
              </a:xfrm>
              <a:custGeom>
                <a:avLst/>
                <a:gdLst>
                  <a:gd name="connsiteX0" fmla="*/ 1311116 w 1314450"/>
                  <a:gd name="connsiteY0" fmla="*/ 813911 h 857250"/>
                  <a:gd name="connsiteX1" fmla="*/ 1281589 w 1314450"/>
                  <a:gd name="connsiteY1" fmla="*/ 852964 h 857250"/>
                  <a:gd name="connsiteX2" fmla="*/ 36671 w 1314450"/>
                  <a:gd name="connsiteY2" fmla="*/ 852964 h 857250"/>
                  <a:gd name="connsiteX3" fmla="*/ 7144 w 1314450"/>
                  <a:gd name="connsiteY3" fmla="*/ 813911 h 857250"/>
                  <a:gd name="connsiteX4" fmla="*/ 7144 w 1314450"/>
                  <a:gd name="connsiteY4" fmla="*/ 46196 h 857250"/>
                  <a:gd name="connsiteX5" fmla="*/ 36671 w 1314450"/>
                  <a:gd name="connsiteY5" fmla="*/ 7144 h 857250"/>
                  <a:gd name="connsiteX6" fmla="*/ 1281589 w 1314450"/>
                  <a:gd name="connsiteY6" fmla="*/ 7144 h 857250"/>
                  <a:gd name="connsiteX7" fmla="*/ 1311116 w 1314450"/>
                  <a:gd name="connsiteY7" fmla="*/ 46196 h 857250"/>
                  <a:gd name="connsiteX8" fmla="*/ 1311116 w 1314450"/>
                  <a:gd name="connsiteY8" fmla="*/ 813911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14450" h="857250">
                    <a:moveTo>
                      <a:pt x="1311116" y="813911"/>
                    </a:moveTo>
                    <a:cubicBezTo>
                      <a:pt x="1311116" y="834866"/>
                      <a:pt x="1297781" y="852964"/>
                      <a:pt x="1281589" y="852964"/>
                    </a:cubicBezTo>
                    <a:lnTo>
                      <a:pt x="36671" y="852964"/>
                    </a:lnTo>
                    <a:cubicBezTo>
                      <a:pt x="20479" y="852964"/>
                      <a:pt x="7144" y="835819"/>
                      <a:pt x="7144" y="813911"/>
                    </a:cubicBezTo>
                    <a:lnTo>
                      <a:pt x="7144" y="46196"/>
                    </a:lnTo>
                    <a:cubicBezTo>
                      <a:pt x="7144" y="25241"/>
                      <a:pt x="20479" y="7144"/>
                      <a:pt x="36671" y="7144"/>
                    </a:cubicBezTo>
                    <a:lnTo>
                      <a:pt x="1281589" y="7144"/>
                    </a:lnTo>
                    <a:cubicBezTo>
                      <a:pt x="1297781" y="7144"/>
                      <a:pt x="1311116" y="24289"/>
                      <a:pt x="1311116" y="46196"/>
                    </a:cubicBezTo>
                    <a:lnTo>
                      <a:pt x="1311116" y="81391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21" name="Freeform: Shape 120"/>
              <p:cNvSpPr/>
              <p:nvPr/>
            </p:nvSpPr>
            <p:spPr>
              <a:xfrm>
                <a:off x="1088451" y="839448"/>
                <a:ext cx="8283390" cy="5062073"/>
              </a:xfrm>
              <a:custGeom>
                <a:avLst/>
                <a:gdLst>
                  <a:gd name="connsiteX0" fmla="*/ 7144 w 1200150"/>
                  <a:gd name="connsiteY0" fmla="*/ 7144 h 733425"/>
                  <a:gd name="connsiteX1" fmla="*/ 1196816 w 1200150"/>
                  <a:gd name="connsiteY1" fmla="*/ 7144 h 733425"/>
                  <a:gd name="connsiteX2" fmla="*/ 1196816 w 1200150"/>
                  <a:gd name="connsiteY2" fmla="*/ 730091 h 733425"/>
                  <a:gd name="connsiteX3" fmla="*/ 7144 w 1200150"/>
                  <a:gd name="connsiteY3" fmla="*/ 730091 h 7334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00150" h="733425">
                    <a:moveTo>
                      <a:pt x="7144" y="7144"/>
                    </a:moveTo>
                    <a:lnTo>
                      <a:pt x="1196816" y="7144"/>
                    </a:lnTo>
                    <a:lnTo>
                      <a:pt x="1196816" y="730091"/>
                    </a:lnTo>
                    <a:lnTo>
                      <a:pt x="7144" y="730091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22" name="Freeform: Shape 121"/>
              <p:cNvSpPr/>
              <p:nvPr/>
            </p:nvSpPr>
            <p:spPr>
              <a:xfrm>
                <a:off x="-548507" y="6164484"/>
                <a:ext cx="11570449" cy="460187"/>
              </a:xfrm>
              <a:custGeom>
                <a:avLst/>
                <a:gdLst>
                  <a:gd name="connsiteX0" fmla="*/ 50006 w 1676400"/>
                  <a:gd name="connsiteY0" fmla="*/ 7144 h 66675"/>
                  <a:gd name="connsiteX1" fmla="*/ 1630204 w 1676400"/>
                  <a:gd name="connsiteY1" fmla="*/ 7144 h 66675"/>
                  <a:gd name="connsiteX2" fmla="*/ 1672114 w 1676400"/>
                  <a:gd name="connsiteY2" fmla="*/ 49054 h 66675"/>
                  <a:gd name="connsiteX3" fmla="*/ 1672114 w 1676400"/>
                  <a:gd name="connsiteY3" fmla="*/ 57626 h 66675"/>
                  <a:gd name="connsiteX4" fmla="*/ 1656874 w 1676400"/>
                  <a:gd name="connsiteY4" fmla="*/ 62389 h 66675"/>
                  <a:gd name="connsiteX5" fmla="*/ 1654016 w 1676400"/>
                  <a:gd name="connsiteY5" fmla="*/ 62389 h 66675"/>
                  <a:gd name="connsiteX6" fmla="*/ 29051 w 1676400"/>
                  <a:gd name="connsiteY6" fmla="*/ 62389 h 66675"/>
                  <a:gd name="connsiteX7" fmla="*/ 21431 w 1676400"/>
                  <a:gd name="connsiteY7" fmla="*/ 63341 h 66675"/>
                  <a:gd name="connsiteX8" fmla="*/ 7144 w 1676400"/>
                  <a:gd name="connsiteY8" fmla="*/ 55721 h 66675"/>
                  <a:gd name="connsiteX9" fmla="*/ 7144 w 1676400"/>
                  <a:gd name="connsiteY9" fmla="*/ 48101 h 66675"/>
                  <a:gd name="connsiteX10" fmla="*/ 50006 w 1676400"/>
                  <a:gd name="connsiteY10" fmla="*/ 714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76400" h="66675">
                    <a:moveTo>
                      <a:pt x="50006" y="7144"/>
                    </a:moveTo>
                    <a:lnTo>
                      <a:pt x="1630204" y="7144"/>
                    </a:lnTo>
                    <a:cubicBezTo>
                      <a:pt x="1653064" y="7144"/>
                      <a:pt x="1672114" y="26194"/>
                      <a:pt x="1672114" y="49054"/>
                    </a:cubicBezTo>
                    <a:lnTo>
                      <a:pt x="1672114" y="57626"/>
                    </a:lnTo>
                    <a:cubicBezTo>
                      <a:pt x="1672114" y="57626"/>
                      <a:pt x="1674019" y="64294"/>
                      <a:pt x="1656874" y="62389"/>
                    </a:cubicBezTo>
                    <a:cubicBezTo>
                      <a:pt x="1655921" y="62389"/>
                      <a:pt x="1654969" y="62389"/>
                      <a:pt x="1654016" y="62389"/>
                    </a:cubicBezTo>
                    <a:lnTo>
                      <a:pt x="29051" y="62389"/>
                    </a:lnTo>
                    <a:cubicBezTo>
                      <a:pt x="26194" y="62389"/>
                      <a:pt x="24289" y="62389"/>
                      <a:pt x="21431" y="63341"/>
                    </a:cubicBezTo>
                    <a:cubicBezTo>
                      <a:pt x="16669" y="64294"/>
                      <a:pt x="8096" y="64294"/>
                      <a:pt x="7144" y="55721"/>
                    </a:cubicBezTo>
                    <a:lnTo>
                      <a:pt x="7144" y="48101"/>
                    </a:lnTo>
                    <a:cubicBezTo>
                      <a:pt x="8096" y="25241"/>
                      <a:pt x="26194" y="7144"/>
                      <a:pt x="50006" y="7144"/>
                    </a:cubicBezTo>
                    <a:close/>
                  </a:path>
                </a:pathLst>
              </a:custGeom>
              <a:solidFill>
                <a:srgbClr val="CCCCCC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 dirty="0"/>
              </a:p>
            </p:txBody>
          </p:sp>
          <p:sp>
            <p:nvSpPr>
              <p:cNvPr id="123" name="Freeform: Shape 122"/>
              <p:cNvSpPr/>
              <p:nvPr/>
            </p:nvSpPr>
            <p:spPr>
              <a:xfrm>
                <a:off x="4438629" y="6215033"/>
                <a:ext cx="1618413" cy="184076"/>
              </a:xfrm>
              <a:custGeom>
                <a:avLst/>
                <a:gdLst>
                  <a:gd name="connsiteX0" fmla="*/ 1478513 w 1618413"/>
                  <a:gd name="connsiteY0" fmla="*/ 177499 h 184076"/>
                  <a:gd name="connsiteX1" fmla="*/ 1485084 w 1618413"/>
                  <a:gd name="connsiteY1" fmla="*/ 177499 h 184076"/>
                  <a:gd name="connsiteX2" fmla="*/ 1502686 w 1618413"/>
                  <a:gd name="connsiteY2" fmla="*/ 178122 h 184076"/>
                  <a:gd name="connsiteX3" fmla="*/ 1499879 w 1618413"/>
                  <a:gd name="connsiteY3" fmla="*/ 178526 h 184076"/>
                  <a:gd name="connsiteX4" fmla="*/ 1478513 w 1618413"/>
                  <a:gd name="connsiteY4" fmla="*/ 177499 h 184076"/>
                  <a:gd name="connsiteX5" fmla="*/ 84799 w 1618413"/>
                  <a:gd name="connsiteY5" fmla="*/ 170928 h 184076"/>
                  <a:gd name="connsiteX6" fmla="*/ 117666 w 1618413"/>
                  <a:gd name="connsiteY6" fmla="*/ 177499 h 184076"/>
                  <a:gd name="connsiteX7" fmla="*/ 104518 w 1618413"/>
                  <a:gd name="connsiteY7" fmla="*/ 177499 h 184076"/>
                  <a:gd name="connsiteX8" fmla="*/ 84799 w 1618413"/>
                  <a:gd name="connsiteY8" fmla="*/ 170928 h 184076"/>
                  <a:gd name="connsiteX9" fmla="*/ 1603418 w 1618413"/>
                  <a:gd name="connsiteY9" fmla="*/ 0 h 184076"/>
                  <a:gd name="connsiteX10" fmla="*/ 1616567 w 1618413"/>
                  <a:gd name="connsiteY10" fmla="*/ 0 h 184076"/>
                  <a:gd name="connsiteX11" fmla="*/ 1511177 w 1618413"/>
                  <a:gd name="connsiteY11" fmla="*/ 178423 h 184076"/>
                  <a:gd name="connsiteX12" fmla="*/ 1502686 w 1618413"/>
                  <a:gd name="connsiteY12" fmla="*/ 178122 h 184076"/>
                  <a:gd name="connsiteX13" fmla="*/ 1521501 w 1618413"/>
                  <a:gd name="connsiteY13" fmla="*/ 175419 h 184076"/>
                  <a:gd name="connsiteX14" fmla="*/ 1603418 w 1618413"/>
                  <a:gd name="connsiteY14" fmla="*/ 6571 h 184076"/>
                  <a:gd name="connsiteX15" fmla="*/ 5911 w 1618413"/>
                  <a:gd name="connsiteY15" fmla="*/ 0 h 184076"/>
                  <a:gd name="connsiteX16" fmla="*/ 19060 w 1618413"/>
                  <a:gd name="connsiteY16" fmla="*/ 6571 h 184076"/>
                  <a:gd name="connsiteX17" fmla="*/ 91379 w 1618413"/>
                  <a:gd name="connsiteY17" fmla="*/ 184076 h 184076"/>
                  <a:gd name="connsiteX18" fmla="*/ 5911 w 1618413"/>
                  <a:gd name="connsiteY18" fmla="*/ 0 h 184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618413" h="184076">
                    <a:moveTo>
                      <a:pt x="1478513" y="177499"/>
                    </a:moveTo>
                    <a:lnTo>
                      <a:pt x="1485084" y="177499"/>
                    </a:lnTo>
                    <a:lnTo>
                      <a:pt x="1502686" y="178122"/>
                    </a:lnTo>
                    <a:lnTo>
                      <a:pt x="1499879" y="178526"/>
                    </a:lnTo>
                    <a:cubicBezTo>
                      <a:pt x="1487142" y="179142"/>
                      <a:pt x="1478513" y="177499"/>
                      <a:pt x="1478513" y="177499"/>
                    </a:cubicBezTo>
                    <a:close/>
                    <a:moveTo>
                      <a:pt x="84799" y="170928"/>
                    </a:moveTo>
                    <a:cubicBezTo>
                      <a:pt x="97947" y="177499"/>
                      <a:pt x="104518" y="177499"/>
                      <a:pt x="117666" y="177499"/>
                    </a:cubicBezTo>
                    <a:lnTo>
                      <a:pt x="104518" y="177499"/>
                    </a:lnTo>
                    <a:cubicBezTo>
                      <a:pt x="97947" y="177499"/>
                      <a:pt x="91370" y="177499"/>
                      <a:pt x="84799" y="170928"/>
                    </a:cubicBezTo>
                    <a:close/>
                    <a:moveTo>
                      <a:pt x="1603418" y="0"/>
                    </a:moveTo>
                    <a:lnTo>
                      <a:pt x="1616567" y="0"/>
                    </a:lnTo>
                    <a:cubicBezTo>
                      <a:pt x="1631361" y="152847"/>
                      <a:pt x="1553705" y="176266"/>
                      <a:pt x="1511177" y="178423"/>
                    </a:cubicBezTo>
                    <a:lnTo>
                      <a:pt x="1502686" y="178122"/>
                    </a:lnTo>
                    <a:lnTo>
                      <a:pt x="1521501" y="175419"/>
                    </a:lnTo>
                    <a:cubicBezTo>
                      <a:pt x="1560791" y="165788"/>
                      <a:pt x="1611636" y="129836"/>
                      <a:pt x="1603418" y="6571"/>
                    </a:cubicBezTo>
                    <a:close/>
                    <a:moveTo>
                      <a:pt x="5911" y="0"/>
                    </a:moveTo>
                    <a:lnTo>
                      <a:pt x="19060" y="6571"/>
                    </a:lnTo>
                    <a:cubicBezTo>
                      <a:pt x="19060" y="6571"/>
                      <a:pt x="-20385" y="144631"/>
                      <a:pt x="91379" y="184076"/>
                    </a:cubicBezTo>
                    <a:cubicBezTo>
                      <a:pt x="-33534" y="151202"/>
                      <a:pt x="5911" y="0"/>
                      <a:pt x="5911" y="0"/>
                    </a:cubicBezTo>
                    <a:close/>
                  </a:path>
                </a:pathLst>
              </a:custGeom>
              <a:solidFill>
                <a:srgbClr val="4D4D4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grpSp>
            <p:nvGrpSpPr>
              <p:cNvPr id="124" name="Group 123"/>
              <p:cNvGrpSpPr/>
              <p:nvPr/>
            </p:nvGrpSpPr>
            <p:grpSpPr>
              <a:xfrm>
                <a:off x="1606" y="6382978"/>
                <a:ext cx="413937" cy="115242"/>
                <a:chOff x="5955" y="6353672"/>
                <a:chExt cx="413937" cy="115242"/>
              </a:xfrm>
            </p:grpSpPr>
            <p:sp>
              <p:nvSpPr>
                <p:cNvPr id="129" name="Rectangle: Rounded Corners 128"/>
                <p:cNvSpPr/>
                <p:nvPr/>
              </p:nvSpPr>
              <p:spPr>
                <a:xfrm>
                  <a:off x="5955" y="6353672"/>
                  <a:ext cx="413937" cy="115242"/>
                </a:xfrm>
                <a:prstGeom prst="roundRect">
                  <a:avLst>
                    <a:gd name="adj" fmla="val 28154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90"/>
                </a:p>
              </p:txBody>
            </p:sp>
            <p:sp>
              <p:nvSpPr>
                <p:cNvPr id="130" name="Rectangle: Rounded Corners 129"/>
                <p:cNvSpPr/>
                <p:nvPr/>
              </p:nvSpPr>
              <p:spPr>
                <a:xfrm>
                  <a:off x="99417" y="6382279"/>
                  <a:ext cx="227012" cy="55272"/>
                </a:xfrm>
                <a:prstGeom prst="roundRect">
                  <a:avLst>
                    <a:gd name="adj" fmla="val 28154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90"/>
                </a:p>
              </p:txBody>
            </p:sp>
          </p:grpSp>
          <p:grpSp>
            <p:nvGrpSpPr>
              <p:cNvPr id="125" name="Group 124"/>
              <p:cNvGrpSpPr/>
              <p:nvPr/>
            </p:nvGrpSpPr>
            <p:grpSpPr>
              <a:xfrm>
                <a:off x="9855291" y="6381600"/>
                <a:ext cx="885989" cy="115242"/>
                <a:chOff x="5955" y="6353672"/>
                <a:chExt cx="413937" cy="115242"/>
              </a:xfrm>
            </p:grpSpPr>
            <p:sp>
              <p:nvSpPr>
                <p:cNvPr id="127" name="Rectangle: Rounded Corners 126"/>
                <p:cNvSpPr/>
                <p:nvPr/>
              </p:nvSpPr>
              <p:spPr>
                <a:xfrm>
                  <a:off x="5955" y="6353672"/>
                  <a:ext cx="413937" cy="115242"/>
                </a:xfrm>
                <a:prstGeom prst="roundRect">
                  <a:avLst>
                    <a:gd name="adj" fmla="val 28154"/>
                  </a:avLst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90"/>
                </a:p>
              </p:txBody>
            </p:sp>
            <p:sp>
              <p:nvSpPr>
                <p:cNvPr id="128" name="Rectangle: Rounded Corners 127"/>
                <p:cNvSpPr/>
                <p:nvPr/>
              </p:nvSpPr>
              <p:spPr>
                <a:xfrm>
                  <a:off x="84761" y="6382279"/>
                  <a:ext cx="256326" cy="55272"/>
                </a:xfrm>
                <a:prstGeom prst="roundRect">
                  <a:avLst>
                    <a:gd name="adj" fmla="val 28154"/>
                  </a:avLst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90" dirty="0"/>
                </a:p>
              </p:txBody>
            </p:sp>
          </p:grpSp>
          <p:sp>
            <p:nvSpPr>
              <p:cNvPr id="126" name="Freeform: Shape 125"/>
              <p:cNvSpPr/>
              <p:nvPr/>
            </p:nvSpPr>
            <p:spPr>
              <a:xfrm>
                <a:off x="3892805" y="496953"/>
                <a:ext cx="5479036" cy="5431217"/>
              </a:xfrm>
              <a:custGeom>
                <a:avLst/>
                <a:gdLst>
                  <a:gd name="connsiteX0" fmla="*/ 2567127 w 4009217"/>
                  <a:gd name="connsiteY0" fmla="*/ 30683 h 4295590"/>
                  <a:gd name="connsiteX1" fmla="*/ 3798529 w 4009217"/>
                  <a:gd name="connsiteY1" fmla="*/ 30683 h 4295590"/>
                  <a:gd name="connsiteX2" fmla="*/ 4007172 w 4009217"/>
                  <a:gd name="connsiteY2" fmla="*/ 272054 h 4295590"/>
                  <a:gd name="connsiteX3" fmla="*/ 3998990 w 4009217"/>
                  <a:gd name="connsiteY3" fmla="*/ 4268999 h 4295590"/>
                  <a:gd name="connsiteX4" fmla="*/ 30683 w 4009217"/>
                  <a:gd name="connsiteY4" fmla="*/ 4268999 h 4295590"/>
                  <a:gd name="connsiteX0-1" fmla="*/ 2536444 w 3976489"/>
                  <a:gd name="connsiteY0-2" fmla="*/ 0 h 4238316"/>
                  <a:gd name="connsiteX1-3" fmla="*/ 3976489 w 3976489"/>
                  <a:gd name="connsiteY1-4" fmla="*/ 241371 h 4238316"/>
                  <a:gd name="connsiteX2-5" fmla="*/ 3968307 w 3976489"/>
                  <a:gd name="connsiteY2-6" fmla="*/ 4238316 h 4238316"/>
                  <a:gd name="connsiteX3-7" fmla="*/ 0 w 3976489"/>
                  <a:gd name="connsiteY3-8" fmla="*/ 4238316 h 4238316"/>
                  <a:gd name="connsiteX0-9" fmla="*/ 2536444 w 3976489"/>
                  <a:gd name="connsiteY0-10" fmla="*/ 0 h 4238316"/>
                  <a:gd name="connsiteX1-11" fmla="*/ 3976489 w 3976489"/>
                  <a:gd name="connsiteY1-12" fmla="*/ 213683 h 4238316"/>
                  <a:gd name="connsiteX2-13" fmla="*/ 3968307 w 3976489"/>
                  <a:gd name="connsiteY2-14" fmla="*/ 4238316 h 4238316"/>
                  <a:gd name="connsiteX3-15" fmla="*/ 0 w 3976489"/>
                  <a:gd name="connsiteY3-16" fmla="*/ 4238316 h 4238316"/>
                  <a:gd name="connsiteX0-17" fmla="*/ 2473335 w 3976489"/>
                  <a:gd name="connsiteY0-18" fmla="*/ 0 h 4035268"/>
                  <a:gd name="connsiteX1-19" fmla="*/ 3976489 w 3976489"/>
                  <a:gd name="connsiteY1-20" fmla="*/ 10635 h 4035268"/>
                  <a:gd name="connsiteX2-21" fmla="*/ 3968307 w 3976489"/>
                  <a:gd name="connsiteY2-22" fmla="*/ 4035268 h 4035268"/>
                  <a:gd name="connsiteX3-23" fmla="*/ 0 w 3976489"/>
                  <a:gd name="connsiteY3-24" fmla="*/ 4035268 h 40352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3976489" h="4035268">
                    <a:moveTo>
                      <a:pt x="2473335" y="0"/>
                    </a:moveTo>
                    <a:lnTo>
                      <a:pt x="3976489" y="10635"/>
                    </a:lnTo>
                    <a:cubicBezTo>
                      <a:pt x="3973762" y="1342950"/>
                      <a:pt x="3971034" y="2702953"/>
                      <a:pt x="3968307" y="4035268"/>
                    </a:cubicBezTo>
                    <a:lnTo>
                      <a:pt x="0" y="4035268"/>
                    </a:lnTo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 dirty="0"/>
              </a:p>
            </p:txBody>
          </p:sp>
        </p:grpSp>
        <p:grpSp>
          <p:nvGrpSpPr>
            <p:cNvPr id="131" name="Group 130"/>
            <p:cNvGrpSpPr/>
            <p:nvPr/>
          </p:nvGrpSpPr>
          <p:grpSpPr>
            <a:xfrm>
              <a:off x="3207619" y="3718182"/>
              <a:ext cx="792677" cy="1479472"/>
              <a:chOff x="3501573" y="3178068"/>
              <a:chExt cx="1340594" cy="2737840"/>
            </a:xfrm>
          </p:grpSpPr>
          <p:sp>
            <p:nvSpPr>
              <p:cNvPr id="132" name="Freeform: Shape 131"/>
              <p:cNvSpPr/>
              <p:nvPr/>
            </p:nvSpPr>
            <p:spPr>
              <a:xfrm>
                <a:off x="3504728" y="3612346"/>
                <a:ext cx="62939" cy="220286"/>
              </a:xfrm>
              <a:custGeom>
                <a:avLst/>
                <a:gdLst>
                  <a:gd name="connsiteX0" fmla="*/ 12859 w 19050"/>
                  <a:gd name="connsiteY0" fmla="*/ 68104 h 66675"/>
                  <a:gd name="connsiteX1" fmla="*/ 12859 w 19050"/>
                  <a:gd name="connsiteY1" fmla="*/ 68104 h 66675"/>
                  <a:gd name="connsiteX2" fmla="*/ 7144 w 19050"/>
                  <a:gd name="connsiteY2" fmla="*/ 62389 h 66675"/>
                  <a:gd name="connsiteX3" fmla="*/ 7144 w 19050"/>
                  <a:gd name="connsiteY3" fmla="*/ 12859 h 66675"/>
                  <a:gd name="connsiteX4" fmla="*/ 12859 w 19050"/>
                  <a:gd name="connsiteY4" fmla="*/ 7144 h 66675"/>
                  <a:gd name="connsiteX5" fmla="*/ 12859 w 19050"/>
                  <a:gd name="connsiteY5" fmla="*/ 7144 h 66675"/>
                  <a:gd name="connsiteX6" fmla="*/ 18574 w 19050"/>
                  <a:gd name="connsiteY6" fmla="*/ 12859 h 66675"/>
                  <a:gd name="connsiteX7" fmla="*/ 18574 w 19050"/>
                  <a:gd name="connsiteY7" fmla="*/ 62389 h 66675"/>
                  <a:gd name="connsiteX8" fmla="*/ 12859 w 19050"/>
                  <a:gd name="connsiteY8" fmla="*/ 6810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050" h="66675">
                    <a:moveTo>
                      <a:pt x="12859" y="68104"/>
                    </a:moveTo>
                    <a:lnTo>
                      <a:pt x="12859" y="68104"/>
                    </a:lnTo>
                    <a:cubicBezTo>
                      <a:pt x="10001" y="68104"/>
                      <a:pt x="7144" y="65246"/>
                      <a:pt x="7144" y="62389"/>
                    </a:cubicBezTo>
                    <a:lnTo>
                      <a:pt x="7144" y="12859"/>
                    </a:lnTo>
                    <a:cubicBezTo>
                      <a:pt x="7144" y="10001"/>
                      <a:pt x="10001" y="7144"/>
                      <a:pt x="12859" y="7144"/>
                    </a:cubicBezTo>
                    <a:lnTo>
                      <a:pt x="12859" y="7144"/>
                    </a:lnTo>
                    <a:cubicBezTo>
                      <a:pt x="15716" y="7144"/>
                      <a:pt x="18574" y="10001"/>
                      <a:pt x="18574" y="12859"/>
                    </a:cubicBezTo>
                    <a:lnTo>
                      <a:pt x="18574" y="62389"/>
                    </a:lnTo>
                    <a:cubicBezTo>
                      <a:pt x="18574" y="65246"/>
                      <a:pt x="15716" y="68104"/>
                      <a:pt x="12859" y="68104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33" name="Freeform: Shape 132"/>
              <p:cNvSpPr/>
              <p:nvPr/>
            </p:nvSpPr>
            <p:spPr>
              <a:xfrm>
                <a:off x="3501573" y="3832632"/>
                <a:ext cx="62939" cy="220286"/>
              </a:xfrm>
              <a:custGeom>
                <a:avLst/>
                <a:gdLst>
                  <a:gd name="connsiteX0" fmla="*/ 12859 w 19050"/>
                  <a:gd name="connsiteY0" fmla="*/ 68104 h 66675"/>
                  <a:gd name="connsiteX1" fmla="*/ 12859 w 19050"/>
                  <a:gd name="connsiteY1" fmla="*/ 68104 h 66675"/>
                  <a:gd name="connsiteX2" fmla="*/ 7144 w 19050"/>
                  <a:gd name="connsiteY2" fmla="*/ 62389 h 66675"/>
                  <a:gd name="connsiteX3" fmla="*/ 7144 w 19050"/>
                  <a:gd name="connsiteY3" fmla="*/ 12859 h 66675"/>
                  <a:gd name="connsiteX4" fmla="*/ 12859 w 19050"/>
                  <a:gd name="connsiteY4" fmla="*/ 7144 h 66675"/>
                  <a:gd name="connsiteX5" fmla="*/ 12859 w 19050"/>
                  <a:gd name="connsiteY5" fmla="*/ 7144 h 66675"/>
                  <a:gd name="connsiteX6" fmla="*/ 18574 w 19050"/>
                  <a:gd name="connsiteY6" fmla="*/ 12859 h 66675"/>
                  <a:gd name="connsiteX7" fmla="*/ 18574 w 19050"/>
                  <a:gd name="connsiteY7" fmla="*/ 62389 h 66675"/>
                  <a:gd name="connsiteX8" fmla="*/ 12859 w 19050"/>
                  <a:gd name="connsiteY8" fmla="*/ 6810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050" h="66675">
                    <a:moveTo>
                      <a:pt x="12859" y="68104"/>
                    </a:moveTo>
                    <a:lnTo>
                      <a:pt x="12859" y="68104"/>
                    </a:lnTo>
                    <a:cubicBezTo>
                      <a:pt x="10001" y="68104"/>
                      <a:pt x="7144" y="65246"/>
                      <a:pt x="7144" y="62389"/>
                    </a:cubicBezTo>
                    <a:lnTo>
                      <a:pt x="7144" y="12859"/>
                    </a:lnTo>
                    <a:cubicBezTo>
                      <a:pt x="7144" y="10001"/>
                      <a:pt x="10001" y="7144"/>
                      <a:pt x="12859" y="7144"/>
                    </a:cubicBezTo>
                    <a:lnTo>
                      <a:pt x="12859" y="7144"/>
                    </a:lnTo>
                    <a:cubicBezTo>
                      <a:pt x="15716" y="7144"/>
                      <a:pt x="18574" y="10001"/>
                      <a:pt x="18574" y="12859"/>
                    </a:cubicBezTo>
                    <a:lnTo>
                      <a:pt x="18574" y="62389"/>
                    </a:lnTo>
                    <a:cubicBezTo>
                      <a:pt x="18574" y="65246"/>
                      <a:pt x="15716" y="68104"/>
                      <a:pt x="12859" y="68104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34" name="Freeform: Shape 133"/>
              <p:cNvSpPr/>
              <p:nvPr/>
            </p:nvSpPr>
            <p:spPr>
              <a:xfrm>
                <a:off x="4776089" y="3829487"/>
                <a:ext cx="62939" cy="220286"/>
              </a:xfrm>
              <a:custGeom>
                <a:avLst/>
                <a:gdLst>
                  <a:gd name="connsiteX0" fmla="*/ 12859 w 19050"/>
                  <a:gd name="connsiteY0" fmla="*/ 68104 h 66675"/>
                  <a:gd name="connsiteX1" fmla="*/ 12859 w 19050"/>
                  <a:gd name="connsiteY1" fmla="*/ 68104 h 66675"/>
                  <a:gd name="connsiteX2" fmla="*/ 7144 w 19050"/>
                  <a:gd name="connsiteY2" fmla="*/ 62389 h 66675"/>
                  <a:gd name="connsiteX3" fmla="*/ 7144 w 19050"/>
                  <a:gd name="connsiteY3" fmla="*/ 12859 h 66675"/>
                  <a:gd name="connsiteX4" fmla="*/ 12859 w 19050"/>
                  <a:gd name="connsiteY4" fmla="*/ 7144 h 66675"/>
                  <a:gd name="connsiteX5" fmla="*/ 12859 w 19050"/>
                  <a:gd name="connsiteY5" fmla="*/ 7144 h 66675"/>
                  <a:gd name="connsiteX6" fmla="*/ 18574 w 19050"/>
                  <a:gd name="connsiteY6" fmla="*/ 12859 h 66675"/>
                  <a:gd name="connsiteX7" fmla="*/ 18574 w 19050"/>
                  <a:gd name="connsiteY7" fmla="*/ 62389 h 66675"/>
                  <a:gd name="connsiteX8" fmla="*/ 12859 w 19050"/>
                  <a:gd name="connsiteY8" fmla="*/ 68104 h 66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9050" h="66675">
                    <a:moveTo>
                      <a:pt x="12859" y="68104"/>
                    </a:moveTo>
                    <a:lnTo>
                      <a:pt x="12859" y="68104"/>
                    </a:lnTo>
                    <a:cubicBezTo>
                      <a:pt x="10001" y="68104"/>
                      <a:pt x="7144" y="65246"/>
                      <a:pt x="7144" y="62389"/>
                    </a:cubicBezTo>
                    <a:lnTo>
                      <a:pt x="7144" y="12859"/>
                    </a:lnTo>
                    <a:cubicBezTo>
                      <a:pt x="7144" y="10001"/>
                      <a:pt x="10001" y="7144"/>
                      <a:pt x="12859" y="7144"/>
                    </a:cubicBezTo>
                    <a:lnTo>
                      <a:pt x="12859" y="7144"/>
                    </a:lnTo>
                    <a:cubicBezTo>
                      <a:pt x="15716" y="7144"/>
                      <a:pt x="18574" y="10001"/>
                      <a:pt x="18574" y="12859"/>
                    </a:cubicBezTo>
                    <a:lnTo>
                      <a:pt x="18574" y="62389"/>
                    </a:lnTo>
                    <a:cubicBezTo>
                      <a:pt x="19526" y="65246"/>
                      <a:pt x="16669" y="68104"/>
                      <a:pt x="12859" y="68104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35" name="Freeform: Shape 134"/>
              <p:cNvSpPr/>
              <p:nvPr/>
            </p:nvSpPr>
            <p:spPr>
              <a:xfrm>
                <a:off x="3520451" y="3178068"/>
                <a:ext cx="1321716" cy="2737840"/>
              </a:xfrm>
              <a:custGeom>
                <a:avLst/>
                <a:gdLst>
                  <a:gd name="connsiteX0" fmla="*/ 350044 w 400050"/>
                  <a:gd name="connsiteY0" fmla="*/ 7144 h 828675"/>
                  <a:gd name="connsiteX1" fmla="*/ 53816 w 400050"/>
                  <a:gd name="connsiteY1" fmla="*/ 7144 h 828675"/>
                  <a:gd name="connsiteX2" fmla="*/ 7144 w 400050"/>
                  <a:gd name="connsiteY2" fmla="*/ 53816 h 828675"/>
                  <a:gd name="connsiteX3" fmla="*/ 7144 w 400050"/>
                  <a:gd name="connsiteY3" fmla="*/ 781526 h 828675"/>
                  <a:gd name="connsiteX4" fmla="*/ 53816 w 400050"/>
                  <a:gd name="connsiteY4" fmla="*/ 828199 h 828675"/>
                  <a:gd name="connsiteX5" fmla="*/ 350044 w 400050"/>
                  <a:gd name="connsiteY5" fmla="*/ 828199 h 828675"/>
                  <a:gd name="connsiteX6" fmla="*/ 396716 w 400050"/>
                  <a:gd name="connsiteY6" fmla="*/ 781526 h 828675"/>
                  <a:gd name="connsiteX7" fmla="*/ 396716 w 400050"/>
                  <a:gd name="connsiteY7" fmla="*/ 53816 h 828675"/>
                  <a:gd name="connsiteX8" fmla="*/ 350044 w 400050"/>
                  <a:gd name="connsiteY8" fmla="*/ 7144 h 828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0050" h="828675">
                    <a:moveTo>
                      <a:pt x="350044" y="7144"/>
                    </a:moveTo>
                    <a:lnTo>
                      <a:pt x="53816" y="7144"/>
                    </a:lnTo>
                    <a:cubicBezTo>
                      <a:pt x="28099" y="7144"/>
                      <a:pt x="7144" y="28099"/>
                      <a:pt x="7144" y="53816"/>
                    </a:cubicBezTo>
                    <a:lnTo>
                      <a:pt x="7144" y="781526"/>
                    </a:lnTo>
                    <a:cubicBezTo>
                      <a:pt x="7144" y="807244"/>
                      <a:pt x="28099" y="828199"/>
                      <a:pt x="53816" y="828199"/>
                    </a:cubicBezTo>
                    <a:lnTo>
                      <a:pt x="350044" y="828199"/>
                    </a:lnTo>
                    <a:cubicBezTo>
                      <a:pt x="375761" y="828199"/>
                      <a:pt x="396716" y="807244"/>
                      <a:pt x="396716" y="781526"/>
                    </a:cubicBezTo>
                    <a:lnTo>
                      <a:pt x="396716" y="53816"/>
                    </a:lnTo>
                    <a:cubicBezTo>
                      <a:pt x="396716" y="28099"/>
                      <a:pt x="375761" y="7144"/>
                      <a:pt x="350044" y="7144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36" name="Freeform: Shape 135"/>
              <p:cNvSpPr/>
              <p:nvPr/>
            </p:nvSpPr>
            <p:spPr>
              <a:xfrm>
                <a:off x="3529897" y="3190652"/>
                <a:ext cx="1290246" cy="2706371"/>
              </a:xfrm>
              <a:custGeom>
                <a:avLst/>
                <a:gdLst>
                  <a:gd name="connsiteX0" fmla="*/ 345281 w 390525"/>
                  <a:gd name="connsiteY0" fmla="*/ 7144 h 819150"/>
                  <a:gd name="connsiteX1" fmla="*/ 52864 w 390525"/>
                  <a:gd name="connsiteY1" fmla="*/ 7144 h 819150"/>
                  <a:gd name="connsiteX2" fmla="*/ 7144 w 390525"/>
                  <a:gd name="connsiteY2" fmla="*/ 52864 h 819150"/>
                  <a:gd name="connsiteX3" fmla="*/ 7144 w 390525"/>
                  <a:gd name="connsiteY3" fmla="*/ 772954 h 819150"/>
                  <a:gd name="connsiteX4" fmla="*/ 52864 w 390525"/>
                  <a:gd name="connsiteY4" fmla="*/ 818674 h 819150"/>
                  <a:gd name="connsiteX5" fmla="*/ 345281 w 390525"/>
                  <a:gd name="connsiteY5" fmla="*/ 818674 h 819150"/>
                  <a:gd name="connsiteX6" fmla="*/ 391001 w 390525"/>
                  <a:gd name="connsiteY6" fmla="*/ 772954 h 819150"/>
                  <a:gd name="connsiteX7" fmla="*/ 391001 w 390525"/>
                  <a:gd name="connsiteY7" fmla="*/ 52864 h 819150"/>
                  <a:gd name="connsiteX8" fmla="*/ 345281 w 390525"/>
                  <a:gd name="connsiteY8" fmla="*/ 7144 h 819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0525" h="819150">
                    <a:moveTo>
                      <a:pt x="345281" y="7144"/>
                    </a:moveTo>
                    <a:lnTo>
                      <a:pt x="52864" y="7144"/>
                    </a:lnTo>
                    <a:cubicBezTo>
                      <a:pt x="27146" y="7144"/>
                      <a:pt x="7144" y="27146"/>
                      <a:pt x="7144" y="52864"/>
                    </a:cubicBezTo>
                    <a:lnTo>
                      <a:pt x="7144" y="772954"/>
                    </a:lnTo>
                    <a:cubicBezTo>
                      <a:pt x="7144" y="798671"/>
                      <a:pt x="27146" y="818674"/>
                      <a:pt x="52864" y="818674"/>
                    </a:cubicBezTo>
                    <a:lnTo>
                      <a:pt x="345281" y="818674"/>
                    </a:lnTo>
                    <a:cubicBezTo>
                      <a:pt x="370999" y="818674"/>
                      <a:pt x="391001" y="798671"/>
                      <a:pt x="391001" y="772954"/>
                    </a:cubicBezTo>
                    <a:lnTo>
                      <a:pt x="391001" y="52864"/>
                    </a:lnTo>
                    <a:cubicBezTo>
                      <a:pt x="391001" y="28099"/>
                      <a:pt x="370046" y="7144"/>
                      <a:pt x="345281" y="7144"/>
                    </a:cubicBezTo>
                    <a:close/>
                  </a:path>
                </a:pathLst>
              </a:custGeom>
              <a:solidFill>
                <a:srgbClr val="1A1A1A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/>
              </a:p>
            </p:txBody>
          </p:sp>
          <p:sp>
            <p:nvSpPr>
              <p:cNvPr id="137" name="Freeform: Shape 136"/>
              <p:cNvSpPr/>
              <p:nvPr/>
            </p:nvSpPr>
            <p:spPr>
              <a:xfrm>
                <a:off x="3627447" y="3596610"/>
                <a:ext cx="1101430" cy="1951104"/>
              </a:xfrm>
              <a:custGeom>
                <a:avLst/>
                <a:gdLst>
                  <a:gd name="connsiteX0" fmla="*/ 7144 w 333375"/>
                  <a:gd name="connsiteY0" fmla="*/ 7144 h 590550"/>
                  <a:gd name="connsiteX1" fmla="*/ 331946 w 333375"/>
                  <a:gd name="connsiteY1" fmla="*/ 7144 h 590550"/>
                  <a:gd name="connsiteX2" fmla="*/ 331946 w 333375"/>
                  <a:gd name="connsiteY2" fmla="*/ 586264 h 590550"/>
                  <a:gd name="connsiteX3" fmla="*/ 7144 w 333375"/>
                  <a:gd name="connsiteY3" fmla="*/ 586264 h 590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3375" h="590550">
                    <a:moveTo>
                      <a:pt x="7144" y="7144"/>
                    </a:moveTo>
                    <a:lnTo>
                      <a:pt x="331946" y="7144"/>
                    </a:lnTo>
                    <a:lnTo>
                      <a:pt x="331946" y="586264"/>
                    </a:lnTo>
                    <a:lnTo>
                      <a:pt x="7144" y="586264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90" dirty="0"/>
              </a:p>
            </p:txBody>
          </p:sp>
          <p:grpSp>
            <p:nvGrpSpPr>
              <p:cNvPr id="138" name="Group 137"/>
              <p:cNvGrpSpPr/>
              <p:nvPr/>
            </p:nvGrpSpPr>
            <p:grpSpPr>
              <a:xfrm>
                <a:off x="4088508" y="5635852"/>
                <a:ext cx="173080" cy="173080"/>
                <a:chOff x="6768665" y="6038214"/>
                <a:chExt cx="147968" cy="147968"/>
              </a:xfrm>
            </p:grpSpPr>
            <p:sp>
              <p:nvSpPr>
                <p:cNvPr id="142" name="Oval 141"/>
                <p:cNvSpPr/>
                <p:nvPr/>
              </p:nvSpPr>
              <p:spPr>
                <a:xfrm>
                  <a:off x="6768665" y="6038214"/>
                  <a:ext cx="147968" cy="147968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90"/>
                </a:p>
              </p:txBody>
            </p:sp>
            <p:sp>
              <p:nvSpPr>
                <p:cNvPr id="143" name="Oval 142"/>
                <p:cNvSpPr/>
                <p:nvPr/>
              </p:nvSpPr>
              <p:spPr>
                <a:xfrm>
                  <a:off x="6802088" y="6071634"/>
                  <a:ext cx="81180" cy="81180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90" dirty="0"/>
                </a:p>
              </p:txBody>
            </p:sp>
          </p:grpSp>
          <p:sp>
            <p:nvSpPr>
              <p:cNvPr id="139" name="Freeform: Shape 138"/>
              <p:cNvSpPr/>
              <p:nvPr/>
            </p:nvSpPr>
            <p:spPr>
              <a:xfrm>
                <a:off x="3821102" y="3628406"/>
                <a:ext cx="906450" cy="1887518"/>
              </a:xfrm>
              <a:custGeom>
                <a:avLst/>
                <a:gdLst>
                  <a:gd name="connsiteX0" fmla="*/ 614149 w 1119116"/>
                  <a:gd name="connsiteY0" fmla="*/ 0 h 2330356"/>
                  <a:gd name="connsiteX1" fmla="*/ 1115704 w 1119116"/>
                  <a:gd name="connsiteY1" fmla="*/ 6824 h 2330356"/>
                  <a:gd name="connsiteX2" fmla="*/ 1119116 w 1119116"/>
                  <a:gd name="connsiteY2" fmla="*/ 2330356 h 2330356"/>
                  <a:gd name="connsiteX3" fmla="*/ 0 w 1119116"/>
                  <a:gd name="connsiteY3" fmla="*/ 2330356 h 2330356"/>
                  <a:gd name="connsiteX4" fmla="*/ 614149 w 1119116"/>
                  <a:gd name="connsiteY4" fmla="*/ 0 h 2330356"/>
                  <a:gd name="connsiteX0-1" fmla="*/ 614149 w 1119116"/>
                  <a:gd name="connsiteY0-2" fmla="*/ 0 h 2330356"/>
                  <a:gd name="connsiteX1-3" fmla="*/ 1115704 w 1119116"/>
                  <a:gd name="connsiteY1-4" fmla="*/ 3412 h 2330356"/>
                  <a:gd name="connsiteX2-5" fmla="*/ 1119116 w 1119116"/>
                  <a:gd name="connsiteY2-6" fmla="*/ 2330356 h 2330356"/>
                  <a:gd name="connsiteX3-7" fmla="*/ 0 w 1119116"/>
                  <a:gd name="connsiteY3-8" fmla="*/ 2330356 h 2330356"/>
                  <a:gd name="connsiteX4-9" fmla="*/ 614149 w 1119116"/>
                  <a:gd name="connsiteY4-10" fmla="*/ 0 h 233035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1119116" h="2330356">
                    <a:moveTo>
                      <a:pt x="614149" y="0"/>
                    </a:moveTo>
                    <a:lnTo>
                      <a:pt x="1115704" y="3412"/>
                    </a:lnTo>
                    <a:cubicBezTo>
                      <a:pt x="1116841" y="777923"/>
                      <a:pt x="1117979" y="1555845"/>
                      <a:pt x="1119116" y="2330356"/>
                    </a:cubicBezTo>
                    <a:lnTo>
                      <a:pt x="0" y="2330356"/>
                    </a:lnTo>
                    <a:lnTo>
                      <a:pt x="614149" y="0"/>
                    </a:lnTo>
                    <a:close/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  <a:noAutofit/>
              </a:bodyPr>
              <a:lstStyle/>
              <a:p>
                <a:endParaRPr 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140" name="Rectangle: Rounded Corners 139"/>
              <p:cNvSpPr/>
              <p:nvPr/>
            </p:nvSpPr>
            <p:spPr>
              <a:xfrm>
                <a:off x="4058661" y="3449093"/>
                <a:ext cx="254255" cy="58393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90"/>
              </a:p>
            </p:txBody>
          </p:sp>
          <p:sp>
            <p:nvSpPr>
              <p:cNvPr id="141" name="Oval 140"/>
              <p:cNvSpPr/>
              <p:nvPr/>
            </p:nvSpPr>
            <p:spPr>
              <a:xfrm>
                <a:off x="3922825" y="3449093"/>
                <a:ext cx="58393" cy="58393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90"/>
              </a:p>
            </p:txBody>
          </p:sp>
        </p:grpSp>
        <p:sp>
          <p:nvSpPr>
            <p:cNvPr id="144" name="Freeform: Shape 143"/>
            <p:cNvSpPr/>
            <p:nvPr/>
          </p:nvSpPr>
          <p:spPr>
            <a:xfrm>
              <a:off x="1848621" y="2504985"/>
              <a:ext cx="951630" cy="700538"/>
            </a:xfrm>
            <a:custGeom>
              <a:avLst/>
              <a:gdLst>
                <a:gd name="connsiteX0" fmla="*/ 1869041 w 3738080"/>
                <a:gd name="connsiteY0" fmla="*/ 1997576 h 2751770"/>
                <a:gd name="connsiteX1" fmla="*/ 2246138 w 3738080"/>
                <a:gd name="connsiteY1" fmla="*/ 2374673 h 2751770"/>
                <a:gd name="connsiteX2" fmla="*/ 1869041 w 3738080"/>
                <a:gd name="connsiteY2" fmla="*/ 2751770 h 2751770"/>
                <a:gd name="connsiteX3" fmla="*/ 1491944 w 3738080"/>
                <a:gd name="connsiteY3" fmla="*/ 2374673 h 2751770"/>
                <a:gd name="connsiteX4" fmla="*/ 1869041 w 3738080"/>
                <a:gd name="connsiteY4" fmla="*/ 1997576 h 2751770"/>
                <a:gd name="connsiteX5" fmla="*/ 2788485 w 3738080"/>
                <a:gd name="connsiteY5" fmla="*/ 1841061 h 2751770"/>
                <a:gd name="connsiteX6" fmla="*/ 2632248 w 3738080"/>
                <a:gd name="connsiteY6" fmla="*/ 1992174 h 2751770"/>
                <a:gd name="connsiteX7" fmla="*/ 2624294 w 3738080"/>
                <a:gd name="connsiteY7" fmla="*/ 1992174 h 2751770"/>
                <a:gd name="connsiteX8" fmla="*/ 1858846 w 3738080"/>
                <a:gd name="connsiteY8" fmla="*/ 1306247 h 2751770"/>
                <a:gd name="connsiteX9" fmla="*/ 2645621 w 3738080"/>
                <a:gd name="connsiteY9" fmla="*/ 1504218 h 2751770"/>
                <a:gd name="connsiteX10" fmla="*/ 2795575 w 3738080"/>
                <a:gd name="connsiteY10" fmla="*/ 1757331 h 2751770"/>
                <a:gd name="connsiteX11" fmla="*/ 2539052 w 3738080"/>
                <a:gd name="connsiteY11" fmla="*/ 1841672 h 2751770"/>
                <a:gd name="connsiteX12" fmla="*/ 1353947 w 3738080"/>
                <a:gd name="connsiteY12" fmla="*/ 1778974 h 2751770"/>
                <a:gd name="connsiteX13" fmla="*/ 982333 w 3738080"/>
                <a:gd name="connsiteY13" fmla="*/ 1780833 h 2751770"/>
                <a:gd name="connsiteX14" fmla="*/ 966756 w 3738080"/>
                <a:gd name="connsiteY14" fmla="*/ 1667407 h 2751770"/>
                <a:gd name="connsiteX15" fmla="*/ 1217540 w 3738080"/>
                <a:gd name="connsiteY15" fmla="*/ 1445700 h 2751770"/>
                <a:gd name="connsiteX16" fmla="*/ 1858846 w 3738080"/>
                <a:gd name="connsiteY16" fmla="*/ 1306247 h 2751770"/>
                <a:gd name="connsiteX17" fmla="*/ 1828129 w 3738080"/>
                <a:gd name="connsiteY17" fmla="*/ 650059 h 2751770"/>
                <a:gd name="connsiteX18" fmla="*/ 3108200 w 3738080"/>
                <a:gd name="connsiteY18" fmla="*/ 1008980 h 2751770"/>
                <a:gd name="connsiteX19" fmla="*/ 3258155 w 3738080"/>
                <a:gd name="connsiteY19" fmla="*/ 1319033 h 2751770"/>
                <a:gd name="connsiteX20" fmla="*/ 2937692 w 3738080"/>
                <a:gd name="connsiteY20" fmla="*/ 1304637 h 2751770"/>
                <a:gd name="connsiteX21" fmla="*/ 763561 w 3738080"/>
                <a:gd name="connsiteY21" fmla="*/ 1325535 h 2751770"/>
                <a:gd name="connsiteX22" fmla="*/ 464412 w 3738080"/>
                <a:gd name="connsiteY22" fmla="*/ 1278813 h 2751770"/>
                <a:gd name="connsiteX23" fmla="*/ 450482 w 3738080"/>
                <a:gd name="connsiteY23" fmla="*/ 1202928 h 2751770"/>
                <a:gd name="connsiteX24" fmla="*/ 622892 w 3738080"/>
                <a:gd name="connsiteY24" fmla="*/ 1008979 h 2751770"/>
                <a:gd name="connsiteX25" fmla="*/ 1828129 w 3738080"/>
                <a:gd name="connsiteY25" fmla="*/ 650059 h 2751770"/>
                <a:gd name="connsiteX26" fmla="*/ 1764313 w 3738080"/>
                <a:gd name="connsiteY26" fmla="*/ 591 h 2751770"/>
                <a:gd name="connsiteX27" fmla="*/ 3559697 w 3738080"/>
                <a:gd name="connsiteY27" fmla="*/ 547180 h 2751770"/>
                <a:gd name="connsiteX28" fmla="*/ 3709650 w 3738080"/>
                <a:gd name="connsiteY28" fmla="*/ 882310 h 2751770"/>
                <a:gd name="connsiteX29" fmla="*/ 3367875 w 3738080"/>
                <a:gd name="connsiteY29" fmla="*/ 834477 h 2751770"/>
                <a:gd name="connsiteX30" fmla="*/ 318417 w 3738080"/>
                <a:gd name="connsiteY30" fmla="*/ 884635 h 2751770"/>
                <a:gd name="connsiteX31" fmla="*/ 19267 w 3738080"/>
                <a:gd name="connsiteY31" fmla="*/ 846272 h 2751770"/>
                <a:gd name="connsiteX32" fmla="*/ 275 w 3738080"/>
                <a:gd name="connsiteY32" fmla="*/ 760137 h 2751770"/>
                <a:gd name="connsiteX33" fmla="*/ 173484 w 3738080"/>
                <a:gd name="connsiteY33" fmla="*/ 547180 h 2751770"/>
                <a:gd name="connsiteX34" fmla="*/ 1764313 w 3738080"/>
                <a:gd name="connsiteY34" fmla="*/ 591 h 2751770"/>
                <a:gd name="connsiteX0-1" fmla="*/ 1869041 w 3738080"/>
                <a:gd name="connsiteY0-2" fmla="*/ 1997576 h 2751770"/>
                <a:gd name="connsiteX1-3" fmla="*/ 2246138 w 3738080"/>
                <a:gd name="connsiteY1-4" fmla="*/ 2374673 h 2751770"/>
                <a:gd name="connsiteX2-5" fmla="*/ 1869041 w 3738080"/>
                <a:gd name="connsiteY2-6" fmla="*/ 2751770 h 2751770"/>
                <a:gd name="connsiteX3-7" fmla="*/ 1491944 w 3738080"/>
                <a:gd name="connsiteY3-8" fmla="*/ 2374673 h 2751770"/>
                <a:gd name="connsiteX4-9" fmla="*/ 1869041 w 3738080"/>
                <a:gd name="connsiteY4-10" fmla="*/ 1997576 h 2751770"/>
                <a:gd name="connsiteX5-11" fmla="*/ 2624294 w 3738080"/>
                <a:gd name="connsiteY5-12" fmla="*/ 1992174 h 2751770"/>
                <a:gd name="connsiteX6-13" fmla="*/ 2632248 w 3738080"/>
                <a:gd name="connsiteY6-14" fmla="*/ 1992174 h 2751770"/>
                <a:gd name="connsiteX7-15" fmla="*/ 2624294 w 3738080"/>
                <a:gd name="connsiteY7-16" fmla="*/ 1992174 h 2751770"/>
                <a:gd name="connsiteX8-17" fmla="*/ 1858846 w 3738080"/>
                <a:gd name="connsiteY8-18" fmla="*/ 1306247 h 2751770"/>
                <a:gd name="connsiteX9-19" fmla="*/ 2645621 w 3738080"/>
                <a:gd name="connsiteY9-20" fmla="*/ 1504218 h 2751770"/>
                <a:gd name="connsiteX10-21" fmla="*/ 2795575 w 3738080"/>
                <a:gd name="connsiteY10-22" fmla="*/ 1757331 h 2751770"/>
                <a:gd name="connsiteX11-23" fmla="*/ 2539052 w 3738080"/>
                <a:gd name="connsiteY11-24" fmla="*/ 1841672 h 2751770"/>
                <a:gd name="connsiteX12-25" fmla="*/ 1353947 w 3738080"/>
                <a:gd name="connsiteY12-26" fmla="*/ 1778974 h 2751770"/>
                <a:gd name="connsiteX13-27" fmla="*/ 982333 w 3738080"/>
                <a:gd name="connsiteY13-28" fmla="*/ 1780833 h 2751770"/>
                <a:gd name="connsiteX14-29" fmla="*/ 966756 w 3738080"/>
                <a:gd name="connsiteY14-30" fmla="*/ 1667407 h 2751770"/>
                <a:gd name="connsiteX15-31" fmla="*/ 1217540 w 3738080"/>
                <a:gd name="connsiteY15-32" fmla="*/ 1445700 h 2751770"/>
                <a:gd name="connsiteX16-33" fmla="*/ 1858846 w 3738080"/>
                <a:gd name="connsiteY16-34" fmla="*/ 1306247 h 2751770"/>
                <a:gd name="connsiteX17-35" fmla="*/ 1828129 w 3738080"/>
                <a:gd name="connsiteY17-36" fmla="*/ 650059 h 2751770"/>
                <a:gd name="connsiteX18-37" fmla="*/ 3108200 w 3738080"/>
                <a:gd name="connsiteY18-38" fmla="*/ 1008980 h 2751770"/>
                <a:gd name="connsiteX19-39" fmla="*/ 3258155 w 3738080"/>
                <a:gd name="connsiteY19-40" fmla="*/ 1319033 h 2751770"/>
                <a:gd name="connsiteX20-41" fmla="*/ 2937692 w 3738080"/>
                <a:gd name="connsiteY20-42" fmla="*/ 1304637 h 2751770"/>
                <a:gd name="connsiteX21-43" fmla="*/ 763561 w 3738080"/>
                <a:gd name="connsiteY21-44" fmla="*/ 1325535 h 2751770"/>
                <a:gd name="connsiteX22-45" fmla="*/ 464412 w 3738080"/>
                <a:gd name="connsiteY22-46" fmla="*/ 1278813 h 2751770"/>
                <a:gd name="connsiteX23-47" fmla="*/ 450482 w 3738080"/>
                <a:gd name="connsiteY23-48" fmla="*/ 1202928 h 2751770"/>
                <a:gd name="connsiteX24-49" fmla="*/ 622892 w 3738080"/>
                <a:gd name="connsiteY24-50" fmla="*/ 1008979 h 2751770"/>
                <a:gd name="connsiteX25-51" fmla="*/ 1828129 w 3738080"/>
                <a:gd name="connsiteY25-52" fmla="*/ 650059 h 2751770"/>
                <a:gd name="connsiteX26-53" fmla="*/ 1764313 w 3738080"/>
                <a:gd name="connsiteY26-54" fmla="*/ 591 h 2751770"/>
                <a:gd name="connsiteX27-55" fmla="*/ 3559697 w 3738080"/>
                <a:gd name="connsiteY27-56" fmla="*/ 547180 h 2751770"/>
                <a:gd name="connsiteX28-57" fmla="*/ 3709650 w 3738080"/>
                <a:gd name="connsiteY28-58" fmla="*/ 882310 h 2751770"/>
                <a:gd name="connsiteX29-59" fmla="*/ 3367875 w 3738080"/>
                <a:gd name="connsiteY29-60" fmla="*/ 834477 h 2751770"/>
                <a:gd name="connsiteX30-61" fmla="*/ 318417 w 3738080"/>
                <a:gd name="connsiteY30-62" fmla="*/ 884635 h 2751770"/>
                <a:gd name="connsiteX31-63" fmla="*/ 19267 w 3738080"/>
                <a:gd name="connsiteY31-64" fmla="*/ 846272 h 2751770"/>
                <a:gd name="connsiteX32-65" fmla="*/ 275 w 3738080"/>
                <a:gd name="connsiteY32-66" fmla="*/ 760137 h 2751770"/>
                <a:gd name="connsiteX33-67" fmla="*/ 173484 w 3738080"/>
                <a:gd name="connsiteY33-68" fmla="*/ 547180 h 2751770"/>
                <a:gd name="connsiteX34-69" fmla="*/ 1764313 w 3738080"/>
                <a:gd name="connsiteY34-70" fmla="*/ 591 h 2751770"/>
                <a:gd name="connsiteX0-71" fmla="*/ 1869041 w 3738080"/>
                <a:gd name="connsiteY0-72" fmla="*/ 1997576 h 2751770"/>
                <a:gd name="connsiteX1-73" fmla="*/ 2246138 w 3738080"/>
                <a:gd name="connsiteY1-74" fmla="*/ 2374673 h 2751770"/>
                <a:gd name="connsiteX2-75" fmla="*/ 1869041 w 3738080"/>
                <a:gd name="connsiteY2-76" fmla="*/ 2751770 h 2751770"/>
                <a:gd name="connsiteX3-77" fmla="*/ 1491944 w 3738080"/>
                <a:gd name="connsiteY3-78" fmla="*/ 2374673 h 2751770"/>
                <a:gd name="connsiteX4-79" fmla="*/ 1869041 w 3738080"/>
                <a:gd name="connsiteY4-80" fmla="*/ 1997576 h 2751770"/>
                <a:gd name="connsiteX5-81" fmla="*/ 1858846 w 3738080"/>
                <a:gd name="connsiteY5-82" fmla="*/ 1306247 h 2751770"/>
                <a:gd name="connsiteX6-83" fmla="*/ 2645621 w 3738080"/>
                <a:gd name="connsiteY6-84" fmla="*/ 1504218 h 2751770"/>
                <a:gd name="connsiteX7-85" fmla="*/ 2795575 w 3738080"/>
                <a:gd name="connsiteY7-86" fmla="*/ 1757331 h 2751770"/>
                <a:gd name="connsiteX8-87" fmla="*/ 2539052 w 3738080"/>
                <a:gd name="connsiteY8-88" fmla="*/ 1841672 h 2751770"/>
                <a:gd name="connsiteX9-89" fmla="*/ 1353947 w 3738080"/>
                <a:gd name="connsiteY9-90" fmla="*/ 1778974 h 2751770"/>
                <a:gd name="connsiteX10-91" fmla="*/ 982333 w 3738080"/>
                <a:gd name="connsiteY10-92" fmla="*/ 1780833 h 2751770"/>
                <a:gd name="connsiteX11-93" fmla="*/ 966756 w 3738080"/>
                <a:gd name="connsiteY11-94" fmla="*/ 1667407 h 2751770"/>
                <a:gd name="connsiteX12-95" fmla="*/ 1217540 w 3738080"/>
                <a:gd name="connsiteY12-96" fmla="*/ 1445700 h 2751770"/>
                <a:gd name="connsiteX13-97" fmla="*/ 1858846 w 3738080"/>
                <a:gd name="connsiteY13-98" fmla="*/ 1306247 h 2751770"/>
                <a:gd name="connsiteX14-99" fmla="*/ 1828129 w 3738080"/>
                <a:gd name="connsiteY14-100" fmla="*/ 650059 h 2751770"/>
                <a:gd name="connsiteX15-101" fmla="*/ 3108200 w 3738080"/>
                <a:gd name="connsiteY15-102" fmla="*/ 1008980 h 2751770"/>
                <a:gd name="connsiteX16-103" fmla="*/ 3258155 w 3738080"/>
                <a:gd name="connsiteY16-104" fmla="*/ 1319033 h 2751770"/>
                <a:gd name="connsiteX17-105" fmla="*/ 2937692 w 3738080"/>
                <a:gd name="connsiteY17-106" fmla="*/ 1304637 h 2751770"/>
                <a:gd name="connsiteX18-107" fmla="*/ 763561 w 3738080"/>
                <a:gd name="connsiteY18-108" fmla="*/ 1325535 h 2751770"/>
                <a:gd name="connsiteX19-109" fmla="*/ 464412 w 3738080"/>
                <a:gd name="connsiteY19-110" fmla="*/ 1278813 h 2751770"/>
                <a:gd name="connsiteX20-111" fmla="*/ 450482 w 3738080"/>
                <a:gd name="connsiteY20-112" fmla="*/ 1202928 h 2751770"/>
                <a:gd name="connsiteX21-113" fmla="*/ 622892 w 3738080"/>
                <a:gd name="connsiteY21-114" fmla="*/ 1008979 h 2751770"/>
                <a:gd name="connsiteX22-115" fmla="*/ 1828129 w 3738080"/>
                <a:gd name="connsiteY22-116" fmla="*/ 650059 h 2751770"/>
                <a:gd name="connsiteX23-117" fmla="*/ 1764313 w 3738080"/>
                <a:gd name="connsiteY23-118" fmla="*/ 591 h 2751770"/>
                <a:gd name="connsiteX24-119" fmla="*/ 3559697 w 3738080"/>
                <a:gd name="connsiteY24-120" fmla="*/ 547180 h 2751770"/>
                <a:gd name="connsiteX25-121" fmla="*/ 3709650 w 3738080"/>
                <a:gd name="connsiteY25-122" fmla="*/ 882310 h 2751770"/>
                <a:gd name="connsiteX26-123" fmla="*/ 3367875 w 3738080"/>
                <a:gd name="connsiteY26-124" fmla="*/ 834477 h 2751770"/>
                <a:gd name="connsiteX27-125" fmla="*/ 318417 w 3738080"/>
                <a:gd name="connsiteY27-126" fmla="*/ 884635 h 2751770"/>
                <a:gd name="connsiteX28-127" fmla="*/ 19267 w 3738080"/>
                <a:gd name="connsiteY28-128" fmla="*/ 846272 h 2751770"/>
                <a:gd name="connsiteX29-129" fmla="*/ 275 w 3738080"/>
                <a:gd name="connsiteY29-130" fmla="*/ 760137 h 2751770"/>
                <a:gd name="connsiteX30-131" fmla="*/ 173484 w 3738080"/>
                <a:gd name="connsiteY30-132" fmla="*/ 547180 h 2751770"/>
                <a:gd name="connsiteX31-133" fmla="*/ 1764313 w 3738080"/>
                <a:gd name="connsiteY31-134" fmla="*/ 591 h 275177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</a:cxnLst>
              <a:rect l="l" t="t" r="r" b="b"/>
              <a:pathLst>
                <a:path w="3738080" h="2751770">
                  <a:moveTo>
                    <a:pt x="1869041" y="1997576"/>
                  </a:moveTo>
                  <a:cubicBezTo>
                    <a:pt x="2077306" y="1997576"/>
                    <a:pt x="2246138" y="2166408"/>
                    <a:pt x="2246138" y="2374673"/>
                  </a:cubicBezTo>
                  <a:cubicBezTo>
                    <a:pt x="2246138" y="2582938"/>
                    <a:pt x="2077306" y="2751770"/>
                    <a:pt x="1869041" y="2751770"/>
                  </a:cubicBezTo>
                  <a:cubicBezTo>
                    <a:pt x="1660776" y="2751770"/>
                    <a:pt x="1491944" y="2582938"/>
                    <a:pt x="1491944" y="2374673"/>
                  </a:cubicBezTo>
                  <a:cubicBezTo>
                    <a:pt x="1491944" y="2166408"/>
                    <a:pt x="1660776" y="1997576"/>
                    <a:pt x="1869041" y="1997576"/>
                  </a:cubicBezTo>
                  <a:close/>
                  <a:moveTo>
                    <a:pt x="1858846" y="1306247"/>
                  </a:moveTo>
                  <a:cubicBezTo>
                    <a:pt x="2165924" y="1301758"/>
                    <a:pt x="2404940" y="1399722"/>
                    <a:pt x="2645621" y="1504218"/>
                  </a:cubicBezTo>
                  <a:cubicBezTo>
                    <a:pt x="2813424" y="1597955"/>
                    <a:pt x="2823993" y="1678797"/>
                    <a:pt x="2795575" y="1757331"/>
                  </a:cubicBezTo>
                  <a:cubicBezTo>
                    <a:pt x="2761471" y="1842158"/>
                    <a:pt x="2685239" y="1908552"/>
                    <a:pt x="2539052" y="1841672"/>
                  </a:cubicBezTo>
                  <a:cubicBezTo>
                    <a:pt x="2347207" y="1684231"/>
                    <a:pt x="1733351" y="1556050"/>
                    <a:pt x="1353947" y="1778974"/>
                  </a:cubicBezTo>
                  <a:cubicBezTo>
                    <a:pt x="1250080" y="1855218"/>
                    <a:pt x="1037749" y="1915097"/>
                    <a:pt x="982333" y="1780833"/>
                  </a:cubicBezTo>
                  <a:cubicBezTo>
                    <a:pt x="968480" y="1736637"/>
                    <a:pt x="963386" y="1699601"/>
                    <a:pt x="966756" y="1667407"/>
                  </a:cubicBezTo>
                  <a:cubicBezTo>
                    <a:pt x="976866" y="1570822"/>
                    <a:pt x="1063141" y="1517802"/>
                    <a:pt x="1217540" y="1445700"/>
                  </a:cubicBezTo>
                  <a:cubicBezTo>
                    <a:pt x="1465851" y="1348519"/>
                    <a:pt x="1674601" y="1308942"/>
                    <a:pt x="1858846" y="1306247"/>
                  </a:cubicBezTo>
                  <a:close/>
                  <a:moveTo>
                    <a:pt x="1828129" y="650059"/>
                  </a:moveTo>
                  <a:cubicBezTo>
                    <a:pt x="2445754" y="646836"/>
                    <a:pt x="2937662" y="894034"/>
                    <a:pt x="3108200" y="1008980"/>
                  </a:cubicBezTo>
                  <a:cubicBezTo>
                    <a:pt x="3228810" y="1075858"/>
                    <a:pt x="3343409" y="1171509"/>
                    <a:pt x="3258155" y="1319033"/>
                  </a:cubicBezTo>
                  <a:cubicBezTo>
                    <a:pt x="3134282" y="1435449"/>
                    <a:pt x="3057301" y="1393031"/>
                    <a:pt x="2937692" y="1304637"/>
                  </a:cubicBezTo>
                  <a:cubicBezTo>
                    <a:pt x="2647778" y="1191783"/>
                    <a:pt x="2008321" y="619142"/>
                    <a:pt x="763561" y="1325535"/>
                  </a:cubicBezTo>
                  <a:cubicBezTo>
                    <a:pt x="621636" y="1425852"/>
                    <a:pt x="511304" y="1376178"/>
                    <a:pt x="464412" y="1278813"/>
                  </a:cubicBezTo>
                  <a:cubicBezTo>
                    <a:pt x="452398" y="1252494"/>
                    <a:pt x="448110" y="1227223"/>
                    <a:pt x="450482" y="1202928"/>
                  </a:cubicBezTo>
                  <a:cubicBezTo>
                    <a:pt x="457599" y="1130049"/>
                    <a:pt x="524660" y="1065987"/>
                    <a:pt x="622892" y="1008979"/>
                  </a:cubicBezTo>
                  <a:cubicBezTo>
                    <a:pt x="1041721" y="744082"/>
                    <a:pt x="1457554" y="651995"/>
                    <a:pt x="1828129" y="650059"/>
                  </a:cubicBezTo>
                  <a:close/>
                  <a:moveTo>
                    <a:pt x="1764313" y="591"/>
                  </a:moveTo>
                  <a:cubicBezTo>
                    <a:pt x="2430887" y="-13278"/>
                    <a:pt x="3056659" y="218017"/>
                    <a:pt x="3559697" y="547180"/>
                  </a:cubicBezTo>
                  <a:cubicBezTo>
                    <a:pt x="3671781" y="597338"/>
                    <a:pt x="3794905" y="759863"/>
                    <a:pt x="3709650" y="882310"/>
                  </a:cubicBezTo>
                  <a:cubicBezTo>
                    <a:pt x="3594303" y="984791"/>
                    <a:pt x="3449118" y="907547"/>
                    <a:pt x="3367875" y="834477"/>
                  </a:cubicBezTo>
                  <a:cubicBezTo>
                    <a:pt x="3193985" y="725799"/>
                    <a:pt x="1920315" y="-235561"/>
                    <a:pt x="318417" y="884635"/>
                  </a:cubicBezTo>
                  <a:cubicBezTo>
                    <a:pt x="189280" y="993311"/>
                    <a:pt x="70419" y="922739"/>
                    <a:pt x="19267" y="846272"/>
                  </a:cubicBezTo>
                  <a:cubicBezTo>
                    <a:pt x="4410" y="817516"/>
                    <a:pt x="-1388" y="788500"/>
                    <a:pt x="275" y="760137"/>
                  </a:cubicBezTo>
                  <a:cubicBezTo>
                    <a:pt x="5260" y="675044"/>
                    <a:pt x="77384" y="595829"/>
                    <a:pt x="173484" y="547180"/>
                  </a:cubicBezTo>
                  <a:cubicBezTo>
                    <a:pt x="702741" y="170471"/>
                    <a:pt x="1245868" y="11376"/>
                    <a:pt x="1764313" y="5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90"/>
            </a:p>
          </p:txBody>
        </p:sp>
      </p:grpSp>
      <p:cxnSp>
        <p:nvCxnSpPr>
          <p:cNvPr id="156" name="Connector: Elbow 155"/>
          <p:cNvCxnSpPr>
            <a:endCxn id="171" idx="0"/>
          </p:cNvCxnSpPr>
          <p:nvPr/>
        </p:nvCxnSpPr>
        <p:spPr>
          <a:xfrm rot="10800000" flipV="1">
            <a:off x="1812566" y="1069803"/>
            <a:ext cx="2779063" cy="941707"/>
          </a:xfrm>
          <a:prstGeom prst="bentConnector2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Circle: Hollow 170"/>
          <p:cNvSpPr/>
          <p:nvPr/>
        </p:nvSpPr>
        <p:spPr>
          <a:xfrm>
            <a:off x="1684653" y="2011511"/>
            <a:ext cx="254557" cy="254557"/>
          </a:xfrm>
          <a:prstGeom prst="donu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>
              <a:solidFill>
                <a:schemeClr val="tx1"/>
              </a:solidFill>
            </a:endParaRPr>
          </a:p>
        </p:txBody>
      </p:sp>
      <p:sp>
        <p:nvSpPr>
          <p:cNvPr id="173" name="Circle: Hollow 172"/>
          <p:cNvSpPr/>
          <p:nvPr/>
        </p:nvSpPr>
        <p:spPr>
          <a:xfrm>
            <a:off x="4913034" y="1999068"/>
            <a:ext cx="254557" cy="254557"/>
          </a:xfrm>
          <a:prstGeom prst="donu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>
              <a:solidFill>
                <a:schemeClr val="tx1"/>
              </a:solidFill>
            </a:endParaRPr>
          </a:p>
        </p:txBody>
      </p:sp>
      <p:sp>
        <p:nvSpPr>
          <p:cNvPr id="174" name="Circle: Hollow 173"/>
          <p:cNvSpPr/>
          <p:nvPr/>
        </p:nvSpPr>
        <p:spPr>
          <a:xfrm>
            <a:off x="7889230" y="2022612"/>
            <a:ext cx="254557" cy="254557"/>
          </a:xfrm>
          <a:prstGeom prst="donu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90">
              <a:solidFill>
                <a:schemeClr val="tx1"/>
              </a:solidFill>
            </a:endParaRPr>
          </a:p>
        </p:txBody>
      </p:sp>
      <p:cxnSp>
        <p:nvCxnSpPr>
          <p:cNvPr id="177" name="Straight Connector 176"/>
          <p:cNvCxnSpPr>
            <a:endCxn id="173" idx="0"/>
          </p:cNvCxnSpPr>
          <p:nvPr/>
        </p:nvCxnSpPr>
        <p:spPr>
          <a:xfrm>
            <a:off x="5033459" y="1552509"/>
            <a:ext cx="6854" cy="5183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/>
          <p:cNvGrpSpPr/>
          <p:nvPr/>
        </p:nvGrpSpPr>
        <p:grpSpPr>
          <a:xfrm>
            <a:off x="3961507" y="712459"/>
            <a:ext cx="2157611" cy="1067896"/>
            <a:chOff x="4853562" y="1589418"/>
            <a:chExt cx="2609520" cy="1291565"/>
          </a:xfrm>
        </p:grpSpPr>
        <p:sp>
          <p:nvSpPr>
            <p:cNvPr id="151" name="Freeform 7"/>
            <p:cNvSpPr>
              <a:spLocks noChangeAspect="1"/>
            </p:cNvSpPr>
            <p:nvPr/>
          </p:nvSpPr>
          <p:spPr>
            <a:xfrm flipH="1">
              <a:off x="4853562" y="1589418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230">
                <a:solidFill>
                  <a:schemeClr val="tx1"/>
                </a:solidFill>
              </a:endParaRPr>
            </a:p>
          </p:txBody>
        </p:sp>
        <p:sp>
          <p:nvSpPr>
            <p:cNvPr id="152" name="Freeform 7"/>
            <p:cNvSpPr>
              <a:spLocks noChangeAspect="1"/>
            </p:cNvSpPr>
            <p:nvPr/>
          </p:nvSpPr>
          <p:spPr>
            <a:xfrm flipH="1">
              <a:off x="5230834" y="1678285"/>
              <a:ext cx="2232248" cy="1202698"/>
            </a:xfrm>
            <a:custGeom>
              <a:avLst/>
              <a:gdLst/>
              <a:ahLst/>
              <a:cxnLst/>
              <a:rect l="l" t="t" r="r" b="b"/>
              <a:pathLst>
                <a:path w="1872168" h="1008693">
                  <a:moveTo>
                    <a:pt x="699542" y="162"/>
                  </a:moveTo>
                  <a:cubicBezTo>
                    <a:pt x="683169" y="534"/>
                    <a:pt x="666273" y="1556"/>
                    <a:pt x="648845" y="3291"/>
                  </a:cubicBezTo>
                  <a:cubicBezTo>
                    <a:pt x="357120" y="49686"/>
                    <a:pt x="273885" y="284789"/>
                    <a:pt x="274981" y="413694"/>
                  </a:cubicBezTo>
                  <a:cubicBezTo>
                    <a:pt x="4451" y="471904"/>
                    <a:pt x="-11347" y="662854"/>
                    <a:pt x="4101" y="753457"/>
                  </a:cubicBezTo>
                  <a:cubicBezTo>
                    <a:pt x="42383" y="946818"/>
                    <a:pt x="296257" y="1004273"/>
                    <a:pt x="384912" y="1005378"/>
                  </a:cubicBezTo>
                  <a:lnTo>
                    <a:pt x="1507196" y="1008693"/>
                  </a:lnTo>
                  <a:cubicBezTo>
                    <a:pt x="1646895" y="1000406"/>
                    <a:pt x="1746295" y="947371"/>
                    <a:pt x="1825546" y="854557"/>
                  </a:cubicBezTo>
                  <a:cubicBezTo>
                    <a:pt x="1897410" y="760086"/>
                    <a:pt x="1873973" y="626012"/>
                    <a:pt x="1836613" y="558208"/>
                  </a:cubicBezTo>
                  <a:cubicBezTo>
                    <a:pt x="1808089" y="509360"/>
                    <a:pt x="1675919" y="402617"/>
                    <a:pt x="1507617" y="430504"/>
                  </a:cubicBezTo>
                  <a:cubicBezTo>
                    <a:pt x="1525469" y="335682"/>
                    <a:pt x="1477961" y="244522"/>
                    <a:pt x="1398003" y="206286"/>
                  </a:cubicBezTo>
                  <a:cubicBezTo>
                    <a:pt x="1299806" y="153261"/>
                    <a:pt x="1182195" y="177294"/>
                    <a:pt x="1108176" y="215068"/>
                  </a:cubicBezTo>
                  <a:cubicBezTo>
                    <a:pt x="1072916" y="135306"/>
                    <a:pt x="945134" y="-5422"/>
                    <a:pt x="699542" y="16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230" dirty="0">
                <a:solidFill>
                  <a:schemeClr val="tx1"/>
                </a:solidFill>
              </a:endParaRPr>
            </a:p>
          </p:txBody>
        </p:sp>
      </p:grpSp>
      <p:sp>
        <p:nvSpPr>
          <p:cNvPr id="179" name="Rectangle 178"/>
          <p:cNvSpPr/>
          <p:nvPr/>
        </p:nvSpPr>
        <p:spPr>
          <a:xfrm>
            <a:off x="4518432" y="1102476"/>
            <a:ext cx="1361311" cy="548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D" altLang="en-US" sz="1490" b="1" dirty="0">
                <a:solidFill>
                  <a:schemeClr val="accent1"/>
                </a:solidFill>
              </a:rPr>
              <a:t>CLOUD COMPUTING</a:t>
            </a:r>
            <a:endParaRPr lang="en-ID" altLang="en-US" sz="1490" b="1" dirty="0">
              <a:solidFill>
                <a:schemeClr val="accent1"/>
              </a:solidFill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755650" y="4117340"/>
            <a:ext cx="2414270" cy="269240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D" sz="1160" b="1" dirty="0">
                <a:cs typeface="Arial" panose="020B0604020202020204" pitchFamily="34" charset="0"/>
              </a:rPr>
              <a:t>Piranti Client</a:t>
            </a:r>
            <a:endParaRPr lang="en-ID" sz="1160" b="1" dirty="0">
              <a:cs typeface="Arial" panose="020B0604020202020204" pitchFamily="34" charset="0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3818890" y="4117340"/>
            <a:ext cx="2414270" cy="269240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D" sz="1160" b="1" dirty="0">
                <a:cs typeface="Arial" panose="020B0604020202020204" pitchFamily="34" charset="0"/>
              </a:rPr>
              <a:t>Smart Hydroponics System</a:t>
            </a:r>
            <a:endParaRPr lang="en-ID" sz="1160" b="1" dirty="0">
              <a:cs typeface="Arial" panose="020B0604020202020204" pitchFamily="34" charset="0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6882130" y="4117340"/>
            <a:ext cx="2414270" cy="269240"/>
          </a:xfrm>
          <a:prstGeom prst="rect">
            <a:avLst/>
          </a:prstGeom>
          <a:noFill/>
          <a:ln w="3175"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ID" sz="1160" b="1" dirty="0">
                <a:cs typeface="Arial" panose="020B0604020202020204" pitchFamily="34" charset="0"/>
              </a:rPr>
              <a:t>Cultivathings Server</a:t>
            </a:r>
            <a:endParaRPr lang="en-ID" sz="1160" b="1" dirty="0">
              <a:cs typeface="Arial" panose="020B0604020202020204" pitchFamily="34" charset="0"/>
            </a:endParaRPr>
          </a:p>
        </p:txBody>
      </p:sp>
      <p:sp>
        <p:nvSpPr>
          <p:cNvPr id="51" name="Freeform: Shape 143"/>
          <p:cNvSpPr/>
          <p:nvPr/>
        </p:nvSpPr>
        <p:spPr>
          <a:xfrm>
            <a:off x="4746632" y="2345674"/>
            <a:ext cx="558540" cy="411166"/>
          </a:xfrm>
          <a:custGeom>
            <a:avLst/>
            <a:gdLst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788485 w 3738080"/>
              <a:gd name="connsiteY5" fmla="*/ 1841061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-1" fmla="*/ 1869041 w 3738080"/>
              <a:gd name="connsiteY0-2" fmla="*/ 1997576 h 2751770"/>
              <a:gd name="connsiteX1-3" fmla="*/ 2246138 w 3738080"/>
              <a:gd name="connsiteY1-4" fmla="*/ 2374673 h 2751770"/>
              <a:gd name="connsiteX2-5" fmla="*/ 1869041 w 3738080"/>
              <a:gd name="connsiteY2-6" fmla="*/ 2751770 h 2751770"/>
              <a:gd name="connsiteX3-7" fmla="*/ 1491944 w 3738080"/>
              <a:gd name="connsiteY3-8" fmla="*/ 2374673 h 2751770"/>
              <a:gd name="connsiteX4-9" fmla="*/ 1869041 w 3738080"/>
              <a:gd name="connsiteY4-10" fmla="*/ 1997576 h 2751770"/>
              <a:gd name="connsiteX5-11" fmla="*/ 2624294 w 3738080"/>
              <a:gd name="connsiteY5-12" fmla="*/ 1992174 h 2751770"/>
              <a:gd name="connsiteX6-13" fmla="*/ 2632248 w 3738080"/>
              <a:gd name="connsiteY6-14" fmla="*/ 1992174 h 2751770"/>
              <a:gd name="connsiteX7-15" fmla="*/ 2624294 w 3738080"/>
              <a:gd name="connsiteY7-16" fmla="*/ 1992174 h 2751770"/>
              <a:gd name="connsiteX8-17" fmla="*/ 1858846 w 3738080"/>
              <a:gd name="connsiteY8-18" fmla="*/ 1306247 h 2751770"/>
              <a:gd name="connsiteX9-19" fmla="*/ 2645621 w 3738080"/>
              <a:gd name="connsiteY9-20" fmla="*/ 1504218 h 2751770"/>
              <a:gd name="connsiteX10-21" fmla="*/ 2795575 w 3738080"/>
              <a:gd name="connsiteY10-22" fmla="*/ 1757331 h 2751770"/>
              <a:gd name="connsiteX11-23" fmla="*/ 2539052 w 3738080"/>
              <a:gd name="connsiteY11-24" fmla="*/ 1841672 h 2751770"/>
              <a:gd name="connsiteX12-25" fmla="*/ 1353947 w 3738080"/>
              <a:gd name="connsiteY12-26" fmla="*/ 1778974 h 2751770"/>
              <a:gd name="connsiteX13-27" fmla="*/ 982333 w 3738080"/>
              <a:gd name="connsiteY13-28" fmla="*/ 1780833 h 2751770"/>
              <a:gd name="connsiteX14-29" fmla="*/ 966756 w 3738080"/>
              <a:gd name="connsiteY14-30" fmla="*/ 1667407 h 2751770"/>
              <a:gd name="connsiteX15-31" fmla="*/ 1217540 w 3738080"/>
              <a:gd name="connsiteY15-32" fmla="*/ 1445700 h 2751770"/>
              <a:gd name="connsiteX16-33" fmla="*/ 1858846 w 3738080"/>
              <a:gd name="connsiteY16-34" fmla="*/ 1306247 h 2751770"/>
              <a:gd name="connsiteX17-35" fmla="*/ 1828129 w 3738080"/>
              <a:gd name="connsiteY17-36" fmla="*/ 650059 h 2751770"/>
              <a:gd name="connsiteX18-37" fmla="*/ 3108200 w 3738080"/>
              <a:gd name="connsiteY18-38" fmla="*/ 1008980 h 2751770"/>
              <a:gd name="connsiteX19-39" fmla="*/ 3258155 w 3738080"/>
              <a:gd name="connsiteY19-40" fmla="*/ 1319033 h 2751770"/>
              <a:gd name="connsiteX20-41" fmla="*/ 2937692 w 3738080"/>
              <a:gd name="connsiteY20-42" fmla="*/ 1304637 h 2751770"/>
              <a:gd name="connsiteX21-43" fmla="*/ 763561 w 3738080"/>
              <a:gd name="connsiteY21-44" fmla="*/ 1325535 h 2751770"/>
              <a:gd name="connsiteX22-45" fmla="*/ 464412 w 3738080"/>
              <a:gd name="connsiteY22-46" fmla="*/ 1278813 h 2751770"/>
              <a:gd name="connsiteX23-47" fmla="*/ 450482 w 3738080"/>
              <a:gd name="connsiteY23-48" fmla="*/ 1202928 h 2751770"/>
              <a:gd name="connsiteX24-49" fmla="*/ 622892 w 3738080"/>
              <a:gd name="connsiteY24-50" fmla="*/ 1008979 h 2751770"/>
              <a:gd name="connsiteX25-51" fmla="*/ 1828129 w 3738080"/>
              <a:gd name="connsiteY25-52" fmla="*/ 650059 h 2751770"/>
              <a:gd name="connsiteX26-53" fmla="*/ 1764313 w 3738080"/>
              <a:gd name="connsiteY26-54" fmla="*/ 591 h 2751770"/>
              <a:gd name="connsiteX27-55" fmla="*/ 3559697 w 3738080"/>
              <a:gd name="connsiteY27-56" fmla="*/ 547180 h 2751770"/>
              <a:gd name="connsiteX28-57" fmla="*/ 3709650 w 3738080"/>
              <a:gd name="connsiteY28-58" fmla="*/ 882310 h 2751770"/>
              <a:gd name="connsiteX29-59" fmla="*/ 3367875 w 3738080"/>
              <a:gd name="connsiteY29-60" fmla="*/ 834477 h 2751770"/>
              <a:gd name="connsiteX30-61" fmla="*/ 318417 w 3738080"/>
              <a:gd name="connsiteY30-62" fmla="*/ 884635 h 2751770"/>
              <a:gd name="connsiteX31-63" fmla="*/ 19267 w 3738080"/>
              <a:gd name="connsiteY31-64" fmla="*/ 846272 h 2751770"/>
              <a:gd name="connsiteX32-65" fmla="*/ 275 w 3738080"/>
              <a:gd name="connsiteY32-66" fmla="*/ 760137 h 2751770"/>
              <a:gd name="connsiteX33-67" fmla="*/ 173484 w 3738080"/>
              <a:gd name="connsiteY33-68" fmla="*/ 547180 h 2751770"/>
              <a:gd name="connsiteX34-69" fmla="*/ 1764313 w 3738080"/>
              <a:gd name="connsiteY34-70" fmla="*/ 591 h 2751770"/>
              <a:gd name="connsiteX0-71" fmla="*/ 1869041 w 3738080"/>
              <a:gd name="connsiteY0-72" fmla="*/ 1997576 h 2751770"/>
              <a:gd name="connsiteX1-73" fmla="*/ 2246138 w 3738080"/>
              <a:gd name="connsiteY1-74" fmla="*/ 2374673 h 2751770"/>
              <a:gd name="connsiteX2-75" fmla="*/ 1869041 w 3738080"/>
              <a:gd name="connsiteY2-76" fmla="*/ 2751770 h 2751770"/>
              <a:gd name="connsiteX3-77" fmla="*/ 1491944 w 3738080"/>
              <a:gd name="connsiteY3-78" fmla="*/ 2374673 h 2751770"/>
              <a:gd name="connsiteX4-79" fmla="*/ 1869041 w 3738080"/>
              <a:gd name="connsiteY4-80" fmla="*/ 1997576 h 2751770"/>
              <a:gd name="connsiteX5-81" fmla="*/ 1858846 w 3738080"/>
              <a:gd name="connsiteY5-82" fmla="*/ 1306247 h 2751770"/>
              <a:gd name="connsiteX6-83" fmla="*/ 2645621 w 3738080"/>
              <a:gd name="connsiteY6-84" fmla="*/ 1504218 h 2751770"/>
              <a:gd name="connsiteX7-85" fmla="*/ 2795575 w 3738080"/>
              <a:gd name="connsiteY7-86" fmla="*/ 1757331 h 2751770"/>
              <a:gd name="connsiteX8-87" fmla="*/ 2539052 w 3738080"/>
              <a:gd name="connsiteY8-88" fmla="*/ 1841672 h 2751770"/>
              <a:gd name="connsiteX9-89" fmla="*/ 1353947 w 3738080"/>
              <a:gd name="connsiteY9-90" fmla="*/ 1778974 h 2751770"/>
              <a:gd name="connsiteX10-91" fmla="*/ 982333 w 3738080"/>
              <a:gd name="connsiteY10-92" fmla="*/ 1780833 h 2751770"/>
              <a:gd name="connsiteX11-93" fmla="*/ 966756 w 3738080"/>
              <a:gd name="connsiteY11-94" fmla="*/ 1667407 h 2751770"/>
              <a:gd name="connsiteX12-95" fmla="*/ 1217540 w 3738080"/>
              <a:gd name="connsiteY12-96" fmla="*/ 1445700 h 2751770"/>
              <a:gd name="connsiteX13-97" fmla="*/ 1858846 w 3738080"/>
              <a:gd name="connsiteY13-98" fmla="*/ 1306247 h 2751770"/>
              <a:gd name="connsiteX14-99" fmla="*/ 1828129 w 3738080"/>
              <a:gd name="connsiteY14-100" fmla="*/ 650059 h 2751770"/>
              <a:gd name="connsiteX15-101" fmla="*/ 3108200 w 3738080"/>
              <a:gd name="connsiteY15-102" fmla="*/ 1008980 h 2751770"/>
              <a:gd name="connsiteX16-103" fmla="*/ 3258155 w 3738080"/>
              <a:gd name="connsiteY16-104" fmla="*/ 1319033 h 2751770"/>
              <a:gd name="connsiteX17-105" fmla="*/ 2937692 w 3738080"/>
              <a:gd name="connsiteY17-106" fmla="*/ 1304637 h 2751770"/>
              <a:gd name="connsiteX18-107" fmla="*/ 763561 w 3738080"/>
              <a:gd name="connsiteY18-108" fmla="*/ 1325535 h 2751770"/>
              <a:gd name="connsiteX19-109" fmla="*/ 464412 w 3738080"/>
              <a:gd name="connsiteY19-110" fmla="*/ 1278813 h 2751770"/>
              <a:gd name="connsiteX20-111" fmla="*/ 450482 w 3738080"/>
              <a:gd name="connsiteY20-112" fmla="*/ 1202928 h 2751770"/>
              <a:gd name="connsiteX21-113" fmla="*/ 622892 w 3738080"/>
              <a:gd name="connsiteY21-114" fmla="*/ 1008979 h 2751770"/>
              <a:gd name="connsiteX22-115" fmla="*/ 1828129 w 3738080"/>
              <a:gd name="connsiteY22-116" fmla="*/ 650059 h 2751770"/>
              <a:gd name="connsiteX23-117" fmla="*/ 1764313 w 3738080"/>
              <a:gd name="connsiteY23-118" fmla="*/ 591 h 2751770"/>
              <a:gd name="connsiteX24-119" fmla="*/ 3559697 w 3738080"/>
              <a:gd name="connsiteY24-120" fmla="*/ 547180 h 2751770"/>
              <a:gd name="connsiteX25-121" fmla="*/ 3709650 w 3738080"/>
              <a:gd name="connsiteY25-122" fmla="*/ 882310 h 2751770"/>
              <a:gd name="connsiteX26-123" fmla="*/ 3367875 w 3738080"/>
              <a:gd name="connsiteY26-124" fmla="*/ 834477 h 2751770"/>
              <a:gd name="connsiteX27-125" fmla="*/ 318417 w 3738080"/>
              <a:gd name="connsiteY27-126" fmla="*/ 884635 h 2751770"/>
              <a:gd name="connsiteX28-127" fmla="*/ 19267 w 3738080"/>
              <a:gd name="connsiteY28-128" fmla="*/ 846272 h 2751770"/>
              <a:gd name="connsiteX29-129" fmla="*/ 275 w 3738080"/>
              <a:gd name="connsiteY29-130" fmla="*/ 760137 h 2751770"/>
              <a:gd name="connsiteX30-131" fmla="*/ 173484 w 3738080"/>
              <a:gd name="connsiteY30-132" fmla="*/ 547180 h 2751770"/>
              <a:gd name="connsiteX31-133" fmla="*/ 1764313 w 3738080"/>
              <a:gd name="connsiteY31-134" fmla="*/ 591 h 27517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</a:cxnLst>
            <a:rect l="l" t="t" r="r" b="b"/>
            <a:pathLst>
              <a:path w="3738080" h="2751770">
                <a:moveTo>
                  <a:pt x="1869041" y="1997576"/>
                </a:moveTo>
                <a:cubicBezTo>
                  <a:pt x="2077306" y="1997576"/>
                  <a:pt x="2246138" y="2166408"/>
                  <a:pt x="2246138" y="2374673"/>
                </a:cubicBezTo>
                <a:cubicBezTo>
                  <a:pt x="2246138" y="2582938"/>
                  <a:pt x="2077306" y="2751770"/>
                  <a:pt x="1869041" y="2751770"/>
                </a:cubicBezTo>
                <a:cubicBezTo>
                  <a:pt x="1660776" y="2751770"/>
                  <a:pt x="1491944" y="2582938"/>
                  <a:pt x="1491944" y="2374673"/>
                </a:cubicBezTo>
                <a:cubicBezTo>
                  <a:pt x="1491944" y="2166408"/>
                  <a:pt x="1660776" y="1997576"/>
                  <a:pt x="1869041" y="1997576"/>
                </a:cubicBezTo>
                <a:close/>
                <a:moveTo>
                  <a:pt x="1858846" y="1306247"/>
                </a:moveTo>
                <a:cubicBezTo>
                  <a:pt x="2165924" y="1301758"/>
                  <a:pt x="2404940" y="1399722"/>
                  <a:pt x="2645621" y="1504218"/>
                </a:cubicBezTo>
                <a:cubicBezTo>
                  <a:pt x="2813424" y="1597955"/>
                  <a:pt x="2823993" y="1678797"/>
                  <a:pt x="2795575" y="1757331"/>
                </a:cubicBezTo>
                <a:cubicBezTo>
                  <a:pt x="2761471" y="1842158"/>
                  <a:pt x="2685239" y="1908552"/>
                  <a:pt x="2539052" y="1841672"/>
                </a:cubicBezTo>
                <a:cubicBezTo>
                  <a:pt x="2347207" y="1684231"/>
                  <a:pt x="1733351" y="1556050"/>
                  <a:pt x="1353947" y="1778974"/>
                </a:cubicBezTo>
                <a:cubicBezTo>
                  <a:pt x="1250080" y="1855218"/>
                  <a:pt x="1037749" y="1915097"/>
                  <a:pt x="982333" y="1780833"/>
                </a:cubicBezTo>
                <a:cubicBezTo>
                  <a:pt x="968480" y="1736637"/>
                  <a:pt x="963386" y="1699601"/>
                  <a:pt x="966756" y="1667407"/>
                </a:cubicBezTo>
                <a:cubicBezTo>
                  <a:pt x="976866" y="1570822"/>
                  <a:pt x="1063141" y="1517802"/>
                  <a:pt x="1217540" y="1445700"/>
                </a:cubicBezTo>
                <a:cubicBezTo>
                  <a:pt x="1465851" y="1348519"/>
                  <a:pt x="1674601" y="1308942"/>
                  <a:pt x="1858846" y="1306247"/>
                </a:cubicBezTo>
                <a:close/>
                <a:moveTo>
                  <a:pt x="1828129" y="650059"/>
                </a:moveTo>
                <a:cubicBezTo>
                  <a:pt x="2445754" y="646836"/>
                  <a:pt x="2937662" y="894034"/>
                  <a:pt x="3108200" y="1008980"/>
                </a:cubicBezTo>
                <a:cubicBezTo>
                  <a:pt x="3228810" y="1075858"/>
                  <a:pt x="3343409" y="1171509"/>
                  <a:pt x="3258155" y="1319033"/>
                </a:cubicBezTo>
                <a:cubicBezTo>
                  <a:pt x="3134282" y="1435449"/>
                  <a:pt x="3057301" y="1393031"/>
                  <a:pt x="2937692" y="1304637"/>
                </a:cubicBezTo>
                <a:cubicBezTo>
                  <a:pt x="2647778" y="1191783"/>
                  <a:pt x="2008321" y="619142"/>
                  <a:pt x="763561" y="1325535"/>
                </a:cubicBezTo>
                <a:cubicBezTo>
                  <a:pt x="621636" y="1425852"/>
                  <a:pt x="511304" y="1376178"/>
                  <a:pt x="464412" y="1278813"/>
                </a:cubicBezTo>
                <a:cubicBezTo>
                  <a:pt x="452398" y="1252494"/>
                  <a:pt x="448110" y="1227223"/>
                  <a:pt x="450482" y="1202928"/>
                </a:cubicBezTo>
                <a:cubicBezTo>
                  <a:pt x="457599" y="1130049"/>
                  <a:pt x="524660" y="1065987"/>
                  <a:pt x="622892" y="1008979"/>
                </a:cubicBezTo>
                <a:cubicBezTo>
                  <a:pt x="1041721" y="744082"/>
                  <a:pt x="1457554" y="651995"/>
                  <a:pt x="1828129" y="650059"/>
                </a:cubicBezTo>
                <a:close/>
                <a:moveTo>
                  <a:pt x="1764313" y="591"/>
                </a:moveTo>
                <a:cubicBezTo>
                  <a:pt x="2430887" y="-13278"/>
                  <a:pt x="3056659" y="218017"/>
                  <a:pt x="3559697" y="547180"/>
                </a:cubicBezTo>
                <a:cubicBezTo>
                  <a:pt x="3671781" y="597338"/>
                  <a:pt x="3794905" y="759863"/>
                  <a:pt x="3709650" y="882310"/>
                </a:cubicBezTo>
                <a:cubicBezTo>
                  <a:pt x="3594303" y="984791"/>
                  <a:pt x="3449118" y="907547"/>
                  <a:pt x="3367875" y="834477"/>
                </a:cubicBezTo>
                <a:cubicBezTo>
                  <a:pt x="3193985" y="725799"/>
                  <a:pt x="1920315" y="-235561"/>
                  <a:pt x="318417" y="884635"/>
                </a:cubicBezTo>
                <a:cubicBezTo>
                  <a:pt x="189280" y="993311"/>
                  <a:pt x="70419" y="922739"/>
                  <a:pt x="19267" y="846272"/>
                </a:cubicBezTo>
                <a:cubicBezTo>
                  <a:pt x="4410" y="817516"/>
                  <a:pt x="-1388" y="788500"/>
                  <a:pt x="275" y="760137"/>
                </a:cubicBezTo>
                <a:cubicBezTo>
                  <a:pt x="5260" y="675044"/>
                  <a:pt x="77384" y="595829"/>
                  <a:pt x="173484" y="547180"/>
                </a:cubicBezTo>
                <a:cubicBezTo>
                  <a:pt x="702741" y="170471"/>
                  <a:pt x="1245868" y="11376"/>
                  <a:pt x="1764313" y="59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90"/>
          </a:p>
        </p:txBody>
      </p:sp>
      <p:pic>
        <p:nvPicPr>
          <p:cNvPr id="52" name="Picture 51" descr="1409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4100" y="2800350"/>
            <a:ext cx="1224280" cy="1224280"/>
          </a:xfrm>
          <a:prstGeom prst="rect">
            <a:avLst/>
          </a:prstGeom>
        </p:spPr>
      </p:pic>
      <p:sp>
        <p:nvSpPr>
          <p:cNvPr id="53" name="Freeform: Shape 143"/>
          <p:cNvSpPr/>
          <p:nvPr/>
        </p:nvSpPr>
        <p:spPr>
          <a:xfrm>
            <a:off x="7736847" y="2345674"/>
            <a:ext cx="558540" cy="411166"/>
          </a:xfrm>
          <a:custGeom>
            <a:avLst/>
            <a:gdLst>
              <a:gd name="connsiteX0" fmla="*/ 1869041 w 3738080"/>
              <a:gd name="connsiteY0" fmla="*/ 1997576 h 2751770"/>
              <a:gd name="connsiteX1" fmla="*/ 2246138 w 3738080"/>
              <a:gd name="connsiteY1" fmla="*/ 2374673 h 2751770"/>
              <a:gd name="connsiteX2" fmla="*/ 1869041 w 3738080"/>
              <a:gd name="connsiteY2" fmla="*/ 2751770 h 2751770"/>
              <a:gd name="connsiteX3" fmla="*/ 1491944 w 3738080"/>
              <a:gd name="connsiteY3" fmla="*/ 2374673 h 2751770"/>
              <a:gd name="connsiteX4" fmla="*/ 1869041 w 3738080"/>
              <a:gd name="connsiteY4" fmla="*/ 1997576 h 2751770"/>
              <a:gd name="connsiteX5" fmla="*/ 2788485 w 3738080"/>
              <a:gd name="connsiteY5" fmla="*/ 1841061 h 2751770"/>
              <a:gd name="connsiteX6" fmla="*/ 2632248 w 3738080"/>
              <a:gd name="connsiteY6" fmla="*/ 1992174 h 2751770"/>
              <a:gd name="connsiteX7" fmla="*/ 2624294 w 3738080"/>
              <a:gd name="connsiteY7" fmla="*/ 1992174 h 2751770"/>
              <a:gd name="connsiteX8" fmla="*/ 1858846 w 3738080"/>
              <a:gd name="connsiteY8" fmla="*/ 1306247 h 2751770"/>
              <a:gd name="connsiteX9" fmla="*/ 2645621 w 3738080"/>
              <a:gd name="connsiteY9" fmla="*/ 1504218 h 2751770"/>
              <a:gd name="connsiteX10" fmla="*/ 2795575 w 3738080"/>
              <a:gd name="connsiteY10" fmla="*/ 1757331 h 2751770"/>
              <a:gd name="connsiteX11" fmla="*/ 2539052 w 3738080"/>
              <a:gd name="connsiteY11" fmla="*/ 1841672 h 2751770"/>
              <a:gd name="connsiteX12" fmla="*/ 1353947 w 3738080"/>
              <a:gd name="connsiteY12" fmla="*/ 1778974 h 2751770"/>
              <a:gd name="connsiteX13" fmla="*/ 982333 w 3738080"/>
              <a:gd name="connsiteY13" fmla="*/ 1780833 h 2751770"/>
              <a:gd name="connsiteX14" fmla="*/ 966756 w 3738080"/>
              <a:gd name="connsiteY14" fmla="*/ 1667407 h 2751770"/>
              <a:gd name="connsiteX15" fmla="*/ 1217540 w 3738080"/>
              <a:gd name="connsiteY15" fmla="*/ 1445700 h 2751770"/>
              <a:gd name="connsiteX16" fmla="*/ 1858846 w 3738080"/>
              <a:gd name="connsiteY16" fmla="*/ 1306247 h 2751770"/>
              <a:gd name="connsiteX17" fmla="*/ 1828129 w 3738080"/>
              <a:gd name="connsiteY17" fmla="*/ 650059 h 2751770"/>
              <a:gd name="connsiteX18" fmla="*/ 3108200 w 3738080"/>
              <a:gd name="connsiteY18" fmla="*/ 1008980 h 2751770"/>
              <a:gd name="connsiteX19" fmla="*/ 3258155 w 3738080"/>
              <a:gd name="connsiteY19" fmla="*/ 1319033 h 2751770"/>
              <a:gd name="connsiteX20" fmla="*/ 2937692 w 3738080"/>
              <a:gd name="connsiteY20" fmla="*/ 1304637 h 2751770"/>
              <a:gd name="connsiteX21" fmla="*/ 763561 w 3738080"/>
              <a:gd name="connsiteY21" fmla="*/ 1325535 h 2751770"/>
              <a:gd name="connsiteX22" fmla="*/ 464412 w 3738080"/>
              <a:gd name="connsiteY22" fmla="*/ 1278813 h 2751770"/>
              <a:gd name="connsiteX23" fmla="*/ 450482 w 3738080"/>
              <a:gd name="connsiteY23" fmla="*/ 1202928 h 2751770"/>
              <a:gd name="connsiteX24" fmla="*/ 622892 w 3738080"/>
              <a:gd name="connsiteY24" fmla="*/ 1008979 h 2751770"/>
              <a:gd name="connsiteX25" fmla="*/ 1828129 w 3738080"/>
              <a:gd name="connsiteY25" fmla="*/ 650059 h 2751770"/>
              <a:gd name="connsiteX26" fmla="*/ 1764313 w 3738080"/>
              <a:gd name="connsiteY26" fmla="*/ 591 h 2751770"/>
              <a:gd name="connsiteX27" fmla="*/ 3559697 w 3738080"/>
              <a:gd name="connsiteY27" fmla="*/ 547180 h 2751770"/>
              <a:gd name="connsiteX28" fmla="*/ 3709650 w 3738080"/>
              <a:gd name="connsiteY28" fmla="*/ 882310 h 2751770"/>
              <a:gd name="connsiteX29" fmla="*/ 3367875 w 3738080"/>
              <a:gd name="connsiteY29" fmla="*/ 834477 h 2751770"/>
              <a:gd name="connsiteX30" fmla="*/ 318417 w 3738080"/>
              <a:gd name="connsiteY30" fmla="*/ 884635 h 2751770"/>
              <a:gd name="connsiteX31" fmla="*/ 19267 w 3738080"/>
              <a:gd name="connsiteY31" fmla="*/ 846272 h 2751770"/>
              <a:gd name="connsiteX32" fmla="*/ 275 w 3738080"/>
              <a:gd name="connsiteY32" fmla="*/ 760137 h 2751770"/>
              <a:gd name="connsiteX33" fmla="*/ 173484 w 3738080"/>
              <a:gd name="connsiteY33" fmla="*/ 547180 h 2751770"/>
              <a:gd name="connsiteX34" fmla="*/ 1764313 w 3738080"/>
              <a:gd name="connsiteY34" fmla="*/ 591 h 2751770"/>
              <a:gd name="connsiteX0-1" fmla="*/ 1869041 w 3738080"/>
              <a:gd name="connsiteY0-2" fmla="*/ 1997576 h 2751770"/>
              <a:gd name="connsiteX1-3" fmla="*/ 2246138 w 3738080"/>
              <a:gd name="connsiteY1-4" fmla="*/ 2374673 h 2751770"/>
              <a:gd name="connsiteX2-5" fmla="*/ 1869041 w 3738080"/>
              <a:gd name="connsiteY2-6" fmla="*/ 2751770 h 2751770"/>
              <a:gd name="connsiteX3-7" fmla="*/ 1491944 w 3738080"/>
              <a:gd name="connsiteY3-8" fmla="*/ 2374673 h 2751770"/>
              <a:gd name="connsiteX4-9" fmla="*/ 1869041 w 3738080"/>
              <a:gd name="connsiteY4-10" fmla="*/ 1997576 h 2751770"/>
              <a:gd name="connsiteX5-11" fmla="*/ 2624294 w 3738080"/>
              <a:gd name="connsiteY5-12" fmla="*/ 1992174 h 2751770"/>
              <a:gd name="connsiteX6-13" fmla="*/ 2632248 w 3738080"/>
              <a:gd name="connsiteY6-14" fmla="*/ 1992174 h 2751770"/>
              <a:gd name="connsiteX7-15" fmla="*/ 2624294 w 3738080"/>
              <a:gd name="connsiteY7-16" fmla="*/ 1992174 h 2751770"/>
              <a:gd name="connsiteX8-17" fmla="*/ 1858846 w 3738080"/>
              <a:gd name="connsiteY8-18" fmla="*/ 1306247 h 2751770"/>
              <a:gd name="connsiteX9-19" fmla="*/ 2645621 w 3738080"/>
              <a:gd name="connsiteY9-20" fmla="*/ 1504218 h 2751770"/>
              <a:gd name="connsiteX10-21" fmla="*/ 2795575 w 3738080"/>
              <a:gd name="connsiteY10-22" fmla="*/ 1757331 h 2751770"/>
              <a:gd name="connsiteX11-23" fmla="*/ 2539052 w 3738080"/>
              <a:gd name="connsiteY11-24" fmla="*/ 1841672 h 2751770"/>
              <a:gd name="connsiteX12-25" fmla="*/ 1353947 w 3738080"/>
              <a:gd name="connsiteY12-26" fmla="*/ 1778974 h 2751770"/>
              <a:gd name="connsiteX13-27" fmla="*/ 982333 w 3738080"/>
              <a:gd name="connsiteY13-28" fmla="*/ 1780833 h 2751770"/>
              <a:gd name="connsiteX14-29" fmla="*/ 966756 w 3738080"/>
              <a:gd name="connsiteY14-30" fmla="*/ 1667407 h 2751770"/>
              <a:gd name="connsiteX15-31" fmla="*/ 1217540 w 3738080"/>
              <a:gd name="connsiteY15-32" fmla="*/ 1445700 h 2751770"/>
              <a:gd name="connsiteX16-33" fmla="*/ 1858846 w 3738080"/>
              <a:gd name="connsiteY16-34" fmla="*/ 1306247 h 2751770"/>
              <a:gd name="connsiteX17-35" fmla="*/ 1828129 w 3738080"/>
              <a:gd name="connsiteY17-36" fmla="*/ 650059 h 2751770"/>
              <a:gd name="connsiteX18-37" fmla="*/ 3108200 w 3738080"/>
              <a:gd name="connsiteY18-38" fmla="*/ 1008980 h 2751770"/>
              <a:gd name="connsiteX19-39" fmla="*/ 3258155 w 3738080"/>
              <a:gd name="connsiteY19-40" fmla="*/ 1319033 h 2751770"/>
              <a:gd name="connsiteX20-41" fmla="*/ 2937692 w 3738080"/>
              <a:gd name="connsiteY20-42" fmla="*/ 1304637 h 2751770"/>
              <a:gd name="connsiteX21-43" fmla="*/ 763561 w 3738080"/>
              <a:gd name="connsiteY21-44" fmla="*/ 1325535 h 2751770"/>
              <a:gd name="connsiteX22-45" fmla="*/ 464412 w 3738080"/>
              <a:gd name="connsiteY22-46" fmla="*/ 1278813 h 2751770"/>
              <a:gd name="connsiteX23-47" fmla="*/ 450482 w 3738080"/>
              <a:gd name="connsiteY23-48" fmla="*/ 1202928 h 2751770"/>
              <a:gd name="connsiteX24-49" fmla="*/ 622892 w 3738080"/>
              <a:gd name="connsiteY24-50" fmla="*/ 1008979 h 2751770"/>
              <a:gd name="connsiteX25-51" fmla="*/ 1828129 w 3738080"/>
              <a:gd name="connsiteY25-52" fmla="*/ 650059 h 2751770"/>
              <a:gd name="connsiteX26-53" fmla="*/ 1764313 w 3738080"/>
              <a:gd name="connsiteY26-54" fmla="*/ 591 h 2751770"/>
              <a:gd name="connsiteX27-55" fmla="*/ 3559697 w 3738080"/>
              <a:gd name="connsiteY27-56" fmla="*/ 547180 h 2751770"/>
              <a:gd name="connsiteX28-57" fmla="*/ 3709650 w 3738080"/>
              <a:gd name="connsiteY28-58" fmla="*/ 882310 h 2751770"/>
              <a:gd name="connsiteX29-59" fmla="*/ 3367875 w 3738080"/>
              <a:gd name="connsiteY29-60" fmla="*/ 834477 h 2751770"/>
              <a:gd name="connsiteX30-61" fmla="*/ 318417 w 3738080"/>
              <a:gd name="connsiteY30-62" fmla="*/ 884635 h 2751770"/>
              <a:gd name="connsiteX31-63" fmla="*/ 19267 w 3738080"/>
              <a:gd name="connsiteY31-64" fmla="*/ 846272 h 2751770"/>
              <a:gd name="connsiteX32-65" fmla="*/ 275 w 3738080"/>
              <a:gd name="connsiteY32-66" fmla="*/ 760137 h 2751770"/>
              <a:gd name="connsiteX33-67" fmla="*/ 173484 w 3738080"/>
              <a:gd name="connsiteY33-68" fmla="*/ 547180 h 2751770"/>
              <a:gd name="connsiteX34-69" fmla="*/ 1764313 w 3738080"/>
              <a:gd name="connsiteY34-70" fmla="*/ 591 h 2751770"/>
              <a:gd name="connsiteX0-71" fmla="*/ 1869041 w 3738080"/>
              <a:gd name="connsiteY0-72" fmla="*/ 1997576 h 2751770"/>
              <a:gd name="connsiteX1-73" fmla="*/ 2246138 w 3738080"/>
              <a:gd name="connsiteY1-74" fmla="*/ 2374673 h 2751770"/>
              <a:gd name="connsiteX2-75" fmla="*/ 1869041 w 3738080"/>
              <a:gd name="connsiteY2-76" fmla="*/ 2751770 h 2751770"/>
              <a:gd name="connsiteX3-77" fmla="*/ 1491944 w 3738080"/>
              <a:gd name="connsiteY3-78" fmla="*/ 2374673 h 2751770"/>
              <a:gd name="connsiteX4-79" fmla="*/ 1869041 w 3738080"/>
              <a:gd name="connsiteY4-80" fmla="*/ 1997576 h 2751770"/>
              <a:gd name="connsiteX5-81" fmla="*/ 1858846 w 3738080"/>
              <a:gd name="connsiteY5-82" fmla="*/ 1306247 h 2751770"/>
              <a:gd name="connsiteX6-83" fmla="*/ 2645621 w 3738080"/>
              <a:gd name="connsiteY6-84" fmla="*/ 1504218 h 2751770"/>
              <a:gd name="connsiteX7-85" fmla="*/ 2795575 w 3738080"/>
              <a:gd name="connsiteY7-86" fmla="*/ 1757331 h 2751770"/>
              <a:gd name="connsiteX8-87" fmla="*/ 2539052 w 3738080"/>
              <a:gd name="connsiteY8-88" fmla="*/ 1841672 h 2751770"/>
              <a:gd name="connsiteX9-89" fmla="*/ 1353947 w 3738080"/>
              <a:gd name="connsiteY9-90" fmla="*/ 1778974 h 2751770"/>
              <a:gd name="connsiteX10-91" fmla="*/ 982333 w 3738080"/>
              <a:gd name="connsiteY10-92" fmla="*/ 1780833 h 2751770"/>
              <a:gd name="connsiteX11-93" fmla="*/ 966756 w 3738080"/>
              <a:gd name="connsiteY11-94" fmla="*/ 1667407 h 2751770"/>
              <a:gd name="connsiteX12-95" fmla="*/ 1217540 w 3738080"/>
              <a:gd name="connsiteY12-96" fmla="*/ 1445700 h 2751770"/>
              <a:gd name="connsiteX13-97" fmla="*/ 1858846 w 3738080"/>
              <a:gd name="connsiteY13-98" fmla="*/ 1306247 h 2751770"/>
              <a:gd name="connsiteX14-99" fmla="*/ 1828129 w 3738080"/>
              <a:gd name="connsiteY14-100" fmla="*/ 650059 h 2751770"/>
              <a:gd name="connsiteX15-101" fmla="*/ 3108200 w 3738080"/>
              <a:gd name="connsiteY15-102" fmla="*/ 1008980 h 2751770"/>
              <a:gd name="connsiteX16-103" fmla="*/ 3258155 w 3738080"/>
              <a:gd name="connsiteY16-104" fmla="*/ 1319033 h 2751770"/>
              <a:gd name="connsiteX17-105" fmla="*/ 2937692 w 3738080"/>
              <a:gd name="connsiteY17-106" fmla="*/ 1304637 h 2751770"/>
              <a:gd name="connsiteX18-107" fmla="*/ 763561 w 3738080"/>
              <a:gd name="connsiteY18-108" fmla="*/ 1325535 h 2751770"/>
              <a:gd name="connsiteX19-109" fmla="*/ 464412 w 3738080"/>
              <a:gd name="connsiteY19-110" fmla="*/ 1278813 h 2751770"/>
              <a:gd name="connsiteX20-111" fmla="*/ 450482 w 3738080"/>
              <a:gd name="connsiteY20-112" fmla="*/ 1202928 h 2751770"/>
              <a:gd name="connsiteX21-113" fmla="*/ 622892 w 3738080"/>
              <a:gd name="connsiteY21-114" fmla="*/ 1008979 h 2751770"/>
              <a:gd name="connsiteX22-115" fmla="*/ 1828129 w 3738080"/>
              <a:gd name="connsiteY22-116" fmla="*/ 650059 h 2751770"/>
              <a:gd name="connsiteX23-117" fmla="*/ 1764313 w 3738080"/>
              <a:gd name="connsiteY23-118" fmla="*/ 591 h 2751770"/>
              <a:gd name="connsiteX24-119" fmla="*/ 3559697 w 3738080"/>
              <a:gd name="connsiteY24-120" fmla="*/ 547180 h 2751770"/>
              <a:gd name="connsiteX25-121" fmla="*/ 3709650 w 3738080"/>
              <a:gd name="connsiteY25-122" fmla="*/ 882310 h 2751770"/>
              <a:gd name="connsiteX26-123" fmla="*/ 3367875 w 3738080"/>
              <a:gd name="connsiteY26-124" fmla="*/ 834477 h 2751770"/>
              <a:gd name="connsiteX27-125" fmla="*/ 318417 w 3738080"/>
              <a:gd name="connsiteY27-126" fmla="*/ 884635 h 2751770"/>
              <a:gd name="connsiteX28-127" fmla="*/ 19267 w 3738080"/>
              <a:gd name="connsiteY28-128" fmla="*/ 846272 h 2751770"/>
              <a:gd name="connsiteX29-129" fmla="*/ 275 w 3738080"/>
              <a:gd name="connsiteY29-130" fmla="*/ 760137 h 2751770"/>
              <a:gd name="connsiteX30-131" fmla="*/ 173484 w 3738080"/>
              <a:gd name="connsiteY30-132" fmla="*/ 547180 h 2751770"/>
              <a:gd name="connsiteX31-133" fmla="*/ 1764313 w 3738080"/>
              <a:gd name="connsiteY31-134" fmla="*/ 591 h 275177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  <a:cxn ang="0">
                <a:pos x="connsiteX13-27" y="connsiteY13-28"/>
              </a:cxn>
              <a:cxn ang="0">
                <a:pos x="connsiteX14-29" y="connsiteY14-30"/>
              </a:cxn>
              <a:cxn ang="0">
                <a:pos x="connsiteX15-31" y="connsiteY15-32"/>
              </a:cxn>
              <a:cxn ang="0">
                <a:pos x="connsiteX16-33" y="connsiteY16-34"/>
              </a:cxn>
              <a:cxn ang="0">
                <a:pos x="connsiteX17-35" y="connsiteY17-36"/>
              </a:cxn>
              <a:cxn ang="0">
                <a:pos x="connsiteX18-37" y="connsiteY18-38"/>
              </a:cxn>
              <a:cxn ang="0">
                <a:pos x="connsiteX19-39" y="connsiteY19-40"/>
              </a:cxn>
              <a:cxn ang="0">
                <a:pos x="connsiteX20-41" y="connsiteY20-42"/>
              </a:cxn>
              <a:cxn ang="0">
                <a:pos x="connsiteX21-43" y="connsiteY21-44"/>
              </a:cxn>
              <a:cxn ang="0">
                <a:pos x="connsiteX22-45" y="connsiteY22-46"/>
              </a:cxn>
              <a:cxn ang="0">
                <a:pos x="connsiteX23-47" y="connsiteY23-48"/>
              </a:cxn>
              <a:cxn ang="0">
                <a:pos x="connsiteX24-49" y="connsiteY24-50"/>
              </a:cxn>
              <a:cxn ang="0">
                <a:pos x="connsiteX25-51" y="connsiteY25-52"/>
              </a:cxn>
              <a:cxn ang="0">
                <a:pos x="connsiteX26-53" y="connsiteY26-54"/>
              </a:cxn>
              <a:cxn ang="0">
                <a:pos x="connsiteX27-55" y="connsiteY27-56"/>
              </a:cxn>
              <a:cxn ang="0">
                <a:pos x="connsiteX28-57" y="connsiteY28-58"/>
              </a:cxn>
              <a:cxn ang="0">
                <a:pos x="connsiteX29-59" y="connsiteY29-60"/>
              </a:cxn>
              <a:cxn ang="0">
                <a:pos x="connsiteX30-61" y="connsiteY30-62"/>
              </a:cxn>
              <a:cxn ang="0">
                <a:pos x="connsiteX31-63" y="connsiteY31-64"/>
              </a:cxn>
            </a:cxnLst>
            <a:rect l="l" t="t" r="r" b="b"/>
            <a:pathLst>
              <a:path w="3738080" h="2751770">
                <a:moveTo>
                  <a:pt x="1869041" y="1997576"/>
                </a:moveTo>
                <a:cubicBezTo>
                  <a:pt x="2077306" y="1997576"/>
                  <a:pt x="2246138" y="2166408"/>
                  <a:pt x="2246138" y="2374673"/>
                </a:cubicBezTo>
                <a:cubicBezTo>
                  <a:pt x="2246138" y="2582938"/>
                  <a:pt x="2077306" y="2751770"/>
                  <a:pt x="1869041" y="2751770"/>
                </a:cubicBezTo>
                <a:cubicBezTo>
                  <a:pt x="1660776" y="2751770"/>
                  <a:pt x="1491944" y="2582938"/>
                  <a:pt x="1491944" y="2374673"/>
                </a:cubicBezTo>
                <a:cubicBezTo>
                  <a:pt x="1491944" y="2166408"/>
                  <a:pt x="1660776" y="1997576"/>
                  <a:pt x="1869041" y="1997576"/>
                </a:cubicBezTo>
                <a:close/>
                <a:moveTo>
                  <a:pt x="1858846" y="1306247"/>
                </a:moveTo>
                <a:cubicBezTo>
                  <a:pt x="2165924" y="1301758"/>
                  <a:pt x="2404940" y="1399722"/>
                  <a:pt x="2645621" y="1504218"/>
                </a:cubicBezTo>
                <a:cubicBezTo>
                  <a:pt x="2813424" y="1597955"/>
                  <a:pt x="2823993" y="1678797"/>
                  <a:pt x="2795575" y="1757331"/>
                </a:cubicBezTo>
                <a:cubicBezTo>
                  <a:pt x="2761471" y="1842158"/>
                  <a:pt x="2685239" y="1908552"/>
                  <a:pt x="2539052" y="1841672"/>
                </a:cubicBezTo>
                <a:cubicBezTo>
                  <a:pt x="2347207" y="1684231"/>
                  <a:pt x="1733351" y="1556050"/>
                  <a:pt x="1353947" y="1778974"/>
                </a:cubicBezTo>
                <a:cubicBezTo>
                  <a:pt x="1250080" y="1855218"/>
                  <a:pt x="1037749" y="1915097"/>
                  <a:pt x="982333" y="1780833"/>
                </a:cubicBezTo>
                <a:cubicBezTo>
                  <a:pt x="968480" y="1736637"/>
                  <a:pt x="963386" y="1699601"/>
                  <a:pt x="966756" y="1667407"/>
                </a:cubicBezTo>
                <a:cubicBezTo>
                  <a:pt x="976866" y="1570822"/>
                  <a:pt x="1063141" y="1517802"/>
                  <a:pt x="1217540" y="1445700"/>
                </a:cubicBezTo>
                <a:cubicBezTo>
                  <a:pt x="1465851" y="1348519"/>
                  <a:pt x="1674601" y="1308942"/>
                  <a:pt x="1858846" y="1306247"/>
                </a:cubicBezTo>
                <a:close/>
                <a:moveTo>
                  <a:pt x="1828129" y="650059"/>
                </a:moveTo>
                <a:cubicBezTo>
                  <a:pt x="2445754" y="646836"/>
                  <a:pt x="2937662" y="894034"/>
                  <a:pt x="3108200" y="1008980"/>
                </a:cubicBezTo>
                <a:cubicBezTo>
                  <a:pt x="3228810" y="1075858"/>
                  <a:pt x="3343409" y="1171509"/>
                  <a:pt x="3258155" y="1319033"/>
                </a:cubicBezTo>
                <a:cubicBezTo>
                  <a:pt x="3134282" y="1435449"/>
                  <a:pt x="3057301" y="1393031"/>
                  <a:pt x="2937692" y="1304637"/>
                </a:cubicBezTo>
                <a:cubicBezTo>
                  <a:pt x="2647778" y="1191783"/>
                  <a:pt x="2008321" y="619142"/>
                  <a:pt x="763561" y="1325535"/>
                </a:cubicBezTo>
                <a:cubicBezTo>
                  <a:pt x="621636" y="1425852"/>
                  <a:pt x="511304" y="1376178"/>
                  <a:pt x="464412" y="1278813"/>
                </a:cubicBezTo>
                <a:cubicBezTo>
                  <a:pt x="452398" y="1252494"/>
                  <a:pt x="448110" y="1227223"/>
                  <a:pt x="450482" y="1202928"/>
                </a:cubicBezTo>
                <a:cubicBezTo>
                  <a:pt x="457599" y="1130049"/>
                  <a:pt x="524660" y="1065987"/>
                  <a:pt x="622892" y="1008979"/>
                </a:cubicBezTo>
                <a:cubicBezTo>
                  <a:pt x="1041721" y="744082"/>
                  <a:pt x="1457554" y="651995"/>
                  <a:pt x="1828129" y="650059"/>
                </a:cubicBezTo>
                <a:close/>
                <a:moveTo>
                  <a:pt x="1764313" y="591"/>
                </a:moveTo>
                <a:cubicBezTo>
                  <a:pt x="2430887" y="-13278"/>
                  <a:pt x="3056659" y="218017"/>
                  <a:pt x="3559697" y="547180"/>
                </a:cubicBezTo>
                <a:cubicBezTo>
                  <a:pt x="3671781" y="597338"/>
                  <a:pt x="3794905" y="759863"/>
                  <a:pt x="3709650" y="882310"/>
                </a:cubicBezTo>
                <a:cubicBezTo>
                  <a:pt x="3594303" y="984791"/>
                  <a:pt x="3449118" y="907547"/>
                  <a:pt x="3367875" y="834477"/>
                </a:cubicBezTo>
                <a:cubicBezTo>
                  <a:pt x="3193985" y="725799"/>
                  <a:pt x="1920315" y="-235561"/>
                  <a:pt x="318417" y="884635"/>
                </a:cubicBezTo>
                <a:cubicBezTo>
                  <a:pt x="189280" y="993311"/>
                  <a:pt x="70419" y="922739"/>
                  <a:pt x="19267" y="846272"/>
                </a:cubicBezTo>
                <a:cubicBezTo>
                  <a:pt x="4410" y="817516"/>
                  <a:pt x="-1388" y="788500"/>
                  <a:pt x="275" y="760137"/>
                </a:cubicBezTo>
                <a:cubicBezTo>
                  <a:pt x="5260" y="675044"/>
                  <a:pt x="77384" y="595829"/>
                  <a:pt x="173484" y="547180"/>
                </a:cubicBezTo>
                <a:cubicBezTo>
                  <a:pt x="702741" y="170471"/>
                  <a:pt x="1245868" y="11376"/>
                  <a:pt x="1764313" y="59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1490"/>
          </a:p>
        </p:txBody>
      </p:sp>
      <p:pic>
        <p:nvPicPr>
          <p:cNvPr id="54" name="Picture 53" descr="Mekanik - Copy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91025" y="2753995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Placeholder 4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altLang="en-US" dirty="0"/>
              <a:t>Monitoring</a:t>
            </a:r>
            <a:endParaRPr lang="en-ID" altLang="en-US" dirty="0"/>
          </a:p>
        </p:txBody>
      </p:sp>
      <p:sp>
        <p:nvSpPr>
          <p:cNvPr id="3" name="Chevron 2"/>
          <p:cNvSpPr/>
          <p:nvPr/>
        </p:nvSpPr>
        <p:spPr>
          <a:xfrm rot="5400000">
            <a:off x="663872" y="1942817"/>
            <a:ext cx="288534" cy="28489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>
              <a:solidFill>
                <a:schemeClr val="tx1"/>
              </a:solidFill>
            </a:endParaRPr>
          </a:p>
        </p:txBody>
      </p:sp>
      <p:sp>
        <p:nvSpPr>
          <p:cNvPr id="4" name="Chevron 2"/>
          <p:cNvSpPr/>
          <p:nvPr/>
        </p:nvSpPr>
        <p:spPr>
          <a:xfrm rot="5400000">
            <a:off x="663872" y="2437533"/>
            <a:ext cx="288534" cy="28489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>
              <a:solidFill>
                <a:schemeClr val="tx1"/>
              </a:solidFill>
            </a:endParaRPr>
          </a:p>
        </p:txBody>
      </p:sp>
      <p:sp>
        <p:nvSpPr>
          <p:cNvPr id="5" name="Chevron 2"/>
          <p:cNvSpPr/>
          <p:nvPr/>
        </p:nvSpPr>
        <p:spPr>
          <a:xfrm rot="5400000">
            <a:off x="663872" y="2932250"/>
            <a:ext cx="288534" cy="28489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>
              <a:solidFill>
                <a:schemeClr val="tx1"/>
              </a:solidFill>
            </a:endParaRPr>
          </a:p>
        </p:txBody>
      </p:sp>
      <p:sp>
        <p:nvSpPr>
          <p:cNvPr id="6" name="Chevron 2"/>
          <p:cNvSpPr/>
          <p:nvPr/>
        </p:nvSpPr>
        <p:spPr>
          <a:xfrm rot="5400000">
            <a:off x="663872" y="3426964"/>
            <a:ext cx="288534" cy="28489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0529" y="1940904"/>
            <a:ext cx="389929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</a:rPr>
              <a:t>Monitoring parameter pada setiap sensor</a:t>
            </a:r>
            <a:endParaRPr lang="en-ID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50529" y="2435620"/>
            <a:ext cx="389929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</a:rPr>
              <a:t>Monitoring perkembangan tanaman</a:t>
            </a:r>
            <a:endParaRPr lang="en-ID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529" y="2930336"/>
            <a:ext cx="389929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</a:rPr>
              <a:t>Monitoring perkembangan cuaca</a:t>
            </a:r>
            <a:endParaRPr lang="en-ID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529" y="3425052"/>
            <a:ext cx="389929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dirty="0">
                <a:solidFill>
                  <a:schemeClr val="bg1"/>
                </a:solidFill>
                <a:cs typeface="Arial" panose="020B0604020202020204" pitchFamily="34" charset="0"/>
              </a:rPr>
              <a:t>Penggunaan Daya Listrik</a:t>
            </a:r>
            <a:endParaRPr lang="en-ID" sz="16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Placeholder 1" descr="Screenshot (96)"/>
          <p:cNvPicPr>
            <a:picLocks noChangeAspect="1"/>
          </p:cNvPicPr>
          <p:nvPr>
            <p:ph type="pic" idx="15"/>
          </p:nvPr>
        </p:nvPicPr>
        <p:blipFill>
          <a:blip r:embed="rId1"/>
          <a:stretch>
            <a:fillRect/>
          </a:stretch>
        </p:blipFill>
        <p:spPr>
          <a:xfrm>
            <a:off x="5873750" y="1348105"/>
            <a:ext cx="3787140" cy="21291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-5080" y="280670"/>
            <a:ext cx="10065385" cy="598805"/>
          </a:xfrm>
          <a:solidFill>
            <a:srgbClr val="2C2F45"/>
          </a:solidFill>
        </p:spPr>
        <p:txBody>
          <a:bodyPr/>
          <a:lstStyle/>
          <a:p>
            <a:r>
              <a:rPr lang="en-ID" altLang="en-US" dirty="0">
                <a:solidFill>
                  <a:schemeClr val="bg1"/>
                </a:solidFill>
              </a:rPr>
              <a:t>Kontrol</a:t>
            </a:r>
            <a:endParaRPr lang="en-ID" altLang="en-US" dirty="0">
              <a:solidFill>
                <a:schemeClr val="bg1"/>
              </a:solidFill>
            </a:endParaRPr>
          </a:p>
        </p:txBody>
      </p:sp>
      <p:pic>
        <p:nvPicPr>
          <p:cNvPr id="36" name="Picture Placeholder 35" descr="screencapture-localhost-hydroponics-2019-04-09-14_07_24"/>
          <p:cNvPicPr>
            <a:picLocks noChangeAspect="1"/>
          </p:cNvPicPr>
          <p:nvPr>
            <p:ph type="pic" idx="15"/>
          </p:nvPr>
        </p:nvPicPr>
        <p:blipFill>
          <a:blip r:embed="rId1"/>
          <a:stretch>
            <a:fillRect/>
          </a:stretch>
        </p:blipFill>
        <p:spPr>
          <a:xfrm>
            <a:off x="831850" y="1798320"/>
            <a:ext cx="1558925" cy="276860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 rot="5400000">
            <a:off x="2888277" y="2158082"/>
            <a:ext cx="288534" cy="28489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3600">
              <a:solidFill>
                <a:schemeClr val="tx1"/>
              </a:solidFill>
            </a:endParaRPr>
          </a:p>
        </p:txBody>
      </p:sp>
      <p:sp>
        <p:nvSpPr>
          <p:cNvPr id="29" name="Chevron 2"/>
          <p:cNvSpPr/>
          <p:nvPr/>
        </p:nvSpPr>
        <p:spPr>
          <a:xfrm rot="5400000">
            <a:off x="2888277" y="2652798"/>
            <a:ext cx="288534" cy="28489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3600">
              <a:solidFill>
                <a:schemeClr val="tx1"/>
              </a:solidFill>
            </a:endParaRPr>
          </a:p>
        </p:txBody>
      </p:sp>
      <p:sp>
        <p:nvSpPr>
          <p:cNvPr id="30" name="Chevron 2"/>
          <p:cNvSpPr/>
          <p:nvPr/>
        </p:nvSpPr>
        <p:spPr>
          <a:xfrm rot="5400000">
            <a:off x="2888277" y="3147515"/>
            <a:ext cx="288534" cy="28489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3600">
              <a:solidFill>
                <a:schemeClr val="tx1"/>
              </a:solidFill>
            </a:endParaRPr>
          </a:p>
        </p:txBody>
      </p:sp>
      <p:sp>
        <p:nvSpPr>
          <p:cNvPr id="31" name="Chevron 2"/>
          <p:cNvSpPr/>
          <p:nvPr/>
        </p:nvSpPr>
        <p:spPr>
          <a:xfrm rot="5400000">
            <a:off x="2888277" y="3642229"/>
            <a:ext cx="288534" cy="28489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3600">
              <a:solidFill>
                <a:schemeClr val="tx1"/>
              </a:solidFill>
            </a:endParaRPr>
          </a:p>
        </p:txBody>
      </p:sp>
      <p:sp>
        <p:nvSpPr>
          <p:cNvPr id="32" name="TextBox 6"/>
          <p:cNvSpPr txBox="1"/>
          <p:nvPr/>
        </p:nvSpPr>
        <p:spPr>
          <a:xfrm>
            <a:off x="3175000" y="2156460"/>
            <a:ext cx="6262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D" sz="1600" dirty="0">
                <a:solidFill>
                  <a:schemeClr val="tx1"/>
                </a:solidFill>
              </a:rPr>
              <a:t>Menentukan mode operasi (Otomatis / Semi Otomatis / Manual)</a:t>
            </a:r>
            <a:endParaRPr lang="en-ID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3" name="TextBox 7"/>
          <p:cNvSpPr txBox="1"/>
          <p:nvPr/>
        </p:nvSpPr>
        <p:spPr>
          <a:xfrm>
            <a:off x="3175000" y="2651125"/>
            <a:ext cx="5990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D" sz="1600" dirty="0">
                <a:solidFill>
                  <a:schemeClr val="tx1"/>
                </a:solidFill>
              </a:rPr>
              <a:t>Menyesuaikan algoritma mikrokontroller dengan jenis tanaman</a:t>
            </a:r>
            <a:endParaRPr lang="en-ID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3175000" y="3145790"/>
            <a:ext cx="55911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D" sz="1600" dirty="0">
                <a:solidFill>
                  <a:schemeClr val="tx1"/>
                </a:solidFill>
              </a:rPr>
              <a:t>Mengatur batas minimum parameter yang dibaca sensor</a:t>
            </a:r>
            <a:endParaRPr lang="en-ID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35" name="TextBox 9"/>
          <p:cNvSpPr txBox="1"/>
          <p:nvPr/>
        </p:nvSpPr>
        <p:spPr>
          <a:xfrm>
            <a:off x="3175000" y="3640455"/>
            <a:ext cx="6164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D" altLang="en-US" sz="1600" dirty="0">
                <a:solidFill>
                  <a:schemeClr val="tx1"/>
                </a:solidFill>
              </a:rPr>
              <a:t>Manajemen penggunaan daya pada aktuator</a:t>
            </a:r>
            <a:endParaRPr lang="en-ID" altLang="en-US" sz="1600" dirty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82766" y="854764"/>
            <a:ext cx="9568984" cy="598845"/>
          </a:xfrm>
        </p:spPr>
        <p:txBody>
          <a:bodyPr/>
          <a:p>
            <a:pPr algn="r"/>
            <a:r>
              <a:rPr lang="en-ID" altLang="en-US" sz="3600"/>
              <a:t>Blog &amp; Forum</a:t>
            </a:r>
            <a:endParaRPr lang="en-ID" altLang="en-US" sz="3600"/>
          </a:p>
        </p:txBody>
      </p:sp>
      <p:sp>
        <p:nvSpPr>
          <p:cNvPr id="30" name="CustomShape 3"/>
          <p:cNvSpPr/>
          <p:nvPr/>
        </p:nvSpPr>
        <p:spPr>
          <a:xfrm>
            <a:off x="8341360" y="1453515"/>
            <a:ext cx="1805305" cy="43200"/>
          </a:xfrm>
          <a:prstGeom prst="rect">
            <a:avLst/>
          </a:prstGeom>
          <a:solidFill>
            <a:srgbClr val="568AD5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grpSp>
        <p:nvGrpSpPr>
          <p:cNvPr id="4" name="Group 3"/>
          <p:cNvGrpSpPr/>
          <p:nvPr/>
        </p:nvGrpSpPr>
        <p:grpSpPr>
          <a:xfrm>
            <a:off x="236220" y="457200"/>
            <a:ext cx="5813425" cy="4573270"/>
            <a:chOff x="764" y="2346"/>
            <a:chExt cx="5520" cy="4342"/>
          </a:xfrm>
        </p:grpSpPr>
        <p:grpSp>
          <p:nvGrpSpPr>
            <p:cNvPr id="51" name="Graphic 14"/>
            <p:cNvGrpSpPr/>
            <p:nvPr/>
          </p:nvGrpSpPr>
          <p:grpSpPr>
            <a:xfrm>
              <a:off x="764" y="2346"/>
              <a:ext cx="5520" cy="4342"/>
              <a:chOff x="2444748" y="555045"/>
              <a:chExt cx="7282048" cy="5727454"/>
            </a:xfrm>
          </p:grpSpPr>
          <p:sp>
            <p:nvSpPr>
              <p:cNvPr id="52" name="Freeform: Shape 51"/>
              <p:cNvSpPr/>
              <p:nvPr/>
            </p:nvSpPr>
            <p:spPr>
              <a:xfrm>
                <a:off x="4964693" y="5443837"/>
                <a:ext cx="2168250" cy="818208"/>
              </a:xfrm>
              <a:custGeom>
                <a:avLst/>
                <a:gdLst>
                  <a:gd name="connsiteX0" fmla="*/ 1941333 w 2168250"/>
                  <a:gd name="connsiteY0" fmla="*/ 525699 h 818207"/>
                  <a:gd name="connsiteX1" fmla="*/ 1785874 w 2168250"/>
                  <a:gd name="connsiteY1" fmla="*/ 30683 h 818207"/>
                  <a:gd name="connsiteX2" fmla="*/ 1114943 w 2168250"/>
                  <a:gd name="connsiteY2" fmla="*/ 30683 h 818207"/>
                  <a:gd name="connsiteX3" fmla="*/ 1065851 w 2168250"/>
                  <a:gd name="connsiteY3" fmla="*/ 30683 h 818207"/>
                  <a:gd name="connsiteX4" fmla="*/ 390830 w 2168250"/>
                  <a:gd name="connsiteY4" fmla="*/ 30683 h 818207"/>
                  <a:gd name="connsiteX5" fmla="*/ 235370 w 2168250"/>
                  <a:gd name="connsiteY5" fmla="*/ 525699 h 818207"/>
                  <a:gd name="connsiteX6" fmla="*/ 259916 w 2168250"/>
                  <a:gd name="connsiteY6" fmla="*/ 816162 h 818207"/>
                  <a:gd name="connsiteX7" fmla="*/ 1065851 w 2168250"/>
                  <a:gd name="connsiteY7" fmla="*/ 816162 h 818207"/>
                  <a:gd name="connsiteX8" fmla="*/ 1114943 w 2168250"/>
                  <a:gd name="connsiteY8" fmla="*/ 816162 h 818207"/>
                  <a:gd name="connsiteX9" fmla="*/ 1920878 w 2168250"/>
                  <a:gd name="connsiteY9" fmla="*/ 816162 h 818207"/>
                  <a:gd name="connsiteX10" fmla="*/ 1941333 w 2168250"/>
                  <a:gd name="connsiteY10" fmla="*/ 525699 h 81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68250" h="818207">
                    <a:moveTo>
                      <a:pt x="1941333" y="525699"/>
                    </a:moveTo>
                    <a:cubicBezTo>
                      <a:pt x="1789965" y="370239"/>
                      <a:pt x="1785874" y="30683"/>
                      <a:pt x="1785874" y="30683"/>
                    </a:cubicBezTo>
                    <a:lnTo>
                      <a:pt x="1114943" y="30683"/>
                    </a:lnTo>
                    <a:lnTo>
                      <a:pt x="1065851" y="30683"/>
                    </a:lnTo>
                    <a:lnTo>
                      <a:pt x="390830" y="30683"/>
                    </a:lnTo>
                    <a:cubicBezTo>
                      <a:pt x="390830" y="30683"/>
                      <a:pt x="386739" y="366148"/>
                      <a:pt x="235370" y="525699"/>
                    </a:cubicBezTo>
                    <a:cubicBezTo>
                      <a:pt x="84002" y="681158"/>
                      <a:pt x="-149188" y="816162"/>
                      <a:pt x="259916" y="816162"/>
                    </a:cubicBezTo>
                    <a:cubicBezTo>
                      <a:pt x="587199" y="816162"/>
                      <a:pt x="939029" y="816162"/>
                      <a:pt x="1065851" y="816162"/>
                    </a:cubicBezTo>
                    <a:cubicBezTo>
                      <a:pt x="1098579" y="816162"/>
                      <a:pt x="1114943" y="816162"/>
                      <a:pt x="1114943" y="816162"/>
                    </a:cubicBezTo>
                    <a:cubicBezTo>
                      <a:pt x="1245857" y="816162"/>
                      <a:pt x="1597686" y="816162"/>
                      <a:pt x="1920878" y="816162"/>
                    </a:cubicBezTo>
                    <a:cubicBezTo>
                      <a:pt x="2329982" y="816162"/>
                      <a:pt x="2092702" y="681158"/>
                      <a:pt x="1941333" y="52569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bg1">
                      <a:lumMod val="75000"/>
                    </a:schemeClr>
                  </a:gs>
                  <a:gs pos="53000">
                    <a:schemeClr val="bg1">
                      <a:lumMod val="85000"/>
                    </a:schemeClr>
                  </a:gs>
                  <a:gs pos="83000">
                    <a:schemeClr val="bg1">
                      <a:lumMod val="75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6200000" scaled="0"/>
              </a:gradFill>
              <a:ln w="95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53" name="Freeform: Shape 52"/>
              <p:cNvSpPr/>
              <p:nvPr/>
            </p:nvSpPr>
            <p:spPr>
              <a:xfrm>
                <a:off x="2444748" y="555045"/>
                <a:ext cx="7282048" cy="4950157"/>
              </a:xfrm>
              <a:custGeom>
                <a:avLst/>
                <a:gdLst>
                  <a:gd name="connsiteX0" fmla="*/ 7038632 w 7282048"/>
                  <a:gd name="connsiteY0" fmla="*/ 30683 h 4950157"/>
                  <a:gd name="connsiteX1" fmla="*/ 3704436 w 7282048"/>
                  <a:gd name="connsiteY1" fmla="*/ 30683 h 4950157"/>
                  <a:gd name="connsiteX2" fmla="*/ 3589886 w 7282048"/>
                  <a:gd name="connsiteY2" fmla="*/ 30683 h 4950157"/>
                  <a:gd name="connsiteX3" fmla="*/ 259781 w 7282048"/>
                  <a:gd name="connsiteY3" fmla="*/ 30683 h 4950157"/>
                  <a:gd name="connsiteX4" fmla="*/ 30683 w 7282048"/>
                  <a:gd name="connsiteY4" fmla="*/ 259781 h 4950157"/>
                  <a:gd name="connsiteX5" fmla="*/ 30683 w 7282048"/>
                  <a:gd name="connsiteY5" fmla="*/ 4698558 h 4950157"/>
                  <a:gd name="connsiteX6" fmla="*/ 239326 w 7282048"/>
                  <a:gd name="connsiteY6" fmla="*/ 4931748 h 4950157"/>
                  <a:gd name="connsiteX7" fmla="*/ 7042723 w 7282048"/>
                  <a:gd name="connsiteY7" fmla="*/ 4931748 h 4950157"/>
                  <a:gd name="connsiteX8" fmla="*/ 7251366 w 7282048"/>
                  <a:gd name="connsiteY8" fmla="*/ 4698558 h 4950157"/>
                  <a:gd name="connsiteX9" fmla="*/ 7251366 w 7282048"/>
                  <a:gd name="connsiteY9" fmla="*/ 259781 h 4950157"/>
                  <a:gd name="connsiteX10" fmla="*/ 7038632 w 7282048"/>
                  <a:gd name="connsiteY10" fmla="*/ 30683 h 4950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82048" h="4950157">
                    <a:moveTo>
                      <a:pt x="7038632" y="30683"/>
                    </a:moveTo>
                    <a:lnTo>
                      <a:pt x="3704436" y="30683"/>
                    </a:lnTo>
                    <a:lnTo>
                      <a:pt x="3589886" y="30683"/>
                    </a:lnTo>
                    <a:lnTo>
                      <a:pt x="259781" y="30683"/>
                    </a:lnTo>
                    <a:cubicBezTo>
                      <a:pt x="141141" y="30683"/>
                      <a:pt x="30683" y="128868"/>
                      <a:pt x="30683" y="259781"/>
                    </a:cubicBezTo>
                    <a:lnTo>
                      <a:pt x="30683" y="4698558"/>
                    </a:lnTo>
                    <a:cubicBezTo>
                      <a:pt x="30683" y="4829472"/>
                      <a:pt x="124777" y="4931748"/>
                      <a:pt x="239326" y="4931748"/>
                    </a:cubicBezTo>
                    <a:lnTo>
                      <a:pt x="7042723" y="4931748"/>
                    </a:lnTo>
                    <a:cubicBezTo>
                      <a:pt x="7157272" y="4931748"/>
                      <a:pt x="7251366" y="4825380"/>
                      <a:pt x="7251366" y="4698558"/>
                    </a:cubicBezTo>
                    <a:lnTo>
                      <a:pt x="7251366" y="259781"/>
                    </a:lnTo>
                    <a:cubicBezTo>
                      <a:pt x="7251366" y="128868"/>
                      <a:pt x="7157272" y="30683"/>
                      <a:pt x="7038632" y="30683"/>
                    </a:cubicBez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 dirty="0"/>
              </a:p>
            </p:txBody>
          </p:sp>
          <p:sp>
            <p:nvSpPr>
              <p:cNvPr id="54" name="Freeform: Shape 53"/>
              <p:cNvSpPr/>
              <p:nvPr/>
            </p:nvSpPr>
            <p:spPr>
              <a:xfrm>
                <a:off x="8706599" y="5435655"/>
                <a:ext cx="490925" cy="81821"/>
              </a:xfrm>
              <a:custGeom>
                <a:avLst/>
                <a:gdLst>
                  <a:gd name="connsiteX0" fmla="*/ 32212 w 490924"/>
                  <a:gd name="connsiteY0" fmla="*/ 30683 h 81820"/>
                  <a:gd name="connsiteX1" fmla="*/ 64939 w 490924"/>
                  <a:gd name="connsiteY1" fmla="*/ 71593 h 81820"/>
                  <a:gd name="connsiteX2" fmla="*/ 461771 w 490924"/>
                  <a:gd name="connsiteY2" fmla="*/ 71593 h 81820"/>
                  <a:gd name="connsiteX3" fmla="*/ 498590 w 490924"/>
                  <a:gd name="connsiteY3" fmla="*/ 30683 h 81820"/>
                  <a:gd name="connsiteX4" fmla="*/ 32212 w 490924"/>
                  <a:gd name="connsiteY4" fmla="*/ 30683 h 81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0924" h="81820">
                    <a:moveTo>
                      <a:pt x="32212" y="30683"/>
                    </a:moveTo>
                    <a:cubicBezTo>
                      <a:pt x="32212" y="30683"/>
                      <a:pt x="19938" y="67502"/>
                      <a:pt x="64939" y="71593"/>
                    </a:cubicBezTo>
                    <a:lnTo>
                      <a:pt x="461771" y="71593"/>
                    </a:lnTo>
                    <a:cubicBezTo>
                      <a:pt x="461771" y="71593"/>
                      <a:pt x="502681" y="75684"/>
                      <a:pt x="498590" y="30683"/>
                    </a:cubicBezTo>
                    <a:lnTo>
                      <a:pt x="32212" y="30683"/>
                    </a:lnTo>
                    <a:close/>
                  </a:path>
                </a:pathLst>
              </a:custGeom>
              <a:solidFill>
                <a:srgbClr val="999999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55" name="Freeform: Shape 54"/>
              <p:cNvSpPr/>
              <p:nvPr/>
            </p:nvSpPr>
            <p:spPr>
              <a:xfrm>
                <a:off x="2481568" y="595956"/>
                <a:ext cx="7200228" cy="4336501"/>
              </a:xfrm>
              <a:custGeom>
                <a:avLst/>
                <a:gdLst>
                  <a:gd name="connsiteX0" fmla="*/ 6973175 w 7200227"/>
                  <a:gd name="connsiteY0" fmla="*/ 30683 h 4336501"/>
                  <a:gd name="connsiteX1" fmla="*/ 3671707 w 7200227"/>
                  <a:gd name="connsiteY1" fmla="*/ 30683 h 4336501"/>
                  <a:gd name="connsiteX2" fmla="*/ 3561249 w 7200227"/>
                  <a:gd name="connsiteY2" fmla="*/ 30683 h 4336501"/>
                  <a:gd name="connsiteX3" fmla="*/ 259781 w 7200227"/>
                  <a:gd name="connsiteY3" fmla="*/ 30683 h 4336501"/>
                  <a:gd name="connsiteX4" fmla="*/ 30683 w 7200227"/>
                  <a:gd name="connsiteY4" fmla="*/ 231144 h 4336501"/>
                  <a:gd name="connsiteX5" fmla="*/ 30683 w 7200227"/>
                  <a:gd name="connsiteY5" fmla="*/ 4330365 h 4336501"/>
                  <a:gd name="connsiteX6" fmla="*/ 7185909 w 7200227"/>
                  <a:gd name="connsiteY6" fmla="*/ 4330365 h 4336501"/>
                  <a:gd name="connsiteX7" fmla="*/ 7185909 w 7200227"/>
                  <a:gd name="connsiteY7" fmla="*/ 231144 h 4336501"/>
                  <a:gd name="connsiteX8" fmla="*/ 6973175 w 7200227"/>
                  <a:gd name="connsiteY8" fmla="*/ 30683 h 4336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00227" h="4336501">
                    <a:moveTo>
                      <a:pt x="6973175" y="30683"/>
                    </a:moveTo>
                    <a:lnTo>
                      <a:pt x="3671707" y="30683"/>
                    </a:lnTo>
                    <a:lnTo>
                      <a:pt x="3561249" y="30683"/>
                    </a:lnTo>
                    <a:lnTo>
                      <a:pt x="259781" y="30683"/>
                    </a:lnTo>
                    <a:cubicBezTo>
                      <a:pt x="141141" y="30683"/>
                      <a:pt x="30683" y="112504"/>
                      <a:pt x="30683" y="231144"/>
                    </a:cubicBezTo>
                    <a:lnTo>
                      <a:pt x="30683" y="4330365"/>
                    </a:lnTo>
                    <a:lnTo>
                      <a:pt x="7185909" y="4330365"/>
                    </a:lnTo>
                    <a:lnTo>
                      <a:pt x="7185909" y="231144"/>
                    </a:lnTo>
                    <a:cubicBezTo>
                      <a:pt x="7185909" y="112504"/>
                      <a:pt x="7091815" y="30683"/>
                      <a:pt x="6973175" y="30683"/>
                    </a:cubicBezTo>
                    <a:close/>
                  </a:path>
                </a:pathLst>
              </a:custGeom>
              <a:solidFill>
                <a:srgbClr val="231F2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56" name="Freeform: Shape 55"/>
              <p:cNvSpPr/>
              <p:nvPr/>
            </p:nvSpPr>
            <p:spPr>
              <a:xfrm>
                <a:off x="4968919" y="6159768"/>
                <a:ext cx="2168250" cy="122731"/>
              </a:xfrm>
              <a:custGeom>
                <a:avLst/>
                <a:gdLst>
                  <a:gd name="connsiteX0" fmla="*/ 30683 w 2168250"/>
                  <a:gd name="connsiteY0" fmla="*/ 34774 h 122731"/>
                  <a:gd name="connsiteX1" fmla="*/ 30683 w 2168250"/>
                  <a:gd name="connsiteY1" fmla="*/ 34774 h 122731"/>
                  <a:gd name="connsiteX2" fmla="*/ 30683 w 2168250"/>
                  <a:gd name="connsiteY2" fmla="*/ 38865 h 122731"/>
                  <a:gd name="connsiteX3" fmla="*/ 30683 w 2168250"/>
                  <a:gd name="connsiteY3" fmla="*/ 38865 h 122731"/>
                  <a:gd name="connsiteX4" fmla="*/ 263872 w 2168250"/>
                  <a:gd name="connsiteY4" fmla="*/ 96140 h 122731"/>
                  <a:gd name="connsiteX5" fmla="*/ 1069807 w 2168250"/>
                  <a:gd name="connsiteY5" fmla="*/ 96140 h 122731"/>
                  <a:gd name="connsiteX6" fmla="*/ 1118899 w 2168250"/>
                  <a:gd name="connsiteY6" fmla="*/ 96140 h 122731"/>
                  <a:gd name="connsiteX7" fmla="*/ 1924834 w 2168250"/>
                  <a:gd name="connsiteY7" fmla="*/ 96140 h 122731"/>
                  <a:gd name="connsiteX8" fmla="*/ 2153932 w 2168250"/>
                  <a:gd name="connsiteY8" fmla="*/ 30683 h 122731"/>
                  <a:gd name="connsiteX9" fmla="*/ 2137568 w 2168250"/>
                  <a:gd name="connsiteY9" fmla="*/ 30683 h 122731"/>
                  <a:gd name="connsiteX10" fmla="*/ 2137568 w 2168250"/>
                  <a:gd name="connsiteY10" fmla="*/ 30683 h 122731"/>
                  <a:gd name="connsiteX11" fmla="*/ 30683 w 2168250"/>
                  <a:gd name="connsiteY11" fmla="*/ 30683 h 122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68250" h="122731">
                    <a:moveTo>
                      <a:pt x="30683" y="34774"/>
                    </a:moveTo>
                    <a:lnTo>
                      <a:pt x="30683" y="34774"/>
                    </a:lnTo>
                    <a:cubicBezTo>
                      <a:pt x="30683" y="38865"/>
                      <a:pt x="30683" y="38865"/>
                      <a:pt x="30683" y="38865"/>
                    </a:cubicBezTo>
                    <a:lnTo>
                      <a:pt x="30683" y="38865"/>
                    </a:lnTo>
                    <a:cubicBezTo>
                      <a:pt x="30683" y="79775"/>
                      <a:pt x="96139" y="96140"/>
                      <a:pt x="263872" y="96140"/>
                    </a:cubicBezTo>
                    <a:cubicBezTo>
                      <a:pt x="591155" y="96140"/>
                      <a:pt x="942984" y="96140"/>
                      <a:pt x="1069807" y="96140"/>
                    </a:cubicBezTo>
                    <a:cubicBezTo>
                      <a:pt x="1102535" y="96140"/>
                      <a:pt x="1118899" y="96140"/>
                      <a:pt x="1118899" y="96140"/>
                    </a:cubicBezTo>
                    <a:cubicBezTo>
                      <a:pt x="1249812" y="96140"/>
                      <a:pt x="1601642" y="96140"/>
                      <a:pt x="1924834" y="96140"/>
                    </a:cubicBezTo>
                    <a:cubicBezTo>
                      <a:pt x="2092566" y="96140"/>
                      <a:pt x="2149841" y="75684"/>
                      <a:pt x="2153932" y="30683"/>
                    </a:cubicBezTo>
                    <a:lnTo>
                      <a:pt x="2137568" y="30683"/>
                    </a:lnTo>
                    <a:lnTo>
                      <a:pt x="2137568" y="30683"/>
                    </a:lnTo>
                    <a:lnTo>
                      <a:pt x="30683" y="30683"/>
                    </a:ln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 dirty="0"/>
              </a:p>
            </p:txBody>
          </p:sp>
          <p:sp>
            <p:nvSpPr>
              <p:cNvPr id="57" name="Freeform: Shape 56"/>
              <p:cNvSpPr/>
              <p:nvPr/>
            </p:nvSpPr>
            <p:spPr>
              <a:xfrm>
                <a:off x="2481568" y="4903820"/>
                <a:ext cx="7200228" cy="572745"/>
              </a:xfrm>
              <a:custGeom>
                <a:avLst/>
                <a:gdLst>
                  <a:gd name="connsiteX0" fmla="*/ 30683 w 7200227"/>
                  <a:gd name="connsiteY0" fmla="*/ 362057 h 572745"/>
                  <a:gd name="connsiteX1" fmla="*/ 259781 w 7200227"/>
                  <a:gd name="connsiteY1" fmla="*/ 562518 h 572745"/>
                  <a:gd name="connsiteX2" fmla="*/ 3561249 w 7200227"/>
                  <a:gd name="connsiteY2" fmla="*/ 562518 h 572745"/>
                  <a:gd name="connsiteX3" fmla="*/ 3671707 w 7200227"/>
                  <a:gd name="connsiteY3" fmla="*/ 562518 h 572745"/>
                  <a:gd name="connsiteX4" fmla="*/ 6973175 w 7200227"/>
                  <a:gd name="connsiteY4" fmla="*/ 562518 h 572745"/>
                  <a:gd name="connsiteX5" fmla="*/ 7185909 w 7200227"/>
                  <a:gd name="connsiteY5" fmla="*/ 362057 h 572745"/>
                  <a:gd name="connsiteX6" fmla="*/ 7185909 w 7200227"/>
                  <a:gd name="connsiteY6" fmla="*/ 30683 h 572745"/>
                  <a:gd name="connsiteX7" fmla="*/ 30683 w 7200227"/>
                  <a:gd name="connsiteY7" fmla="*/ 30683 h 572745"/>
                  <a:gd name="connsiteX8" fmla="*/ 30683 w 7200227"/>
                  <a:gd name="connsiteY8" fmla="*/ 362057 h 57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200227" h="572745">
                    <a:moveTo>
                      <a:pt x="30683" y="362057"/>
                    </a:moveTo>
                    <a:cubicBezTo>
                      <a:pt x="30683" y="464333"/>
                      <a:pt x="141141" y="562518"/>
                      <a:pt x="259781" y="562518"/>
                    </a:cubicBezTo>
                    <a:lnTo>
                      <a:pt x="3561249" y="562518"/>
                    </a:lnTo>
                    <a:lnTo>
                      <a:pt x="3671707" y="562518"/>
                    </a:lnTo>
                    <a:lnTo>
                      <a:pt x="6973175" y="562518"/>
                    </a:lnTo>
                    <a:cubicBezTo>
                      <a:pt x="7091815" y="562518"/>
                      <a:pt x="7185909" y="464333"/>
                      <a:pt x="7185909" y="362057"/>
                    </a:cubicBezTo>
                    <a:lnTo>
                      <a:pt x="7185909" y="30683"/>
                    </a:lnTo>
                    <a:lnTo>
                      <a:pt x="30683" y="30683"/>
                    </a:lnTo>
                    <a:lnTo>
                      <a:pt x="30683" y="362057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58" name="Freeform: Shape 57"/>
              <p:cNvSpPr/>
              <p:nvPr/>
            </p:nvSpPr>
            <p:spPr>
              <a:xfrm>
                <a:off x="2747714" y="910966"/>
                <a:ext cx="6676116" cy="3763756"/>
              </a:xfrm>
              <a:custGeom>
                <a:avLst/>
                <a:gdLst>
                  <a:gd name="connsiteX0" fmla="*/ 30683 w 6586571"/>
                  <a:gd name="connsiteY0" fmla="*/ 30683 h 3763755"/>
                  <a:gd name="connsiteX1" fmla="*/ 6564071 w 6586571"/>
                  <a:gd name="connsiteY1" fmla="*/ 30683 h 3763755"/>
                  <a:gd name="connsiteX2" fmla="*/ 6564071 w 6586571"/>
                  <a:gd name="connsiteY2" fmla="*/ 3753528 h 3763755"/>
                  <a:gd name="connsiteX3" fmla="*/ 30683 w 6586571"/>
                  <a:gd name="connsiteY3" fmla="*/ 3753528 h 37637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86571" h="3763755">
                    <a:moveTo>
                      <a:pt x="30683" y="30683"/>
                    </a:moveTo>
                    <a:lnTo>
                      <a:pt x="6564071" y="30683"/>
                    </a:lnTo>
                    <a:lnTo>
                      <a:pt x="6564071" y="3753528"/>
                    </a:lnTo>
                    <a:lnTo>
                      <a:pt x="30683" y="3753528"/>
                    </a:lnTo>
                    <a:close/>
                  </a:path>
                </a:pathLst>
              </a:custGeom>
              <a:solidFill>
                <a:srgbClr val="F2F2F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/>
              </a:p>
            </p:txBody>
          </p:sp>
          <p:sp>
            <p:nvSpPr>
              <p:cNvPr id="59" name="Freeform: Shape 58"/>
              <p:cNvSpPr/>
              <p:nvPr/>
            </p:nvSpPr>
            <p:spPr>
              <a:xfrm>
                <a:off x="5654591" y="939518"/>
                <a:ext cx="3769239" cy="3736342"/>
              </a:xfrm>
              <a:custGeom>
                <a:avLst/>
                <a:gdLst>
                  <a:gd name="connsiteX0" fmla="*/ 2567127 w 4009217"/>
                  <a:gd name="connsiteY0" fmla="*/ 30683 h 4295590"/>
                  <a:gd name="connsiteX1" fmla="*/ 3798529 w 4009217"/>
                  <a:gd name="connsiteY1" fmla="*/ 30683 h 4295590"/>
                  <a:gd name="connsiteX2" fmla="*/ 4007172 w 4009217"/>
                  <a:gd name="connsiteY2" fmla="*/ 272054 h 4295590"/>
                  <a:gd name="connsiteX3" fmla="*/ 3998990 w 4009217"/>
                  <a:gd name="connsiteY3" fmla="*/ 4268999 h 4295590"/>
                  <a:gd name="connsiteX4" fmla="*/ 30683 w 4009217"/>
                  <a:gd name="connsiteY4" fmla="*/ 4268999 h 4295590"/>
                  <a:gd name="connsiteX0-1" fmla="*/ 2536444 w 3976489"/>
                  <a:gd name="connsiteY0-2" fmla="*/ 0 h 4238316"/>
                  <a:gd name="connsiteX1-3" fmla="*/ 3976489 w 3976489"/>
                  <a:gd name="connsiteY1-4" fmla="*/ 241371 h 4238316"/>
                  <a:gd name="connsiteX2-5" fmla="*/ 3968307 w 3976489"/>
                  <a:gd name="connsiteY2-6" fmla="*/ 4238316 h 4238316"/>
                  <a:gd name="connsiteX3-7" fmla="*/ 0 w 3976489"/>
                  <a:gd name="connsiteY3-8" fmla="*/ 4238316 h 4238316"/>
                  <a:gd name="connsiteX0-9" fmla="*/ 2536444 w 3976489"/>
                  <a:gd name="connsiteY0-10" fmla="*/ 0 h 4238316"/>
                  <a:gd name="connsiteX1-11" fmla="*/ 3976489 w 3976489"/>
                  <a:gd name="connsiteY1-12" fmla="*/ 213683 h 4238316"/>
                  <a:gd name="connsiteX2-13" fmla="*/ 3968307 w 3976489"/>
                  <a:gd name="connsiteY2-14" fmla="*/ 4238316 h 4238316"/>
                  <a:gd name="connsiteX3-15" fmla="*/ 0 w 3976489"/>
                  <a:gd name="connsiteY3-16" fmla="*/ 4238316 h 4238316"/>
                  <a:gd name="connsiteX0-17" fmla="*/ 2473335 w 3976489"/>
                  <a:gd name="connsiteY0-18" fmla="*/ 0 h 4035268"/>
                  <a:gd name="connsiteX1-19" fmla="*/ 3976489 w 3976489"/>
                  <a:gd name="connsiteY1-20" fmla="*/ 10635 h 4035268"/>
                  <a:gd name="connsiteX2-21" fmla="*/ 3968307 w 3976489"/>
                  <a:gd name="connsiteY2-22" fmla="*/ 4035268 h 4035268"/>
                  <a:gd name="connsiteX3-23" fmla="*/ 0 w 3976489"/>
                  <a:gd name="connsiteY3-24" fmla="*/ 4035268 h 40352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3976489" h="4035268">
                    <a:moveTo>
                      <a:pt x="2473335" y="0"/>
                    </a:moveTo>
                    <a:lnTo>
                      <a:pt x="3976489" y="10635"/>
                    </a:lnTo>
                    <a:cubicBezTo>
                      <a:pt x="3973762" y="1342950"/>
                      <a:pt x="3971034" y="2702953"/>
                      <a:pt x="3968307" y="4035268"/>
                    </a:cubicBezTo>
                    <a:lnTo>
                      <a:pt x="0" y="4035268"/>
                    </a:lnTo>
                  </a:path>
                </a:pathLst>
              </a:custGeom>
              <a:solidFill>
                <a:srgbClr val="999999">
                  <a:alpha val="1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p>
                <a:endParaRPr lang="en-US" dirty="0"/>
              </a:p>
            </p:txBody>
          </p:sp>
        </p:grpSp>
        <p:pic>
          <p:nvPicPr>
            <p:cNvPr id="3" name="Picture 2" descr="Screenshot (113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20" y="2639"/>
              <a:ext cx="5034" cy="2830"/>
            </a:xfrm>
            <a:prstGeom prst="rect">
              <a:avLst/>
            </a:prstGeom>
          </p:spPr>
        </p:pic>
      </p:grpSp>
      <p:grpSp>
        <p:nvGrpSpPr>
          <p:cNvPr id="5" name="Group 4"/>
          <p:cNvGrpSpPr/>
          <p:nvPr/>
        </p:nvGrpSpPr>
        <p:grpSpPr>
          <a:xfrm>
            <a:off x="4341495" y="2265680"/>
            <a:ext cx="5586730" cy="3069590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en-US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6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dirty="0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p>
              <a:endParaRPr lang="en-US" dirty="0"/>
            </a:p>
          </p:txBody>
        </p:sp>
      </p:grpSp>
      <p:pic>
        <p:nvPicPr>
          <p:cNvPr id="7" name="Picture 6" descr="Screenshot (11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490" y="2473325"/>
            <a:ext cx="3917950" cy="241109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845693" y="3619071"/>
            <a:ext cx="2558688" cy="269240"/>
          </a:xfrm>
          <a:prstGeom prst="rect">
            <a:avLst/>
          </a:prstGeom>
          <a:solidFill>
            <a:schemeClr val="accent4"/>
          </a:solidFill>
        </p:spPr>
        <p:txBody>
          <a:bodyPr wrap="square" rtlCol="0" anchor="ctr">
            <a:spAutoFit/>
          </a:bodyPr>
          <a:lstStyle/>
          <a:p>
            <a:pPr algn="ctr"/>
            <a:endParaRPr lang="ko-KR" altLang="en-US" sz="1160" b="1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5693" y="2071945"/>
            <a:ext cx="2558688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“Currently, data is the most expensive commodity around”</a:t>
            </a:r>
            <a:endParaRPr lang="en-ID" alt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  <a:sym typeface="+mn-ea"/>
            </a:endParaRPr>
          </a:p>
          <a:p>
            <a:pPr algn="r"/>
            <a:endParaRPr lang="en-ID" alt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  <a:sym typeface="+mn-ea"/>
            </a:endParaRPr>
          </a:p>
          <a:p>
            <a:pPr algn="r"/>
            <a:r>
              <a:rPr lang="en-ID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-EDEWEDE ORIWOH</a:t>
            </a:r>
            <a:endParaRPr lang="en-ID" alt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3794760" y="1822450"/>
            <a:ext cx="3519170" cy="2981960"/>
            <a:chOff x="-528" y="3389"/>
            <a:chExt cx="5542" cy="4696"/>
          </a:xfrm>
        </p:grpSpPr>
        <p:grpSp>
          <p:nvGrpSpPr>
            <p:cNvPr id="2" name="그룹 2"/>
            <p:cNvGrpSpPr/>
            <p:nvPr/>
          </p:nvGrpSpPr>
          <p:grpSpPr>
            <a:xfrm>
              <a:off x="3002" y="6353"/>
              <a:ext cx="2013" cy="1733"/>
              <a:chOff x="7521194" y="5284915"/>
              <a:chExt cx="1137987" cy="979683"/>
            </a:xfrm>
          </p:grpSpPr>
          <p:grpSp>
            <p:nvGrpSpPr>
              <p:cNvPr id="38" name="Group 7"/>
              <p:cNvGrpSpPr/>
              <p:nvPr/>
            </p:nvGrpSpPr>
            <p:grpSpPr>
              <a:xfrm>
                <a:off x="7521194" y="5284915"/>
                <a:ext cx="1137987" cy="979683"/>
                <a:chOff x="5580112" y="4160675"/>
                <a:chExt cx="2016224" cy="1735751"/>
              </a:xfrm>
            </p:grpSpPr>
            <p:sp>
              <p:nvSpPr>
                <p:cNvPr id="39" name="Trapezoid 1"/>
                <p:cNvSpPr/>
                <p:nvPr/>
              </p:nvSpPr>
              <p:spPr>
                <a:xfrm rot="10800000">
                  <a:off x="5796136" y="4653136"/>
                  <a:ext cx="1584176" cy="1243290"/>
                </a:xfrm>
                <a:custGeom>
                  <a:avLst/>
                  <a:gdLst>
                    <a:gd name="connsiteX0" fmla="*/ 0 w 1584176"/>
                    <a:gd name="connsiteY0" fmla="*/ 1216152 h 1216152"/>
                    <a:gd name="connsiteX1" fmla="*/ 304038 w 1584176"/>
                    <a:gd name="connsiteY1" fmla="*/ 0 h 1216152"/>
                    <a:gd name="connsiteX2" fmla="*/ 1280138 w 1584176"/>
                    <a:gd name="connsiteY2" fmla="*/ 0 h 1216152"/>
                    <a:gd name="connsiteX3" fmla="*/ 1584176 w 1584176"/>
                    <a:gd name="connsiteY3" fmla="*/ 1216152 h 1216152"/>
                    <a:gd name="connsiteX4" fmla="*/ 0 w 1584176"/>
                    <a:gd name="connsiteY4" fmla="*/ 1216152 h 1216152"/>
                    <a:gd name="connsiteX0-1" fmla="*/ 0 w 1584176"/>
                    <a:gd name="connsiteY0-2" fmla="*/ 1235792 h 1235792"/>
                    <a:gd name="connsiteX1-3" fmla="*/ 304038 w 1584176"/>
                    <a:gd name="connsiteY1-4" fmla="*/ 19640 h 1235792"/>
                    <a:gd name="connsiteX2-5" fmla="*/ 1280138 w 1584176"/>
                    <a:gd name="connsiteY2-6" fmla="*/ 19640 h 1235792"/>
                    <a:gd name="connsiteX3-7" fmla="*/ 1584176 w 1584176"/>
                    <a:gd name="connsiteY3-8" fmla="*/ 1235792 h 1235792"/>
                    <a:gd name="connsiteX4-9" fmla="*/ 0 w 1584176"/>
                    <a:gd name="connsiteY4-10" fmla="*/ 1235792 h 1235792"/>
                    <a:gd name="connsiteX0-11" fmla="*/ 0 w 1584176"/>
                    <a:gd name="connsiteY0-12" fmla="*/ 1243290 h 1243290"/>
                    <a:gd name="connsiteX1-13" fmla="*/ 304038 w 1584176"/>
                    <a:gd name="connsiteY1-14" fmla="*/ 27138 h 1243290"/>
                    <a:gd name="connsiteX2-15" fmla="*/ 1280138 w 1584176"/>
                    <a:gd name="connsiteY2-16" fmla="*/ 27138 h 1243290"/>
                    <a:gd name="connsiteX3-17" fmla="*/ 1584176 w 1584176"/>
                    <a:gd name="connsiteY3-18" fmla="*/ 1243290 h 1243290"/>
                    <a:gd name="connsiteX4-19" fmla="*/ 0 w 1584176"/>
                    <a:gd name="connsiteY4-20" fmla="*/ 1243290 h 124329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1584176" h="1243290">
                      <a:moveTo>
                        <a:pt x="0" y="1243290"/>
                      </a:moveTo>
                      <a:lnTo>
                        <a:pt x="304038" y="27138"/>
                      </a:lnTo>
                      <a:cubicBezTo>
                        <a:pt x="629405" y="-57"/>
                        <a:pt x="941174" y="-17053"/>
                        <a:pt x="1280138" y="27138"/>
                      </a:cubicBezTo>
                      <a:lnTo>
                        <a:pt x="1584176" y="1243290"/>
                      </a:lnTo>
                      <a:lnTo>
                        <a:pt x="0" y="1243290"/>
                      </a:lnTo>
                      <a:close/>
                    </a:path>
                  </a:pathLst>
                </a:custGeom>
                <a:solidFill>
                  <a:srgbClr val="568AD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endParaRPr lang="ko-KR" altLang="en-US" dirty="0"/>
                </a:p>
              </p:txBody>
            </p:sp>
            <p:sp>
              <p:nvSpPr>
                <p:cNvPr id="40" name="Trapezoid 6"/>
                <p:cNvSpPr/>
                <p:nvPr/>
              </p:nvSpPr>
              <p:spPr>
                <a:xfrm rot="10800000">
                  <a:off x="5580112" y="4312147"/>
                  <a:ext cx="2016224" cy="471979"/>
                </a:xfrm>
                <a:custGeom>
                  <a:avLst/>
                  <a:gdLst>
                    <a:gd name="connsiteX0" fmla="*/ 0 w 2016224"/>
                    <a:gd name="connsiteY0" fmla="*/ 360040 h 360040"/>
                    <a:gd name="connsiteX1" fmla="*/ 128109 w 2016224"/>
                    <a:gd name="connsiteY1" fmla="*/ 0 h 360040"/>
                    <a:gd name="connsiteX2" fmla="*/ 1888115 w 2016224"/>
                    <a:gd name="connsiteY2" fmla="*/ 0 h 360040"/>
                    <a:gd name="connsiteX3" fmla="*/ 2016224 w 2016224"/>
                    <a:gd name="connsiteY3" fmla="*/ 360040 h 360040"/>
                    <a:gd name="connsiteX4" fmla="*/ 0 w 2016224"/>
                    <a:gd name="connsiteY4" fmla="*/ 360040 h 360040"/>
                    <a:gd name="connsiteX0-1" fmla="*/ 0 w 2016224"/>
                    <a:gd name="connsiteY0-2" fmla="*/ 431046 h 431046"/>
                    <a:gd name="connsiteX1-3" fmla="*/ 128109 w 2016224"/>
                    <a:gd name="connsiteY1-4" fmla="*/ 71006 h 431046"/>
                    <a:gd name="connsiteX2-5" fmla="*/ 1888115 w 2016224"/>
                    <a:gd name="connsiteY2-6" fmla="*/ 71006 h 431046"/>
                    <a:gd name="connsiteX3-7" fmla="*/ 2016224 w 2016224"/>
                    <a:gd name="connsiteY3-8" fmla="*/ 431046 h 431046"/>
                    <a:gd name="connsiteX4-9" fmla="*/ 0 w 2016224"/>
                    <a:gd name="connsiteY4-10" fmla="*/ 431046 h 431046"/>
                    <a:gd name="connsiteX0-11" fmla="*/ 0 w 2016224"/>
                    <a:gd name="connsiteY0-12" fmla="*/ 458241 h 458241"/>
                    <a:gd name="connsiteX1-13" fmla="*/ 128109 w 2016224"/>
                    <a:gd name="connsiteY1-14" fmla="*/ 98201 h 458241"/>
                    <a:gd name="connsiteX2-15" fmla="*/ 1888115 w 2016224"/>
                    <a:gd name="connsiteY2-16" fmla="*/ 98201 h 458241"/>
                    <a:gd name="connsiteX3-17" fmla="*/ 2016224 w 2016224"/>
                    <a:gd name="connsiteY3-18" fmla="*/ 458241 h 458241"/>
                    <a:gd name="connsiteX4-19" fmla="*/ 0 w 2016224"/>
                    <a:gd name="connsiteY4-20" fmla="*/ 458241 h 458241"/>
                    <a:gd name="connsiteX0-21" fmla="*/ 0 w 2016224"/>
                    <a:gd name="connsiteY0-22" fmla="*/ 465296 h 465296"/>
                    <a:gd name="connsiteX1-23" fmla="*/ 128109 w 2016224"/>
                    <a:gd name="connsiteY1-24" fmla="*/ 105256 h 465296"/>
                    <a:gd name="connsiteX2-25" fmla="*/ 1888115 w 2016224"/>
                    <a:gd name="connsiteY2-26" fmla="*/ 105256 h 465296"/>
                    <a:gd name="connsiteX3-27" fmla="*/ 2016224 w 2016224"/>
                    <a:gd name="connsiteY3-28" fmla="*/ 465296 h 465296"/>
                    <a:gd name="connsiteX4-29" fmla="*/ 0 w 2016224"/>
                    <a:gd name="connsiteY4-30" fmla="*/ 465296 h 465296"/>
                    <a:gd name="connsiteX0-31" fmla="*/ 0 w 2016224"/>
                    <a:gd name="connsiteY0-32" fmla="*/ 471979 h 471979"/>
                    <a:gd name="connsiteX1-33" fmla="*/ 128109 w 2016224"/>
                    <a:gd name="connsiteY1-34" fmla="*/ 111939 h 471979"/>
                    <a:gd name="connsiteX2-35" fmla="*/ 1888115 w 2016224"/>
                    <a:gd name="connsiteY2-36" fmla="*/ 111939 h 471979"/>
                    <a:gd name="connsiteX3-37" fmla="*/ 2016224 w 2016224"/>
                    <a:gd name="connsiteY3-38" fmla="*/ 471979 h 471979"/>
                    <a:gd name="connsiteX4-39" fmla="*/ 0 w 2016224"/>
                    <a:gd name="connsiteY4-40" fmla="*/ 471979 h 47197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2016224" h="471979">
                      <a:moveTo>
                        <a:pt x="0" y="471979"/>
                      </a:moveTo>
                      <a:lnTo>
                        <a:pt x="128109" y="111939"/>
                      </a:lnTo>
                      <a:cubicBezTo>
                        <a:pt x="572010" y="-7034"/>
                        <a:pt x="1260655" y="-64822"/>
                        <a:pt x="1888115" y="111939"/>
                      </a:cubicBezTo>
                      <a:lnTo>
                        <a:pt x="2016224" y="471979"/>
                      </a:lnTo>
                      <a:lnTo>
                        <a:pt x="0" y="471979"/>
                      </a:lnTo>
                      <a:close/>
                    </a:path>
                  </a:pathLst>
                </a:custGeom>
                <a:solidFill>
                  <a:srgbClr val="568AD5"/>
                </a:solidFill>
                <a:ln>
                  <a:noFill/>
                </a:ln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endParaRPr lang="ko-KR" altLang="en-US"/>
                </a:p>
              </p:txBody>
            </p:sp>
            <p:sp>
              <p:nvSpPr>
                <p:cNvPr id="41" name="Oval 5"/>
                <p:cNvSpPr/>
                <p:nvPr/>
              </p:nvSpPr>
              <p:spPr>
                <a:xfrm>
                  <a:off x="5580223" y="4160675"/>
                  <a:ext cx="2016000" cy="302944"/>
                </a:xfrm>
                <a:prstGeom prst="ellipse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42" name="Chord 23"/>
              <p:cNvSpPr/>
              <p:nvPr/>
            </p:nvSpPr>
            <p:spPr>
              <a:xfrm>
                <a:off x="7788585" y="5306768"/>
                <a:ext cx="578589" cy="141955"/>
              </a:xfrm>
              <a:custGeom>
                <a:avLst/>
                <a:gdLst>
                  <a:gd name="connsiteX0" fmla="*/ 115433 w 914400"/>
                  <a:gd name="connsiteY0" fmla="*/ 153510 h 914400"/>
                  <a:gd name="connsiteX1" fmla="*/ 462323 w 914400"/>
                  <a:gd name="connsiteY1" fmla="*/ 28 h 914400"/>
                  <a:gd name="connsiteX2" fmla="*/ 805686 w 914400"/>
                  <a:gd name="connsiteY2" fmla="*/ 161244 h 914400"/>
                  <a:gd name="connsiteX3" fmla="*/ 115433 w 914400"/>
                  <a:gd name="connsiteY3" fmla="*/ 153510 h 914400"/>
                  <a:gd name="connsiteX0-1" fmla="*/ 0 w 723591"/>
                  <a:gd name="connsiteY0-2" fmla="*/ 177315 h 177532"/>
                  <a:gd name="connsiteX1-3" fmla="*/ 380228 w 723591"/>
                  <a:gd name="connsiteY1-4" fmla="*/ 21 h 177532"/>
                  <a:gd name="connsiteX2-5" fmla="*/ 723591 w 723591"/>
                  <a:gd name="connsiteY2-6" fmla="*/ 161237 h 177532"/>
                  <a:gd name="connsiteX3-7" fmla="*/ 0 w 723591"/>
                  <a:gd name="connsiteY3-8" fmla="*/ 177315 h 177532"/>
                  <a:gd name="connsiteX0-9" fmla="*/ 0 w 759310"/>
                  <a:gd name="connsiteY0-10" fmla="*/ 177315 h 185049"/>
                  <a:gd name="connsiteX1-11" fmla="*/ 380228 w 759310"/>
                  <a:gd name="connsiteY1-12" fmla="*/ 21 h 185049"/>
                  <a:gd name="connsiteX2-13" fmla="*/ 759310 w 759310"/>
                  <a:gd name="connsiteY2-14" fmla="*/ 185049 h 185049"/>
                  <a:gd name="connsiteX3-15" fmla="*/ 0 w 759310"/>
                  <a:gd name="connsiteY3-16" fmla="*/ 177315 h 185049"/>
                  <a:gd name="connsiteX0-17" fmla="*/ 0 w 759310"/>
                  <a:gd name="connsiteY0-18" fmla="*/ 177315 h 188144"/>
                  <a:gd name="connsiteX1-19" fmla="*/ 380228 w 759310"/>
                  <a:gd name="connsiteY1-20" fmla="*/ 21 h 188144"/>
                  <a:gd name="connsiteX2-21" fmla="*/ 759310 w 759310"/>
                  <a:gd name="connsiteY2-22" fmla="*/ 185049 h 188144"/>
                  <a:gd name="connsiteX3-23" fmla="*/ 0 w 759310"/>
                  <a:gd name="connsiteY3-24" fmla="*/ 177315 h 188144"/>
                  <a:gd name="connsiteX0-25" fmla="*/ 0 w 759310"/>
                  <a:gd name="connsiteY0-26" fmla="*/ 177315 h 191233"/>
                  <a:gd name="connsiteX1-27" fmla="*/ 380228 w 759310"/>
                  <a:gd name="connsiteY1-28" fmla="*/ 21 h 191233"/>
                  <a:gd name="connsiteX2-29" fmla="*/ 759310 w 759310"/>
                  <a:gd name="connsiteY2-30" fmla="*/ 185049 h 191233"/>
                  <a:gd name="connsiteX3-31" fmla="*/ 0 w 759310"/>
                  <a:gd name="connsiteY3-32" fmla="*/ 177315 h 191233"/>
                  <a:gd name="connsiteX0-33" fmla="*/ 0 w 759310"/>
                  <a:gd name="connsiteY0-34" fmla="*/ 177315 h 187572"/>
                  <a:gd name="connsiteX1-35" fmla="*/ 380228 w 759310"/>
                  <a:gd name="connsiteY1-36" fmla="*/ 21 h 187572"/>
                  <a:gd name="connsiteX2-37" fmla="*/ 759310 w 759310"/>
                  <a:gd name="connsiteY2-38" fmla="*/ 177905 h 187572"/>
                  <a:gd name="connsiteX3-39" fmla="*/ 0 w 759310"/>
                  <a:gd name="connsiteY3-40" fmla="*/ 177315 h 187572"/>
                  <a:gd name="connsiteX0-41" fmla="*/ 0 w 768835"/>
                  <a:gd name="connsiteY0-42" fmla="*/ 177315 h 188632"/>
                  <a:gd name="connsiteX1-43" fmla="*/ 380228 w 768835"/>
                  <a:gd name="connsiteY1-44" fmla="*/ 21 h 188632"/>
                  <a:gd name="connsiteX2-45" fmla="*/ 768835 w 768835"/>
                  <a:gd name="connsiteY2-46" fmla="*/ 180287 h 188632"/>
                  <a:gd name="connsiteX3-47" fmla="*/ 0 w 768835"/>
                  <a:gd name="connsiteY3-48" fmla="*/ 177315 h 188632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768835" h="188632">
                    <a:moveTo>
                      <a:pt x="0" y="177315"/>
                    </a:moveTo>
                    <a:cubicBezTo>
                      <a:pt x="87950" y="78338"/>
                      <a:pt x="247828" y="-1462"/>
                      <a:pt x="380228" y="21"/>
                    </a:cubicBezTo>
                    <a:cubicBezTo>
                      <a:pt x="512627" y="1505"/>
                      <a:pt x="683125" y="79364"/>
                      <a:pt x="768835" y="180287"/>
                    </a:cubicBezTo>
                    <a:cubicBezTo>
                      <a:pt x="513351" y="189616"/>
                      <a:pt x="257866" y="194180"/>
                      <a:pt x="0" y="1773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endParaRPr lang="ko-KR" altLang="en-US"/>
              </a:p>
            </p:txBody>
          </p:sp>
        </p:grpSp>
        <p:grpSp>
          <p:nvGrpSpPr>
            <p:cNvPr id="53" name="그룹 12"/>
            <p:cNvGrpSpPr/>
            <p:nvPr/>
          </p:nvGrpSpPr>
          <p:grpSpPr>
            <a:xfrm rot="914251">
              <a:off x="-528" y="3389"/>
              <a:ext cx="5342" cy="3111"/>
              <a:chOff x="4094747" y="2381166"/>
              <a:chExt cx="4510139" cy="2626405"/>
            </a:xfrm>
          </p:grpSpPr>
          <p:grpSp>
            <p:nvGrpSpPr>
              <p:cNvPr id="54" name="그룹 13"/>
              <p:cNvGrpSpPr/>
              <p:nvPr/>
            </p:nvGrpSpPr>
            <p:grpSpPr>
              <a:xfrm rot="712870">
                <a:off x="4094747" y="2381166"/>
                <a:ext cx="3101505" cy="1698788"/>
                <a:chOff x="2380909" y="2446766"/>
                <a:chExt cx="2745256" cy="1503659"/>
              </a:xfrm>
            </p:grpSpPr>
            <p:sp>
              <p:nvSpPr>
                <p:cNvPr id="60" name="자유형: 도형 19"/>
                <p:cNvSpPr/>
                <p:nvPr/>
              </p:nvSpPr>
              <p:spPr>
                <a:xfrm rot="1231697">
                  <a:off x="3121386" y="2561927"/>
                  <a:ext cx="2004779" cy="1388498"/>
                </a:xfrm>
                <a:custGeom>
                  <a:avLst/>
                  <a:gdLst>
                    <a:gd name="connsiteX0" fmla="*/ 679840 w 2951501"/>
                    <a:gd name="connsiteY0" fmla="*/ 1516490 h 1616735"/>
                    <a:gd name="connsiteX1" fmla="*/ 1817700 w 2951501"/>
                    <a:gd name="connsiteY1" fmla="*/ 1516490 h 1616735"/>
                    <a:gd name="connsiteX2" fmla="*/ 1817700 w 2951501"/>
                    <a:gd name="connsiteY2" fmla="*/ 1567623 h 1616735"/>
                    <a:gd name="connsiteX3" fmla="*/ 1774636 w 2951501"/>
                    <a:gd name="connsiteY3" fmla="*/ 1616735 h 1616735"/>
                    <a:gd name="connsiteX4" fmla="*/ 722905 w 2951501"/>
                    <a:gd name="connsiteY4" fmla="*/ 1616735 h 1616735"/>
                    <a:gd name="connsiteX5" fmla="*/ 679840 w 2951501"/>
                    <a:gd name="connsiteY5" fmla="*/ 1567623 h 1616735"/>
                    <a:gd name="connsiteX6" fmla="*/ 679840 w 2951501"/>
                    <a:gd name="connsiteY6" fmla="*/ 1407500 h 1616735"/>
                    <a:gd name="connsiteX7" fmla="*/ 1817700 w 2951501"/>
                    <a:gd name="connsiteY7" fmla="*/ 1407500 h 1616735"/>
                    <a:gd name="connsiteX8" fmla="*/ 1817700 w 2951501"/>
                    <a:gd name="connsiteY8" fmla="*/ 1472848 h 1616735"/>
                    <a:gd name="connsiteX9" fmla="*/ 679840 w 2951501"/>
                    <a:gd name="connsiteY9" fmla="*/ 1472848 h 1616735"/>
                    <a:gd name="connsiteX10" fmla="*/ 1817700 w 2951501"/>
                    <a:gd name="connsiteY10" fmla="*/ 611112 h 1616735"/>
                    <a:gd name="connsiteX11" fmla="*/ 1817700 w 2951501"/>
                    <a:gd name="connsiteY11" fmla="*/ 973623 h 1616735"/>
                    <a:gd name="connsiteX12" fmla="*/ 2224001 w 2951501"/>
                    <a:gd name="connsiteY12" fmla="*/ 611112 h 1616735"/>
                    <a:gd name="connsiteX13" fmla="*/ 449189 w 2951501"/>
                    <a:gd name="connsiteY13" fmla="*/ 386587 h 1616735"/>
                    <a:gd name="connsiteX14" fmla="*/ 239392 w 2951501"/>
                    <a:gd name="connsiteY14" fmla="*/ 437793 h 1616735"/>
                    <a:gd name="connsiteX15" fmla="*/ 127717 w 2951501"/>
                    <a:gd name="connsiteY15" fmla="*/ 563345 h 1616735"/>
                    <a:gd name="connsiteX16" fmla="*/ 119224 w 2951501"/>
                    <a:gd name="connsiteY16" fmla="*/ 813828 h 1616735"/>
                    <a:gd name="connsiteX17" fmla="*/ 118041 w 2951501"/>
                    <a:gd name="connsiteY17" fmla="*/ 814226 h 1616735"/>
                    <a:gd name="connsiteX18" fmla="*/ 156579 w 2951501"/>
                    <a:gd name="connsiteY18" fmla="*/ 873845 h 1616735"/>
                    <a:gd name="connsiteX19" fmla="*/ 319223 w 2951501"/>
                    <a:gd name="connsiteY19" fmla="*/ 1023753 h 1616735"/>
                    <a:gd name="connsiteX20" fmla="*/ 318718 w 2951501"/>
                    <a:gd name="connsiteY20" fmla="*/ 1024809 h 1616735"/>
                    <a:gd name="connsiteX21" fmla="*/ 679840 w 2951501"/>
                    <a:gd name="connsiteY21" fmla="*/ 1198510 h 1616735"/>
                    <a:gd name="connsiteX22" fmla="*/ 679840 w 2951501"/>
                    <a:gd name="connsiteY22" fmla="*/ 494818 h 1616735"/>
                    <a:gd name="connsiteX23" fmla="*/ 613050 w 2951501"/>
                    <a:gd name="connsiteY23" fmla="*/ 439426 h 1616735"/>
                    <a:gd name="connsiteX24" fmla="*/ 522606 w 2951501"/>
                    <a:gd name="connsiteY24" fmla="*/ 399416 h 1616735"/>
                    <a:gd name="connsiteX25" fmla="*/ 449189 w 2951501"/>
                    <a:gd name="connsiteY25" fmla="*/ 386587 h 1616735"/>
                    <a:gd name="connsiteX26" fmla="*/ 2556092 w 2951501"/>
                    <a:gd name="connsiteY26" fmla="*/ 0 h 1616735"/>
                    <a:gd name="connsiteX27" fmla="*/ 2951501 w 2951501"/>
                    <a:gd name="connsiteY27" fmla="*/ 404658 h 1616735"/>
                    <a:gd name="connsiteX28" fmla="*/ 2608538 w 2951501"/>
                    <a:gd name="connsiteY28" fmla="*/ 418986 h 1616735"/>
                    <a:gd name="connsiteX29" fmla="*/ 2606605 w 2951501"/>
                    <a:gd name="connsiteY29" fmla="*/ 417008 h 1616735"/>
                    <a:gd name="connsiteX30" fmla="*/ 1820087 w 2951501"/>
                    <a:gd name="connsiteY30" fmla="*/ 1344294 h 1616735"/>
                    <a:gd name="connsiteX31" fmla="*/ 1817700 w 2951501"/>
                    <a:gd name="connsiteY31" fmla="*/ 1341966 h 1616735"/>
                    <a:gd name="connsiteX32" fmla="*/ 1817700 w 2951501"/>
                    <a:gd name="connsiteY32" fmla="*/ 1363858 h 1616735"/>
                    <a:gd name="connsiteX33" fmla="*/ 679840 w 2951501"/>
                    <a:gd name="connsiteY33" fmla="*/ 1363858 h 1616735"/>
                    <a:gd name="connsiteX34" fmla="*/ 679840 w 2951501"/>
                    <a:gd name="connsiteY34" fmla="*/ 1307744 h 1616735"/>
                    <a:gd name="connsiteX35" fmla="*/ 268830 w 2951501"/>
                    <a:gd name="connsiteY35" fmla="*/ 1110047 h 1616735"/>
                    <a:gd name="connsiteX36" fmla="*/ 270209 w 2951501"/>
                    <a:gd name="connsiteY36" fmla="*/ 1107180 h 1616735"/>
                    <a:gd name="connsiteX37" fmla="*/ 198248 w 2951501"/>
                    <a:gd name="connsiteY37" fmla="*/ 1056644 h 1616735"/>
                    <a:gd name="connsiteX38" fmla="*/ 55623 w 2951501"/>
                    <a:gd name="connsiteY38" fmla="*/ 898485 h 1616735"/>
                    <a:gd name="connsiteX39" fmla="*/ 1591 w 2951501"/>
                    <a:gd name="connsiteY39" fmla="*/ 738051 h 1616735"/>
                    <a:gd name="connsiteX40" fmla="*/ 88988 w 2951501"/>
                    <a:gd name="connsiteY40" fmla="*/ 428893 h 1616735"/>
                    <a:gd name="connsiteX41" fmla="*/ 91156 w 2951501"/>
                    <a:gd name="connsiteY41" fmla="*/ 430488 h 1616735"/>
                    <a:gd name="connsiteX42" fmla="*/ 424588 w 2951501"/>
                    <a:gd name="connsiteY42" fmla="*/ 285218 h 1616735"/>
                    <a:gd name="connsiteX43" fmla="*/ 550151 w 2951501"/>
                    <a:gd name="connsiteY43" fmla="*/ 302724 h 1616735"/>
                    <a:gd name="connsiteX44" fmla="*/ 666090 w 2951501"/>
                    <a:gd name="connsiteY44" fmla="*/ 354013 h 1616735"/>
                    <a:gd name="connsiteX45" fmla="*/ 690060 w 2951501"/>
                    <a:gd name="connsiteY45" fmla="*/ 373892 h 1616735"/>
                    <a:gd name="connsiteX46" fmla="*/ 692454 w 2951501"/>
                    <a:gd name="connsiteY46" fmla="*/ 367302 h 1616735"/>
                    <a:gd name="connsiteX47" fmla="*/ 722905 w 2951501"/>
                    <a:gd name="connsiteY47" fmla="*/ 352917 h 1616735"/>
                    <a:gd name="connsiteX48" fmla="*/ 1774636 w 2951501"/>
                    <a:gd name="connsiteY48" fmla="*/ 352917 h 1616735"/>
                    <a:gd name="connsiteX49" fmla="*/ 1817700 w 2951501"/>
                    <a:gd name="connsiteY49" fmla="*/ 402029 h 1616735"/>
                    <a:gd name="connsiteX50" fmla="*/ 1817700 w 2951501"/>
                    <a:gd name="connsiteY50" fmla="*/ 525619 h 1616735"/>
                    <a:gd name="connsiteX51" fmla="*/ 2319822 w 2951501"/>
                    <a:gd name="connsiteY51" fmla="*/ 525619 h 1616735"/>
                    <a:gd name="connsiteX52" fmla="*/ 2530110 w 2951501"/>
                    <a:gd name="connsiteY52" fmla="*/ 337995 h 1616735"/>
                    <a:gd name="connsiteX53" fmla="*/ 2533895 w 2951501"/>
                    <a:gd name="connsiteY53" fmla="*/ 341686 h 1616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2951501" h="1616735">
                      <a:moveTo>
                        <a:pt x="679840" y="1516490"/>
                      </a:moveTo>
                      <a:lnTo>
                        <a:pt x="1817700" y="1516490"/>
                      </a:lnTo>
                      <a:lnTo>
                        <a:pt x="1817700" y="1567623"/>
                      </a:lnTo>
                      <a:cubicBezTo>
                        <a:pt x="1817700" y="1594747"/>
                        <a:pt x="1798420" y="1616735"/>
                        <a:pt x="1774636" y="1616735"/>
                      </a:cubicBezTo>
                      <a:lnTo>
                        <a:pt x="722905" y="1616735"/>
                      </a:lnTo>
                      <a:cubicBezTo>
                        <a:pt x="699121" y="1616735"/>
                        <a:pt x="679840" y="1594747"/>
                        <a:pt x="679840" y="1567623"/>
                      </a:cubicBezTo>
                      <a:close/>
                      <a:moveTo>
                        <a:pt x="679840" y="1407500"/>
                      </a:moveTo>
                      <a:lnTo>
                        <a:pt x="1817700" y="1407500"/>
                      </a:lnTo>
                      <a:lnTo>
                        <a:pt x="1817700" y="1472848"/>
                      </a:lnTo>
                      <a:lnTo>
                        <a:pt x="679840" y="1472848"/>
                      </a:lnTo>
                      <a:close/>
                      <a:moveTo>
                        <a:pt x="1817700" y="611112"/>
                      </a:moveTo>
                      <a:lnTo>
                        <a:pt x="1817700" y="973623"/>
                      </a:lnTo>
                      <a:lnTo>
                        <a:pt x="2224001" y="611112"/>
                      </a:lnTo>
                      <a:close/>
                      <a:moveTo>
                        <a:pt x="449189" y="386587"/>
                      </a:moveTo>
                      <a:cubicBezTo>
                        <a:pt x="375505" y="381552"/>
                        <a:pt x="302157" y="399580"/>
                        <a:pt x="239392" y="437793"/>
                      </a:cubicBezTo>
                      <a:cubicBezTo>
                        <a:pt x="191686" y="474403"/>
                        <a:pt x="154461" y="503154"/>
                        <a:pt x="127717" y="563345"/>
                      </a:cubicBezTo>
                      <a:cubicBezTo>
                        <a:pt x="95043" y="642185"/>
                        <a:pt x="91358" y="731154"/>
                        <a:pt x="119224" y="813828"/>
                      </a:cubicBezTo>
                      <a:lnTo>
                        <a:pt x="118041" y="814226"/>
                      </a:lnTo>
                      <a:lnTo>
                        <a:pt x="156579" y="873845"/>
                      </a:lnTo>
                      <a:cubicBezTo>
                        <a:pt x="200043" y="932336"/>
                        <a:pt x="255879" y="983997"/>
                        <a:pt x="319223" y="1023753"/>
                      </a:cubicBezTo>
                      <a:lnTo>
                        <a:pt x="318718" y="1024809"/>
                      </a:lnTo>
                      <a:lnTo>
                        <a:pt x="679840" y="1198510"/>
                      </a:lnTo>
                      <a:lnTo>
                        <a:pt x="679840" y="494818"/>
                      </a:lnTo>
                      <a:lnTo>
                        <a:pt x="613050" y="439426"/>
                      </a:lnTo>
                      <a:cubicBezTo>
                        <a:pt x="585307" y="422195"/>
                        <a:pt x="554948" y="408629"/>
                        <a:pt x="522606" y="399416"/>
                      </a:cubicBezTo>
                      <a:cubicBezTo>
                        <a:pt x="498349" y="392506"/>
                        <a:pt x="473751" y="388265"/>
                        <a:pt x="449189" y="386587"/>
                      </a:cubicBezTo>
                      <a:close/>
                      <a:moveTo>
                        <a:pt x="2556092" y="0"/>
                      </a:moveTo>
                      <a:lnTo>
                        <a:pt x="2951501" y="404658"/>
                      </a:lnTo>
                      <a:lnTo>
                        <a:pt x="2608538" y="418986"/>
                      </a:lnTo>
                      <a:lnTo>
                        <a:pt x="2606605" y="417008"/>
                      </a:lnTo>
                      <a:lnTo>
                        <a:pt x="1820087" y="1344294"/>
                      </a:lnTo>
                      <a:lnTo>
                        <a:pt x="1817700" y="1341966"/>
                      </a:lnTo>
                      <a:lnTo>
                        <a:pt x="1817700" y="1363858"/>
                      </a:lnTo>
                      <a:lnTo>
                        <a:pt x="679840" y="1363858"/>
                      </a:lnTo>
                      <a:lnTo>
                        <a:pt x="679840" y="1307744"/>
                      </a:lnTo>
                      <a:lnTo>
                        <a:pt x="268830" y="1110047"/>
                      </a:lnTo>
                      <a:lnTo>
                        <a:pt x="270209" y="1107180"/>
                      </a:lnTo>
                      <a:lnTo>
                        <a:pt x="198248" y="1056644"/>
                      </a:lnTo>
                      <a:cubicBezTo>
                        <a:pt x="142291" y="1011239"/>
                        <a:pt x="93777" y="957478"/>
                        <a:pt x="55623" y="898485"/>
                      </a:cubicBezTo>
                      <a:cubicBezTo>
                        <a:pt x="27132" y="847625"/>
                        <a:pt x="9121" y="802009"/>
                        <a:pt x="1591" y="738051"/>
                      </a:cubicBezTo>
                      <a:cubicBezTo>
                        <a:pt x="-7531" y="629033"/>
                        <a:pt x="22695" y="518961"/>
                        <a:pt x="88988" y="428893"/>
                      </a:cubicBezTo>
                      <a:lnTo>
                        <a:pt x="91156" y="430488"/>
                      </a:lnTo>
                      <a:cubicBezTo>
                        <a:pt x="162999" y="345385"/>
                        <a:pt x="305583" y="286481"/>
                        <a:pt x="424588" y="285218"/>
                      </a:cubicBezTo>
                      <a:cubicBezTo>
                        <a:pt x="466453" y="285186"/>
                        <a:pt x="508692" y="290914"/>
                        <a:pt x="550151" y="302724"/>
                      </a:cubicBezTo>
                      <a:cubicBezTo>
                        <a:pt x="591610" y="314534"/>
                        <a:pt x="630526" y="331925"/>
                        <a:pt x="666090" y="354013"/>
                      </a:cubicBezTo>
                      <a:lnTo>
                        <a:pt x="690060" y="373892"/>
                      </a:lnTo>
                      <a:lnTo>
                        <a:pt x="692454" y="367302"/>
                      </a:lnTo>
                      <a:cubicBezTo>
                        <a:pt x="700247" y="358414"/>
                        <a:pt x="711013" y="352917"/>
                        <a:pt x="722905" y="352917"/>
                      </a:cubicBezTo>
                      <a:lnTo>
                        <a:pt x="1774636" y="352917"/>
                      </a:lnTo>
                      <a:cubicBezTo>
                        <a:pt x="1798420" y="352917"/>
                        <a:pt x="1817700" y="374905"/>
                        <a:pt x="1817700" y="402029"/>
                      </a:cubicBezTo>
                      <a:lnTo>
                        <a:pt x="1817700" y="525619"/>
                      </a:lnTo>
                      <a:lnTo>
                        <a:pt x="2319822" y="525619"/>
                      </a:lnTo>
                      <a:lnTo>
                        <a:pt x="2530110" y="337995"/>
                      </a:lnTo>
                      <a:lnTo>
                        <a:pt x="2533895" y="341686"/>
                      </a:lnTo>
                      <a:close/>
                    </a:path>
                  </a:pathLst>
                </a:custGeom>
                <a:solidFill>
                  <a:srgbClr val="77D3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 dirty="0"/>
                </a:p>
              </p:txBody>
            </p:sp>
            <p:sp>
              <p:nvSpPr>
                <p:cNvPr id="61" name="자유형: 도형 20"/>
                <p:cNvSpPr/>
                <p:nvPr/>
              </p:nvSpPr>
              <p:spPr>
                <a:xfrm rot="6382074">
                  <a:off x="2673354" y="2332594"/>
                  <a:ext cx="683006" cy="911350"/>
                </a:xfrm>
                <a:custGeom>
                  <a:avLst/>
                  <a:gdLst>
                    <a:gd name="connsiteX0" fmla="*/ 0 w 852117"/>
                    <a:gd name="connsiteY0" fmla="*/ 226050 h 913021"/>
                    <a:gd name="connsiteX1" fmla="*/ 235595 w 852117"/>
                    <a:gd name="connsiteY1" fmla="*/ 373156 h 913021"/>
                    <a:gd name="connsiteX2" fmla="*/ 311282 w 852117"/>
                    <a:gd name="connsiteY2" fmla="*/ 397996 h 913021"/>
                    <a:gd name="connsiteX3" fmla="*/ 331029 w 852117"/>
                    <a:gd name="connsiteY3" fmla="*/ 139667 h 913021"/>
                    <a:gd name="connsiteX4" fmla="*/ 328134 w 852117"/>
                    <a:gd name="connsiteY4" fmla="*/ 7546 h 913021"/>
                    <a:gd name="connsiteX5" fmla="*/ 443295 w 852117"/>
                    <a:gd name="connsiteY5" fmla="*/ 0 h 913021"/>
                    <a:gd name="connsiteX6" fmla="*/ 445990 w 852117"/>
                    <a:gd name="connsiteY6" fmla="*/ 68978 h 913021"/>
                    <a:gd name="connsiteX7" fmla="*/ 454992 w 852117"/>
                    <a:gd name="connsiteY7" fmla="*/ 231624 h 913021"/>
                    <a:gd name="connsiteX8" fmla="*/ 452843 w 852117"/>
                    <a:gd name="connsiteY8" fmla="*/ 13725 h 913021"/>
                    <a:gd name="connsiteX9" fmla="*/ 562280 w 852117"/>
                    <a:gd name="connsiteY9" fmla="*/ 38587 h 913021"/>
                    <a:gd name="connsiteX10" fmla="*/ 591089 w 852117"/>
                    <a:gd name="connsiteY10" fmla="*/ 223958 h 913021"/>
                    <a:gd name="connsiteX11" fmla="*/ 574101 w 852117"/>
                    <a:gd name="connsiteY11" fmla="*/ 39172 h 913021"/>
                    <a:gd name="connsiteX12" fmla="*/ 703090 w 852117"/>
                    <a:gd name="connsiteY12" fmla="*/ 62958 h 913021"/>
                    <a:gd name="connsiteX13" fmla="*/ 709880 w 852117"/>
                    <a:gd name="connsiteY13" fmla="*/ 237369 h 913021"/>
                    <a:gd name="connsiteX14" fmla="*/ 714239 w 852117"/>
                    <a:gd name="connsiteY14" fmla="*/ 69553 h 913021"/>
                    <a:gd name="connsiteX15" fmla="*/ 822235 w 852117"/>
                    <a:gd name="connsiteY15" fmla="*/ 87329 h 913021"/>
                    <a:gd name="connsiteX16" fmla="*/ 851404 w 852117"/>
                    <a:gd name="connsiteY16" fmla="*/ 326326 h 913021"/>
                    <a:gd name="connsiteX17" fmla="*/ 762365 w 852117"/>
                    <a:gd name="connsiteY17" fmla="*/ 809335 h 913021"/>
                    <a:gd name="connsiteX18" fmla="*/ 751654 w 852117"/>
                    <a:gd name="connsiteY18" fmla="*/ 912259 h 913021"/>
                    <a:gd name="connsiteX19" fmla="*/ 380634 w 852117"/>
                    <a:gd name="connsiteY19" fmla="*/ 913021 h 913021"/>
                    <a:gd name="connsiteX20" fmla="*/ 361777 w 852117"/>
                    <a:gd name="connsiteY20" fmla="*/ 780857 h 913021"/>
                    <a:gd name="connsiteX21" fmla="*/ 259790 w 852117"/>
                    <a:gd name="connsiteY21" fmla="*/ 654805 h 913021"/>
                    <a:gd name="connsiteX22" fmla="*/ 127442 w 852117"/>
                    <a:gd name="connsiteY22" fmla="*/ 467151 h 913021"/>
                    <a:gd name="connsiteX23" fmla="*/ 0 w 852117"/>
                    <a:gd name="connsiteY23" fmla="*/ 226050 h 913021"/>
                    <a:gd name="connsiteX0-1" fmla="*/ 0 w 852117"/>
                    <a:gd name="connsiteY0-2" fmla="*/ 226050 h 913021"/>
                    <a:gd name="connsiteX1-3" fmla="*/ 235595 w 852117"/>
                    <a:gd name="connsiteY1-4" fmla="*/ 373156 h 913021"/>
                    <a:gd name="connsiteX2-5" fmla="*/ 311282 w 852117"/>
                    <a:gd name="connsiteY2-6" fmla="*/ 397996 h 913021"/>
                    <a:gd name="connsiteX3-7" fmla="*/ 331029 w 852117"/>
                    <a:gd name="connsiteY3-8" fmla="*/ 139667 h 913021"/>
                    <a:gd name="connsiteX4-9" fmla="*/ 328134 w 852117"/>
                    <a:gd name="connsiteY4-10" fmla="*/ 7546 h 913021"/>
                    <a:gd name="connsiteX5-11" fmla="*/ 443295 w 852117"/>
                    <a:gd name="connsiteY5-12" fmla="*/ 0 h 913021"/>
                    <a:gd name="connsiteX6-13" fmla="*/ 454992 w 852117"/>
                    <a:gd name="connsiteY6-14" fmla="*/ 231624 h 913021"/>
                    <a:gd name="connsiteX7-15" fmla="*/ 452843 w 852117"/>
                    <a:gd name="connsiteY7-16" fmla="*/ 13725 h 913021"/>
                    <a:gd name="connsiteX8-17" fmla="*/ 562280 w 852117"/>
                    <a:gd name="connsiteY8-18" fmla="*/ 38587 h 913021"/>
                    <a:gd name="connsiteX9-19" fmla="*/ 591089 w 852117"/>
                    <a:gd name="connsiteY9-20" fmla="*/ 223958 h 913021"/>
                    <a:gd name="connsiteX10-21" fmla="*/ 574101 w 852117"/>
                    <a:gd name="connsiteY10-22" fmla="*/ 39172 h 913021"/>
                    <a:gd name="connsiteX11-23" fmla="*/ 703090 w 852117"/>
                    <a:gd name="connsiteY11-24" fmla="*/ 62958 h 913021"/>
                    <a:gd name="connsiteX12-25" fmla="*/ 709880 w 852117"/>
                    <a:gd name="connsiteY12-26" fmla="*/ 237369 h 913021"/>
                    <a:gd name="connsiteX13-27" fmla="*/ 714239 w 852117"/>
                    <a:gd name="connsiteY13-28" fmla="*/ 69553 h 913021"/>
                    <a:gd name="connsiteX14-29" fmla="*/ 822235 w 852117"/>
                    <a:gd name="connsiteY14-30" fmla="*/ 87329 h 913021"/>
                    <a:gd name="connsiteX15-31" fmla="*/ 851404 w 852117"/>
                    <a:gd name="connsiteY15-32" fmla="*/ 326326 h 913021"/>
                    <a:gd name="connsiteX16-33" fmla="*/ 762365 w 852117"/>
                    <a:gd name="connsiteY16-34" fmla="*/ 809335 h 913021"/>
                    <a:gd name="connsiteX17-35" fmla="*/ 751654 w 852117"/>
                    <a:gd name="connsiteY17-36" fmla="*/ 912259 h 913021"/>
                    <a:gd name="connsiteX18-37" fmla="*/ 380634 w 852117"/>
                    <a:gd name="connsiteY18-38" fmla="*/ 913021 h 913021"/>
                    <a:gd name="connsiteX19-39" fmla="*/ 361777 w 852117"/>
                    <a:gd name="connsiteY19-40" fmla="*/ 780857 h 913021"/>
                    <a:gd name="connsiteX20-41" fmla="*/ 259790 w 852117"/>
                    <a:gd name="connsiteY20-42" fmla="*/ 654805 h 913021"/>
                    <a:gd name="connsiteX21-43" fmla="*/ 127442 w 852117"/>
                    <a:gd name="connsiteY21-44" fmla="*/ 467151 h 913021"/>
                    <a:gd name="connsiteX22-45" fmla="*/ 0 w 852117"/>
                    <a:gd name="connsiteY22-46" fmla="*/ 226050 h 913021"/>
                    <a:gd name="connsiteX0-47" fmla="*/ 0 w 852117"/>
                    <a:gd name="connsiteY0-48" fmla="*/ 218504 h 905475"/>
                    <a:gd name="connsiteX1-49" fmla="*/ 235595 w 852117"/>
                    <a:gd name="connsiteY1-50" fmla="*/ 365610 h 905475"/>
                    <a:gd name="connsiteX2-51" fmla="*/ 311282 w 852117"/>
                    <a:gd name="connsiteY2-52" fmla="*/ 390450 h 905475"/>
                    <a:gd name="connsiteX3-53" fmla="*/ 331029 w 852117"/>
                    <a:gd name="connsiteY3-54" fmla="*/ 132121 h 905475"/>
                    <a:gd name="connsiteX4-55" fmla="*/ 328134 w 852117"/>
                    <a:gd name="connsiteY4-56" fmla="*/ 0 h 905475"/>
                    <a:gd name="connsiteX5-57" fmla="*/ 446516 w 852117"/>
                    <a:gd name="connsiteY5-58" fmla="*/ 3421 h 905475"/>
                    <a:gd name="connsiteX6-59" fmla="*/ 454992 w 852117"/>
                    <a:gd name="connsiteY6-60" fmla="*/ 224078 h 905475"/>
                    <a:gd name="connsiteX7-61" fmla="*/ 452843 w 852117"/>
                    <a:gd name="connsiteY7-62" fmla="*/ 6179 h 905475"/>
                    <a:gd name="connsiteX8-63" fmla="*/ 562280 w 852117"/>
                    <a:gd name="connsiteY8-64" fmla="*/ 31041 h 905475"/>
                    <a:gd name="connsiteX9-65" fmla="*/ 591089 w 852117"/>
                    <a:gd name="connsiteY9-66" fmla="*/ 216412 h 905475"/>
                    <a:gd name="connsiteX10-67" fmla="*/ 574101 w 852117"/>
                    <a:gd name="connsiteY10-68" fmla="*/ 31626 h 905475"/>
                    <a:gd name="connsiteX11-69" fmla="*/ 703090 w 852117"/>
                    <a:gd name="connsiteY11-70" fmla="*/ 55412 h 905475"/>
                    <a:gd name="connsiteX12-71" fmla="*/ 709880 w 852117"/>
                    <a:gd name="connsiteY12-72" fmla="*/ 229823 h 905475"/>
                    <a:gd name="connsiteX13-73" fmla="*/ 714239 w 852117"/>
                    <a:gd name="connsiteY13-74" fmla="*/ 62007 h 905475"/>
                    <a:gd name="connsiteX14-75" fmla="*/ 822235 w 852117"/>
                    <a:gd name="connsiteY14-76" fmla="*/ 79783 h 905475"/>
                    <a:gd name="connsiteX15-77" fmla="*/ 851404 w 852117"/>
                    <a:gd name="connsiteY15-78" fmla="*/ 318780 h 905475"/>
                    <a:gd name="connsiteX16-79" fmla="*/ 762365 w 852117"/>
                    <a:gd name="connsiteY16-80" fmla="*/ 801789 h 905475"/>
                    <a:gd name="connsiteX17-81" fmla="*/ 751654 w 852117"/>
                    <a:gd name="connsiteY17-82" fmla="*/ 904713 h 905475"/>
                    <a:gd name="connsiteX18-83" fmla="*/ 380634 w 852117"/>
                    <a:gd name="connsiteY18-84" fmla="*/ 905475 h 905475"/>
                    <a:gd name="connsiteX19-85" fmla="*/ 361777 w 852117"/>
                    <a:gd name="connsiteY19-86" fmla="*/ 773311 h 905475"/>
                    <a:gd name="connsiteX20-87" fmla="*/ 259790 w 852117"/>
                    <a:gd name="connsiteY20-88" fmla="*/ 647259 h 905475"/>
                    <a:gd name="connsiteX21-89" fmla="*/ 127442 w 852117"/>
                    <a:gd name="connsiteY21-90" fmla="*/ 459605 h 905475"/>
                    <a:gd name="connsiteX22-91" fmla="*/ 0 w 852117"/>
                    <a:gd name="connsiteY22-92" fmla="*/ 218504 h 905475"/>
                    <a:gd name="connsiteX0-93" fmla="*/ 0 w 852117"/>
                    <a:gd name="connsiteY0-94" fmla="*/ 222954 h 909925"/>
                    <a:gd name="connsiteX1-95" fmla="*/ 235595 w 852117"/>
                    <a:gd name="connsiteY1-96" fmla="*/ 370060 h 909925"/>
                    <a:gd name="connsiteX2-97" fmla="*/ 311282 w 852117"/>
                    <a:gd name="connsiteY2-98" fmla="*/ 394900 h 909925"/>
                    <a:gd name="connsiteX3-99" fmla="*/ 331029 w 852117"/>
                    <a:gd name="connsiteY3-100" fmla="*/ 136571 h 909925"/>
                    <a:gd name="connsiteX4-101" fmla="*/ 328134 w 852117"/>
                    <a:gd name="connsiteY4-102" fmla="*/ 4450 h 909925"/>
                    <a:gd name="connsiteX5-103" fmla="*/ 446516 w 852117"/>
                    <a:gd name="connsiteY5-104" fmla="*/ 7871 h 909925"/>
                    <a:gd name="connsiteX6-105" fmla="*/ 454992 w 852117"/>
                    <a:gd name="connsiteY6-106" fmla="*/ 228528 h 909925"/>
                    <a:gd name="connsiteX7-107" fmla="*/ 452843 w 852117"/>
                    <a:gd name="connsiteY7-108" fmla="*/ 10629 h 909925"/>
                    <a:gd name="connsiteX8-109" fmla="*/ 562280 w 852117"/>
                    <a:gd name="connsiteY8-110" fmla="*/ 35491 h 909925"/>
                    <a:gd name="connsiteX9-111" fmla="*/ 591089 w 852117"/>
                    <a:gd name="connsiteY9-112" fmla="*/ 220862 h 909925"/>
                    <a:gd name="connsiteX10-113" fmla="*/ 574101 w 852117"/>
                    <a:gd name="connsiteY10-114" fmla="*/ 36076 h 909925"/>
                    <a:gd name="connsiteX11-115" fmla="*/ 703090 w 852117"/>
                    <a:gd name="connsiteY11-116" fmla="*/ 59862 h 909925"/>
                    <a:gd name="connsiteX12-117" fmla="*/ 709880 w 852117"/>
                    <a:gd name="connsiteY12-118" fmla="*/ 234273 h 909925"/>
                    <a:gd name="connsiteX13-119" fmla="*/ 714239 w 852117"/>
                    <a:gd name="connsiteY13-120" fmla="*/ 66457 h 909925"/>
                    <a:gd name="connsiteX14-121" fmla="*/ 822235 w 852117"/>
                    <a:gd name="connsiteY14-122" fmla="*/ 84233 h 909925"/>
                    <a:gd name="connsiteX15-123" fmla="*/ 851404 w 852117"/>
                    <a:gd name="connsiteY15-124" fmla="*/ 323230 h 909925"/>
                    <a:gd name="connsiteX16-125" fmla="*/ 762365 w 852117"/>
                    <a:gd name="connsiteY16-126" fmla="*/ 806239 h 909925"/>
                    <a:gd name="connsiteX17-127" fmla="*/ 751654 w 852117"/>
                    <a:gd name="connsiteY17-128" fmla="*/ 909163 h 909925"/>
                    <a:gd name="connsiteX18-129" fmla="*/ 380634 w 852117"/>
                    <a:gd name="connsiteY18-130" fmla="*/ 909925 h 909925"/>
                    <a:gd name="connsiteX19-131" fmla="*/ 361777 w 852117"/>
                    <a:gd name="connsiteY19-132" fmla="*/ 777761 h 909925"/>
                    <a:gd name="connsiteX20-133" fmla="*/ 259790 w 852117"/>
                    <a:gd name="connsiteY20-134" fmla="*/ 651709 h 909925"/>
                    <a:gd name="connsiteX21-135" fmla="*/ 127442 w 852117"/>
                    <a:gd name="connsiteY21-136" fmla="*/ 464055 h 909925"/>
                    <a:gd name="connsiteX22-137" fmla="*/ 0 w 852117"/>
                    <a:gd name="connsiteY22-138" fmla="*/ 222954 h 909925"/>
                    <a:gd name="connsiteX0-139" fmla="*/ 0 w 852117"/>
                    <a:gd name="connsiteY0-140" fmla="*/ 220271 h 907242"/>
                    <a:gd name="connsiteX1-141" fmla="*/ 235595 w 852117"/>
                    <a:gd name="connsiteY1-142" fmla="*/ 367377 h 907242"/>
                    <a:gd name="connsiteX2-143" fmla="*/ 311282 w 852117"/>
                    <a:gd name="connsiteY2-144" fmla="*/ 392217 h 907242"/>
                    <a:gd name="connsiteX3-145" fmla="*/ 331029 w 852117"/>
                    <a:gd name="connsiteY3-146" fmla="*/ 133888 h 907242"/>
                    <a:gd name="connsiteX4-147" fmla="*/ 334903 w 852117"/>
                    <a:gd name="connsiteY4-148" fmla="*/ 14671 h 907242"/>
                    <a:gd name="connsiteX5-149" fmla="*/ 446516 w 852117"/>
                    <a:gd name="connsiteY5-150" fmla="*/ 5188 h 907242"/>
                    <a:gd name="connsiteX6-151" fmla="*/ 454992 w 852117"/>
                    <a:gd name="connsiteY6-152" fmla="*/ 225845 h 907242"/>
                    <a:gd name="connsiteX7-153" fmla="*/ 452843 w 852117"/>
                    <a:gd name="connsiteY7-154" fmla="*/ 7946 h 907242"/>
                    <a:gd name="connsiteX8-155" fmla="*/ 562280 w 852117"/>
                    <a:gd name="connsiteY8-156" fmla="*/ 32808 h 907242"/>
                    <a:gd name="connsiteX9-157" fmla="*/ 591089 w 852117"/>
                    <a:gd name="connsiteY9-158" fmla="*/ 218179 h 907242"/>
                    <a:gd name="connsiteX10-159" fmla="*/ 574101 w 852117"/>
                    <a:gd name="connsiteY10-160" fmla="*/ 33393 h 907242"/>
                    <a:gd name="connsiteX11-161" fmla="*/ 703090 w 852117"/>
                    <a:gd name="connsiteY11-162" fmla="*/ 57179 h 907242"/>
                    <a:gd name="connsiteX12-163" fmla="*/ 709880 w 852117"/>
                    <a:gd name="connsiteY12-164" fmla="*/ 231590 h 907242"/>
                    <a:gd name="connsiteX13-165" fmla="*/ 714239 w 852117"/>
                    <a:gd name="connsiteY13-166" fmla="*/ 63774 h 907242"/>
                    <a:gd name="connsiteX14-167" fmla="*/ 822235 w 852117"/>
                    <a:gd name="connsiteY14-168" fmla="*/ 81550 h 907242"/>
                    <a:gd name="connsiteX15-169" fmla="*/ 851404 w 852117"/>
                    <a:gd name="connsiteY15-170" fmla="*/ 320547 h 907242"/>
                    <a:gd name="connsiteX16-171" fmla="*/ 762365 w 852117"/>
                    <a:gd name="connsiteY16-172" fmla="*/ 803556 h 907242"/>
                    <a:gd name="connsiteX17-173" fmla="*/ 751654 w 852117"/>
                    <a:gd name="connsiteY17-174" fmla="*/ 906480 h 907242"/>
                    <a:gd name="connsiteX18-175" fmla="*/ 380634 w 852117"/>
                    <a:gd name="connsiteY18-176" fmla="*/ 907242 h 907242"/>
                    <a:gd name="connsiteX19-177" fmla="*/ 361777 w 852117"/>
                    <a:gd name="connsiteY19-178" fmla="*/ 775078 h 907242"/>
                    <a:gd name="connsiteX20-179" fmla="*/ 259790 w 852117"/>
                    <a:gd name="connsiteY20-180" fmla="*/ 649026 h 907242"/>
                    <a:gd name="connsiteX21-181" fmla="*/ 127442 w 852117"/>
                    <a:gd name="connsiteY21-182" fmla="*/ 461372 h 907242"/>
                    <a:gd name="connsiteX22-183" fmla="*/ 0 w 852117"/>
                    <a:gd name="connsiteY22-184" fmla="*/ 220271 h 907242"/>
                    <a:gd name="connsiteX0-185" fmla="*/ 0 w 852117"/>
                    <a:gd name="connsiteY0-186" fmla="*/ 224378 h 911349"/>
                    <a:gd name="connsiteX1-187" fmla="*/ 235595 w 852117"/>
                    <a:gd name="connsiteY1-188" fmla="*/ 371484 h 911349"/>
                    <a:gd name="connsiteX2-189" fmla="*/ 311282 w 852117"/>
                    <a:gd name="connsiteY2-190" fmla="*/ 396324 h 911349"/>
                    <a:gd name="connsiteX3-191" fmla="*/ 331029 w 852117"/>
                    <a:gd name="connsiteY3-192" fmla="*/ 137995 h 911349"/>
                    <a:gd name="connsiteX4-193" fmla="*/ 334903 w 852117"/>
                    <a:gd name="connsiteY4-194" fmla="*/ 18778 h 911349"/>
                    <a:gd name="connsiteX5-195" fmla="*/ 446516 w 852117"/>
                    <a:gd name="connsiteY5-196" fmla="*/ 9295 h 911349"/>
                    <a:gd name="connsiteX6-197" fmla="*/ 454992 w 852117"/>
                    <a:gd name="connsiteY6-198" fmla="*/ 229952 h 911349"/>
                    <a:gd name="connsiteX7-199" fmla="*/ 452843 w 852117"/>
                    <a:gd name="connsiteY7-200" fmla="*/ 12053 h 911349"/>
                    <a:gd name="connsiteX8-201" fmla="*/ 562280 w 852117"/>
                    <a:gd name="connsiteY8-202" fmla="*/ 36915 h 911349"/>
                    <a:gd name="connsiteX9-203" fmla="*/ 591089 w 852117"/>
                    <a:gd name="connsiteY9-204" fmla="*/ 222286 h 911349"/>
                    <a:gd name="connsiteX10-205" fmla="*/ 574101 w 852117"/>
                    <a:gd name="connsiteY10-206" fmla="*/ 37500 h 911349"/>
                    <a:gd name="connsiteX11-207" fmla="*/ 703090 w 852117"/>
                    <a:gd name="connsiteY11-208" fmla="*/ 61286 h 911349"/>
                    <a:gd name="connsiteX12-209" fmla="*/ 709880 w 852117"/>
                    <a:gd name="connsiteY12-210" fmla="*/ 235697 h 911349"/>
                    <a:gd name="connsiteX13-211" fmla="*/ 714239 w 852117"/>
                    <a:gd name="connsiteY13-212" fmla="*/ 67881 h 911349"/>
                    <a:gd name="connsiteX14-213" fmla="*/ 822235 w 852117"/>
                    <a:gd name="connsiteY14-214" fmla="*/ 85657 h 911349"/>
                    <a:gd name="connsiteX15-215" fmla="*/ 851404 w 852117"/>
                    <a:gd name="connsiteY15-216" fmla="*/ 324654 h 911349"/>
                    <a:gd name="connsiteX16-217" fmla="*/ 762365 w 852117"/>
                    <a:gd name="connsiteY16-218" fmla="*/ 807663 h 911349"/>
                    <a:gd name="connsiteX17-219" fmla="*/ 751654 w 852117"/>
                    <a:gd name="connsiteY17-220" fmla="*/ 910587 h 911349"/>
                    <a:gd name="connsiteX18-221" fmla="*/ 380634 w 852117"/>
                    <a:gd name="connsiteY18-222" fmla="*/ 911349 h 911349"/>
                    <a:gd name="connsiteX19-223" fmla="*/ 361777 w 852117"/>
                    <a:gd name="connsiteY19-224" fmla="*/ 779185 h 911349"/>
                    <a:gd name="connsiteX20-225" fmla="*/ 259790 w 852117"/>
                    <a:gd name="connsiteY20-226" fmla="*/ 653133 h 911349"/>
                    <a:gd name="connsiteX21-227" fmla="*/ 127442 w 852117"/>
                    <a:gd name="connsiteY21-228" fmla="*/ 465479 h 911349"/>
                    <a:gd name="connsiteX22-229" fmla="*/ 0 w 852117"/>
                    <a:gd name="connsiteY22-230" fmla="*/ 224378 h 911349"/>
                    <a:gd name="connsiteX0-231" fmla="*/ 0 w 852117"/>
                    <a:gd name="connsiteY0-232" fmla="*/ 224378 h 911349"/>
                    <a:gd name="connsiteX1-233" fmla="*/ 235595 w 852117"/>
                    <a:gd name="connsiteY1-234" fmla="*/ 371484 h 911349"/>
                    <a:gd name="connsiteX2-235" fmla="*/ 311282 w 852117"/>
                    <a:gd name="connsiteY2-236" fmla="*/ 396324 h 911349"/>
                    <a:gd name="connsiteX3-237" fmla="*/ 331029 w 852117"/>
                    <a:gd name="connsiteY3-238" fmla="*/ 137995 h 911349"/>
                    <a:gd name="connsiteX4-239" fmla="*/ 334903 w 852117"/>
                    <a:gd name="connsiteY4-240" fmla="*/ 18778 h 911349"/>
                    <a:gd name="connsiteX5-241" fmla="*/ 446516 w 852117"/>
                    <a:gd name="connsiteY5-242" fmla="*/ 9295 h 911349"/>
                    <a:gd name="connsiteX6-243" fmla="*/ 454992 w 852117"/>
                    <a:gd name="connsiteY6-244" fmla="*/ 229952 h 911349"/>
                    <a:gd name="connsiteX7-245" fmla="*/ 452843 w 852117"/>
                    <a:gd name="connsiteY7-246" fmla="*/ 12053 h 911349"/>
                    <a:gd name="connsiteX8-247" fmla="*/ 562280 w 852117"/>
                    <a:gd name="connsiteY8-248" fmla="*/ 36915 h 911349"/>
                    <a:gd name="connsiteX9-249" fmla="*/ 591089 w 852117"/>
                    <a:gd name="connsiteY9-250" fmla="*/ 222286 h 911349"/>
                    <a:gd name="connsiteX10-251" fmla="*/ 574101 w 852117"/>
                    <a:gd name="connsiteY10-252" fmla="*/ 37500 h 911349"/>
                    <a:gd name="connsiteX11-253" fmla="*/ 703090 w 852117"/>
                    <a:gd name="connsiteY11-254" fmla="*/ 61286 h 911349"/>
                    <a:gd name="connsiteX12-255" fmla="*/ 709880 w 852117"/>
                    <a:gd name="connsiteY12-256" fmla="*/ 235697 h 911349"/>
                    <a:gd name="connsiteX13-257" fmla="*/ 714239 w 852117"/>
                    <a:gd name="connsiteY13-258" fmla="*/ 67881 h 911349"/>
                    <a:gd name="connsiteX14-259" fmla="*/ 822235 w 852117"/>
                    <a:gd name="connsiteY14-260" fmla="*/ 85657 h 911349"/>
                    <a:gd name="connsiteX15-261" fmla="*/ 851404 w 852117"/>
                    <a:gd name="connsiteY15-262" fmla="*/ 324654 h 911349"/>
                    <a:gd name="connsiteX16-263" fmla="*/ 762365 w 852117"/>
                    <a:gd name="connsiteY16-264" fmla="*/ 807663 h 911349"/>
                    <a:gd name="connsiteX17-265" fmla="*/ 751654 w 852117"/>
                    <a:gd name="connsiteY17-266" fmla="*/ 910587 h 911349"/>
                    <a:gd name="connsiteX18-267" fmla="*/ 380634 w 852117"/>
                    <a:gd name="connsiteY18-268" fmla="*/ 911349 h 911349"/>
                    <a:gd name="connsiteX19-269" fmla="*/ 361777 w 852117"/>
                    <a:gd name="connsiteY19-270" fmla="*/ 779185 h 911349"/>
                    <a:gd name="connsiteX20-271" fmla="*/ 259790 w 852117"/>
                    <a:gd name="connsiteY20-272" fmla="*/ 653133 h 911349"/>
                    <a:gd name="connsiteX21-273" fmla="*/ 172766 w 852117"/>
                    <a:gd name="connsiteY21-274" fmla="*/ 437275 h 911349"/>
                    <a:gd name="connsiteX22-275" fmla="*/ 0 w 852117"/>
                    <a:gd name="connsiteY22-276" fmla="*/ 224378 h 911349"/>
                    <a:gd name="connsiteX0-277" fmla="*/ 22647 w 683324"/>
                    <a:gd name="connsiteY0-278" fmla="*/ 156238 h 911349"/>
                    <a:gd name="connsiteX1-279" fmla="*/ 66802 w 683324"/>
                    <a:gd name="connsiteY1-280" fmla="*/ 371484 h 911349"/>
                    <a:gd name="connsiteX2-281" fmla="*/ 142489 w 683324"/>
                    <a:gd name="connsiteY2-282" fmla="*/ 396324 h 911349"/>
                    <a:gd name="connsiteX3-283" fmla="*/ 162236 w 683324"/>
                    <a:gd name="connsiteY3-284" fmla="*/ 137995 h 911349"/>
                    <a:gd name="connsiteX4-285" fmla="*/ 166110 w 683324"/>
                    <a:gd name="connsiteY4-286" fmla="*/ 18778 h 911349"/>
                    <a:gd name="connsiteX5-287" fmla="*/ 277723 w 683324"/>
                    <a:gd name="connsiteY5-288" fmla="*/ 9295 h 911349"/>
                    <a:gd name="connsiteX6-289" fmla="*/ 286199 w 683324"/>
                    <a:gd name="connsiteY6-290" fmla="*/ 229952 h 911349"/>
                    <a:gd name="connsiteX7-291" fmla="*/ 284050 w 683324"/>
                    <a:gd name="connsiteY7-292" fmla="*/ 12053 h 911349"/>
                    <a:gd name="connsiteX8-293" fmla="*/ 393487 w 683324"/>
                    <a:gd name="connsiteY8-294" fmla="*/ 36915 h 911349"/>
                    <a:gd name="connsiteX9-295" fmla="*/ 422296 w 683324"/>
                    <a:gd name="connsiteY9-296" fmla="*/ 222286 h 911349"/>
                    <a:gd name="connsiteX10-297" fmla="*/ 405308 w 683324"/>
                    <a:gd name="connsiteY10-298" fmla="*/ 37500 h 911349"/>
                    <a:gd name="connsiteX11-299" fmla="*/ 534297 w 683324"/>
                    <a:gd name="connsiteY11-300" fmla="*/ 61286 h 911349"/>
                    <a:gd name="connsiteX12-301" fmla="*/ 541087 w 683324"/>
                    <a:gd name="connsiteY12-302" fmla="*/ 235697 h 911349"/>
                    <a:gd name="connsiteX13-303" fmla="*/ 545446 w 683324"/>
                    <a:gd name="connsiteY13-304" fmla="*/ 67881 h 911349"/>
                    <a:gd name="connsiteX14-305" fmla="*/ 653442 w 683324"/>
                    <a:gd name="connsiteY14-306" fmla="*/ 85657 h 911349"/>
                    <a:gd name="connsiteX15-307" fmla="*/ 682611 w 683324"/>
                    <a:gd name="connsiteY15-308" fmla="*/ 324654 h 911349"/>
                    <a:gd name="connsiteX16-309" fmla="*/ 593572 w 683324"/>
                    <a:gd name="connsiteY16-310" fmla="*/ 807663 h 911349"/>
                    <a:gd name="connsiteX17-311" fmla="*/ 582861 w 683324"/>
                    <a:gd name="connsiteY17-312" fmla="*/ 910587 h 911349"/>
                    <a:gd name="connsiteX18-313" fmla="*/ 211841 w 683324"/>
                    <a:gd name="connsiteY18-314" fmla="*/ 911349 h 911349"/>
                    <a:gd name="connsiteX19-315" fmla="*/ 192984 w 683324"/>
                    <a:gd name="connsiteY19-316" fmla="*/ 779185 h 911349"/>
                    <a:gd name="connsiteX20-317" fmla="*/ 90997 w 683324"/>
                    <a:gd name="connsiteY20-318" fmla="*/ 653133 h 911349"/>
                    <a:gd name="connsiteX21-319" fmla="*/ 3973 w 683324"/>
                    <a:gd name="connsiteY21-320" fmla="*/ 437275 h 911349"/>
                    <a:gd name="connsiteX22-321" fmla="*/ 22647 w 683324"/>
                    <a:gd name="connsiteY22-322" fmla="*/ 156238 h 911349"/>
                    <a:gd name="connsiteX0-323" fmla="*/ 28763 w 689440"/>
                    <a:gd name="connsiteY0-324" fmla="*/ 156238 h 911349"/>
                    <a:gd name="connsiteX1-325" fmla="*/ 72918 w 689440"/>
                    <a:gd name="connsiteY1-326" fmla="*/ 371484 h 911349"/>
                    <a:gd name="connsiteX2-327" fmla="*/ 148605 w 689440"/>
                    <a:gd name="connsiteY2-328" fmla="*/ 396324 h 911349"/>
                    <a:gd name="connsiteX3-329" fmla="*/ 168352 w 689440"/>
                    <a:gd name="connsiteY3-330" fmla="*/ 137995 h 911349"/>
                    <a:gd name="connsiteX4-331" fmla="*/ 172226 w 689440"/>
                    <a:gd name="connsiteY4-332" fmla="*/ 18778 h 911349"/>
                    <a:gd name="connsiteX5-333" fmla="*/ 283839 w 689440"/>
                    <a:gd name="connsiteY5-334" fmla="*/ 9295 h 911349"/>
                    <a:gd name="connsiteX6-335" fmla="*/ 292315 w 689440"/>
                    <a:gd name="connsiteY6-336" fmla="*/ 229952 h 911349"/>
                    <a:gd name="connsiteX7-337" fmla="*/ 290166 w 689440"/>
                    <a:gd name="connsiteY7-338" fmla="*/ 12053 h 911349"/>
                    <a:gd name="connsiteX8-339" fmla="*/ 399603 w 689440"/>
                    <a:gd name="connsiteY8-340" fmla="*/ 36915 h 911349"/>
                    <a:gd name="connsiteX9-341" fmla="*/ 428412 w 689440"/>
                    <a:gd name="connsiteY9-342" fmla="*/ 222286 h 911349"/>
                    <a:gd name="connsiteX10-343" fmla="*/ 411424 w 689440"/>
                    <a:gd name="connsiteY10-344" fmla="*/ 37500 h 911349"/>
                    <a:gd name="connsiteX11-345" fmla="*/ 540413 w 689440"/>
                    <a:gd name="connsiteY11-346" fmla="*/ 61286 h 911349"/>
                    <a:gd name="connsiteX12-347" fmla="*/ 547203 w 689440"/>
                    <a:gd name="connsiteY12-348" fmla="*/ 235697 h 911349"/>
                    <a:gd name="connsiteX13-349" fmla="*/ 551562 w 689440"/>
                    <a:gd name="connsiteY13-350" fmla="*/ 67881 h 911349"/>
                    <a:gd name="connsiteX14-351" fmla="*/ 659558 w 689440"/>
                    <a:gd name="connsiteY14-352" fmla="*/ 85657 h 911349"/>
                    <a:gd name="connsiteX15-353" fmla="*/ 688727 w 689440"/>
                    <a:gd name="connsiteY15-354" fmla="*/ 324654 h 911349"/>
                    <a:gd name="connsiteX16-355" fmla="*/ 599688 w 689440"/>
                    <a:gd name="connsiteY16-356" fmla="*/ 807663 h 911349"/>
                    <a:gd name="connsiteX17-357" fmla="*/ 588977 w 689440"/>
                    <a:gd name="connsiteY17-358" fmla="*/ 910587 h 911349"/>
                    <a:gd name="connsiteX18-359" fmla="*/ 217957 w 689440"/>
                    <a:gd name="connsiteY18-360" fmla="*/ 911349 h 911349"/>
                    <a:gd name="connsiteX19-361" fmla="*/ 199100 w 689440"/>
                    <a:gd name="connsiteY19-362" fmla="*/ 779185 h 911349"/>
                    <a:gd name="connsiteX20-363" fmla="*/ 97113 w 689440"/>
                    <a:gd name="connsiteY20-364" fmla="*/ 653133 h 911349"/>
                    <a:gd name="connsiteX21-365" fmla="*/ 10089 w 689440"/>
                    <a:gd name="connsiteY21-366" fmla="*/ 437275 h 911349"/>
                    <a:gd name="connsiteX22-367" fmla="*/ 28763 w 689440"/>
                    <a:gd name="connsiteY22-368" fmla="*/ 156238 h 911349"/>
                    <a:gd name="connsiteX0-369" fmla="*/ 28763 w 689440"/>
                    <a:gd name="connsiteY0-370" fmla="*/ 156238 h 911349"/>
                    <a:gd name="connsiteX1-371" fmla="*/ 72918 w 689440"/>
                    <a:gd name="connsiteY1-372" fmla="*/ 371484 h 911349"/>
                    <a:gd name="connsiteX2-373" fmla="*/ 148605 w 689440"/>
                    <a:gd name="connsiteY2-374" fmla="*/ 396324 h 911349"/>
                    <a:gd name="connsiteX3-375" fmla="*/ 168352 w 689440"/>
                    <a:gd name="connsiteY3-376" fmla="*/ 137995 h 911349"/>
                    <a:gd name="connsiteX4-377" fmla="*/ 172226 w 689440"/>
                    <a:gd name="connsiteY4-378" fmla="*/ 18778 h 911349"/>
                    <a:gd name="connsiteX5-379" fmla="*/ 283839 w 689440"/>
                    <a:gd name="connsiteY5-380" fmla="*/ 9295 h 911349"/>
                    <a:gd name="connsiteX6-381" fmla="*/ 292315 w 689440"/>
                    <a:gd name="connsiteY6-382" fmla="*/ 229952 h 911349"/>
                    <a:gd name="connsiteX7-383" fmla="*/ 290166 w 689440"/>
                    <a:gd name="connsiteY7-384" fmla="*/ 12053 h 911349"/>
                    <a:gd name="connsiteX8-385" fmla="*/ 399603 w 689440"/>
                    <a:gd name="connsiteY8-386" fmla="*/ 36915 h 911349"/>
                    <a:gd name="connsiteX9-387" fmla="*/ 428412 w 689440"/>
                    <a:gd name="connsiteY9-388" fmla="*/ 222286 h 911349"/>
                    <a:gd name="connsiteX10-389" fmla="*/ 411424 w 689440"/>
                    <a:gd name="connsiteY10-390" fmla="*/ 37500 h 911349"/>
                    <a:gd name="connsiteX11-391" fmla="*/ 540413 w 689440"/>
                    <a:gd name="connsiteY11-392" fmla="*/ 61286 h 911349"/>
                    <a:gd name="connsiteX12-393" fmla="*/ 547203 w 689440"/>
                    <a:gd name="connsiteY12-394" fmla="*/ 235697 h 911349"/>
                    <a:gd name="connsiteX13-395" fmla="*/ 551562 w 689440"/>
                    <a:gd name="connsiteY13-396" fmla="*/ 67881 h 911349"/>
                    <a:gd name="connsiteX14-397" fmla="*/ 659558 w 689440"/>
                    <a:gd name="connsiteY14-398" fmla="*/ 85657 h 911349"/>
                    <a:gd name="connsiteX15-399" fmla="*/ 688727 w 689440"/>
                    <a:gd name="connsiteY15-400" fmla="*/ 324654 h 911349"/>
                    <a:gd name="connsiteX16-401" fmla="*/ 599688 w 689440"/>
                    <a:gd name="connsiteY16-402" fmla="*/ 807663 h 911349"/>
                    <a:gd name="connsiteX17-403" fmla="*/ 588977 w 689440"/>
                    <a:gd name="connsiteY17-404" fmla="*/ 910587 h 911349"/>
                    <a:gd name="connsiteX18-405" fmla="*/ 217957 w 689440"/>
                    <a:gd name="connsiteY18-406" fmla="*/ 911349 h 911349"/>
                    <a:gd name="connsiteX19-407" fmla="*/ 199100 w 689440"/>
                    <a:gd name="connsiteY19-408" fmla="*/ 779185 h 911349"/>
                    <a:gd name="connsiteX20-409" fmla="*/ 97113 w 689440"/>
                    <a:gd name="connsiteY20-410" fmla="*/ 653133 h 911349"/>
                    <a:gd name="connsiteX21-411" fmla="*/ 10089 w 689440"/>
                    <a:gd name="connsiteY21-412" fmla="*/ 437275 h 911349"/>
                    <a:gd name="connsiteX22-413" fmla="*/ 28763 w 689440"/>
                    <a:gd name="connsiteY22-414" fmla="*/ 156238 h 911349"/>
                    <a:gd name="connsiteX0-415" fmla="*/ 56291 w 685678"/>
                    <a:gd name="connsiteY0-416" fmla="*/ 141091 h 911349"/>
                    <a:gd name="connsiteX1-417" fmla="*/ 69156 w 685678"/>
                    <a:gd name="connsiteY1-418" fmla="*/ 371484 h 911349"/>
                    <a:gd name="connsiteX2-419" fmla="*/ 144843 w 685678"/>
                    <a:gd name="connsiteY2-420" fmla="*/ 396324 h 911349"/>
                    <a:gd name="connsiteX3-421" fmla="*/ 164590 w 685678"/>
                    <a:gd name="connsiteY3-422" fmla="*/ 137995 h 911349"/>
                    <a:gd name="connsiteX4-423" fmla="*/ 168464 w 685678"/>
                    <a:gd name="connsiteY4-424" fmla="*/ 18778 h 911349"/>
                    <a:gd name="connsiteX5-425" fmla="*/ 280077 w 685678"/>
                    <a:gd name="connsiteY5-426" fmla="*/ 9295 h 911349"/>
                    <a:gd name="connsiteX6-427" fmla="*/ 288553 w 685678"/>
                    <a:gd name="connsiteY6-428" fmla="*/ 229952 h 911349"/>
                    <a:gd name="connsiteX7-429" fmla="*/ 286404 w 685678"/>
                    <a:gd name="connsiteY7-430" fmla="*/ 12053 h 911349"/>
                    <a:gd name="connsiteX8-431" fmla="*/ 395841 w 685678"/>
                    <a:gd name="connsiteY8-432" fmla="*/ 36915 h 911349"/>
                    <a:gd name="connsiteX9-433" fmla="*/ 424650 w 685678"/>
                    <a:gd name="connsiteY9-434" fmla="*/ 222286 h 911349"/>
                    <a:gd name="connsiteX10-435" fmla="*/ 407662 w 685678"/>
                    <a:gd name="connsiteY10-436" fmla="*/ 37500 h 911349"/>
                    <a:gd name="connsiteX11-437" fmla="*/ 536651 w 685678"/>
                    <a:gd name="connsiteY11-438" fmla="*/ 61286 h 911349"/>
                    <a:gd name="connsiteX12-439" fmla="*/ 543441 w 685678"/>
                    <a:gd name="connsiteY12-440" fmla="*/ 235697 h 911349"/>
                    <a:gd name="connsiteX13-441" fmla="*/ 547800 w 685678"/>
                    <a:gd name="connsiteY13-442" fmla="*/ 67881 h 911349"/>
                    <a:gd name="connsiteX14-443" fmla="*/ 655796 w 685678"/>
                    <a:gd name="connsiteY14-444" fmla="*/ 85657 h 911349"/>
                    <a:gd name="connsiteX15-445" fmla="*/ 684965 w 685678"/>
                    <a:gd name="connsiteY15-446" fmla="*/ 324654 h 911349"/>
                    <a:gd name="connsiteX16-447" fmla="*/ 595926 w 685678"/>
                    <a:gd name="connsiteY16-448" fmla="*/ 807663 h 911349"/>
                    <a:gd name="connsiteX17-449" fmla="*/ 585215 w 685678"/>
                    <a:gd name="connsiteY17-450" fmla="*/ 910587 h 911349"/>
                    <a:gd name="connsiteX18-451" fmla="*/ 214195 w 685678"/>
                    <a:gd name="connsiteY18-452" fmla="*/ 911349 h 911349"/>
                    <a:gd name="connsiteX19-453" fmla="*/ 195338 w 685678"/>
                    <a:gd name="connsiteY19-454" fmla="*/ 779185 h 911349"/>
                    <a:gd name="connsiteX20-455" fmla="*/ 93351 w 685678"/>
                    <a:gd name="connsiteY20-456" fmla="*/ 653133 h 911349"/>
                    <a:gd name="connsiteX21-457" fmla="*/ 6327 w 685678"/>
                    <a:gd name="connsiteY21-458" fmla="*/ 437275 h 911349"/>
                    <a:gd name="connsiteX22-459" fmla="*/ 56291 w 685678"/>
                    <a:gd name="connsiteY22-460" fmla="*/ 141091 h 911349"/>
                    <a:gd name="connsiteX0-461" fmla="*/ 58398 w 687785"/>
                    <a:gd name="connsiteY0-462" fmla="*/ 141091 h 911349"/>
                    <a:gd name="connsiteX1-463" fmla="*/ 71263 w 687785"/>
                    <a:gd name="connsiteY1-464" fmla="*/ 371484 h 911349"/>
                    <a:gd name="connsiteX2-465" fmla="*/ 146950 w 687785"/>
                    <a:gd name="connsiteY2-466" fmla="*/ 396324 h 911349"/>
                    <a:gd name="connsiteX3-467" fmla="*/ 166697 w 687785"/>
                    <a:gd name="connsiteY3-468" fmla="*/ 137995 h 911349"/>
                    <a:gd name="connsiteX4-469" fmla="*/ 170571 w 687785"/>
                    <a:gd name="connsiteY4-470" fmla="*/ 18778 h 911349"/>
                    <a:gd name="connsiteX5-471" fmla="*/ 282184 w 687785"/>
                    <a:gd name="connsiteY5-472" fmla="*/ 9295 h 911349"/>
                    <a:gd name="connsiteX6-473" fmla="*/ 290660 w 687785"/>
                    <a:gd name="connsiteY6-474" fmla="*/ 229952 h 911349"/>
                    <a:gd name="connsiteX7-475" fmla="*/ 288511 w 687785"/>
                    <a:gd name="connsiteY7-476" fmla="*/ 12053 h 911349"/>
                    <a:gd name="connsiteX8-477" fmla="*/ 397948 w 687785"/>
                    <a:gd name="connsiteY8-478" fmla="*/ 36915 h 911349"/>
                    <a:gd name="connsiteX9-479" fmla="*/ 426757 w 687785"/>
                    <a:gd name="connsiteY9-480" fmla="*/ 222286 h 911349"/>
                    <a:gd name="connsiteX10-481" fmla="*/ 409769 w 687785"/>
                    <a:gd name="connsiteY10-482" fmla="*/ 37500 h 911349"/>
                    <a:gd name="connsiteX11-483" fmla="*/ 538758 w 687785"/>
                    <a:gd name="connsiteY11-484" fmla="*/ 61286 h 911349"/>
                    <a:gd name="connsiteX12-485" fmla="*/ 545548 w 687785"/>
                    <a:gd name="connsiteY12-486" fmla="*/ 235697 h 911349"/>
                    <a:gd name="connsiteX13-487" fmla="*/ 549907 w 687785"/>
                    <a:gd name="connsiteY13-488" fmla="*/ 67881 h 911349"/>
                    <a:gd name="connsiteX14-489" fmla="*/ 657903 w 687785"/>
                    <a:gd name="connsiteY14-490" fmla="*/ 85657 h 911349"/>
                    <a:gd name="connsiteX15-491" fmla="*/ 687072 w 687785"/>
                    <a:gd name="connsiteY15-492" fmla="*/ 324654 h 911349"/>
                    <a:gd name="connsiteX16-493" fmla="*/ 598033 w 687785"/>
                    <a:gd name="connsiteY16-494" fmla="*/ 807663 h 911349"/>
                    <a:gd name="connsiteX17-495" fmla="*/ 587322 w 687785"/>
                    <a:gd name="connsiteY17-496" fmla="*/ 910587 h 911349"/>
                    <a:gd name="connsiteX18-497" fmla="*/ 216302 w 687785"/>
                    <a:gd name="connsiteY18-498" fmla="*/ 911349 h 911349"/>
                    <a:gd name="connsiteX19-499" fmla="*/ 197445 w 687785"/>
                    <a:gd name="connsiteY19-500" fmla="*/ 779185 h 911349"/>
                    <a:gd name="connsiteX20-501" fmla="*/ 95458 w 687785"/>
                    <a:gd name="connsiteY20-502" fmla="*/ 653133 h 911349"/>
                    <a:gd name="connsiteX21-503" fmla="*/ 8434 w 687785"/>
                    <a:gd name="connsiteY21-504" fmla="*/ 437275 h 911349"/>
                    <a:gd name="connsiteX22-505" fmla="*/ 58398 w 687785"/>
                    <a:gd name="connsiteY22-506" fmla="*/ 141091 h 911349"/>
                    <a:gd name="connsiteX0-507" fmla="*/ 52893 w 682280"/>
                    <a:gd name="connsiteY0-508" fmla="*/ 141091 h 911349"/>
                    <a:gd name="connsiteX1-509" fmla="*/ 65758 w 682280"/>
                    <a:gd name="connsiteY1-510" fmla="*/ 371484 h 911349"/>
                    <a:gd name="connsiteX2-511" fmla="*/ 141445 w 682280"/>
                    <a:gd name="connsiteY2-512" fmla="*/ 396324 h 911349"/>
                    <a:gd name="connsiteX3-513" fmla="*/ 161192 w 682280"/>
                    <a:gd name="connsiteY3-514" fmla="*/ 137995 h 911349"/>
                    <a:gd name="connsiteX4-515" fmla="*/ 165066 w 682280"/>
                    <a:gd name="connsiteY4-516" fmla="*/ 18778 h 911349"/>
                    <a:gd name="connsiteX5-517" fmla="*/ 276679 w 682280"/>
                    <a:gd name="connsiteY5-518" fmla="*/ 9295 h 911349"/>
                    <a:gd name="connsiteX6-519" fmla="*/ 285155 w 682280"/>
                    <a:gd name="connsiteY6-520" fmla="*/ 229952 h 911349"/>
                    <a:gd name="connsiteX7-521" fmla="*/ 283006 w 682280"/>
                    <a:gd name="connsiteY7-522" fmla="*/ 12053 h 911349"/>
                    <a:gd name="connsiteX8-523" fmla="*/ 392443 w 682280"/>
                    <a:gd name="connsiteY8-524" fmla="*/ 36915 h 911349"/>
                    <a:gd name="connsiteX9-525" fmla="*/ 421252 w 682280"/>
                    <a:gd name="connsiteY9-526" fmla="*/ 222286 h 911349"/>
                    <a:gd name="connsiteX10-527" fmla="*/ 404264 w 682280"/>
                    <a:gd name="connsiteY10-528" fmla="*/ 37500 h 911349"/>
                    <a:gd name="connsiteX11-529" fmla="*/ 533253 w 682280"/>
                    <a:gd name="connsiteY11-530" fmla="*/ 61286 h 911349"/>
                    <a:gd name="connsiteX12-531" fmla="*/ 540043 w 682280"/>
                    <a:gd name="connsiteY12-532" fmla="*/ 235697 h 911349"/>
                    <a:gd name="connsiteX13-533" fmla="*/ 544402 w 682280"/>
                    <a:gd name="connsiteY13-534" fmla="*/ 67881 h 911349"/>
                    <a:gd name="connsiteX14-535" fmla="*/ 652398 w 682280"/>
                    <a:gd name="connsiteY14-536" fmla="*/ 85657 h 911349"/>
                    <a:gd name="connsiteX15-537" fmla="*/ 681567 w 682280"/>
                    <a:gd name="connsiteY15-538" fmla="*/ 324654 h 911349"/>
                    <a:gd name="connsiteX16-539" fmla="*/ 592528 w 682280"/>
                    <a:gd name="connsiteY16-540" fmla="*/ 807663 h 911349"/>
                    <a:gd name="connsiteX17-541" fmla="*/ 581817 w 682280"/>
                    <a:gd name="connsiteY17-542" fmla="*/ 910587 h 911349"/>
                    <a:gd name="connsiteX18-543" fmla="*/ 210797 w 682280"/>
                    <a:gd name="connsiteY18-544" fmla="*/ 911349 h 911349"/>
                    <a:gd name="connsiteX19-545" fmla="*/ 191940 w 682280"/>
                    <a:gd name="connsiteY19-546" fmla="*/ 779185 h 911349"/>
                    <a:gd name="connsiteX20-547" fmla="*/ 89953 w 682280"/>
                    <a:gd name="connsiteY20-548" fmla="*/ 653133 h 911349"/>
                    <a:gd name="connsiteX21-549" fmla="*/ 2929 w 682280"/>
                    <a:gd name="connsiteY21-550" fmla="*/ 437275 h 911349"/>
                    <a:gd name="connsiteX22-551" fmla="*/ 52893 w 682280"/>
                    <a:gd name="connsiteY22-552" fmla="*/ 141091 h 911349"/>
                    <a:gd name="connsiteX0-553" fmla="*/ 52893 w 682280"/>
                    <a:gd name="connsiteY0-554" fmla="*/ 141091 h 911349"/>
                    <a:gd name="connsiteX1-555" fmla="*/ 65758 w 682280"/>
                    <a:gd name="connsiteY1-556" fmla="*/ 371484 h 911349"/>
                    <a:gd name="connsiteX2-557" fmla="*/ 141445 w 682280"/>
                    <a:gd name="connsiteY2-558" fmla="*/ 396324 h 911349"/>
                    <a:gd name="connsiteX3-559" fmla="*/ 161192 w 682280"/>
                    <a:gd name="connsiteY3-560" fmla="*/ 137995 h 911349"/>
                    <a:gd name="connsiteX4-561" fmla="*/ 165066 w 682280"/>
                    <a:gd name="connsiteY4-562" fmla="*/ 18778 h 911349"/>
                    <a:gd name="connsiteX5-563" fmla="*/ 276679 w 682280"/>
                    <a:gd name="connsiteY5-564" fmla="*/ 9295 h 911349"/>
                    <a:gd name="connsiteX6-565" fmla="*/ 285155 w 682280"/>
                    <a:gd name="connsiteY6-566" fmla="*/ 229952 h 911349"/>
                    <a:gd name="connsiteX7-567" fmla="*/ 283006 w 682280"/>
                    <a:gd name="connsiteY7-568" fmla="*/ 12053 h 911349"/>
                    <a:gd name="connsiteX8-569" fmla="*/ 392443 w 682280"/>
                    <a:gd name="connsiteY8-570" fmla="*/ 36915 h 911349"/>
                    <a:gd name="connsiteX9-571" fmla="*/ 421252 w 682280"/>
                    <a:gd name="connsiteY9-572" fmla="*/ 222286 h 911349"/>
                    <a:gd name="connsiteX10-573" fmla="*/ 404264 w 682280"/>
                    <a:gd name="connsiteY10-574" fmla="*/ 37500 h 911349"/>
                    <a:gd name="connsiteX11-575" fmla="*/ 533253 w 682280"/>
                    <a:gd name="connsiteY11-576" fmla="*/ 61286 h 911349"/>
                    <a:gd name="connsiteX12-577" fmla="*/ 540043 w 682280"/>
                    <a:gd name="connsiteY12-578" fmla="*/ 235697 h 911349"/>
                    <a:gd name="connsiteX13-579" fmla="*/ 544402 w 682280"/>
                    <a:gd name="connsiteY13-580" fmla="*/ 67881 h 911349"/>
                    <a:gd name="connsiteX14-581" fmla="*/ 652398 w 682280"/>
                    <a:gd name="connsiteY14-582" fmla="*/ 85657 h 911349"/>
                    <a:gd name="connsiteX15-583" fmla="*/ 681567 w 682280"/>
                    <a:gd name="connsiteY15-584" fmla="*/ 324654 h 911349"/>
                    <a:gd name="connsiteX16-585" fmla="*/ 592528 w 682280"/>
                    <a:gd name="connsiteY16-586" fmla="*/ 807663 h 911349"/>
                    <a:gd name="connsiteX17-587" fmla="*/ 581817 w 682280"/>
                    <a:gd name="connsiteY17-588" fmla="*/ 910587 h 911349"/>
                    <a:gd name="connsiteX18-589" fmla="*/ 210797 w 682280"/>
                    <a:gd name="connsiteY18-590" fmla="*/ 911349 h 911349"/>
                    <a:gd name="connsiteX19-591" fmla="*/ 191940 w 682280"/>
                    <a:gd name="connsiteY19-592" fmla="*/ 779185 h 911349"/>
                    <a:gd name="connsiteX20-593" fmla="*/ 89953 w 682280"/>
                    <a:gd name="connsiteY20-594" fmla="*/ 653133 h 911349"/>
                    <a:gd name="connsiteX21-595" fmla="*/ 2929 w 682280"/>
                    <a:gd name="connsiteY21-596" fmla="*/ 437275 h 911349"/>
                    <a:gd name="connsiteX22-597" fmla="*/ 52893 w 682280"/>
                    <a:gd name="connsiteY22-598" fmla="*/ 141091 h 911349"/>
                    <a:gd name="connsiteX0-599" fmla="*/ 60601 w 681763"/>
                    <a:gd name="connsiteY0-600" fmla="*/ 138676 h 911349"/>
                    <a:gd name="connsiteX1-601" fmla="*/ 65241 w 681763"/>
                    <a:gd name="connsiteY1-602" fmla="*/ 371484 h 911349"/>
                    <a:gd name="connsiteX2-603" fmla="*/ 140928 w 681763"/>
                    <a:gd name="connsiteY2-604" fmla="*/ 396324 h 911349"/>
                    <a:gd name="connsiteX3-605" fmla="*/ 160675 w 681763"/>
                    <a:gd name="connsiteY3-606" fmla="*/ 137995 h 911349"/>
                    <a:gd name="connsiteX4-607" fmla="*/ 164549 w 681763"/>
                    <a:gd name="connsiteY4-608" fmla="*/ 18778 h 911349"/>
                    <a:gd name="connsiteX5-609" fmla="*/ 276162 w 681763"/>
                    <a:gd name="connsiteY5-610" fmla="*/ 9295 h 911349"/>
                    <a:gd name="connsiteX6-611" fmla="*/ 284638 w 681763"/>
                    <a:gd name="connsiteY6-612" fmla="*/ 229952 h 911349"/>
                    <a:gd name="connsiteX7-613" fmla="*/ 282489 w 681763"/>
                    <a:gd name="connsiteY7-614" fmla="*/ 12053 h 911349"/>
                    <a:gd name="connsiteX8-615" fmla="*/ 391926 w 681763"/>
                    <a:gd name="connsiteY8-616" fmla="*/ 36915 h 911349"/>
                    <a:gd name="connsiteX9-617" fmla="*/ 420735 w 681763"/>
                    <a:gd name="connsiteY9-618" fmla="*/ 222286 h 911349"/>
                    <a:gd name="connsiteX10-619" fmla="*/ 403747 w 681763"/>
                    <a:gd name="connsiteY10-620" fmla="*/ 37500 h 911349"/>
                    <a:gd name="connsiteX11-621" fmla="*/ 532736 w 681763"/>
                    <a:gd name="connsiteY11-622" fmla="*/ 61286 h 911349"/>
                    <a:gd name="connsiteX12-623" fmla="*/ 539526 w 681763"/>
                    <a:gd name="connsiteY12-624" fmla="*/ 235697 h 911349"/>
                    <a:gd name="connsiteX13-625" fmla="*/ 543885 w 681763"/>
                    <a:gd name="connsiteY13-626" fmla="*/ 67881 h 911349"/>
                    <a:gd name="connsiteX14-627" fmla="*/ 651881 w 681763"/>
                    <a:gd name="connsiteY14-628" fmla="*/ 85657 h 911349"/>
                    <a:gd name="connsiteX15-629" fmla="*/ 681050 w 681763"/>
                    <a:gd name="connsiteY15-630" fmla="*/ 324654 h 911349"/>
                    <a:gd name="connsiteX16-631" fmla="*/ 592011 w 681763"/>
                    <a:gd name="connsiteY16-632" fmla="*/ 807663 h 911349"/>
                    <a:gd name="connsiteX17-633" fmla="*/ 581300 w 681763"/>
                    <a:gd name="connsiteY17-634" fmla="*/ 910587 h 911349"/>
                    <a:gd name="connsiteX18-635" fmla="*/ 210280 w 681763"/>
                    <a:gd name="connsiteY18-636" fmla="*/ 911349 h 911349"/>
                    <a:gd name="connsiteX19-637" fmla="*/ 191423 w 681763"/>
                    <a:gd name="connsiteY19-638" fmla="*/ 779185 h 911349"/>
                    <a:gd name="connsiteX20-639" fmla="*/ 89436 w 681763"/>
                    <a:gd name="connsiteY20-640" fmla="*/ 653133 h 911349"/>
                    <a:gd name="connsiteX21-641" fmla="*/ 2412 w 681763"/>
                    <a:gd name="connsiteY21-642" fmla="*/ 437275 h 911349"/>
                    <a:gd name="connsiteX22-643" fmla="*/ 60601 w 681763"/>
                    <a:gd name="connsiteY22-644" fmla="*/ 138676 h 911349"/>
                    <a:gd name="connsiteX0-645" fmla="*/ 45719 w 683006"/>
                    <a:gd name="connsiteY0-646" fmla="*/ 134476 h 911349"/>
                    <a:gd name="connsiteX1-647" fmla="*/ 66484 w 683006"/>
                    <a:gd name="connsiteY1-648" fmla="*/ 371484 h 911349"/>
                    <a:gd name="connsiteX2-649" fmla="*/ 142171 w 683006"/>
                    <a:gd name="connsiteY2-650" fmla="*/ 396324 h 911349"/>
                    <a:gd name="connsiteX3-651" fmla="*/ 161918 w 683006"/>
                    <a:gd name="connsiteY3-652" fmla="*/ 137995 h 911349"/>
                    <a:gd name="connsiteX4-653" fmla="*/ 165792 w 683006"/>
                    <a:gd name="connsiteY4-654" fmla="*/ 18778 h 911349"/>
                    <a:gd name="connsiteX5-655" fmla="*/ 277405 w 683006"/>
                    <a:gd name="connsiteY5-656" fmla="*/ 9295 h 911349"/>
                    <a:gd name="connsiteX6-657" fmla="*/ 285881 w 683006"/>
                    <a:gd name="connsiteY6-658" fmla="*/ 229952 h 911349"/>
                    <a:gd name="connsiteX7-659" fmla="*/ 283732 w 683006"/>
                    <a:gd name="connsiteY7-660" fmla="*/ 12053 h 911349"/>
                    <a:gd name="connsiteX8-661" fmla="*/ 393169 w 683006"/>
                    <a:gd name="connsiteY8-662" fmla="*/ 36915 h 911349"/>
                    <a:gd name="connsiteX9-663" fmla="*/ 421978 w 683006"/>
                    <a:gd name="connsiteY9-664" fmla="*/ 222286 h 911349"/>
                    <a:gd name="connsiteX10-665" fmla="*/ 404990 w 683006"/>
                    <a:gd name="connsiteY10-666" fmla="*/ 37500 h 911349"/>
                    <a:gd name="connsiteX11-667" fmla="*/ 533979 w 683006"/>
                    <a:gd name="connsiteY11-668" fmla="*/ 61286 h 911349"/>
                    <a:gd name="connsiteX12-669" fmla="*/ 540769 w 683006"/>
                    <a:gd name="connsiteY12-670" fmla="*/ 235697 h 911349"/>
                    <a:gd name="connsiteX13-671" fmla="*/ 545128 w 683006"/>
                    <a:gd name="connsiteY13-672" fmla="*/ 67881 h 911349"/>
                    <a:gd name="connsiteX14-673" fmla="*/ 653124 w 683006"/>
                    <a:gd name="connsiteY14-674" fmla="*/ 85657 h 911349"/>
                    <a:gd name="connsiteX15-675" fmla="*/ 682293 w 683006"/>
                    <a:gd name="connsiteY15-676" fmla="*/ 324654 h 911349"/>
                    <a:gd name="connsiteX16-677" fmla="*/ 593254 w 683006"/>
                    <a:gd name="connsiteY16-678" fmla="*/ 807663 h 911349"/>
                    <a:gd name="connsiteX17-679" fmla="*/ 582543 w 683006"/>
                    <a:gd name="connsiteY17-680" fmla="*/ 910587 h 911349"/>
                    <a:gd name="connsiteX18-681" fmla="*/ 211523 w 683006"/>
                    <a:gd name="connsiteY18-682" fmla="*/ 911349 h 911349"/>
                    <a:gd name="connsiteX19-683" fmla="*/ 192666 w 683006"/>
                    <a:gd name="connsiteY19-684" fmla="*/ 779185 h 911349"/>
                    <a:gd name="connsiteX20-685" fmla="*/ 90679 w 683006"/>
                    <a:gd name="connsiteY20-686" fmla="*/ 653133 h 911349"/>
                    <a:gd name="connsiteX21-687" fmla="*/ 3655 w 683006"/>
                    <a:gd name="connsiteY21-688" fmla="*/ 437275 h 911349"/>
                    <a:gd name="connsiteX22-689" fmla="*/ 45719 w 683006"/>
                    <a:gd name="connsiteY22-690" fmla="*/ 134476 h 911349"/>
                    <a:gd name="connsiteX0-691" fmla="*/ 45719 w 683006"/>
                    <a:gd name="connsiteY0-692" fmla="*/ 134476 h 911349"/>
                    <a:gd name="connsiteX1-693" fmla="*/ 66484 w 683006"/>
                    <a:gd name="connsiteY1-694" fmla="*/ 371484 h 911349"/>
                    <a:gd name="connsiteX2-695" fmla="*/ 142171 w 683006"/>
                    <a:gd name="connsiteY2-696" fmla="*/ 396324 h 911349"/>
                    <a:gd name="connsiteX3-697" fmla="*/ 161918 w 683006"/>
                    <a:gd name="connsiteY3-698" fmla="*/ 137995 h 911349"/>
                    <a:gd name="connsiteX4-699" fmla="*/ 165792 w 683006"/>
                    <a:gd name="connsiteY4-700" fmla="*/ 18778 h 911349"/>
                    <a:gd name="connsiteX5-701" fmla="*/ 277405 w 683006"/>
                    <a:gd name="connsiteY5-702" fmla="*/ 9295 h 911349"/>
                    <a:gd name="connsiteX6-703" fmla="*/ 285881 w 683006"/>
                    <a:gd name="connsiteY6-704" fmla="*/ 229952 h 911349"/>
                    <a:gd name="connsiteX7-705" fmla="*/ 283732 w 683006"/>
                    <a:gd name="connsiteY7-706" fmla="*/ 12053 h 911349"/>
                    <a:gd name="connsiteX8-707" fmla="*/ 393169 w 683006"/>
                    <a:gd name="connsiteY8-708" fmla="*/ 36915 h 911349"/>
                    <a:gd name="connsiteX9-709" fmla="*/ 421978 w 683006"/>
                    <a:gd name="connsiteY9-710" fmla="*/ 222286 h 911349"/>
                    <a:gd name="connsiteX10-711" fmla="*/ 404990 w 683006"/>
                    <a:gd name="connsiteY10-712" fmla="*/ 37500 h 911349"/>
                    <a:gd name="connsiteX11-713" fmla="*/ 533979 w 683006"/>
                    <a:gd name="connsiteY11-714" fmla="*/ 61286 h 911349"/>
                    <a:gd name="connsiteX12-715" fmla="*/ 540769 w 683006"/>
                    <a:gd name="connsiteY12-716" fmla="*/ 235697 h 911349"/>
                    <a:gd name="connsiteX13-717" fmla="*/ 545128 w 683006"/>
                    <a:gd name="connsiteY13-718" fmla="*/ 67881 h 911349"/>
                    <a:gd name="connsiteX14-719" fmla="*/ 653124 w 683006"/>
                    <a:gd name="connsiteY14-720" fmla="*/ 85657 h 911349"/>
                    <a:gd name="connsiteX15-721" fmla="*/ 682293 w 683006"/>
                    <a:gd name="connsiteY15-722" fmla="*/ 324654 h 911349"/>
                    <a:gd name="connsiteX16-723" fmla="*/ 593254 w 683006"/>
                    <a:gd name="connsiteY16-724" fmla="*/ 807663 h 911349"/>
                    <a:gd name="connsiteX17-725" fmla="*/ 582543 w 683006"/>
                    <a:gd name="connsiteY17-726" fmla="*/ 910587 h 911349"/>
                    <a:gd name="connsiteX18-727" fmla="*/ 211523 w 683006"/>
                    <a:gd name="connsiteY18-728" fmla="*/ 911349 h 911349"/>
                    <a:gd name="connsiteX19-729" fmla="*/ 192666 w 683006"/>
                    <a:gd name="connsiteY19-730" fmla="*/ 779185 h 911349"/>
                    <a:gd name="connsiteX20-731" fmla="*/ 90679 w 683006"/>
                    <a:gd name="connsiteY20-732" fmla="*/ 653133 h 911349"/>
                    <a:gd name="connsiteX21-733" fmla="*/ 3655 w 683006"/>
                    <a:gd name="connsiteY21-734" fmla="*/ 437275 h 911349"/>
                    <a:gd name="connsiteX22-735" fmla="*/ 45719 w 683006"/>
                    <a:gd name="connsiteY22-736" fmla="*/ 134476 h 911349"/>
                    <a:gd name="connsiteX0-737" fmla="*/ 45719 w 683006"/>
                    <a:gd name="connsiteY0-738" fmla="*/ 134476 h 911349"/>
                    <a:gd name="connsiteX1-739" fmla="*/ 83259 w 683006"/>
                    <a:gd name="connsiteY1-740" fmla="*/ 357622 h 911349"/>
                    <a:gd name="connsiteX2-741" fmla="*/ 142171 w 683006"/>
                    <a:gd name="connsiteY2-742" fmla="*/ 396324 h 911349"/>
                    <a:gd name="connsiteX3-743" fmla="*/ 161918 w 683006"/>
                    <a:gd name="connsiteY3-744" fmla="*/ 137995 h 911349"/>
                    <a:gd name="connsiteX4-745" fmla="*/ 165792 w 683006"/>
                    <a:gd name="connsiteY4-746" fmla="*/ 18778 h 911349"/>
                    <a:gd name="connsiteX5-747" fmla="*/ 277405 w 683006"/>
                    <a:gd name="connsiteY5-748" fmla="*/ 9295 h 911349"/>
                    <a:gd name="connsiteX6-749" fmla="*/ 285881 w 683006"/>
                    <a:gd name="connsiteY6-750" fmla="*/ 229952 h 911349"/>
                    <a:gd name="connsiteX7-751" fmla="*/ 283732 w 683006"/>
                    <a:gd name="connsiteY7-752" fmla="*/ 12053 h 911349"/>
                    <a:gd name="connsiteX8-753" fmla="*/ 393169 w 683006"/>
                    <a:gd name="connsiteY8-754" fmla="*/ 36915 h 911349"/>
                    <a:gd name="connsiteX9-755" fmla="*/ 421978 w 683006"/>
                    <a:gd name="connsiteY9-756" fmla="*/ 222286 h 911349"/>
                    <a:gd name="connsiteX10-757" fmla="*/ 404990 w 683006"/>
                    <a:gd name="connsiteY10-758" fmla="*/ 37500 h 911349"/>
                    <a:gd name="connsiteX11-759" fmla="*/ 533979 w 683006"/>
                    <a:gd name="connsiteY11-760" fmla="*/ 61286 h 911349"/>
                    <a:gd name="connsiteX12-761" fmla="*/ 540769 w 683006"/>
                    <a:gd name="connsiteY12-762" fmla="*/ 235697 h 911349"/>
                    <a:gd name="connsiteX13-763" fmla="*/ 545128 w 683006"/>
                    <a:gd name="connsiteY13-764" fmla="*/ 67881 h 911349"/>
                    <a:gd name="connsiteX14-765" fmla="*/ 653124 w 683006"/>
                    <a:gd name="connsiteY14-766" fmla="*/ 85657 h 911349"/>
                    <a:gd name="connsiteX15-767" fmla="*/ 682293 w 683006"/>
                    <a:gd name="connsiteY15-768" fmla="*/ 324654 h 911349"/>
                    <a:gd name="connsiteX16-769" fmla="*/ 593254 w 683006"/>
                    <a:gd name="connsiteY16-770" fmla="*/ 807663 h 911349"/>
                    <a:gd name="connsiteX17-771" fmla="*/ 582543 w 683006"/>
                    <a:gd name="connsiteY17-772" fmla="*/ 910587 h 911349"/>
                    <a:gd name="connsiteX18-773" fmla="*/ 211523 w 683006"/>
                    <a:gd name="connsiteY18-774" fmla="*/ 911349 h 911349"/>
                    <a:gd name="connsiteX19-775" fmla="*/ 192666 w 683006"/>
                    <a:gd name="connsiteY19-776" fmla="*/ 779185 h 911349"/>
                    <a:gd name="connsiteX20-777" fmla="*/ 90679 w 683006"/>
                    <a:gd name="connsiteY20-778" fmla="*/ 653133 h 911349"/>
                    <a:gd name="connsiteX21-779" fmla="*/ 3655 w 683006"/>
                    <a:gd name="connsiteY21-780" fmla="*/ 437275 h 911349"/>
                    <a:gd name="connsiteX22-781" fmla="*/ 45719 w 683006"/>
                    <a:gd name="connsiteY22-782" fmla="*/ 134476 h 911349"/>
                    <a:gd name="connsiteX0-783" fmla="*/ 45719 w 683006"/>
                    <a:gd name="connsiteY0-784" fmla="*/ 134476 h 911349"/>
                    <a:gd name="connsiteX1-785" fmla="*/ 83259 w 683006"/>
                    <a:gd name="connsiteY1-786" fmla="*/ 357622 h 911349"/>
                    <a:gd name="connsiteX2-787" fmla="*/ 142171 w 683006"/>
                    <a:gd name="connsiteY2-788" fmla="*/ 396324 h 911349"/>
                    <a:gd name="connsiteX3-789" fmla="*/ 161918 w 683006"/>
                    <a:gd name="connsiteY3-790" fmla="*/ 137995 h 911349"/>
                    <a:gd name="connsiteX4-791" fmla="*/ 165792 w 683006"/>
                    <a:gd name="connsiteY4-792" fmla="*/ 18778 h 911349"/>
                    <a:gd name="connsiteX5-793" fmla="*/ 277405 w 683006"/>
                    <a:gd name="connsiteY5-794" fmla="*/ 9295 h 911349"/>
                    <a:gd name="connsiteX6-795" fmla="*/ 285881 w 683006"/>
                    <a:gd name="connsiteY6-796" fmla="*/ 229952 h 911349"/>
                    <a:gd name="connsiteX7-797" fmla="*/ 283732 w 683006"/>
                    <a:gd name="connsiteY7-798" fmla="*/ 12053 h 911349"/>
                    <a:gd name="connsiteX8-799" fmla="*/ 393169 w 683006"/>
                    <a:gd name="connsiteY8-800" fmla="*/ 36915 h 911349"/>
                    <a:gd name="connsiteX9-801" fmla="*/ 421978 w 683006"/>
                    <a:gd name="connsiteY9-802" fmla="*/ 222286 h 911349"/>
                    <a:gd name="connsiteX10-803" fmla="*/ 404990 w 683006"/>
                    <a:gd name="connsiteY10-804" fmla="*/ 37500 h 911349"/>
                    <a:gd name="connsiteX11-805" fmla="*/ 533979 w 683006"/>
                    <a:gd name="connsiteY11-806" fmla="*/ 61286 h 911349"/>
                    <a:gd name="connsiteX12-807" fmla="*/ 540769 w 683006"/>
                    <a:gd name="connsiteY12-808" fmla="*/ 235697 h 911349"/>
                    <a:gd name="connsiteX13-809" fmla="*/ 545128 w 683006"/>
                    <a:gd name="connsiteY13-810" fmla="*/ 67881 h 911349"/>
                    <a:gd name="connsiteX14-811" fmla="*/ 653124 w 683006"/>
                    <a:gd name="connsiteY14-812" fmla="*/ 85657 h 911349"/>
                    <a:gd name="connsiteX15-813" fmla="*/ 682293 w 683006"/>
                    <a:gd name="connsiteY15-814" fmla="*/ 324654 h 911349"/>
                    <a:gd name="connsiteX16-815" fmla="*/ 593254 w 683006"/>
                    <a:gd name="connsiteY16-816" fmla="*/ 807663 h 911349"/>
                    <a:gd name="connsiteX17-817" fmla="*/ 582543 w 683006"/>
                    <a:gd name="connsiteY17-818" fmla="*/ 910587 h 911349"/>
                    <a:gd name="connsiteX18-819" fmla="*/ 211523 w 683006"/>
                    <a:gd name="connsiteY18-820" fmla="*/ 911349 h 911349"/>
                    <a:gd name="connsiteX19-821" fmla="*/ 192666 w 683006"/>
                    <a:gd name="connsiteY19-822" fmla="*/ 779185 h 911349"/>
                    <a:gd name="connsiteX20-823" fmla="*/ 90679 w 683006"/>
                    <a:gd name="connsiteY20-824" fmla="*/ 653133 h 911349"/>
                    <a:gd name="connsiteX21-825" fmla="*/ 3655 w 683006"/>
                    <a:gd name="connsiteY21-826" fmla="*/ 437275 h 911349"/>
                    <a:gd name="connsiteX22-827" fmla="*/ 45719 w 683006"/>
                    <a:gd name="connsiteY22-828" fmla="*/ 134476 h 911349"/>
                    <a:gd name="connsiteX0-829" fmla="*/ 45719 w 683006"/>
                    <a:gd name="connsiteY0-830" fmla="*/ 134476 h 911349"/>
                    <a:gd name="connsiteX1-831" fmla="*/ 83259 w 683006"/>
                    <a:gd name="connsiteY1-832" fmla="*/ 357622 h 911349"/>
                    <a:gd name="connsiteX2-833" fmla="*/ 142171 w 683006"/>
                    <a:gd name="connsiteY2-834" fmla="*/ 396324 h 911349"/>
                    <a:gd name="connsiteX3-835" fmla="*/ 161918 w 683006"/>
                    <a:gd name="connsiteY3-836" fmla="*/ 137995 h 911349"/>
                    <a:gd name="connsiteX4-837" fmla="*/ 165792 w 683006"/>
                    <a:gd name="connsiteY4-838" fmla="*/ 18778 h 911349"/>
                    <a:gd name="connsiteX5-839" fmla="*/ 277405 w 683006"/>
                    <a:gd name="connsiteY5-840" fmla="*/ 9295 h 911349"/>
                    <a:gd name="connsiteX6-841" fmla="*/ 285881 w 683006"/>
                    <a:gd name="connsiteY6-842" fmla="*/ 229952 h 911349"/>
                    <a:gd name="connsiteX7-843" fmla="*/ 283732 w 683006"/>
                    <a:gd name="connsiteY7-844" fmla="*/ 12053 h 911349"/>
                    <a:gd name="connsiteX8-845" fmla="*/ 393169 w 683006"/>
                    <a:gd name="connsiteY8-846" fmla="*/ 36915 h 911349"/>
                    <a:gd name="connsiteX9-847" fmla="*/ 421978 w 683006"/>
                    <a:gd name="connsiteY9-848" fmla="*/ 222286 h 911349"/>
                    <a:gd name="connsiteX10-849" fmla="*/ 404990 w 683006"/>
                    <a:gd name="connsiteY10-850" fmla="*/ 37500 h 911349"/>
                    <a:gd name="connsiteX11-851" fmla="*/ 533979 w 683006"/>
                    <a:gd name="connsiteY11-852" fmla="*/ 61286 h 911349"/>
                    <a:gd name="connsiteX12-853" fmla="*/ 540769 w 683006"/>
                    <a:gd name="connsiteY12-854" fmla="*/ 235697 h 911349"/>
                    <a:gd name="connsiteX13-855" fmla="*/ 545128 w 683006"/>
                    <a:gd name="connsiteY13-856" fmla="*/ 67881 h 911349"/>
                    <a:gd name="connsiteX14-857" fmla="*/ 653124 w 683006"/>
                    <a:gd name="connsiteY14-858" fmla="*/ 85657 h 911349"/>
                    <a:gd name="connsiteX15-859" fmla="*/ 682293 w 683006"/>
                    <a:gd name="connsiteY15-860" fmla="*/ 324654 h 911349"/>
                    <a:gd name="connsiteX16-861" fmla="*/ 593254 w 683006"/>
                    <a:gd name="connsiteY16-862" fmla="*/ 807663 h 911349"/>
                    <a:gd name="connsiteX17-863" fmla="*/ 582543 w 683006"/>
                    <a:gd name="connsiteY17-864" fmla="*/ 910587 h 911349"/>
                    <a:gd name="connsiteX18-865" fmla="*/ 211523 w 683006"/>
                    <a:gd name="connsiteY18-866" fmla="*/ 911349 h 911349"/>
                    <a:gd name="connsiteX19-867" fmla="*/ 192666 w 683006"/>
                    <a:gd name="connsiteY19-868" fmla="*/ 779185 h 911349"/>
                    <a:gd name="connsiteX20-869" fmla="*/ 90679 w 683006"/>
                    <a:gd name="connsiteY20-870" fmla="*/ 653133 h 911349"/>
                    <a:gd name="connsiteX21-871" fmla="*/ 3655 w 683006"/>
                    <a:gd name="connsiteY21-872" fmla="*/ 437275 h 911349"/>
                    <a:gd name="connsiteX22-873" fmla="*/ 45719 w 683006"/>
                    <a:gd name="connsiteY22-874" fmla="*/ 134476 h 911349"/>
                    <a:gd name="connsiteX0-875" fmla="*/ 45719 w 683006"/>
                    <a:gd name="connsiteY0-876" fmla="*/ 134476 h 911349"/>
                    <a:gd name="connsiteX1-877" fmla="*/ 104061 w 683006"/>
                    <a:gd name="connsiteY1-878" fmla="*/ 357469 h 911349"/>
                    <a:gd name="connsiteX2-879" fmla="*/ 142171 w 683006"/>
                    <a:gd name="connsiteY2-880" fmla="*/ 396324 h 911349"/>
                    <a:gd name="connsiteX3-881" fmla="*/ 161918 w 683006"/>
                    <a:gd name="connsiteY3-882" fmla="*/ 137995 h 911349"/>
                    <a:gd name="connsiteX4-883" fmla="*/ 165792 w 683006"/>
                    <a:gd name="connsiteY4-884" fmla="*/ 18778 h 911349"/>
                    <a:gd name="connsiteX5-885" fmla="*/ 277405 w 683006"/>
                    <a:gd name="connsiteY5-886" fmla="*/ 9295 h 911349"/>
                    <a:gd name="connsiteX6-887" fmla="*/ 285881 w 683006"/>
                    <a:gd name="connsiteY6-888" fmla="*/ 229952 h 911349"/>
                    <a:gd name="connsiteX7-889" fmla="*/ 283732 w 683006"/>
                    <a:gd name="connsiteY7-890" fmla="*/ 12053 h 911349"/>
                    <a:gd name="connsiteX8-891" fmla="*/ 393169 w 683006"/>
                    <a:gd name="connsiteY8-892" fmla="*/ 36915 h 911349"/>
                    <a:gd name="connsiteX9-893" fmla="*/ 421978 w 683006"/>
                    <a:gd name="connsiteY9-894" fmla="*/ 222286 h 911349"/>
                    <a:gd name="connsiteX10-895" fmla="*/ 404990 w 683006"/>
                    <a:gd name="connsiteY10-896" fmla="*/ 37500 h 911349"/>
                    <a:gd name="connsiteX11-897" fmla="*/ 533979 w 683006"/>
                    <a:gd name="connsiteY11-898" fmla="*/ 61286 h 911349"/>
                    <a:gd name="connsiteX12-899" fmla="*/ 540769 w 683006"/>
                    <a:gd name="connsiteY12-900" fmla="*/ 235697 h 911349"/>
                    <a:gd name="connsiteX13-901" fmla="*/ 545128 w 683006"/>
                    <a:gd name="connsiteY13-902" fmla="*/ 67881 h 911349"/>
                    <a:gd name="connsiteX14-903" fmla="*/ 653124 w 683006"/>
                    <a:gd name="connsiteY14-904" fmla="*/ 85657 h 911349"/>
                    <a:gd name="connsiteX15-905" fmla="*/ 682293 w 683006"/>
                    <a:gd name="connsiteY15-906" fmla="*/ 324654 h 911349"/>
                    <a:gd name="connsiteX16-907" fmla="*/ 593254 w 683006"/>
                    <a:gd name="connsiteY16-908" fmla="*/ 807663 h 911349"/>
                    <a:gd name="connsiteX17-909" fmla="*/ 582543 w 683006"/>
                    <a:gd name="connsiteY17-910" fmla="*/ 910587 h 911349"/>
                    <a:gd name="connsiteX18-911" fmla="*/ 211523 w 683006"/>
                    <a:gd name="connsiteY18-912" fmla="*/ 911349 h 911349"/>
                    <a:gd name="connsiteX19-913" fmla="*/ 192666 w 683006"/>
                    <a:gd name="connsiteY19-914" fmla="*/ 779185 h 911349"/>
                    <a:gd name="connsiteX20-915" fmla="*/ 90679 w 683006"/>
                    <a:gd name="connsiteY20-916" fmla="*/ 653133 h 911349"/>
                    <a:gd name="connsiteX21-917" fmla="*/ 3655 w 683006"/>
                    <a:gd name="connsiteY21-918" fmla="*/ 437275 h 911349"/>
                    <a:gd name="connsiteX22-919" fmla="*/ 45719 w 683006"/>
                    <a:gd name="connsiteY22-920" fmla="*/ 134476 h 911349"/>
                    <a:gd name="connsiteX0-921" fmla="*/ 45719 w 683006"/>
                    <a:gd name="connsiteY0-922" fmla="*/ 134476 h 911349"/>
                    <a:gd name="connsiteX1-923" fmla="*/ 104061 w 683006"/>
                    <a:gd name="connsiteY1-924" fmla="*/ 357469 h 911349"/>
                    <a:gd name="connsiteX2-925" fmla="*/ 142171 w 683006"/>
                    <a:gd name="connsiteY2-926" fmla="*/ 396324 h 911349"/>
                    <a:gd name="connsiteX3-927" fmla="*/ 161918 w 683006"/>
                    <a:gd name="connsiteY3-928" fmla="*/ 137995 h 911349"/>
                    <a:gd name="connsiteX4-929" fmla="*/ 165792 w 683006"/>
                    <a:gd name="connsiteY4-930" fmla="*/ 18778 h 911349"/>
                    <a:gd name="connsiteX5-931" fmla="*/ 277405 w 683006"/>
                    <a:gd name="connsiteY5-932" fmla="*/ 9295 h 911349"/>
                    <a:gd name="connsiteX6-933" fmla="*/ 285881 w 683006"/>
                    <a:gd name="connsiteY6-934" fmla="*/ 229952 h 911349"/>
                    <a:gd name="connsiteX7-935" fmla="*/ 283732 w 683006"/>
                    <a:gd name="connsiteY7-936" fmla="*/ 12053 h 911349"/>
                    <a:gd name="connsiteX8-937" fmla="*/ 393169 w 683006"/>
                    <a:gd name="connsiteY8-938" fmla="*/ 36915 h 911349"/>
                    <a:gd name="connsiteX9-939" fmla="*/ 421978 w 683006"/>
                    <a:gd name="connsiteY9-940" fmla="*/ 222286 h 911349"/>
                    <a:gd name="connsiteX10-941" fmla="*/ 404990 w 683006"/>
                    <a:gd name="connsiteY10-942" fmla="*/ 37500 h 911349"/>
                    <a:gd name="connsiteX11-943" fmla="*/ 533979 w 683006"/>
                    <a:gd name="connsiteY11-944" fmla="*/ 61286 h 911349"/>
                    <a:gd name="connsiteX12-945" fmla="*/ 540769 w 683006"/>
                    <a:gd name="connsiteY12-946" fmla="*/ 235697 h 911349"/>
                    <a:gd name="connsiteX13-947" fmla="*/ 545128 w 683006"/>
                    <a:gd name="connsiteY13-948" fmla="*/ 67881 h 911349"/>
                    <a:gd name="connsiteX14-949" fmla="*/ 653124 w 683006"/>
                    <a:gd name="connsiteY14-950" fmla="*/ 85657 h 911349"/>
                    <a:gd name="connsiteX15-951" fmla="*/ 682293 w 683006"/>
                    <a:gd name="connsiteY15-952" fmla="*/ 324654 h 911349"/>
                    <a:gd name="connsiteX16-953" fmla="*/ 593254 w 683006"/>
                    <a:gd name="connsiteY16-954" fmla="*/ 807663 h 911349"/>
                    <a:gd name="connsiteX17-955" fmla="*/ 582543 w 683006"/>
                    <a:gd name="connsiteY17-956" fmla="*/ 910587 h 911349"/>
                    <a:gd name="connsiteX18-957" fmla="*/ 211523 w 683006"/>
                    <a:gd name="connsiteY18-958" fmla="*/ 911349 h 911349"/>
                    <a:gd name="connsiteX19-959" fmla="*/ 192666 w 683006"/>
                    <a:gd name="connsiteY19-960" fmla="*/ 779185 h 911349"/>
                    <a:gd name="connsiteX20-961" fmla="*/ 90679 w 683006"/>
                    <a:gd name="connsiteY20-962" fmla="*/ 653133 h 911349"/>
                    <a:gd name="connsiteX21-963" fmla="*/ 3655 w 683006"/>
                    <a:gd name="connsiteY21-964" fmla="*/ 437275 h 911349"/>
                    <a:gd name="connsiteX22-965" fmla="*/ 45719 w 683006"/>
                    <a:gd name="connsiteY22-966" fmla="*/ 134476 h 911349"/>
                    <a:gd name="connsiteX0-967" fmla="*/ 45719 w 683006"/>
                    <a:gd name="connsiteY0-968" fmla="*/ 134476 h 911349"/>
                    <a:gd name="connsiteX1-969" fmla="*/ 104061 w 683006"/>
                    <a:gd name="connsiteY1-970" fmla="*/ 357469 h 911349"/>
                    <a:gd name="connsiteX2-971" fmla="*/ 142171 w 683006"/>
                    <a:gd name="connsiteY2-972" fmla="*/ 396324 h 911349"/>
                    <a:gd name="connsiteX3-973" fmla="*/ 161918 w 683006"/>
                    <a:gd name="connsiteY3-974" fmla="*/ 137995 h 911349"/>
                    <a:gd name="connsiteX4-975" fmla="*/ 165792 w 683006"/>
                    <a:gd name="connsiteY4-976" fmla="*/ 18778 h 911349"/>
                    <a:gd name="connsiteX5-977" fmla="*/ 277405 w 683006"/>
                    <a:gd name="connsiteY5-978" fmla="*/ 9295 h 911349"/>
                    <a:gd name="connsiteX6-979" fmla="*/ 285881 w 683006"/>
                    <a:gd name="connsiteY6-980" fmla="*/ 229952 h 911349"/>
                    <a:gd name="connsiteX7-981" fmla="*/ 283732 w 683006"/>
                    <a:gd name="connsiteY7-982" fmla="*/ 12053 h 911349"/>
                    <a:gd name="connsiteX8-983" fmla="*/ 393169 w 683006"/>
                    <a:gd name="connsiteY8-984" fmla="*/ 36915 h 911349"/>
                    <a:gd name="connsiteX9-985" fmla="*/ 421978 w 683006"/>
                    <a:gd name="connsiteY9-986" fmla="*/ 222286 h 911349"/>
                    <a:gd name="connsiteX10-987" fmla="*/ 404990 w 683006"/>
                    <a:gd name="connsiteY10-988" fmla="*/ 37500 h 911349"/>
                    <a:gd name="connsiteX11-989" fmla="*/ 533979 w 683006"/>
                    <a:gd name="connsiteY11-990" fmla="*/ 61286 h 911349"/>
                    <a:gd name="connsiteX12-991" fmla="*/ 540769 w 683006"/>
                    <a:gd name="connsiteY12-992" fmla="*/ 235697 h 911349"/>
                    <a:gd name="connsiteX13-993" fmla="*/ 545128 w 683006"/>
                    <a:gd name="connsiteY13-994" fmla="*/ 67881 h 911349"/>
                    <a:gd name="connsiteX14-995" fmla="*/ 653124 w 683006"/>
                    <a:gd name="connsiteY14-996" fmla="*/ 85657 h 911349"/>
                    <a:gd name="connsiteX15-997" fmla="*/ 682293 w 683006"/>
                    <a:gd name="connsiteY15-998" fmla="*/ 324654 h 911349"/>
                    <a:gd name="connsiteX16-999" fmla="*/ 593254 w 683006"/>
                    <a:gd name="connsiteY16-1000" fmla="*/ 807663 h 911349"/>
                    <a:gd name="connsiteX17-1001" fmla="*/ 582543 w 683006"/>
                    <a:gd name="connsiteY17-1002" fmla="*/ 910587 h 911349"/>
                    <a:gd name="connsiteX18-1003" fmla="*/ 211523 w 683006"/>
                    <a:gd name="connsiteY18-1004" fmla="*/ 911349 h 911349"/>
                    <a:gd name="connsiteX19-1005" fmla="*/ 192666 w 683006"/>
                    <a:gd name="connsiteY19-1006" fmla="*/ 779185 h 911349"/>
                    <a:gd name="connsiteX20-1007" fmla="*/ 90679 w 683006"/>
                    <a:gd name="connsiteY20-1008" fmla="*/ 653133 h 911349"/>
                    <a:gd name="connsiteX21-1009" fmla="*/ 3655 w 683006"/>
                    <a:gd name="connsiteY21-1010" fmla="*/ 437275 h 911349"/>
                    <a:gd name="connsiteX22-1011" fmla="*/ 45719 w 683006"/>
                    <a:gd name="connsiteY22-1012" fmla="*/ 134476 h 911349"/>
                    <a:gd name="connsiteX0-1013" fmla="*/ 45719 w 683006"/>
                    <a:gd name="connsiteY0-1014" fmla="*/ 134476 h 911349"/>
                    <a:gd name="connsiteX1-1015" fmla="*/ 104061 w 683006"/>
                    <a:gd name="connsiteY1-1016" fmla="*/ 357469 h 911349"/>
                    <a:gd name="connsiteX2-1017" fmla="*/ 142171 w 683006"/>
                    <a:gd name="connsiteY2-1018" fmla="*/ 396324 h 911349"/>
                    <a:gd name="connsiteX3-1019" fmla="*/ 161918 w 683006"/>
                    <a:gd name="connsiteY3-1020" fmla="*/ 137995 h 911349"/>
                    <a:gd name="connsiteX4-1021" fmla="*/ 165792 w 683006"/>
                    <a:gd name="connsiteY4-1022" fmla="*/ 18778 h 911349"/>
                    <a:gd name="connsiteX5-1023" fmla="*/ 277405 w 683006"/>
                    <a:gd name="connsiteY5-1024" fmla="*/ 9295 h 911349"/>
                    <a:gd name="connsiteX6-1025" fmla="*/ 285881 w 683006"/>
                    <a:gd name="connsiteY6-1026" fmla="*/ 229952 h 911349"/>
                    <a:gd name="connsiteX7-1027" fmla="*/ 283732 w 683006"/>
                    <a:gd name="connsiteY7-1028" fmla="*/ 12053 h 911349"/>
                    <a:gd name="connsiteX8-1029" fmla="*/ 393169 w 683006"/>
                    <a:gd name="connsiteY8-1030" fmla="*/ 36915 h 911349"/>
                    <a:gd name="connsiteX9-1031" fmla="*/ 421978 w 683006"/>
                    <a:gd name="connsiteY9-1032" fmla="*/ 222286 h 911349"/>
                    <a:gd name="connsiteX10-1033" fmla="*/ 404990 w 683006"/>
                    <a:gd name="connsiteY10-1034" fmla="*/ 37500 h 911349"/>
                    <a:gd name="connsiteX11-1035" fmla="*/ 533979 w 683006"/>
                    <a:gd name="connsiteY11-1036" fmla="*/ 61286 h 911349"/>
                    <a:gd name="connsiteX12-1037" fmla="*/ 540769 w 683006"/>
                    <a:gd name="connsiteY12-1038" fmla="*/ 235697 h 911349"/>
                    <a:gd name="connsiteX13-1039" fmla="*/ 545128 w 683006"/>
                    <a:gd name="connsiteY13-1040" fmla="*/ 67881 h 911349"/>
                    <a:gd name="connsiteX14-1041" fmla="*/ 653124 w 683006"/>
                    <a:gd name="connsiteY14-1042" fmla="*/ 85657 h 911349"/>
                    <a:gd name="connsiteX15-1043" fmla="*/ 682293 w 683006"/>
                    <a:gd name="connsiteY15-1044" fmla="*/ 324654 h 911349"/>
                    <a:gd name="connsiteX16-1045" fmla="*/ 593254 w 683006"/>
                    <a:gd name="connsiteY16-1046" fmla="*/ 807663 h 911349"/>
                    <a:gd name="connsiteX17-1047" fmla="*/ 582543 w 683006"/>
                    <a:gd name="connsiteY17-1048" fmla="*/ 910587 h 911349"/>
                    <a:gd name="connsiteX18-1049" fmla="*/ 211523 w 683006"/>
                    <a:gd name="connsiteY18-1050" fmla="*/ 911349 h 911349"/>
                    <a:gd name="connsiteX19-1051" fmla="*/ 192666 w 683006"/>
                    <a:gd name="connsiteY19-1052" fmla="*/ 779185 h 911349"/>
                    <a:gd name="connsiteX20-1053" fmla="*/ 90679 w 683006"/>
                    <a:gd name="connsiteY20-1054" fmla="*/ 653133 h 911349"/>
                    <a:gd name="connsiteX21-1055" fmla="*/ 3655 w 683006"/>
                    <a:gd name="connsiteY21-1056" fmla="*/ 437275 h 911349"/>
                    <a:gd name="connsiteX22-1057" fmla="*/ 45719 w 683006"/>
                    <a:gd name="connsiteY22-1058" fmla="*/ 134476 h 911349"/>
                    <a:gd name="connsiteX0-1059" fmla="*/ 45719 w 683006"/>
                    <a:gd name="connsiteY0-1060" fmla="*/ 134476 h 911349"/>
                    <a:gd name="connsiteX1-1061" fmla="*/ 104061 w 683006"/>
                    <a:gd name="connsiteY1-1062" fmla="*/ 357469 h 911349"/>
                    <a:gd name="connsiteX2-1063" fmla="*/ 142171 w 683006"/>
                    <a:gd name="connsiteY2-1064" fmla="*/ 396324 h 911349"/>
                    <a:gd name="connsiteX3-1065" fmla="*/ 161918 w 683006"/>
                    <a:gd name="connsiteY3-1066" fmla="*/ 137995 h 911349"/>
                    <a:gd name="connsiteX4-1067" fmla="*/ 165792 w 683006"/>
                    <a:gd name="connsiteY4-1068" fmla="*/ 18778 h 911349"/>
                    <a:gd name="connsiteX5-1069" fmla="*/ 277405 w 683006"/>
                    <a:gd name="connsiteY5-1070" fmla="*/ 9295 h 911349"/>
                    <a:gd name="connsiteX6-1071" fmla="*/ 285881 w 683006"/>
                    <a:gd name="connsiteY6-1072" fmla="*/ 229952 h 911349"/>
                    <a:gd name="connsiteX7-1073" fmla="*/ 283732 w 683006"/>
                    <a:gd name="connsiteY7-1074" fmla="*/ 12053 h 911349"/>
                    <a:gd name="connsiteX8-1075" fmla="*/ 393169 w 683006"/>
                    <a:gd name="connsiteY8-1076" fmla="*/ 36915 h 911349"/>
                    <a:gd name="connsiteX9-1077" fmla="*/ 421978 w 683006"/>
                    <a:gd name="connsiteY9-1078" fmla="*/ 222286 h 911349"/>
                    <a:gd name="connsiteX10-1079" fmla="*/ 404990 w 683006"/>
                    <a:gd name="connsiteY10-1080" fmla="*/ 37500 h 911349"/>
                    <a:gd name="connsiteX11-1081" fmla="*/ 533979 w 683006"/>
                    <a:gd name="connsiteY11-1082" fmla="*/ 61286 h 911349"/>
                    <a:gd name="connsiteX12-1083" fmla="*/ 540769 w 683006"/>
                    <a:gd name="connsiteY12-1084" fmla="*/ 235697 h 911349"/>
                    <a:gd name="connsiteX13-1085" fmla="*/ 545128 w 683006"/>
                    <a:gd name="connsiteY13-1086" fmla="*/ 67881 h 911349"/>
                    <a:gd name="connsiteX14-1087" fmla="*/ 653124 w 683006"/>
                    <a:gd name="connsiteY14-1088" fmla="*/ 85657 h 911349"/>
                    <a:gd name="connsiteX15-1089" fmla="*/ 682293 w 683006"/>
                    <a:gd name="connsiteY15-1090" fmla="*/ 324654 h 911349"/>
                    <a:gd name="connsiteX16-1091" fmla="*/ 593254 w 683006"/>
                    <a:gd name="connsiteY16-1092" fmla="*/ 807663 h 911349"/>
                    <a:gd name="connsiteX17-1093" fmla="*/ 582543 w 683006"/>
                    <a:gd name="connsiteY17-1094" fmla="*/ 910587 h 911349"/>
                    <a:gd name="connsiteX18-1095" fmla="*/ 211523 w 683006"/>
                    <a:gd name="connsiteY18-1096" fmla="*/ 911349 h 911349"/>
                    <a:gd name="connsiteX19-1097" fmla="*/ 192666 w 683006"/>
                    <a:gd name="connsiteY19-1098" fmla="*/ 779185 h 911349"/>
                    <a:gd name="connsiteX20-1099" fmla="*/ 90679 w 683006"/>
                    <a:gd name="connsiteY20-1100" fmla="*/ 653133 h 911349"/>
                    <a:gd name="connsiteX21-1101" fmla="*/ 3655 w 683006"/>
                    <a:gd name="connsiteY21-1102" fmla="*/ 437275 h 911349"/>
                    <a:gd name="connsiteX22-1103" fmla="*/ 45719 w 683006"/>
                    <a:gd name="connsiteY22-1104" fmla="*/ 134476 h 911349"/>
                    <a:gd name="connsiteX0-1105" fmla="*/ 45719 w 683006"/>
                    <a:gd name="connsiteY0-1106" fmla="*/ 134476 h 911349"/>
                    <a:gd name="connsiteX1-1107" fmla="*/ 104061 w 683006"/>
                    <a:gd name="connsiteY1-1108" fmla="*/ 357469 h 911349"/>
                    <a:gd name="connsiteX2-1109" fmla="*/ 142171 w 683006"/>
                    <a:gd name="connsiteY2-1110" fmla="*/ 396324 h 911349"/>
                    <a:gd name="connsiteX3-1111" fmla="*/ 161918 w 683006"/>
                    <a:gd name="connsiteY3-1112" fmla="*/ 137995 h 911349"/>
                    <a:gd name="connsiteX4-1113" fmla="*/ 165792 w 683006"/>
                    <a:gd name="connsiteY4-1114" fmla="*/ 18778 h 911349"/>
                    <a:gd name="connsiteX5-1115" fmla="*/ 277405 w 683006"/>
                    <a:gd name="connsiteY5-1116" fmla="*/ 9295 h 911349"/>
                    <a:gd name="connsiteX6-1117" fmla="*/ 285881 w 683006"/>
                    <a:gd name="connsiteY6-1118" fmla="*/ 229952 h 911349"/>
                    <a:gd name="connsiteX7-1119" fmla="*/ 283732 w 683006"/>
                    <a:gd name="connsiteY7-1120" fmla="*/ 12053 h 911349"/>
                    <a:gd name="connsiteX8-1121" fmla="*/ 393169 w 683006"/>
                    <a:gd name="connsiteY8-1122" fmla="*/ 36915 h 911349"/>
                    <a:gd name="connsiteX9-1123" fmla="*/ 421978 w 683006"/>
                    <a:gd name="connsiteY9-1124" fmla="*/ 222286 h 911349"/>
                    <a:gd name="connsiteX10-1125" fmla="*/ 404990 w 683006"/>
                    <a:gd name="connsiteY10-1126" fmla="*/ 37500 h 911349"/>
                    <a:gd name="connsiteX11-1127" fmla="*/ 533979 w 683006"/>
                    <a:gd name="connsiteY11-1128" fmla="*/ 61286 h 911349"/>
                    <a:gd name="connsiteX12-1129" fmla="*/ 540769 w 683006"/>
                    <a:gd name="connsiteY12-1130" fmla="*/ 235697 h 911349"/>
                    <a:gd name="connsiteX13-1131" fmla="*/ 545128 w 683006"/>
                    <a:gd name="connsiteY13-1132" fmla="*/ 67881 h 911349"/>
                    <a:gd name="connsiteX14-1133" fmla="*/ 653124 w 683006"/>
                    <a:gd name="connsiteY14-1134" fmla="*/ 85657 h 911349"/>
                    <a:gd name="connsiteX15-1135" fmla="*/ 682293 w 683006"/>
                    <a:gd name="connsiteY15-1136" fmla="*/ 324654 h 911349"/>
                    <a:gd name="connsiteX16-1137" fmla="*/ 593254 w 683006"/>
                    <a:gd name="connsiteY16-1138" fmla="*/ 807663 h 911349"/>
                    <a:gd name="connsiteX17-1139" fmla="*/ 582543 w 683006"/>
                    <a:gd name="connsiteY17-1140" fmla="*/ 910587 h 911349"/>
                    <a:gd name="connsiteX18-1141" fmla="*/ 211523 w 683006"/>
                    <a:gd name="connsiteY18-1142" fmla="*/ 911349 h 911349"/>
                    <a:gd name="connsiteX19-1143" fmla="*/ 192666 w 683006"/>
                    <a:gd name="connsiteY19-1144" fmla="*/ 779185 h 911349"/>
                    <a:gd name="connsiteX20-1145" fmla="*/ 90679 w 683006"/>
                    <a:gd name="connsiteY20-1146" fmla="*/ 653133 h 911349"/>
                    <a:gd name="connsiteX21-1147" fmla="*/ 3655 w 683006"/>
                    <a:gd name="connsiteY21-1148" fmla="*/ 437275 h 911349"/>
                    <a:gd name="connsiteX22-1149" fmla="*/ 45719 w 683006"/>
                    <a:gd name="connsiteY22-1150" fmla="*/ 134476 h 911349"/>
                    <a:gd name="connsiteX0-1151" fmla="*/ 45719 w 683006"/>
                    <a:gd name="connsiteY0-1152" fmla="*/ 134476 h 911349"/>
                    <a:gd name="connsiteX1-1153" fmla="*/ 104061 w 683006"/>
                    <a:gd name="connsiteY1-1154" fmla="*/ 357469 h 911349"/>
                    <a:gd name="connsiteX2-1155" fmla="*/ 142171 w 683006"/>
                    <a:gd name="connsiteY2-1156" fmla="*/ 396324 h 911349"/>
                    <a:gd name="connsiteX3-1157" fmla="*/ 161918 w 683006"/>
                    <a:gd name="connsiteY3-1158" fmla="*/ 137995 h 911349"/>
                    <a:gd name="connsiteX4-1159" fmla="*/ 165792 w 683006"/>
                    <a:gd name="connsiteY4-1160" fmla="*/ 18778 h 911349"/>
                    <a:gd name="connsiteX5-1161" fmla="*/ 277405 w 683006"/>
                    <a:gd name="connsiteY5-1162" fmla="*/ 9295 h 911349"/>
                    <a:gd name="connsiteX6-1163" fmla="*/ 285881 w 683006"/>
                    <a:gd name="connsiteY6-1164" fmla="*/ 229952 h 911349"/>
                    <a:gd name="connsiteX7-1165" fmla="*/ 283732 w 683006"/>
                    <a:gd name="connsiteY7-1166" fmla="*/ 12053 h 911349"/>
                    <a:gd name="connsiteX8-1167" fmla="*/ 393169 w 683006"/>
                    <a:gd name="connsiteY8-1168" fmla="*/ 36915 h 911349"/>
                    <a:gd name="connsiteX9-1169" fmla="*/ 421978 w 683006"/>
                    <a:gd name="connsiteY9-1170" fmla="*/ 222286 h 911349"/>
                    <a:gd name="connsiteX10-1171" fmla="*/ 404990 w 683006"/>
                    <a:gd name="connsiteY10-1172" fmla="*/ 37500 h 911349"/>
                    <a:gd name="connsiteX11-1173" fmla="*/ 533979 w 683006"/>
                    <a:gd name="connsiteY11-1174" fmla="*/ 61286 h 911349"/>
                    <a:gd name="connsiteX12-1175" fmla="*/ 540769 w 683006"/>
                    <a:gd name="connsiteY12-1176" fmla="*/ 235697 h 911349"/>
                    <a:gd name="connsiteX13-1177" fmla="*/ 545128 w 683006"/>
                    <a:gd name="connsiteY13-1178" fmla="*/ 67881 h 911349"/>
                    <a:gd name="connsiteX14-1179" fmla="*/ 653124 w 683006"/>
                    <a:gd name="connsiteY14-1180" fmla="*/ 85657 h 911349"/>
                    <a:gd name="connsiteX15-1181" fmla="*/ 682293 w 683006"/>
                    <a:gd name="connsiteY15-1182" fmla="*/ 324654 h 911349"/>
                    <a:gd name="connsiteX16-1183" fmla="*/ 593254 w 683006"/>
                    <a:gd name="connsiteY16-1184" fmla="*/ 807663 h 911349"/>
                    <a:gd name="connsiteX17-1185" fmla="*/ 582543 w 683006"/>
                    <a:gd name="connsiteY17-1186" fmla="*/ 910587 h 911349"/>
                    <a:gd name="connsiteX18-1187" fmla="*/ 211523 w 683006"/>
                    <a:gd name="connsiteY18-1188" fmla="*/ 911349 h 911349"/>
                    <a:gd name="connsiteX19-1189" fmla="*/ 192666 w 683006"/>
                    <a:gd name="connsiteY19-1190" fmla="*/ 779185 h 911349"/>
                    <a:gd name="connsiteX20-1191" fmla="*/ 90679 w 683006"/>
                    <a:gd name="connsiteY20-1192" fmla="*/ 653133 h 911349"/>
                    <a:gd name="connsiteX21-1193" fmla="*/ 3655 w 683006"/>
                    <a:gd name="connsiteY21-1194" fmla="*/ 437275 h 911349"/>
                    <a:gd name="connsiteX22-1195" fmla="*/ 45719 w 683006"/>
                    <a:gd name="connsiteY22-1196" fmla="*/ 134476 h 911349"/>
                    <a:gd name="connsiteX0-1197" fmla="*/ 45719 w 683006"/>
                    <a:gd name="connsiteY0-1198" fmla="*/ 134476 h 911349"/>
                    <a:gd name="connsiteX1-1199" fmla="*/ 104061 w 683006"/>
                    <a:gd name="connsiteY1-1200" fmla="*/ 357469 h 911349"/>
                    <a:gd name="connsiteX2-1201" fmla="*/ 142171 w 683006"/>
                    <a:gd name="connsiteY2-1202" fmla="*/ 396324 h 911349"/>
                    <a:gd name="connsiteX3-1203" fmla="*/ 161918 w 683006"/>
                    <a:gd name="connsiteY3-1204" fmla="*/ 137995 h 911349"/>
                    <a:gd name="connsiteX4-1205" fmla="*/ 165792 w 683006"/>
                    <a:gd name="connsiteY4-1206" fmla="*/ 18778 h 911349"/>
                    <a:gd name="connsiteX5-1207" fmla="*/ 277405 w 683006"/>
                    <a:gd name="connsiteY5-1208" fmla="*/ 9295 h 911349"/>
                    <a:gd name="connsiteX6-1209" fmla="*/ 285881 w 683006"/>
                    <a:gd name="connsiteY6-1210" fmla="*/ 229952 h 911349"/>
                    <a:gd name="connsiteX7-1211" fmla="*/ 283732 w 683006"/>
                    <a:gd name="connsiteY7-1212" fmla="*/ 12053 h 911349"/>
                    <a:gd name="connsiteX8-1213" fmla="*/ 393169 w 683006"/>
                    <a:gd name="connsiteY8-1214" fmla="*/ 36915 h 911349"/>
                    <a:gd name="connsiteX9-1215" fmla="*/ 421978 w 683006"/>
                    <a:gd name="connsiteY9-1216" fmla="*/ 222286 h 911349"/>
                    <a:gd name="connsiteX10-1217" fmla="*/ 404990 w 683006"/>
                    <a:gd name="connsiteY10-1218" fmla="*/ 37500 h 911349"/>
                    <a:gd name="connsiteX11-1219" fmla="*/ 533979 w 683006"/>
                    <a:gd name="connsiteY11-1220" fmla="*/ 61286 h 911349"/>
                    <a:gd name="connsiteX12-1221" fmla="*/ 540769 w 683006"/>
                    <a:gd name="connsiteY12-1222" fmla="*/ 235697 h 911349"/>
                    <a:gd name="connsiteX13-1223" fmla="*/ 545128 w 683006"/>
                    <a:gd name="connsiteY13-1224" fmla="*/ 67881 h 911349"/>
                    <a:gd name="connsiteX14-1225" fmla="*/ 653124 w 683006"/>
                    <a:gd name="connsiteY14-1226" fmla="*/ 85657 h 911349"/>
                    <a:gd name="connsiteX15-1227" fmla="*/ 682293 w 683006"/>
                    <a:gd name="connsiteY15-1228" fmla="*/ 324654 h 911349"/>
                    <a:gd name="connsiteX16-1229" fmla="*/ 593254 w 683006"/>
                    <a:gd name="connsiteY16-1230" fmla="*/ 807663 h 911349"/>
                    <a:gd name="connsiteX17-1231" fmla="*/ 582543 w 683006"/>
                    <a:gd name="connsiteY17-1232" fmla="*/ 910587 h 911349"/>
                    <a:gd name="connsiteX18-1233" fmla="*/ 211523 w 683006"/>
                    <a:gd name="connsiteY18-1234" fmla="*/ 911349 h 911349"/>
                    <a:gd name="connsiteX19-1235" fmla="*/ 192666 w 683006"/>
                    <a:gd name="connsiteY19-1236" fmla="*/ 779185 h 911349"/>
                    <a:gd name="connsiteX20-1237" fmla="*/ 90679 w 683006"/>
                    <a:gd name="connsiteY20-1238" fmla="*/ 653133 h 911349"/>
                    <a:gd name="connsiteX21-1239" fmla="*/ 3655 w 683006"/>
                    <a:gd name="connsiteY21-1240" fmla="*/ 437275 h 911349"/>
                    <a:gd name="connsiteX22-1241" fmla="*/ 45719 w 683006"/>
                    <a:gd name="connsiteY22-1242" fmla="*/ 134476 h 911349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  <a:cxn ang="0">
                      <a:pos x="connsiteX16-33" y="connsiteY16-34"/>
                    </a:cxn>
                    <a:cxn ang="0">
                      <a:pos x="connsiteX17-35" y="connsiteY17-36"/>
                    </a:cxn>
                    <a:cxn ang="0">
                      <a:pos x="connsiteX18-37" y="connsiteY18-38"/>
                    </a:cxn>
                    <a:cxn ang="0">
                      <a:pos x="connsiteX19-39" y="connsiteY19-40"/>
                    </a:cxn>
                    <a:cxn ang="0">
                      <a:pos x="connsiteX20-41" y="connsiteY20-42"/>
                    </a:cxn>
                    <a:cxn ang="0">
                      <a:pos x="connsiteX21-43" y="connsiteY21-44"/>
                    </a:cxn>
                    <a:cxn ang="0">
                      <a:pos x="connsiteX22-45" y="connsiteY22-46"/>
                    </a:cxn>
                  </a:cxnLst>
                  <a:rect l="l" t="t" r="r" b="b"/>
                  <a:pathLst>
                    <a:path w="683006" h="911349">
                      <a:moveTo>
                        <a:pt x="45719" y="134476"/>
                      </a:moveTo>
                      <a:cubicBezTo>
                        <a:pt x="186906" y="178031"/>
                        <a:pt x="77411" y="293724"/>
                        <a:pt x="104061" y="357469"/>
                      </a:cubicBezTo>
                      <a:cubicBezTo>
                        <a:pt x="111327" y="384451"/>
                        <a:pt x="134405" y="424827"/>
                        <a:pt x="142171" y="396324"/>
                      </a:cubicBezTo>
                      <a:cubicBezTo>
                        <a:pt x="161497" y="378147"/>
                        <a:pt x="163714" y="263470"/>
                        <a:pt x="161918" y="137995"/>
                      </a:cubicBezTo>
                      <a:lnTo>
                        <a:pt x="165792" y="18778"/>
                      </a:lnTo>
                      <a:cubicBezTo>
                        <a:pt x="205100" y="-883"/>
                        <a:pt x="248431" y="-6838"/>
                        <a:pt x="277405" y="9295"/>
                      </a:cubicBezTo>
                      <a:lnTo>
                        <a:pt x="285881" y="229952"/>
                      </a:lnTo>
                      <a:cubicBezTo>
                        <a:pt x="292743" y="135104"/>
                        <a:pt x="288936" y="90619"/>
                        <a:pt x="283732" y="12053"/>
                      </a:cubicBezTo>
                      <a:cubicBezTo>
                        <a:pt x="344488" y="7410"/>
                        <a:pt x="362005" y="7292"/>
                        <a:pt x="393169" y="36915"/>
                      </a:cubicBezTo>
                      <a:cubicBezTo>
                        <a:pt x="432458" y="90909"/>
                        <a:pt x="415495" y="219932"/>
                        <a:pt x="421978" y="222286"/>
                      </a:cubicBezTo>
                      <a:cubicBezTo>
                        <a:pt x="425215" y="169590"/>
                        <a:pt x="440910" y="99095"/>
                        <a:pt x="404990" y="37500"/>
                      </a:cubicBezTo>
                      <a:cubicBezTo>
                        <a:pt x="452541" y="9313"/>
                        <a:pt x="505933" y="28253"/>
                        <a:pt x="533979" y="61286"/>
                      </a:cubicBezTo>
                      <a:cubicBezTo>
                        <a:pt x="556608" y="94319"/>
                        <a:pt x="532593" y="233695"/>
                        <a:pt x="540769" y="235697"/>
                      </a:cubicBezTo>
                      <a:cubicBezTo>
                        <a:pt x="546608" y="189844"/>
                        <a:pt x="564054" y="120930"/>
                        <a:pt x="545128" y="67881"/>
                      </a:cubicBezTo>
                      <a:cubicBezTo>
                        <a:pt x="600410" y="49193"/>
                        <a:pt x="614468" y="45569"/>
                        <a:pt x="653124" y="85657"/>
                      </a:cubicBezTo>
                      <a:cubicBezTo>
                        <a:pt x="678241" y="128452"/>
                        <a:pt x="685502" y="205222"/>
                        <a:pt x="682293" y="324654"/>
                      </a:cubicBezTo>
                      <a:cubicBezTo>
                        <a:pt x="682293" y="386243"/>
                        <a:pt x="685168" y="641728"/>
                        <a:pt x="593254" y="807663"/>
                      </a:cubicBezTo>
                      <a:cubicBezTo>
                        <a:pt x="562434" y="865879"/>
                        <a:pt x="574223" y="873371"/>
                        <a:pt x="582543" y="910587"/>
                      </a:cubicBezTo>
                      <a:lnTo>
                        <a:pt x="211523" y="911349"/>
                      </a:lnTo>
                      <a:cubicBezTo>
                        <a:pt x="212499" y="851582"/>
                        <a:pt x="236044" y="827966"/>
                        <a:pt x="192666" y="779185"/>
                      </a:cubicBezTo>
                      <a:cubicBezTo>
                        <a:pt x="170208" y="755505"/>
                        <a:pt x="148074" y="710617"/>
                        <a:pt x="90679" y="653133"/>
                      </a:cubicBezTo>
                      <a:cubicBezTo>
                        <a:pt x="33254" y="569821"/>
                        <a:pt x="26583" y="515785"/>
                        <a:pt x="3655" y="437275"/>
                      </a:cubicBezTo>
                      <a:cubicBezTo>
                        <a:pt x="-8217" y="341138"/>
                        <a:pt x="9615" y="253260"/>
                        <a:pt x="45719" y="134476"/>
                      </a:cubicBezTo>
                      <a:close/>
                    </a:path>
                  </a:pathLst>
                </a:custGeom>
                <a:solidFill>
                  <a:srgbClr val="78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2" name="Rectangle 1"/>
                <p:cNvSpPr/>
                <p:nvPr/>
              </p:nvSpPr>
              <p:spPr>
                <a:xfrm rot="982074">
                  <a:off x="2380909" y="2452410"/>
                  <a:ext cx="298755" cy="501084"/>
                </a:xfrm>
                <a:prstGeom prst="rect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endParaRPr lang="ko-KR" altLang="en-US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그룹 14"/>
              <p:cNvGrpSpPr/>
              <p:nvPr/>
            </p:nvGrpSpPr>
            <p:grpSpPr>
              <a:xfrm>
                <a:off x="6636699" y="3039384"/>
                <a:ext cx="1968187" cy="1968187"/>
                <a:chOff x="6384003" y="3061995"/>
                <a:chExt cx="1968187" cy="1968187"/>
              </a:xfrm>
            </p:grpSpPr>
            <p:sp>
              <p:nvSpPr>
                <p:cNvPr id="56" name="원호 15"/>
                <p:cNvSpPr/>
                <p:nvPr/>
              </p:nvSpPr>
              <p:spPr>
                <a:xfrm>
                  <a:off x="6384003" y="3061995"/>
                  <a:ext cx="1968187" cy="1968187"/>
                </a:xfrm>
                <a:prstGeom prst="arc">
                  <a:avLst>
                    <a:gd name="adj1" fmla="val 14786098"/>
                    <a:gd name="adj2" fmla="val 471423"/>
                  </a:avLst>
                </a:prstGeom>
                <a:ln w="12700">
                  <a:solidFill>
                    <a:schemeClr val="accent2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ko-KR" altLang="en-US"/>
                </a:p>
              </p:txBody>
            </p:sp>
            <p:sp>
              <p:nvSpPr>
                <p:cNvPr id="57" name="원호 16"/>
                <p:cNvSpPr/>
                <p:nvPr/>
              </p:nvSpPr>
              <p:spPr>
                <a:xfrm>
                  <a:off x="6503401" y="3202080"/>
                  <a:ext cx="1612841" cy="1612841"/>
                </a:xfrm>
                <a:prstGeom prst="arc">
                  <a:avLst>
                    <a:gd name="adj1" fmla="val 14786098"/>
                    <a:gd name="adj2" fmla="val 350082"/>
                  </a:avLst>
                </a:prstGeom>
                <a:ln w="12700">
                  <a:solidFill>
                    <a:schemeClr val="accent2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ko-KR" altLang="en-US"/>
                </a:p>
              </p:txBody>
            </p:sp>
            <p:sp>
              <p:nvSpPr>
                <p:cNvPr id="58" name="원호 17"/>
                <p:cNvSpPr/>
                <p:nvPr/>
              </p:nvSpPr>
              <p:spPr>
                <a:xfrm>
                  <a:off x="6679890" y="3375378"/>
                  <a:ext cx="1111135" cy="1111135"/>
                </a:xfrm>
                <a:prstGeom prst="arc">
                  <a:avLst>
                    <a:gd name="adj1" fmla="val 14786098"/>
                    <a:gd name="adj2" fmla="val 0"/>
                  </a:avLst>
                </a:prstGeom>
                <a:ln w="12700">
                  <a:solidFill>
                    <a:schemeClr val="accent2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ko-KR" altLang="en-US"/>
                </a:p>
              </p:txBody>
            </p:sp>
            <p:sp>
              <p:nvSpPr>
                <p:cNvPr id="59" name="원호 18"/>
                <p:cNvSpPr/>
                <p:nvPr/>
              </p:nvSpPr>
              <p:spPr>
                <a:xfrm>
                  <a:off x="6804540" y="3545256"/>
                  <a:ext cx="819951" cy="819951"/>
                </a:xfrm>
                <a:prstGeom prst="arc">
                  <a:avLst>
                    <a:gd name="adj1" fmla="val 14786098"/>
                    <a:gd name="adj2" fmla="val 20780800"/>
                  </a:avLst>
                </a:prstGeom>
                <a:ln w="12700">
                  <a:solidFill>
                    <a:schemeClr val="accent2"/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525" name="CustomShape 1"/>
          <p:cNvSpPr/>
          <p:nvPr/>
        </p:nvSpPr>
        <p:spPr>
          <a:xfrm>
            <a:off x="5527040" y="511175"/>
            <a:ext cx="1079500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2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Data</a:t>
            </a:r>
            <a:endParaRPr lang="en-ID" sz="2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sp>
        <p:nvSpPr>
          <p:cNvPr id="44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5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6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7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1419733" y="3619071"/>
            <a:ext cx="2558688" cy="269240"/>
          </a:xfrm>
          <a:prstGeom prst="rect">
            <a:avLst/>
          </a:prstGeom>
          <a:solidFill>
            <a:schemeClr val="accent4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ID" sz="1160" b="1" dirty="0"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9733" y="1551880"/>
            <a:ext cx="2558688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D" altLang="en-US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  <a:sym typeface="+mn-ea"/>
              </a:rPr>
              <a:t>Setiap data yang masuk ke database Cultivathings akan diolah agar dapat digunakan sebagai insight yang bermanfaat</a:t>
            </a:r>
            <a:endParaRPr lang="en-ID" altLang="en-US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  <a:sym typeface="+mn-ea"/>
            </a:endParaRPr>
          </a:p>
        </p:txBody>
      </p:sp>
      <p:sp>
        <p:nvSpPr>
          <p:cNvPr id="525" name="CustomShape 1"/>
          <p:cNvSpPr/>
          <p:nvPr/>
        </p:nvSpPr>
        <p:spPr>
          <a:xfrm>
            <a:off x="5527040" y="511175"/>
            <a:ext cx="1079500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>
              <a:lnSpc>
                <a:spcPct val="100000"/>
              </a:lnSpc>
            </a:pPr>
            <a:r>
              <a:rPr lang="en-ID" sz="2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Data</a:t>
            </a:r>
            <a:endParaRPr lang="en-ID" sz="2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sp>
        <p:nvSpPr>
          <p:cNvPr id="44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5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6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7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grpSp>
        <p:nvGrpSpPr>
          <p:cNvPr id="5" name="Group 4"/>
          <p:cNvGrpSpPr/>
          <p:nvPr/>
        </p:nvGrpSpPr>
        <p:grpSpPr>
          <a:xfrm>
            <a:off x="5212715" y="1471295"/>
            <a:ext cx="1990090" cy="3347720"/>
            <a:chOff x="7637" y="1356"/>
            <a:chExt cx="4277" cy="7193"/>
          </a:xfrm>
        </p:grpSpPr>
        <p:grpSp>
          <p:nvGrpSpPr>
            <p:cNvPr id="64" name="Group 63"/>
            <p:cNvGrpSpPr/>
            <p:nvPr/>
          </p:nvGrpSpPr>
          <p:grpSpPr>
            <a:xfrm>
              <a:off x="7637" y="1356"/>
              <a:ext cx="3543" cy="6184"/>
              <a:chOff x="8806864" y="1668164"/>
              <a:chExt cx="2250102" cy="3927083"/>
            </a:xfrm>
          </p:grpSpPr>
          <p:grpSp>
            <p:nvGrpSpPr>
              <p:cNvPr id="12" name="그룹 48"/>
              <p:cNvGrpSpPr/>
              <p:nvPr/>
            </p:nvGrpSpPr>
            <p:grpSpPr>
              <a:xfrm>
                <a:off x="8806864" y="1668164"/>
                <a:ext cx="2250102" cy="3927083"/>
                <a:chOff x="6900650" y="1819712"/>
                <a:chExt cx="1858036" cy="3242814"/>
              </a:xfrm>
            </p:grpSpPr>
            <p:grpSp>
              <p:nvGrpSpPr>
                <p:cNvPr id="13" name="그룹 22"/>
                <p:cNvGrpSpPr/>
                <p:nvPr/>
              </p:nvGrpSpPr>
              <p:grpSpPr>
                <a:xfrm>
                  <a:off x="7215127" y="3101758"/>
                  <a:ext cx="1271173" cy="1960768"/>
                  <a:chOff x="7311137" y="4298740"/>
                  <a:chExt cx="1360941" cy="1965858"/>
                </a:xfrm>
              </p:grpSpPr>
              <p:grpSp>
                <p:nvGrpSpPr>
                  <p:cNvPr id="22" name="그룹 23"/>
                  <p:cNvGrpSpPr/>
                  <p:nvPr/>
                </p:nvGrpSpPr>
                <p:grpSpPr>
                  <a:xfrm>
                    <a:off x="7521194" y="5284915"/>
                    <a:ext cx="1137987" cy="979683"/>
                    <a:chOff x="7521194" y="5284915"/>
                    <a:chExt cx="1137987" cy="979683"/>
                  </a:xfrm>
                </p:grpSpPr>
                <p:grpSp>
                  <p:nvGrpSpPr>
                    <p:cNvPr id="28" name="Group 7"/>
                    <p:cNvGrpSpPr/>
                    <p:nvPr/>
                  </p:nvGrpSpPr>
                  <p:grpSpPr>
                    <a:xfrm>
                      <a:off x="7521194" y="5284915"/>
                      <a:ext cx="1137987" cy="979683"/>
                      <a:chOff x="5580112" y="4160675"/>
                      <a:chExt cx="2016224" cy="1735751"/>
                    </a:xfrm>
                  </p:grpSpPr>
                  <p:sp>
                    <p:nvSpPr>
                      <p:cNvPr id="30" name="Trapezoid 1"/>
                      <p:cNvSpPr/>
                      <p:nvPr/>
                    </p:nvSpPr>
                    <p:spPr>
                      <a:xfrm rot="10800000">
                        <a:off x="5796136" y="4653136"/>
                        <a:ext cx="1584176" cy="1243290"/>
                      </a:xfrm>
                      <a:custGeom>
                        <a:avLst/>
                        <a:gdLst>
                          <a:gd name="connsiteX0" fmla="*/ 0 w 1584176"/>
                          <a:gd name="connsiteY0" fmla="*/ 1216152 h 1216152"/>
                          <a:gd name="connsiteX1" fmla="*/ 304038 w 1584176"/>
                          <a:gd name="connsiteY1" fmla="*/ 0 h 1216152"/>
                          <a:gd name="connsiteX2" fmla="*/ 1280138 w 1584176"/>
                          <a:gd name="connsiteY2" fmla="*/ 0 h 1216152"/>
                          <a:gd name="connsiteX3" fmla="*/ 1584176 w 1584176"/>
                          <a:gd name="connsiteY3" fmla="*/ 1216152 h 1216152"/>
                          <a:gd name="connsiteX4" fmla="*/ 0 w 1584176"/>
                          <a:gd name="connsiteY4" fmla="*/ 1216152 h 1216152"/>
                          <a:gd name="connsiteX0-1" fmla="*/ 0 w 1584176"/>
                          <a:gd name="connsiteY0-2" fmla="*/ 1235792 h 1235792"/>
                          <a:gd name="connsiteX1-3" fmla="*/ 304038 w 1584176"/>
                          <a:gd name="connsiteY1-4" fmla="*/ 19640 h 1235792"/>
                          <a:gd name="connsiteX2-5" fmla="*/ 1280138 w 1584176"/>
                          <a:gd name="connsiteY2-6" fmla="*/ 19640 h 1235792"/>
                          <a:gd name="connsiteX3-7" fmla="*/ 1584176 w 1584176"/>
                          <a:gd name="connsiteY3-8" fmla="*/ 1235792 h 1235792"/>
                          <a:gd name="connsiteX4-9" fmla="*/ 0 w 1584176"/>
                          <a:gd name="connsiteY4-10" fmla="*/ 1235792 h 1235792"/>
                          <a:gd name="connsiteX0-11" fmla="*/ 0 w 1584176"/>
                          <a:gd name="connsiteY0-12" fmla="*/ 1243290 h 1243290"/>
                          <a:gd name="connsiteX1-13" fmla="*/ 304038 w 1584176"/>
                          <a:gd name="connsiteY1-14" fmla="*/ 27138 h 1243290"/>
                          <a:gd name="connsiteX2-15" fmla="*/ 1280138 w 1584176"/>
                          <a:gd name="connsiteY2-16" fmla="*/ 27138 h 1243290"/>
                          <a:gd name="connsiteX3-17" fmla="*/ 1584176 w 1584176"/>
                          <a:gd name="connsiteY3-18" fmla="*/ 1243290 h 1243290"/>
                          <a:gd name="connsiteX4-19" fmla="*/ 0 w 1584176"/>
                          <a:gd name="connsiteY4-20" fmla="*/ 1243290 h 1243290"/>
                        </a:gdLst>
                        <a:ahLst/>
                        <a:cxnLst>
                          <a:cxn ang="0">
                            <a:pos x="connsiteX0-1" y="connsiteY0-2"/>
                          </a:cxn>
                          <a:cxn ang="0">
                            <a:pos x="connsiteX1-3" y="connsiteY1-4"/>
                          </a:cxn>
                          <a:cxn ang="0">
                            <a:pos x="connsiteX2-5" y="connsiteY2-6"/>
                          </a:cxn>
                          <a:cxn ang="0">
                            <a:pos x="connsiteX3-7" y="connsiteY3-8"/>
                          </a:cxn>
                          <a:cxn ang="0">
                            <a:pos x="connsiteX4-9" y="connsiteY4-10"/>
                          </a:cxn>
                        </a:cxnLst>
                        <a:rect l="l" t="t" r="r" b="b"/>
                        <a:pathLst>
                          <a:path w="1584176" h="1243290">
                            <a:moveTo>
                              <a:pt x="0" y="1243290"/>
                            </a:moveTo>
                            <a:lnTo>
                              <a:pt x="304038" y="27138"/>
                            </a:lnTo>
                            <a:cubicBezTo>
                              <a:pt x="629405" y="-57"/>
                              <a:pt x="941174" y="-17053"/>
                              <a:pt x="1280138" y="27138"/>
                            </a:cubicBezTo>
                            <a:lnTo>
                              <a:pt x="1584176" y="1243290"/>
                            </a:lnTo>
                            <a:lnTo>
                              <a:pt x="0" y="1243290"/>
                            </a:lnTo>
                            <a:close/>
                          </a:path>
                        </a:pathLst>
                      </a:custGeom>
                      <a:solidFill>
                        <a:srgbClr val="568AD5"/>
                      </a:solidFill>
                      <a:ln>
                        <a:noFill/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<a:noAutofit/>
                      </a:bodyPr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31" name="Trapezoid 6"/>
                      <p:cNvSpPr/>
                      <p:nvPr/>
                    </p:nvSpPr>
                    <p:spPr>
                      <a:xfrm rot="10800000">
                        <a:off x="5580112" y="4312147"/>
                        <a:ext cx="2016224" cy="471979"/>
                      </a:xfrm>
                      <a:custGeom>
                        <a:avLst/>
                        <a:gdLst>
                          <a:gd name="connsiteX0" fmla="*/ 0 w 2016224"/>
                          <a:gd name="connsiteY0" fmla="*/ 360040 h 360040"/>
                          <a:gd name="connsiteX1" fmla="*/ 128109 w 2016224"/>
                          <a:gd name="connsiteY1" fmla="*/ 0 h 360040"/>
                          <a:gd name="connsiteX2" fmla="*/ 1888115 w 2016224"/>
                          <a:gd name="connsiteY2" fmla="*/ 0 h 360040"/>
                          <a:gd name="connsiteX3" fmla="*/ 2016224 w 2016224"/>
                          <a:gd name="connsiteY3" fmla="*/ 360040 h 360040"/>
                          <a:gd name="connsiteX4" fmla="*/ 0 w 2016224"/>
                          <a:gd name="connsiteY4" fmla="*/ 360040 h 360040"/>
                          <a:gd name="connsiteX0-1" fmla="*/ 0 w 2016224"/>
                          <a:gd name="connsiteY0-2" fmla="*/ 431046 h 431046"/>
                          <a:gd name="connsiteX1-3" fmla="*/ 128109 w 2016224"/>
                          <a:gd name="connsiteY1-4" fmla="*/ 71006 h 431046"/>
                          <a:gd name="connsiteX2-5" fmla="*/ 1888115 w 2016224"/>
                          <a:gd name="connsiteY2-6" fmla="*/ 71006 h 431046"/>
                          <a:gd name="connsiteX3-7" fmla="*/ 2016224 w 2016224"/>
                          <a:gd name="connsiteY3-8" fmla="*/ 431046 h 431046"/>
                          <a:gd name="connsiteX4-9" fmla="*/ 0 w 2016224"/>
                          <a:gd name="connsiteY4-10" fmla="*/ 431046 h 431046"/>
                          <a:gd name="connsiteX0-11" fmla="*/ 0 w 2016224"/>
                          <a:gd name="connsiteY0-12" fmla="*/ 458241 h 458241"/>
                          <a:gd name="connsiteX1-13" fmla="*/ 128109 w 2016224"/>
                          <a:gd name="connsiteY1-14" fmla="*/ 98201 h 458241"/>
                          <a:gd name="connsiteX2-15" fmla="*/ 1888115 w 2016224"/>
                          <a:gd name="connsiteY2-16" fmla="*/ 98201 h 458241"/>
                          <a:gd name="connsiteX3-17" fmla="*/ 2016224 w 2016224"/>
                          <a:gd name="connsiteY3-18" fmla="*/ 458241 h 458241"/>
                          <a:gd name="connsiteX4-19" fmla="*/ 0 w 2016224"/>
                          <a:gd name="connsiteY4-20" fmla="*/ 458241 h 458241"/>
                          <a:gd name="connsiteX0-21" fmla="*/ 0 w 2016224"/>
                          <a:gd name="connsiteY0-22" fmla="*/ 465296 h 465296"/>
                          <a:gd name="connsiteX1-23" fmla="*/ 128109 w 2016224"/>
                          <a:gd name="connsiteY1-24" fmla="*/ 105256 h 465296"/>
                          <a:gd name="connsiteX2-25" fmla="*/ 1888115 w 2016224"/>
                          <a:gd name="connsiteY2-26" fmla="*/ 105256 h 465296"/>
                          <a:gd name="connsiteX3-27" fmla="*/ 2016224 w 2016224"/>
                          <a:gd name="connsiteY3-28" fmla="*/ 465296 h 465296"/>
                          <a:gd name="connsiteX4-29" fmla="*/ 0 w 2016224"/>
                          <a:gd name="connsiteY4-30" fmla="*/ 465296 h 465296"/>
                          <a:gd name="connsiteX0-31" fmla="*/ 0 w 2016224"/>
                          <a:gd name="connsiteY0-32" fmla="*/ 471979 h 471979"/>
                          <a:gd name="connsiteX1-33" fmla="*/ 128109 w 2016224"/>
                          <a:gd name="connsiteY1-34" fmla="*/ 111939 h 471979"/>
                          <a:gd name="connsiteX2-35" fmla="*/ 1888115 w 2016224"/>
                          <a:gd name="connsiteY2-36" fmla="*/ 111939 h 471979"/>
                          <a:gd name="connsiteX3-37" fmla="*/ 2016224 w 2016224"/>
                          <a:gd name="connsiteY3-38" fmla="*/ 471979 h 471979"/>
                          <a:gd name="connsiteX4-39" fmla="*/ 0 w 2016224"/>
                          <a:gd name="connsiteY4-40" fmla="*/ 471979 h 471979"/>
                        </a:gdLst>
                        <a:ahLst/>
                        <a:cxnLst>
                          <a:cxn ang="0">
                            <a:pos x="connsiteX0-1" y="connsiteY0-2"/>
                          </a:cxn>
                          <a:cxn ang="0">
                            <a:pos x="connsiteX1-3" y="connsiteY1-4"/>
                          </a:cxn>
                          <a:cxn ang="0">
                            <a:pos x="connsiteX2-5" y="connsiteY2-6"/>
                          </a:cxn>
                          <a:cxn ang="0">
                            <a:pos x="connsiteX3-7" y="connsiteY3-8"/>
                          </a:cxn>
                          <a:cxn ang="0">
                            <a:pos x="connsiteX4-9" y="connsiteY4-10"/>
                          </a:cxn>
                        </a:cxnLst>
                        <a:rect l="l" t="t" r="r" b="b"/>
                        <a:pathLst>
                          <a:path w="2016224" h="471979">
                            <a:moveTo>
                              <a:pt x="0" y="471979"/>
                            </a:moveTo>
                            <a:lnTo>
                              <a:pt x="128109" y="111939"/>
                            </a:lnTo>
                            <a:cubicBezTo>
                              <a:pt x="572010" y="-7034"/>
                              <a:pt x="1260655" y="-64822"/>
                              <a:pt x="1888115" y="111939"/>
                            </a:cubicBezTo>
                            <a:lnTo>
                              <a:pt x="2016224" y="471979"/>
                            </a:lnTo>
                            <a:lnTo>
                              <a:pt x="0" y="471979"/>
                            </a:lnTo>
                            <a:close/>
                          </a:path>
                        </a:pathLst>
                      </a:custGeom>
                      <a:solidFill>
                        <a:srgbClr val="568AD5"/>
                      </a:solidFill>
                      <a:ln>
                        <a:noFill/>
                      </a:ln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<a:noAutofit/>
                      </a:bodyPr>
                      <a:p>
                        <a:pPr algn="ctr"/>
                        <a:endParaRPr lang="ko-KR" altLang="en-US"/>
                      </a:p>
                    </p:txBody>
                  </p:sp>
                  <p:sp>
                    <p:nvSpPr>
                      <p:cNvPr id="32" name="Oval 5"/>
                      <p:cNvSpPr/>
                      <p:nvPr/>
                    </p:nvSpPr>
                    <p:spPr>
                      <a:xfrm>
                        <a:off x="5580223" y="4160675"/>
                        <a:ext cx="2016000" cy="302944"/>
                      </a:xfrm>
                      <a:prstGeom prst="ellipse">
                        <a:avLst/>
                      </a:prstGeom>
                      <a:solidFill>
                        <a:schemeClr val="tx2">
                          <a:lumMod val="7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  <a:noAutofit/>
                      </a:bodyPr>
                      <a:p>
                        <a:pPr algn="ctr"/>
                        <a:endParaRPr lang="ko-KR" altLang="en-US"/>
                      </a:p>
                    </p:txBody>
                  </p:sp>
                </p:grpSp>
                <p:sp>
                  <p:nvSpPr>
                    <p:cNvPr id="29" name="Chord 23"/>
                    <p:cNvSpPr/>
                    <p:nvPr/>
                  </p:nvSpPr>
                  <p:spPr>
                    <a:xfrm>
                      <a:off x="7788585" y="5306768"/>
                      <a:ext cx="578589" cy="141955"/>
                    </a:xfrm>
                    <a:custGeom>
                      <a:avLst/>
                      <a:gdLst>
                        <a:gd name="connsiteX0" fmla="*/ 115433 w 914400"/>
                        <a:gd name="connsiteY0" fmla="*/ 153510 h 914400"/>
                        <a:gd name="connsiteX1" fmla="*/ 462323 w 914400"/>
                        <a:gd name="connsiteY1" fmla="*/ 28 h 914400"/>
                        <a:gd name="connsiteX2" fmla="*/ 805686 w 914400"/>
                        <a:gd name="connsiteY2" fmla="*/ 161244 h 914400"/>
                        <a:gd name="connsiteX3" fmla="*/ 115433 w 914400"/>
                        <a:gd name="connsiteY3" fmla="*/ 153510 h 914400"/>
                        <a:gd name="connsiteX0-1" fmla="*/ 0 w 723591"/>
                        <a:gd name="connsiteY0-2" fmla="*/ 177315 h 177532"/>
                        <a:gd name="connsiteX1-3" fmla="*/ 380228 w 723591"/>
                        <a:gd name="connsiteY1-4" fmla="*/ 21 h 177532"/>
                        <a:gd name="connsiteX2-5" fmla="*/ 723591 w 723591"/>
                        <a:gd name="connsiteY2-6" fmla="*/ 161237 h 177532"/>
                        <a:gd name="connsiteX3-7" fmla="*/ 0 w 723591"/>
                        <a:gd name="connsiteY3-8" fmla="*/ 177315 h 177532"/>
                        <a:gd name="connsiteX0-9" fmla="*/ 0 w 759310"/>
                        <a:gd name="connsiteY0-10" fmla="*/ 177315 h 185049"/>
                        <a:gd name="connsiteX1-11" fmla="*/ 380228 w 759310"/>
                        <a:gd name="connsiteY1-12" fmla="*/ 21 h 185049"/>
                        <a:gd name="connsiteX2-13" fmla="*/ 759310 w 759310"/>
                        <a:gd name="connsiteY2-14" fmla="*/ 185049 h 185049"/>
                        <a:gd name="connsiteX3-15" fmla="*/ 0 w 759310"/>
                        <a:gd name="connsiteY3-16" fmla="*/ 177315 h 185049"/>
                        <a:gd name="connsiteX0-17" fmla="*/ 0 w 759310"/>
                        <a:gd name="connsiteY0-18" fmla="*/ 177315 h 188144"/>
                        <a:gd name="connsiteX1-19" fmla="*/ 380228 w 759310"/>
                        <a:gd name="connsiteY1-20" fmla="*/ 21 h 188144"/>
                        <a:gd name="connsiteX2-21" fmla="*/ 759310 w 759310"/>
                        <a:gd name="connsiteY2-22" fmla="*/ 185049 h 188144"/>
                        <a:gd name="connsiteX3-23" fmla="*/ 0 w 759310"/>
                        <a:gd name="connsiteY3-24" fmla="*/ 177315 h 188144"/>
                        <a:gd name="connsiteX0-25" fmla="*/ 0 w 759310"/>
                        <a:gd name="connsiteY0-26" fmla="*/ 177315 h 191233"/>
                        <a:gd name="connsiteX1-27" fmla="*/ 380228 w 759310"/>
                        <a:gd name="connsiteY1-28" fmla="*/ 21 h 191233"/>
                        <a:gd name="connsiteX2-29" fmla="*/ 759310 w 759310"/>
                        <a:gd name="connsiteY2-30" fmla="*/ 185049 h 191233"/>
                        <a:gd name="connsiteX3-31" fmla="*/ 0 w 759310"/>
                        <a:gd name="connsiteY3-32" fmla="*/ 177315 h 191233"/>
                        <a:gd name="connsiteX0-33" fmla="*/ 0 w 759310"/>
                        <a:gd name="connsiteY0-34" fmla="*/ 177315 h 187572"/>
                        <a:gd name="connsiteX1-35" fmla="*/ 380228 w 759310"/>
                        <a:gd name="connsiteY1-36" fmla="*/ 21 h 187572"/>
                        <a:gd name="connsiteX2-37" fmla="*/ 759310 w 759310"/>
                        <a:gd name="connsiteY2-38" fmla="*/ 177905 h 187572"/>
                        <a:gd name="connsiteX3-39" fmla="*/ 0 w 759310"/>
                        <a:gd name="connsiteY3-40" fmla="*/ 177315 h 187572"/>
                        <a:gd name="connsiteX0-41" fmla="*/ 0 w 768835"/>
                        <a:gd name="connsiteY0-42" fmla="*/ 177315 h 188632"/>
                        <a:gd name="connsiteX1-43" fmla="*/ 380228 w 768835"/>
                        <a:gd name="connsiteY1-44" fmla="*/ 21 h 188632"/>
                        <a:gd name="connsiteX2-45" fmla="*/ 768835 w 768835"/>
                        <a:gd name="connsiteY2-46" fmla="*/ 180287 h 188632"/>
                        <a:gd name="connsiteX3-47" fmla="*/ 0 w 768835"/>
                        <a:gd name="connsiteY3-48" fmla="*/ 177315 h 188632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</a:cxnLst>
                      <a:rect l="l" t="t" r="r" b="b"/>
                      <a:pathLst>
                        <a:path w="768835" h="188632">
                          <a:moveTo>
                            <a:pt x="0" y="177315"/>
                          </a:moveTo>
                          <a:cubicBezTo>
                            <a:pt x="87950" y="78338"/>
                            <a:pt x="247828" y="-1462"/>
                            <a:pt x="380228" y="21"/>
                          </a:cubicBezTo>
                          <a:cubicBezTo>
                            <a:pt x="512627" y="1505"/>
                            <a:pt x="683125" y="79364"/>
                            <a:pt x="768835" y="180287"/>
                          </a:cubicBezTo>
                          <a:cubicBezTo>
                            <a:pt x="513351" y="189616"/>
                            <a:pt x="257866" y="194180"/>
                            <a:pt x="0" y="177315"/>
                          </a:cubicBez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  <a:noAutofit/>
                    </a:bodyPr>
                    <a:p>
                      <a:pPr algn="ctr"/>
                      <a:endParaRPr lang="ko-KR" altLang="en-US"/>
                    </a:p>
                  </p:txBody>
                </p:sp>
              </p:grpSp>
              <p:grpSp>
                <p:nvGrpSpPr>
                  <p:cNvPr id="23" name="그룹 24"/>
                  <p:cNvGrpSpPr/>
                  <p:nvPr/>
                </p:nvGrpSpPr>
                <p:grpSpPr>
                  <a:xfrm>
                    <a:off x="7311137" y="4298740"/>
                    <a:ext cx="1360941" cy="1039848"/>
                    <a:chOff x="7311137" y="4298740"/>
                    <a:chExt cx="1360941" cy="1039848"/>
                  </a:xfrm>
                </p:grpSpPr>
                <p:sp>
                  <p:nvSpPr>
                    <p:cNvPr id="24" name="Freeform 9"/>
                    <p:cNvSpPr/>
                    <p:nvPr/>
                  </p:nvSpPr>
                  <p:spPr>
                    <a:xfrm>
                      <a:off x="7967244" y="4298740"/>
                      <a:ext cx="165150" cy="1039848"/>
                    </a:xfrm>
                    <a:custGeom>
                      <a:avLst/>
                      <a:gdLst>
                        <a:gd name="connsiteX0" fmla="*/ 171450 w 323850"/>
                        <a:gd name="connsiteY0" fmla="*/ 28575 h 2152650"/>
                        <a:gd name="connsiteX1" fmla="*/ 152400 w 323850"/>
                        <a:gd name="connsiteY1" fmla="*/ 647700 h 2152650"/>
                        <a:gd name="connsiteX2" fmla="*/ 0 w 323850"/>
                        <a:gd name="connsiteY2" fmla="*/ 1457325 h 2152650"/>
                        <a:gd name="connsiteX3" fmla="*/ 180975 w 323850"/>
                        <a:gd name="connsiteY3" fmla="*/ 2152650 h 2152650"/>
                        <a:gd name="connsiteX4" fmla="*/ 323850 w 323850"/>
                        <a:gd name="connsiteY4" fmla="*/ 2066925 h 2152650"/>
                        <a:gd name="connsiteX5" fmla="*/ 161925 w 323850"/>
                        <a:gd name="connsiteY5" fmla="*/ 1419225 h 2152650"/>
                        <a:gd name="connsiteX6" fmla="*/ 295275 w 323850"/>
                        <a:gd name="connsiteY6" fmla="*/ 628650 h 2152650"/>
                        <a:gd name="connsiteX7" fmla="*/ 285750 w 323850"/>
                        <a:gd name="connsiteY7" fmla="*/ 542925 h 2152650"/>
                        <a:gd name="connsiteX8" fmla="*/ 276225 w 323850"/>
                        <a:gd name="connsiteY8" fmla="*/ 0 h 2152650"/>
                        <a:gd name="connsiteX9" fmla="*/ 171450 w 323850"/>
                        <a:gd name="connsiteY9" fmla="*/ 28575 h 2152650"/>
                        <a:gd name="connsiteX0-1" fmla="*/ 167117 w 323850"/>
                        <a:gd name="connsiteY0-2" fmla="*/ 2573 h 2152650"/>
                        <a:gd name="connsiteX1-3" fmla="*/ 152400 w 323850"/>
                        <a:gd name="connsiteY1-4" fmla="*/ 647700 h 2152650"/>
                        <a:gd name="connsiteX2-5" fmla="*/ 0 w 323850"/>
                        <a:gd name="connsiteY2-6" fmla="*/ 1457325 h 2152650"/>
                        <a:gd name="connsiteX3-7" fmla="*/ 180975 w 323850"/>
                        <a:gd name="connsiteY3-8" fmla="*/ 2152650 h 2152650"/>
                        <a:gd name="connsiteX4-9" fmla="*/ 323850 w 323850"/>
                        <a:gd name="connsiteY4-10" fmla="*/ 2066925 h 2152650"/>
                        <a:gd name="connsiteX5-11" fmla="*/ 161925 w 323850"/>
                        <a:gd name="connsiteY5-12" fmla="*/ 1419225 h 2152650"/>
                        <a:gd name="connsiteX6-13" fmla="*/ 295275 w 323850"/>
                        <a:gd name="connsiteY6-14" fmla="*/ 628650 h 2152650"/>
                        <a:gd name="connsiteX7-15" fmla="*/ 285750 w 323850"/>
                        <a:gd name="connsiteY7-16" fmla="*/ 542925 h 2152650"/>
                        <a:gd name="connsiteX8-17" fmla="*/ 276225 w 323850"/>
                        <a:gd name="connsiteY8-18" fmla="*/ 0 h 2152650"/>
                        <a:gd name="connsiteX9-19" fmla="*/ 167117 w 323850"/>
                        <a:gd name="connsiteY9-20" fmla="*/ 2573 h 2152650"/>
                        <a:gd name="connsiteX0-21" fmla="*/ 167117 w 323850"/>
                        <a:gd name="connsiteY0-22" fmla="*/ 2573 h 2152650"/>
                        <a:gd name="connsiteX1-23" fmla="*/ 152400 w 323850"/>
                        <a:gd name="connsiteY1-24" fmla="*/ 647700 h 2152650"/>
                        <a:gd name="connsiteX2-25" fmla="*/ 0 w 323850"/>
                        <a:gd name="connsiteY2-26" fmla="*/ 1457325 h 2152650"/>
                        <a:gd name="connsiteX3-27" fmla="*/ 180975 w 323850"/>
                        <a:gd name="connsiteY3-28" fmla="*/ 2152650 h 2152650"/>
                        <a:gd name="connsiteX4-29" fmla="*/ 323850 w 323850"/>
                        <a:gd name="connsiteY4-30" fmla="*/ 2066925 h 2152650"/>
                        <a:gd name="connsiteX5-31" fmla="*/ 161925 w 323850"/>
                        <a:gd name="connsiteY5-32" fmla="*/ 1419225 h 2152650"/>
                        <a:gd name="connsiteX6-33" fmla="*/ 295275 w 323850"/>
                        <a:gd name="connsiteY6-34" fmla="*/ 628650 h 2152650"/>
                        <a:gd name="connsiteX7-35" fmla="*/ 285750 w 323850"/>
                        <a:gd name="connsiteY7-36" fmla="*/ 542925 h 2152650"/>
                        <a:gd name="connsiteX8-37" fmla="*/ 276225 w 323850"/>
                        <a:gd name="connsiteY8-38" fmla="*/ 0 h 2152650"/>
                        <a:gd name="connsiteX9-39" fmla="*/ 167117 w 323850"/>
                        <a:gd name="connsiteY9-40" fmla="*/ 2573 h 2152650"/>
                        <a:gd name="connsiteX0-41" fmla="*/ 167117 w 323850"/>
                        <a:gd name="connsiteY0-42" fmla="*/ 2573 h 2152650"/>
                        <a:gd name="connsiteX1-43" fmla="*/ 152400 w 323850"/>
                        <a:gd name="connsiteY1-44" fmla="*/ 647700 h 2152650"/>
                        <a:gd name="connsiteX2-45" fmla="*/ 0 w 323850"/>
                        <a:gd name="connsiteY2-46" fmla="*/ 1457325 h 2152650"/>
                        <a:gd name="connsiteX3-47" fmla="*/ 180975 w 323850"/>
                        <a:gd name="connsiteY3-48" fmla="*/ 2152650 h 2152650"/>
                        <a:gd name="connsiteX4-49" fmla="*/ 323850 w 323850"/>
                        <a:gd name="connsiteY4-50" fmla="*/ 2066925 h 2152650"/>
                        <a:gd name="connsiteX5-51" fmla="*/ 161925 w 323850"/>
                        <a:gd name="connsiteY5-52" fmla="*/ 1419225 h 2152650"/>
                        <a:gd name="connsiteX6-53" fmla="*/ 295275 w 323850"/>
                        <a:gd name="connsiteY6-54" fmla="*/ 628650 h 2152650"/>
                        <a:gd name="connsiteX7-55" fmla="*/ 285750 w 323850"/>
                        <a:gd name="connsiteY7-56" fmla="*/ 542925 h 2152650"/>
                        <a:gd name="connsiteX8-57" fmla="*/ 276225 w 323850"/>
                        <a:gd name="connsiteY8-58" fmla="*/ 0 h 2152650"/>
                        <a:gd name="connsiteX9-59" fmla="*/ 167117 w 323850"/>
                        <a:gd name="connsiteY9-60" fmla="*/ 2573 h 2152650"/>
                        <a:gd name="connsiteX0-61" fmla="*/ 167117 w 323850"/>
                        <a:gd name="connsiteY0-62" fmla="*/ 2573 h 2152650"/>
                        <a:gd name="connsiteX1-63" fmla="*/ 152400 w 323850"/>
                        <a:gd name="connsiteY1-64" fmla="*/ 647700 h 2152650"/>
                        <a:gd name="connsiteX2-65" fmla="*/ 0 w 323850"/>
                        <a:gd name="connsiteY2-66" fmla="*/ 1457325 h 2152650"/>
                        <a:gd name="connsiteX3-67" fmla="*/ 180975 w 323850"/>
                        <a:gd name="connsiteY3-68" fmla="*/ 2152650 h 2152650"/>
                        <a:gd name="connsiteX4-69" fmla="*/ 323850 w 323850"/>
                        <a:gd name="connsiteY4-70" fmla="*/ 2066925 h 2152650"/>
                        <a:gd name="connsiteX5-71" fmla="*/ 161925 w 323850"/>
                        <a:gd name="connsiteY5-72" fmla="*/ 1419225 h 2152650"/>
                        <a:gd name="connsiteX6-73" fmla="*/ 295275 w 323850"/>
                        <a:gd name="connsiteY6-74" fmla="*/ 628650 h 2152650"/>
                        <a:gd name="connsiteX7-75" fmla="*/ 285750 w 323850"/>
                        <a:gd name="connsiteY7-76" fmla="*/ 542925 h 2152650"/>
                        <a:gd name="connsiteX8-77" fmla="*/ 276225 w 323850"/>
                        <a:gd name="connsiteY8-78" fmla="*/ 0 h 2152650"/>
                        <a:gd name="connsiteX9-79" fmla="*/ 167117 w 323850"/>
                        <a:gd name="connsiteY9-80" fmla="*/ 2573 h 2152650"/>
                        <a:gd name="connsiteX0-81" fmla="*/ 167117 w 323850"/>
                        <a:gd name="connsiteY0-82" fmla="*/ 2573 h 2152650"/>
                        <a:gd name="connsiteX1-83" fmla="*/ 152400 w 323850"/>
                        <a:gd name="connsiteY1-84" fmla="*/ 647700 h 2152650"/>
                        <a:gd name="connsiteX2-85" fmla="*/ 0 w 323850"/>
                        <a:gd name="connsiteY2-86" fmla="*/ 1457325 h 2152650"/>
                        <a:gd name="connsiteX3-87" fmla="*/ 180975 w 323850"/>
                        <a:gd name="connsiteY3-88" fmla="*/ 2152650 h 2152650"/>
                        <a:gd name="connsiteX4-89" fmla="*/ 323850 w 323850"/>
                        <a:gd name="connsiteY4-90" fmla="*/ 2066925 h 2152650"/>
                        <a:gd name="connsiteX5-91" fmla="*/ 161925 w 323850"/>
                        <a:gd name="connsiteY5-92" fmla="*/ 1419225 h 2152650"/>
                        <a:gd name="connsiteX6-93" fmla="*/ 295275 w 323850"/>
                        <a:gd name="connsiteY6-94" fmla="*/ 628650 h 2152650"/>
                        <a:gd name="connsiteX7-95" fmla="*/ 276225 w 323850"/>
                        <a:gd name="connsiteY7-96" fmla="*/ 0 h 2152650"/>
                        <a:gd name="connsiteX8-97" fmla="*/ 167117 w 323850"/>
                        <a:gd name="connsiteY8-98" fmla="*/ 2573 h 2152650"/>
                        <a:gd name="connsiteX0-99" fmla="*/ 167117 w 327783"/>
                        <a:gd name="connsiteY0-100" fmla="*/ 2573 h 2152650"/>
                        <a:gd name="connsiteX1-101" fmla="*/ 152400 w 327783"/>
                        <a:gd name="connsiteY1-102" fmla="*/ 647700 h 2152650"/>
                        <a:gd name="connsiteX2-103" fmla="*/ 0 w 327783"/>
                        <a:gd name="connsiteY2-104" fmla="*/ 1457325 h 2152650"/>
                        <a:gd name="connsiteX3-105" fmla="*/ 180975 w 327783"/>
                        <a:gd name="connsiteY3-106" fmla="*/ 2152650 h 2152650"/>
                        <a:gd name="connsiteX4-107" fmla="*/ 323850 w 327783"/>
                        <a:gd name="connsiteY4-108" fmla="*/ 2066925 h 2152650"/>
                        <a:gd name="connsiteX5-109" fmla="*/ 161925 w 327783"/>
                        <a:gd name="connsiteY5-110" fmla="*/ 1419225 h 2152650"/>
                        <a:gd name="connsiteX6-111" fmla="*/ 295275 w 327783"/>
                        <a:gd name="connsiteY6-112" fmla="*/ 628650 h 2152650"/>
                        <a:gd name="connsiteX7-113" fmla="*/ 276225 w 327783"/>
                        <a:gd name="connsiteY7-114" fmla="*/ 0 h 2152650"/>
                        <a:gd name="connsiteX8-115" fmla="*/ 167117 w 327783"/>
                        <a:gd name="connsiteY8-116" fmla="*/ 2573 h 2152650"/>
                        <a:gd name="connsiteX0-117" fmla="*/ 167117 w 349517"/>
                        <a:gd name="connsiteY0-118" fmla="*/ 2573 h 2152650"/>
                        <a:gd name="connsiteX1-119" fmla="*/ 152400 w 349517"/>
                        <a:gd name="connsiteY1-120" fmla="*/ 647700 h 2152650"/>
                        <a:gd name="connsiteX2-121" fmla="*/ 0 w 349517"/>
                        <a:gd name="connsiteY2-122" fmla="*/ 1457325 h 2152650"/>
                        <a:gd name="connsiteX3-123" fmla="*/ 180975 w 349517"/>
                        <a:gd name="connsiteY3-124" fmla="*/ 2152650 h 2152650"/>
                        <a:gd name="connsiteX4-125" fmla="*/ 323850 w 349517"/>
                        <a:gd name="connsiteY4-126" fmla="*/ 2066925 h 2152650"/>
                        <a:gd name="connsiteX5-127" fmla="*/ 161925 w 349517"/>
                        <a:gd name="connsiteY5-128" fmla="*/ 1419225 h 2152650"/>
                        <a:gd name="connsiteX6-129" fmla="*/ 295275 w 349517"/>
                        <a:gd name="connsiteY6-130" fmla="*/ 628650 h 2152650"/>
                        <a:gd name="connsiteX7-131" fmla="*/ 349310 w 349517"/>
                        <a:gd name="connsiteY7-132" fmla="*/ 216050 h 2152650"/>
                        <a:gd name="connsiteX8-133" fmla="*/ 276225 w 349517"/>
                        <a:gd name="connsiteY8-134" fmla="*/ 0 h 2152650"/>
                        <a:gd name="connsiteX9-135" fmla="*/ 167117 w 349517"/>
                        <a:gd name="connsiteY9-136" fmla="*/ 2573 h 2152650"/>
                        <a:gd name="connsiteX0-137" fmla="*/ 167117 w 349517"/>
                        <a:gd name="connsiteY0-138" fmla="*/ 2573 h 2152650"/>
                        <a:gd name="connsiteX1-139" fmla="*/ 152400 w 349517"/>
                        <a:gd name="connsiteY1-140" fmla="*/ 647700 h 2152650"/>
                        <a:gd name="connsiteX2-141" fmla="*/ 0 w 349517"/>
                        <a:gd name="connsiteY2-142" fmla="*/ 1457325 h 2152650"/>
                        <a:gd name="connsiteX3-143" fmla="*/ 180975 w 349517"/>
                        <a:gd name="connsiteY3-144" fmla="*/ 2152650 h 2152650"/>
                        <a:gd name="connsiteX4-145" fmla="*/ 323850 w 349517"/>
                        <a:gd name="connsiteY4-146" fmla="*/ 2066925 h 2152650"/>
                        <a:gd name="connsiteX5-147" fmla="*/ 161925 w 349517"/>
                        <a:gd name="connsiteY5-148" fmla="*/ 1419225 h 2152650"/>
                        <a:gd name="connsiteX6-149" fmla="*/ 295275 w 349517"/>
                        <a:gd name="connsiteY6-150" fmla="*/ 628650 h 2152650"/>
                        <a:gd name="connsiteX7-151" fmla="*/ 349310 w 349517"/>
                        <a:gd name="connsiteY7-152" fmla="*/ 216050 h 2152650"/>
                        <a:gd name="connsiteX8-153" fmla="*/ 276225 w 349517"/>
                        <a:gd name="connsiteY8-154" fmla="*/ 0 h 2152650"/>
                        <a:gd name="connsiteX9-155" fmla="*/ 167117 w 349517"/>
                        <a:gd name="connsiteY9-156" fmla="*/ 2573 h 2152650"/>
                        <a:gd name="connsiteX0-157" fmla="*/ 167117 w 349517"/>
                        <a:gd name="connsiteY0-158" fmla="*/ 2573 h 2152650"/>
                        <a:gd name="connsiteX1-159" fmla="*/ 152400 w 349517"/>
                        <a:gd name="connsiteY1-160" fmla="*/ 647700 h 2152650"/>
                        <a:gd name="connsiteX2-161" fmla="*/ 0 w 349517"/>
                        <a:gd name="connsiteY2-162" fmla="*/ 1457325 h 2152650"/>
                        <a:gd name="connsiteX3-163" fmla="*/ 180975 w 349517"/>
                        <a:gd name="connsiteY3-164" fmla="*/ 2152650 h 2152650"/>
                        <a:gd name="connsiteX4-165" fmla="*/ 323850 w 349517"/>
                        <a:gd name="connsiteY4-166" fmla="*/ 2066925 h 2152650"/>
                        <a:gd name="connsiteX5-167" fmla="*/ 161925 w 349517"/>
                        <a:gd name="connsiteY5-168" fmla="*/ 1419225 h 2152650"/>
                        <a:gd name="connsiteX6-169" fmla="*/ 295275 w 349517"/>
                        <a:gd name="connsiteY6-170" fmla="*/ 628650 h 2152650"/>
                        <a:gd name="connsiteX7-171" fmla="*/ 349310 w 349517"/>
                        <a:gd name="connsiteY7-172" fmla="*/ 216050 h 2152650"/>
                        <a:gd name="connsiteX8-173" fmla="*/ 276225 w 349517"/>
                        <a:gd name="connsiteY8-174" fmla="*/ 0 h 2152650"/>
                        <a:gd name="connsiteX9-175" fmla="*/ 167117 w 349517"/>
                        <a:gd name="connsiteY9-176" fmla="*/ 2573 h 2152650"/>
                        <a:gd name="connsiteX0-177" fmla="*/ 167117 w 349782"/>
                        <a:gd name="connsiteY0-178" fmla="*/ 2573 h 2152650"/>
                        <a:gd name="connsiteX1-179" fmla="*/ 152400 w 349782"/>
                        <a:gd name="connsiteY1-180" fmla="*/ 647700 h 2152650"/>
                        <a:gd name="connsiteX2-181" fmla="*/ 0 w 349782"/>
                        <a:gd name="connsiteY2-182" fmla="*/ 1457325 h 2152650"/>
                        <a:gd name="connsiteX3-183" fmla="*/ 180975 w 349782"/>
                        <a:gd name="connsiteY3-184" fmla="*/ 2152650 h 2152650"/>
                        <a:gd name="connsiteX4-185" fmla="*/ 323850 w 349782"/>
                        <a:gd name="connsiteY4-186" fmla="*/ 2066925 h 2152650"/>
                        <a:gd name="connsiteX5-187" fmla="*/ 161925 w 349782"/>
                        <a:gd name="connsiteY5-188" fmla="*/ 1419225 h 2152650"/>
                        <a:gd name="connsiteX6-189" fmla="*/ 295275 w 349782"/>
                        <a:gd name="connsiteY6-190" fmla="*/ 628650 h 2152650"/>
                        <a:gd name="connsiteX7-191" fmla="*/ 349310 w 349782"/>
                        <a:gd name="connsiteY7-192" fmla="*/ 216050 h 2152650"/>
                        <a:gd name="connsiteX8-193" fmla="*/ 276225 w 349782"/>
                        <a:gd name="connsiteY8-194" fmla="*/ 0 h 2152650"/>
                        <a:gd name="connsiteX9-195" fmla="*/ 167117 w 349782"/>
                        <a:gd name="connsiteY9-196" fmla="*/ 2573 h 2152650"/>
                        <a:gd name="connsiteX0-197" fmla="*/ 167117 w 349782"/>
                        <a:gd name="connsiteY0-198" fmla="*/ 2573 h 2152650"/>
                        <a:gd name="connsiteX1-199" fmla="*/ 152400 w 349782"/>
                        <a:gd name="connsiteY1-200" fmla="*/ 647700 h 2152650"/>
                        <a:gd name="connsiteX2-201" fmla="*/ 0 w 349782"/>
                        <a:gd name="connsiteY2-202" fmla="*/ 1457325 h 2152650"/>
                        <a:gd name="connsiteX3-203" fmla="*/ 180975 w 349782"/>
                        <a:gd name="connsiteY3-204" fmla="*/ 2152650 h 2152650"/>
                        <a:gd name="connsiteX4-205" fmla="*/ 323850 w 349782"/>
                        <a:gd name="connsiteY4-206" fmla="*/ 2066925 h 2152650"/>
                        <a:gd name="connsiteX5-207" fmla="*/ 161925 w 349782"/>
                        <a:gd name="connsiteY5-208" fmla="*/ 1419225 h 2152650"/>
                        <a:gd name="connsiteX6-209" fmla="*/ 295275 w 349782"/>
                        <a:gd name="connsiteY6-210" fmla="*/ 628650 h 2152650"/>
                        <a:gd name="connsiteX7-211" fmla="*/ 349310 w 349782"/>
                        <a:gd name="connsiteY7-212" fmla="*/ 216050 h 2152650"/>
                        <a:gd name="connsiteX8-213" fmla="*/ 276225 w 349782"/>
                        <a:gd name="connsiteY8-214" fmla="*/ 0 h 2152650"/>
                        <a:gd name="connsiteX9-215" fmla="*/ 167117 w 349782"/>
                        <a:gd name="connsiteY9-216" fmla="*/ 2573 h 2152650"/>
                        <a:gd name="connsiteX0-217" fmla="*/ 167117 w 349782"/>
                        <a:gd name="connsiteY0-218" fmla="*/ 2573 h 2152650"/>
                        <a:gd name="connsiteX1-219" fmla="*/ 152400 w 349782"/>
                        <a:gd name="connsiteY1-220" fmla="*/ 647700 h 2152650"/>
                        <a:gd name="connsiteX2-221" fmla="*/ 0 w 349782"/>
                        <a:gd name="connsiteY2-222" fmla="*/ 1457325 h 2152650"/>
                        <a:gd name="connsiteX3-223" fmla="*/ 180975 w 349782"/>
                        <a:gd name="connsiteY3-224" fmla="*/ 2152650 h 2152650"/>
                        <a:gd name="connsiteX4-225" fmla="*/ 323850 w 349782"/>
                        <a:gd name="connsiteY4-226" fmla="*/ 2066925 h 2152650"/>
                        <a:gd name="connsiteX5-227" fmla="*/ 161925 w 349782"/>
                        <a:gd name="connsiteY5-228" fmla="*/ 1419225 h 2152650"/>
                        <a:gd name="connsiteX6-229" fmla="*/ 295275 w 349782"/>
                        <a:gd name="connsiteY6-230" fmla="*/ 628650 h 2152650"/>
                        <a:gd name="connsiteX7-231" fmla="*/ 349310 w 349782"/>
                        <a:gd name="connsiteY7-232" fmla="*/ 216050 h 2152650"/>
                        <a:gd name="connsiteX8-233" fmla="*/ 276225 w 349782"/>
                        <a:gd name="connsiteY8-234" fmla="*/ 0 h 2152650"/>
                        <a:gd name="connsiteX9-235" fmla="*/ 167117 w 349782"/>
                        <a:gd name="connsiteY9-236" fmla="*/ 2573 h 2152650"/>
                        <a:gd name="connsiteX0-237" fmla="*/ 167117 w 349782"/>
                        <a:gd name="connsiteY0-238" fmla="*/ 2573 h 2152650"/>
                        <a:gd name="connsiteX1-239" fmla="*/ 152400 w 349782"/>
                        <a:gd name="connsiteY1-240" fmla="*/ 647700 h 2152650"/>
                        <a:gd name="connsiteX2-241" fmla="*/ 0 w 349782"/>
                        <a:gd name="connsiteY2-242" fmla="*/ 1457325 h 2152650"/>
                        <a:gd name="connsiteX3-243" fmla="*/ 180975 w 349782"/>
                        <a:gd name="connsiteY3-244" fmla="*/ 2152650 h 2152650"/>
                        <a:gd name="connsiteX4-245" fmla="*/ 323850 w 349782"/>
                        <a:gd name="connsiteY4-246" fmla="*/ 2066925 h 2152650"/>
                        <a:gd name="connsiteX5-247" fmla="*/ 161925 w 349782"/>
                        <a:gd name="connsiteY5-248" fmla="*/ 1419225 h 2152650"/>
                        <a:gd name="connsiteX6-249" fmla="*/ 295275 w 349782"/>
                        <a:gd name="connsiteY6-250" fmla="*/ 628650 h 2152650"/>
                        <a:gd name="connsiteX7-251" fmla="*/ 349310 w 349782"/>
                        <a:gd name="connsiteY7-252" fmla="*/ 216050 h 2152650"/>
                        <a:gd name="connsiteX8-253" fmla="*/ 276225 w 349782"/>
                        <a:gd name="connsiteY8-254" fmla="*/ 0 h 2152650"/>
                        <a:gd name="connsiteX9-255" fmla="*/ 167117 w 349782"/>
                        <a:gd name="connsiteY9-256" fmla="*/ 2573 h 2152650"/>
                        <a:gd name="connsiteX0-257" fmla="*/ 178793 w 361458"/>
                        <a:gd name="connsiteY0-258" fmla="*/ 2573 h 2152650"/>
                        <a:gd name="connsiteX1-259" fmla="*/ 164076 w 361458"/>
                        <a:gd name="connsiteY1-260" fmla="*/ 647700 h 2152650"/>
                        <a:gd name="connsiteX2-261" fmla="*/ 11676 w 361458"/>
                        <a:gd name="connsiteY2-262" fmla="*/ 1457325 h 2152650"/>
                        <a:gd name="connsiteX3-263" fmla="*/ 192651 w 361458"/>
                        <a:gd name="connsiteY3-264" fmla="*/ 2152650 h 2152650"/>
                        <a:gd name="connsiteX4-265" fmla="*/ 335526 w 361458"/>
                        <a:gd name="connsiteY4-266" fmla="*/ 2066925 h 2152650"/>
                        <a:gd name="connsiteX5-267" fmla="*/ 173601 w 361458"/>
                        <a:gd name="connsiteY5-268" fmla="*/ 1419225 h 2152650"/>
                        <a:gd name="connsiteX6-269" fmla="*/ 306951 w 361458"/>
                        <a:gd name="connsiteY6-270" fmla="*/ 628650 h 2152650"/>
                        <a:gd name="connsiteX7-271" fmla="*/ 360986 w 361458"/>
                        <a:gd name="connsiteY7-272" fmla="*/ 216050 h 2152650"/>
                        <a:gd name="connsiteX8-273" fmla="*/ 287901 w 361458"/>
                        <a:gd name="connsiteY8-274" fmla="*/ 0 h 2152650"/>
                        <a:gd name="connsiteX9-275" fmla="*/ 178793 w 361458"/>
                        <a:gd name="connsiteY9-276" fmla="*/ 2573 h 2152650"/>
                        <a:gd name="connsiteX0-277" fmla="*/ 178793 w 361849"/>
                        <a:gd name="connsiteY0-278" fmla="*/ 2573 h 2152650"/>
                        <a:gd name="connsiteX1-279" fmla="*/ 164076 w 361849"/>
                        <a:gd name="connsiteY1-280" fmla="*/ 647700 h 2152650"/>
                        <a:gd name="connsiteX2-281" fmla="*/ 11676 w 361849"/>
                        <a:gd name="connsiteY2-282" fmla="*/ 1457325 h 2152650"/>
                        <a:gd name="connsiteX3-283" fmla="*/ 192651 w 361849"/>
                        <a:gd name="connsiteY3-284" fmla="*/ 2152650 h 2152650"/>
                        <a:gd name="connsiteX4-285" fmla="*/ 335526 w 361849"/>
                        <a:gd name="connsiteY4-286" fmla="*/ 2066925 h 2152650"/>
                        <a:gd name="connsiteX5-287" fmla="*/ 173601 w 361849"/>
                        <a:gd name="connsiteY5-288" fmla="*/ 1419225 h 2152650"/>
                        <a:gd name="connsiteX6-289" fmla="*/ 315618 w 361849"/>
                        <a:gd name="connsiteY6-290" fmla="*/ 654652 h 2152650"/>
                        <a:gd name="connsiteX7-291" fmla="*/ 360986 w 361849"/>
                        <a:gd name="connsiteY7-292" fmla="*/ 216050 h 2152650"/>
                        <a:gd name="connsiteX8-293" fmla="*/ 287901 w 361849"/>
                        <a:gd name="connsiteY8-294" fmla="*/ 0 h 2152650"/>
                        <a:gd name="connsiteX9-295" fmla="*/ 178793 w 361849"/>
                        <a:gd name="connsiteY9-296" fmla="*/ 2573 h 2152650"/>
                        <a:gd name="connsiteX0-297" fmla="*/ 178793 w 361849"/>
                        <a:gd name="connsiteY0-298" fmla="*/ 2573 h 2152650"/>
                        <a:gd name="connsiteX1-299" fmla="*/ 164076 w 361849"/>
                        <a:gd name="connsiteY1-300" fmla="*/ 647700 h 2152650"/>
                        <a:gd name="connsiteX2-301" fmla="*/ 11676 w 361849"/>
                        <a:gd name="connsiteY2-302" fmla="*/ 1457325 h 2152650"/>
                        <a:gd name="connsiteX3-303" fmla="*/ 192651 w 361849"/>
                        <a:gd name="connsiteY3-304" fmla="*/ 2152650 h 2152650"/>
                        <a:gd name="connsiteX4-305" fmla="*/ 361528 w 361849"/>
                        <a:gd name="connsiteY4-306" fmla="*/ 2131929 h 2152650"/>
                        <a:gd name="connsiteX5-307" fmla="*/ 173601 w 361849"/>
                        <a:gd name="connsiteY5-308" fmla="*/ 1419225 h 2152650"/>
                        <a:gd name="connsiteX6-309" fmla="*/ 315618 w 361849"/>
                        <a:gd name="connsiteY6-310" fmla="*/ 654652 h 2152650"/>
                        <a:gd name="connsiteX7-311" fmla="*/ 360986 w 361849"/>
                        <a:gd name="connsiteY7-312" fmla="*/ 216050 h 2152650"/>
                        <a:gd name="connsiteX8-313" fmla="*/ 287901 w 361849"/>
                        <a:gd name="connsiteY8-314" fmla="*/ 0 h 2152650"/>
                        <a:gd name="connsiteX9-315" fmla="*/ 178793 w 361849"/>
                        <a:gd name="connsiteY9-316" fmla="*/ 2573 h 2152650"/>
                        <a:gd name="connsiteX0-317" fmla="*/ 178793 w 361528"/>
                        <a:gd name="connsiteY0-318" fmla="*/ 2573 h 2152650"/>
                        <a:gd name="connsiteX1-319" fmla="*/ 164076 w 361528"/>
                        <a:gd name="connsiteY1-320" fmla="*/ 647700 h 2152650"/>
                        <a:gd name="connsiteX2-321" fmla="*/ 11676 w 361528"/>
                        <a:gd name="connsiteY2-322" fmla="*/ 1457325 h 2152650"/>
                        <a:gd name="connsiteX3-323" fmla="*/ 192651 w 361528"/>
                        <a:gd name="connsiteY3-324" fmla="*/ 2152650 h 2152650"/>
                        <a:gd name="connsiteX4-325" fmla="*/ 361528 w 361528"/>
                        <a:gd name="connsiteY4-326" fmla="*/ 2131929 h 2152650"/>
                        <a:gd name="connsiteX5-327" fmla="*/ 173601 w 361528"/>
                        <a:gd name="connsiteY5-328" fmla="*/ 1419225 h 2152650"/>
                        <a:gd name="connsiteX6-329" fmla="*/ 315618 w 361528"/>
                        <a:gd name="connsiteY6-330" fmla="*/ 654652 h 2152650"/>
                        <a:gd name="connsiteX7-331" fmla="*/ 287901 w 361528"/>
                        <a:gd name="connsiteY7-332" fmla="*/ 0 h 2152650"/>
                        <a:gd name="connsiteX8-333" fmla="*/ 178793 w 361528"/>
                        <a:gd name="connsiteY8-334" fmla="*/ 2573 h 2152650"/>
                        <a:gd name="connsiteX0-335" fmla="*/ 178793 w 374776"/>
                        <a:gd name="connsiteY0-336" fmla="*/ 2573 h 2152650"/>
                        <a:gd name="connsiteX1-337" fmla="*/ 164076 w 374776"/>
                        <a:gd name="connsiteY1-338" fmla="*/ 647700 h 2152650"/>
                        <a:gd name="connsiteX2-339" fmla="*/ 11676 w 374776"/>
                        <a:gd name="connsiteY2-340" fmla="*/ 1457325 h 2152650"/>
                        <a:gd name="connsiteX3-341" fmla="*/ 192651 w 374776"/>
                        <a:gd name="connsiteY3-342" fmla="*/ 2152650 h 2152650"/>
                        <a:gd name="connsiteX4-343" fmla="*/ 361528 w 374776"/>
                        <a:gd name="connsiteY4-344" fmla="*/ 2131929 h 2152650"/>
                        <a:gd name="connsiteX5-345" fmla="*/ 173601 w 374776"/>
                        <a:gd name="connsiteY5-346" fmla="*/ 1419225 h 2152650"/>
                        <a:gd name="connsiteX6-347" fmla="*/ 315618 w 374776"/>
                        <a:gd name="connsiteY6-348" fmla="*/ 654652 h 2152650"/>
                        <a:gd name="connsiteX7-349" fmla="*/ 287901 w 374776"/>
                        <a:gd name="connsiteY7-350" fmla="*/ 0 h 2152650"/>
                        <a:gd name="connsiteX8-351" fmla="*/ 178793 w 374776"/>
                        <a:gd name="connsiteY8-352" fmla="*/ 2573 h 2152650"/>
                        <a:gd name="connsiteX0-353" fmla="*/ 178793 w 391181"/>
                        <a:gd name="connsiteY0-354" fmla="*/ 2573 h 2152650"/>
                        <a:gd name="connsiteX1-355" fmla="*/ 164076 w 391181"/>
                        <a:gd name="connsiteY1-356" fmla="*/ 647700 h 2152650"/>
                        <a:gd name="connsiteX2-357" fmla="*/ 11676 w 391181"/>
                        <a:gd name="connsiteY2-358" fmla="*/ 1457325 h 2152650"/>
                        <a:gd name="connsiteX3-359" fmla="*/ 192651 w 391181"/>
                        <a:gd name="connsiteY3-360" fmla="*/ 2152650 h 2152650"/>
                        <a:gd name="connsiteX4-361" fmla="*/ 361528 w 391181"/>
                        <a:gd name="connsiteY4-362" fmla="*/ 2131929 h 2152650"/>
                        <a:gd name="connsiteX5-363" fmla="*/ 173601 w 391181"/>
                        <a:gd name="connsiteY5-364" fmla="*/ 1419225 h 2152650"/>
                        <a:gd name="connsiteX6-365" fmla="*/ 315618 w 391181"/>
                        <a:gd name="connsiteY6-366" fmla="*/ 654652 h 2152650"/>
                        <a:gd name="connsiteX7-367" fmla="*/ 287901 w 391181"/>
                        <a:gd name="connsiteY7-368" fmla="*/ 0 h 2152650"/>
                        <a:gd name="connsiteX8-369" fmla="*/ 178793 w 391181"/>
                        <a:gd name="connsiteY8-370" fmla="*/ 2573 h 2152650"/>
                        <a:gd name="connsiteX0-371" fmla="*/ 148458 w 391181"/>
                        <a:gd name="connsiteY0-372" fmla="*/ 15574 h 2152650"/>
                        <a:gd name="connsiteX1-373" fmla="*/ 164076 w 391181"/>
                        <a:gd name="connsiteY1-374" fmla="*/ 647700 h 2152650"/>
                        <a:gd name="connsiteX2-375" fmla="*/ 11676 w 391181"/>
                        <a:gd name="connsiteY2-376" fmla="*/ 1457325 h 2152650"/>
                        <a:gd name="connsiteX3-377" fmla="*/ 192651 w 391181"/>
                        <a:gd name="connsiteY3-378" fmla="*/ 2152650 h 2152650"/>
                        <a:gd name="connsiteX4-379" fmla="*/ 361528 w 391181"/>
                        <a:gd name="connsiteY4-380" fmla="*/ 2131929 h 2152650"/>
                        <a:gd name="connsiteX5-381" fmla="*/ 173601 w 391181"/>
                        <a:gd name="connsiteY5-382" fmla="*/ 1419225 h 2152650"/>
                        <a:gd name="connsiteX6-383" fmla="*/ 315618 w 391181"/>
                        <a:gd name="connsiteY6-384" fmla="*/ 654652 h 2152650"/>
                        <a:gd name="connsiteX7-385" fmla="*/ 287901 w 391181"/>
                        <a:gd name="connsiteY7-386" fmla="*/ 0 h 2152650"/>
                        <a:gd name="connsiteX8-387" fmla="*/ 148458 w 391181"/>
                        <a:gd name="connsiteY8-388" fmla="*/ 15574 h 2152650"/>
                        <a:gd name="connsiteX0-389" fmla="*/ 148458 w 391181"/>
                        <a:gd name="connsiteY0-390" fmla="*/ 15574 h 2152650"/>
                        <a:gd name="connsiteX1-391" fmla="*/ 164076 w 391181"/>
                        <a:gd name="connsiteY1-392" fmla="*/ 647700 h 2152650"/>
                        <a:gd name="connsiteX2-393" fmla="*/ 11676 w 391181"/>
                        <a:gd name="connsiteY2-394" fmla="*/ 1457325 h 2152650"/>
                        <a:gd name="connsiteX3-395" fmla="*/ 192651 w 391181"/>
                        <a:gd name="connsiteY3-396" fmla="*/ 2152650 h 2152650"/>
                        <a:gd name="connsiteX4-397" fmla="*/ 361528 w 391181"/>
                        <a:gd name="connsiteY4-398" fmla="*/ 2131929 h 2152650"/>
                        <a:gd name="connsiteX5-399" fmla="*/ 173601 w 391181"/>
                        <a:gd name="connsiteY5-400" fmla="*/ 1419225 h 2152650"/>
                        <a:gd name="connsiteX6-401" fmla="*/ 315618 w 391181"/>
                        <a:gd name="connsiteY6-402" fmla="*/ 654652 h 2152650"/>
                        <a:gd name="connsiteX7-403" fmla="*/ 287901 w 391181"/>
                        <a:gd name="connsiteY7-404" fmla="*/ 0 h 2152650"/>
                        <a:gd name="connsiteX8-405" fmla="*/ 148458 w 391181"/>
                        <a:gd name="connsiteY8-406" fmla="*/ 15574 h 2152650"/>
                        <a:gd name="connsiteX0-407" fmla="*/ 148458 w 391181"/>
                        <a:gd name="connsiteY0-408" fmla="*/ 15574 h 2152650"/>
                        <a:gd name="connsiteX1-409" fmla="*/ 164076 w 391181"/>
                        <a:gd name="connsiteY1-410" fmla="*/ 647700 h 2152650"/>
                        <a:gd name="connsiteX2-411" fmla="*/ 11676 w 391181"/>
                        <a:gd name="connsiteY2-412" fmla="*/ 1457325 h 2152650"/>
                        <a:gd name="connsiteX3-413" fmla="*/ 192651 w 391181"/>
                        <a:gd name="connsiteY3-414" fmla="*/ 2152650 h 2152650"/>
                        <a:gd name="connsiteX4-415" fmla="*/ 361528 w 391181"/>
                        <a:gd name="connsiteY4-416" fmla="*/ 2131929 h 2152650"/>
                        <a:gd name="connsiteX5-417" fmla="*/ 173601 w 391181"/>
                        <a:gd name="connsiteY5-418" fmla="*/ 1419225 h 2152650"/>
                        <a:gd name="connsiteX6-419" fmla="*/ 315618 w 391181"/>
                        <a:gd name="connsiteY6-420" fmla="*/ 654652 h 2152650"/>
                        <a:gd name="connsiteX7-421" fmla="*/ 287901 w 391181"/>
                        <a:gd name="connsiteY7-422" fmla="*/ 0 h 2152650"/>
                        <a:gd name="connsiteX8-423" fmla="*/ 148458 w 391181"/>
                        <a:gd name="connsiteY8-424" fmla="*/ 15574 h 2152650"/>
                        <a:gd name="connsiteX0-425" fmla="*/ 150132 w 392855"/>
                        <a:gd name="connsiteY0-426" fmla="*/ 15574 h 2152650"/>
                        <a:gd name="connsiteX1-427" fmla="*/ 148416 w 392855"/>
                        <a:gd name="connsiteY1-428" fmla="*/ 647700 h 2152650"/>
                        <a:gd name="connsiteX2-429" fmla="*/ 13350 w 392855"/>
                        <a:gd name="connsiteY2-430" fmla="*/ 1457325 h 2152650"/>
                        <a:gd name="connsiteX3-431" fmla="*/ 194325 w 392855"/>
                        <a:gd name="connsiteY3-432" fmla="*/ 2152650 h 2152650"/>
                        <a:gd name="connsiteX4-433" fmla="*/ 363202 w 392855"/>
                        <a:gd name="connsiteY4-434" fmla="*/ 2131929 h 2152650"/>
                        <a:gd name="connsiteX5-435" fmla="*/ 175275 w 392855"/>
                        <a:gd name="connsiteY5-436" fmla="*/ 1419225 h 2152650"/>
                        <a:gd name="connsiteX6-437" fmla="*/ 317292 w 392855"/>
                        <a:gd name="connsiteY6-438" fmla="*/ 654652 h 2152650"/>
                        <a:gd name="connsiteX7-439" fmla="*/ 289575 w 392855"/>
                        <a:gd name="connsiteY7-440" fmla="*/ 0 h 2152650"/>
                        <a:gd name="connsiteX8-441" fmla="*/ 150132 w 392855"/>
                        <a:gd name="connsiteY8-442" fmla="*/ 15574 h 2152650"/>
                        <a:gd name="connsiteX0-443" fmla="*/ 132798 w 392855"/>
                        <a:gd name="connsiteY0-444" fmla="*/ 11240 h 2152650"/>
                        <a:gd name="connsiteX1-445" fmla="*/ 148416 w 392855"/>
                        <a:gd name="connsiteY1-446" fmla="*/ 647700 h 2152650"/>
                        <a:gd name="connsiteX2-447" fmla="*/ 13350 w 392855"/>
                        <a:gd name="connsiteY2-448" fmla="*/ 1457325 h 2152650"/>
                        <a:gd name="connsiteX3-449" fmla="*/ 194325 w 392855"/>
                        <a:gd name="connsiteY3-450" fmla="*/ 2152650 h 2152650"/>
                        <a:gd name="connsiteX4-451" fmla="*/ 363202 w 392855"/>
                        <a:gd name="connsiteY4-452" fmla="*/ 2131929 h 2152650"/>
                        <a:gd name="connsiteX5-453" fmla="*/ 175275 w 392855"/>
                        <a:gd name="connsiteY5-454" fmla="*/ 1419225 h 2152650"/>
                        <a:gd name="connsiteX6-455" fmla="*/ 317292 w 392855"/>
                        <a:gd name="connsiteY6-456" fmla="*/ 654652 h 2152650"/>
                        <a:gd name="connsiteX7-457" fmla="*/ 289575 w 392855"/>
                        <a:gd name="connsiteY7-458" fmla="*/ 0 h 2152650"/>
                        <a:gd name="connsiteX8-459" fmla="*/ 132798 w 392855"/>
                        <a:gd name="connsiteY8-460" fmla="*/ 11240 h 2152650"/>
                        <a:gd name="connsiteX0-461" fmla="*/ 115464 w 392855"/>
                        <a:gd name="connsiteY0-462" fmla="*/ 0 h 2158745"/>
                        <a:gd name="connsiteX1-463" fmla="*/ 148416 w 392855"/>
                        <a:gd name="connsiteY1-464" fmla="*/ 653795 h 2158745"/>
                        <a:gd name="connsiteX2-465" fmla="*/ 13350 w 392855"/>
                        <a:gd name="connsiteY2-466" fmla="*/ 1463420 h 2158745"/>
                        <a:gd name="connsiteX3-467" fmla="*/ 194325 w 392855"/>
                        <a:gd name="connsiteY3-468" fmla="*/ 2158745 h 2158745"/>
                        <a:gd name="connsiteX4-469" fmla="*/ 363202 w 392855"/>
                        <a:gd name="connsiteY4-470" fmla="*/ 2138024 h 2158745"/>
                        <a:gd name="connsiteX5-471" fmla="*/ 175275 w 392855"/>
                        <a:gd name="connsiteY5-472" fmla="*/ 1425320 h 2158745"/>
                        <a:gd name="connsiteX6-473" fmla="*/ 317292 w 392855"/>
                        <a:gd name="connsiteY6-474" fmla="*/ 660747 h 2158745"/>
                        <a:gd name="connsiteX7-475" fmla="*/ 289575 w 392855"/>
                        <a:gd name="connsiteY7-476" fmla="*/ 6095 h 2158745"/>
                        <a:gd name="connsiteX8-477" fmla="*/ 115464 w 392855"/>
                        <a:gd name="connsiteY8-478" fmla="*/ 0 h 2158745"/>
                        <a:gd name="connsiteX0-479" fmla="*/ 115464 w 392855"/>
                        <a:gd name="connsiteY0-480" fmla="*/ 0 h 2158745"/>
                        <a:gd name="connsiteX1-481" fmla="*/ 148416 w 392855"/>
                        <a:gd name="connsiteY1-482" fmla="*/ 653795 h 2158745"/>
                        <a:gd name="connsiteX2-483" fmla="*/ 13350 w 392855"/>
                        <a:gd name="connsiteY2-484" fmla="*/ 1463420 h 2158745"/>
                        <a:gd name="connsiteX3-485" fmla="*/ 194325 w 392855"/>
                        <a:gd name="connsiteY3-486" fmla="*/ 2158745 h 2158745"/>
                        <a:gd name="connsiteX4-487" fmla="*/ 363202 w 392855"/>
                        <a:gd name="connsiteY4-488" fmla="*/ 2138024 h 2158745"/>
                        <a:gd name="connsiteX5-489" fmla="*/ 175275 w 392855"/>
                        <a:gd name="connsiteY5-490" fmla="*/ 1425320 h 2158745"/>
                        <a:gd name="connsiteX6-491" fmla="*/ 317292 w 392855"/>
                        <a:gd name="connsiteY6-492" fmla="*/ 660747 h 2158745"/>
                        <a:gd name="connsiteX7-493" fmla="*/ 289575 w 392855"/>
                        <a:gd name="connsiteY7-494" fmla="*/ 6095 h 2158745"/>
                        <a:gd name="connsiteX8-495" fmla="*/ 115464 w 392855"/>
                        <a:gd name="connsiteY8-496" fmla="*/ 0 h 2158745"/>
                        <a:gd name="connsiteX0-497" fmla="*/ 115464 w 387669"/>
                        <a:gd name="connsiteY0-498" fmla="*/ 0 h 2158745"/>
                        <a:gd name="connsiteX1-499" fmla="*/ 148416 w 387669"/>
                        <a:gd name="connsiteY1-500" fmla="*/ 653795 h 2158745"/>
                        <a:gd name="connsiteX2-501" fmla="*/ 13350 w 387669"/>
                        <a:gd name="connsiteY2-502" fmla="*/ 1463420 h 2158745"/>
                        <a:gd name="connsiteX3-503" fmla="*/ 194325 w 387669"/>
                        <a:gd name="connsiteY3-504" fmla="*/ 2158745 h 2158745"/>
                        <a:gd name="connsiteX4-505" fmla="*/ 363202 w 387669"/>
                        <a:gd name="connsiteY4-506" fmla="*/ 2138024 h 2158745"/>
                        <a:gd name="connsiteX5-507" fmla="*/ 175275 w 387669"/>
                        <a:gd name="connsiteY5-508" fmla="*/ 1425320 h 2158745"/>
                        <a:gd name="connsiteX6-509" fmla="*/ 317292 w 387669"/>
                        <a:gd name="connsiteY6-510" fmla="*/ 660747 h 2158745"/>
                        <a:gd name="connsiteX7-511" fmla="*/ 289575 w 387669"/>
                        <a:gd name="connsiteY7-512" fmla="*/ 6095 h 2158745"/>
                        <a:gd name="connsiteX8-513" fmla="*/ 115464 w 387669"/>
                        <a:gd name="connsiteY8-514" fmla="*/ 0 h 2158745"/>
                        <a:gd name="connsiteX0-515" fmla="*/ 115464 w 387669"/>
                        <a:gd name="connsiteY0-516" fmla="*/ 0 h 2158745"/>
                        <a:gd name="connsiteX1-517" fmla="*/ 148416 w 387669"/>
                        <a:gd name="connsiteY1-518" fmla="*/ 653795 h 2158745"/>
                        <a:gd name="connsiteX2-519" fmla="*/ 13350 w 387669"/>
                        <a:gd name="connsiteY2-520" fmla="*/ 1463420 h 2158745"/>
                        <a:gd name="connsiteX3-521" fmla="*/ 194325 w 387669"/>
                        <a:gd name="connsiteY3-522" fmla="*/ 2158745 h 2158745"/>
                        <a:gd name="connsiteX4-523" fmla="*/ 363202 w 387669"/>
                        <a:gd name="connsiteY4-524" fmla="*/ 2138024 h 2158745"/>
                        <a:gd name="connsiteX5-525" fmla="*/ 175275 w 387669"/>
                        <a:gd name="connsiteY5-526" fmla="*/ 1425320 h 2158745"/>
                        <a:gd name="connsiteX6-527" fmla="*/ 317292 w 387669"/>
                        <a:gd name="connsiteY6-528" fmla="*/ 660747 h 2158745"/>
                        <a:gd name="connsiteX7-529" fmla="*/ 289575 w 387669"/>
                        <a:gd name="connsiteY7-530" fmla="*/ 6095 h 2158745"/>
                        <a:gd name="connsiteX8-531" fmla="*/ 115464 w 387669"/>
                        <a:gd name="connsiteY8-532" fmla="*/ 0 h 2158745"/>
                        <a:gd name="connsiteX0-533" fmla="*/ 115464 w 387669"/>
                        <a:gd name="connsiteY0-534" fmla="*/ 0 h 2158745"/>
                        <a:gd name="connsiteX1-535" fmla="*/ 148416 w 387669"/>
                        <a:gd name="connsiteY1-536" fmla="*/ 653795 h 2158745"/>
                        <a:gd name="connsiteX2-537" fmla="*/ 13350 w 387669"/>
                        <a:gd name="connsiteY2-538" fmla="*/ 1463420 h 2158745"/>
                        <a:gd name="connsiteX3-539" fmla="*/ 194325 w 387669"/>
                        <a:gd name="connsiteY3-540" fmla="*/ 2158745 h 2158745"/>
                        <a:gd name="connsiteX4-541" fmla="*/ 363202 w 387669"/>
                        <a:gd name="connsiteY4-542" fmla="*/ 2138024 h 2158745"/>
                        <a:gd name="connsiteX5-543" fmla="*/ 175275 w 387669"/>
                        <a:gd name="connsiteY5-544" fmla="*/ 1425320 h 2158745"/>
                        <a:gd name="connsiteX6-545" fmla="*/ 317292 w 387669"/>
                        <a:gd name="connsiteY6-546" fmla="*/ 660747 h 2158745"/>
                        <a:gd name="connsiteX7-547" fmla="*/ 289575 w 387669"/>
                        <a:gd name="connsiteY7-548" fmla="*/ 6095 h 2158745"/>
                        <a:gd name="connsiteX8-549" fmla="*/ 115464 w 387669"/>
                        <a:gd name="connsiteY8-550" fmla="*/ 0 h 2158745"/>
                        <a:gd name="connsiteX0-551" fmla="*/ 127719 w 399924"/>
                        <a:gd name="connsiteY0-552" fmla="*/ 0 h 2158745"/>
                        <a:gd name="connsiteX1-553" fmla="*/ 160671 w 399924"/>
                        <a:gd name="connsiteY1-554" fmla="*/ 653795 h 2158745"/>
                        <a:gd name="connsiteX2-555" fmla="*/ 25605 w 399924"/>
                        <a:gd name="connsiteY2-556" fmla="*/ 1463420 h 2158745"/>
                        <a:gd name="connsiteX3-557" fmla="*/ 206580 w 399924"/>
                        <a:gd name="connsiteY3-558" fmla="*/ 2158745 h 2158745"/>
                        <a:gd name="connsiteX4-559" fmla="*/ 375457 w 399924"/>
                        <a:gd name="connsiteY4-560" fmla="*/ 2138024 h 2158745"/>
                        <a:gd name="connsiteX5-561" fmla="*/ 187530 w 399924"/>
                        <a:gd name="connsiteY5-562" fmla="*/ 1425320 h 2158745"/>
                        <a:gd name="connsiteX6-563" fmla="*/ 329547 w 399924"/>
                        <a:gd name="connsiteY6-564" fmla="*/ 660747 h 2158745"/>
                        <a:gd name="connsiteX7-565" fmla="*/ 301830 w 399924"/>
                        <a:gd name="connsiteY7-566" fmla="*/ 6095 h 2158745"/>
                        <a:gd name="connsiteX8-567" fmla="*/ 127719 w 399924"/>
                        <a:gd name="connsiteY8-568" fmla="*/ 0 h 2158745"/>
                        <a:gd name="connsiteX0-569" fmla="*/ 127719 w 399924"/>
                        <a:gd name="connsiteY0-570" fmla="*/ 0 h 2158745"/>
                        <a:gd name="connsiteX1-571" fmla="*/ 160671 w 399924"/>
                        <a:gd name="connsiteY1-572" fmla="*/ 653795 h 2158745"/>
                        <a:gd name="connsiteX2-573" fmla="*/ 25605 w 399924"/>
                        <a:gd name="connsiteY2-574" fmla="*/ 1463420 h 2158745"/>
                        <a:gd name="connsiteX3-575" fmla="*/ 206580 w 399924"/>
                        <a:gd name="connsiteY3-576" fmla="*/ 2158745 h 2158745"/>
                        <a:gd name="connsiteX4-577" fmla="*/ 375457 w 399924"/>
                        <a:gd name="connsiteY4-578" fmla="*/ 2138024 h 2158745"/>
                        <a:gd name="connsiteX5-579" fmla="*/ 187530 w 399924"/>
                        <a:gd name="connsiteY5-580" fmla="*/ 1425320 h 2158745"/>
                        <a:gd name="connsiteX6-581" fmla="*/ 329547 w 399924"/>
                        <a:gd name="connsiteY6-582" fmla="*/ 660747 h 2158745"/>
                        <a:gd name="connsiteX7-583" fmla="*/ 301830 w 399924"/>
                        <a:gd name="connsiteY7-584" fmla="*/ 6095 h 2158745"/>
                        <a:gd name="connsiteX8-585" fmla="*/ 127719 w 399924"/>
                        <a:gd name="connsiteY8-586" fmla="*/ 0 h 2158745"/>
                        <a:gd name="connsiteX0-587" fmla="*/ 127719 w 399924"/>
                        <a:gd name="connsiteY0-588" fmla="*/ 0 h 2158745"/>
                        <a:gd name="connsiteX1-589" fmla="*/ 160671 w 399924"/>
                        <a:gd name="connsiteY1-590" fmla="*/ 653795 h 2158745"/>
                        <a:gd name="connsiteX2-591" fmla="*/ 25605 w 399924"/>
                        <a:gd name="connsiteY2-592" fmla="*/ 1463420 h 2158745"/>
                        <a:gd name="connsiteX3-593" fmla="*/ 206580 w 399924"/>
                        <a:gd name="connsiteY3-594" fmla="*/ 2158745 h 2158745"/>
                        <a:gd name="connsiteX4-595" fmla="*/ 375457 w 399924"/>
                        <a:gd name="connsiteY4-596" fmla="*/ 2138024 h 2158745"/>
                        <a:gd name="connsiteX5-597" fmla="*/ 187530 w 399924"/>
                        <a:gd name="connsiteY5-598" fmla="*/ 1425320 h 2158745"/>
                        <a:gd name="connsiteX6-599" fmla="*/ 329547 w 399924"/>
                        <a:gd name="connsiteY6-600" fmla="*/ 660747 h 2158745"/>
                        <a:gd name="connsiteX7-601" fmla="*/ 301830 w 399924"/>
                        <a:gd name="connsiteY7-602" fmla="*/ 6095 h 2158745"/>
                        <a:gd name="connsiteX8-603" fmla="*/ 127719 w 399924"/>
                        <a:gd name="connsiteY8-604" fmla="*/ 0 h 2158745"/>
                        <a:gd name="connsiteX0-605" fmla="*/ 146589 w 418794"/>
                        <a:gd name="connsiteY0-606" fmla="*/ 0 h 2158745"/>
                        <a:gd name="connsiteX1-607" fmla="*/ 179541 w 418794"/>
                        <a:gd name="connsiteY1-608" fmla="*/ 653795 h 2158745"/>
                        <a:gd name="connsiteX2-609" fmla="*/ 22807 w 418794"/>
                        <a:gd name="connsiteY2-610" fmla="*/ 1463420 h 2158745"/>
                        <a:gd name="connsiteX3-611" fmla="*/ 225450 w 418794"/>
                        <a:gd name="connsiteY3-612" fmla="*/ 2158745 h 2158745"/>
                        <a:gd name="connsiteX4-613" fmla="*/ 394327 w 418794"/>
                        <a:gd name="connsiteY4-614" fmla="*/ 2138024 h 2158745"/>
                        <a:gd name="connsiteX5-615" fmla="*/ 206400 w 418794"/>
                        <a:gd name="connsiteY5-616" fmla="*/ 1425320 h 2158745"/>
                        <a:gd name="connsiteX6-617" fmla="*/ 348417 w 418794"/>
                        <a:gd name="connsiteY6-618" fmla="*/ 660747 h 2158745"/>
                        <a:gd name="connsiteX7-619" fmla="*/ 320700 w 418794"/>
                        <a:gd name="connsiteY7-620" fmla="*/ 6095 h 2158745"/>
                        <a:gd name="connsiteX8-621" fmla="*/ 146589 w 418794"/>
                        <a:gd name="connsiteY8-622" fmla="*/ 0 h 2158745"/>
                        <a:gd name="connsiteX0-623" fmla="*/ 136662 w 408867"/>
                        <a:gd name="connsiteY0-624" fmla="*/ 0 h 2158745"/>
                        <a:gd name="connsiteX1-625" fmla="*/ 169614 w 408867"/>
                        <a:gd name="connsiteY1-626" fmla="*/ 653795 h 2158745"/>
                        <a:gd name="connsiteX2-627" fmla="*/ 12880 w 408867"/>
                        <a:gd name="connsiteY2-628" fmla="*/ 1463420 h 2158745"/>
                        <a:gd name="connsiteX3-629" fmla="*/ 215523 w 408867"/>
                        <a:gd name="connsiteY3-630" fmla="*/ 2158745 h 2158745"/>
                        <a:gd name="connsiteX4-631" fmla="*/ 384400 w 408867"/>
                        <a:gd name="connsiteY4-632" fmla="*/ 2138024 h 2158745"/>
                        <a:gd name="connsiteX5-633" fmla="*/ 196473 w 408867"/>
                        <a:gd name="connsiteY5-634" fmla="*/ 1425320 h 2158745"/>
                        <a:gd name="connsiteX6-635" fmla="*/ 338490 w 408867"/>
                        <a:gd name="connsiteY6-636" fmla="*/ 660747 h 2158745"/>
                        <a:gd name="connsiteX7-637" fmla="*/ 310773 w 408867"/>
                        <a:gd name="connsiteY7-638" fmla="*/ 6095 h 2158745"/>
                        <a:gd name="connsiteX8-639" fmla="*/ 136662 w 408867"/>
                        <a:gd name="connsiteY8-640" fmla="*/ 0 h 2158745"/>
                        <a:gd name="connsiteX0-641" fmla="*/ 136662 w 408867"/>
                        <a:gd name="connsiteY0-642" fmla="*/ 0 h 2158745"/>
                        <a:gd name="connsiteX1-643" fmla="*/ 169614 w 408867"/>
                        <a:gd name="connsiteY1-644" fmla="*/ 653795 h 2158745"/>
                        <a:gd name="connsiteX2-645" fmla="*/ 12880 w 408867"/>
                        <a:gd name="connsiteY2-646" fmla="*/ 1463420 h 2158745"/>
                        <a:gd name="connsiteX3-647" fmla="*/ 215523 w 408867"/>
                        <a:gd name="connsiteY3-648" fmla="*/ 2158745 h 2158745"/>
                        <a:gd name="connsiteX4-649" fmla="*/ 384400 w 408867"/>
                        <a:gd name="connsiteY4-650" fmla="*/ 2138024 h 2158745"/>
                        <a:gd name="connsiteX5-651" fmla="*/ 196473 w 408867"/>
                        <a:gd name="connsiteY5-652" fmla="*/ 1425320 h 2158745"/>
                        <a:gd name="connsiteX6-653" fmla="*/ 338490 w 408867"/>
                        <a:gd name="connsiteY6-654" fmla="*/ 660747 h 2158745"/>
                        <a:gd name="connsiteX7-655" fmla="*/ 310773 w 408867"/>
                        <a:gd name="connsiteY7-656" fmla="*/ 6095 h 2158745"/>
                        <a:gd name="connsiteX8-657" fmla="*/ 136662 w 408867"/>
                        <a:gd name="connsiteY8-658" fmla="*/ 0 h 2158745"/>
                        <a:gd name="connsiteX0-659" fmla="*/ 136662 w 408867"/>
                        <a:gd name="connsiteY0-660" fmla="*/ 0 h 2158745"/>
                        <a:gd name="connsiteX1-661" fmla="*/ 169614 w 408867"/>
                        <a:gd name="connsiteY1-662" fmla="*/ 653795 h 2158745"/>
                        <a:gd name="connsiteX2-663" fmla="*/ 12880 w 408867"/>
                        <a:gd name="connsiteY2-664" fmla="*/ 1463420 h 2158745"/>
                        <a:gd name="connsiteX3-665" fmla="*/ 215523 w 408867"/>
                        <a:gd name="connsiteY3-666" fmla="*/ 2158745 h 2158745"/>
                        <a:gd name="connsiteX4-667" fmla="*/ 384400 w 408867"/>
                        <a:gd name="connsiteY4-668" fmla="*/ 2138024 h 2158745"/>
                        <a:gd name="connsiteX5-669" fmla="*/ 196473 w 408867"/>
                        <a:gd name="connsiteY5-670" fmla="*/ 1425320 h 2158745"/>
                        <a:gd name="connsiteX6-671" fmla="*/ 338490 w 408867"/>
                        <a:gd name="connsiteY6-672" fmla="*/ 660747 h 2158745"/>
                        <a:gd name="connsiteX7-673" fmla="*/ 310773 w 408867"/>
                        <a:gd name="connsiteY7-674" fmla="*/ 6095 h 2158745"/>
                        <a:gd name="connsiteX8-675" fmla="*/ 136662 w 408867"/>
                        <a:gd name="connsiteY8-676" fmla="*/ 0 h 2158745"/>
                        <a:gd name="connsiteX0-677" fmla="*/ 136662 w 408867"/>
                        <a:gd name="connsiteY0-678" fmla="*/ 0 h 2158745"/>
                        <a:gd name="connsiteX1-679" fmla="*/ 169614 w 408867"/>
                        <a:gd name="connsiteY1-680" fmla="*/ 653795 h 2158745"/>
                        <a:gd name="connsiteX2-681" fmla="*/ 12880 w 408867"/>
                        <a:gd name="connsiteY2-682" fmla="*/ 1463420 h 2158745"/>
                        <a:gd name="connsiteX3-683" fmla="*/ 215523 w 408867"/>
                        <a:gd name="connsiteY3-684" fmla="*/ 2158745 h 2158745"/>
                        <a:gd name="connsiteX4-685" fmla="*/ 384400 w 408867"/>
                        <a:gd name="connsiteY4-686" fmla="*/ 2138024 h 2158745"/>
                        <a:gd name="connsiteX5-687" fmla="*/ 192139 w 408867"/>
                        <a:gd name="connsiteY5-688" fmla="*/ 1442655 h 2158745"/>
                        <a:gd name="connsiteX6-689" fmla="*/ 338490 w 408867"/>
                        <a:gd name="connsiteY6-690" fmla="*/ 660747 h 2158745"/>
                        <a:gd name="connsiteX7-691" fmla="*/ 310773 w 408867"/>
                        <a:gd name="connsiteY7-692" fmla="*/ 6095 h 2158745"/>
                        <a:gd name="connsiteX8-693" fmla="*/ 136662 w 408867"/>
                        <a:gd name="connsiteY8-694" fmla="*/ 0 h 2158745"/>
                        <a:gd name="connsiteX0-695" fmla="*/ 136662 w 408867"/>
                        <a:gd name="connsiteY0-696" fmla="*/ 0 h 2158745"/>
                        <a:gd name="connsiteX1-697" fmla="*/ 169614 w 408867"/>
                        <a:gd name="connsiteY1-698" fmla="*/ 653795 h 2158745"/>
                        <a:gd name="connsiteX2-699" fmla="*/ 12880 w 408867"/>
                        <a:gd name="connsiteY2-700" fmla="*/ 1463420 h 2158745"/>
                        <a:gd name="connsiteX3-701" fmla="*/ 215523 w 408867"/>
                        <a:gd name="connsiteY3-702" fmla="*/ 2158745 h 2158745"/>
                        <a:gd name="connsiteX4-703" fmla="*/ 384400 w 408867"/>
                        <a:gd name="connsiteY4-704" fmla="*/ 2138024 h 2158745"/>
                        <a:gd name="connsiteX5-705" fmla="*/ 183472 w 408867"/>
                        <a:gd name="connsiteY5-706" fmla="*/ 1464323 h 2158745"/>
                        <a:gd name="connsiteX6-707" fmla="*/ 338490 w 408867"/>
                        <a:gd name="connsiteY6-708" fmla="*/ 660747 h 2158745"/>
                        <a:gd name="connsiteX7-709" fmla="*/ 310773 w 408867"/>
                        <a:gd name="connsiteY7-710" fmla="*/ 6095 h 2158745"/>
                        <a:gd name="connsiteX8-711" fmla="*/ 136662 w 408867"/>
                        <a:gd name="connsiteY8-712" fmla="*/ 0 h 2158745"/>
                        <a:gd name="connsiteX0-713" fmla="*/ 136662 w 408867"/>
                        <a:gd name="connsiteY0-714" fmla="*/ 0 h 2158745"/>
                        <a:gd name="connsiteX1-715" fmla="*/ 169614 w 408867"/>
                        <a:gd name="connsiteY1-716" fmla="*/ 653795 h 2158745"/>
                        <a:gd name="connsiteX2-717" fmla="*/ 12880 w 408867"/>
                        <a:gd name="connsiteY2-718" fmla="*/ 1463420 h 2158745"/>
                        <a:gd name="connsiteX3-719" fmla="*/ 215523 w 408867"/>
                        <a:gd name="connsiteY3-720" fmla="*/ 2158745 h 2158745"/>
                        <a:gd name="connsiteX4-721" fmla="*/ 384400 w 408867"/>
                        <a:gd name="connsiteY4-722" fmla="*/ 2138024 h 2158745"/>
                        <a:gd name="connsiteX5-723" fmla="*/ 183472 w 408867"/>
                        <a:gd name="connsiteY5-724" fmla="*/ 1464323 h 2158745"/>
                        <a:gd name="connsiteX6-725" fmla="*/ 338490 w 408867"/>
                        <a:gd name="connsiteY6-726" fmla="*/ 660747 h 2158745"/>
                        <a:gd name="connsiteX7-727" fmla="*/ 310773 w 408867"/>
                        <a:gd name="connsiteY7-728" fmla="*/ 6095 h 2158745"/>
                        <a:gd name="connsiteX8-729" fmla="*/ 136662 w 408867"/>
                        <a:gd name="connsiteY8-730" fmla="*/ 0 h 2158745"/>
                        <a:gd name="connsiteX0-731" fmla="*/ 136662 w 388246"/>
                        <a:gd name="connsiteY0-732" fmla="*/ 0 h 2158745"/>
                        <a:gd name="connsiteX1-733" fmla="*/ 169614 w 388246"/>
                        <a:gd name="connsiteY1-734" fmla="*/ 653795 h 2158745"/>
                        <a:gd name="connsiteX2-735" fmla="*/ 12880 w 388246"/>
                        <a:gd name="connsiteY2-736" fmla="*/ 1463420 h 2158745"/>
                        <a:gd name="connsiteX3-737" fmla="*/ 215523 w 388246"/>
                        <a:gd name="connsiteY3-738" fmla="*/ 2158745 h 2158745"/>
                        <a:gd name="connsiteX4-739" fmla="*/ 384400 w 388246"/>
                        <a:gd name="connsiteY4-740" fmla="*/ 2138024 h 2158745"/>
                        <a:gd name="connsiteX5-741" fmla="*/ 183472 w 388246"/>
                        <a:gd name="connsiteY5-742" fmla="*/ 1464323 h 2158745"/>
                        <a:gd name="connsiteX6-743" fmla="*/ 338490 w 388246"/>
                        <a:gd name="connsiteY6-744" fmla="*/ 660747 h 2158745"/>
                        <a:gd name="connsiteX7-745" fmla="*/ 266867 w 388246"/>
                        <a:gd name="connsiteY7-746" fmla="*/ 6095 h 2158745"/>
                        <a:gd name="connsiteX8-747" fmla="*/ 136662 w 388246"/>
                        <a:gd name="connsiteY8-748" fmla="*/ 0 h 2158745"/>
                        <a:gd name="connsiteX0-749" fmla="*/ 136662 w 384400"/>
                        <a:gd name="connsiteY0-750" fmla="*/ 0 h 2158745"/>
                        <a:gd name="connsiteX1-751" fmla="*/ 169614 w 384400"/>
                        <a:gd name="connsiteY1-752" fmla="*/ 653795 h 2158745"/>
                        <a:gd name="connsiteX2-753" fmla="*/ 12880 w 384400"/>
                        <a:gd name="connsiteY2-754" fmla="*/ 1463420 h 2158745"/>
                        <a:gd name="connsiteX3-755" fmla="*/ 215523 w 384400"/>
                        <a:gd name="connsiteY3-756" fmla="*/ 2158745 h 2158745"/>
                        <a:gd name="connsiteX4-757" fmla="*/ 384400 w 384400"/>
                        <a:gd name="connsiteY4-758" fmla="*/ 2138024 h 2158745"/>
                        <a:gd name="connsiteX5-759" fmla="*/ 183472 w 384400"/>
                        <a:gd name="connsiteY5-760" fmla="*/ 1464323 h 2158745"/>
                        <a:gd name="connsiteX6-761" fmla="*/ 309219 w 384400"/>
                        <a:gd name="connsiteY6-762" fmla="*/ 631477 h 2158745"/>
                        <a:gd name="connsiteX7-763" fmla="*/ 266867 w 384400"/>
                        <a:gd name="connsiteY7-764" fmla="*/ 6095 h 2158745"/>
                        <a:gd name="connsiteX8-765" fmla="*/ 136662 w 384400"/>
                        <a:gd name="connsiteY8-766" fmla="*/ 0 h 2158745"/>
                        <a:gd name="connsiteX0-767" fmla="*/ 136662 w 384400"/>
                        <a:gd name="connsiteY0-768" fmla="*/ 0 h 2158745"/>
                        <a:gd name="connsiteX1-769" fmla="*/ 169614 w 384400"/>
                        <a:gd name="connsiteY1-770" fmla="*/ 653795 h 2158745"/>
                        <a:gd name="connsiteX2-771" fmla="*/ 12880 w 384400"/>
                        <a:gd name="connsiteY2-772" fmla="*/ 1463420 h 2158745"/>
                        <a:gd name="connsiteX3-773" fmla="*/ 215523 w 384400"/>
                        <a:gd name="connsiteY3-774" fmla="*/ 2158745 h 2158745"/>
                        <a:gd name="connsiteX4-775" fmla="*/ 384400 w 384400"/>
                        <a:gd name="connsiteY4-776" fmla="*/ 2138024 h 2158745"/>
                        <a:gd name="connsiteX5-777" fmla="*/ 139567 w 384400"/>
                        <a:gd name="connsiteY5-778" fmla="*/ 1464322 h 2158745"/>
                        <a:gd name="connsiteX6-779" fmla="*/ 309219 w 384400"/>
                        <a:gd name="connsiteY6-780" fmla="*/ 631477 h 2158745"/>
                        <a:gd name="connsiteX7-781" fmla="*/ 266867 w 384400"/>
                        <a:gd name="connsiteY7-782" fmla="*/ 6095 h 2158745"/>
                        <a:gd name="connsiteX8-783" fmla="*/ 136662 w 384400"/>
                        <a:gd name="connsiteY8-784" fmla="*/ 0 h 2158745"/>
                        <a:gd name="connsiteX0-785" fmla="*/ 56941 w 384400"/>
                        <a:gd name="connsiteY0-786" fmla="*/ 0 h 2407594"/>
                        <a:gd name="connsiteX1-787" fmla="*/ 169614 w 384400"/>
                        <a:gd name="connsiteY1-788" fmla="*/ 902644 h 2407594"/>
                        <a:gd name="connsiteX2-789" fmla="*/ 12880 w 384400"/>
                        <a:gd name="connsiteY2-790" fmla="*/ 1712269 h 2407594"/>
                        <a:gd name="connsiteX3-791" fmla="*/ 215523 w 384400"/>
                        <a:gd name="connsiteY3-792" fmla="*/ 2407594 h 2407594"/>
                        <a:gd name="connsiteX4-793" fmla="*/ 384400 w 384400"/>
                        <a:gd name="connsiteY4-794" fmla="*/ 2386873 h 2407594"/>
                        <a:gd name="connsiteX5-795" fmla="*/ 139567 w 384400"/>
                        <a:gd name="connsiteY5-796" fmla="*/ 1713171 h 2407594"/>
                        <a:gd name="connsiteX6-797" fmla="*/ 309219 w 384400"/>
                        <a:gd name="connsiteY6-798" fmla="*/ 880326 h 2407594"/>
                        <a:gd name="connsiteX7-799" fmla="*/ 266867 w 384400"/>
                        <a:gd name="connsiteY7-800" fmla="*/ 254944 h 2407594"/>
                        <a:gd name="connsiteX8-801" fmla="*/ 56941 w 384400"/>
                        <a:gd name="connsiteY8-802" fmla="*/ 0 h 2407594"/>
                        <a:gd name="connsiteX0-803" fmla="*/ 56941 w 384400"/>
                        <a:gd name="connsiteY0-804" fmla="*/ 12742 h 2420336"/>
                        <a:gd name="connsiteX1-805" fmla="*/ 169614 w 384400"/>
                        <a:gd name="connsiteY1-806" fmla="*/ 915386 h 2420336"/>
                        <a:gd name="connsiteX2-807" fmla="*/ 12880 w 384400"/>
                        <a:gd name="connsiteY2-808" fmla="*/ 1725011 h 2420336"/>
                        <a:gd name="connsiteX3-809" fmla="*/ 215523 w 384400"/>
                        <a:gd name="connsiteY3-810" fmla="*/ 2420336 h 2420336"/>
                        <a:gd name="connsiteX4-811" fmla="*/ 384400 w 384400"/>
                        <a:gd name="connsiteY4-812" fmla="*/ 2399615 h 2420336"/>
                        <a:gd name="connsiteX5-813" fmla="*/ 139567 w 384400"/>
                        <a:gd name="connsiteY5-814" fmla="*/ 1725913 h 2420336"/>
                        <a:gd name="connsiteX6-815" fmla="*/ 309219 w 384400"/>
                        <a:gd name="connsiteY6-816" fmla="*/ 893068 h 2420336"/>
                        <a:gd name="connsiteX7-817" fmla="*/ 173863 w 384400"/>
                        <a:gd name="connsiteY7-818" fmla="*/ 173 h 2420336"/>
                        <a:gd name="connsiteX8-819" fmla="*/ 56941 w 384400"/>
                        <a:gd name="connsiteY8-820" fmla="*/ 12742 h 2420336"/>
                        <a:gd name="connsiteX0-821" fmla="*/ 56941 w 384400"/>
                        <a:gd name="connsiteY0-822" fmla="*/ 12742 h 2420336"/>
                        <a:gd name="connsiteX1-823" fmla="*/ 169614 w 384400"/>
                        <a:gd name="connsiteY1-824" fmla="*/ 915386 h 2420336"/>
                        <a:gd name="connsiteX2-825" fmla="*/ 12880 w 384400"/>
                        <a:gd name="connsiteY2-826" fmla="*/ 1725011 h 2420336"/>
                        <a:gd name="connsiteX3-827" fmla="*/ 215523 w 384400"/>
                        <a:gd name="connsiteY3-828" fmla="*/ 2420336 h 2420336"/>
                        <a:gd name="connsiteX4-829" fmla="*/ 384400 w 384400"/>
                        <a:gd name="connsiteY4-830" fmla="*/ 2399615 h 2420336"/>
                        <a:gd name="connsiteX5-831" fmla="*/ 139567 w 384400"/>
                        <a:gd name="connsiteY5-832" fmla="*/ 1725913 h 2420336"/>
                        <a:gd name="connsiteX6-833" fmla="*/ 309219 w 384400"/>
                        <a:gd name="connsiteY6-834" fmla="*/ 893068 h 2420336"/>
                        <a:gd name="connsiteX7-835" fmla="*/ 173863 w 384400"/>
                        <a:gd name="connsiteY7-836" fmla="*/ 173 h 2420336"/>
                        <a:gd name="connsiteX8-837" fmla="*/ 56941 w 384400"/>
                        <a:gd name="connsiteY8-838" fmla="*/ 12742 h 2420336"/>
                        <a:gd name="connsiteX0-839" fmla="*/ 56941 w 384400"/>
                        <a:gd name="connsiteY0-840" fmla="*/ 12742 h 2420336"/>
                        <a:gd name="connsiteX1-841" fmla="*/ 169614 w 384400"/>
                        <a:gd name="connsiteY1-842" fmla="*/ 915386 h 2420336"/>
                        <a:gd name="connsiteX2-843" fmla="*/ 12880 w 384400"/>
                        <a:gd name="connsiteY2-844" fmla="*/ 1725011 h 2420336"/>
                        <a:gd name="connsiteX3-845" fmla="*/ 215523 w 384400"/>
                        <a:gd name="connsiteY3-846" fmla="*/ 2420336 h 2420336"/>
                        <a:gd name="connsiteX4-847" fmla="*/ 384400 w 384400"/>
                        <a:gd name="connsiteY4-848" fmla="*/ 2399615 h 2420336"/>
                        <a:gd name="connsiteX5-849" fmla="*/ 139567 w 384400"/>
                        <a:gd name="connsiteY5-850" fmla="*/ 1725913 h 2420336"/>
                        <a:gd name="connsiteX6-851" fmla="*/ 309219 w 384400"/>
                        <a:gd name="connsiteY6-852" fmla="*/ 893068 h 2420336"/>
                        <a:gd name="connsiteX7-853" fmla="*/ 173863 w 384400"/>
                        <a:gd name="connsiteY7-854" fmla="*/ 173 h 2420336"/>
                        <a:gd name="connsiteX8-855" fmla="*/ 56941 w 384400"/>
                        <a:gd name="connsiteY8-856" fmla="*/ 12742 h 2420336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</a:cxnLst>
                      <a:rect l="l" t="t" r="r" b="b"/>
                      <a:pathLst>
                        <a:path w="384400" h="2420336">
                          <a:moveTo>
                            <a:pt x="56941" y="12742"/>
                          </a:moveTo>
                          <a:cubicBezTo>
                            <a:pt x="357106" y="479348"/>
                            <a:pt x="226524" y="709011"/>
                            <a:pt x="169614" y="915386"/>
                          </a:cubicBezTo>
                          <a:cubicBezTo>
                            <a:pt x="62476" y="1189595"/>
                            <a:pt x="-35995" y="1489805"/>
                            <a:pt x="12880" y="1725011"/>
                          </a:cubicBezTo>
                          <a:cubicBezTo>
                            <a:pt x="90539" y="1956786"/>
                            <a:pt x="124862" y="2171226"/>
                            <a:pt x="215523" y="2420336"/>
                          </a:cubicBezTo>
                          <a:lnTo>
                            <a:pt x="384400" y="2399615"/>
                          </a:lnTo>
                          <a:cubicBezTo>
                            <a:pt x="291422" y="2153379"/>
                            <a:pt x="202209" y="1963481"/>
                            <a:pt x="139567" y="1725913"/>
                          </a:cubicBezTo>
                          <a:cubicBezTo>
                            <a:pt x="80011" y="1462388"/>
                            <a:pt x="191096" y="1160926"/>
                            <a:pt x="309219" y="893068"/>
                          </a:cubicBezTo>
                          <a:cubicBezTo>
                            <a:pt x="380273" y="691199"/>
                            <a:pt x="432968" y="342313"/>
                            <a:pt x="173863" y="173"/>
                          </a:cubicBezTo>
                          <a:cubicBezTo>
                            <a:pt x="115826" y="-1859"/>
                            <a:pt x="114978" y="14774"/>
                            <a:pt x="56941" y="12742"/>
                          </a:cubicBezTo>
                          <a:close/>
                        </a:path>
                      </a:pathLst>
                    </a:custGeom>
                    <a:solidFill>
                      <a:srgbClr val="77D34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25" name="Freeform 13"/>
                    <p:cNvSpPr/>
                    <p:nvPr/>
                  </p:nvSpPr>
                  <p:spPr>
                    <a:xfrm rot="5400000">
                      <a:off x="8262210" y="4321359"/>
                      <a:ext cx="202973" cy="571635"/>
                    </a:xfrm>
                    <a:custGeom>
                      <a:avLst/>
                      <a:gdLst>
                        <a:gd name="connsiteX0" fmla="*/ 550099 w 552481"/>
                        <a:gd name="connsiteY0" fmla="*/ 0 h 1585520"/>
                        <a:gd name="connsiteX1" fmla="*/ 550454 w 552481"/>
                        <a:gd name="connsiteY1" fmla="*/ 236086 h 1585520"/>
                        <a:gd name="connsiteX2" fmla="*/ 488816 w 552481"/>
                        <a:gd name="connsiteY2" fmla="*/ 193543 h 1585520"/>
                        <a:gd name="connsiteX3" fmla="*/ 550466 w 552481"/>
                        <a:gd name="connsiteY3" fmla="*/ 244157 h 1585520"/>
                        <a:gd name="connsiteX4" fmla="*/ 550735 w 552481"/>
                        <a:gd name="connsiteY4" fmla="*/ 423083 h 1585520"/>
                        <a:gd name="connsiteX5" fmla="*/ 440807 w 552481"/>
                        <a:gd name="connsiteY5" fmla="*/ 347209 h 1585520"/>
                        <a:gd name="connsiteX6" fmla="*/ 550756 w 552481"/>
                        <a:gd name="connsiteY6" fmla="*/ 437477 h 1585520"/>
                        <a:gd name="connsiteX7" fmla="*/ 551026 w 552481"/>
                        <a:gd name="connsiteY7" fmla="*/ 616991 h 1585520"/>
                        <a:gd name="connsiteX8" fmla="*/ 372197 w 552481"/>
                        <a:gd name="connsiteY8" fmla="*/ 491984 h 1585520"/>
                        <a:gd name="connsiteX9" fmla="*/ 551056 w 552481"/>
                        <a:gd name="connsiteY9" fmla="*/ 637056 h 1585520"/>
                        <a:gd name="connsiteX10" fmla="*/ 551331 w 552481"/>
                        <a:gd name="connsiteY10" fmla="*/ 819782 h 1585520"/>
                        <a:gd name="connsiteX11" fmla="*/ 270832 w 552481"/>
                        <a:gd name="connsiteY11" fmla="*/ 619203 h 1585520"/>
                        <a:gd name="connsiteX12" fmla="*/ 551364 w 552481"/>
                        <a:gd name="connsiteY12" fmla="*/ 841805 h 1585520"/>
                        <a:gd name="connsiteX13" fmla="*/ 551613 w 552481"/>
                        <a:gd name="connsiteY13" fmla="*/ 1007603 h 1585520"/>
                        <a:gd name="connsiteX14" fmla="*/ 184579 w 552481"/>
                        <a:gd name="connsiteY14" fmla="*/ 741931 h 1585520"/>
                        <a:gd name="connsiteX15" fmla="*/ 551646 w 552481"/>
                        <a:gd name="connsiteY15" fmla="*/ 1029766 h 1585520"/>
                        <a:gd name="connsiteX16" fmla="*/ 551910 w 552481"/>
                        <a:gd name="connsiteY16" fmla="*/ 1205103 h 1585520"/>
                        <a:gd name="connsiteX17" fmla="*/ 119129 w 552481"/>
                        <a:gd name="connsiteY17" fmla="*/ 889458 h 1585520"/>
                        <a:gd name="connsiteX18" fmla="*/ 551942 w 552481"/>
                        <a:gd name="connsiteY18" fmla="*/ 1226335 h 1585520"/>
                        <a:gd name="connsiteX19" fmla="*/ 552201 w 552481"/>
                        <a:gd name="connsiteY19" fmla="*/ 1398749 h 1585520"/>
                        <a:gd name="connsiteX20" fmla="*/ 184579 w 552481"/>
                        <a:gd name="connsiteY20" fmla="*/ 1132651 h 1585520"/>
                        <a:gd name="connsiteX21" fmla="*/ 552234 w 552481"/>
                        <a:gd name="connsiteY21" fmla="*/ 1420947 h 1585520"/>
                        <a:gd name="connsiteX22" fmla="*/ 552481 w 552481"/>
                        <a:gd name="connsiteY22" fmla="*/ 1585328 h 1585520"/>
                        <a:gd name="connsiteX23" fmla="*/ 103908 w 552481"/>
                        <a:gd name="connsiteY23" fmla="*/ 1357263 h 1585520"/>
                        <a:gd name="connsiteX24" fmla="*/ 550099 w 552481"/>
                        <a:gd name="connsiteY24" fmla="*/ 0 h 1585520"/>
                        <a:gd name="connsiteX0-1" fmla="*/ 550099 w 552481"/>
                        <a:gd name="connsiteY0-2" fmla="*/ 0 h 1585520"/>
                        <a:gd name="connsiteX1-3" fmla="*/ 550454 w 552481"/>
                        <a:gd name="connsiteY1-4" fmla="*/ 236086 h 1585520"/>
                        <a:gd name="connsiteX2-5" fmla="*/ 488816 w 552481"/>
                        <a:gd name="connsiteY2-6" fmla="*/ 193543 h 1585520"/>
                        <a:gd name="connsiteX3-7" fmla="*/ 550466 w 552481"/>
                        <a:gd name="connsiteY3-8" fmla="*/ 244157 h 1585520"/>
                        <a:gd name="connsiteX4-9" fmla="*/ 550735 w 552481"/>
                        <a:gd name="connsiteY4-10" fmla="*/ 423083 h 1585520"/>
                        <a:gd name="connsiteX5-11" fmla="*/ 440807 w 552481"/>
                        <a:gd name="connsiteY5-12" fmla="*/ 347209 h 1585520"/>
                        <a:gd name="connsiteX6-13" fmla="*/ 550756 w 552481"/>
                        <a:gd name="connsiteY6-14" fmla="*/ 437477 h 1585520"/>
                        <a:gd name="connsiteX7-15" fmla="*/ 551026 w 552481"/>
                        <a:gd name="connsiteY7-16" fmla="*/ 616991 h 1585520"/>
                        <a:gd name="connsiteX8-17" fmla="*/ 372197 w 552481"/>
                        <a:gd name="connsiteY8-18" fmla="*/ 491984 h 1585520"/>
                        <a:gd name="connsiteX9-19" fmla="*/ 551056 w 552481"/>
                        <a:gd name="connsiteY9-20" fmla="*/ 637056 h 1585520"/>
                        <a:gd name="connsiteX10-21" fmla="*/ 551331 w 552481"/>
                        <a:gd name="connsiteY10-22" fmla="*/ 819782 h 1585520"/>
                        <a:gd name="connsiteX11-23" fmla="*/ 270832 w 552481"/>
                        <a:gd name="connsiteY11-24" fmla="*/ 619203 h 1585520"/>
                        <a:gd name="connsiteX12-25" fmla="*/ 551364 w 552481"/>
                        <a:gd name="connsiteY12-26" fmla="*/ 841805 h 1585520"/>
                        <a:gd name="connsiteX13-27" fmla="*/ 551613 w 552481"/>
                        <a:gd name="connsiteY13-28" fmla="*/ 1007603 h 1585520"/>
                        <a:gd name="connsiteX14-29" fmla="*/ 184579 w 552481"/>
                        <a:gd name="connsiteY14-30" fmla="*/ 741931 h 1585520"/>
                        <a:gd name="connsiteX15-31" fmla="*/ 551646 w 552481"/>
                        <a:gd name="connsiteY15-32" fmla="*/ 1029766 h 1585520"/>
                        <a:gd name="connsiteX16-33" fmla="*/ 551910 w 552481"/>
                        <a:gd name="connsiteY16-34" fmla="*/ 1205103 h 1585520"/>
                        <a:gd name="connsiteX17-35" fmla="*/ 119129 w 552481"/>
                        <a:gd name="connsiteY17-36" fmla="*/ 889458 h 1585520"/>
                        <a:gd name="connsiteX18-37" fmla="*/ 551942 w 552481"/>
                        <a:gd name="connsiteY18-38" fmla="*/ 1226335 h 1585520"/>
                        <a:gd name="connsiteX19-39" fmla="*/ 552201 w 552481"/>
                        <a:gd name="connsiteY19-40" fmla="*/ 1398749 h 1585520"/>
                        <a:gd name="connsiteX20-41" fmla="*/ 184579 w 552481"/>
                        <a:gd name="connsiteY20-42" fmla="*/ 1132651 h 1585520"/>
                        <a:gd name="connsiteX21-43" fmla="*/ 509865 w 552481"/>
                        <a:gd name="connsiteY21-44" fmla="*/ 1387661 h 1585520"/>
                        <a:gd name="connsiteX22-45" fmla="*/ 552481 w 552481"/>
                        <a:gd name="connsiteY22-46" fmla="*/ 1585328 h 1585520"/>
                        <a:gd name="connsiteX23-47" fmla="*/ 103908 w 552481"/>
                        <a:gd name="connsiteY23-48" fmla="*/ 1357263 h 1585520"/>
                        <a:gd name="connsiteX24-49" fmla="*/ 550099 w 552481"/>
                        <a:gd name="connsiteY24-50" fmla="*/ 0 h 1585520"/>
                        <a:gd name="connsiteX0-51" fmla="*/ 550099 w 552481"/>
                        <a:gd name="connsiteY0-52" fmla="*/ 0 h 1585520"/>
                        <a:gd name="connsiteX1-53" fmla="*/ 550454 w 552481"/>
                        <a:gd name="connsiteY1-54" fmla="*/ 236086 h 1585520"/>
                        <a:gd name="connsiteX2-55" fmla="*/ 488816 w 552481"/>
                        <a:gd name="connsiteY2-56" fmla="*/ 193543 h 1585520"/>
                        <a:gd name="connsiteX3-57" fmla="*/ 550466 w 552481"/>
                        <a:gd name="connsiteY3-58" fmla="*/ 244157 h 1585520"/>
                        <a:gd name="connsiteX4-59" fmla="*/ 550735 w 552481"/>
                        <a:gd name="connsiteY4-60" fmla="*/ 423083 h 1585520"/>
                        <a:gd name="connsiteX5-61" fmla="*/ 440807 w 552481"/>
                        <a:gd name="connsiteY5-62" fmla="*/ 347209 h 1585520"/>
                        <a:gd name="connsiteX6-63" fmla="*/ 550756 w 552481"/>
                        <a:gd name="connsiteY6-64" fmla="*/ 437477 h 1585520"/>
                        <a:gd name="connsiteX7-65" fmla="*/ 551026 w 552481"/>
                        <a:gd name="connsiteY7-66" fmla="*/ 616991 h 1585520"/>
                        <a:gd name="connsiteX8-67" fmla="*/ 372197 w 552481"/>
                        <a:gd name="connsiteY8-68" fmla="*/ 491984 h 1585520"/>
                        <a:gd name="connsiteX9-69" fmla="*/ 551056 w 552481"/>
                        <a:gd name="connsiteY9-70" fmla="*/ 637056 h 1585520"/>
                        <a:gd name="connsiteX10-71" fmla="*/ 551331 w 552481"/>
                        <a:gd name="connsiteY10-72" fmla="*/ 819782 h 1585520"/>
                        <a:gd name="connsiteX11-73" fmla="*/ 270832 w 552481"/>
                        <a:gd name="connsiteY11-74" fmla="*/ 619203 h 1585520"/>
                        <a:gd name="connsiteX12-75" fmla="*/ 551364 w 552481"/>
                        <a:gd name="connsiteY12-76" fmla="*/ 841805 h 1585520"/>
                        <a:gd name="connsiteX13-77" fmla="*/ 551613 w 552481"/>
                        <a:gd name="connsiteY13-78" fmla="*/ 1007603 h 1585520"/>
                        <a:gd name="connsiteX14-79" fmla="*/ 184579 w 552481"/>
                        <a:gd name="connsiteY14-80" fmla="*/ 741931 h 1585520"/>
                        <a:gd name="connsiteX15-81" fmla="*/ 551646 w 552481"/>
                        <a:gd name="connsiteY15-82" fmla="*/ 1029766 h 1585520"/>
                        <a:gd name="connsiteX16-83" fmla="*/ 551910 w 552481"/>
                        <a:gd name="connsiteY16-84" fmla="*/ 1205103 h 1585520"/>
                        <a:gd name="connsiteX17-85" fmla="*/ 119129 w 552481"/>
                        <a:gd name="connsiteY17-86" fmla="*/ 889458 h 1585520"/>
                        <a:gd name="connsiteX18-87" fmla="*/ 551942 w 552481"/>
                        <a:gd name="connsiteY18-88" fmla="*/ 1226335 h 1585520"/>
                        <a:gd name="connsiteX19-89" fmla="*/ 519836 w 552481"/>
                        <a:gd name="connsiteY19-90" fmla="*/ 1370630 h 1585520"/>
                        <a:gd name="connsiteX20-91" fmla="*/ 184579 w 552481"/>
                        <a:gd name="connsiteY20-92" fmla="*/ 1132651 h 1585520"/>
                        <a:gd name="connsiteX21-93" fmla="*/ 509865 w 552481"/>
                        <a:gd name="connsiteY21-94" fmla="*/ 1387661 h 1585520"/>
                        <a:gd name="connsiteX22-95" fmla="*/ 552481 w 552481"/>
                        <a:gd name="connsiteY22-96" fmla="*/ 1585328 h 1585520"/>
                        <a:gd name="connsiteX23-97" fmla="*/ 103908 w 552481"/>
                        <a:gd name="connsiteY23-98" fmla="*/ 1357263 h 1585520"/>
                        <a:gd name="connsiteX24-99" fmla="*/ 550099 w 552481"/>
                        <a:gd name="connsiteY24-100" fmla="*/ 0 h 1585520"/>
                        <a:gd name="connsiteX0-101" fmla="*/ 550099 w 552481"/>
                        <a:gd name="connsiteY0-102" fmla="*/ 0 h 1585520"/>
                        <a:gd name="connsiteX1-103" fmla="*/ 550454 w 552481"/>
                        <a:gd name="connsiteY1-104" fmla="*/ 236086 h 1585520"/>
                        <a:gd name="connsiteX2-105" fmla="*/ 488816 w 552481"/>
                        <a:gd name="connsiteY2-106" fmla="*/ 193543 h 1585520"/>
                        <a:gd name="connsiteX3-107" fmla="*/ 550466 w 552481"/>
                        <a:gd name="connsiteY3-108" fmla="*/ 244157 h 1585520"/>
                        <a:gd name="connsiteX4-109" fmla="*/ 550735 w 552481"/>
                        <a:gd name="connsiteY4-110" fmla="*/ 423083 h 1585520"/>
                        <a:gd name="connsiteX5-111" fmla="*/ 440807 w 552481"/>
                        <a:gd name="connsiteY5-112" fmla="*/ 347209 h 1585520"/>
                        <a:gd name="connsiteX6-113" fmla="*/ 550756 w 552481"/>
                        <a:gd name="connsiteY6-114" fmla="*/ 437477 h 1585520"/>
                        <a:gd name="connsiteX7-115" fmla="*/ 551026 w 552481"/>
                        <a:gd name="connsiteY7-116" fmla="*/ 616991 h 1585520"/>
                        <a:gd name="connsiteX8-117" fmla="*/ 372197 w 552481"/>
                        <a:gd name="connsiteY8-118" fmla="*/ 491984 h 1585520"/>
                        <a:gd name="connsiteX9-119" fmla="*/ 551056 w 552481"/>
                        <a:gd name="connsiteY9-120" fmla="*/ 637056 h 1585520"/>
                        <a:gd name="connsiteX10-121" fmla="*/ 551331 w 552481"/>
                        <a:gd name="connsiteY10-122" fmla="*/ 819782 h 1585520"/>
                        <a:gd name="connsiteX11-123" fmla="*/ 270832 w 552481"/>
                        <a:gd name="connsiteY11-124" fmla="*/ 619203 h 1585520"/>
                        <a:gd name="connsiteX12-125" fmla="*/ 551364 w 552481"/>
                        <a:gd name="connsiteY12-126" fmla="*/ 841805 h 1585520"/>
                        <a:gd name="connsiteX13-127" fmla="*/ 551613 w 552481"/>
                        <a:gd name="connsiteY13-128" fmla="*/ 1007603 h 1585520"/>
                        <a:gd name="connsiteX14-129" fmla="*/ 184579 w 552481"/>
                        <a:gd name="connsiteY14-130" fmla="*/ 741931 h 1585520"/>
                        <a:gd name="connsiteX15-131" fmla="*/ 551646 w 552481"/>
                        <a:gd name="connsiteY15-132" fmla="*/ 1029766 h 1585520"/>
                        <a:gd name="connsiteX16-133" fmla="*/ 551910 w 552481"/>
                        <a:gd name="connsiteY16-134" fmla="*/ 1205103 h 1585520"/>
                        <a:gd name="connsiteX17-135" fmla="*/ 119129 w 552481"/>
                        <a:gd name="connsiteY17-136" fmla="*/ 889458 h 1585520"/>
                        <a:gd name="connsiteX18-137" fmla="*/ 504472 w 552481"/>
                        <a:gd name="connsiteY18-138" fmla="*/ 1198018 h 1585520"/>
                        <a:gd name="connsiteX19-139" fmla="*/ 519836 w 552481"/>
                        <a:gd name="connsiteY19-140" fmla="*/ 1370630 h 1585520"/>
                        <a:gd name="connsiteX20-141" fmla="*/ 184579 w 552481"/>
                        <a:gd name="connsiteY20-142" fmla="*/ 1132651 h 1585520"/>
                        <a:gd name="connsiteX21-143" fmla="*/ 509865 w 552481"/>
                        <a:gd name="connsiteY21-144" fmla="*/ 1387661 h 1585520"/>
                        <a:gd name="connsiteX22-145" fmla="*/ 552481 w 552481"/>
                        <a:gd name="connsiteY22-146" fmla="*/ 1585328 h 1585520"/>
                        <a:gd name="connsiteX23-147" fmla="*/ 103908 w 552481"/>
                        <a:gd name="connsiteY23-148" fmla="*/ 1357263 h 1585520"/>
                        <a:gd name="connsiteX24-149" fmla="*/ 550099 w 552481"/>
                        <a:gd name="connsiteY24-150" fmla="*/ 0 h 1585520"/>
                        <a:gd name="connsiteX0-151" fmla="*/ 550099 w 552481"/>
                        <a:gd name="connsiteY0-152" fmla="*/ 0 h 1585520"/>
                        <a:gd name="connsiteX1-153" fmla="*/ 550454 w 552481"/>
                        <a:gd name="connsiteY1-154" fmla="*/ 236086 h 1585520"/>
                        <a:gd name="connsiteX2-155" fmla="*/ 488816 w 552481"/>
                        <a:gd name="connsiteY2-156" fmla="*/ 193543 h 1585520"/>
                        <a:gd name="connsiteX3-157" fmla="*/ 550466 w 552481"/>
                        <a:gd name="connsiteY3-158" fmla="*/ 244157 h 1585520"/>
                        <a:gd name="connsiteX4-159" fmla="*/ 550735 w 552481"/>
                        <a:gd name="connsiteY4-160" fmla="*/ 423083 h 1585520"/>
                        <a:gd name="connsiteX5-161" fmla="*/ 440807 w 552481"/>
                        <a:gd name="connsiteY5-162" fmla="*/ 347209 h 1585520"/>
                        <a:gd name="connsiteX6-163" fmla="*/ 550756 w 552481"/>
                        <a:gd name="connsiteY6-164" fmla="*/ 437477 h 1585520"/>
                        <a:gd name="connsiteX7-165" fmla="*/ 551026 w 552481"/>
                        <a:gd name="connsiteY7-166" fmla="*/ 616991 h 1585520"/>
                        <a:gd name="connsiteX8-167" fmla="*/ 372197 w 552481"/>
                        <a:gd name="connsiteY8-168" fmla="*/ 491984 h 1585520"/>
                        <a:gd name="connsiteX9-169" fmla="*/ 551056 w 552481"/>
                        <a:gd name="connsiteY9-170" fmla="*/ 637056 h 1585520"/>
                        <a:gd name="connsiteX10-171" fmla="*/ 551331 w 552481"/>
                        <a:gd name="connsiteY10-172" fmla="*/ 819782 h 1585520"/>
                        <a:gd name="connsiteX11-173" fmla="*/ 270832 w 552481"/>
                        <a:gd name="connsiteY11-174" fmla="*/ 619203 h 1585520"/>
                        <a:gd name="connsiteX12-175" fmla="*/ 551364 w 552481"/>
                        <a:gd name="connsiteY12-176" fmla="*/ 841805 h 1585520"/>
                        <a:gd name="connsiteX13-177" fmla="*/ 551613 w 552481"/>
                        <a:gd name="connsiteY13-178" fmla="*/ 1007603 h 1585520"/>
                        <a:gd name="connsiteX14-179" fmla="*/ 184579 w 552481"/>
                        <a:gd name="connsiteY14-180" fmla="*/ 741931 h 1585520"/>
                        <a:gd name="connsiteX15-181" fmla="*/ 551646 w 552481"/>
                        <a:gd name="connsiteY15-182" fmla="*/ 1029766 h 1585520"/>
                        <a:gd name="connsiteX16-183" fmla="*/ 507056 w 552481"/>
                        <a:gd name="connsiteY16-184" fmla="*/ 1169267 h 1585520"/>
                        <a:gd name="connsiteX17-185" fmla="*/ 119129 w 552481"/>
                        <a:gd name="connsiteY17-186" fmla="*/ 889458 h 1585520"/>
                        <a:gd name="connsiteX18-187" fmla="*/ 504472 w 552481"/>
                        <a:gd name="connsiteY18-188" fmla="*/ 1198018 h 1585520"/>
                        <a:gd name="connsiteX19-189" fmla="*/ 519836 w 552481"/>
                        <a:gd name="connsiteY19-190" fmla="*/ 1370630 h 1585520"/>
                        <a:gd name="connsiteX20-191" fmla="*/ 184579 w 552481"/>
                        <a:gd name="connsiteY20-192" fmla="*/ 1132651 h 1585520"/>
                        <a:gd name="connsiteX21-193" fmla="*/ 509865 w 552481"/>
                        <a:gd name="connsiteY21-194" fmla="*/ 1387661 h 1585520"/>
                        <a:gd name="connsiteX22-195" fmla="*/ 552481 w 552481"/>
                        <a:gd name="connsiteY22-196" fmla="*/ 1585328 h 1585520"/>
                        <a:gd name="connsiteX23-197" fmla="*/ 103908 w 552481"/>
                        <a:gd name="connsiteY23-198" fmla="*/ 1357263 h 1585520"/>
                        <a:gd name="connsiteX24-199" fmla="*/ 550099 w 552481"/>
                        <a:gd name="connsiteY24-200" fmla="*/ 0 h 1585520"/>
                        <a:gd name="connsiteX0-201" fmla="*/ 550099 w 552481"/>
                        <a:gd name="connsiteY0-202" fmla="*/ 0 h 1585520"/>
                        <a:gd name="connsiteX1-203" fmla="*/ 550454 w 552481"/>
                        <a:gd name="connsiteY1-204" fmla="*/ 236086 h 1585520"/>
                        <a:gd name="connsiteX2-205" fmla="*/ 488816 w 552481"/>
                        <a:gd name="connsiteY2-206" fmla="*/ 193543 h 1585520"/>
                        <a:gd name="connsiteX3-207" fmla="*/ 550466 w 552481"/>
                        <a:gd name="connsiteY3-208" fmla="*/ 244157 h 1585520"/>
                        <a:gd name="connsiteX4-209" fmla="*/ 550735 w 552481"/>
                        <a:gd name="connsiteY4-210" fmla="*/ 423083 h 1585520"/>
                        <a:gd name="connsiteX5-211" fmla="*/ 440807 w 552481"/>
                        <a:gd name="connsiteY5-212" fmla="*/ 347209 h 1585520"/>
                        <a:gd name="connsiteX6-213" fmla="*/ 550756 w 552481"/>
                        <a:gd name="connsiteY6-214" fmla="*/ 437477 h 1585520"/>
                        <a:gd name="connsiteX7-215" fmla="*/ 551026 w 552481"/>
                        <a:gd name="connsiteY7-216" fmla="*/ 616991 h 1585520"/>
                        <a:gd name="connsiteX8-217" fmla="*/ 372197 w 552481"/>
                        <a:gd name="connsiteY8-218" fmla="*/ 491984 h 1585520"/>
                        <a:gd name="connsiteX9-219" fmla="*/ 551056 w 552481"/>
                        <a:gd name="connsiteY9-220" fmla="*/ 637056 h 1585520"/>
                        <a:gd name="connsiteX10-221" fmla="*/ 551331 w 552481"/>
                        <a:gd name="connsiteY10-222" fmla="*/ 819782 h 1585520"/>
                        <a:gd name="connsiteX11-223" fmla="*/ 270832 w 552481"/>
                        <a:gd name="connsiteY11-224" fmla="*/ 619203 h 1585520"/>
                        <a:gd name="connsiteX12-225" fmla="*/ 551364 w 552481"/>
                        <a:gd name="connsiteY12-226" fmla="*/ 841805 h 1585520"/>
                        <a:gd name="connsiteX13-227" fmla="*/ 551613 w 552481"/>
                        <a:gd name="connsiteY13-228" fmla="*/ 1007603 h 1585520"/>
                        <a:gd name="connsiteX14-229" fmla="*/ 184579 w 552481"/>
                        <a:gd name="connsiteY14-230" fmla="*/ 741931 h 1585520"/>
                        <a:gd name="connsiteX15-231" fmla="*/ 521700 w 552481"/>
                        <a:gd name="connsiteY15-232" fmla="*/ 1009232 h 1585520"/>
                        <a:gd name="connsiteX16-233" fmla="*/ 507056 w 552481"/>
                        <a:gd name="connsiteY16-234" fmla="*/ 1169267 h 1585520"/>
                        <a:gd name="connsiteX17-235" fmla="*/ 119129 w 552481"/>
                        <a:gd name="connsiteY17-236" fmla="*/ 889458 h 1585520"/>
                        <a:gd name="connsiteX18-237" fmla="*/ 504472 w 552481"/>
                        <a:gd name="connsiteY18-238" fmla="*/ 1198018 h 1585520"/>
                        <a:gd name="connsiteX19-239" fmla="*/ 519836 w 552481"/>
                        <a:gd name="connsiteY19-240" fmla="*/ 1370630 h 1585520"/>
                        <a:gd name="connsiteX20-241" fmla="*/ 184579 w 552481"/>
                        <a:gd name="connsiteY20-242" fmla="*/ 1132651 h 1585520"/>
                        <a:gd name="connsiteX21-243" fmla="*/ 509865 w 552481"/>
                        <a:gd name="connsiteY21-244" fmla="*/ 1387661 h 1585520"/>
                        <a:gd name="connsiteX22-245" fmla="*/ 552481 w 552481"/>
                        <a:gd name="connsiteY22-246" fmla="*/ 1585328 h 1585520"/>
                        <a:gd name="connsiteX23-247" fmla="*/ 103908 w 552481"/>
                        <a:gd name="connsiteY23-248" fmla="*/ 1357263 h 1585520"/>
                        <a:gd name="connsiteX24-249" fmla="*/ 550099 w 552481"/>
                        <a:gd name="connsiteY24-250" fmla="*/ 0 h 1585520"/>
                        <a:gd name="connsiteX0-251" fmla="*/ 550099 w 552481"/>
                        <a:gd name="connsiteY0-252" fmla="*/ 0 h 1585520"/>
                        <a:gd name="connsiteX1-253" fmla="*/ 550454 w 552481"/>
                        <a:gd name="connsiteY1-254" fmla="*/ 236086 h 1585520"/>
                        <a:gd name="connsiteX2-255" fmla="*/ 488816 w 552481"/>
                        <a:gd name="connsiteY2-256" fmla="*/ 193543 h 1585520"/>
                        <a:gd name="connsiteX3-257" fmla="*/ 550466 w 552481"/>
                        <a:gd name="connsiteY3-258" fmla="*/ 244157 h 1585520"/>
                        <a:gd name="connsiteX4-259" fmla="*/ 550735 w 552481"/>
                        <a:gd name="connsiteY4-260" fmla="*/ 423083 h 1585520"/>
                        <a:gd name="connsiteX5-261" fmla="*/ 440807 w 552481"/>
                        <a:gd name="connsiteY5-262" fmla="*/ 347209 h 1585520"/>
                        <a:gd name="connsiteX6-263" fmla="*/ 550756 w 552481"/>
                        <a:gd name="connsiteY6-264" fmla="*/ 437477 h 1585520"/>
                        <a:gd name="connsiteX7-265" fmla="*/ 551026 w 552481"/>
                        <a:gd name="connsiteY7-266" fmla="*/ 616991 h 1585520"/>
                        <a:gd name="connsiteX8-267" fmla="*/ 372197 w 552481"/>
                        <a:gd name="connsiteY8-268" fmla="*/ 491984 h 1585520"/>
                        <a:gd name="connsiteX9-269" fmla="*/ 551056 w 552481"/>
                        <a:gd name="connsiteY9-270" fmla="*/ 637056 h 1585520"/>
                        <a:gd name="connsiteX10-271" fmla="*/ 551331 w 552481"/>
                        <a:gd name="connsiteY10-272" fmla="*/ 819782 h 1585520"/>
                        <a:gd name="connsiteX11-273" fmla="*/ 270832 w 552481"/>
                        <a:gd name="connsiteY11-274" fmla="*/ 619203 h 1585520"/>
                        <a:gd name="connsiteX12-275" fmla="*/ 551364 w 552481"/>
                        <a:gd name="connsiteY12-276" fmla="*/ 841805 h 1585520"/>
                        <a:gd name="connsiteX13-277" fmla="*/ 534221 w 552481"/>
                        <a:gd name="connsiteY13-278" fmla="*/ 989751 h 1585520"/>
                        <a:gd name="connsiteX14-279" fmla="*/ 184579 w 552481"/>
                        <a:gd name="connsiteY14-280" fmla="*/ 741931 h 1585520"/>
                        <a:gd name="connsiteX15-281" fmla="*/ 521700 w 552481"/>
                        <a:gd name="connsiteY15-282" fmla="*/ 1009232 h 1585520"/>
                        <a:gd name="connsiteX16-283" fmla="*/ 507056 w 552481"/>
                        <a:gd name="connsiteY16-284" fmla="*/ 1169267 h 1585520"/>
                        <a:gd name="connsiteX17-285" fmla="*/ 119129 w 552481"/>
                        <a:gd name="connsiteY17-286" fmla="*/ 889458 h 1585520"/>
                        <a:gd name="connsiteX18-287" fmla="*/ 504472 w 552481"/>
                        <a:gd name="connsiteY18-288" fmla="*/ 1198018 h 1585520"/>
                        <a:gd name="connsiteX19-289" fmla="*/ 519836 w 552481"/>
                        <a:gd name="connsiteY19-290" fmla="*/ 1370630 h 1585520"/>
                        <a:gd name="connsiteX20-291" fmla="*/ 184579 w 552481"/>
                        <a:gd name="connsiteY20-292" fmla="*/ 1132651 h 1585520"/>
                        <a:gd name="connsiteX21-293" fmla="*/ 509865 w 552481"/>
                        <a:gd name="connsiteY21-294" fmla="*/ 1387661 h 1585520"/>
                        <a:gd name="connsiteX22-295" fmla="*/ 552481 w 552481"/>
                        <a:gd name="connsiteY22-296" fmla="*/ 1585328 h 1585520"/>
                        <a:gd name="connsiteX23-297" fmla="*/ 103908 w 552481"/>
                        <a:gd name="connsiteY23-298" fmla="*/ 1357263 h 1585520"/>
                        <a:gd name="connsiteX24-299" fmla="*/ 550099 w 552481"/>
                        <a:gd name="connsiteY24-300" fmla="*/ 0 h 1585520"/>
                        <a:gd name="connsiteX0-301" fmla="*/ 550099 w 552481"/>
                        <a:gd name="connsiteY0-302" fmla="*/ 0 h 1585520"/>
                        <a:gd name="connsiteX1-303" fmla="*/ 550454 w 552481"/>
                        <a:gd name="connsiteY1-304" fmla="*/ 236086 h 1585520"/>
                        <a:gd name="connsiteX2-305" fmla="*/ 488816 w 552481"/>
                        <a:gd name="connsiteY2-306" fmla="*/ 193543 h 1585520"/>
                        <a:gd name="connsiteX3-307" fmla="*/ 550466 w 552481"/>
                        <a:gd name="connsiteY3-308" fmla="*/ 244157 h 1585520"/>
                        <a:gd name="connsiteX4-309" fmla="*/ 550735 w 552481"/>
                        <a:gd name="connsiteY4-310" fmla="*/ 423083 h 1585520"/>
                        <a:gd name="connsiteX5-311" fmla="*/ 440807 w 552481"/>
                        <a:gd name="connsiteY5-312" fmla="*/ 347209 h 1585520"/>
                        <a:gd name="connsiteX6-313" fmla="*/ 550756 w 552481"/>
                        <a:gd name="connsiteY6-314" fmla="*/ 437477 h 1585520"/>
                        <a:gd name="connsiteX7-315" fmla="*/ 551026 w 552481"/>
                        <a:gd name="connsiteY7-316" fmla="*/ 616991 h 1585520"/>
                        <a:gd name="connsiteX8-317" fmla="*/ 372197 w 552481"/>
                        <a:gd name="connsiteY8-318" fmla="*/ 491984 h 1585520"/>
                        <a:gd name="connsiteX9-319" fmla="*/ 551056 w 552481"/>
                        <a:gd name="connsiteY9-320" fmla="*/ 637056 h 1585520"/>
                        <a:gd name="connsiteX10-321" fmla="*/ 551331 w 552481"/>
                        <a:gd name="connsiteY10-322" fmla="*/ 819782 h 1585520"/>
                        <a:gd name="connsiteX11-323" fmla="*/ 270832 w 552481"/>
                        <a:gd name="connsiteY11-324" fmla="*/ 619203 h 1585520"/>
                        <a:gd name="connsiteX12-325" fmla="*/ 501344 w 552481"/>
                        <a:gd name="connsiteY12-326" fmla="*/ 815973 h 1585520"/>
                        <a:gd name="connsiteX13-327" fmla="*/ 534221 w 552481"/>
                        <a:gd name="connsiteY13-328" fmla="*/ 989751 h 1585520"/>
                        <a:gd name="connsiteX14-329" fmla="*/ 184579 w 552481"/>
                        <a:gd name="connsiteY14-330" fmla="*/ 741931 h 1585520"/>
                        <a:gd name="connsiteX15-331" fmla="*/ 521700 w 552481"/>
                        <a:gd name="connsiteY15-332" fmla="*/ 1009232 h 1585520"/>
                        <a:gd name="connsiteX16-333" fmla="*/ 507056 w 552481"/>
                        <a:gd name="connsiteY16-334" fmla="*/ 1169267 h 1585520"/>
                        <a:gd name="connsiteX17-335" fmla="*/ 119129 w 552481"/>
                        <a:gd name="connsiteY17-336" fmla="*/ 889458 h 1585520"/>
                        <a:gd name="connsiteX18-337" fmla="*/ 504472 w 552481"/>
                        <a:gd name="connsiteY18-338" fmla="*/ 1198018 h 1585520"/>
                        <a:gd name="connsiteX19-339" fmla="*/ 519836 w 552481"/>
                        <a:gd name="connsiteY19-340" fmla="*/ 1370630 h 1585520"/>
                        <a:gd name="connsiteX20-341" fmla="*/ 184579 w 552481"/>
                        <a:gd name="connsiteY20-342" fmla="*/ 1132651 h 1585520"/>
                        <a:gd name="connsiteX21-343" fmla="*/ 509865 w 552481"/>
                        <a:gd name="connsiteY21-344" fmla="*/ 1387661 h 1585520"/>
                        <a:gd name="connsiteX22-345" fmla="*/ 552481 w 552481"/>
                        <a:gd name="connsiteY22-346" fmla="*/ 1585328 h 1585520"/>
                        <a:gd name="connsiteX23-347" fmla="*/ 103908 w 552481"/>
                        <a:gd name="connsiteY23-348" fmla="*/ 1357263 h 1585520"/>
                        <a:gd name="connsiteX24-349" fmla="*/ 550099 w 552481"/>
                        <a:gd name="connsiteY24-350" fmla="*/ 0 h 1585520"/>
                        <a:gd name="connsiteX0-351" fmla="*/ 550099 w 552481"/>
                        <a:gd name="connsiteY0-352" fmla="*/ 0 h 1585520"/>
                        <a:gd name="connsiteX1-353" fmla="*/ 550454 w 552481"/>
                        <a:gd name="connsiteY1-354" fmla="*/ 236086 h 1585520"/>
                        <a:gd name="connsiteX2-355" fmla="*/ 488816 w 552481"/>
                        <a:gd name="connsiteY2-356" fmla="*/ 193543 h 1585520"/>
                        <a:gd name="connsiteX3-357" fmla="*/ 550466 w 552481"/>
                        <a:gd name="connsiteY3-358" fmla="*/ 244157 h 1585520"/>
                        <a:gd name="connsiteX4-359" fmla="*/ 550735 w 552481"/>
                        <a:gd name="connsiteY4-360" fmla="*/ 423083 h 1585520"/>
                        <a:gd name="connsiteX5-361" fmla="*/ 440807 w 552481"/>
                        <a:gd name="connsiteY5-362" fmla="*/ 347209 h 1585520"/>
                        <a:gd name="connsiteX6-363" fmla="*/ 550756 w 552481"/>
                        <a:gd name="connsiteY6-364" fmla="*/ 437477 h 1585520"/>
                        <a:gd name="connsiteX7-365" fmla="*/ 551026 w 552481"/>
                        <a:gd name="connsiteY7-366" fmla="*/ 616991 h 1585520"/>
                        <a:gd name="connsiteX8-367" fmla="*/ 372197 w 552481"/>
                        <a:gd name="connsiteY8-368" fmla="*/ 491984 h 1585520"/>
                        <a:gd name="connsiteX9-369" fmla="*/ 551056 w 552481"/>
                        <a:gd name="connsiteY9-370" fmla="*/ 637056 h 1585520"/>
                        <a:gd name="connsiteX10-371" fmla="*/ 508896 w 552481"/>
                        <a:gd name="connsiteY10-372" fmla="*/ 791532 h 1585520"/>
                        <a:gd name="connsiteX11-373" fmla="*/ 270832 w 552481"/>
                        <a:gd name="connsiteY11-374" fmla="*/ 619203 h 1585520"/>
                        <a:gd name="connsiteX12-375" fmla="*/ 501344 w 552481"/>
                        <a:gd name="connsiteY12-376" fmla="*/ 815973 h 1585520"/>
                        <a:gd name="connsiteX13-377" fmla="*/ 534221 w 552481"/>
                        <a:gd name="connsiteY13-378" fmla="*/ 989751 h 1585520"/>
                        <a:gd name="connsiteX14-379" fmla="*/ 184579 w 552481"/>
                        <a:gd name="connsiteY14-380" fmla="*/ 741931 h 1585520"/>
                        <a:gd name="connsiteX15-381" fmla="*/ 521700 w 552481"/>
                        <a:gd name="connsiteY15-382" fmla="*/ 1009232 h 1585520"/>
                        <a:gd name="connsiteX16-383" fmla="*/ 507056 w 552481"/>
                        <a:gd name="connsiteY16-384" fmla="*/ 1169267 h 1585520"/>
                        <a:gd name="connsiteX17-385" fmla="*/ 119129 w 552481"/>
                        <a:gd name="connsiteY17-386" fmla="*/ 889458 h 1585520"/>
                        <a:gd name="connsiteX18-387" fmla="*/ 504472 w 552481"/>
                        <a:gd name="connsiteY18-388" fmla="*/ 1198018 h 1585520"/>
                        <a:gd name="connsiteX19-389" fmla="*/ 519836 w 552481"/>
                        <a:gd name="connsiteY19-390" fmla="*/ 1370630 h 1585520"/>
                        <a:gd name="connsiteX20-391" fmla="*/ 184579 w 552481"/>
                        <a:gd name="connsiteY20-392" fmla="*/ 1132651 h 1585520"/>
                        <a:gd name="connsiteX21-393" fmla="*/ 509865 w 552481"/>
                        <a:gd name="connsiteY21-394" fmla="*/ 1387661 h 1585520"/>
                        <a:gd name="connsiteX22-395" fmla="*/ 552481 w 552481"/>
                        <a:gd name="connsiteY22-396" fmla="*/ 1585328 h 1585520"/>
                        <a:gd name="connsiteX23-397" fmla="*/ 103908 w 552481"/>
                        <a:gd name="connsiteY23-398" fmla="*/ 1357263 h 1585520"/>
                        <a:gd name="connsiteX24-399" fmla="*/ 550099 w 552481"/>
                        <a:gd name="connsiteY24-400" fmla="*/ 0 h 1585520"/>
                        <a:gd name="connsiteX0-401" fmla="*/ 550099 w 552481"/>
                        <a:gd name="connsiteY0-402" fmla="*/ 0 h 1585520"/>
                        <a:gd name="connsiteX1-403" fmla="*/ 550454 w 552481"/>
                        <a:gd name="connsiteY1-404" fmla="*/ 236086 h 1585520"/>
                        <a:gd name="connsiteX2-405" fmla="*/ 488816 w 552481"/>
                        <a:gd name="connsiteY2-406" fmla="*/ 193543 h 1585520"/>
                        <a:gd name="connsiteX3-407" fmla="*/ 550466 w 552481"/>
                        <a:gd name="connsiteY3-408" fmla="*/ 244157 h 1585520"/>
                        <a:gd name="connsiteX4-409" fmla="*/ 550735 w 552481"/>
                        <a:gd name="connsiteY4-410" fmla="*/ 423083 h 1585520"/>
                        <a:gd name="connsiteX5-411" fmla="*/ 440807 w 552481"/>
                        <a:gd name="connsiteY5-412" fmla="*/ 347209 h 1585520"/>
                        <a:gd name="connsiteX6-413" fmla="*/ 550756 w 552481"/>
                        <a:gd name="connsiteY6-414" fmla="*/ 437477 h 1585520"/>
                        <a:gd name="connsiteX7-415" fmla="*/ 551026 w 552481"/>
                        <a:gd name="connsiteY7-416" fmla="*/ 616991 h 1585520"/>
                        <a:gd name="connsiteX8-417" fmla="*/ 372197 w 552481"/>
                        <a:gd name="connsiteY8-418" fmla="*/ 491984 h 1585520"/>
                        <a:gd name="connsiteX9-419" fmla="*/ 521176 w 552481"/>
                        <a:gd name="connsiteY9-420" fmla="*/ 611487 h 1585520"/>
                        <a:gd name="connsiteX10-421" fmla="*/ 508896 w 552481"/>
                        <a:gd name="connsiteY10-422" fmla="*/ 791532 h 1585520"/>
                        <a:gd name="connsiteX11-423" fmla="*/ 270832 w 552481"/>
                        <a:gd name="connsiteY11-424" fmla="*/ 619203 h 1585520"/>
                        <a:gd name="connsiteX12-425" fmla="*/ 501344 w 552481"/>
                        <a:gd name="connsiteY12-426" fmla="*/ 815973 h 1585520"/>
                        <a:gd name="connsiteX13-427" fmla="*/ 534221 w 552481"/>
                        <a:gd name="connsiteY13-428" fmla="*/ 989751 h 1585520"/>
                        <a:gd name="connsiteX14-429" fmla="*/ 184579 w 552481"/>
                        <a:gd name="connsiteY14-430" fmla="*/ 741931 h 1585520"/>
                        <a:gd name="connsiteX15-431" fmla="*/ 521700 w 552481"/>
                        <a:gd name="connsiteY15-432" fmla="*/ 1009232 h 1585520"/>
                        <a:gd name="connsiteX16-433" fmla="*/ 507056 w 552481"/>
                        <a:gd name="connsiteY16-434" fmla="*/ 1169267 h 1585520"/>
                        <a:gd name="connsiteX17-435" fmla="*/ 119129 w 552481"/>
                        <a:gd name="connsiteY17-436" fmla="*/ 889458 h 1585520"/>
                        <a:gd name="connsiteX18-437" fmla="*/ 504472 w 552481"/>
                        <a:gd name="connsiteY18-438" fmla="*/ 1198018 h 1585520"/>
                        <a:gd name="connsiteX19-439" fmla="*/ 519836 w 552481"/>
                        <a:gd name="connsiteY19-440" fmla="*/ 1370630 h 1585520"/>
                        <a:gd name="connsiteX20-441" fmla="*/ 184579 w 552481"/>
                        <a:gd name="connsiteY20-442" fmla="*/ 1132651 h 1585520"/>
                        <a:gd name="connsiteX21-443" fmla="*/ 509865 w 552481"/>
                        <a:gd name="connsiteY21-444" fmla="*/ 1387661 h 1585520"/>
                        <a:gd name="connsiteX22-445" fmla="*/ 552481 w 552481"/>
                        <a:gd name="connsiteY22-446" fmla="*/ 1585328 h 1585520"/>
                        <a:gd name="connsiteX23-447" fmla="*/ 103908 w 552481"/>
                        <a:gd name="connsiteY23-448" fmla="*/ 1357263 h 1585520"/>
                        <a:gd name="connsiteX24-449" fmla="*/ 550099 w 552481"/>
                        <a:gd name="connsiteY24-450" fmla="*/ 0 h 1585520"/>
                        <a:gd name="connsiteX0-451" fmla="*/ 550099 w 552481"/>
                        <a:gd name="connsiteY0-452" fmla="*/ 0 h 1585520"/>
                        <a:gd name="connsiteX1-453" fmla="*/ 550454 w 552481"/>
                        <a:gd name="connsiteY1-454" fmla="*/ 236086 h 1585520"/>
                        <a:gd name="connsiteX2-455" fmla="*/ 488816 w 552481"/>
                        <a:gd name="connsiteY2-456" fmla="*/ 193543 h 1585520"/>
                        <a:gd name="connsiteX3-457" fmla="*/ 550466 w 552481"/>
                        <a:gd name="connsiteY3-458" fmla="*/ 244157 h 1585520"/>
                        <a:gd name="connsiteX4-459" fmla="*/ 550735 w 552481"/>
                        <a:gd name="connsiteY4-460" fmla="*/ 423083 h 1585520"/>
                        <a:gd name="connsiteX5-461" fmla="*/ 440807 w 552481"/>
                        <a:gd name="connsiteY5-462" fmla="*/ 347209 h 1585520"/>
                        <a:gd name="connsiteX6-463" fmla="*/ 550756 w 552481"/>
                        <a:gd name="connsiteY6-464" fmla="*/ 437477 h 1585520"/>
                        <a:gd name="connsiteX7-465" fmla="*/ 523630 w 552481"/>
                        <a:gd name="connsiteY7-466" fmla="*/ 593972 h 1585520"/>
                        <a:gd name="connsiteX8-467" fmla="*/ 372197 w 552481"/>
                        <a:gd name="connsiteY8-468" fmla="*/ 491984 h 1585520"/>
                        <a:gd name="connsiteX9-469" fmla="*/ 521176 w 552481"/>
                        <a:gd name="connsiteY9-470" fmla="*/ 611487 h 1585520"/>
                        <a:gd name="connsiteX10-471" fmla="*/ 508896 w 552481"/>
                        <a:gd name="connsiteY10-472" fmla="*/ 791532 h 1585520"/>
                        <a:gd name="connsiteX11-473" fmla="*/ 270832 w 552481"/>
                        <a:gd name="connsiteY11-474" fmla="*/ 619203 h 1585520"/>
                        <a:gd name="connsiteX12-475" fmla="*/ 501344 w 552481"/>
                        <a:gd name="connsiteY12-476" fmla="*/ 815973 h 1585520"/>
                        <a:gd name="connsiteX13-477" fmla="*/ 534221 w 552481"/>
                        <a:gd name="connsiteY13-478" fmla="*/ 989751 h 1585520"/>
                        <a:gd name="connsiteX14-479" fmla="*/ 184579 w 552481"/>
                        <a:gd name="connsiteY14-480" fmla="*/ 741931 h 1585520"/>
                        <a:gd name="connsiteX15-481" fmla="*/ 521700 w 552481"/>
                        <a:gd name="connsiteY15-482" fmla="*/ 1009232 h 1585520"/>
                        <a:gd name="connsiteX16-483" fmla="*/ 507056 w 552481"/>
                        <a:gd name="connsiteY16-484" fmla="*/ 1169267 h 1585520"/>
                        <a:gd name="connsiteX17-485" fmla="*/ 119129 w 552481"/>
                        <a:gd name="connsiteY17-486" fmla="*/ 889458 h 1585520"/>
                        <a:gd name="connsiteX18-487" fmla="*/ 504472 w 552481"/>
                        <a:gd name="connsiteY18-488" fmla="*/ 1198018 h 1585520"/>
                        <a:gd name="connsiteX19-489" fmla="*/ 519836 w 552481"/>
                        <a:gd name="connsiteY19-490" fmla="*/ 1370630 h 1585520"/>
                        <a:gd name="connsiteX20-491" fmla="*/ 184579 w 552481"/>
                        <a:gd name="connsiteY20-492" fmla="*/ 1132651 h 1585520"/>
                        <a:gd name="connsiteX21-493" fmla="*/ 509865 w 552481"/>
                        <a:gd name="connsiteY21-494" fmla="*/ 1387661 h 1585520"/>
                        <a:gd name="connsiteX22-495" fmla="*/ 552481 w 552481"/>
                        <a:gd name="connsiteY22-496" fmla="*/ 1585328 h 1585520"/>
                        <a:gd name="connsiteX23-497" fmla="*/ 103908 w 552481"/>
                        <a:gd name="connsiteY23-498" fmla="*/ 1357263 h 1585520"/>
                        <a:gd name="connsiteX24-499" fmla="*/ 550099 w 552481"/>
                        <a:gd name="connsiteY24-500" fmla="*/ 0 h 1585520"/>
                        <a:gd name="connsiteX0-501" fmla="*/ 550099 w 552481"/>
                        <a:gd name="connsiteY0-502" fmla="*/ 0 h 1585520"/>
                        <a:gd name="connsiteX1-503" fmla="*/ 550454 w 552481"/>
                        <a:gd name="connsiteY1-504" fmla="*/ 236086 h 1585520"/>
                        <a:gd name="connsiteX2-505" fmla="*/ 488816 w 552481"/>
                        <a:gd name="connsiteY2-506" fmla="*/ 193543 h 1585520"/>
                        <a:gd name="connsiteX3-507" fmla="*/ 550466 w 552481"/>
                        <a:gd name="connsiteY3-508" fmla="*/ 244157 h 1585520"/>
                        <a:gd name="connsiteX4-509" fmla="*/ 550735 w 552481"/>
                        <a:gd name="connsiteY4-510" fmla="*/ 423083 h 1585520"/>
                        <a:gd name="connsiteX5-511" fmla="*/ 440807 w 552481"/>
                        <a:gd name="connsiteY5-512" fmla="*/ 347209 h 1585520"/>
                        <a:gd name="connsiteX6-513" fmla="*/ 530748 w 552481"/>
                        <a:gd name="connsiteY6-514" fmla="*/ 427144 h 1585520"/>
                        <a:gd name="connsiteX7-515" fmla="*/ 523630 w 552481"/>
                        <a:gd name="connsiteY7-516" fmla="*/ 593972 h 1585520"/>
                        <a:gd name="connsiteX8-517" fmla="*/ 372197 w 552481"/>
                        <a:gd name="connsiteY8-518" fmla="*/ 491984 h 1585520"/>
                        <a:gd name="connsiteX9-519" fmla="*/ 521176 w 552481"/>
                        <a:gd name="connsiteY9-520" fmla="*/ 611487 h 1585520"/>
                        <a:gd name="connsiteX10-521" fmla="*/ 508896 w 552481"/>
                        <a:gd name="connsiteY10-522" fmla="*/ 791532 h 1585520"/>
                        <a:gd name="connsiteX11-523" fmla="*/ 270832 w 552481"/>
                        <a:gd name="connsiteY11-524" fmla="*/ 619203 h 1585520"/>
                        <a:gd name="connsiteX12-525" fmla="*/ 501344 w 552481"/>
                        <a:gd name="connsiteY12-526" fmla="*/ 815973 h 1585520"/>
                        <a:gd name="connsiteX13-527" fmla="*/ 534221 w 552481"/>
                        <a:gd name="connsiteY13-528" fmla="*/ 989751 h 1585520"/>
                        <a:gd name="connsiteX14-529" fmla="*/ 184579 w 552481"/>
                        <a:gd name="connsiteY14-530" fmla="*/ 741931 h 1585520"/>
                        <a:gd name="connsiteX15-531" fmla="*/ 521700 w 552481"/>
                        <a:gd name="connsiteY15-532" fmla="*/ 1009232 h 1585520"/>
                        <a:gd name="connsiteX16-533" fmla="*/ 507056 w 552481"/>
                        <a:gd name="connsiteY16-534" fmla="*/ 1169267 h 1585520"/>
                        <a:gd name="connsiteX17-535" fmla="*/ 119129 w 552481"/>
                        <a:gd name="connsiteY17-536" fmla="*/ 889458 h 1585520"/>
                        <a:gd name="connsiteX18-537" fmla="*/ 504472 w 552481"/>
                        <a:gd name="connsiteY18-538" fmla="*/ 1198018 h 1585520"/>
                        <a:gd name="connsiteX19-539" fmla="*/ 519836 w 552481"/>
                        <a:gd name="connsiteY19-540" fmla="*/ 1370630 h 1585520"/>
                        <a:gd name="connsiteX20-541" fmla="*/ 184579 w 552481"/>
                        <a:gd name="connsiteY20-542" fmla="*/ 1132651 h 1585520"/>
                        <a:gd name="connsiteX21-543" fmla="*/ 509865 w 552481"/>
                        <a:gd name="connsiteY21-544" fmla="*/ 1387661 h 1585520"/>
                        <a:gd name="connsiteX22-545" fmla="*/ 552481 w 552481"/>
                        <a:gd name="connsiteY22-546" fmla="*/ 1585328 h 1585520"/>
                        <a:gd name="connsiteX23-547" fmla="*/ 103908 w 552481"/>
                        <a:gd name="connsiteY23-548" fmla="*/ 1357263 h 1585520"/>
                        <a:gd name="connsiteX24-549" fmla="*/ 550099 w 552481"/>
                        <a:gd name="connsiteY24-550" fmla="*/ 0 h 1585520"/>
                        <a:gd name="connsiteX0-551" fmla="*/ 550099 w 552481"/>
                        <a:gd name="connsiteY0-552" fmla="*/ 0 h 1585520"/>
                        <a:gd name="connsiteX1-553" fmla="*/ 550454 w 552481"/>
                        <a:gd name="connsiteY1-554" fmla="*/ 236086 h 1585520"/>
                        <a:gd name="connsiteX2-555" fmla="*/ 488816 w 552481"/>
                        <a:gd name="connsiteY2-556" fmla="*/ 193543 h 1585520"/>
                        <a:gd name="connsiteX3-557" fmla="*/ 550466 w 552481"/>
                        <a:gd name="connsiteY3-558" fmla="*/ 244157 h 1585520"/>
                        <a:gd name="connsiteX4-559" fmla="*/ 528440 w 552481"/>
                        <a:gd name="connsiteY4-560" fmla="*/ 395095 h 1585520"/>
                        <a:gd name="connsiteX5-561" fmla="*/ 440807 w 552481"/>
                        <a:gd name="connsiteY5-562" fmla="*/ 347209 h 1585520"/>
                        <a:gd name="connsiteX6-563" fmla="*/ 530748 w 552481"/>
                        <a:gd name="connsiteY6-564" fmla="*/ 427144 h 1585520"/>
                        <a:gd name="connsiteX7-565" fmla="*/ 523630 w 552481"/>
                        <a:gd name="connsiteY7-566" fmla="*/ 593972 h 1585520"/>
                        <a:gd name="connsiteX8-567" fmla="*/ 372197 w 552481"/>
                        <a:gd name="connsiteY8-568" fmla="*/ 491984 h 1585520"/>
                        <a:gd name="connsiteX9-569" fmla="*/ 521176 w 552481"/>
                        <a:gd name="connsiteY9-570" fmla="*/ 611487 h 1585520"/>
                        <a:gd name="connsiteX10-571" fmla="*/ 508896 w 552481"/>
                        <a:gd name="connsiteY10-572" fmla="*/ 791532 h 1585520"/>
                        <a:gd name="connsiteX11-573" fmla="*/ 270832 w 552481"/>
                        <a:gd name="connsiteY11-574" fmla="*/ 619203 h 1585520"/>
                        <a:gd name="connsiteX12-575" fmla="*/ 501344 w 552481"/>
                        <a:gd name="connsiteY12-576" fmla="*/ 815973 h 1585520"/>
                        <a:gd name="connsiteX13-577" fmla="*/ 534221 w 552481"/>
                        <a:gd name="connsiteY13-578" fmla="*/ 989751 h 1585520"/>
                        <a:gd name="connsiteX14-579" fmla="*/ 184579 w 552481"/>
                        <a:gd name="connsiteY14-580" fmla="*/ 741931 h 1585520"/>
                        <a:gd name="connsiteX15-581" fmla="*/ 521700 w 552481"/>
                        <a:gd name="connsiteY15-582" fmla="*/ 1009232 h 1585520"/>
                        <a:gd name="connsiteX16-583" fmla="*/ 507056 w 552481"/>
                        <a:gd name="connsiteY16-584" fmla="*/ 1169267 h 1585520"/>
                        <a:gd name="connsiteX17-585" fmla="*/ 119129 w 552481"/>
                        <a:gd name="connsiteY17-586" fmla="*/ 889458 h 1585520"/>
                        <a:gd name="connsiteX18-587" fmla="*/ 504472 w 552481"/>
                        <a:gd name="connsiteY18-588" fmla="*/ 1198018 h 1585520"/>
                        <a:gd name="connsiteX19-589" fmla="*/ 519836 w 552481"/>
                        <a:gd name="connsiteY19-590" fmla="*/ 1370630 h 1585520"/>
                        <a:gd name="connsiteX20-591" fmla="*/ 184579 w 552481"/>
                        <a:gd name="connsiteY20-592" fmla="*/ 1132651 h 1585520"/>
                        <a:gd name="connsiteX21-593" fmla="*/ 509865 w 552481"/>
                        <a:gd name="connsiteY21-594" fmla="*/ 1387661 h 1585520"/>
                        <a:gd name="connsiteX22-595" fmla="*/ 552481 w 552481"/>
                        <a:gd name="connsiteY22-596" fmla="*/ 1585328 h 1585520"/>
                        <a:gd name="connsiteX23-597" fmla="*/ 103908 w 552481"/>
                        <a:gd name="connsiteY23-598" fmla="*/ 1357263 h 1585520"/>
                        <a:gd name="connsiteX24-599" fmla="*/ 550099 w 552481"/>
                        <a:gd name="connsiteY24-600" fmla="*/ 0 h 1585520"/>
                        <a:gd name="connsiteX0-601" fmla="*/ 550099 w 552481"/>
                        <a:gd name="connsiteY0-602" fmla="*/ 0 h 1585520"/>
                        <a:gd name="connsiteX1-603" fmla="*/ 550454 w 552481"/>
                        <a:gd name="connsiteY1-604" fmla="*/ 236086 h 1585520"/>
                        <a:gd name="connsiteX2-605" fmla="*/ 488816 w 552481"/>
                        <a:gd name="connsiteY2-606" fmla="*/ 193543 h 1585520"/>
                        <a:gd name="connsiteX3-607" fmla="*/ 532877 w 552481"/>
                        <a:gd name="connsiteY3-608" fmla="*/ 241409 h 1585520"/>
                        <a:gd name="connsiteX4-609" fmla="*/ 528440 w 552481"/>
                        <a:gd name="connsiteY4-610" fmla="*/ 395095 h 1585520"/>
                        <a:gd name="connsiteX5-611" fmla="*/ 440807 w 552481"/>
                        <a:gd name="connsiteY5-612" fmla="*/ 347209 h 1585520"/>
                        <a:gd name="connsiteX6-613" fmla="*/ 530748 w 552481"/>
                        <a:gd name="connsiteY6-614" fmla="*/ 427144 h 1585520"/>
                        <a:gd name="connsiteX7-615" fmla="*/ 523630 w 552481"/>
                        <a:gd name="connsiteY7-616" fmla="*/ 593972 h 1585520"/>
                        <a:gd name="connsiteX8-617" fmla="*/ 372197 w 552481"/>
                        <a:gd name="connsiteY8-618" fmla="*/ 491984 h 1585520"/>
                        <a:gd name="connsiteX9-619" fmla="*/ 521176 w 552481"/>
                        <a:gd name="connsiteY9-620" fmla="*/ 611487 h 1585520"/>
                        <a:gd name="connsiteX10-621" fmla="*/ 508896 w 552481"/>
                        <a:gd name="connsiteY10-622" fmla="*/ 791532 h 1585520"/>
                        <a:gd name="connsiteX11-623" fmla="*/ 270832 w 552481"/>
                        <a:gd name="connsiteY11-624" fmla="*/ 619203 h 1585520"/>
                        <a:gd name="connsiteX12-625" fmla="*/ 501344 w 552481"/>
                        <a:gd name="connsiteY12-626" fmla="*/ 815973 h 1585520"/>
                        <a:gd name="connsiteX13-627" fmla="*/ 534221 w 552481"/>
                        <a:gd name="connsiteY13-628" fmla="*/ 989751 h 1585520"/>
                        <a:gd name="connsiteX14-629" fmla="*/ 184579 w 552481"/>
                        <a:gd name="connsiteY14-630" fmla="*/ 741931 h 1585520"/>
                        <a:gd name="connsiteX15-631" fmla="*/ 521700 w 552481"/>
                        <a:gd name="connsiteY15-632" fmla="*/ 1009232 h 1585520"/>
                        <a:gd name="connsiteX16-633" fmla="*/ 507056 w 552481"/>
                        <a:gd name="connsiteY16-634" fmla="*/ 1169267 h 1585520"/>
                        <a:gd name="connsiteX17-635" fmla="*/ 119129 w 552481"/>
                        <a:gd name="connsiteY17-636" fmla="*/ 889458 h 1585520"/>
                        <a:gd name="connsiteX18-637" fmla="*/ 504472 w 552481"/>
                        <a:gd name="connsiteY18-638" fmla="*/ 1198018 h 1585520"/>
                        <a:gd name="connsiteX19-639" fmla="*/ 519836 w 552481"/>
                        <a:gd name="connsiteY19-640" fmla="*/ 1370630 h 1585520"/>
                        <a:gd name="connsiteX20-641" fmla="*/ 184579 w 552481"/>
                        <a:gd name="connsiteY20-642" fmla="*/ 1132651 h 1585520"/>
                        <a:gd name="connsiteX21-643" fmla="*/ 509865 w 552481"/>
                        <a:gd name="connsiteY21-644" fmla="*/ 1387661 h 1585520"/>
                        <a:gd name="connsiteX22-645" fmla="*/ 552481 w 552481"/>
                        <a:gd name="connsiteY22-646" fmla="*/ 1585328 h 1585520"/>
                        <a:gd name="connsiteX23-647" fmla="*/ 103908 w 552481"/>
                        <a:gd name="connsiteY23-648" fmla="*/ 1357263 h 1585520"/>
                        <a:gd name="connsiteX24-649" fmla="*/ 550099 w 552481"/>
                        <a:gd name="connsiteY24-650" fmla="*/ 0 h 1585520"/>
                        <a:gd name="connsiteX0-651" fmla="*/ 550099 w 580141"/>
                        <a:gd name="connsiteY0-652" fmla="*/ 54739 h 1640259"/>
                        <a:gd name="connsiteX1-653" fmla="*/ 536842 w 580141"/>
                        <a:gd name="connsiteY1-654" fmla="*/ 262901 h 1640259"/>
                        <a:gd name="connsiteX2-655" fmla="*/ 550454 w 580141"/>
                        <a:gd name="connsiteY2-656" fmla="*/ 290825 h 1640259"/>
                        <a:gd name="connsiteX3-657" fmla="*/ 488816 w 580141"/>
                        <a:gd name="connsiteY3-658" fmla="*/ 248282 h 1640259"/>
                        <a:gd name="connsiteX4-659" fmla="*/ 532877 w 580141"/>
                        <a:gd name="connsiteY4-660" fmla="*/ 296148 h 1640259"/>
                        <a:gd name="connsiteX5-661" fmla="*/ 528440 w 580141"/>
                        <a:gd name="connsiteY5-662" fmla="*/ 449834 h 1640259"/>
                        <a:gd name="connsiteX6-663" fmla="*/ 440807 w 580141"/>
                        <a:gd name="connsiteY6-664" fmla="*/ 401948 h 1640259"/>
                        <a:gd name="connsiteX7-665" fmla="*/ 530748 w 580141"/>
                        <a:gd name="connsiteY7-666" fmla="*/ 481883 h 1640259"/>
                        <a:gd name="connsiteX8-667" fmla="*/ 523630 w 580141"/>
                        <a:gd name="connsiteY8-668" fmla="*/ 648711 h 1640259"/>
                        <a:gd name="connsiteX9-669" fmla="*/ 372197 w 580141"/>
                        <a:gd name="connsiteY9-670" fmla="*/ 546723 h 1640259"/>
                        <a:gd name="connsiteX10-671" fmla="*/ 521176 w 580141"/>
                        <a:gd name="connsiteY10-672" fmla="*/ 666226 h 1640259"/>
                        <a:gd name="connsiteX11-673" fmla="*/ 508896 w 580141"/>
                        <a:gd name="connsiteY11-674" fmla="*/ 846271 h 1640259"/>
                        <a:gd name="connsiteX12-675" fmla="*/ 270832 w 580141"/>
                        <a:gd name="connsiteY12-676" fmla="*/ 673942 h 1640259"/>
                        <a:gd name="connsiteX13-677" fmla="*/ 501344 w 580141"/>
                        <a:gd name="connsiteY13-678" fmla="*/ 870712 h 1640259"/>
                        <a:gd name="connsiteX14-679" fmla="*/ 534221 w 580141"/>
                        <a:gd name="connsiteY14-680" fmla="*/ 1044490 h 1640259"/>
                        <a:gd name="connsiteX15-681" fmla="*/ 184579 w 580141"/>
                        <a:gd name="connsiteY15-682" fmla="*/ 796670 h 1640259"/>
                        <a:gd name="connsiteX16-683" fmla="*/ 521700 w 580141"/>
                        <a:gd name="connsiteY16-684" fmla="*/ 1063971 h 1640259"/>
                        <a:gd name="connsiteX17-685" fmla="*/ 507056 w 580141"/>
                        <a:gd name="connsiteY17-686" fmla="*/ 1224006 h 1640259"/>
                        <a:gd name="connsiteX18-687" fmla="*/ 119129 w 580141"/>
                        <a:gd name="connsiteY18-688" fmla="*/ 944197 h 1640259"/>
                        <a:gd name="connsiteX19-689" fmla="*/ 504472 w 580141"/>
                        <a:gd name="connsiteY19-690" fmla="*/ 1252757 h 1640259"/>
                        <a:gd name="connsiteX20-691" fmla="*/ 519836 w 580141"/>
                        <a:gd name="connsiteY20-692" fmla="*/ 1425369 h 1640259"/>
                        <a:gd name="connsiteX21-693" fmla="*/ 184579 w 580141"/>
                        <a:gd name="connsiteY21-694" fmla="*/ 1187390 h 1640259"/>
                        <a:gd name="connsiteX22-695" fmla="*/ 509865 w 580141"/>
                        <a:gd name="connsiteY22-696" fmla="*/ 1442400 h 1640259"/>
                        <a:gd name="connsiteX23-697" fmla="*/ 552481 w 580141"/>
                        <a:gd name="connsiteY23-698" fmla="*/ 1640067 h 1640259"/>
                        <a:gd name="connsiteX24-699" fmla="*/ 103908 w 580141"/>
                        <a:gd name="connsiteY24-700" fmla="*/ 1412002 h 1640259"/>
                        <a:gd name="connsiteX25" fmla="*/ 550099 w 580141"/>
                        <a:gd name="connsiteY25" fmla="*/ 54739 h 1640259"/>
                        <a:gd name="connsiteX0-701" fmla="*/ 550099 w 580141"/>
                        <a:gd name="connsiteY0-702" fmla="*/ 54739 h 1640259"/>
                        <a:gd name="connsiteX1-703" fmla="*/ 536842 w 580141"/>
                        <a:gd name="connsiteY1-704" fmla="*/ 262901 h 1640259"/>
                        <a:gd name="connsiteX2-705" fmla="*/ 550454 w 580141"/>
                        <a:gd name="connsiteY2-706" fmla="*/ 290825 h 1640259"/>
                        <a:gd name="connsiteX3-707" fmla="*/ 488816 w 580141"/>
                        <a:gd name="connsiteY3-708" fmla="*/ 248282 h 1640259"/>
                        <a:gd name="connsiteX4-709" fmla="*/ 532877 w 580141"/>
                        <a:gd name="connsiteY4-710" fmla="*/ 296148 h 1640259"/>
                        <a:gd name="connsiteX5-711" fmla="*/ 528440 w 580141"/>
                        <a:gd name="connsiteY5-712" fmla="*/ 449834 h 1640259"/>
                        <a:gd name="connsiteX6-713" fmla="*/ 440807 w 580141"/>
                        <a:gd name="connsiteY6-714" fmla="*/ 401948 h 1640259"/>
                        <a:gd name="connsiteX7-715" fmla="*/ 530748 w 580141"/>
                        <a:gd name="connsiteY7-716" fmla="*/ 481883 h 1640259"/>
                        <a:gd name="connsiteX8-717" fmla="*/ 523630 w 580141"/>
                        <a:gd name="connsiteY8-718" fmla="*/ 648711 h 1640259"/>
                        <a:gd name="connsiteX9-719" fmla="*/ 372197 w 580141"/>
                        <a:gd name="connsiteY9-720" fmla="*/ 546723 h 1640259"/>
                        <a:gd name="connsiteX10-721" fmla="*/ 521176 w 580141"/>
                        <a:gd name="connsiteY10-722" fmla="*/ 666226 h 1640259"/>
                        <a:gd name="connsiteX11-723" fmla="*/ 508896 w 580141"/>
                        <a:gd name="connsiteY11-724" fmla="*/ 846271 h 1640259"/>
                        <a:gd name="connsiteX12-725" fmla="*/ 270832 w 580141"/>
                        <a:gd name="connsiteY12-726" fmla="*/ 673942 h 1640259"/>
                        <a:gd name="connsiteX13-727" fmla="*/ 501344 w 580141"/>
                        <a:gd name="connsiteY13-728" fmla="*/ 870712 h 1640259"/>
                        <a:gd name="connsiteX14-729" fmla="*/ 484201 w 580141"/>
                        <a:gd name="connsiteY14-730" fmla="*/ 1018658 h 1640259"/>
                        <a:gd name="connsiteX15-731" fmla="*/ 184579 w 580141"/>
                        <a:gd name="connsiteY15-732" fmla="*/ 796670 h 1640259"/>
                        <a:gd name="connsiteX16-733" fmla="*/ 521700 w 580141"/>
                        <a:gd name="connsiteY16-734" fmla="*/ 1063971 h 1640259"/>
                        <a:gd name="connsiteX17-735" fmla="*/ 507056 w 580141"/>
                        <a:gd name="connsiteY17-736" fmla="*/ 1224006 h 1640259"/>
                        <a:gd name="connsiteX18-737" fmla="*/ 119129 w 580141"/>
                        <a:gd name="connsiteY18-738" fmla="*/ 944197 h 1640259"/>
                        <a:gd name="connsiteX19-739" fmla="*/ 504472 w 580141"/>
                        <a:gd name="connsiteY19-740" fmla="*/ 1252757 h 1640259"/>
                        <a:gd name="connsiteX20-741" fmla="*/ 519836 w 580141"/>
                        <a:gd name="connsiteY20-742" fmla="*/ 1425369 h 1640259"/>
                        <a:gd name="connsiteX21-743" fmla="*/ 184579 w 580141"/>
                        <a:gd name="connsiteY21-744" fmla="*/ 1187390 h 1640259"/>
                        <a:gd name="connsiteX22-745" fmla="*/ 509865 w 580141"/>
                        <a:gd name="connsiteY22-746" fmla="*/ 1442400 h 1640259"/>
                        <a:gd name="connsiteX23-747" fmla="*/ 552481 w 580141"/>
                        <a:gd name="connsiteY23-748" fmla="*/ 1640067 h 1640259"/>
                        <a:gd name="connsiteX24-749" fmla="*/ 103908 w 580141"/>
                        <a:gd name="connsiteY24-750" fmla="*/ 1412002 h 1640259"/>
                        <a:gd name="connsiteX25-751" fmla="*/ 550099 w 580141"/>
                        <a:gd name="connsiteY25-752" fmla="*/ 54739 h 1640259"/>
                        <a:gd name="connsiteX0-753" fmla="*/ 550099 w 580141"/>
                        <a:gd name="connsiteY0-754" fmla="*/ 54739 h 1640259"/>
                        <a:gd name="connsiteX1-755" fmla="*/ 536842 w 580141"/>
                        <a:gd name="connsiteY1-756" fmla="*/ 262901 h 1640259"/>
                        <a:gd name="connsiteX2-757" fmla="*/ 550454 w 580141"/>
                        <a:gd name="connsiteY2-758" fmla="*/ 290825 h 1640259"/>
                        <a:gd name="connsiteX3-759" fmla="*/ 488816 w 580141"/>
                        <a:gd name="connsiteY3-760" fmla="*/ 248282 h 1640259"/>
                        <a:gd name="connsiteX4-761" fmla="*/ 532877 w 580141"/>
                        <a:gd name="connsiteY4-762" fmla="*/ 296148 h 1640259"/>
                        <a:gd name="connsiteX5-763" fmla="*/ 528440 w 580141"/>
                        <a:gd name="connsiteY5-764" fmla="*/ 449834 h 1640259"/>
                        <a:gd name="connsiteX6-765" fmla="*/ 440807 w 580141"/>
                        <a:gd name="connsiteY6-766" fmla="*/ 401948 h 1640259"/>
                        <a:gd name="connsiteX7-767" fmla="*/ 530748 w 580141"/>
                        <a:gd name="connsiteY7-768" fmla="*/ 481883 h 1640259"/>
                        <a:gd name="connsiteX8-769" fmla="*/ 523630 w 580141"/>
                        <a:gd name="connsiteY8-770" fmla="*/ 648711 h 1640259"/>
                        <a:gd name="connsiteX9-771" fmla="*/ 372197 w 580141"/>
                        <a:gd name="connsiteY9-772" fmla="*/ 546723 h 1640259"/>
                        <a:gd name="connsiteX10-773" fmla="*/ 521176 w 580141"/>
                        <a:gd name="connsiteY10-774" fmla="*/ 666226 h 1640259"/>
                        <a:gd name="connsiteX11-775" fmla="*/ 508896 w 580141"/>
                        <a:gd name="connsiteY11-776" fmla="*/ 846271 h 1640259"/>
                        <a:gd name="connsiteX12-777" fmla="*/ 270832 w 580141"/>
                        <a:gd name="connsiteY12-778" fmla="*/ 673942 h 1640259"/>
                        <a:gd name="connsiteX13-779" fmla="*/ 501344 w 580141"/>
                        <a:gd name="connsiteY13-780" fmla="*/ 870712 h 1640259"/>
                        <a:gd name="connsiteX14-781" fmla="*/ 484201 w 580141"/>
                        <a:gd name="connsiteY14-782" fmla="*/ 1018658 h 1640259"/>
                        <a:gd name="connsiteX15-783" fmla="*/ 184579 w 580141"/>
                        <a:gd name="connsiteY15-784" fmla="*/ 796670 h 1640259"/>
                        <a:gd name="connsiteX16-785" fmla="*/ 479002 w 580141"/>
                        <a:gd name="connsiteY16-786" fmla="*/ 1055860 h 1640259"/>
                        <a:gd name="connsiteX17-787" fmla="*/ 507056 w 580141"/>
                        <a:gd name="connsiteY17-788" fmla="*/ 1224006 h 1640259"/>
                        <a:gd name="connsiteX18-789" fmla="*/ 119129 w 580141"/>
                        <a:gd name="connsiteY18-790" fmla="*/ 944197 h 1640259"/>
                        <a:gd name="connsiteX19-791" fmla="*/ 504472 w 580141"/>
                        <a:gd name="connsiteY19-792" fmla="*/ 1252757 h 1640259"/>
                        <a:gd name="connsiteX20-793" fmla="*/ 519836 w 580141"/>
                        <a:gd name="connsiteY20-794" fmla="*/ 1425369 h 1640259"/>
                        <a:gd name="connsiteX21-795" fmla="*/ 184579 w 580141"/>
                        <a:gd name="connsiteY21-796" fmla="*/ 1187390 h 1640259"/>
                        <a:gd name="connsiteX22-797" fmla="*/ 509865 w 580141"/>
                        <a:gd name="connsiteY22-798" fmla="*/ 1442400 h 1640259"/>
                        <a:gd name="connsiteX23-799" fmla="*/ 552481 w 580141"/>
                        <a:gd name="connsiteY23-800" fmla="*/ 1640067 h 1640259"/>
                        <a:gd name="connsiteX24-801" fmla="*/ 103908 w 580141"/>
                        <a:gd name="connsiteY24-802" fmla="*/ 1412002 h 1640259"/>
                        <a:gd name="connsiteX25-803" fmla="*/ 550099 w 580141"/>
                        <a:gd name="connsiteY25-804" fmla="*/ 54739 h 1640259"/>
                        <a:gd name="connsiteX0-805" fmla="*/ 550099 w 580141"/>
                        <a:gd name="connsiteY0-806" fmla="*/ 54739 h 1640259"/>
                        <a:gd name="connsiteX1-807" fmla="*/ 536842 w 580141"/>
                        <a:gd name="connsiteY1-808" fmla="*/ 262901 h 1640259"/>
                        <a:gd name="connsiteX2-809" fmla="*/ 550454 w 580141"/>
                        <a:gd name="connsiteY2-810" fmla="*/ 290825 h 1640259"/>
                        <a:gd name="connsiteX3-811" fmla="*/ 488816 w 580141"/>
                        <a:gd name="connsiteY3-812" fmla="*/ 248282 h 1640259"/>
                        <a:gd name="connsiteX4-813" fmla="*/ 532877 w 580141"/>
                        <a:gd name="connsiteY4-814" fmla="*/ 296148 h 1640259"/>
                        <a:gd name="connsiteX5-815" fmla="*/ 528440 w 580141"/>
                        <a:gd name="connsiteY5-816" fmla="*/ 449834 h 1640259"/>
                        <a:gd name="connsiteX6-817" fmla="*/ 440807 w 580141"/>
                        <a:gd name="connsiteY6-818" fmla="*/ 401948 h 1640259"/>
                        <a:gd name="connsiteX7-819" fmla="*/ 530748 w 580141"/>
                        <a:gd name="connsiteY7-820" fmla="*/ 481883 h 1640259"/>
                        <a:gd name="connsiteX8-821" fmla="*/ 523630 w 580141"/>
                        <a:gd name="connsiteY8-822" fmla="*/ 648711 h 1640259"/>
                        <a:gd name="connsiteX9-823" fmla="*/ 372197 w 580141"/>
                        <a:gd name="connsiteY9-824" fmla="*/ 546723 h 1640259"/>
                        <a:gd name="connsiteX10-825" fmla="*/ 521176 w 580141"/>
                        <a:gd name="connsiteY10-826" fmla="*/ 666226 h 1640259"/>
                        <a:gd name="connsiteX11-827" fmla="*/ 508896 w 580141"/>
                        <a:gd name="connsiteY11-828" fmla="*/ 846271 h 1640259"/>
                        <a:gd name="connsiteX12-829" fmla="*/ 270832 w 580141"/>
                        <a:gd name="connsiteY12-830" fmla="*/ 673942 h 1640259"/>
                        <a:gd name="connsiteX13-831" fmla="*/ 501344 w 580141"/>
                        <a:gd name="connsiteY13-832" fmla="*/ 870712 h 1640259"/>
                        <a:gd name="connsiteX14-833" fmla="*/ 484201 w 580141"/>
                        <a:gd name="connsiteY14-834" fmla="*/ 1018658 h 1640259"/>
                        <a:gd name="connsiteX15-835" fmla="*/ 184579 w 580141"/>
                        <a:gd name="connsiteY15-836" fmla="*/ 796670 h 1640259"/>
                        <a:gd name="connsiteX16-837" fmla="*/ 479002 w 580141"/>
                        <a:gd name="connsiteY16-838" fmla="*/ 1055860 h 1640259"/>
                        <a:gd name="connsiteX17-839" fmla="*/ 474625 w 580141"/>
                        <a:gd name="connsiteY17-840" fmla="*/ 1200922 h 1640259"/>
                        <a:gd name="connsiteX18-841" fmla="*/ 119129 w 580141"/>
                        <a:gd name="connsiteY18-842" fmla="*/ 944197 h 1640259"/>
                        <a:gd name="connsiteX19-843" fmla="*/ 504472 w 580141"/>
                        <a:gd name="connsiteY19-844" fmla="*/ 1252757 h 1640259"/>
                        <a:gd name="connsiteX20-845" fmla="*/ 519836 w 580141"/>
                        <a:gd name="connsiteY20-846" fmla="*/ 1425369 h 1640259"/>
                        <a:gd name="connsiteX21-847" fmla="*/ 184579 w 580141"/>
                        <a:gd name="connsiteY21-848" fmla="*/ 1187390 h 1640259"/>
                        <a:gd name="connsiteX22-849" fmla="*/ 509865 w 580141"/>
                        <a:gd name="connsiteY22-850" fmla="*/ 1442400 h 1640259"/>
                        <a:gd name="connsiteX23-851" fmla="*/ 552481 w 580141"/>
                        <a:gd name="connsiteY23-852" fmla="*/ 1640067 h 1640259"/>
                        <a:gd name="connsiteX24-853" fmla="*/ 103908 w 580141"/>
                        <a:gd name="connsiteY24-854" fmla="*/ 1412002 h 1640259"/>
                        <a:gd name="connsiteX25-855" fmla="*/ 550099 w 580141"/>
                        <a:gd name="connsiteY25-856" fmla="*/ 54739 h 1640259"/>
                        <a:gd name="connsiteX0-857" fmla="*/ 550099 w 580141"/>
                        <a:gd name="connsiteY0-858" fmla="*/ 54739 h 1640259"/>
                        <a:gd name="connsiteX1-859" fmla="*/ 536842 w 580141"/>
                        <a:gd name="connsiteY1-860" fmla="*/ 262901 h 1640259"/>
                        <a:gd name="connsiteX2-861" fmla="*/ 550454 w 580141"/>
                        <a:gd name="connsiteY2-862" fmla="*/ 290825 h 1640259"/>
                        <a:gd name="connsiteX3-863" fmla="*/ 488816 w 580141"/>
                        <a:gd name="connsiteY3-864" fmla="*/ 248282 h 1640259"/>
                        <a:gd name="connsiteX4-865" fmla="*/ 532877 w 580141"/>
                        <a:gd name="connsiteY4-866" fmla="*/ 296148 h 1640259"/>
                        <a:gd name="connsiteX5-867" fmla="*/ 528440 w 580141"/>
                        <a:gd name="connsiteY5-868" fmla="*/ 449834 h 1640259"/>
                        <a:gd name="connsiteX6-869" fmla="*/ 440807 w 580141"/>
                        <a:gd name="connsiteY6-870" fmla="*/ 401948 h 1640259"/>
                        <a:gd name="connsiteX7-871" fmla="*/ 530748 w 580141"/>
                        <a:gd name="connsiteY7-872" fmla="*/ 481883 h 1640259"/>
                        <a:gd name="connsiteX8-873" fmla="*/ 523630 w 580141"/>
                        <a:gd name="connsiteY8-874" fmla="*/ 648711 h 1640259"/>
                        <a:gd name="connsiteX9-875" fmla="*/ 372197 w 580141"/>
                        <a:gd name="connsiteY9-876" fmla="*/ 546723 h 1640259"/>
                        <a:gd name="connsiteX10-877" fmla="*/ 521176 w 580141"/>
                        <a:gd name="connsiteY10-878" fmla="*/ 666226 h 1640259"/>
                        <a:gd name="connsiteX11-879" fmla="*/ 508896 w 580141"/>
                        <a:gd name="connsiteY11-880" fmla="*/ 846271 h 1640259"/>
                        <a:gd name="connsiteX12-881" fmla="*/ 270832 w 580141"/>
                        <a:gd name="connsiteY12-882" fmla="*/ 673942 h 1640259"/>
                        <a:gd name="connsiteX13-883" fmla="*/ 501344 w 580141"/>
                        <a:gd name="connsiteY13-884" fmla="*/ 870712 h 1640259"/>
                        <a:gd name="connsiteX14-885" fmla="*/ 484201 w 580141"/>
                        <a:gd name="connsiteY14-886" fmla="*/ 1018658 h 1640259"/>
                        <a:gd name="connsiteX15-887" fmla="*/ 184579 w 580141"/>
                        <a:gd name="connsiteY15-888" fmla="*/ 796670 h 1640259"/>
                        <a:gd name="connsiteX16-889" fmla="*/ 479002 w 580141"/>
                        <a:gd name="connsiteY16-890" fmla="*/ 1055860 h 1640259"/>
                        <a:gd name="connsiteX17-891" fmla="*/ 474625 w 580141"/>
                        <a:gd name="connsiteY17-892" fmla="*/ 1200922 h 1640259"/>
                        <a:gd name="connsiteX18-893" fmla="*/ 119129 w 580141"/>
                        <a:gd name="connsiteY18-894" fmla="*/ 944197 h 1640259"/>
                        <a:gd name="connsiteX19-895" fmla="*/ 467006 w 580141"/>
                        <a:gd name="connsiteY19-896" fmla="*/ 1229607 h 1640259"/>
                        <a:gd name="connsiteX20-897" fmla="*/ 519836 w 580141"/>
                        <a:gd name="connsiteY20-898" fmla="*/ 1425369 h 1640259"/>
                        <a:gd name="connsiteX21-899" fmla="*/ 184579 w 580141"/>
                        <a:gd name="connsiteY21-900" fmla="*/ 1187390 h 1640259"/>
                        <a:gd name="connsiteX22-901" fmla="*/ 509865 w 580141"/>
                        <a:gd name="connsiteY22-902" fmla="*/ 1442400 h 1640259"/>
                        <a:gd name="connsiteX23-903" fmla="*/ 552481 w 580141"/>
                        <a:gd name="connsiteY23-904" fmla="*/ 1640067 h 1640259"/>
                        <a:gd name="connsiteX24-905" fmla="*/ 103908 w 580141"/>
                        <a:gd name="connsiteY24-906" fmla="*/ 1412002 h 1640259"/>
                        <a:gd name="connsiteX25-907" fmla="*/ 550099 w 580141"/>
                        <a:gd name="connsiteY25-908" fmla="*/ 54739 h 1640259"/>
                        <a:gd name="connsiteX0-909" fmla="*/ 550099 w 580141"/>
                        <a:gd name="connsiteY0-910" fmla="*/ 54739 h 1640259"/>
                        <a:gd name="connsiteX1-911" fmla="*/ 536842 w 580141"/>
                        <a:gd name="connsiteY1-912" fmla="*/ 262901 h 1640259"/>
                        <a:gd name="connsiteX2-913" fmla="*/ 550454 w 580141"/>
                        <a:gd name="connsiteY2-914" fmla="*/ 290825 h 1640259"/>
                        <a:gd name="connsiteX3-915" fmla="*/ 488816 w 580141"/>
                        <a:gd name="connsiteY3-916" fmla="*/ 248282 h 1640259"/>
                        <a:gd name="connsiteX4-917" fmla="*/ 532877 w 580141"/>
                        <a:gd name="connsiteY4-918" fmla="*/ 296148 h 1640259"/>
                        <a:gd name="connsiteX5-919" fmla="*/ 528440 w 580141"/>
                        <a:gd name="connsiteY5-920" fmla="*/ 449834 h 1640259"/>
                        <a:gd name="connsiteX6-921" fmla="*/ 440807 w 580141"/>
                        <a:gd name="connsiteY6-922" fmla="*/ 401948 h 1640259"/>
                        <a:gd name="connsiteX7-923" fmla="*/ 530748 w 580141"/>
                        <a:gd name="connsiteY7-924" fmla="*/ 481883 h 1640259"/>
                        <a:gd name="connsiteX8-925" fmla="*/ 523630 w 580141"/>
                        <a:gd name="connsiteY8-926" fmla="*/ 648711 h 1640259"/>
                        <a:gd name="connsiteX9-927" fmla="*/ 372197 w 580141"/>
                        <a:gd name="connsiteY9-928" fmla="*/ 546723 h 1640259"/>
                        <a:gd name="connsiteX10-929" fmla="*/ 521176 w 580141"/>
                        <a:gd name="connsiteY10-930" fmla="*/ 666226 h 1640259"/>
                        <a:gd name="connsiteX11-931" fmla="*/ 508896 w 580141"/>
                        <a:gd name="connsiteY11-932" fmla="*/ 846271 h 1640259"/>
                        <a:gd name="connsiteX12-933" fmla="*/ 270832 w 580141"/>
                        <a:gd name="connsiteY12-934" fmla="*/ 673942 h 1640259"/>
                        <a:gd name="connsiteX13-935" fmla="*/ 501344 w 580141"/>
                        <a:gd name="connsiteY13-936" fmla="*/ 870712 h 1640259"/>
                        <a:gd name="connsiteX14-937" fmla="*/ 484201 w 580141"/>
                        <a:gd name="connsiteY14-938" fmla="*/ 1018658 h 1640259"/>
                        <a:gd name="connsiteX15-939" fmla="*/ 184579 w 580141"/>
                        <a:gd name="connsiteY15-940" fmla="*/ 796670 h 1640259"/>
                        <a:gd name="connsiteX16-941" fmla="*/ 479002 w 580141"/>
                        <a:gd name="connsiteY16-942" fmla="*/ 1055860 h 1640259"/>
                        <a:gd name="connsiteX17-943" fmla="*/ 474625 w 580141"/>
                        <a:gd name="connsiteY17-944" fmla="*/ 1200922 h 1640259"/>
                        <a:gd name="connsiteX18-945" fmla="*/ 119129 w 580141"/>
                        <a:gd name="connsiteY18-946" fmla="*/ 944197 h 1640259"/>
                        <a:gd name="connsiteX19-947" fmla="*/ 467006 w 580141"/>
                        <a:gd name="connsiteY19-948" fmla="*/ 1229607 h 1640259"/>
                        <a:gd name="connsiteX20-949" fmla="*/ 519836 w 580141"/>
                        <a:gd name="connsiteY20-950" fmla="*/ 1425369 h 1640259"/>
                        <a:gd name="connsiteX21-951" fmla="*/ 184579 w 580141"/>
                        <a:gd name="connsiteY21-952" fmla="*/ 1187390 h 1640259"/>
                        <a:gd name="connsiteX22-953" fmla="*/ 480050 w 580141"/>
                        <a:gd name="connsiteY22-954" fmla="*/ 1411796 h 1640259"/>
                        <a:gd name="connsiteX23-955" fmla="*/ 552481 w 580141"/>
                        <a:gd name="connsiteY23-956" fmla="*/ 1640067 h 1640259"/>
                        <a:gd name="connsiteX24-957" fmla="*/ 103908 w 580141"/>
                        <a:gd name="connsiteY24-958" fmla="*/ 1412002 h 1640259"/>
                        <a:gd name="connsiteX25-959" fmla="*/ 550099 w 580141"/>
                        <a:gd name="connsiteY25-960" fmla="*/ 54739 h 1640259"/>
                        <a:gd name="connsiteX0-961" fmla="*/ 550099 w 580141"/>
                        <a:gd name="connsiteY0-962" fmla="*/ 54739 h 1640259"/>
                        <a:gd name="connsiteX1-963" fmla="*/ 536842 w 580141"/>
                        <a:gd name="connsiteY1-964" fmla="*/ 262901 h 1640259"/>
                        <a:gd name="connsiteX2-965" fmla="*/ 550454 w 580141"/>
                        <a:gd name="connsiteY2-966" fmla="*/ 290825 h 1640259"/>
                        <a:gd name="connsiteX3-967" fmla="*/ 488816 w 580141"/>
                        <a:gd name="connsiteY3-968" fmla="*/ 248282 h 1640259"/>
                        <a:gd name="connsiteX4-969" fmla="*/ 532877 w 580141"/>
                        <a:gd name="connsiteY4-970" fmla="*/ 296148 h 1640259"/>
                        <a:gd name="connsiteX5-971" fmla="*/ 528440 w 580141"/>
                        <a:gd name="connsiteY5-972" fmla="*/ 449834 h 1640259"/>
                        <a:gd name="connsiteX6-973" fmla="*/ 440807 w 580141"/>
                        <a:gd name="connsiteY6-974" fmla="*/ 401948 h 1640259"/>
                        <a:gd name="connsiteX7-975" fmla="*/ 530748 w 580141"/>
                        <a:gd name="connsiteY7-976" fmla="*/ 481883 h 1640259"/>
                        <a:gd name="connsiteX8-977" fmla="*/ 523630 w 580141"/>
                        <a:gd name="connsiteY8-978" fmla="*/ 648711 h 1640259"/>
                        <a:gd name="connsiteX9-979" fmla="*/ 372197 w 580141"/>
                        <a:gd name="connsiteY9-980" fmla="*/ 546723 h 1640259"/>
                        <a:gd name="connsiteX10-981" fmla="*/ 521176 w 580141"/>
                        <a:gd name="connsiteY10-982" fmla="*/ 666226 h 1640259"/>
                        <a:gd name="connsiteX11-983" fmla="*/ 508896 w 580141"/>
                        <a:gd name="connsiteY11-984" fmla="*/ 846271 h 1640259"/>
                        <a:gd name="connsiteX12-985" fmla="*/ 270832 w 580141"/>
                        <a:gd name="connsiteY12-986" fmla="*/ 673942 h 1640259"/>
                        <a:gd name="connsiteX13-987" fmla="*/ 501344 w 580141"/>
                        <a:gd name="connsiteY13-988" fmla="*/ 870712 h 1640259"/>
                        <a:gd name="connsiteX14-989" fmla="*/ 484201 w 580141"/>
                        <a:gd name="connsiteY14-990" fmla="*/ 1018658 h 1640259"/>
                        <a:gd name="connsiteX15-991" fmla="*/ 184579 w 580141"/>
                        <a:gd name="connsiteY15-992" fmla="*/ 796670 h 1640259"/>
                        <a:gd name="connsiteX16-993" fmla="*/ 479002 w 580141"/>
                        <a:gd name="connsiteY16-994" fmla="*/ 1055860 h 1640259"/>
                        <a:gd name="connsiteX17-995" fmla="*/ 474625 w 580141"/>
                        <a:gd name="connsiteY17-996" fmla="*/ 1200922 h 1640259"/>
                        <a:gd name="connsiteX18-997" fmla="*/ 119129 w 580141"/>
                        <a:gd name="connsiteY18-998" fmla="*/ 944197 h 1640259"/>
                        <a:gd name="connsiteX19-999" fmla="*/ 467006 w 580141"/>
                        <a:gd name="connsiteY19-1000" fmla="*/ 1229607 h 1640259"/>
                        <a:gd name="connsiteX20-1001" fmla="*/ 487405 w 580141"/>
                        <a:gd name="connsiteY20-1002" fmla="*/ 1402284 h 1640259"/>
                        <a:gd name="connsiteX21-1003" fmla="*/ 184579 w 580141"/>
                        <a:gd name="connsiteY21-1004" fmla="*/ 1187390 h 1640259"/>
                        <a:gd name="connsiteX22-1005" fmla="*/ 480050 w 580141"/>
                        <a:gd name="connsiteY22-1006" fmla="*/ 1411796 h 1640259"/>
                        <a:gd name="connsiteX23-1007" fmla="*/ 552481 w 580141"/>
                        <a:gd name="connsiteY23-1008" fmla="*/ 1640067 h 1640259"/>
                        <a:gd name="connsiteX24-1009" fmla="*/ 103908 w 580141"/>
                        <a:gd name="connsiteY24-1010" fmla="*/ 1412002 h 1640259"/>
                        <a:gd name="connsiteX25-1011" fmla="*/ 550099 w 580141"/>
                        <a:gd name="connsiteY25-1012" fmla="*/ 54739 h 1640259"/>
                        <a:gd name="connsiteX0-1013" fmla="*/ 550099 w 580141"/>
                        <a:gd name="connsiteY0-1014" fmla="*/ 54739 h 1640259"/>
                        <a:gd name="connsiteX1-1015" fmla="*/ 536842 w 580141"/>
                        <a:gd name="connsiteY1-1016" fmla="*/ 262901 h 1640259"/>
                        <a:gd name="connsiteX2-1017" fmla="*/ 550454 w 580141"/>
                        <a:gd name="connsiteY2-1018" fmla="*/ 290825 h 1640259"/>
                        <a:gd name="connsiteX3-1019" fmla="*/ 488816 w 580141"/>
                        <a:gd name="connsiteY3-1020" fmla="*/ 248282 h 1640259"/>
                        <a:gd name="connsiteX4-1021" fmla="*/ 532877 w 580141"/>
                        <a:gd name="connsiteY4-1022" fmla="*/ 296148 h 1640259"/>
                        <a:gd name="connsiteX5-1023" fmla="*/ 528440 w 580141"/>
                        <a:gd name="connsiteY5-1024" fmla="*/ 449834 h 1640259"/>
                        <a:gd name="connsiteX6-1025" fmla="*/ 440807 w 580141"/>
                        <a:gd name="connsiteY6-1026" fmla="*/ 401948 h 1640259"/>
                        <a:gd name="connsiteX7-1027" fmla="*/ 530748 w 580141"/>
                        <a:gd name="connsiteY7-1028" fmla="*/ 481883 h 1640259"/>
                        <a:gd name="connsiteX8-1029" fmla="*/ 523630 w 580141"/>
                        <a:gd name="connsiteY8-1030" fmla="*/ 648711 h 1640259"/>
                        <a:gd name="connsiteX9-1031" fmla="*/ 372197 w 580141"/>
                        <a:gd name="connsiteY9-1032" fmla="*/ 546723 h 1640259"/>
                        <a:gd name="connsiteX10-1033" fmla="*/ 521176 w 580141"/>
                        <a:gd name="connsiteY10-1034" fmla="*/ 666226 h 1640259"/>
                        <a:gd name="connsiteX11-1035" fmla="*/ 508896 w 580141"/>
                        <a:gd name="connsiteY11-1036" fmla="*/ 846271 h 1640259"/>
                        <a:gd name="connsiteX12-1037" fmla="*/ 270832 w 580141"/>
                        <a:gd name="connsiteY12-1038" fmla="*/ 673942 h 1640259"/>
                        <a:gd name="connsiteX13-1039" fmla="*/ 501344 w 580141"/>
                        <a:gd name="connsiteY13-1040" fmla="*/ 870712 h 1640259"/>
                        <a:gd name="connsiteX14-1041" fmla="*/ 484201 w 580141"/>
                        <a:gd name="connsiteY14-1042" fmla="*/ 1018658 h 1640259"/>
                        <a:gd name="connsiteX15-1043" fmla="*/ 184579 w 580141"/>
                        <a:gd name="connsiteY15-1044" fmla="*/ 796670 h 1640259"/>
                        <a:gd name="connsiteX16-1045" fmla="*/ 479002 w 580141"/>
                        <a:gd name="connsiteY16-1046" fmla="*/ 1055860 h 1640259"/>
                        <a:gd name="connsiteX17-1047" fmla="*/ 474625 w 580141"/>
                        <a:gd name="connsiteY17-1048" fmla="*/ 1200922 h 1640259"/>
                        <a:gd name="connsiteX18-1049" fmla="*/ 119129 w 580141"/>
                        <a:gd name="connsiteY18-1050" fmla="*/ 944197 h 1640259"/>
                        <a:gd name="connsiteX19-1051" fmla="*/ 467006 w 580141"/>
                        <a:gd name="connsiteY19-1052" fmla="*/ 1229607 h 1640259"/>
                        <a:gd name="connsiteX20-1053" fmla="*/ 480083 w 580141"/>
                        <a:gd name="connsiteY20-1054" fmla="*/ 1384563 h 1640259"/>
                        <a:gd name="connsiteX21-1055" fmla="*/ 184579 w 580141"/>
                        <a:gd name="connsiteY21-1056" fmla="*/ 1187390 h 1640259"/>
                        <a:gd name="connsiteX22-1057" fmla="*/ 480050 w 580141"/>
                        <a:gd name="connsiteY22-1058" fmla="*/ 1411796 h 1640259"/>
                        <a:gd name="connsiteX23-1059" fmla="*/ 552481 w 580141"/>
                        <a:gd name="connsiteY23-1060" fmla="*/ 1640067 h 1640259"/>
                        <a:gd name="connsiteX24-1061" fmla="*/ 103908 w 580141"/>
                        <a:gd name="connsiteY24-1062" fmla="*/ 1412002 h 1640259"/>
                        <a:gd name="connsiteX25-1063" fmla="*/ 550099 w 580141"/>
                        <a:gd name="connsiteY25-1064" fmla="*/ 54739 h 1640259"/>
                        <a:gd name="connsiteX0-1065" fmla="*/ 550099 w 580141"/>
                        <a:gd name="connsiteY0-1066" fmla="*/ 54739 h 1640259"/>
                        <a:gd name="connsiteX1-1067" fmla="*/ 536842 w 580141"/>
                        <a:gd name="connsiteY1-1068" fmla="*/ 262901 h 1640259"/>
                        <a:gd name="connsiteX2-1069" fmla="*/ 550454 w 580141"/>
                        <a:gd name="connsiteY2-1070" fmla="*/ 290825 h 1640259"/>
                        <a:gd name="connsiteX3-1071" fmla="*/ 488816 w 580141"/>
                        <a:gd name="connsiteY3-1072" fmla="*/ 248282 h 1640259"/>
                        <a:gd name="connsiteX4-1073" fmla="*/ 532877 w 580141"/>
                        <a:gd name="connsiteY4-1074" fmla="*/ 296148 h 1640259"/>
                        <a:gd name="connsiteX5-1075" fmla="*/ 528440 w 580141"/>
                        <a:gd name="connsiteY5-1076" fmla="*/ 449834 h 1640259"/>
                        <a:gd name="connsiteX6-1077" fmla="*/ 440807 w 580141"/>
                        <a:gd name="connsiteY6-1078" fmla="*/ 401948 h 1640259"/>
                        <a:gd name="connsiteX7-1079" fmla="*/ 530748 w 580141"/>
                        <a:gd name="connsiteY7-1080" fmla="*/ 481883 h 1640259"/>
                        <a:gd name="connsiteX8-1081" fmla="*/ 523630 w 580141"/>
                        <a:gd name="connsiteY8-1082" fmla="*/ 648711 h 1640259"/>
                        <a:gd name="connsiteX9-1083" fmla="*/ 372197 w 580141"/>
                        <a:gd name="connsiteY9-1084" fmla="*/ 546723 h 1640259"/>
                        <a:gd name="connsiteX10-1085" fmla="*/ 498617 w 580141"/>
                        <a:gd name="connsiteY10-1086" fmla="*/ 658378 h 1640259"/>
                        <a:gd name="connsiteX11-1087" fmla="*/ 508896 w 580141"/>
                        <a:gd name="connsiteY11-1088" fmla="*/ 846271 h 1640259"/>
                        <a:gd name="connsiteX12-1089" fmla="*/ 270832 w 580141"/>
                        <a:gd name="connsiteY12-1090" fmla="*/ 673942 h 1640259"/>
                        <a:gd name="connsiteX13-1091" fmla="*/ 501344 w 580141"/>
                        <a:gd name="connsiteY13-1092" fmla="*/ 870712 h 1640259"/>
                        <a:gd name="connsiteX14-1093" fmla="*/ 484201 w 580141"/>
                        <a:gd name="connsiteY14-1094" fmla="*/ 1018658 h 1640259"/>
                        <a:gd name="connsiteX15-1095" fmla="*/ 184579 w 580141"/>
                        <a:gd name="connsiteY15-1096" fmla="*/ 796670 h 1640259"/>
                        <a:gd name="connsiteX16-1097" fmla="*/ 479002 w 580141"/>
                        <a:gd name="connsiteY16-1098" fmla="*/ 1055860 h 1640259"/>
                        <a:gd name="connsiteX17-1099" fmla="*/ 474625 w 580141"/>
                        <a:gd name="connsiteY17-1100" fmla="*/ 1200922 h 1640259"/>
                        <a:gd name="connsiteX18-1101" fmla="*/ 119129 w 580141"/>
                        <a:gd name="connsiteY18-1102" fmla="*/ 944197 h 1640259"/>
                        <a:gd name="connsiteX19-1103" fmla="*/ 467006 w 580141"/>
                        <a:gd name="connsiteY19-1104" fmla="*/ 1229607 h 1640259"/>
                        <a:gd name="connsiteX20-1105" fmla="*/ 480083 w 580141"/>
                        <a:gd name="connsiteY20-1106" fmla="*/ 1384563 h 1640259"/>
                        <a:gd name="connsiteX21-1107" fmla="*/ 184579 w 580141"/>
                        <a:gd name="connsiteY21-1108" fmla="*/ 1187390 h 1640259"/>
                        <a:gd name="connsiteX22-1109" fmla="*/ 480050 w 580141"/>
                        <a:gd name="connsiteY22-1110" fmla="*/ 1411796 h 1640259"/>
                        <a:gd name="connsiteX23-1111" fmla="*/ 552481 w 580141"/>
                        <a:gd name="connsiteY23-1112" fmla="*/ 1640067 h 1640259"/>
                        <a:gd name="connsiteX24-1113" fmla="*/ 103908 w 580141"/>
                        <a:gd name="connsiteY24-1114" fmla="*/ 1412002 h 1640259"/>
                        <a:gd name="connsiteX25-1115" fmla="*/ 550099 w 580141"/>
                        <a:gd name="connsiteY25-1116" fmla="*/ 54739 h 1640259"/>
                        <a:gd name="connsiteX0-1117" fmla="*/ 550099 w 580141"/>
                        <a:gd name="connsiteY0-1118" fmla="*/ 54739 h 1640259"/>
                        <a:gd name="connsiteX1-1119" fmla="*/ 536842 w 580141"/>
                        <a:gd name="connsiteY1-1120" fmla="*/ 262901 h 1640259"/>
                        <a:gd name="connsiteX2-1121" fmla="*/ 550454 w 580141"/>
                        <a:gd name="connsiteY2-1122" fmla="*/ 290825 h 1640259"/>
                        <a:gd name="connsiteX3-1123" fmla="*/ 488816 w 580141"/>
                        <a:gd name="connsiteY3-1124" fmla="*/ 248282 h 1640259"/>
                        <a:gd name="connsiteX4-1125" fmla="*/ 532877 w 580141"/>
                        <a:gd name="connsiteY4-1126" fmla="*/ 296148 h 1640259"/>
                        <a:gd name="connsiteX5-1127" fmla="*/ 528440 w 580141"/>
                        <a:gd name="connsiteY5-1128" fmla="*/ 449834 h 1640259"/>
                        <a:gd name="connsiteX6-1129" fmla="*/ 440807 w 580141"/>
                        <a:gd name="connsiteY6-1130" fmla="*/ 401948 h 1640259"/>
                        <a:gd name="connsiteX7-1131" fmla="*/ 530748 w 580141"/>
                        <a:gd name="connsiteY7-1132" fmla="*/ 481883 h 1640259"/>
                        <a:gd name="connsiteX8-1133" fmla="*/ 498587 w 580141"/>
                        <a:gd name="connsiteY8-1134" fmla="*/ 638313 h 1640259"/>
                        <a:gd name="connsiteX9-1135" fmla="*/ 372197 w 580141"/>
                        <a:gd name="connsiteY9-1136" fmla="*/ 546723 h 1640259"/>
                        <a:gd name="connsiteX10-1137" fmla="*/ 498617 w 580141"/>
                        <a:gd name="connsiteY10-1138" fmla="*/ 658378 h 1640259"/>
                        <a:gd name="connsiteX11-1139" fmla="*/ 508896 w 580141"/>
                        <a:gd name="connsiteY11-1140" fmla="*/ 846271 h 1640259"/>
                        <a:gd name="connsiteX12-1141" fmla="*/ 270832 w 580141"/>
                        <a:gd name="connsiteY12-1142" fmla="*/ 673942 h 1640259"/>
                        <a:gd name="connsiteX13-1143" fmla="*/ 501344 w 580141"/>
                        <a:gd name="connsiteY13-1144" fmla="*/ 870712 h 1640259"/>
                        <a:gd name="connsiteX14-1145" fmla="*/ 484201 w 580141"/>
                        <a:gd name="connsiteY14-1146" fmla="*/ 1018658 h 1640259"/>
                        <a:gd name="connsiteX15-1147" fmla="*/ 184579 w 580141"/>
                        <a:gd name="connsiteY15-1148" fmla="*/ 796670 h 1640259"/>
                        <a:gd name="connsiteX16-1149" fmla="*/ 479002 w 580141"/>
                        <a:gd name="connsiteY16-1150" fmla="*/ 1055860 h 1640259"/>
                        <a:gd name="connsiteX17-1151" fmla="*/ 474625 w 580141"/>
                        <a:gd name="connsiteY17-1152" fmla="*/ 1200922 h 1640259"/>
                        <a:gd name="connsiteX18-1153" fmla="*/ 119129 w 580141"/>
                        <a:gd name="connsiteY18-1154" fmla="*/ 944197 h 1640259"/>
                        <a:gd name="connsiteX19-1155" fmla="*/ 467006 w 580141"/>
                        <a:gd name="connsiteY19-1156" fmla="*/ 1229607 h 1640259"/>
                        <a:gd name="connsiteX20-1157" fmla="*/ 480083 w 580141"/>
                        <a:gd name="connsiteY20-1158" fmla="*/ 1384563 h 1640259"/>
                        <a:gd name="connsiteX21-1159" fmla="*/ 184579 w 580141"/>
                        <a:gd name="connsiteY21-1160" fmla="*/ 1187390 h 1640259"/>
                        <a:gd name="connsiteX22-1161" fmla="*/ 480050 w 580141"/>
                        <a:gd name="connsiteY22-1162" fmla="*/ 1411796 h 1640259"/>
                        <a:gd name="connsiteX23-1163" fmla="*/ 552481 w 580141"/>
                        <a:gd name="connsiteY23-1164" fmla="*/ 1640067 h 1640259"/>
                        <a:gd name="connsiteX24-1165" fmla="*/ 103908 w 580141"/>
                        <a:gd name="connsiteY24-1166" fmla="*/ 1412002 h 1640259"/>
                        <a:gd name="connsiteX25-1167" fmla="*/ 550099 w 580141"/>
                        <a:gd name="connsiteY25-1168" fmla="*/ 54739 h 1640259"/>
                        <a:gd name="connsiteX0-1169" fmla="*/ 550099 w 580141"/>
                        <a:gd name="connsiteY0-1170" fmla="*/ 54739 h 1640259"/>
                        <a:gd name="connsiteX1-1171" fmla="*/ 536842 w 580141"/>
                        <a:gd name="connsiteY1-1172" fmla="*/ 262901 h 1640259"/>
                        <a:gd name="connsiteX2-1173" fmla="*/ 550454 w 580141"/>
                        <a:gd name="connsiteY2-1174" fmla="*/ 290825 h 1640259"/>
                        <a:gd name="connsiteX3-1175" fmla="*/ 488816 w 580141"/>
                        <a:gd name="connsiteY3-1176" fmla="*/ 248282 h 1640259"/>
                        <a:gd name="connsiteX4-1177" fmla="*/ 532877 w 580141"/>
                        <a:gd name="connsiteY4-1178" fmla="*/ 296148 h 1640259"/>
                        <a:gd name="connsiteX5-1179" fmla="*/ 528440 w 580141"/>
                        <a:gd name="connsiteY5-1180" fmla="*/ 449834 h 1640259"/>
                        <a:gd name="connsiteX6-1181" fmla="*/ 440807 w 580141"/>
                        <a:gd name="connsiteY6-1182" fmla="*/ 401948 h 1640259"/>
                        <a:gd name="connsiteX7-1183" fmla="*/ 518260 w 580141"/>
                        <a:gd name="connsiteY7-1184" fmla="*/ 474167 h 1640259"/>
                        <a:gd name="connsiteX8-1185" fmla="*/ 498587 w 580141"/>
                        <a:gd name="connsiteY8-1186" fmla="*/ 638313 h 1640259"/>
                        <a:gd name="connsiteX9-1187" fmla="*/ 372197 w 580141"/>
                        <a:gd name="connsiteY9-1188" fmla="*/ 546723 h 1640259"/>
                        <a:gd name="connsiteX10-1189" fmla="*/ 498617 w 580141"/>
                        <a:gd name="connsiteY10-1190" fmla="*/ 658378 h 1640259"/>
                        <a:gd name="connsiteX11-1191" fmla="*/ 508896 w 580141"/>
                        <a:gd name="connsiteY11-1192" fmla="*/ 846271 h 1640259"/>
                        <a:gd name="connsiteX12-1193" fmla="*/ 270832 w 580141"/>
                        <a:gd name="connsiteY12-1194" fmla="*/ 673942 h 1640259"/>
                        <a:gd name="connsiteX13-1195" fmla="*/ 501344 w 580141"/>
                        <a:gd name="connsiteY13-1196" fmla="*/ 870712 h 1640259"/>
                        <a:gd name="connsiteX14-1197" fmla="*/ 484201 w 580141"/>
                        <a:gd name="connsiteY14-1198" fmla="*/ 1018658 h 1640259"/>
                        <a:gd name="connsiteX15-1199" fmla="*/ 184579 w 580141"/>
                        <a:gd name="connsiteY15-1200" fmla="*/ 796670 h 1640259"/>
                        <a:gd name="connsiteX16-1201" fmla="*/ 479002 w 580141"/>
                        <a:gd name="connsiteY16-1202" fmla="*/ 1055860 h 1640259"/>
                        <a:gd name="connsiteX17-1203" fmla="*/ 474625 w 580141"/>
                        <a:gd name="connsiteY17-1204" fmla="*/ 1200922 h 1640259"/>
                        <a:gd name="connsiteX18-1205" fmla="*/ 119129 w 580141"/>
                        <a:gd name="connsiteY18-1206" fmla="*/ 944197 h 1640259"/>
                        <a:gd name="connsiteX19-1207" fmla="*/ 467006 w 580141"/>
                        <a:gd name="connsiteY19-1208" fmla="*/ 1229607 h 1640259"/>
                        <a:gd name="connsiteX20-1209" fmla="*/ 480083 w 580141"/>
                        <a:gd name="connsiteY20-1210" fmla="*/ 1384563 h 1640259"/>
                        <a:gd name="connsiteX21-1211" fmla="*/ 184579 w 580141"/>
                        <a:gd name="connsiteY21-1212" fmla="*/ 1187390 h 1640259"/>
                        <a:gd name="connsiteX22-1213" fmla="*/ 480050 w 580141"/>
                        <a:gd name="connsiteY22-1214" fmla="*/ 1411796 h 1640259"/>
                        <a:gd name="connsiteX23-1215" fmla="*/ 552481 w 580141"/>
                        <a:gd name="connsiteY23-1216" fmla="*/ 1640067 h 1640259"/>
                        <a:gd name="connsiteX24-1217" fmla="*/ 103908 w 580141"/>
                        <a:gd name="connsiteY24-1218" fmla="*/ 1412002 h 1640259"/>
                        <a:gd name="connsiteX25-1219" fmla="*/ 550099 w 580141"/>
                        <a:gd name="connsiteY25-1220" fmla="*/ 54739 h 1640259"/>
                        <a:gd name="connsiteX0-1221" fmla="*/ 550099 w 580141"/>
                        <a:gd name="connsiteY0-1222" fmla="*/ 54739 h 1640259"/>
                        <a:gd name="connsiteX1-1223" fmla="*/ 536842 w 580141"/>
                        <a:gd name="connsiteY1-1224" fmla="*/ 262901 h 1640259"/>
                        <a:gd name="connsiteX2-1225" fmla="*/ 550454 w 580141"/>
                        <a:gd name="connsiteY2-1226" fmla="*/ 290825 h 1640259"/>
                        <a:gd name="connsiteX3-1227" fmla="*/ 488816 w 580141"/>
                        <a:gd name="connsiteY3-1228" fmla="*/ 248282 h 1640259"/>
                        <a:gd name="connsiteX4-1229" fmla="*/ 532877 w 580141"/>
                        <a:gd name="connsiteY4-1230" fmla="*/ 296148 h 1640259"/>
                        <a:gd name="connsiteX5-1231" fmla="*/ 528440 w 580141"/>
                        <a:gd name="connsiteY5-1232" fmla="*/ 449834 h 1640259"/>
                        <a:gd name="connsiteX6-1233" fmla="*/ 440807 w 580141"/>
                        <a:gd name="connsiteY6-1234" fmla="*/ 401948 h 1640259"/>
                        <a:gd name="connsiteX7-1235" fmla="*/ 518260 w 580141"/>
                        <a:gd name="connsiteY7-1236" fmla="*/ 474167 h 1640259"/>
                        <a:gd name="connsiteX8-1237" fmla="*/ 498587 w 580141"/>
                        <a:gd name="connsiteY8-1238" fmla="*/ 638313 h 1640259"/>
                        <a:gd name="connsiteX9-1239" fmla="*/ 372197 w 580141"/>
                        <a:gd name="connsiteY9-1240" fmla="*/ 546723 h 1640259"/>
                        <a:gd name="connsiteX10-1241" fmla="*/ 498617 w 580141"/>
                        <a:gd name="connsiteY10-1242" fmla="*/ 658378 h 1640259"/>
                        <a:gd name="connsiteX11-1243" fmla="*/ 484050 w 580141"/>
                        <a:gd name="connsiteY11-1244" fmla="*/ 820768 h 1640259"/>
                        <a:gd name="connsiteX12-1245" fmla="*/ 270832 w 580141"/>
                        <a:gd name="connsiteY12-1246" fmla="*/ 673942 h 1640259"/>
                        <a:gd name="connsiteX13-1247" fmla="*/ 501344 w 580141"/>
                        <a:gd name="connsiteY13-1248" fmla="*/ 870712 h 1640259"/>
                        <a:gd name="connsiteX14-1249" fmla="*/ 484201 w 580141"/>
                        <a:gd name="connsiteY14-1250" fmla="*/ 1018658 h 1640259"/>
                        <a:gd name="connsiteX15-1251" fmla="*/ 184579 w 580141"/>
                        <a:gd name="connsiteY15-1252" fmla="*/ 796670 h 1640259"/>
                        <a:gd name="connsiteX16-1253" fmla="*/ 479002 w 580141"/>
                        <a:gd name="connsiteY16-1254" fmla="*/ 1055860 h 1640259"/>
                        <a:gd name="connsiteX17-1255" fmla="*/ 474625 w 580141"/>
                        <a:gd name="connsiteY17-1256" fmla="*/ 1200922 h 1640259"/>
                        <a:gd name="connsiteX18-1257" fmla="*/ 119129 w 580141"/>
                        <a:gd name="connsiteY18-1258" fmla="*/ 944197 h 1640259"/>
                        <a:gd name="connsiteX19-1259" fmla="*/ 467006 w 580141"/>
                        <a:gd name="connsiteY19-1260" fmla="*/ 1229607 h 1640259"/>
                        <a:gd name="connsiteX20-1261" fmla="*/ 480083 w 580141"/>
                        <a:gd name="connsiteY20-1262" fmla="*/ 1384563 h 1640259"/>
                        <a:gd name="connsiteX21-1263" fmla="*/ 184579 w 580141"/>
                        <a:gd name="connsiteY21-1264" fmla="*/ 1187390 h 1640259"/>
                        <a:gd name="connsiteX22-1265" fmla="*/ 480050 w 580141"/>
                        <a:gd name="connsiteY22-1266" fmla="*/ 1411796 h 1640259"/>
                        <a:gd name="connsiteX23-1267" fmla="*/ 552481 w 580141"/>
                        <a:gd name="connsiteY23-1268" fmla="*/ 1640067 h 1640259"/>
                        <a:gd name="connsiteX24-1269" fmla="*/ 103908 w 580141"/>
                        <a:gd name="connsiteY24-1270" fmla="*/ 1412002 h 1640259"/>
                        <a:gd name="connsiteX25-1271" fmla="*/ 550099 w 580141"/>
                        <a:gd name="connsiteY25-1272" fmla="*/ 54739 h 1640259"/>
                        <a:gd name="connsiteX0-1273" fmla="*/ 550099 w 580141"/>
                        <a:gd name="connsiteY0-1274" fmla="*/ 54739 h 1640259"/>
                        <a:gd name="connsiteX1-1275" fmla="*/ 536842 w 580141"/>
                        <a:gd name="connsiteY1-1276" fmla="*/ 262901 h 1640259"/>
                        <a:gd name="connsiteX2-1277" fmla="*/ 550454 w 580141"/>
                        <a:gd name="connsiteY2-1278" fmla="*/ 290825 h 1640259"/>
                        <a:gd name="connsiteX3-1279" fmla="*/ 488816 w 580141"/>
                        <a:gd name="connsiteY3-1280" fmla="*/ 248282 h 1640259"/>
                        <a:gd name="connsiteX4-1281" fmla="*/ 532877 w 580141"/>
                        <a:gd name="connsiteY4-1282" fmla="*/ 296148 h 1640259"/>
                        <a:gd name="connsiteX5-1283" fmla="*/ 528440 w 580141"/>
                        <a:gd name="connsiteY5-1284" fmla="*/ 449834 h 1640259"/>
                        <a:gd name="connsiteX6-1285" fmla="*/ 440807 w 580141"/>
                        <a:gd name="connsiteY6-1286" fmla="*/ 401948 h 1640259"/>
                        <a:gd name="connsiteX7-1287" fmla="*/ 518260 w 580141"/>
                        <a:gd name="connsiteY7-1288" fmla="*/ 474167 h 1640259"/>
                        <a:gd name="connsiteX8-1289" fmla="*/ 498587 w 580141"/>
                        <a:gd name="connsiteY8-1290" fmla="*/ 638313 h 1640259"/>
                        <a:gd name="connsiteX9-1291" fmla="*/ 372197 w 580141"/>
                        <a:gd name="connsiteY9-1292" fmla="*/ 546723 h 1640259"/>
                        <a:gd name="connsiteX10-1293" fmla="*/ 498617 w 580141"/>
                        <a:gd name="connsiteY10-1294" fmla="*/ 658378 h 1640259"/>
                        <a:gd name="connsiteX11-1295" fmla="*/ 484050 w 580141"/>
                        <a:gd name="connsiteY11-1296" fmla="*/ 820768 h 1640259"/>
                        <a:gd name="connsiteX12-1297" fmla="*/ 270832 w 580141"/>
                        <a:gd name="connsiteY12-1298" fmla="*/ 673942 h 1640259"/>
                        <a:gd name="connsiteX13-1299" fmla="*/ 478917 w 580141"/>
                        <a:gd name="connsiteY13-1300" fmla="*/ 852794 h 1640259"/>
                        <a:gd name="connsiteX14-1301" fmla="*/ 484201 w 580141"/>
                        <a:gd name="connsiteY14-1302" fmla="*/ 1018658 h 1640259"/>
                        <a:gd name="connsiteX15-1303" fmla="*/ 184579 w 580141"/>
                        <a:gd name="connsiteY15-1304" fmla="*/ 796670 h 1640259"/>
                        <a:gd name="connsiteX16-1305" fmla="*/ 479002 w 580141"/>
                        <a:gd name="connsiteY16-1306" fmla="*/ 1055860 h 1640259"/>
                        <a:gd name="connsiteX17-1307" fmla="*/ 474625 w 580141"/>
                        <a:gd name="connsiteY17-1308" fmla="*/ 1200922 h 1640259"/>
                        <a:gd name="connsiteX18-1309" fmla="*/ 119129 w 580141"/>
                        <a:gd name="connsiteY18-1310" fmla="*/ 944197 h 1640259"/>
                        <a:gd name="connsiteX19-1311" fmla="*/ 467006 w 580141"/>
                        <a:gd name="connsiteY19-1312" fmla="*/ 1229607 h 1640259"/>
                        <a:gd name="connsiteX20-1313" fmla="*/ 480083 w 580141"/>
                        <a:gd name="connsiteY20-1314" fmla="*/ 1384563 h 1640259"/>
                        <a:gd name="connsiteX21-1315" fmla="*/ 184579 w 580141"/>
                        <a:gd name="connsiteY21-1316" fmla="*/ 1187390 h 1640259"/>
                        <a:gd name="connsiteX22-1317" fmla="*/ 480050 w 580141"/>
                        <a:gd name="connsiteY22-1318" fmla="*/ 1411796 h 1640259"/>
                        <a:gd name="connsiteX23-1319" fmla="*/ 552481 w 580141"/>
                        <a:gd name="connsiteY23-1320" fmla="*/ 1640067 h 1640259"/>
                        <a:gd name="connsiteX24-1321" fmla="*/ 103908 w 580141"/>
                        <a:gd name="connsiteY24-1322" fmla="*/ 1412002 h 1640259"/>
                        <a:gd name="connsiteX25-1323" fmla="*/ 550099 w 580141"/>
                        <a:gd name="connsiteY25-1324" fmla="*/ 54739 h 1640259"/>
                        <a:gd name="connsiteX0-1325" fmla="*/ 550099 w 580141"/>
                        <a:gd name="connsiteY0-1326" fmla="*/ 54739 h 1640259"/>
                        <a:gd name="connsiteX1-1327" fmla="*/ 536842 w 580141"/>
                        <a:gd name="connsiteY1-1328" fmla="*/ 262901 h 1640259"/>
                        <a:gd name="connsiteX2-1329" fmla="*/ 550454 w 580141"/>
                        <a:gd name="connsiteY2-1330" fmla="*/ 290825 h 1640259"/>
                        <a:gd name="connsiteX3-1331" fmla="*/ 488816 w 580141"/>
                        <a:gd name="connsiteY3-1332" fmla="*/ 248282 h 1640259"/>
                        <a:gd name="connsiteX4-1333" fmla="*/ 532877 w 580141"/>
                        <a:gd name="connsiteY4-1334" fmla="*/ 296148 h 1640259"/>
                        <a:gd name="connsiteX5-1335" fmla="*/ 528440 w 580141"/>
                        <a:gd name="connsiteY5-1336" fmla="*/ 449834 h 1640259"/>
                        <a:gd name="connsiteX6-1337" fmla="*/ 440807 w 580141"/>
                        <a:gd name="connsiteY6-1338" fmla="*/ 401948 h 1640259"/>
                        <a:gd name="connsiteX7-1339" fmla="*/ 518260 w 580141"/>
                        <a:gd name="connsiteY7-1340" fmla="*/ 474167 h 1640259"/>
                        <a:gd name="connsiteX8-1341" fmla="*/ 498587 w 580141"/>
                        <a:gd name="connsiteY8-1342" fmla="*/ 638313 h 1640259"/>
                        <a:gd name="connsiteX9-1343" fmla="*/ 372197 w 580141"/>
                        <a:gd name="connsiteY9-1344" fmla="*/ 546723 h 1640259"/>
                        <a:gd name="connsiteX10-1345" fmla="*/ 498617 w 580141"/>
                        <a:gd name="connsiteY10-1346" fmla="*/ 658378 h 1640259"/>
                        <a:gd name="connsiteX11-1347" fmla="*/ 484050 w 580141"/>
                        <a:gd name="connsiteY11-1348" fmla="*/ 820768 h 1640259"/>
                        <a:gd name="connsiteX12-1349" fmla="*/ 270832 w 580141"/>
                        <a:gd name="connsiteY12-1350" fmla="*/ 673942 h 1640259"/>
                        <a:gd name="connsiteX13-1351" fmla="*/ 478917 w 580141"/>
                        <a:gd name="connsiteY13-1352" fmla="*/ 852794 h 1640259"/>
                        <a:gd name="connsiteX14-1353" fmla="*/ 484201 w 580141"/>
                        <a:gd name="connsiteY14-1354" fmla="*/ 1018658 h 1640259"/>
                        <a:gd name="connsiteX15-1355" fmla="*/ 184579 w 580141"/>
                        <a:gd name="connsiteY15-1356" fmla="*/ 796670 h 1640259"/>
                        <a:gd name="connsiteX16-1357" fmla="*/ 479002 w 580141"/>
                        <a:gd name="connsiteY16-1358" fmla="*/ 1055860 h 1640259"/>
                        <a:gd name="connsiteX17-1359" fmla="*/ 459783 w 580141"/>
                        <a:gd name="connsiteY17-1360" fmla="*/ 1180585 h 1640259"/>
                        <a:gd name="connsiteX18-1361" fmla="*/ 119129 w 580141"/>
                        <a:gd name="connsiteY18-1362" fmla="*/ 944197 h 1640259"/>
                        <a:gd name="connsiteX19-1363" fmla="*/ 467006 w 580141"/>
                        <a:gd name="connsiteY19-1364" fmla="*/ 1229607 h 1640259"/>
                        <a:gd name="connsiteX20-1365" fmla="*/ 480083 w 580141"/>
                        <a:gd name="connsiteY20-1366" fmla="*/ 1384563 h 1640259"/>
                        <a:gd name="connsiteX21-1367" fmla="*/ 184579 w 580141"/>
                        <a:gd name="connsiteY21-1368" fmla="*/ 1187390 h 1640259"/>
                        <a:gd name="connsiteX22-1369" fmla="*/ 480050 w 580141"/>
                        <a:gd name="connsiteY22-1370" fmla="*/ 1411796 h 1640259"/>
                        <a:gd name="connsiteX23-1371" fmla="*/ 552481 w 580141"/>
                        <a:gd name="connsiteY23-1372" fmla="*/ 1640067 h 1640259"/>
                        <a:gd name="connsiteX24-1373" fmla="*/ 103908 w 580141"/>
                        <a:gd name="connsiteY24-1374" fmla="*/ 1412002 h 1640259"/>
                        <a:gd name="connsiteX25-1375" fmla="*/ 550099 w 580141"/>
                        <a:gd name="connsiteY25-1376" fmla="*/ 54739 h 1640259"/>
                        <a:gd name="connsiteX0-1377" fmla="*/ 550099 w 580141"/>
                        <a:gd name="connsiteY0-1378" fmla="*/ 54739 h 1640259"/>
                        <a:gd name="connsiteX1-1379" fmla="*/ 536842 w 580141"/>
                        <a:gd name="connsiteY1-1380" fmla="*/ 262901 h 1640259"/>
                        <a:gd name="connsiteX2-1381" fmla="*/ 550454 w 580141"/>
                        <a:gd name="connsiteY2-1382" fmla="*/ 290825 h 1640259"/>
                        <a:gd name="connsiteX3-1383" fmla="*/ 488816 w 580141"/>
                        <a:gd name="connsiteY3-1384" fmla="*/ 248282 h 1640259"/>
                        <a:gd name="connsiteX4-1385" fmla="*/ 532877 w 580141"/>
                        <a:gd name="connsiteY4-1386" fmla="*/ 296148 h 1640259"/>
                        <a:gd name="connsiteX5-1387" fmla="*/ 528440 w 580141"/>
                        <a:gd name="connsiteY5-1388" fmla="*/ 449834 h 1640259"/>
                        <a:gd name="connsiteX6-1389" fmla="*/ 440807 w 580141"/>
                        <a:gd name="connsiteY6-1390" fmla="*/ 401948 h 1640259"/>
                        <a:gd name="connsiteX7-1391" fmla="*/ 518260 w 580141"/>
                        <a:gd name="connsiteY7-1392" fmla="*/ 474167 h 1640259"/>
                        <a:gd name="connsiteX8-1393" fmla="*/ 498587 w 580141"/>
                        <a:gd name="connsiteY8-1394" fmla="*/ 638313 h 1640259"/>
                        <a:gd name="connsiteX9-1395" fmla="*/ 372197 w 580141"/>
                        <a:gd name="connsiteY9-1396" fmla="*/ 546723 h 1640259"/>
                        <a:gd name="connsiteX10-1397" fmla="*/ 498617 w 580141"/>
                        <a:gd name="connsiteY10-1398" fmla="*/ 658378 h 1640259"/>
                        <a:gd name="connsiteX11-1399" fmla="*/ 484050 w 580141"/>
                        <a:gd name="connsiteY11-1400" fmla="*/ 820768 h 1640259"/>
                        <a:gd name="connsiteX12-1401" fmla="*/ 270832 w 580141"/>
                        <a:gd name="connsiteY12-1402" fmla="*/ 673942 h 1640259"/>
                        <a:gd name="connsiteX13-1403" fmla="*/ 478917 w 580141"/>
                        <a:gd name="connsiteY13-1404" fmla="*/ 852794 h 1640259"/>
                        <a:gd name="connsiteX14-1405" fmla="*/ 484201 w 580141"/>
                        <a:gd name="connsiteY14-1406" fmla="*/ 1018658 h 1640259"/>
                        <a:gd name="connsiteX15-1407" fmla="*/ 184579 w 580141"/>
                        <a:gd name="connsiteY15-1408" fmla="*/ 796670 h 1640259"/>
                        <a:gd name="connsiteX16-1409" fmla="*/ 466579 w 580141"/>
                        <a:gd name="connsiteY16-1410" fmla="*/ 1043108 h 1640259"/>
                        <a:gd name="connsiteX17-1411" fmla="*/ 459783 w 580141"/>
                        <a:gd name="connsiteY17-1412" fmla="*/ 1180585 h 1640259"/>
                        <a:gd name="connsiteX18-1413" fmla="*/ 119129 w 580141"/>
                        <a:gd name="connsiteY18-1414" fmla="*/ 944197 h 1640259"/>
                        <a:gd name="connsiteX19-1415" fmla="*/ 467006 w 580141"/>
                        <a:gd name="connsiteY19-1416" fmla="*/ 1229607 h 1640259"/>
                        <a:gd name="connsiteX20-1417" fmla="*/ 480083 w 580141"/>
                        <a:gd name="connsiteY20-1418" fmla="*/ 1384563 h 1640259"/>
                        <a:gd name="connsiteX21-1419" fmla="*/ 184579 w 580141"/>
                        <a:gd name="connsiteY21-1420" fmla="*/ 1187390 h 1640259"/>
                        <a:gd name="connsiteX22-1421" fmla="*/ 480050 w 580141"/>
                        <a:gd name="connsiteY22-1422" fmla="*/ 1411796 h 1640259"/>
                        <a:gd name="connsiteX23-1423" fmla="*/ 552481 w 580141"/>
                        <a:gd name="connsiteY23-1424" fmla="*/ 1640067 h 1640259"/>
                        <a:gd name="connsiteX24-1425" fmla="*/ 103908 w 580141"/>
                        <a:gd name="connsiteY24-1426" fmla="*/ 1412002 h 1640259"/>
                        <a:gd name="connsiteX25-1427" fmla="*/ 550099 w 580141"/>
                        <a:gd name="connsiteY25-1428" fmla="*/ 54739 h 1640259"/>
                        <a:gd name="connsiteX0-1429" fmla="*/ 550099 w 580141"/>
                        <a:gd name="connsiteY0-1430" fmla="*/ 54739 h 1640259"/>
                        <a:gd name="connsiteX1-1431" fmla="*/ 536842 w 580141"/>
                        <a:gd name="connsiteY1-1432" fmla="*/ 262901 h 1640259"/>
                        <a:gd name="connsiteX2-1433" fmla="*/ 550454 w 580141"/>
                        <a:gd name="connsiteY2-1434" fmla="*/ 290825 h 1640259"/>
                        <a:gd name="connsiteX3-1435" fmla="*/ 488816 w 580141"/>
                        <a:gd name="connsiteY3-1436" fmla="*/ 248282 h 1640259"/>
                        <a:gd name="connsiteX4-1437" fmla="*/ 532877 w 580141"/>
                        <a:gd name="connsiteY4-1438" fmla="*/ 296148 h 1640259"/>
                        <a:gd name="connsiteX5-1439" fmla="*/ 528440 w 580141"/>
                        <a:gd name="connsiteY5-1440" fmla="*/ 449834 h 1640259"/>
                        <a:gd name="connsiteX6-1441" fmla="*/ 440807 w 580141"/>
                        <a:gd name="connsiteY6-1442" fmla="*/ 401948 h 1640259"/>
                        <a:gd name="connsiteX7-1443" fmla="*/ 518260 w 580141"/>
                        <a:gd name="connsiteY7-1444" fmla="*/ 474167 h 1640259"/>
                        <a:gd name="connsiteX8-1445" fmla="*/ 498587 w 580141"/>
                        <a:gd name="connsiteY8-1446" fmla="*/ 638313 h 1640259"/>
                        <a:gd name="connsiteX9-1447" fmla="*/ 372197 w 580141"/>
                        <a:gd name="connsiteY9-1448" fmla="*/ 546723 h 1640259"/>
                        <a:gd name="connsiteX10-1449" fmla="*/ 498617 w 580141"/>
                        <a:gd name="connsiteY10-1450" fmla="*/ 658378 h 1640259"/>
                        <a:gd name="connsiteX11-1451" fmla="*/ 484050 w 580141"/>
                        <a:gd name="connsiteY11-1452" fmla="*/ 820768 h 1640259"/>
                        <a:gd name="connsiteX12-1453" fmla="*/ 270832 w 580141"/>
                        <a:gd name="connsiteY12-1454" fmla="*/ 673942 h 1640259"/>
                        <a:gd name="connsiteX13-1455" fmla="*/ 478917 w 580141"/>
                        <a:gd name="connsiteY13-1456" fmla="*/ 852794 h 1640259"/>
                        <a:gd name="connsiteX14-1457" fmla="*/ 469294 w 580141"/>
                        <a:gd name="connsiteY14-1458" fmla="*/ 1003356 h 1640259"/>
                        <a:gd name="connsiteX15-1459" fmla="*/ 184579 w 580141"/>
                        <a:gd name="connsiteY15-1460" fmla="*/ 796670 h 1640259"/>
                        <a:gd name="connsiteX16-1461" fmla="*/ 466579 w 580141"/>
                        <a:gd name="connsiteY16-1462" fmla="*/ 1043108 h 1640259"/>
                        <a:gd name="connsiteX17-1463" fmla="*/ 459783 w 580141"/>
                        <a:gd name="connsiteY17-1464" fmla="*/ 1180585 h 1640259"/>
                        <a:gd name="connsiteX18-1465" fmla="*/ 119129 w 580141"/>
                        <a:gd name="connsiteY18-1466" fmla="*/ 944197 h 1640259"/>
                        <a:gd name="connsiteX19-1467" fmla="*/ 467006 w 580141"/>
                        <a:gd name="connsiteY19-1468" fmla="*/ 1229607 h 1640259"/>
                        <a:gd name="connsiteX20-1469" fmla="*/ 480083 w 580141"/>
                        <a:gd name="connsiteY20-1470" fmla="*/ 1384563 h 1640259"/>
                        <a:gd name="connsiteX21-1471" fmla="*/ 184579 w 580141"/>
                        <a:gd name="connsiteY21-1472" fmla="*/ 1187390 h 1640259"/>
                        <a:gd name="connsiteX22-1473" fmla="*/ 480050 w 580141"/>
                        <a:gd name="connsiteY22-1474" fmla="*/ 1411796 h 1640259"/>
                        <a:gd name="connsiteX23-1475" fmla="*/ 552481 w 580141"/>
                        <a:gd name="connsiteY23-1476" fmla="*/ 1640067 h 1640259"/>
                        <a:gd name="connsiteX24-1477" fmla="*/ 103908 w 580141"/>
                        <a:gd name="connsiteY24-1478" fmla="*/ 1412002 h 1640259"/>
                        <a:gd name="connsiteX25-1479" fmla="*/ 550099 w 580141"/>
                        <a:gd name="connsiteY25-1480" fmla="*/ 54739 h 1640259"/>
                        <a:gd name="connsiteX0-1481" fmla="*/ 550099 w 580141"/>
                        <a:gd name="connsiteY0-1482" fmla="*/ 54739 h 1640259"/>
                        <a:gd name="connsiteX1-1483" fmla="*/ 536842 w 580141"/>
                        <a:gd name="connsiteY1-1484" fmla="*/ 262901 h 1640259"/>
                        <a:gd name="connsiteX2-1485" fmla="*/ 550454 w 580141"/>
                        <a:gd name="connsiteY2-1486" fmla="*/ 290825 h 1640259"/>
                        <a:gd name="connsiteX3-1487" fmla="*/ 488816 w 580141"/>
                        <a:gd name="connsiteY3-1488" fmla="*/ 248282 h 1640259"/>
                        <a:gd name="connsiteX4-1489" fmla="*/ 532877 w 580141"/>
                        <a:gd name="connsiteY4-1490" fmla="*/ 296148 h 1640259"/>
                        <a:gd name="connsiteX5-1491" fmla="*/ 511048 w 580141"/>
                        <a:gd name="connsiteY5-1492" fmla="*/ 431982 h 1640259"/>
                        <a:gd name="connsiteX6-1493" fmla="*/ 440807 w 580141"/>
                        <a:gd name="connsiteY6-1494" fmla="*/ 401948 h 1640259"/>
                        <a:gd name="connsiteX7-1495" fmla="*/ 518260 w 580141"/>
                        <a:gd name="connsiteY7-1496" fmla="*/ 474167 h 1640259"/>
                        <a:gd name="connsiteX8-1497" fmla="*/ 498587 w 580141"/>
                        <a:gd name="connsiteY8-1498" fmla="*/ 638313 h 1640259"/>
                        <a:gd name="connsiteX9-1499" fmla="*/ 372197 w 580141"/>
                        <a:gd name="connsiteY9-1500" fmla="*/ 546723 h 1640259"/>
                        <a:gd name="connsiteX10-1501" fmla="*/ 498617 w 580141"/>
                        <a:gd name="connsiteY10-1502" fmla="*/ 658378 h 1640259"/>
                        <a:gd name="connsiteX11-1503" fmla="*/ 484050 w 580141"/>
                        <a:gd name="connsiteY11-1504" fmla="*/ 820768 h 1640259"/>
                        <a:gd name="connsiteX12-1505" fmla="*/ 270832 w 580141"/>
                        <a:gd name="connsiteY12-1506" fmla="*/ 673942 h 1640259"/>
                        <a:gd name="connsiteX13-1507" fmla="*/ 478917 w 580141"/>
                        <a:gd name="connsiteY13-1508" fmla="*/ 852794 h 1640259"/>
                        <a:gd name="connsiteX14-1509" fmla="*/ 469294 w 580141"/>
                        <a:gd name="connsiteY14-1510" fmla="*/ 1003356 h 1640259"/>
                        <a:gd name="connsiteX15-1511" fmla="*/ 184579 w 580141"/>
                        <a:gd name="connsiteY15-1512" fmla="*/ 796670 h 1640259"/>
                        <a:gd name="connsiteX16-1513" fmla="*/ 466579 w 580141"/>
                        <a:gd name="connsiteY16-1514" fmla="*/ 1043108 h 1640259"/>
                        <a:gd name="connsiteX17-1515" fmla="*/ 459783 w 580141"/>
                        <a:gd name="connsiteY17-1516" fmla="*/ 1180585 h 1640259"/>
                        <a:gd name="connsiteX18-1517" fmla="*/ 119129 w 580141"/>
                        <a:gd name="connsiteY18-1518" fmla="*/ 944197 h 1640259"/>
                        <a:gd name="connsiteX19-1519" fmla="*/ 467006 w 580141"/>
                        <a:gd name="connsiteY19-1520" fmla="*/ 1229607 h 1640259"/>
                        <a:gd name="connsiteX20-1521" fmla="*/ 480083 w 580141"/>
                        <a:gd name="connsiteY20-1522" fmla="*/ 1384563 h 1640259"/>
                        <a:gd name="connsiteX21-1523" fmla="*/ 184579 w 580141"/>
                        <a:gd name="connsiteY21-1524" fmla="*/ 1187390 h 1640259"/>
                        <a:gd name="connsiteX22-1525" fmla="*/ 480050 w 580141"/>
                        <a:gd name="connsiteY22-1526" fmla="*/ 1411796 h 1640259"/>
                        <a:gd name="connsiteX23-1527" fmla="*/ 552481 w 580141"/>
                        <a:gd name="connsiteY23-1528" fmla="*/ 1640067 h 1640259"/>
                        <a:gd name="connsiteX24-1529" fmla="*/ 103908 w 580141"/>
                        <a:gd name="connsiteY24-1530" fmla="*/ 1412002 h 1640259"/>
                        <a:gd name="connsiteX25-1531" fmla="*/ 550099 w 580141"/>
                        <a:gd name="connsiteY25-1532" fmla="*/ 54739 h 1640259"/>
                        <a:gd name="connsiteX0-1533" fmla="*/ 550099 w 582162"/>
                        <a:gd name="connsiteY0-1534" fmla="*/ 54028 h 1639548"/>
                        <a:gd name="connsiteX1-1535" fmla="*/ 536842 w 582162"/>
                        <a:gd name="connsiteY1-1536" fmla="*/ 262190 h 1639548"/>
                        <a:gd name="connsiteX2-1537" fmla="*/ 488816 w 582162"/>
                        <a:gd name="connsiteY2-1538" fmla="*/ 247571 h 1639548"/>
                        <a:gd name="connsiteX3-1539" fmla="*/ 532877 w 582162"/>
                        <a:gd name="connsiteY3-1540" fmla="*/ 295437 h 1639548"/>
                        <a:gd name="connsiteX4-1541" fmla="*/ 511048 w 582162"/>
                        <a:gd name="connsiteY4-1542" fmla="*/ 431271 h 1639548"/>
                        <a:gd name="connsiteX5-1543" fmla="*/ 440807 w 582162"/>
                        <a:gd name="connsiteY5-1544" fmla="*/ 401237 h 1639548"/>
                        <a:gd name="connsiteX6-1545" fmla="*/ 518260 w 582162"/>
                        <a:gd name="connsiteY6-1546" fmla="*/ 473456 h 1639548"/>
                        <a:gd name="connsiteX7-1547" fmla="*/ 498587 w 582162"/>
                        <a:gd name="connsiteY7-1548" fmla="*/ 637602 h 1639548"/>
                        <a:gd name="connsiteX8-1549" fmla="*/ 372197 w 582162"/>
                        <a:gd name="connsiteY8-1550" fmla="*/ 546012 h 1639548"/>
                        <a:gd name="connsiteX9-1551" fmla="*/ 498617 w 582162"/>
                        <a:gd name="connsiteY9-1552" fmla="*/ 657667 h 1639548"/>
                        <a:gd name="connsiteX10-1553" fmla="*/ 484050 w 582162"/>
                        <a:gd name="connsiteY10-1554" fmla="*/ 820057 h 1639548"/>
                        <a:gd name="connsiteX11-1555" fmla="*/ 270832 w 582162"/>
                        <a:gd name="connsiteY11-1556" fmla="*/ 673231 h 1639548"/>
                        <a:gd name="connsiteX12-1557" fmla="*/ 478917 w 582162"/>
                        <a:gd name="connsiteY12-1558" fmla="*/ 852083 h 1639548"/>
                        <a:gd name="connsiteX13-1559" fmla="*/ 469294 w 582162"/>
                        <a:gd name="connsiteY13-1560" fmla="*/ 1002645 h 1639548"/>
                        <a:gd name="connsiteX14-1561" fmla="*/ 184579 w 582162"/>
                        <a:gd name="connsiteY14-1562" fmla="*/ 795959 h 1639548"/>
                        <a:gd name="connsiteX15-1563" fmla="*/ 466579 w 582162"/>
                        <a:gd name="connsiteY15-1564" fmla="*/ 1042397 h 1639548"/>
                        <a:gd name="connsiteX16-1565" fmla="*/ 459783 w 582162"/>
                        <a:gd name="connsiteY16-1566" fmla="*/ 1179874 h 1639548"/>
                        <a:gd name="connsiteX17-1567" fmla="*/ 119129 w 582162"/>
                        <a:gd name="connsiteY17-1568" fmla="*/ 943486 h 1639548"/>
                        <a:gd name="connsiteX18-1569" fmla="*/ 467006 w 582162"/>
                        <a:gd name="connsiteY18-1570" fmla="*/ 1228896 h 1639548"/>
                        <a:gd name="connsiteX19-1571" fmla="*/ 480083 w 582162"/>
                        <a:gd name="connsiteY19-1572" fmla="*/ 1383852 h 1639548"/>
                        <a:gd name="connsiteX20-1573" fmla="*/ 184579 w 582162"/>
                        <a:gd name="connsiteY20-1574" fmla="*/ 1186679 h 1639548"/>
                        <a:gd name="connsiteX21-1575" fmla="*/ 480050 w 582162"/>
                        <a:gd name="connsiteY21-1576" fmla="*/ 1411085 h 1639548"/>
                        <a:gd name="connsiteX22-1577" fmla="*/ 552481 w 582162"/>
                        <a:gd name="connsiteY22-1578" fmla="*/ 1639356 h 1639548"/>
                        <a:gd name="connsiteX23-1579" fmla="*/ 103908 w 582162"/>
                        <a:gd name="connsiteY23-1580" fmla="*/ 1411291 h 1639548"/>
                        <a:gd name="connsiteX24-1581" fmla="*/ 550099 w 582162"/>
                        <a:gd name="connsiteY24-1582" fmla="*/ 54028 h 1639548"/>
                        <a:gd name="connsiteX0-1583" fmla="*/ 550099 w 582162"/>
                        <a:gd name="connsiteY0-1584" fmla="*/ 54028 h 1639548"/>
                        <a:gd name="connsiteX1-1585" fmla="*/ 536842 w 582162"/>
                        <a:gd name="connsiteY1-1586" fmla="*/ 262190 h 1639548"/>
                        <a:gd name="connsiteX2-1587" fmla="*/ 488816 w 582162"/>
                        <a:gd name="connsiteY2-1588" fmla="*/ 247571 h 1639548"/>
                        <a:gd name="connsiteX3-1589" fmla="*/ 532877 w 582162"/>
                        <a:gd name="connsiteY3-1590" fmla="*/ 295437 h 1639548"/>
                        <a:gd name="connsiteX4-1591" fmla="*/ 526021 w 582162"/>
                        <a:gd name="connsiteY4-1592" fmla="*/ 441538 h 1639548"/>
                        <a:gd name="connsiteX5-1593" fmla="*/ 440807 w 582162"/>
                        <a:gd name="connsiteY5-1594" fmla="*/ 401237 h 1639548"/>
                        <a:gd name="connsiteX6-1595" fmla="*/ 518260 w 582162"/>
                        <a:gd name="connsiteY6-1596" fmla="*/ 473456 h 1639548"/>
                        <a:gd name="connsiteX7-1597" fmla="*/ 498587 w 582162"/>
                        <a:gd name="connsiteY7-1598" fmla="*/ 637602 h 1639548"/>
                        <a:gd name="connsiteX8-1599" fmla="*/ 372197 w 582162"/>
                        <a:gd name="connsiteY8-1600" fmla="*/ 546012 h 1639548"/>
                        <a:gd name="connsiteX9-1601" fmla="*/ 498617 w 582162"/>
                        <a:gd name="connsiteY9-1602" fmla="*/ 657667 h 1639548"/>
                        <a:gd name="connsiteX10-1603" fmla="*/ 484050 w 582162"/>
                        <a:gd name="connsiteY10-1604" fmla="*/ 820057 h 1639548"/>
                        <a:gd name="connsiteX11-1605" fmla="*/ 270832 w 582162"/>
                        <a:gd name="connsiteY11-1606" fmla="*/ 673231 h 1639548"/>
                        <a:gd name="connsiteX12-1607" fmla="*/ 478917 w 582162"/>
                        <a:gd name="connsiteY12-1608" fmla="*/ 852083 h 1639548"/>
                        <a:gd name="connsiteX13-1609" fmla="*/ 469294 w 582162"/>
                        <a:gd name="connsiteY13-1610" fmla="*/ 1002645 h 1639548"/>
                        <a:gd name="connsiteX14-1611" fmla="*/ 184579 w 582162"/>
                        <a:gd name="connsiteY14-1612" fmla="*/ 795959 h 1639548"/>
                        <a:gd name="connsiteX15-1613" fmla="*/ 466579 w 582162"/>
                        <a:gd name="connsiteY15-1614" fmla="*/ 1042397 h 1639548"/>
                        <a:gd name="connsiteX16-1615" fmla="*/ 459783 w 582162"/>
                        <a:gd name="connsiteY16-1616" fmla="*/ 1179874 h 1639548"/>
                        <a:gd name="connsiteX17-1617" fmla="*/ 119129 w 582162"/>
                        <a:gd name="connsiteY17-1618" fmla="*/ 943486 h 1639548"/>
                        <a:gd name="connsiteX18-1619" fmla="*/ 467006 w 582162"/>
                        <a:gd name="connsiteY18-1620" fmla="*/ 1228896 h 1639548"/>
                        <a:gd name="connsiteX19-1621" fmla="*/ 480083 w 582162"/>
                        <a:gd name="connsiteY19-1622" fmla="*/ 1383852 h 1639548"/>
                        <a:gd name="connsiteX20-1623" fmla="*/ 184579 w 582162"/>
                        <a:gd name="connsiteY20-1624" fmla="*/ 1186679 h 1639548"/>
                        <a:gd name="connsiteX21-1625" fmla="*/ 480050 w 582162"/>
                        <a:gd name="connsiteY21-1626" fmla="*/ 1411085 h 1639548"/>
                        <a:gd name="connsiteX22-1627" fmla="*/ 552481 w 582162"/>
                        <a:gd name="connsiteY22-1628" fmla="*/ 1639356 h 1639548"/>
                        <a:gd name="connsiteX23-1629" fmla="*/ 103908 w 582162"/>
                        <a:gd name="connsiteY23-1630" fmla="*/ 1411291 h 1639548"/>
                        <a:gd name="connsiteX24-1631" fmla="*/ 550099 w 582162"/>
                        <a:gd name="connsiteY24-1632" fmla="*/ 54028 h 1639548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  <a:cxn ang="0">
                          <a:pos x="connsiteX9-19" y="connsiteY9-20"/>
                        </a:cxn>
                        <a:cxn ang="0">
                          <a:pos x="connsiteX10-21" y="connsiteY10-22"/>
                        </a:cxn>
                        <a:cxn ang="0">
                          <a:pos x="connsiteX11-23" y="connsiteY11-24"/>
                        </a:cxn>
                        <a:cxn ang="0">
                          <a:pos x="connsiteX12-25" y="connsiteY12-26"/>
                        </a:cxn>
                        <a:cxn ang="0">
                          <a:pos x="connsiteX13-27" y="connsiteY13-28"/>
                        </a:cxn>
                        <a:cxn ang="0">
                          <a:pos x="connsiteX14-29" y="connsiteY14-30"/>
                        </a:cxn>
                        <a:cxn ang="0">
                          <a:pos x="connsiteX15-31" y="connsiteY15-32"/>
                        </a:cxn>
                        <a:cxn ang="0">
                          <a:pos x="connsiteX16-33" y="connsiteY16-34"/>
                        </a:cxn>
                        <a:cxn ang="0">
                          <a:pos x="connsiteX17-35" y="connsiteY17-36"/>
                        </a:cxn>
                        <a:cxn ang="0">
                          <a:pos x="connsiteX18-37" y="connsiteY18-38"/>
                        </a:cxn>
                        <a:cxn ang="0">
                          <a:pos x="connsiteX19-39" y="connsiteY19-40"/>
                        </a:cxn>
                        <a:cxn ang="0">
                          <a:pos x="connsiteX20-41" y="connsiteY20-42"/>
                        </a:cxn>
                        <a:cxn ang="0">
                          <a:pos x="connsiteX21-43" y="connsiteY21-44"/>
                        </a:cxn>
                        <a:cxn ang="0">
                          <a:pos x="connsiteX22-45" y="connsiteY22-46"/>
                        </a:cxn>
                        <a:cxn ang="0">
                          <a:pos x="connsiteX23-47" y="connsiteY23-48"/>
                        </a:cxn>
                        <a:cxn ang="0">
                          <a:pos x="connsiteX24-49" y="connsiteY24-50"/>
                        </a:cxn>
                      </a:cxnLst>
                      <a:rect l="l" t="t" r="r" b="b"/>
                      <a:pathLst>
                        <a:path w="582162" h="1639548">
                          <a:moveTo>
                            <a:pt x="550099" y="54028"/>
                          </a:moveTo>
                          <a:cubicBezTo>
                            <a:pt x="624739" y="-134938"/>
                            <a:pt x="547056" y="229933"/>
                            <a:pt x="536842" y="262190"/>
                          </a:cubicBezTo>
                          <a:cubicBezTo>
                            <a:pt x="526628" y="294447"/>
                            <a:pt x="489477" y="242030"/>
                            <a:pt x="488816" y="247571"/>
                          </a:cubicBezTo>
                          <a:lnTo>
                            <a:pt x="532877" y="295437"/>
                          </a:lnTo>
                          <a:cubicBezTo>
                            <a:pt x="532967" y="355079"/>
                            <a:pt x="525931" y="381896"/>
                            <a:pt x="526021" y="441538"/>
                          </a:cubicBezTo>
                          <a:lnTo>
                            <a:pt x="440807" y="401237"/>
                          </a:lnTo>
                          <a:lnTo>
                            <a:pt x="518260" y="473456"/>
                          </a:lnTo>
                          <a:lnTo>
                            <a:pt x="498587" y="637602"/>
                          </a:lnTo>
                          <a:lnTo>
                            <a:pt x="372197" y="546012"/>
                          </a:lnTo>
                          <a:lnTo>
                            <a:pt x="498617" y="657667"/>
                          </a:lnTo>
                          <a:cubicBezTo>
                            <a:pt x="498709" y="718576"/>
                            <a:pt x="483958" y="759148"/>
                            <a:pt x="484050" y="820057"/>
                          </a:cubicBezTo>
                          <a:lnTo>
                            <a:pt x="270832" y="673231"/>
                          </a:lnTo>
                          <a:lnTo>
                            <a:pt x="478917" y="852083"/>
                          </a:lnTo>
                          <a:lnTo>
                            <a:pt x="469294" y="1002645"/>
                          </a:lnTo>
                          <a:lnTo>
                            <a:pt x="184579" y="795959"/>
                          </a:lnTo>
                          <a:lnTo>
                            <a:pt x="466579" y="1042397"/>
                          </a:lnTo>
                          <a:lnTo>
                            <a:pt x="459783" y="1179874"/>
                          </a:lnTo>
                          <a:lnTo>
                            <a:pt x="119129" y="943486"/>
                          </a:lnTo>
                          <a:lnTo>
                            <a:pt x="467006" y="1228896"/>
                          </a:lnTo>
                          <a:cubicBezTo>
                            <a:pt x="467092" y="1286367"/>
                            <a:pt x="479997" y="1326381"/>
                            <a:pt x="480083" y="1383852"/>
                          </a:cubicBezTo>
                          <a:lnTo>
                            <a:pt x="184579" y="1186679"/>
                          </a:lnTo>
                          <a:lnTo>
                            <a:pt x="480050" y="1411085"/>
                          </a:lnTo>
                          <a:cubicBezTo>
                            <a:pt x="480132" y="1465879"/>
                            <a:pt x="497607" y="1538525"/>
                            <a:pt x="552481" y="1639356"/>
                          </a:cubicBezTo>
                          <a:cubicBezTo>
                            <a:pt x="331520" y="1644295"/>
                            <a:pt x="189138" y="1553987"/>
                            <a:pt x="103908" y="1411291"/>
                          </a:cubicBezTo>
                          <a:cubicBezTo>
                            <a:pt x="-144138" y="987527"/>
                            <a:pt x="70524" y="647047"/>
                            <a:pt x="550099" y="54028"/>
                          </a:cubicBezTo>
                          <a:close/>
                        </a:path>
                      </a:pathLst>
                    </a:custGeom>
                    <a:solidFill>
                      <a:srgbClr val="77D34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6" name="Freeform 19"/>
                    <p:cNvSpPr/>
                    <p:nvPr/>
                  </p:nvSpPr>
                  <p:spPr>
                    <a:xfrm rot="3762166">
                      <a:off x="8242421" y="4782780"/>
                      <a:ext cx="225169" cy="634145"/>
                    </a:xfrm>
                    <a:custGeom>
                      <a:avLst/>
                      <a:gdLst>
                        <a:gd name="connsiteX0" fmla="*/ 550099 w 552481"/>
                        <a:gd name="connsiteY0" fmla="*/ 0 h 1585520"/>
                        <a:gd name="connsiteX1" fmla="*/ 550454 w 552481"/>
                        <a:gd name="connsiteY1" fmla="*/ 236086 h 1585520"/>
                        <a:gd name="connsiteX2" fmla="*/ 488816 w 552481"/>
                        <a:gd name="connsiteY2" fmla="*/ 193543 h 1585520"/>
                        <a:gd name="connsiteX3" fmla="*/ 550466 w 552481"/>
                        <a:gd name="connsiteY3" fmla="*/ 244157 h 1585520"/>
                        <a:gd name="connsiteX4" fmla="*/ 550735 w 552481"/>
                        <a:gd name="connsiteY4" fmla="*/ 423083 h 1585520"/>
                        <a:gd name="connsiteX5" fmla="*/ 440807 w 552481"/>
                        <a:gd name="connsiteY5" fmla="*/ 347209 h 1585520"/>
                        <a:gd name="connsiteX6" fmla="*/ 550756 w 552481"/>
                        <a:gd name="connsiteY6" fmla="*/ 437477 h 1585520"/>
                        <a:gd name="connsiteX7" fmla="*/ 551026 w 552481"/>
                        <a:gd name="connsiteY7" fmla="*/ 616991 h 1585520"/>
                        <a:gd name="connsiteX8" fmla="*/ 372197 w 552481"/>
                        <a:gd name="connsiteY8" fmla="*/ 491984 h 1585520"/>
                        <a:gd name="connsiteX9" fmla="*/ 551056 w 552481"/>
                        <a:gd name="connsiteY9" fmla="*/ 637056 h 1585520"/>
                        <a:gd name="connsiteX10" fmla="*/ 551331 w 552481"/>
                        <a:gd name="connsiteY10" fmla="*/ 819782 h 1585520"/>
                        <a:gd name="connsiteX11" fmla="*/ 270832 w 552481"/>
                        <a:gd name="connsiteY11" fmla="*/ 619203 h 1585520"/>
                        <a:gd name="connsiteX12" fmla="*/ 551364 w 552481"/>
                        <a:gd name="connsiteY12" fmla="*/ 841805 h 1585520"/>
                        <a:gd name="connsiteX13" fmla="*/ 551613 w 552481"/>
                        <a:gd name="connsiteY13" fmla="*/ 1007603 h 1585520"/>
                        <a:gd name="connsiteX14" fmla="*/ 184579 w 552481"/>
                        <a:gd name="connsiteY14" fmla="*/ 741931 h 1585520"/>
                        <a:gd name="connsiteX15" fmla="*/ 551646 w 552481"/>
                        <a:gd name="connsiteY15" fmla="*/ 1029766 h 1585520"/>
                        <a:gd name="connsiteX16" fmla="*/ 551910 w 552481"/>
                        <a:gd name="connsiteY16" fmla="*/ 1205103 h 1585520"/>
                        <a:gd name="connsiteX17" fmla="*/ 119129 w 552481"/>
                        <a:gd name="connsiteY17" fmla="*/ 889458 h 1585520"/>
                        <a:gd name="connsiteX18" fmla="*/ 551942 w 552481"/>
                        <a:gd name="connsiteY18" fmla="*/ 1226335 h 1585520"/>
                        <a:gd name="connsiteX19" fmla="*/ 552201 w 552481"/>
                        <a:gd name="connsiteY19" fmla="*/ 1398749 h 1585520"/>
                        <a:gd name="connsiteX20" fmla="*/ 184579 w 552481"/>
                        <a:gd name="connsiteY20" fmla="*/ 1132651 h 1585520"/>
                        <a:gd name="connsiteX21" fmla="*/ 552234 w 552481"/>
                        <a:gd name="connsiteY21" fmla="*/ 1420947 h 1585520"/>
                        <a:gd name="connsiteX22" fmla="*/ 552481 w 552481"/>
                        <a:gd name="connsiteY22" fmla="*/ 1585328 h 1585520"/>
                        <a:gd name="connsiteX23" fmla="*/ 103908 w 552481"/>
                        <a:gd name="connsiteY23" fmla="*/ 1357263 h 1585520"/>
                        <a:gd name="connsiteX24" fmla="*/ 550099 w 552481"/>
                        <a:gd name="connsiteY24" fmla="*/ 0 h 1585520"/>
                        <a:gd name="connsiteX0-1" fmla="*/ 550099 w 552481"/>
                        <a:gd name="connsiteY0-2" fmla="*/ 0 h 1585520"/>
                        <a:gd name="connsiteX1-3" fmla="*/ 550454 w 552481"/>
                        <a:gd name="connsiteY1-4" fmla="*/ 236086 h 1585520"/>
                        <a:gd name="connsiteX2-5" fmla="*/ 488816 w 552481"/>
                        <a:gd name="connsiteY2-6" fmla="*/ 193543 h 1585520"/>
                        <a:gd name="connsiteX3-7" fmla="*/ 550466 w 552481"/>
                        <a:gd name="connsiteY3-8" fmla="*/ 244157 h 1585520"/>
                        <a:gd name="connsiteX4-9" fmla="*/ 550735 w 552481"/>
                        <a:gd name="connsiteY4-10" fmla="*/ 423083 h 1585520"/>
                        <a:gd name="connsiteX5-11" fmla="*/ 440807 w 552481"/>
                        <a:gd name="connsiteY5-12" fmla="*/ 347209 h 1585520"/>
                        <a:gd name="connsiteX6-13" fmla="*/ 550756 w 552481"/>
                        <a:gd name="connsiteY6-14" fmla="*/ 437477 h 1585520"/>
                        <a:gd name="connsiteX7-15" fmla="*/ 551026 w 552481"/>
                        <a:gd name="connsiteY7-16" fmla="*/ 616991 h 1585520"/>
                        <a:gd name="connsiteX8-17" fmla="*/ 372197 w 552481"/>
                        <a:gd name="connsiteY8-18" fmla="*/ 491984 h 1585520"/>
                        <a:gd name="connsiteX9-19" fmla="*/ 551056 w 552481"/>
                        <a:gd name="connsiteY9-20" fmla="*/ 637056 h 1585520"/>
                        <a:gd name="connsiteX10-21" fmla="*/ 551331 w 552481"/>
                        <a:gd name="connsiteY10-22" fmla="*/ 819782 h 1585520"/>
                        <a:gd name="connsiteX11-23" fmla="*/ 270832 w 552481"/>
                        <a:gd name="connsiteY11-24" fmla="*/ 619203 h 1585520"/>
                        <a:gd name="connsiteX12-25" fmla="*/ 551364 w 552481"/>
                        <a:gd name="connsiteY12-26" fmla="*/ 841805 h 1585520"/>
                        <a:gd name="connsiteX13-27" fmla="*/ 551613 w 552481"/>
                        <a:gd name="connsiteY13-28" fmla="*/ 1007603 h 1585520"/>
                        <a:gd name="connsiteX14-29" fmla="*/ 184579 w 552481"/>
                        <a:gd name="connsiteY14-30" fmla="*/ 741931 h 1585520"/>
                        <a:gd name="connsiteX15-31" fmla="*/ 551646 w 552481"/>
                        <a:gd name="connsiteY15-32" fmla="*/ 1029766 h 1585520"/>
                        <a:gd name="connsiteX16-33" fmla="*/ 551910 w 552481"/>
                        <a:gd name="connsiteY16-34" fmla="*/ 1205103 h 1585520"/>
                        <a:gd name="connsiteX17-35" fmla="*/ 119129 w 552481"/>
                        <a:gd name="connsiteY17-36" fmla="*/ 889458 h 1585520"/>
                        <a:gd name="connsiteX18-37" fmla="*/ 551942 w 552481"/>
                        <a:gd name="connsiteY18-38" fmla="*/ 1226335 h 1585520"/>
                        <a:gd name="connsiteX19-39" fmla="*/ 552201 w 552481"/>
                        <a:gd name="connsiteY19-40" fmla="*/ 1398749 h 1585520"/>
                        <a:gd name="connsiteX20-41" fmla="*/ 184579 w 552481"/>
                        <a:gd name="connsiteY20-42" fmla="*/ 1132651 h 1585520"/>
                        <a:gd name="connsiteX21-43" fmla="*/ 509865 w 552481"/>
                        <a:gd name="connsiteY21-44" fmla="*/ 1387661 h 1585520"/>
                        <a:gd name="connsiteX22-45" fmla="*/ 552481 w 552481"/>
                        <a:gd name="connsiteY22-46" fmla="*/ 1585328 h 1585520"/>
                        <a:gd name="connsiteX23-47" fmla="*/ 103908 w 552481"/>
                        <a:gd name="connsiteY23-48" fmla="*/ 1357263 h 1585520"/>
                        <a:gd name="connsiteX24-49" fmla="*/ 550099 w 552481"/>
                        <a:gd name="connsiteY24-50" fmla="*/ 0 h 1585520"/>
                        <a:gd name="connsiteX0-51" fmla="*/ 550099 w 552481"/>
                        <a:gd name="connsiteY0-52" fmla="*/ 0 h 1585520"/>
                        <a:gd name="connsiteX1-53" fmla="*/ 550454 w 552481"/>
                        <a:gd name="connsiteY1-54" fmla="*/ 236086 h 1585520"/>
                        <a:gd name="connsiteX2-55" fmla="*/ 488816 w 552481"/>
                        <a:gd name="connsiteY2-56" fmla="*/ 193543 h 1585520"/>
                        <a:gd name="connsiteX3-57" fmla="*/ 550466 w 552481"/>
                        <a:gd name="connsiteY3-58" fmla="*/ 244157 h 1585520"/>
                        <a:gd name="connsiteX4-59" fmla="*/ 550735 w 552481"/>
                        <a:gd name="connsiteY4-60" fmla="*/ 423083 h 1585520"/>
                        <a:gd name="connsiteX5-61" fmla="*/ 440807 w 552481"/>
                        <a:gd name="connsiteY5-62" fmla="*/ 347209 h 1585520"/>
                        <a:gd name="connsiteX6-63" fmla="*/ 550756 w 552481"/>
                        <a:gd name="connsiteY6-64" fmla="*/ 437477 h 1585520"/>
                        <a:gd name="connsiteX7-65" fmla="*/ 551026 w 552481"/>
                        <a:gd name="connsiteY7-66" fmla="*/ 616991 h 1585520"/>
                        <a:gd name="connsiteX8-67" fmla="*/ 372197 w 552481"/>
                        <a:gd name="connsiteY8-68" fmla="*/ 491984 h 1585520"/>
                        <a:gd name="connsiteX9-69" fmla="*/ 551056 w 552481"/>
                        <a:gd name="connsiteY9-70" fmla="*/ 637056 h 1585520"/>
                        <a:gd name="connsiteX10-71" fmla="*/ 551331 w 552481"/>
                        <a:gd name="connsiteY10-72" fmla="*/ 819782 h 1585520"/>
                        <a:gd name="connsiteX11-73" fmla="*/ 270832 w 552481"/>
                        <a:gd name="connsiteY11-74" fmla="*/ 619203 h 1585520"/>
                        <a:gd name="connsiteX12-75" fmla="*/ 551364 w 552481"/>
                        <a:gd name="connsiteY12-76" fmla="*/ 841805 h 1585520"/>
                        <a:gd name="connsiteX13-77" fmla="*/ 551613 w 552481"/>
                        <a:gd name="connsiteY13-78" fmla="*/ 1007603 h 1585520"/>
                        <a:gd name="connsiteX14-79" fmla="*/ 184579 w 552481"/>
                        <a:gd name="connsiteY14-80" fmla="*/ 741931 h 1585520"/>
                        <a:gd name="connsiteX15-81" fmla="*/ 551646 w 552481"/>
                        <a:gd name="connsiteY15-82" fmla="*/ 1029766 h 1585520"/>
                        <a:gd name="connsiteX16-83" fmla="*/ 551910 w 552481"/>
                        <a:gd name="connsiteY16-84" fmla="*/ 1205103 h 1585520"/>
                        <a:gd name="connsiteX17-85" fmla="*/ 119129 w 552481"/>
                        <a:gd name="connsiteY17-86" fmla="*/ 889458 h 1585520"/>
                        <a:gd name="connsiteX18-87" fmla="*/ 551942 w 552481"/>
                        <a:gd name="connsiteY18-88" fmla="*/ 1226335 h 1585520"/>
                        <a:gd name="connsiteX19-89" fmla="*/ 519836 w 552481"/>
                        <a:gd name="connsiteY19-90" fmla="*/ 1370630 h 1585520"/>
                        <a:gd name="connsiteX20-91" fmla="*/ 184579 w 552481"/>
                        <a:gd name="connsiteY20-92" fmla="*/ 1132651 h 1585520"/>
                        <a:gd name="connsiteX21-93" fmla="*/ 509865 w 552481"/>
                        <a:gd name="connsiteY21-94" fmla="*/ 1387661 h 1585520"/>
                        <a:gd name="connsiteX22-95" fmla="*/ 552481 w 552481"/>
                        <a:gd name="connsiteY22-96" fmla="*/ 1585328 h 1585520"/>
                        <a:gd name="connsiteX23-97" fmla="*/ 103908 w 552481"/>
                        <a:gd name="connsiteY23-98" fmla="*/ 1357263 h 1585520"/>
                        <a:gd name="connsiteX24-99" fmla="*/ 550099 w 552481"/>
                        <a:gd name="connsiteY24-100" fmla="*/ 0 h 1585520"/>
                        <a:gd name="connsiteX0-101" fmla="*/ 550099 w 552481"/>
                        <a:gd name="connsiteY0-102" fmla="*/ 0 h 1585520"/>
                        <a:gd name="connsiteX1-103" fmla="*/ 550454 w 552481"/>
                        <a:gd name="connsiteY1-104" fmla="*/ 236086 h 1585520"/>
                        <a:gd name="connsiteX2-105" fmla="*/ 488816 w 552481"/>
                        <a:gd name="connsiteY2-106" fmla="*/ 193543 h 1585520"/>
                        <a:gd name="connsiteX3-107" fmla="*/ 550466 w 552481"/>
                        <a:gd name="connsiteY3-108" fmla="*/ 244157 h 1585520"/>
                        <a:gd name="connsiteX4-109" fmla="*/ 550735 w 552481"/>
                        <a:gd name="connsiteY4-110" fmla="*/ 423083 h 1585520"/>
                        <a:gd name="connsiteX5-111" fmla="*/ 440807 w 552481"/>
                        <a:gd name="connsiteY5-112" fmla="*/ 347209 h 1585520"/>
                        <a:gd name="connsiteX6-113" fmla="*/ 550756 w 552481"/>
                        <a:gd name="connsiteY6-114" fmla="*/ 437477 h 1585520"/>
                        <a:gd name="connsiteX7-115" fmla="*/ 551026 w 552481"/>
                        <a:gd name="connsiteY7-116" fmla="*/ 616991 h 1585520"/>
                        <a:gd name="connsiteX8-117" fmla="*/ 372197 w 552481"/>
                        <a:gd name="connsiteY8-118" fmla="*/ 491984 h 1585520"/>
                        <a:gd name="connsiteX9-119" fmla="*/ 551056 w 552481"/>
                        <a:gd name="connsiteY9-120" fmla="*/ 637056 h 1585520"/>
                        <a:gd name="connsiteX10-121" fmla="*/ 551331 w 552481"/>
                        <a:gd name="connsiteY10-122" fmla="*/ 819782 h 1585520"/>
                        <a:gd name="connsiteX11-123" fmla="*/ 270832 w 552481"/>
                        <a:gd name="connsiteY11-124" fmla="*/ 619203 h 1585520"/>
                        <a:gd name="connsiteX12-125" fmla="*/ 551364 w 552481"/>
                        <a:gd name="connsiteY12-126" fmla="*/ 841805 h 1585520"/>
                        <a:gd name="connsiteX13-127" fmla="*/ 551613 w 552481"/>
                        <a:gd name="connsiteY13-128" fmla="*/ 1007603 h 1585520"/>
                        <a:gd name="connsiteX14-129" fmla="*/ 184579 w 552481"/>
                        <a:gd name="connsiteY14-130" fmla="*/ 741931 h 1585520"/>
                        <a:gd name="connsiteX15-131" fmla="*/ 551646 w 552481"/>
                        <a:gd name="connsiteY15-132" fmla="*/ 1029766 h 1585520"/>
                        <a:gd name="connsiteX16-133" fmla="*/ 551910 w 552481"/>
                        <a:gd name="connsiteY16-134" fmla="*/ 1205103 h 1585520"/>
                        <a:gd name="connsiteX17-135" fmla="*/ 119129 w 552481"/>
                        <a:gd name="connsiteY17-136" fmla="*/ 889458 h 1585520"/>
                        <a:gd name="connsiteX18-137" fmla="*/ 504472 w 552481"/>
                        <a:gd name="connsiteY18-138" fmla="*/ 1198018 h 1585520"/>
                        <a:gd name="connsiteX19-139" fmla="*/ 519836 w 552481"/>
                        <a:gd name="connsiteY19-140" fmla="*/ 1370630 h 1585520"/>
                        <a:gd name="connsiteX20-141" fmla="*/ 184579 w 552481"/>
                        <a:gd name="connsiteY20-142" fmla="*/ 1132651 h 1585520"/>
                        <a:gd name="connsiteX21-143" fmla="*/ 509865 w 552481"/>
                        <a:gd name="connsiteY21-144" fmla="*/ 1387661 h 1585520"/>
                        <a:gd name="connsiteX22-145" fmla="*/ 552481 w 552481"/>
                        <a:gd name="connsiteY22-146" fmla="*/ 1585328 h 1585520"/>
                        <a:gd name="connsiteX23-147" fmla="*/ 103908 w 552481"/>
                        <a:gd name="connsiteY23-148" fmla="*/ 1357263 h 1585520"/>
                        <a:gd name="connsiteX24-149" fmla="*/ 550099 w 552481"/>
                        <a:gd name="connsiteY24-150" fmla="*/ 0 h 1585520"/>
                        <a:gd name="connsiteX0-151" fmla="*/ 550099 w 552481"/>
                        <a:gd name="connsiteY0-152" fmla="*/ 0 h 1585520"/>
                        <a:gd name="connsiteX1-153" fmla="*/ 550454 w 552481"/>
                        <a:gd name="connsiteY1-154" fmla="*/ 236086 h 1585520"/>
                        <a:gd name="connsiteX2-155" fmla="*/ 488816 w 552481"/>
                        <a:gd name="connsiteY2-156" fmla="*/ 193543 h 1585520"/>
                        <a:gd name="connsiteX3-157" fmla="*/ 550466 w 552481"/>
                        <a:gd name="connsiteY3-158" fmla="*/ 244157 h 1585520"/>
                        <a:gd name="connsiteX4-159" fmla="*/ 550735 w 552481"/>
                        <a:gd name="connsiteY4-160" fmla="*/ 423083 h 1585520"/>
                        <a:gd name="connsiteX5-161" fmla="*/ 440807 w 552481"/>
                        <a:gd name="connsiteY5-162" fmla="*/ 347209 h 1585520"/>
                        <a:gd name="connsiteX6-163" fmla="*/ 550756 w 552481"/>
                        <a:gd name="connsiteY6-164" fmla="*/ 437477 h 1585520"/>
                        <a:gd name="connsiteX7-165" fmla="*/ 551026 w 552481"/>
                        <a:gd name="connsiteY7-166" fmla="*/ 616991 h 1585520"/>
                        <a:gd name="connsiteX8-167" fmla="*/ 372197 w 552481"/>
                        <a:gd name="connsiteY8-168" fmla="*/ 491984 h 1585520"/>
                        <a:gd name="connsiteX9-169" fmla="*/ 551056 w 552481"/>
                        <a:gd name="connsiteY9-170" fmla="*/ 637056 h 1585520"/>
                        <a:gd name="connsiteX10-171" fmla="*/ 551331 w 552481"/>
                        <a:gd name="connsiteY10-172" fmla="*/ 819782 h 1585520"/>
                        <a:gd name="connsiteX11-173" fmla="*/ 270832 w 552481"/>
                        <a:gd name="connsiteY11-174" fmla="*/ 619203 h 1585520"/>
                        <a:gd name="connsiteX12-175" fmla="*/ 551364 w 552481"/>
                        <a:gd name="connsiteY12-176" fmla="*/ 841805 h 1585520"/>
                        <a:gd name="connsiteX13-177" fmla="*/ 551613 w 552481"/>
                        <a:gd name="connsiteY13-178" fmla="*/ 1007603 h 1585520"/>
                        <a:gd name="connsiteX14-179" fmla="*/ 184579 w 552481"/>
                        <a:gd name="connsiteY14-180" fmla="*/ 741931 h 1585520"/>
                        <a:gd name="connsiteX15-181" fmla="*/ 551646 w 552481"/>
                        <a:gd name="connsiteY15-182" fmla="*/ 1029766 h 1585520"/>
                        <a:gd name="connsiteX16-183" fmla="*/ 507056 w 552481"/>
                        <a:gd name="connsiteY16-184" fmla="*/ 1169267 h 1585520"/>
                        <a:gd name="connsiteX17-185" fmla="*/ 119129 w 552481"/>
                        <a:gd name="connsiteY17-186" fmla="*/ 889458 h 1585520"/>
                        <a:gd name="connsiteX18-187" fmla="*/ 504472 w 552481"/>
                        <a:gd name="connsiteY18-188" fmla="*/ 1198018 h 1585520"/>
                        <a:gd name="connsiteX19-189" fmla="*/ 519836 w 552481"/>
                        <a:gd name="connsiteY19-190" fmla="*/ 1370630 h 1585520"/>
                        <a:gd name="connsiteX20-191" fmla="*/ 184579 w 552481"/>
                        <a:gd name="connsiteY20-192" fmla="*/ 1132651 h 1585520"/>
                        <a:gd name="connsiteX21-193" fmla="*/ 509865 w 552481"/>
                        <a:gd name="connsiteY21-194" fmla="*/ 1387661 h 1585520"/>
                        <a:gd name="connsiteX22-195" fmla="*/ 552481 w 552481"/>
                        <a:gd name="connsiteY22-196" fmla="*/ 1585328 h 1585520"/>
                        <a:gd name="connsiteX23-197" fmla="*/ 103908 w 552481"/>
                        <a:gd name="connsiteY23-198" fmla="*/ 1357263 h 1585520"/>
                        <a:gd name="connsiteX24-199" fmla="*/ 550099 w 552481"/>
                        <a:gd name="connsiteY24-200" fmla="*/ 0 h 1585520"/>
                        <a:gd name="connsiteX0-201" fmla="*/ 550099 w 552481"/>
                        <a:gd name="connsiteY0-202" fmla="*/ 0 h 1585520"/>
                        <a:gd name="connsiteX1-203" fmla="*/ 550454 w 552481"/>
                        <a:gd name="connsiteY1-204" fmla="*/ 236086 h 1585520"/>
                        <a:gd name="connsiteX2-205" fmla="*/ 488816 w 552481"/>
                        <a:gd name="connsiteY2-206" fmla="*/ 193543 h 1585520"/>
                        <a:gd name="connsiteX3-207" fmla="*/ 550466 w 552481"/>
                        <a:gd name="connsiteY3-208" fmla="*/ 244157 h 1585520"/>
                        <a:gd name="connsiteX4-209" fmla="*/ 550735 w 552481"/>
                        <a:gd name="connsiteY4-210" fmla="*/ 423083 h 1585520"/>
                        <a:gd name="connsiteX5-211" fmla="*/ 440807 w 552481"/>
                        <a:gd name="connsiteY5-212" fmla="*/ 347209 h 1585520"/>
                        <a:gd name="connsiteX6-213" fmla="*/ 550756 w 552481"/>
                        <a:gd name="connsiteY6-214" fmla="*/ 437477 h 1585520"/>
                        <a:gd name="connsiteX7-215" fmla="*/ 551026 w 552481"/>
                        <a:gd name="connsiteY7-216" fmla="*/ 616991 h 1585520"/>
                        <a:gd name="connsiteX8-217" fmla="*/ 372197 w 552481"/>
                        <a:gd name="connsiteY8-218" fmla="*/ 491984 h 1585520"/>
                        <a:gd name="connsiteX9-219" fmla="*/ 551056 w 552481"/>
                        <a:gd name="connsiteY9-220" fmla="*/ 637056 h 1585520"/>
                        <a:gd name="connsiteX10-221" fmla="*/ 551331 w 552481"/>
                        <a:gd name="connsiteY10-222" fmla="*/ 819782 h 1585520"/>
                        <a:gd name="connsiteX11-223" fmla="*/ 270832 w 552481"/>
                        <a:gd name="connsiteY11-224" fmla="*/ 619203 h 1585520"/>
                        <a:gd name="connsiteX12-225" fmla="*/ 551364 w 552481"/>
                        <a:gd name="connsiteY12-226" fmla="*/ 841805 h 1585520"/>
                        <a:gd name="connsiteX13-227" fmla="*/ 551613 w 552481"/>
                        <a:gd name="connsiteY13-228" fmla="*/ 1007603 h 1585520"/>
                        <a:gd name="connsiteX14-229" fmla="*/ 184579 w 552481"/>
                        <a:gd name="connsiteY14-230" fmla="*/ 741931 h 1585520"/>
                        <a:gd name="connsiteX15-231" fmla="*/ 521700 w 552481"/>
                        <a:gd name="connsiteY15-232" fmla="*/ 1009232 h 1585520"/>
                        <a:gd name="connsiteX16-233" fmla="*/ 507056 w 552481"/>
                        <a:gd name="connsiteY16-234" fmla="*/ 1169267 h 1585520"/>
                        <a:gd name="connsiteX17-235" fmla="*/ 119129 w 552481"/>
                        <a:gd name="connsiteY17-236" fmla="*/ 889458 h 1585520"/>
                        <a:gd name="connsiteX18-237" fmla="*/ 504472 w 552481"/>
                        <a:gd name="connsiteY18-238" fmla="*/ 1198018 h 1585520"/>
                        <a:gd name="connsiteX19-239" fmla="*/ 519836 w 552481"/>
                        <a:gd name="connsiteY19-240" fmla="*/ 1370630 h 1585520"/>
                        <a:gd name="connsiteX20-241" fmla="*/ 184579 w 552481"/>
                        <a:gd name="connsiteY20-242" fmla="*/ 1132651 h 1585520"/>
                        <a:gd name="connsiteX21-243" fmla="*/ 509865 w 552481"/>
                        <a:gd name="connsiteY21-244" fmla="*/ 1387661 h 1585520"/>
                        <a:gd name="connsiteX22-245" fmla="*/ 552481 w 552481"/>
                        <a:gd name="connsiteY22-246" fmla="*/ 1585328 h 1585520"/>
                        <a:gd name="connsiteX23-247" fmla="*/ 103908 w 552481"/>
                        <a:gd name="connsiteY23-248" fmla="*/ 1357263 h 1585520"/>
                        <a:gd name="connsiteX24-249" fmla="*/ 550099 w 552481"/>
                        <a:gd name="connsiteY24-250" fmla="*/ 0 h 1585520"/>
                        <a:gd name="connsiteX0-251" fmla="*/ 550099 w 552481"/>
                        <a:gd name="connsiteY0-252" fmla="*/ 0 h 1585520"/>
                        <a:gd name="connsiteX1-253" fmla="*/ 550454 w 552481"/>
                        <a:gd name="connsiteY1-254" fmla="*/ 236086 h 1585520"/>
                        <a:gd name="connsiteX2-255" fmla="*/ 488816 w 552481"/>
                        <a:gd name="connsiteY2-256" fmla="*/ 193543 h 1585520"/>
                        <a:gd name="connsiteX3-257" fmla="*/ 550466 w 552481"/>
                        <a:gd name="connsiteY3-258" fmla="*/ 244157 h 1585520"/>
                        <a:gd name="connsiteX4-259" fmla="*/ 550735 w 552481"/>
                        <a:gd name="connsiteY4-260" fmla="*/ 423083 h 1585520"/>
                        <a:gd name="connsiteX5-261" fmla="*/ 440807 w 552481"/>
                        <a:gd name="connsiteY5-262" fmla="*/ 347209 h 1585520"/>
                        <a:gd name="connsiteX6-263" fmla="*/ 550756 w 552481"/>
                        <a:gd name="connsiteY6-264" fmla="*/ 437477 h 1585520"/>
                        <a:gd name="connsiteX7-265" fmla="*/ 551026 w 552481"/>
                        <a:gd name="connsiteY7-266" fmla="*/ 616991 h 1585520"/>
                        <a:gd name="connsiteX8-267" fmla="*/ 372197 w 552481"/>
                        <a:gd name="connsiteY8-268" fmla="*/ 491984 h 1585520"/>
                        <a:gd name="connsiteX9-269" fmla="*/ 551056 w 552481"/>
                        <a:gd name="connsiteY9-270" fmla="*/ 637056 h 1585520"/>
                        <a:gd name="connsiteX10-271" fmla="*/ 551331 w 552481"/>
                        <a:gd name="connsiteY10-272" fmla="*/ 819782 h 1585520"/>
                        <a:gd name="connsiteX11-273" fmla="*/ 270832 w 552481"/>
                        <a:gd name="connsiteY11-274" fmla="*/ 619203 h 1585520"/>
                        <a:gd name="connsiteX12-275" fmla="*/ 551364 w 552481"/>
                        <a:gd name="connsiteY12-276" fmla="*/ 841805 h 1585520"/>
                        <a:gd name="connsiteX13-277" fmla="*/ 534221 w 552481"/>
                        <a:gd name="connsiteY13-278" fmla="*/ 989751 h 1585520"/>
                        <a:gd name="connsiteX14-279" fmla="*/ 184579 w 552481"/>
                        <a:gd name="connsiteY14-280" fmla="*/ 741931 h 1585520"/>
                        <a:gd name="connsiteX15-281" fmla="*/ 521700 w 552481"/>
                        <a:gd name="connsiteY15-282" fmla="*/ 1009232 h 1585520"/>
                        <a:gd name="connsiteX16-283" fmla="*/ 507056 w 552481"/>
                        <a:gd name="connsiteY16-284" fmla="*/ 1169267 h 1585520"/>
                        <a:gd name="connsiteX17-285" fmla="*/ 119129 w 552481"/>
                        <a:gd name="connsiteY17-286" fmla="*/ 889458 h 1585520"/>
                        <a:gd name="connsiteX18-287" fmla="*/ 504472 w 552481"/>
                        <a:gd name="connsiteY18-288" fmla="*/ 1198018 h 1585520"/>
                        <a:gd name="connsiteX19-289" fmla="*/ 519836 w 552481"/>
                        <a:gd name="connsiteY19-290" fmla="*/ 1370630 h 1585520"/>
                        <a:gd name="connsiteX20-291" fmla="*/ 184579 w 552481"/>
                        <a:gd name="connsiteY20-292" fmla="*/ 1132651 h 1585520"/>
                        <a:gd name="connsiteX21-293" fmla="*/ 509865 w 552481"/>
                        <a:gd name="connsiteY21-294" fmla="*/ 1387661 h 1585520"/>
                        <a:gd name="connsiteX22-295" fmla="*/ 552481 w 552481"/>
                        <a:gd name="connsiteY22-296" fmla="*/ 1585328 h 1585520"/>
                        <a:gd name="connsiteX23-297" fmla="*/ 103908 w 552481"/>
                        <a:gd name="connsiteY23-298" fmla="*/ 1357263 h 1585520"/>
                        <a:gd name="connsiteX24-299" fmla="*/ 550099 w 552481"/>
                        <a:gd name="connsiteY24-300" fmla="*/ 0 h 1585520"/>
                        <a:gd name="connsiteX0-301" fmla="*/ 550099 w 552481"/>
                        <a:gd name="connsiteY0-302" fmla="*/ 0 h 1585520"/>
                        <a:gd name="connsiteX1-303" fmla="*/ 550454 w 552481"/>
                        <a:gd name="connsiteY1-304" fmla="*/ 236086 h 1585520"/>
                        <a:gd name="connsiteX2-305" fmla="*/ 488816 w 552481"/>
                        <a:gd name="connsiteY2-306" fmla="*/ 193543 h 1585520"/>
                        <a:gd name="connsiteX3-307" fmla="*/ 550466 w 552481"/>
                        <a:gd name="connsiteY3-308" fmla="*/ 244157 h 1585520"/>
                        <a:gd name="connsiteX4-309" fmla="*/ 550735 w 552481"/>
                        <a:gd name="connsiteY4-310" fmla="*/ 423083 h 1585520"/>
                        <a:gd name="connsiteX5-311" fmla="*/ 440807 w 552481"/>
                        <a:gd name="connsiteY5-312" fmla="*/ 347209 h 1585520"/>
                        <a:gd name="connsiteX6-313" fmla="*/ 550756 w 552481"/>
                        <a:gd name="connsiteY6-314" fmla="*/ 437477 h 1585520"/>
                        <a:gd name="connsiteX7-315" fmla="*/ 551026 w 552481"/>
                        <a:gd name="connsiteY7-316" fmla="*/ 616991 h 1585520"/>
                        <a:gd name="connsiteX8-317" fmla="*/ 372197 w 552481"/>
                        <a:gd name="connsiteY8-318" fmla="*/ 491984 h 1585520"/>
                        <a:gd name="connsiteX9-319" fmla="*/ 551056 w 552481"/>
                        <a:gd name="connsiteY9-320" fmla="*/ 637056 h 1585520"/>
                        <a:gd name="connsiteX10-321" fmla="*/ 551331 w 552481"/>
                        <a:gd name="connsiteY10-322" fmla="*/ 819782 h 1585520"/>
                        <a:gd name="connsiteX11-323" fmla="*/ 270832 w 552481"/>
                        <a:gd name="connsiteY11-324" fmla="*/ 619203 h 1585520"/>
                        <a:gd name="connsiteX12-325" fmla="*/ 501344 w 552481"/>
                        <a:gd name="connsiteY12-326" fmla="*/ 815973 h 1585520"/>
                        <a:gd name="connsiteX13-327" fmla="*/ 534221 w 552481"/>
                        <a:gd name="connsiteY13-328" fmla="*/ 989751 h 1585520"/>
                        <a:gd name="connsiteX14-329" fmla="*/ 184579 w 552481"/>
                        <a:gd name="connsiteY14-330" fmla="*/ 741931 h 1585520"/>
                        <a:gd name="connsiteX15-331" fmla="*/ 521700 w 552481"/>
                        <a:gd name="connsiteY15-332" fmla="*/ 1009232 h 1585520"/>
                        <a:gd name="connsiteX16-333" fmla="*/ 507056 w 552481"/>
                        <a:gd name="connsiteY16-334" fmla="*/ 1169267 h 1585520"/>
                        <a:gd name="connsiteX17-335" fmla="*/ 119129 w 552481"/>
                        <a:gd name="connsiteY17-336" fmla="*/ 889458 h 1585520"/>
                        <a:gd name="connsiteX18-337" fmla="*/ 504472 w 552481"/>
                        <a:gd name="connsiteY18-338" fmla="*/ 1198018 h 1585520"/>
                        <a:gd name="connsiteX19-339" fmla="*/ 519836 w 552481"/>
                        <a:gd name="connsiteY19-340" fmla="*/ 1370630 h 1585520"/>
                        <a:gd name="connsiteX20-341" fmla="*/ 184579 w 552481"/>
                        <a:gd name="connsiteY20-342" fmla="*/ 1132651 h 1585520"/>
                        <a:gd name="connsiteX21-343" fmla="*/ 509865 w 552481"/>
                        <a:gd name="connsiteY21-344" fmla="*/ 1387661 h 1585520"/>
                        <a:gd name="connsiteX22-345" fmla="*/ 552481 w 552481"/>
                        <a:gd name="connsiteY22-346" fmla="*/ 1585328 h 1585520"/>
                        <a:gd name="connsiteX23-347" fmla="*/ 103908 w 552481"/>
                        <a:gd name="connsiteY23-348" fmla="*/ 1357263 h 1585520"/>
                        <a:gd name="connsiteX24-349" fmla="*/ 550099 w 552481"/>
                        <a:gd name="connsiteY24-350" fmla="*/ 0 h 1585520"/>
                        <a:gd name="connsiteX0-351" fmla="*/ 550099 w 552481"/>
                        <a:gd name="connsiteY0-352" fmla="*/ 0 h 1585520"/>
                        <a:gd name="connsiteX1-353" fmla="*/ 550454 w 552481"/>
                        <a:gd name="connsiteY1-354" fmla="*/ 236086 h 1585520"/>
                        <a:gd name="connsiteX2-355" fmla="*/ 488816 w 552481"/>
                        <a:gd name="connsiteY2-356" fmla="*/ 193543 h 1585520"/>
                        <a:gd name="connsiteX3-357" fmla="*/ 550466 w 552481"/>
                        <a:gd name="connsiteY3-358" fmla="*/ 244157 h 1585520"/>
                        <a:gd name="connsiteX4-359" fmla="*/ 550735 w 552481"/>
                        <a:gd name="connsiteY4-360" fmla="*/ 423083 h 1585520"/>
                        <a:gd name="connsiteX5-361" fmla="*/ 440807 w 552481"/>
                        <a:gd name="connsiteY5-362" fmla="*/ 347209 h 1585520"/>
                        <a:gd name="connsiteX6-363" fmla="*/ 550756 w 552481"/>
                        <a:gd name="connsiteY6-364" fmla="*/ 437477 h 1585520"/>
                        <a:gd name="connsiteX7-365" fmla="*/ 551026 w 552481"/>
                        <a:gd name="connsiteY7-366" fmla="*/ 616991 h 1585520"/>
                        <a:gd name="connsiteX8-367" fmla="*/ 372197 w 552481"/>
                        <a:gd name="connsiteY8-368" fmla="*/ 491984 h 1585520"/>
                        <a:gd name="connsiteX9-369" fmla="*/ 551056 w 552481"/>
                        <a:gd name="connsiteY9-370" fmla="*/ 637056 h 1585520"/>
                        <a:gd name="connsiteX10-371" fmla="*/ 508896 w 552481"/>
                        <a:gd name="connsiteY10-372" fmla="*/ 791532 h 1585520"/>
                        <a:gd name="connsiteX11-373" fmla="*/ 270832 w 552481"/>
                        <a:gd name="connsiteY11-374" fmla="*/ 619203 h 1585520"/>
                        <a:gd name="connsiteX12-375" fmla="*/ 501344 w 552481"/>
                        <a:gd name="connsiteY12-376" fmla="*/ 815973 h 1585520"/>
                        <a:gd name="connsiteX13-377" fmla="*/ 534221 w 552481"/>
                        <a:gd name="connsiteY13-378" fmla="*/ 989751 h 1585520"/>
                        <a:gd name="connsiteX14-379" fmla="*/ 184579 w 552481"/>
                        <a:gd name="connsiteY14-380" fmla="*/ 741931 h 1585520"/>
                        <a:gd name="connsiteX15-381" fmla="*/ 521700 w 552481"/>
                        <a:gd name="connsiteY15-382" fmla="*/ 1009232 h 1585520"/>
                        <a:gd name="connsiteX16-383" fmla="*/ 507056 w 552481"/>
                        <a:gd name="connsiteY16-384" fmla="*/ 1169267 h 1585520"/>
                        <a:gd name="connsiteX17-385" fmla="*/ 119129 w 552481"/>
                        <a:gd name="connsiteY17-386" fmla="*/ 889458 h 1585520"/>
                        <a:gd name="connsiteX18-387" fmla="*/ 504472 w 552481"/>
                        <a:gd name="connsiteY18-388" fmla="*/ 1198018 h 1585520"/>
                        <a:gd name="connsiteX19-389" fmla="*/ 519836 w 552481"/>
                        <a:gd name="connsiteY19-390" fmla="*/ 1370630 h 1585520"/>
                        <a:gd name="connsiteX20-391" fmla="*/ 184579 w 552481"/>
                        <a:gd name="connsiteY20-392" fmla="*/ 1132651 h 1585520"/>
                        <a:gd name="connsiteX21-393" fmla="*/ 509865 w 552481"/>
                        <a:gd name="connsiteY21-394" fmla="*/ 1387661 h 1585520"/>
                        <a:gd name="connsiteX22-395" fmla="*/ 552481 w 552481"/>
                        <a:gd name="connsiteY22-396" fmla="*/ 1585328 h 1585520"/>
                        <a:gd name="connsiteX23-397" fmla="*/ 103908 w 552481"/>
                        <a:gd name="connsiteY23-398" fmla="*/ 1357263 h 1585520"/>
                        <a:gd name="connsiteX24-399" fmla="*/ 550099 w 552481"/>
                        <a:gd name="connsiteY24-400" fmla="*/ 0 h 1585520"/>
                        <a:gd name="connsiteX0-401" fmla="*/ 550099 w 552481"/>
                        <a:gd name="connsiteY0-402" fmla="*/ 0 h 1585520"/>
                        <a:gd name="connsiteX1-403" fmla="*/ 550454 w 552481"/>
                        <a:gd name="connsiteY1-404" fmla="*/ 236086 h 1585520"/>
                        <a:gd name="connsiteX2-405" fmla="*/ 488816 w 552481"/>
                        <a:gd name="connsiteY2-406" fmla="*/ 193543 h 1585520"/>
                        <a:gd name="connsiteX3-407" fmla="*/ 550466 w 552481"/>
                        <a:gd name="connsiteY3-408" fmla="*/ 244157 h 1585520"/>
                        <a:gd name="connsiteX4-409" fmla="*/ 550735 w 552481"/>
                        <a:gd name="connsiteY4-410" fmla="*/ 423083 h 1585520"/>
                        <a:gd name="connsiteX5-411" fmla="*/ 440807 w 552481"/>
                        <a:gd name="connsiteY5-412" fmla="*/ 347209 h 1585520"/>
                        <a:gd name="connsiteX6-413" fmla="*/ 550756 w 552481"/>
                        <a:gd name="connsiteY6-414" fmla="*/ 437477 h 1585520"/>
                        <a:gd name="connsiteX7-415" fmla="*/ 551026 w 552481"/>
                        <a:gd name="connsiteY7-416" fmla="*/ 616991 h 1585520"/>
                        <a:gd name="connsiteX8-417" fmla="*/ 372197 w 552481"/>
                        <a:gd name="connsiteY8-418" fmla="*/ 491984 h 1585520"/>
                        <a:gd name="connsiteX9-419" fmla="*/ 521176 w 552481"/>
                        <a:gd name="connsiteY9-420" fmla="*/ 611487 h 1585520"/>
                        <a:gd name="connsiteX10-421" fmla="*/ 508896 w 552481"/>
                        <a:gd name="connsiteY10-422" fmla="*/ 791532 h 1585520"/>
                        <a:gd name="connsiteX11-423" fmla="*/ 270832 w 552481"/>
                        <a:gd name="connsiteY11-424" fmla="*/ 619203 h 1585520"/>
                        <a:gd name="connsiteX12-425" fmla="*/ 501344 w 552481"/>
                        <a:gd name="connsiteY12-426" fmla="*/ 815973 h 1585520"/>
                        <a:gd name="connsiteX13-427" fmla="*/ 534221 w 552481"/>
                        <a:gd name="connsiteY13-428" fmla="*/ 989751 h 1585520"/>
                        <a:gd name="connsiteX14-429" fmla="*/ 184579 w 552481"/>
                        <a:gd name="connsiteY14-430" fmla="*/ 741931 h 1585520"/>
                        <a:gd name="connsiteX15-431" fmla="*/ 521700 w 552481"/>
                        <a:gd name="connsiteY15-432" fmla="*/ 1009232 h 1585520"/>
                        <a:gd name="connsiteX16-433" fmla="*/ 507056 w 552481"/>
                        <a:gd name="connsiteY16-434" fmla="*/ 1169267 h 1585520"/>
                        <a:gd name="connsiteX17-435" fmla="*/ 119129 w 552481"/>
                        <a:gd name="connsiteY17-436" fmla="*/ 889458 h 1585520"/>
                        <a:gd name="connsiteX18-437" fmla="*/ 504472 w 552481"/>
                        <a:gd name="connsiteY18-438" fmla="*/ 1198018 h 1585520"/>
                        <a:gd name="connsiteX19-439" fmla="*/ 519836 w 552481"/>
                        <a:gd name="connsiteY19-440" fmla="*/ 1370630 h 1585520"/>
                        <a:gd name="connsiteX20-441" fmla="*/ 184579 w 552481"/>
                        <a:gd name="connsiteY20-442" fmla="*/ 1132651 h 1585520"/>
                        <a:gd name="connsiteX21-443" fmla="*/ 509865 w 552481"/>
                        <a:gd name="connsiteY21-444" fmla="*/ 1387661 h 1585520"/>
                        <a:gd name="connsiteX22-445" fmla="*/ 552481 w 552481"/>
                        <a:gd name="connsiteY22-446" fmla="*/ 1585328 h 1585520"/>
                        <a:gd name="connsiteX23-447" fmla="*/ 103908 w 552481"/>
                        <a:gd name="connsiteY23-448" fmla="*/ 1357263 h 1585520"/>
                        <a:gd name="connsiteX24-449" fmla="*/ 550099 w 552481"/>
                        <a:gd name="connsiteY24-450" fmla="*/ 0 h 1585520"/>
                        <a:gd name="connsiteX0-451" fmla="*/ 550099 w 552481"/>
                        <a:gd name="connsiteY0-452" fmla="*/ 0 h 1585520"/>
                        <a:gd name="connsiteX1-453" fmla="*/ 550454 w 552481"/>
                        <a:gd name="connsiteY1-454" fmla="*/ 236086 h 1585520"/>
                        <a:gd name="connsiteX2-455" fmla="*/ 488816 w 552481"/>
                        <a:gd name="connsiteY2-456" fmla="*/ 193543 h 1585520"/>
                        <a:gd name="connsiteX3-457" fmla="*/ 550466 w 552481"/>
                        <a:gd name="connsiteY3-458" fmla="*/ 244157 h 1585520"/>
                        <a:gd name="connsiteX4-459" fmla="*/ 550735 w 552481"/>
                        <a:gd name="connsiteY4-460" fmla="*/ 423083 h 1585520"/>
                        <a:gd name="connsiteX5-461" fmla="*/ 440807 w 552481"/>
                        <a:gd name="connsiteY5-462" fmla="*/ 347209 h 1585520"/>
                        <a:gd name="connsiteX6-463" fmla="*/ 550756 w 552481"/>
                        <a:gd name="connsiteY6-464" fmla="*/ 437477 h 1585520"/>
                        <a:gd name="connsiteX7-465" fmla="*/ 523630 w 552481"/>
                        <a:gd name="connsiteY7-466" fmla="*/ 593972 h 1585520"/>
                        <a:gd name="connsiteX8-467" fmla="*/ 372197 w 552481"/>
                        <a:gd name="connsiteY8-468" fmla="*/ 491984 h 1585520"/>
                        <a:gd name="connsiteX9-469" fmla="*/ 521176 w 552481"/>
                        <a:gd name="connsiteY9-470" fmla="*/ 611487 h 1585520"/>
                        <a:gd name="connsiteX10-471" fmla="*/ 508896 w 552481"/>
                        <a:gd name="connsiteY10-472" fmla="*/ 791532 h 1585520"/>
                        <a:gd name="connsiteX11-473" fmla="*/ 270832 w 552481"/>
                        <a:gd name="connsiteY11-474" fmla="*/ 619203 h 1585520"/>
                        <a:gd name="connsiteX12-475" fmla="*/ 501344 w 552481"/>
                        <a:gd name="connsiteY12-476" fmla="*/ 815973 h 1585520"/>
                        <a:gd name="connsiteX13-477" fmla="*/ 534221 w 552481"/>
                        <a:gd name="connsiteY13-478" fmla="*/ 989751 h 1585520"/>
                        <a:gd name="connsiteX14-479" fmla="*/ 184579 w 552481"/>
                        <a:gd name="connsiteY14-480" fmla="*/ 741931 h 1585520"/>
                        <a:gd name="connsiteX15-481" fmla="*/ 521700 w 552481"/>
                        <a:gd name="connsiteY15-482" fmla="*/ 1009232 h 1585520"/>
                        <a:gd name="connsiteX16-483" fmla="*/ 507056 w 552481"/>
                        <a:gd name="connsiteY16-484" fmla="*/ 1169267 h 1585520"/>
                        <a:gd name="connsiteX17-485" fmla="*/ 119129 w 552481"/>
                        <a:gd name="connsiteY17-486" fmla="*/ 889458 h 1585520"/>
                        <a:gd name="connsiteX18-487" fmla="*/ 504472 w 552481"/>
                        <a:gd name="connsiteY18-488" fmla="*/ 1198018 h 1585520"/>
                        <a:gd name="connsiteX19-489" fmla="*/ 519836 w 552481"/>
                        <a:gd name="connsiteY19-490" fmla="*/ 1370630 h 1585520"/>
                        <a:gd name="connsiteX20-491" fmla="*/ 184579 w 552481"/>
                        <a:gd name="connsiteY20-492" fmla="*/ 1132651 h 1585520"/>
                        <a:gd name="connsiteX21-493" fmla="*/ 509865 w 552481"/>
                        <a:gd name="connsiteY21-494" fmla="*/ 1387661 h 1585520"/>
                        <a:gd name="connsiteX22-495" fmla="*/ 552481 w 552481"/>
                        <a:gd name="connsiteY22-496" fmla="*/ 1585328 h 1585520"/>
                        <a:gd name="connsiteX23-497" fmla="*/ 103908 w 552481"/>
                        <a:gd name="connsiteY23-498" fmla="*/ 1357263 h 1585520"/>
                        <a:gd name="connsiteX24-499" fmla="*/ 550099 w 552481"/>
                        <a:gd name="connsiteY24-500" fmla="*/ 0 h 1585520"/>
                        <a:gd name="connsiteX0-501" fmla="*/ 550099 w 552481"/>
                        <a:gd name="connsiteY0-502" fmla="*/ 0 h 1585520"/>
                        <a:gd name="connsiteX1-503" fmla="*/ 550454 w 552481"/>
                        <a:gd name="connsiteY1-504" fmla="*/ 236086 h 1585520"/>
                        <a:gd name="connsiteX2-505" fmla="*/ 488816 w 552481"/>
                        <a:gd name="connsiteY2-506" fmla="*/ 193543 h 1585520"/>
                        <a:gd name="connsiteX3-507" fmla="*/ 550466 w 552481"/>
                        <a:gd name="connsiteY3-508" fmla="*/ 244157 h 1585520"/>
                        <a:gd name="connsiteX4-509" fmla="*/ 550735 w 552481"/>
                        <a:gd name="connsiteY4-510" fmla="*/ 423083 h 1585520"/>
                        <a:gd name="connsiteX5-511" fmla="*/ 440807 w 552481"/>
                        <a:gd name="connsiteY5-512" fmla="*/ 347209 h 1585520"/>
                        <a:gd name="connsiteX6-513" fmla="*/ 530748 w 552481"/>
                        <a:gd name="connsiteY6-514" fmla="*/ 427144 h 1585520"/>
                        <a:gd name="connsiteX7-515" fmla="*/ 523630 w 552481"/>
                        <a:gd name="connsiteY7-516" fmla="*/ 593972 h 1585520"/>
                        <a:gd name="connsiteX8-517" fmla="*/ 372197 w 552481"/>
                        <a:gd name="connsiteY8-518" fmla="*/ 491984 h 1585520"/>
                        <a:gd name="connsiteX9-519" fmla="*/ 521176 w 552481"/>
                        <a:gd name="connsiteY9-520" fmla="*/ 611487 h 1585520"/>
                        <a:gd name="connsiteX10-521" fmla="*/ 508896 w 552481"/>
                        <a:gd name="connsiteY10-522" fmla="*/ 791532 h 1585520"/>
                        <a:gd name="connsiteX11-523" fmla="*/ 270832 w 552481"/>
                        <a:gd name="connsiteY11-524" fmla="*/ 619203 h 1585520"/>
                        <a:gd name="connsiteX12-525" fmla="*/ 501344 w 552481"/>
                        <a:gd name="connsiteY12-526" fmla="*/ 815973 h 1585520"/>
                        <a:gd name="connsiteX13-527" fmla="*/ 534221 w 552481"/>
                        <a:gd name="connsiteY13-528" fmla="*/ 989751 h 1585520"/>
                        <a:gd name="connsiteX14-529" fmla="*/ 184579 w 552481"/>
                        <a:gd name="connsiteY14-530" fmla="*/ 741931 h 1585520"/>
                        <a:gd name="connsiteX15-531" fmla="*/ 521700 w 552481"/>
                        <a:gd name="connsiteY15-532" fmla="*/ 1009232 h 1585520"/>
                        <a:gd name="connsiteX16-533" fmla="*/ 507056 w 552481"/>
                        <a:gd name="connsiteY16-534" fmla="*/ 1169267 h 1585520"/>
                        <a:gd name="connsiteX17-535" fmla="*/ 119129 w 552481"/>
                        <a:gd name="connsiteY17-536" fmla="*/ 889458 h 1585520"/>
                        <a:gd name="connsiteX18-537" fmla="*/ 504472 w 552481"/>
                        <a:gd name="connsiteY18-538" fmla="*/ 1198018 h 1585520"/>
                        <a:gd name="connsiteX19-539" fmla="*/ 519836 w 552481"/>
                        <a:gd name="connsiteY19-540" fmla="*/ 1370630 h 1585520"/>
                        <a:gd name="connsiteX20-541" fmla="*/ 184579 w 552481"/>
                        <a:gd name="connsiteY20-542" fmla="*/ 1132651 h 1585520"/>
                        <a:gd name="connsiteX21-543" fmla="*/ 509865 w 552481"/>
                        <a:gd name="connsiteY21-544" fmla="*/ 1387661 h 1585520"/>
                        <a:gd name="connsiteX22-545" fmla="*/ 552481 w 552481"/>
                        <a:gd name="connsiteY22-546" fmla="*/ 1585328 h 1585520"/>
                        <a:gd name="connsiteX23-547" fmla="*/ 103908 w 552481"/>
                        <a:gd name="connsiteY23-548" fmla="*/ 1357263 h 1585520"/>
                        <a:gd name="connsiteX24-549" fmla="*/ 550099 w 552481"/>
                        <a:gd name="connsiteY24-550" fmla="*/ 0 h 1585520"/>
                        <a:gd name="connsiteX0-551" fmla="*/ 550099 w 552481"/>
                        <a:gd name="connsiteY0-552" fmla="*/ 0 h 1585520"/>
                        <a:gd name="connsiteX1-553" fmla="*/ 550454 w 552481"/>
                        <a:gd name="connsiteY1-554" fmla="*/ 236086 h 1585520"/>
                        <a:gd name="connsiteX2-555" fmla="*/ 488816 w 552481"/>
                        <a:gd name="connsiteY2-556" fmla="*/ 193543 h 1585520"/>
                        <a:gd name="connsiteX3-557" fmla="*/ 550466 w 552481"/>
                        <a:gd name="connsiteY3-558" fmla="*/ 244157 h 1585520"/>
                        <a:gd name="connsiteX4-559" fmla="*/ 528440 w 552481"/>
                        <a:gd name="connsiteY4-560" fmla="*/ 395095 h 1585520"/>
                        <a:gd name="connsiteX5-561" fmla="*/ 440807 w 552481"/>
                        <a:gd name="connsiteY5-562" fmla="*/ 347209 h 1585520"/>
                        <a:gd name="connsiteX6-563" fmla="*/ 530748 w 552481"/>
                        <a:gd name="connsiteY6-564" fmla="*/ 427144 h 1585520"/>
                        <a:gd name="connsiteX7-565" fmla="*/ 523630 w 552481"/>
                        <a:gd name="connsiteY7-566" fmla="*/ 593972 h 1585520"/>
                        <a:gd name="connsiteX8-567" fmla="*/ 372197 w 552481"/>
                        <a:gd name="connsiteY8-568" fmla="*/ 491984 h 1585520"/>
                        <a:gd name="connsiteX9-569" fmla="*/ 521176 w 552481"/>
                        <a:gd name="connsiteY9-570" fmla="*/ 611487 h 1585520"/>
                        <a:gd name="connsiteX10-571" fmla="*/ 508896 w 552481"/>
                        <a:gd name="connsiteY10-572" fmla="*/ 791532 h 1585520"/>
                        <a:gd name="connsiteX11-573" fmla="*/ 270832 w 552481"/>
                        <a:gd name="connsiteY11-574" fmla="*/ 619203 h 1585520"/>
                        <a:gd name="connsiteX12-575" fmla="*/ 501344 w 552481"/>
                        <a:gd name="connsiteY12-576" fmla="*/ 815973 h 1585520"/>
                        <a:gd name="connsiteX13-577" fmla="*/ 534221 w 552481"/>
                        <a:gd name="connsiteY13-578" fmla="*/ 989751 h 1585520"/>
                        <a:gd name="connsiteX14-579" fmla="*/ 184579 w 552481"/>
                        <a:gd name="connsiteY14-580" fmla="*/ 741931 h 1585520"/>
                        <a:gd name="connsiteX15-581" fmla="*/ 521700 w 552481"/>
                        <a:gd name="connsiteY15-582" fmla="*/ 1009232 h 1585520"/>
                        <a:gd name="connsiteX16-583" fmla="*/ 507056 w 552481"/>
                        <a:gd name="connsiteY16-584" fmla="*/ 1169267 h 1585520"/>
                        <a:gd name="connsiteX17-585" fmla="*/ 119129 w 552481"/>
                        <a:gd name="connsiteY17-586" fmla="*/ 889458 h 1585520"/>
                        <a:gd name="connsiteX18-587" fmla="*/ 504472 w 552481"/>
                        <a:gd name="connsiteY18-588" fmla="*/ 1198018 h 1585520"/>
                        <a:gd name="connsiteX19-589" fmla="*/ 519836 w 552481"/>
                        <a:gd name="connsiteY19-590" fmla="*/ 1370630 h 1585520"/>
                        <a:gd name="connsiteX20-591" fmla="*/ 184579 w 552481"/>
                        <a:gd name="connsiteY20-592" fmla="*/ 1132651 h 1585520"/>
                        <a:gd name="connsiteX21-593" fmla="*/ 509865 w 552481"/>
                        <a:gd name="connsiteY21-594" fmla="*/ 1387661 h 1585520"/>
                        <a:gd name="connsiteX22-595" fmla="*/ 552481 w 552481"/>
                        <a:gd name="connsiteY22-596" fmla="*/ 1585328 h 1585520"/>
                        <a:gd name="connsiteX23-597" fmla="*/ 103908 w 552481"/>
                        <a:gd name="connsiteY23-598" fmla="*/ 1357263 h 1585520"/>
                        <a:gd name="connsiteX24-599" fmla="*/ 550099 w 552481"/>
                        <a:gd name="connsiteY24-600" fmla="*/ 0 h 1585520"/>
                        <a:gd name="connsiteX0-601" fmla="*/ 550099 w 552481"/>
                        <a:gd name="connsiteY0-602" fmla="*/ 0 h 1585520"/>
                        <a:gd name="connsiteX1-603" fmla="*/ 550454 w 552481"/>
                        <a:gd name="connsiteY1-604" fmla="*/ 236086 h 1585520"/>
                        <a:gd name="connsiteX2-605" fmla="*/ 488816 w 552481"/>
                        <a:gd name="connsiteY2-606" fmla="*/ 193543 h 1585520"/>
                        <a:gd name="connsiteX3-607" fmla="*/ 532877 w 552481"/>
                        <a:gd name="connsiteY3-608" fmla="*/ 241409 h 1585520"/>
                        <a:gd name="connsiteX4-609" fmla="*/ 528440 w 552481"/>
                        <a:gd name="connsiteY4-610" fmla="*/ 395095 h 1585520"/>
                        <a:gd name="connsiteX5-611" fmla="*/ 440807 w 552481"/>
                        <a:gd name="connsiteY5-612" fmla="*/ 347209 h 1585520"/>
                        <a:gd name="connsiteX6-613" fmla="*/ 530748 w 552481"/>
                        <a:gd name="connsiteY6-614" fmla="*/ 427144 h 1585520"/>
                        <a:gd name="connsiteX7-615" fmla="*/ 523630 w 552481"/>
                        <a:gd name="connsiteY7-616" fmla="*/ 593972 h 1585520"/>
                        <a:gd name="connsiteX8-617" fmla="*/ 372197 w 552481"/>
                        <a:gd name="connsiteY8-618" fmla="*/ 491984 h 1585520"/>
                        <a:gd name="connsiteX9-619" fmla="*/ 521176 w 552481"/>
                        <a:gd name="connsiteY9-620" fmla="*/ 611487 h 1585520"/>
                        <a:gd name="connsiteX10-621" fmla="*/ 508896 w 552481"/>
                        <a:gd name="connsiteY10-622" fmla="*/ 791532 h 1585520"/>
                        <a:gd name="connsiteX11-623" fmla="*/ 270832 w 552481"/>
                        <a:gd name="connsiteY11-624" fmla="*/ 619203 h 1585520"/>
                        <a:gd name="connsiteX12-625" fmla="*/ 501344 w 552481"/>
                        <a:gd name="connsiteY12-626" fmla="*/ 815973 h 1585520"/>
                        <a:gd name="connsiteX13-627" fmla="*/ 534221 w 552481"/>
                        <a:gd name="connsiteY13-628" fmla="*/ 989751 h 1585520"/>
                        <a:gd name="connsiteX14-629" fmla="*/ 184579 w 552481"/>
                        <a:gd name="connsiteY14-630" fmla="*/ 741931 h 1585520"/>
                        <a:gd name="connsiteX15-631" fmla="*/ 521700 w 552481"/>
                        <a:gd name="connsiteY15-632" fmla="*/ 1009232 h 1585520"/>
                        <a:gd name="connsiteX16-633" fmla="*/ 507056 w 552481"/>
                        <a:gd name="connsiteY16-634" fmla="*/ 1169267 h 1585520"/>
                        <a:gd name="connsiteX17-635" fmla="*/ 119129 w 552481"/>
                        <a:gd name="connsiteY17-636" fmla="*/ 889458 h 1585520"/>
                        <a:gd name="connsiteX18-637" fmla="*/ 504472 w 552481"/>
                        <a:gd name="connsiteY18-638" fmla="*/ 1198018 h 1585520"/>
                        <a:gd name="connsiteX19-639" fmla="*/ 519836 w 552481"/>
                        <a:gd name="connsiteY19-640" fmla="*/ 1370630 h 1585520"/>
                        <a:gd name="connsiteX20-641" fmla="*/ 184579 w 552481"/>
                        <a:gd name="connsiteY20-642" fmla="*/ 1132651 h 1585520"/>
                        <a:gd name="connsiteX21-643" fmla="*/ 509865 w 552481"/>
                        <a:gd name="connsiteY21-644" fmla="*/ 1387661 h 1585520"/>
                        <a:gd name="connsiteX22-645" fmla="*/ 552481 w 552481"/>
                        <a:gd name="connsiteY22-646" fmla="*/ 1585328 h 1585520"/>
                        <a:gd name="connsiteX23-647" fmla="*/ 103908 w 552481"/>
                        <a:gd name="connsiteY23-648" fmla="*/ 1357263 h 1585520"/>
                        <a:gd name="connsiteX24-649" fmla="*/ 550099 w 552481"/>
                        <a:gd name="connsiteY24-650" fmla="*/ 0 h 1585520"/>
                        <a:gd name="connsiteX0-651" fmla="*/ 550099 w 580141"/>
                        <a:gd name="connsiteY0-652" fmla="*/ 54739 h 1640259"/>
                        <a:gd name="connsiteX1-653" fmla="*/ 536842 w 580141"/>
                        <a:gd name="connsiteY1-654" fmla="*/ 262901 h 1640259"/>
                        <a:gd name="connsiteX2-655" fmla="*/ 550454 w 580141"/>
                        <a:gd name="connsiteY2-656" fmla="*/ 290825 h 1640259"/>
                        <a:gd name="connsiteX3-657" fmla="*/ 488816 w 580141"/>
                        <a:gd name="connsiteY3-658" fmla="*/ 248282 h 1640259"/>
                        <a:gd name="connsiteX4-659" fmla="*/ 532877 w 580141"/>
                        <a:gd name="connsiteY4-660" fmla="*/ 296148 h 1640259"/>
                        <a:gd name="connsiteX5-661" fmla="*/ 528440 w 580141"/>
                        <a:gd name="connsiteY5-662" fmla="*/ 449834 h 1640259"/>
                        <a:gd name="connsiteX6-663" fmla="*/ 440807 w 580141"/>
                        <a:gd name="connsiteY6-664" fmla="*/ 401948 h 1640259"/>
                        <a:gd name="connsiteX7-665" fmla="*/ 530748 w 580141"/>
                        <a:gd name="connsiteY7-666" fmla="*/ 481883 h 1640259"/>
                        <a:gd name="connsiteX8-667" fmla="*/ 523630 w 580141"/>
                        <a:gd name="connsiteY8-668" fmla="*/ 648711 h 1640259"/>
                        <a:gd name="connsiteX9-669" fmla="*/ 372197 w 580141"/>
                        <a:gd name="connsiteY9-670" fmla="*/ 546723 h 1640259"/>
                        <a:gd name="connsiteX10-671" fmla="*/ 521176 w 580141"/>
                        <a:gd name="connsiteY10-672" fmla="*/ 666226 h 1640259"/>
                        <a:gd name="connsiteX11-673" fmla="*/ 508896 w 580141"/>
                        <a:gd name="connsiteY11-674" fmla="*/ 846271 h 1640259"/>
                        <a:gd name="connsiteX12-675" fmla="*/ 270832 w 580141"/>
                        <a:gd name="connsiteY12-676" fmla="*/ 673942 h 1640259"/>
                        <a:gd name="connsiteX13-677" fmla="*/ 501344 w 580141"/>
                        <a:gd name="connsiteY13-678" fmla="*/ 870712 h 1640259"/>
                        <a:gd name="connsiteX14-679" fmla="*/ 534221 w 580141"/>
                        <a:gd name="connsiteY14-680" fmla="*/ 1044490 h 1640259"/>
                        <a:gd name="connsiteX15-681" fmla="*/ 184579 w 580141"/>
                        <a:gd name="connsiteY15-682" fmla="*/ 796670 h 1640259"/>
                        <a:gd name="connsiteX16-683" fmla="*/ 521700 w 580141"/>
                        <a:gd name="connsiteY16-684" fmla="*/ 1063971 h 1640259"/>
                        <a:gd name="connsiteX17-685" fmla="*/ 507056 w 580141"/>
                        <a:gd name="connsiteY17-686" fmla="*/ 1224006 h 1640259"/>
                        <a:gd name="connsiteX18-687" fmla="*/ 119129 w 580141"/>
                        <a:gd name="connsiteY18-688" fmla="*/ 944197 h 1640259"/>
                        <a:gd name="connsiteX19-689" fmla="*/ 504472 w 580141"/>
                        <a:gd name="connsiteY19-690" fmla="*/ 1252757 h 1640259"/>
                        <a:gd name="connsiteX20-691" fmla="*/ 519836 w 580141"/>
                        <a:gd name="connsiteY20-692" fmla="*/ 1425369 h 1640259"/>
                        <a:gd name="connsiteX21-693" fmla="*/ 184579 w 580141"/>
                        <a:gd name="connsiteY21-694" fmla="*/ 1187390 h 1640259"/>
                        <a:gd name="connsiteX22-695" fmla="*/ 509865 w 580141"/>
                        <a:gd name="connsiteY22-696" fmla="*/ 1442400 h 1640259"/>
                        <a:gd name="connsiteX23-697" fmla="*/ 552481 w 580141"/>
                        <a:gd name="connsiteY23-698" fmla="*/ 1640067 h 1640259"/>
                        <a:gd name="connsiteX24-699" fmla="*/ 103908 w 580141"/>
                        <a:gd name="connsiteY24-700" fmla="*/ 1412002 h 1640259"/>
                        <a:gd name="connsiteX25" fmla="*/ 550099 w 580141"/>
                        <a:gd name="connsiteY25" fmla="*/ 54739 h 1640259"/>
                        <a:gd name="connsiteX0-701" fmla="*/ 550099 w 580141"/>
                        <a:gd name="connsiteY0-702" fmla="*/ 54739 h 1640259"/>
                        <a:gd name="connsiteX1-703" fmla="*/ 536842 w 580141"/>
                        <a:gd name="connsiteY1-704" fmla="*/ 262901 h 1640259"/>
                        <a:gd name="connsiteX2-705" fmla="*/ 550454 w 580141"/>
                        <a:gd name="connsiteY2-706" fmla="*/ 290825 h 1640259"/>
                        <a:gd name="connsiteX3-707" fmla="*/ 488816 w 580141"/>
                        <a:gd name="connsiteY3-708" fmla="*/ 248282 h 1640259"/>
                        <a:gd name="connsiteX4-709" fmla="*/ 532877 w 580141"/>
                        <a:gd name="connsiteY4-710" fmla="*/ 296148 h 1640259"/>
                        <a:gd name="connsiteX5-711" fmla="*/ 528440 w 580141"/>
                        <a:gd name="connsiteY5-712" fmla="*/ 449834 h 1640259"/>
                        <a:gd name="connsiteX6-713" fmla="*/ 440807 w 580141"/>
                        <a:gd name="connsiteY6-714" fmla="*/ 401948 h 1640259"/>
                        <a:gd name="connsiteX7-715" fmla="*/ 530748 w 580141"/>
                        <a:gd name="connsiteY7-716" fmla="*/ 481883 h 1640259"/>
                        <a:gd name="connsiteX8-717" fmla="*/ 523630 w 580141"/>
                        <a:gd name="connsiteY8-718" fmla="*/ 648711 h 1640259"/>
                        <a:gd name="connsiteX9-719" fmla="*/ 372197 w 580141"/>
                        <a:gd name="connsiteY9-720" fmla="*/ 546723 h 1640259"/>
                        <a:gd name="connsiteX10-721" fmla="*/ 521176 w 580141"/>
                        <a:gd name="connsiteY10-722" fmla="*/ 666226 h 1640259"/>
                        <a:gd name="connsiteX11-723" fmla="*/ 508896 w 580141"/>
                        <a:gd name="connsiteY11-724" fmla="*/ 846271 h 1640259"/>
                        <a:gd name="connsiteX12-725" fmla="*/ 270832 w 580141"/>
                        <a:gd name="connsiteY12-726" fmla="*/ 673942 h 1640259"/>
                        <a:gd name="connsiteX13-727" fmla="*/ 501344 w 580141"/>
                        <a:gd name="connsiteY13-728" fmla="*/ 870712 h 1640259"/>
                        <a:gd name="connsiteX14-729" fmla="*/ 484201 w 580141"/>
                        <a:gd name="connsiteY14-730" fmla="*/ 1018658 h 1640259"/>
                        <a:gd name="connsiteX15-731" fmla="*/ 184579 w 580141"/>
                        <a:gd name="connsiteY15-732" fmla="*/ 796670 h 1640259"/>
                        <a:gd name="connsiteX16-733" fmla="*/ 521700 w 580141"/>
                        <a:gd name="connsiteY16-734" fmla="*/ 1063971 h 1640259"/>
                        <a:gd name="connsiteX17-735" fmla="*/ 507056 w 580141"/>
                        <a:gd name="connsiteY17-736" fmla="*/ 1224006 h 1640259"/>
                        <a:gd name="connsiteX18-737" fmla="*/ 119129 w 580141"/>
                        <a:gd name="connsiteY18-738" fmla="*/ 944197 h 1640259"/>
                        <a:gd name="connsiteX19-739" fmla="*/ 504472 w 580141"/>
                        <a:gd name="connsiteY19-740" fmla="*/ 1252757 h 1640259"/>
                        <a:gd name="connsiteX20-741" fmla="*/ 519836 w 580141"/>
                        <a:gd name="connsiteY20-742" fmla="*/ 1425369 h 1640259"/>
                        <a:gd name="connsiteX21-743" fmla="*/ 184579 w 580141"/>
                        <a:gd name="connsiteY21-744" fmla="*/ 1187390 h 1640259"/>
                        <a:gd name="connsiteX22-745" fmla="*/ 509865 w 580141"/>
                        <a:gd name="connsiteY22-746" fmla="*/ 1442400 h 1640259"/>
                        <a:gd name="connsiteX23-747" fmla="*/ 552481 w 580141"/>
                        <a:gd name="connsiteY23-748" fmla="*/ 1640067 h 1640259"/>
                        <a:gd name="connsiteX24-749" fmla="*/ 103908 w 580141"/>
                        <a:gd name="connsiteY24-750" fmla="*/ 1412002 h 1640259"/>
                        <a:gd name="connsiteX25-751" fmla="*/ 550099 w 580141"/>
                        <a:gd name="connsiteY25-752" fmla="*/ 54739 h 1640259"/>
                        <a:gd name="connsiteX0-753" fmla="*/ 550099 w 580141"/>
                        <a:gd name="connsiteY0-754" fmla="*/ 54739 h 1640259"/>
                        <a:gd name="connsiteX1-755" fmla="*/ 536842 w 580141"/>
                        <a:gd name="connsiteY1-756" fmla="*/ 262901 h 1640259"/>
                        <a:gd name="connsiteX2-757" fmla="*/ 550454 w 580141"/>
                        <a:gd name="connsiteY2-758" fmla="*/ 290825 h 1640259"/>
                        <a:gd name="connsiteX3-759" fmla="*/ 488816 w 580141"/>
                        <a:gd name="connsiteY3-760" fmla="*/ 248282 h 1640259"/>
                        <a:gd name="connsiteX4-761" fmla="*/ 532877 w 580141"/>
                        <a:gd name="connsiteY4-762" fmla="*/ 296148 h 1640259"/>
                        <a:gd name="connsiteX5-763" fmla="*/ 528440 w 580141"/>
                        <a:gd name="connsiteY5-764" fmla="*/ 449834 h 1640259"/>
                        <a:gd name="connsiteX6-765" fmla="*/ 440807 w 580141"/>
                        <a:gd name="connsiteY6-766" fmla="*/ 401948 h 1640259"/>
                        <a:gd name="connsiteX7-767" fmla="*/ 530748 w 580141"/>
                        <a:gd name="connsiteY7-768" fmla="*/ 481883 h 1640259"/>
                        <a:gd name="connsiteX8-769" fmla="*/ 523630 w 580141"/>
                        <a:gd name="connsiteY8-770" fmla="*/ 648711 h 1640259"/>
                        <a:gd name="connsiteX9-771" fmla="*/ 372197 w 580141"/>
                        <a:gd name="connsiteY9-772" fmla="*/ 546723 h 1640259"/>
                        <a:gd name="connsiteX10-773" fmla="*/ 521176 w 580141"/>
                        <a:gd name="connsiteY10-774" fmla="*/ 666226 h 1640259"/>
                        <a:gd name="connsiteX11-775" fmla="*/ 508896 w 580141"/>
                        <a:gd name="connsiteY11-776" fmla="*/ 846271 h 1640259"/>
                        <a:gd name="connsiteX12-777" fmla="*/ 270832 w 580141"/>
                        <a:gd name="connsiteY12-778" fmla="*/ 673942 h 1640259"/>
                        <a:gd name="connsiteX13-779" fmla="*/ 501344 w 580141"/>
                        <a:gd name="connsiteY13-780" fmla="*/ 870712 h 1640259"/>
                        <a:gd name="connsiteX14-781" fmla="*/ 484201 w 580141"/>
                        <a:gd name="connsiteY14-782" fmla="*/ 1018658 h 1640259"/>
                        <a:gd name="connsiteX15-783" fmla="*/ 184579 w 580141"/>
                        <a:gd name="connsiteY15-784" fmla="*/ 796670 h 1640259"/>
                        <a:gd name="connsiteX16-785" fmla="*/ 479002 w 580141"/>
                        <a:gd name="connsiteY16-786" fmla="*/ 1055860 h 1640259"/>
                        <a:gd name="connsiteX17-787" fmla="*/ 507056 w 580141"/>
                        <a:gd name="connsiteY17-788" fmla="*/ 1224006 h 1640259"/>
                        <a:gd name="connsiteX18-789" fmla="*/ 119129 w 580141"/>
                        <a:gd name="connsiteY18-790" fmla="*/ 944197 h 1640259"/>
                        <a:gd name="connsiteX19-791" fmla="*/ 504472 w 580141"/>
                        <a:gd name="connsiteY19-792" fmla="*/ 1252757 h 1640259"/>
                        <a:gd name="connsiteX20-793" fmla="*/ 519836 w 580141"/>
                        <a:gd name="connsiteY20-794" fmla="*/ 1425369 h 1640259"/>
                        <a:gd name="connsiteX21-795" fmla="*/ 184579 w 580141"/>
                        <a:gd name="connsiteY21-796" fmla="*/ 1187390 h 1640259"/>
                        <a:gd name="connsiteX22-797" fmla="*/ 509865 w 580141"/>
                        <a:gd name="connsiteY22-798" fmla="*/ 1442400 h 1640259"/>
                        <a:gd name="connsiteX23-799" fmla="*/ 552481 w 580141"/>
                        <a:gd name="connsiteY23-800" fmla="*/ 1640067 h 1640259"/>
                        <a:gd name="connsiteX24-801" fmla="*/ 103908 w 580141"/>
                        <a:gd name="connsiteY24-802" fmla="*/ 1412002 h 1640259"/>
                        <a:gd name="connsiteX25-803" fmla="*/ 550099 w 580141"/>
                        <a:gd name="connsiteY25-804" fmla="*/ 54739 h 1640259"/>
                        <a:gd name="connsiteX0-805" fmla="*/ 550099 w 580141"/>
                        <a:gd name="connsiteY0-806" fmla="*/ 54739 h 1640259"/>
                        <a:gd name="connsiteX1-807" fmla="*/ 536842 w 580141"/>
                        <a:gd name="connsiteY1-808" fmla="*/ 262901 h 1640259"/>
                        <a:gd name="connsiteX2-809" fmla="*/ 550454 w 580141"/>
                        <a:gd name="connsiteY2-810" fmla="*/ 290825 h 1640259"/>
                        <a:gd name="connsiteX3-811" fmla="*/ 488816 w 580141"/>
                        <a:gd name="connsiteY3-812" fmla="*/ 248282 h 1640259"/>
                        <a:gd name="connsiteX4-813" fmla="*/ 532877 w 580141"/>
                        <a:gd name="connsiteY4-814" fmla="*/ 296148 h 1640259"/>
                        <a:gd name="connsiteX5-815" fmla="*/ 528440 w 580141"/>
                        <a:gd name="connsiteY5-816" fmla="*/ 449834 h 1640259"/>
                        <a:gd name="connsiteX6-817" fmla="*/ 440807 w 580141"/>
                        <a:gd name="connsiteY6-818" fmla="*/ 401948 h 1640259"/>
                        <a:gd name="connsiteX7-819" fmla="*/ 530748 w 580141"/>
                        <a:gd name="connsiteY7-820" fmla="*/ 481883 h 1640259"/>
                        <a:gd name="connsiteX8-821" fmla="*/ 523630 w 580141"/>
                        <a:gd name="connsiteY8-822" fmla="*/ 648711 h 1640259"/>
                        <a:gd name="connsiteX9-823" fmla="*/ 372197 w 580141"/>
                        <a:gd name="connsiteY9-824" fmla="*/ 546723 h 1640259"/>
                        <a:gd name="connsiteX10-825" fmla="*/ 521176 w 580141"/>
                        <a:gd name="connsiteY10-826" fmla="*/ 666226 h 1640259"/>
                        <a:gd name="connsiteX11-827" fmla="*/ 508896 w 580141"/>
                        <a:gd name="connsiteY11-828" fmla="*/ 846271 h 1640259"/>
                        <a:gd name="connsiteX12-829" fmla="*/ 270832 w 580141"/>
                        <a:gd name="connsiteY12-830" fmla="*/ 673942 h 1640259"/>
                        <a:gd name="connsiteX13-831" fmla="*/ 501344 w 580141"/>
                        <a:gd name="connsiteY13-832" fmla="*/ 870712 h 1640259"/>
                        <a:gd name="connsiteX14-833" fmla="*/ 484201 w 580141"/>
                        <a:gd name="connsiteY14-834" fmla="*/ 1018658 h 1640259"/>
                        <a:gd name="connsiteX15-835" fmla="*/ 184579 w 580141"/>
                        <a:gd name="connsiteY15-836" fmla="*/ 796670 h 1640259"/>
                        <a:gd name="connsiteX16-837" fmla="*/ 479002 w 580141"/>
                        <a:gd name="connsiteY16-838" fmla="*/ 1055860 h 1640259"/>
                        <a:gd name="connsiteX17-839" fmla="*/ 474625 w 580141"/>
                        <a:gd name="connsiteY17-840" fmla="*/ 1200922 h 1640259"/>
                        <a:gd name="connsiteX18-841" fmla="*/ 119129 w 580141"/>
                        <a:gd name="connsiteY18-842" fmla="*/ 944197 h 1640259"/>
                        <a:gd name="connsiteX19-843" fmla="*/ 504472 w 580141"/>
                        <a:gd name="connsiteY19-844" fmla="*/ 1252757 h 1640259"/>
                        <a:gd name="connsiteX20-845" fmla="*/ 519836 w 580141"/>
                        <a:gd name="connsiteY20-846" fmla="*/ 1425369 h 1640259"/>
                        <a:gd name="connsiteX21-847" fmla="*/ 184579 w 580141"/>
                        <a:gd name="connsiteY21-848" fmla="*/ 1187390 h 1640259"/>
                        <a:gd name="connsiteX22-849" fmla="*/ 509865 w 580141"/>
                        <a:gd name="connsiteY22-850" fmla="*/ 1442400 h 1640259"/>
                        <a:gd name="connsiteX23-851" fmla="*/ 552481 w 580141"/>
                        <a:gd name="connsiteY23-852" fmla="*/ 1640067 h 1640259"/>
                        <a:gd name="connsiteX24-853" fmla="*/ 103908 w 580141"/>
                        <a:gd name="connsiteY24-854" fmla="*/ 1412002 h 1640259"/>
                        <a:gd name="connsiteX25-855" fmla="*/ 550099 w 580141"/>
                        <a:gd name="connsiteY25-856" fmla="*/ 54739 h 1640259"/>
                        <a:gd name="connsiteX0-857" fmla="*/ 550099 w 580141"/>
                        <a:gd name="connsiteY0-858" fmla="*/ 54739 h 1640259"/>
                        <a:gd name="connsiteX1-859" fmla="*/ 536842 w 580141"/>
                        <a:gd name="connsiteY1-860" fmla="*/ 262901 h 1640259"/>
                        <a:gd name="connsiteX2-861" fmla="*/ 550454 w 580141"/>
                        <a:gd name="connsiteY2-862" fmla="*/ 290825 h 1640259"/>
                        <a:gd name="connsiteX3-863" fmla="*/ 488816 w 580141"/>
                        <a:gd name="connsiteY3-864" fmla="*/ 248282 h 1640259"/>
                        <a:gd name="connsiteX4-865" fmla="*/ 532877 w 580141"/>
                        <a:gd name="connsiteY4-866" fmla="*/ 296148 h 1640259"/>
                        <a:gd name="connsiteX5-867" fmla="*/ 528440 w 580141"/>
                        <a:gd name="connsiteY5-868" fmla="*/ 449834 h 1640259"/>
                        <a:gd name="connsiteX6-869" fmla="*/ 440807 w 580141"/>
                        <a:gd name="connsiteY6-870" fmla="*/ 401948 h 1640259"/>
                        <a:gd name="connsiteX7-871" fmla="*/ 530748 w 580141"/>
                        <a:gd name="connsiteY7-872" fmla="*/ 481883 h 1640259"/>
                        <a:gd name="connsiteX8-873" fmla="*/ 523630 w 580141"/>
                        <a:gd name="connsiteY8-874" fmla="*/ 648711 h 1640259"/>
                        <a:gd name="connsiteX9-875" fmla="*/ 372197 w 580141"/>
                        <a:gd name="connsiteY9-876" fmla="*/ 546723 h 1640259"/>
                        <a:gd name="connsiteX10-877" fmla="*/ 521176 w 580141"/>
                        <a:gd name="connsiteY10-878" fmla="*/ 666226 h 1640259"/>
                        <a:gd name="connsiteX11-879" fmla="*/ 508896 w 580141"/>
                        <a:gd name="connsiteY11-880" fmla="*/ 846271 h 1640259"/>
                        <a:gd name="connsiteX12-881" fmla="*/ 270832 w 580141"/>
                        <a:gd name="connsiteY12-882" fmla="*/ 673942 h 1640259"/>
                        <a:gd name="connsiteX13-883" fmla="*/ 501344 w 580141"/>
                        <a:gd name="connsiteY13-884" fmla="*/ 870712 h 1640259"/>
                        <a:gd name="connsiteX14-885" fmla="*/ 484201 w 580141"/>
                        <a:gd name="connsiteY14-886" fmla="*/ 1018658 h 1640259"/>
                        <a:gd name="connsiteX15-887" fmla="*/ 184579 w 580141"/>
                        <a:gd name="connsiteY15-888" fmla="*/ 796670 h 1640259"/>
                        <a:gd name="connsiteX16-889" fmla="*/ 479002 w 580141"/>
                        <a:gd name="connsiteY16-890" fmla="*/ 1055860 h 1640259"/>
                        <a:gd name="connsiteX17-891" fmla="*/ 474625 w 580141"/>
                        <a:gd name="connsiteY17-892" fmla="*/ 1200922 h 1640259"/>
                        <a:gd name="connsiteX18-893" fmla="*/ 119129 w 580141"/>
                        <a:gd name="connsiteY18-894" fmla="*/ 944197 h 1640259"/>
                        <a:gd name="connsiteX19-895" fmla="*/ 467006 w 580141"/>
                        <a:gd name="connsiteY19-896" fmla="*/ 1229607 h 1640259"/>
                        <a:gd name="connsiteX20-897" fmla="*/ 519836 w 580141"/>
                        <a:gd name="connsiteY20-898" fmla="*/ 1425369 h 1640259"/>
                        <a:gd name="connsiteX21-899" fmla="*/ 184579 w 580141"/>
                        <a:gd name="connsiteY21-900" fmla="*/ 1187390 h 1640259"/>
                        <a:gd name="connsiteX22-901" fmla="*/ 509865 w 580141"/>
                        <a:gd name="connsiteY22-902" fmla="*/ 1442400 h 1640259"/>
                        <a:gd name="connsiteX23-903" fmla="*/ 552481 w 580141"/>
                        <a:gd name="connsiteY23-904" fmla="*/ 1640067 h 1640259"/>
                        <a:gd name="connsiteX24-905" fmla="*/ 103908 w 580141"/>
                        <a:gd name="connsiteY24-906" fmla="*/ 1412002 h 1640259"/>
                        <a:gd name="connsiteX25-907" fmla="*/ 550099 w 580141"/>
                        <a:gd name="connsiteY25-908" fmla="*/ 54739 h 1640259"/>
                        <a:gd name="connsiteX0-909" fmla="*/ 550099 w 580141"/>
                        <a:gd name="connsiteY0-910" fmla="*/ 54739 h 1640259"/>
                        <a:gd name="connsiteX1-911" fmla="*/ 536842 w 580141"/>
                        <a:gd name="connsiteY1-912" fmla="*/ 262901 h 1640259"/>
                        <a:gd name="connsiteX2-913" fmla="*/ 550454 w 580141"/>
                        <a:gd name="connsiteY2-914" fmla="*/ 290825 h 1640259"/>
                        <a:gd name="connsiteX3-915" fmla="*/ 488816 w 580141"/>
                        <a:gd name="connsiteY3-916" fmla="*/ 248282 h 1640259"/>
                        <a:gd name="connsiteX4-917" fmla="*/ 532877 w 580141"/>
                        <a:gd name="connsiteY4-918" fmla="*/ 296148 h 1640259"/>
                        <a:gd name="connsiteX5-919" fmla="*/ 528440 w 580141"/>
                        <a:gd name="connsiteY5-920" fmla="*/ 449834 h 1640259"/>
                        <a:gd name="connsiteX6-921" fmla="*/ 440807 w 580141"/>
                        <a:gd name="connsiteY6-922" fmla="*/ 401948 h 1640259"/>
                        <a:gd name="connsiteX7-923" fmla="*/ 530748 w 580141"/>
                        <a:gd name="connsiteY7-924" fmla="*/ 481883 h 1640259"/>
                        <a:gd name="connsiteX8-925" fmla="*/ 523630 w 580141"/>
                        <a:gd name="connsiteY8-926" fmla="*/ 648711 h 1640259"/>
                        <a:gd name="connsiteX9-927" fmla="*/ 372197 w 580141"/>
                        <a:gd name="connsiteY9-928" fmla="*/ 546723 h 1640259"/>
                        <a:gd name="connsiteX10-929" fmla="*/ 521176 w 580141"/>
                        <a:gd name="connsiteY10-930" fmla="*/ 666226 h 1640259"/>
                        <a:gd name="connsiteX11-931" fmla="*/ 508896 w 580141"/>
                        <a:gd name="connsiteY11-932" fmla="*/ 846271 h 1640259"/>
                        <a:gd name="connsiteX12-933" fmla="*/ 270832 w 580141"/>
                        <a:gd name="connsiteY12-934" fmla="*/ 673942 h 1640259"/>
                        <a:gd name="connsiteX13-935" fmla="*/ 501344 w 580141"/>
                        <a:gd name="connsiteY13-936" fmla="*/ 870712 h 1640259"/>
                        <a:gd name="connsiteX14-937" fmla="*/ 484201 w 580141"/>
                        <a:gd name="connsiteY14-938" fmla="*/ 1018658 h 1640259"/>
                        <a:gd name="connsiteX15-939" fmla="*/ 184579 w 580141"/>
                        <a:gd name="connsiteY15-940" fmla="*/ 796670 h 1640259"/>
                        <a:gd name="connsiteX16-941" fmla="*/ 479002 w 580141"/>
                        <a:gd name="connsiteY16-942" fmla="*/ 1055860 h 1640259"/>
                        <a:gd name="connsiteX17-943" fmla="*/ 474625 w 580141"/>
                        <a:gd name="connsiteY17-944" fmla="*/ 1200922 h 1640259"/>
                        <a:gd name="connsiteX18-945" fmla="*/ 119129 w 580141"/>
                        <a:gd name="connsiteY18-946" fmla="*/ 944197 h 1640259"/>
                        <a:gd name="connsiteX19-947" fmla="*/ 467006 w 580141"/>
                        <a:gd name="connsiteY19-948" fmla="*/ 1229607 h 1640259"/>
                        <a:gd name="connsiteX20-949" fmla="*/ 519836 w 580141"/>
                        <a:gd name="connsiteY20-950" fmla="*/ 1425369 h 1640259"/>
                        <a:gd name="connsiteX21-951" fmla="*/ 184579 w 580141"/>
                        <a:gd name="connsiteY21-952" fmla="*/ 1187390 h 1640259"/>
                        <a:gd name="connsiteX22-953" fmla="*/ 480050 w 580141"/>
                        <a:gd name="connsiteY22-954" fmla="*/ 1411796 h 1640259"/>
                        <a:gd name="connsiteX23-955" fmla="*/ 552481 w 580141"/>
                        <a:gd name="connsiteY23-956" fmla="*/ 1640067 h 1640259"/>
                        <a:gd name="connsiteX24-957" fmla="*/ 103908 w 580141"/>
                        <a:gd name="connsiteY24-958" fmla="*/ 1412002 h 1640259"/>
                        <a:gd name="connsiteX25-959" fmla="*/ 550099 w 580141"/>
                        <a:gd name="connsiteY25-960" fmla="*/ 54739 h 1640259"/>
                        <a:gd name="connsiteX0-961" fmla="*/ 550099 w 580141"/>
                        <a:gd name="connsiteY0-962" fmla="*/ 54739 h 1640259"/>
                        <a:gd name="connsiteX1-963" fmla="*/ 536842 w 580141"/>
                        <a:gd name="connsiteY1-964" fmla="*/ 262901 h 1640259"/>
                        <a:gd name="connsiteX2-965" fmla="*/ 550454 w 580141"/>
                        <a:gd name="connsiteY2-966" fmla="*/ 290825 h 1640259"/>
                        <a:gd name="connsiteX3-967" fmla="*/ 488816 w 580141"/>
                        <a:gd name="connsiteY3-968" fmla="*/ 248282 h 1640259"/>
                        <a:gd name="connsiteX4-969" fmla="*/ 532877 w 580141"/>
                        <a:gd name="connsiteY4-970" fmla="*/ 296148 h 1640259"/>
                        <a:gd name="connsiteX5-971" fmla="*/ 528440 w 580141"/>
                        <a:gd name="connsiteY5-972" fmla="*/ 449834 h 1640259"/>
                        <a:gd name="connsiteX6-973" fmla="*/ 440807 w 580141"/>
                        <a:gd name="connsiteY6-974" fmla="*/ 401948 h 1640259"/>
                        <a:gd name="connsiteX7-975" fmla="*/ 530748 w 580141"/>
                        <a:gd name="connsiteY7-976" fmla="*/ 481883 h 1640259"/>
                        <a:gd name="connsiteX8-977" fmla="*/ 523630 w 580141"/>
                        <a:gd name="connsiteY8-978" fmla="*/ 648711 h 1640259"/>
                        <a:gd name="connsiteX9-979" fmla="*/ 372197 w 580141"/>
                        <a:gd name="connsiteY9-980" fmla="*/ 546723 h 1640259"/>
                        <a:gd name="connsiteX10-981" fmla="*/ 521176 w 580141"/>
                        <a:gd name="connsiteY10-982" fmla="*/ 666226 h 1640259"/>
                        <a:gd name="connsiteX11-983" fmla="*/ 508896 w 580141"/>
                        <a:gd name="connsiteY11-984" fmla="*/ 846271 h 1640259"/>
                        <a:gd name="connsiteX12-985" fmla="*/ 270832 w 580141"/>
                        <a:gd name="connsiteY12-986" fmla="*/ 673942 h 1640259"/>
                        <a:gd name="connsiteX13-987" fmla="*/ 501344 w 580141"/>
                        <a:gd name="connsiteY13-988" fmla="*/ 870712 h 1640259"/>
                        <a:gd name="connsiteX14-989" fmla="*/ 484201 w 580141"/>
                        <a:gd name="connsiteY14-990" fmla="*/ 1018658 h 1640259"/>
                        <a:gd name="connsiteX15-991" fmla="*/ 184579 w 580141"/>
                        <a:gd name="connsiteY15-992" fmla="*/ 796670 h 1640259"/>
                        <a:gd name="connsiteX16-993" fmla="*/ 479002 w 580141"/>
                        <a:gd name="connsiteY16-994" fmla="*/ 1055860 h 1640259"/>
                        <a:gd name="connsiteX17-995" fmla="*/ 474625 w 580141"/>
                        <a:gd name="connsiteY17-996" fmla="*/ 1200922 h 1640259"/>
                        <a:gd name="connsiteX18-997" fmla="*/ 119129 w 580141"/>
                        <a:gd name="connsiteY18-998" fmla="*/ 944197 h 1640259"/>
                        <a:gd name="connsiteX19-999" fmla="*/ 467006 w 580141"/>
                        <a:gd name="connsiteY19-1000" fmla="*/ 1229607 h 1640259"/>
                        <a:gd name="connsiteX20-1001" fmla="*/ 487405 w 580141"/>
                        <a:gd name="connsiteY20-1002" fmla="*/ 1402284 h 1640259"/>
                        <a:gd name="connsiteX21-1003" fmla="*/ 184579 w 580141"/>
                        <a:gd name="connsiteY21-1004" fmla="*/ 1187390 h 1640259"/>
                        <a:gd name="connsiteX22-1005" fmla="*/ 480050 w 580141"/>
                        <a:gd name="connsiteY22-1006" fmla="*/ 1411796 h 1640259"/>
                        <a:gd name="connsiteX23-1007" fmla="*/ 552481 w 580141"/>
                        <a:gd name="connsiteY23-1008" fmla="*/ 1640067 h 1640259"/>
                        <a:gd name="connsiteX24-1009" fmla="*/ 103908 w 580141"/>
                        <a:gd name="connsiteY24-1010" fmla="*/ 1412002 h 1640259"/>
                        <a:gd name="connsiteX25-1011" fmla="*/ 550099 w 580141"/>
                        <a:gd name="connsiteY25-1012" fmla="*/ 54739 h 1640259"/>
                        <a:gd name="connsiteX0-1013" fmla="*/ 550099 w 580141"/>
                        <a:gd name="connsiteY0-1014" fmla="*/ 54739 h 1640259"/>
                        <a:gd name="connsiteX1-1015" fmla="*/ 536842 w 580141"/>
                        <a:gd name="connsiteY1-1016" fmla="*/ 262901 h 1640259"/>
                        <a:gd name="connsiteX2-1017" fmla="*/ 550454 w 580141"/>
                        <a:gd name="connsiteY2-1018" fmla="*/ 290825 h 1640259"/>
                        <a:gd name="connsiteX3-1019" fmla="*/ 488816 w 580141"/>
                        <a:gd name="connsiteY3-1020" fmla="*/ 248282 h 1640259"/>
                        <a:gd name="connsiteX4-1021" fmla="*/ 532877 w 580141"/>
                        <a:gd name="connsiteY4-1022" fmla="*/ 296148 h 1640259"/>
                        <a:gd name="connsiteX5-1023" fmla="*/ 528440 w 580141"/>
                        <a:gd name="connsiteY5-1024" fmla="*/ 449834 h 1640259"/>
                        <a:gd name="connsiteX6-1025" fmla="*/ 440807 w 580141"/>
                        <a:gd name="connsiteY6-1026" fmla="*/ 401948 h 1640259"/>
                        <a:gd name="connsiteX7-1027" fmla="*/ 530748 w 580141"/>
                        <a:gd name="connsiteY7-1028" fmla="*/ 481883 h 1640259"/>
                        <a:gd name="connsiteX8-1029" fmla="*/ 523630 w 580141"/>
                        <a:gd name="connsiteY8-1030" fmla="*/ 648711 h 1640259"/>
                        <a:gd name="connsiteX9-1031" fmla="*/ 372197 w 580141"/>
                        <a:gd name="connsiteY9-1032" fmla="*/ 546723 h 1640259"/>
                        <a:gd name="connsiteX10-1033" fmla="*/ 521176 w 580141"/>
                        <a:gd name="connsiteY10-1034" fmla="*/ 666226 h 1640259"/>
                        <a:gd name="connsiteX11-1035" fmla="*/ 508896 w 580141"/>
                        <a:gd name="connsiteY11-1036" fmla="*/ 846271 h 1640259"/>
                        <a:gd name="connsiteX12-1037" fmla="*/ 270832 w 580141"/>
                        <a:gd name="connsiteY12-1038" fmla="*/ 673942 h 1640259"/>
                        <a:gd name="connsiteX13-1039" fmla="*/ 501344 w 580141"/>
                        <a:gd name="connsiteY13-1040" fmla="*/ 870712 h 1640259"/>
                        <a:gd name="connsiteX14-1041" fmla="*/ 484201 w 580141"/>
                        <a:gd name="connsiteY14-1042" fmla="*/ 1018658 h 1640259"/>
                        <a:gd name="connsiteX15-1043" fmla="*/ 184579 w 580141"/>
                        <a:gd name="connsiteY15-1044" fmla="*/ 796670 h 1640259"/>
                        <a:gd name="connsiteX16-1045" fmla="*/ 479002 w 580141"/>
                        <a:gd name="connsiteY16-1046" fmla="*/ 1055860 h 1640259"/>
                        <a:gd name="connsiteX17-1047" fmla="*/ 474625 w 580141"/>
                        <a:gd name="connsiteY17-1048" fmla="*/ 1200922 h 1640259"/>
                        <a:gd name="connsiteX18-1049" fmla="*/ 119129 w 580141"/>
                        <a:gd name="connsiteY18-1050" fmla="*/ 944197 h 1640259"/>
                        <a:gd name="connsiteX19-1051" fmla="*/ 467006 w 580141"/>
                        <a:gd name="connsiteY19-1052" fmla="*/ 1229607 h 1640259"/>
                        <a:gd name="connsiteX20-1053" fmla="*/ 480083 w 580141"/>
                        <a:gd name="connsiteY20-1054" fmla="*/ 1384563 h 1640259"/>
                        <a:gd name="connsiteX21-1055" fmla="*/ 184579 w 580141"/>
                        <a:gd name="connsiteY21-1056" fmla="*/ 1187390 h 1640259"/>
                        <a:gd name="connsiteX22-1057" fmla="*/ 480050 w 580141"/>
                        <a:gd name="connsiteY22-1058" fmla="*/ 1411796 h 1640259"/>
                        <a:gd name="connsiteX23-1059" fmla="*/ 552481 w 580141"/>
                        <a:gd name="connsiteY23-1060" fmla="*/ 1640067 h 1640259"/>
                        <a:gd name="connsiteX24-1061" fmla="*/ 103908 w 580141"/>
                        <a:gd name="connsiteY24-1062" fmla="*/ 1412002 h 1640259"/>
                        <a:gd name="connsiteX25-1063" fmla="*/ 550099 w 580141"/>
                        <a:gd name="connsiteY25-1064" fmla="*/ 54739 h 1640259"/>
                        <a:gd name="connsiteX0-1065" fmla="*/ 550099 w 580141"/>
                        <a:gd name="connsiteY0-1066" fmla="*/ 54739 h 1640259"/>
                        <a:gd name="connsiteX1-1067" fmla="*/ 536842 w 580141"/>
                        <a:gd name="connsiteY1-1068" fmla="*/ 262901 h 1640259"/>
                        <a:gd name="connsiteX2-1069" fmla="*/ 550454 w 580141"/>
                        <a:gd name="connsiteY2-1070" fmla="*/ 290825 h 1640259"/>
                        <a:gd name="connsiteX3-1071" fmla="*/ 488816 w 580141"/>
                        <a:gd name="connsiteY3-1072" fmla="*/ 248282 h 1640259"/>
                        <a:gd name="connsiteX4-1073" fmla="*/ 532877 w 580141"/>
                        <a:gd name="connsiteY4-1074" fmla="*/ 296148 h 1640259"/>
                        <a:gd name="connsiteX5-1075" fmla="*/ 528440 w 580141"/>
                        <a:gd name="connsiteY5-1076" fmla="*/ 449834 h 1640259"/>
                        <a:gd name="connsiteX6-1077" fmla="*/ 440807 w 580141"/>
                        <a:gd name="connsiteY6-1078" fmla="*/ 401948 h 1640259"/>
                        <a:gd name="connsiteX7-1079" fmla="*/ 530748 w 580141"/>
                        <a:gd name="connsiteY7-1080" fmla="*/ 481883 h 1640259"/>
                        <a:gd name="connsiteX8-1081" fmla="*/ 523630 w 580141"/>
                        <a:gd name="connsiteY8-1082" fmla="*/ 648711 h 1640259"/>
                        <a:gd name="connsiteX9-1083" fmla="*/ 372197 w 580141"/>
                        <a:gd name="connsiteY9-1084" fmla="*/ 546723 h 1640259"/>
                        <a:gd name="connsiteX10-1085" fmla="*/ 498617 w 580141"/>
                        <a:gd name="connsiteY10-1086" fmla="*/ 658378 h 1640259"/>
                        <a:gd name="connsiteX11-1087" fmla="*/ 508896 w 580141"/>
                        <a:gd name="connsiteY11-1088" fmla="*/ 846271 h 1640259"/>
                        <a:gd name="connsiteX12-1089" fmla="*/ 270832 w 580141"/>
                        <a:gd name="connsiteY12-1090" fmla="*/ 673942 h 1640259"/>
                        <a:gd name="connsiteX13-1091" fmla="*/ 501344 w 580141"/>
                        <a:gd name="connsiteY13-1092" fmla="*/ 870712 h 1640259"/>
                        <a:gd name="connsiteX14-1093" fmla="*/ 484201 w 580141"/>
                        <a:gd name="connsiteY14-1094" fmla="*/ 1018658 h 1640259"/>
                        <a:gd name="connsiteX15-1095" fmla="*/ 184579 w 580141"/>
                        <a:gd name="connsiteY15-1096" fmla="*/ 796670 h 1640259"/>
                        <a:gd name="connsiteX16-1097" fmla="*/ 479002 w 580141"/>
                        <a:gd name="connsiteY16-1098" fmla="*/ 1055860 h 1640259"/>
                        <a:gd name="connsiteX17-1099" fmla="*/ 474625 w 580141"/>
                        <a:gd name="connsiteY17-1100" fmla="*/ 1200922 h 1640259"/>
                        <a:gd name="connsiteX18-1101" fmla="*/ 119129 w 580141"/>
                        <a:gd name="connsiteY18-1102" fmla="*/ 944197 h 1640259"/>
                        <a:gd name="connsiteX19-1103" fmla="*/ 467006 w 580141"/>
                        <a:gd name="connsiteY19-1104" fmla="*/ 1229607 h 1640259"/>
                        <a:gd name="connsiteX20-1105" fmla="*/ 480083 w 580141"/>
                        <a:gd name="connsiteY20-1106" fmla="*/ 1384563 h 1640259"/>
                        <a:gd name="connsiteX21-1107" fmla="*/ 184579 w 580141"/>
                        <a:gd name="connsiteY21-1108" fmla="*/ 1187390 h 1640259"/>
                        <a:gd name="connsiteX22-1109" fmla="*/ 480050 w 580141"/>
                        <a:gd name="connsiteY22-1110" fmla="*/ 1411796 h 1640259"/>
                        <a:gd name="connsiteX23-1111" fmla="*/ 552481 w 580141"/>
                        <a:gd name="connsiteY23-1112" fmla="*/ 1640067 h 1640259"/>
                        <a:gd name="connsiteX24-1113" fmla="*/ 103908 w 580141"/>
                        <a:gd name="connsiteY24-1114" fmla="*/ 1412002 h 1640259"/>
                        <a:gd name="connsiteX25-1115" fmla="*/ 550099 w 580141"/>
                        <a:gd name="connsiteY25-1116" fmla="*/ 54739 h 1640259"/>
                        <a:gd name="connsiteX0-1117" fmla="*/ 550099 w 580141"/>
                        <a:gd name="connsiteY0-1118" fmla="*/ 54739 h 1640259"/>
                        <a:gd name="connsiteX1-1119" fmla="*/ 536842 w 580141"/>
                        <a:gd name="connsiteY1-1120" fmla="*/ 262901 h 1640259"/>
                        <a:gd name="connsiteX2-1121" fmla="*/ 550454 w 580141"/>
                        <a:gd name="connsiteY2-1122" fmla="*/ 290825 h 1640259"/>
                        <a:gd name="connsiteX3-1123" fmla="*/ 488816 w 580141"/>
                        <a:gd name="connsiteY3-1124" fmla="*/ 248282 h 1640259"/>
                        <a:gd name="connsiteX4-1125" fmla="*/ 532877 w 580141"/>
                        <a:gd name="connsiteY4-1126" fmla="*/ 296148 h 1640259"/>
                        <a:gd name="connsiteX5-1127" fmla="*/ 528440 w 580141"/>
                        <a:gd name="connsiteY5-1128" fmla="*/ 449834 h 1640259"/>
                        <a:gd name="connsiteX6-1129" fmla="*/ 440807 w 580141"/>
                        <a:gd name="connsiteY6-1130" fmla="*/ 401948 h 1640259"/>
                        <a:gd name="connsiteX7-1131" fmla="*/ 530748 w 580141"/>
                        <a:gd name="connsiteY7-1132" fmla="*/ 481883 h 1640259"/>
                        <a:gd name="connsiteX8-1133" fmla="*/ 498587 w 580141"/>
                        <a:gd name="connsiteY8-1134" fmla="*/ 638313 h 1640259"/>
                        <a:gd name="connsiteX9-1135" fmla="*/ 372197 w 580141"/>
                        <a:gd name="connsiteY9-1136" fmla="*/ 546723 h 1640259"/>
                        <a:gd name="connsiteX10-1137" fmla="*/ 498617 w 580141"/>
                        <a:gd name="connsiteY10-1138" fmla="*/ 658378 h 1640259"/>
                        <a:gd name="connsiteX11-1139" fmla="*/ 508896 w 580141"/>
                        <a:gd name="connsiteY11-1140" fmla="*/ 846271 h 1640259"/>
                        <a:gd name="connsiteX12-1141" fmla="*/ 270832 w 580141"/>
                        <a:gd name="connsiteY12-1142" fmla="*/ 673942 h 1640259"/>
                        <a:gd name="connsiteX13-1143" fmla="*/ 501344 w 580141"/>
                        <a:gd name="connsiteY13-1144" fmla="*/ 870712 h 1640259"/>
                        <a:gd name="connsiteX14-1145" fmla="*/ 484201 w 580141"/>
                        <a:gd name="connsiteY14-1146" fmla="*/ 1018658 h 1640259"/>
                        <a:gd name="connsiteX15-1147" fmla="*/ 184579 w 580141"/>
                        <a:gd name="connsiteY15-1148" fmla="*/ 796670 h 1640259"/>
                        <a:gd name="connsiteX16-1149" fmla="*/ 479002 w 580141"/>
                        <a:gd name="connsiteY16-1150" fmla="*/ 1055860 h 1640259"/>
                        <a:gd name="connsiteX17-1151" fmla="*/ 474625 w 580141"/>
                        <a:gd name="connsiteY17-1152" fmla="*/ 1200922 h 1640259"/>
                        <a:gd name="connsiteX18-1153" fmla="*/ 119129 w 580141"/>
                        <a:gd name="connsiteY18-1154" fmla="*/ 944197 h 1640259"/>
                        <a:gd name="connsiteX19-1155" fmla="*/ 467006 w 580141"/>
                        <a:gd name="connsiteY19-1156" fmla="*/ 1229607 h 1640259"/>
                        <a:gd name="connsiteX20-1157" fmla="*/ 480083 w 580141"/>
                        <a:gd name="connsiteY20-1158" fmla="*/ 1384563 h 1640259"/>
                        <a:gd name="connsiteX21-1159" fmla="*/ 184579 w 580141"/>
                        <a:gd name="connsiteY21-1160" fmla="*/ 1187390 h 1640259"/>
                        <a:gd name="connsiteX22-1161" fmla="*/ 480050 w 580141"/>
                        <a:gd name="connsiteY22-1162" fmla="*/ 1411796 h 1640259"/>
                        <a:gd name="connsiteX23-1163" fmla="*/ 552481 w 580141"/>
                        <a:gd name="connsiteY23-1164" fmla="*/ 1640067 h 1640259"/>
                        <a:gd name="connsiteX24-1165" fmla="*/ 103908 w 580141"/>
                        <a:gd name="connsiteY24-1166" fmla="*/ 1412002 h 1640259"/>
                        <a:gd name="connsiteX25-1167" fmla="*/ 550099 w 580141"/>
                        <a:gd name="connsiteY25-1168" fmla="*/ 54739 h 1640259"/>
                        <a:gd name="connsiteX0-1169" fmla="*/ 550099 w 580141"/>
                        <a:gd name="connsiteY0-1170" fmla="*/ 54739 h 1640259"/>
                        <a:gd name="connsiteX1-1171" fmla="*/ 536842 w 580141"/>
                        <a:gd name="connsiteY1-1172" fmla="*/ 262901 h 1640259"/>
                        <a:gd name="connsiteX2-1173" fmla="*/ 550454 w 580141"/>
                        <a:gd name="connsiteY2-1174" fmla="*/ 290825 h 1640259"/>
                        <a:gd name="connsiteX3-1175" fmla="*/ 488816 w 580141"/>
                        <a:gd name="connsiteY3-1176" fmla="*/ 248282 h 1640259"/>
                        <a:gd name="connsiteX4-1177" fmla="*/ 532877 w 580141"/>
                        <a:gd name="connsiteY4-1178" fmla="*/ 296148 h 1640259"/>
                        <a:gd name="connsiteX5-1179" fmla="*/ 528440 w 580141"/>
                        <a:gd name="connsiteY5-1180" fmla="*/ 449834 h 1640259"/>
                        <a:gd name="connsiteX6-1181" fmla="*/ 440807 w 580141"/>
                        <a:gd name="connsiteY6-1182" fmla="*/ 401948 h 1640259"/>
                        <a:gd name="connsiteX7-1183" fmla="*/ 518260 w 580141"/>
                        <a:gd name="connsiteY7-1184" fmla="*/ 474167 h 1640259"/>
                        <a:gd name="connsiteX8-1185" fmla="*/ 498587 w 580141"/>
                        <a:gd name="connsiteY8-1186" fmla="*/ 638313 h 1640259"/>
                        <a:gd name="connsiteX9-1187" fmla="*/ 372197 w 580141"/>
                        <a:gd name="connsiteY9-1188" fmla="*/ 546723 h 1640259"/>
                        <a:gd name="connsiteX10-1189" fmla="*/ 498617 w 580141"/>
                        <a:gd name="connsiteY10-1190" fmla="*/ 658378 h 1640259"/>
                        <a:gd name="connsiteX11-1191" fmla="*/ 508896 w 580141"/>
                        <a:gd name="connsiteY11-1192" fmla="*/ 846271 h 1640259"/>
                        <a:gd name="connsiteX12-1193" fmla="*/ 270832 w 580141"/>
                        <a:gd name="connsiteY12-1194" fmla="*/ 673942 h 1640259"/>
                        <a:gd name="connsiteX13-1195" fmla="*/ 501344 w 580141"/>
                        <a:gd name="connsiteY13-1196" fmla="*/ 870712 h 1640259"/>
                        <a:gd name="connsiteX14-1197" fmla="*/ 484201 w 580141"/>
                        <a:gd name="connsiteY14-1198" fmla="*/ 1018658 h 1640259"/>
                        <a:gd name="connsiteX15-1199" fmla="*/ 184579 w 580141"/>
                        <a:gd name="connsiteY15-1200" fmla="*/ 796670 h 1640259"/>
                        <a:gd name="connsiteX16-1201" fmla="*/ 479002 w 580141"/>
                        <a:gd name="connsiteY16-1202" fmla="*/ 1055860 h 1640259"/>
                        <a:gd name="connsiteX17-1203" fmla="*/ 474625 w 580141"/>
                        <a:gd name="connsiteY17-1204" fmla="*/ 1200922 h 1640259"/>
                        <a:gd name="connsiteX18-1205" fmla="*/ 119129 w 580141"/>
                        <a:gd name="connsiteY18-1206" fmla="*/ 944197 h 1640259"/>
                        <a:gd name="connsiteX19-1207" fmla="*/ 467006 w 580141"/>
                        <a:gd name="connsiteY19-1208" fmla="*/ 1229607 h 1640259"/>
                        <a:gd name="connsiteX20-1209" fmla="*/ 480083 w 580141"/>
                        <a:gd name="connsiteY20-1210" fmla="*/ 1384563 h 1640259"/>
                        <a:gd name="connsiteX21-1211" fmla="*/ 184579 w 580141"/>
                        <a:gd name="connsiteY21-1212" fmla="*/ 1187390 h 1640259"/>
                        <a:gd name="connsiteX22-1213" fmla="*/ 480050 w 580141"/>
                        <a:gd name="connsiteY22-1214" fmla="*/ 1411796 h 1640259"/>
                        <a:gd name="connsiteX23-1215" fmla="*/ 552481 w 580141"/>
                        <a:gd name="connsiteY23-1216" fmla="*/ 1640067 h 1640259"/>
                        <a:gd name="connsiteX24-1217" fmla="*/ 103908 w 580141"/>
                        <a:gd name="connsiteY24-1218" fmla="*/ 1412002 h 1640259"/>
                        <a:gd name="connsiteX25-1219" fmla="*/ 550099 w 580141"/>
                        <a:gd name="connsiteY25-1220" fmla="*/ 54739 h 1640259"/>
                        <a:gd name="connsiteX0-1221" fmla="*/ 550099 w 580141"/>
                        <a:gd name="connsiteY0-1222" fmla="*/ 54739 h 1640259"/>
                        <a:gd name="connsiteX1-1223" fmla="*/ 536842 w 580141"/>
                        <a:gd name="connsiteY1-1224" fmla="*/ 262901 h 1640259"/>
                        <a:gd name="connsiteX2-1225" fmla="*/ 550454 w 580141"/>
                        <a:gd name="connsiteY2-1226" fmla="*/ 290825 h 1640259"/>
                        <a:gd name="connsiteX3-1227" fmla="*/ 488816 w 580141"/>
                        <a:gd name="connsiteY3-1228" fmla="*/ 248282 h 1640259"/>
                        <a:gd name="connsiteX4-1229" fmla="*/ 532877 w 580141"/>
                        <a:gd name="connsiteY4-1230" fmla="*/ 296148 h 1640259"/>
                        <a:gd name="connsiteX5-1231" fmla="*/ 528440 w 580141"/>
                        <a:gd name="connsiteY5-1232" fmla="*/ 449834 h 1640259"/>
                        <a:gd name="connsiteX6-1233" fmla="*/ 440807 w 580141"/>
                        <a:gd name="connsiteY6-1234" fmla="*/ 401948 h 1640259"/>
                        <a:gd name="connsiteX7-1235" fmla="*/ 518260 w 580141"/>
                        <a:gd name="connsiteY7-1236" fmla="*/ 474167 h 1640259"/>
                        <a:gd name="connsiteX8-1237" fmla="*/ 498587 w 580141"/>
                        <a:gd name="connsiteY8-1238" fmla="*/ 638313 h 1640259"/>
                        <a:gd name="connsiteX9-1239" fmla="*/ 372197 w 580141"/>
                        <a:gd name="connsiteY9-1240" fmla="*/ 546723 h 1640259"/>
                        <a:gd name="connsiteX10-1241" fmla="*/ 498617 w 580141"/>
                        <a:gd name="connsiteY10-1242" fmla="*/ 658378 h 1640259"/>
                        <a:gd name="connsiteX11-1243" fmla="*/ 484050 w 580141"/>
                        <a:gd name="connsiteY11-1244" fmla="*/ 820768 h 1640259"/>
                        <a:gd name="connsiteX12-1245" fmla="*/ 270832 w 580141"/>
                        <a:gd name="connsiteY12-1246" fmla="*/ 673942 h 1640259"/>
                        <a:gd name="connsiteX13-1247" fmla="*/ 501344 w 580141"/>
                        <a:gd name="connsiteY13-1248" fmla="*/ 870712 h 1640259"/>
                        <a:gd name="connsiteX14-1249" fmla="*/ 484201 w 580141"/>
                        <a:gd name="connsiteY14-1250" fmla="*/ 1018658 h 1640259"/>
                        <a:gd name="connsiteX15-1251" fmla="*/ 184579 w 580141"/>
                        <a:gd name="connsiteY15-1252" fmla="*/ 796670 h 1640259"/>
                        <a:gd name="connsiteX16-1253" fmla="*/ 479002 w 580141"/>
                        <a:gd name="connsiteY16-1254" fmla="*/ 1055860 h 1640259"/>
                        <a:gd name="connsiteX17-1255" fmla="*/ 474625 w 580141"/>
                        <a:gd name="connsiteY17-1256" fmla="*/ 1200922 h 1640259"/>
                        <a:gd name="connsiteX18-1257" fmla="*/ 119129 w 580141"/>
                        <a:gd name="connsiteY18-1258" fmla="*/ 944197 h 1640259"/>
                        <a:gd name="connsiteX19-1259" fmla="*/ 467006 w 580141"/>
                        <a:gd name="connsiteY19-1260" fmla="*/ 1229607 h 1640259"/>
                        <a:gd name="connsiteX20-1261" fmla="*/ 480083 w 580141"/>
                        <a:gd name="connsiteY20-1262" fmla="*/ 1384563 h 1640259"/>
                        <a:gd name="connsiteX21-1263" fmla="*/ 184579 w 580141"/>
                        <a:gd name="connsiteY21-1264" fmla="*/ 1187390 h 1640259"/>
                        <a:gd name="connsiteX22-1265" fmla="*/ 480050 w 580141"/>
                        <a:gd name="connsiteY22-1266" fmla="*/ 1411796 h 1640259"/>
                        <a:gd name="connsiteX23-1267" fmla="*/ 552481 w 580141"/>
                        <a:gd name="connsiteY23-1268" fmla="*/ 1640067 h 1640259"/>
                        <a:gd name="connsiteX24-1269" fmla="*/ 103908 w 580141"/>
                        <a:gd name="connsiteY24-1270" fmla="*/ 1412002 h 1640259"/>
                        <a:gd name="connsiteX25-1271" fmla="*/ 550099 w 580141"/>
                        <a:gd name="connsiteY25-1272" fmla="*/ 54739 h 1640259"/>
                        <a:gd name="connsiteX0-1273" fmla="*/ 550099 w 580141"/>
                        <a:gd name="connsiteY0-1274" fmla="*/ 54739 h 1640259"/>
                        <a:gd name="connsiteX1-1275" fmla="*/ 536842 w 580141"/>
                        <a:gd name="connsiteY1-1276" fmla="*/ 262901 h 1640259"/>
                        <a:gd name="connsiteX2-1277" fmla="*/ 550454 w 580141"/>
                        <a:gd name="connsiteY2-1278" fmla="*/ 290825 h 1640259"/>
                        <a:gd name="connsiteX3-1279" fmla="*/ 488816 w 580141"/>
                        <a:gd name="connsiteY3-1280" fmla="*/ 248282 h 1640259"/>
                        <a:gd name="connsiteX4-1281" fmla="*/ 532877 w 580141"/>
                        <a:gd name="connsiteY4-1282" fmla="*/ 296148 h 1640259"/>
                        <a:gd name="connsiteX5-1283" fmla="*/ 528440 w 580141"/>
                        <a:gd name="connsiteY5-1284" fmla="*/ 449834 h 1640259"/>
                        <a:gd name="connsiteX6-1285" fmla="*/ 440807 w 580141"/>
                        <a:gd name="connsiteY6-1286" fmla="*/ 401948 h 1640259"/>
                        <a:gd name="connsiteX7-1287" fmla="*/ 518260 w 580141"/>
                        <a:gd name="connsiteY7-1288" fmla="*/ 474167 h 1640259"/>
                        <a:gd name="connsiteX8-1289" fmla="*/ 498587 w 580141"/>
                        <a:gd name="connsiteY8-1290" fmla="*/ 638313 h 1640259"/>
                        <a:gd name="connsiteX9-1291" fmla="*/ 372197 w 580141"/>
                        <a:gd name="connsiteY9-1292" fmla="*/ 546723 h 1640259"/>
                        <a:gd name="connsiteX10-1293" fmla="*/ 498617 w 580141"/>
                        <a:gd name="connsiteY10-1294" fmla="*/ 658378 h 1640259"/>
                        <a:gd name="connsiteX11-1295" fmla="*/ 484050 w 580141"/>
                        <a:gd name="connsiteY11-1296" fmla="*/ 820768 h 1640259"/>
                        <a:gd name="connsiteX12-1297" fmla="*/ 270832 w 580141"/>
                        <a:gd name="connsiteY12-1298" fmla="*/ 673942 h 1640259"/>
                        <a:gd name="connsiteX13-1299" fmla="*/ 478917 w 580141"/>
                        <a:gd name="connsiteY13-1300" fmla="*/ 852794 h 1640259"/>
                        <a:gd name="connsiteX14-1301" fmla="*/ 484201 w 580141"/>
                        <a:gd name="connsiteY14-1302" fmla="*/ 1018658 h 1640259"/>
                        <a:gd name="connsiteX15-1303" fmla="*/ 184579 w 580141"/>
                        <a:gd name="connsiteY15-1304" fmla="*/ 796670 h 1640259"/>
                        <a:gd name="connsiteX16-1305" fmla="*/ 479002 w 580141"/>
                        <a:gd name="connsiteY16-1306" fmla="*/ 1055860 h 1640259"/>
                        <a:gd name="connsiteX17-1307" fmla="*/ 474625 w 580141"/>
                        <a:gd name="connsiteY17-1308" fmla="*/ 1200922 h 1640259"/>
                        <a:gd name="connsiteX18-1309" fmla="*/ 119129 w 580141"/>
                        <a:gd name="connsiteY18-1310" fmla="*/ 944197 h 1640259"/>
                        <a:gd name="connsiteX19-1311" fmla="*/ 467006 w 580141"/>
                        <a:gd name="connsiteY19-1312" fmla="*/ 1229607 h 1640259"/>
                        <a:gd name="connsiteX20-1313" fmla="*/ 480083 w 580141"/>
                        <a:gd name="connsiteY20-1314" fmla="*/ 1384563 h 1640259"/>
                        <a:gd name="connsiteX21-1315" fmla="*/ 184579 w 580141"/>
                        <a:gd name="connsiteY21-1316" fmla="*/ 1187390 h 1640259"/>
                        <a:gd name="connsiteX22-1317" fmla="*/ 480050 w 580141"/>
                        <a:gd name="connsiteY22-1318" fmla="*/ 1411796 h 1640259"/>
                        <a:gd name="connsiteX23-1319" fmla="*/ 552481 w 580141"/>
                        <a:gd name="connsiteY23-1320" fmla="*/ 1640067 h 1640259"/>
                        <a:gd name="connsiteX24-1321" fmla="*/ 103908 w 580141"/>
                        <a:gd name="connsiteY24-1322" fmla="*/ 1412002 h 1640259"/>
                        <a:gd name="connsiteX25-1323" fmla="*/ 550099 w 580141"/>
                        <a:gd name="connsiteY25-1324" fmla="*/ 54739 h 1640259"/>
                        <a:gd name="connsiteX0-1325" fmla="*/ 550099 w 580141"/>
                        <a:gd name="connsiteY0-1326" fmla="*/ 54739 h 1640259"/>
                        <a:gd name="connsiteX1-1327" fmla="*/ 536842 w 580141"/>
                        <a:gd name="connsiteY1-1328" fmla="*/ 262901 h 1640259"/>
                        <a:gd name="connsiteX2-1329" fmla="*/ 550454 w 580141"/>
                        <a:gd name="connsiteY2-1330" fmla="*/ 290825 h 1640259"/>
                        <a:gd name="connsiteX3-1331" fmla="*/ 488816 w 580141"/>
                        <a:gd name="connsiteY3-1332" fmla="*/ 248282 h 1640259"/>
                        <a:gd name="connsiteX4-1333" fmla="*/ 532877 w 580141"/>
                        <a:gd name="connsiteY4-1334" fmla="*/ 296148 h 1640259"/>
                        <a:gd name="connsiteX5-1335" fmla="*/ 528440 w 580141"/>
                        <a:gd name="connsiteY5-1336" fmla="*/ 449834 h 1640259"/>
                        <a:gd name="connsiteX6-1337" fmla="*/ 440807 w 580141"/>
                        <a:gd name="connsiteY6-1338" fmla="*/ 401948 h 1640259"/>
                        <a:gd name="connsiteX7-1339" fmla="*/ 518260 w 580141"/>
                        <a:gd name="connsiteY7-1340" fmla="*/ 474167 h 1640259"/>
                        <a:gd name="connsiteX8-1341" fmla="*/ 498587 w 580141"/>
                        <a:gd name="connsiteY8-1342" fmla="*/ 638313 h 1640259"/>
                        <a:gd name="connsiteX9-1343" fmla="*/ 372197 w 580141"/>
                        <a:gd name="connsiteY9-1344" fmla="*/ 546723 h 1640259"/>
                        <a:gd name="connsiteX10-1345" fmla="*/ 498617 w 580141"/>
                        <a:gd name="connsiteY10-1346" fmla="*/ 658378 h 1640259"/>
                        <a:gd name="connsiteX11-1347" fmla="*/ 484050 w 580141"/>
                        <a:gd name="connsiteY11-1348" fmla="*/ 820768 h 1640259"/>
                        <a:gd name="connsiteX12-1349" fmla="*/ 270832 w 580141"/>
                        <a:gd name="connsiteY12-1350" fmla="*/ 673942 h 1640259"/>
                        <a:gd name="connsiteX13-1351" fmla="*/ 478917 w 580141"/>
                        <a:gd name="connsiteY13-1352" fmla="*/ 852794 h 1640259"/>
                        <a:gd name="connsiteX14-1353" fmla="*/ 484201 w 580141"/>
                        <a:gd name="connsiteY14-1354" fmla="*/ 1018658 h 1640259"/>
                        <a:gd name="connsiteX15-1355" fmla="*/ 184579 w 580141"/>
                        <a:gd name="connsiteY15-1356" fmla="*/ 796670 h 1640259"/>
                        <a:gd name="connsiteX16-1357" fmla="*/ 479002 w 580141"/>
                        <a:gd name="connsiteY16-1358" fmla="*/ 1055860 h 1640259"/>
                        <a:gd name="connsiteX17-1359" fmla="*/ 459783 w 580141"/>
                        <a:gd name="connsiteY17-1360" fmla="*/ 1180585 h 1640259"/>
                        <a:gd name="connsiteX18-1361" fmla="*/ 119129 w 580141"/>
                        <a:gd name="connsiteY18-1362" fmla="*/ 944197 h 1640259"/>
                        <a:gd name="connsiteX19-1363" fmla="*/ 467006 w 580141"/>
                        <a:gd name="connsiteY19-1364" fmla="*/ 1229607 h 1640259"/>
                        <a:gd name="connsiteX20-1365" fmla="*/ 480083 w 580141"/>
                        <a:gd name="connsiteY20-1366" fmla="*/ 1384563 h 1640259"/>
                        <a:gd name="connsiteX21-1367" fmla="*/ 184579 w 580141"/>
                        <a:gd name="connsiteY21-1368" fmla="*/ 1187390 h 1640259"/>
                        <a:gd name="connsiteX22-1369" fmla="*/ 480050 w 580141"/>
                        <a:gd name="connsiteY22-1370" fmla="*/ 1411796 h 1640259"/>
                        <a:gd name="connsiteX23-1371" fmla="*/ 552481 w 580141"/>
                        <a:gd name="connsiteY23-1372" fmla="*/ 1640067 h 1640259"/>
                        <a:gd name="connsiteX24-1373" fmla="*/ 103908 w 580141"/>
                        <a:gd name="connsiteY24-1374" fmla="*/ 1412002 h 1640259"/>
                        <a:gd name="connsiteX25-1375" fmla="*/ 550099 w 580141"/>
                        <a:gd name="connsiteY25-1376" fmla="*/ 54739 h 1640259"/>
                        <a:gd name="connsiteX0-1377" fmla="*/ 550099 w 580141"/>
                        <a:gd name="connsiteY0-1378" fmla="*/ 54739 h 1640259"/>
                        <a:gd name="connsiteX1-1379" fmla="*/ 536842 w 580141"/>
                        <a:gd name="connsiteY1-1380" fmla="*/ 262901 h 1640259"/>
                        <a:gd name="connsiteX2-1381" fmla="*/ 550454 w 580141"/>
                        <a:gd name="connsiteY2-1382" fmla="*/ 290825 h 1640259"/>
                        <a:gd name="connsiteX3-1383" fmla="*/ 488816 w 580141"/>
                        <a:gd name="connsiteY3-1384" fmla="*/ 248282 h 1640259"/>
                        <a:gd name="connsiteX4-1385" fmla="*/ 532877 w 580141"/>
                        <a:gd name="connsiteY4-1386" fmla="*/ 296148 h 1640259"/>
                        <a:gd name="connsiteX5-1387" fmla="*/ 528440 w 580141"/>
                        <a:gd name="connsiteY5-1388" fmla="*/ 449834 h 1640259"/>
                        <a:gd name="connsiteX6-1389" fmla="*/ 440807 w 580141"/>
                        <a:gd name="connsiteY6-1390" fmla="*/ 401948 h 1640259"/>
                        <a:gd name="connsiteX7-1391" fmla="*/ 518260 w 580141"/>
                        <a:gd name="connsiteY7-1392" fmla="*/ 474167 h 1640259"/>
                        <a:gd name="connsiteX8-1393" fmla="*/ 498587 w 580141"/>
                        <a:gd name="connsiteY8-1394" fmla="*/ 638313 h 1640259"/>
                        <a:gd name="connsiteX9-1395" fmla="*/ 372197 w 580141"/>
                        <a:gd name="connsiteY9-1396" fmla="*/ 546723 h 1640259"/>
                        <a:gd name="connsiteX10-1397" fmla="*/ 498617 w 580141"/>
                        <a:gd name="connsiteY10-1398" fmla="*/ 658378 h 1640259"/>
                        <a:gd name="connsiteX11-1399" fmla="*/ 484050 w 580141"/>
                        <a:gd name="connsiteY11-1400" fmla="*/ 820768 h 1640259"/>
                        <a:gd name="connsiteX12-1401" fmla="*/ 270832 w 580141"/>
                        <a:gd name="connsiteY12-1402" fmla="*/ 673942 h 1640259"/>
                        <a:gd name="connsiteX13-1403" fmla="*/ 478917 w 580141"/>
                        <a:gd name="connsiteY13-1404" fmla="*/ 852794 h 1640259"/>
                        <a:gd name="connsiteX14-1405" fmla="*/ 484201 w 580141"/>
                        <a:gd name="connsiteY14-1406" fmla="*/ 1018658 h 1640259"/>
                        <a:gd name="connsiteX15-1407" fmla="*/ 184579 w 580141"/>
                        <a:gd name="connsiteY15-1408" fmla="*/ 796670 h 1640259"/>
                        <a:gd name="connsiteX16-1409" fmla="*/ 466579 w 580141"/>
                        <a:gd name="connsiteY16-1410" fmla="*/ 1043108 h 1640259"/>
                        <a:gd name="connsiteX17-1411" fmla="*/ 459783 w 580141"/>
                        <a:gd name="connsiteY17-1412" fmla="*/ 1180585 h 1640259"/>
                        <a:gd name="connsiteX18-1413" fmla="*/ 119129 w 580141"/>
                        <a:gd name="connsiteY18-1414" fmla="*/ 944197 h 1640259"/>
                        <a:gd name="connsiteX19-1415" fmla="*/ 467006 w 580141"/>
                        <a:gd name="connsiteY19-1416" fmla="*/ 1229607 h 1640259"/>
                        <a:gd name="connsiteX20-1417" fmla="*/ 480083 w 580141"/>
                        <a:gd name="connsiteY20-1418" fmla="*/ 1384563 h 1640259"/>
                        <a:gd name="connsiteX21-1419" fmla="*/ 184579 w 580141"/>
                        <a:gd name="connsiteY21-1420" fmla="*/ 1187390 h 1640259"/>
                        <a:gd name="connsiteX22-1421" fmla="*/ 480050 w 580141"/>
                        <a:gd name="connsiteY22-1422" fmla="*/ 1411796 h 1640259"/>
                        <a:gd name="connsiteX23-1423" fmla="*/ 552481 w 580141"/>
                        <a:gd name="connsiteY23-1424" fmla="*/ 1640067 h 1640259"/>
                        <a:gd name="connsiteX24-1425" fmla="*/ 103908 w 580141"/>
                        <a:gd name="connsiteY24-1426" fmla="*/ 1412002 h 1640259"/>
                        <a:gd name="connsiteX25-1427" fmla="*/ 550099 w 580141"/>
                        <a:gd name="connsiteY25-1428" fmla="*/ 54739 h 1640259"/>
                        <a:gd name="connsiteX0-1429" fmla="*/ 550099 w 580141"/>
                        <a:gd name="connsiteY0-1430" fmla="*/ 54739 h 1640259"/>
                        <a:gd name="connsiteX1-1431" fmla="*/ 536842 w 580141"/>
                        <a:gd name="connsiteY1-1432" fmla="*/ 262901 h 1640259"/>
                        <a:gd name="connsiteX2-1433" fmla="*/ 550454 w 580141"/>
                        <a:gd name="connsiteY2-1434" fmla="*/ 290825 h 1640259"/>
                        <a:gd name="connsiteX3-1435" fmla="*/ 488816 w 580141"/>
                        <a:gd name="connsiteY3-1436" fmla="*/ 248282 h 1640259"/>
                        <a:gd name="connsiteX4-1437" fmla="*/ 532877 w 580141"/>
                        <a:gd name="connsiteY4-1438" fmla="*/ 296148 h 1640259"/>
                        <a:gd name="connsiteX5-1439" fmla="*/ 528440 w 580141"/>
                        <a:gd name="connsiteY5-1440" fmla="*/ 449834 h 1640259"/>
                        <a:gd name="connsiteX6-1441" fmla="*/ 440807 w 580141"/>
                        <a:gd name="connsiteY6-1442" fmla="*/ 401948 h 1640259"/>
                        <a:gd name="connsiteX7-1443" fmla="*/ 518260 w 580141"/>
                        <a:gd name="connsiteY7-1444" fmla="*/ 474167 h 1640259"/>
                        <a:gd name="connsiteX8-1445" fmla="*/ 498587 w 580141"/>
                        <a:gd name="connsiteY8-1446" fmla="*/ 638313 h 1640259"/>
                        <a:gd name="connsiteX9-1447" fmla="*/ 372197 w 580141"/>
                        <a:gd name="connsiteY9-1448" fmla="*/ 546723 h 1640259"/>
                        <a:gd name="connsiteX10-1449" fmla="*/ 498617 w 580141"/>
                        <a:gd name="connsiteY10-1450" fmla="*/ 658378 h 1640259"/>
                        <a:gd name="connsiteX11-1451" fmla="*/ 484050 w 580141"/>
                        <a:gd name="connsiteY11-1452" fmla="*/ 820768 h 1640259"/>
                        <a:gd name="connsiteX12-1453" fmla="*/ 270832 w 580141"/>
                        <a:gd name="connsiteY12-1454" fmla="*/ 673942 h 1640259"/>
                        <a:gd name="connsiteX13-1455" fmla="*/ 478917 w 580141"/>
                        <a:gd name="connsiteY13-1456" fmla="*/ 852794 h 1640259"/>
                        <a:gd name="connsiteX14-1457" fmla="*/ 469294 w 580141"/>
                        <a:gd name="connsiteY14-1458" fmla="*/ 1003356 h 1640259"/>
                        <a:gd name="connsiteX15-1459" fmla="*/ 184579 w 580141"/>
                        <a:gd name="connsiteY15-1460" fmla="*/ 796670 h 1640259"/>
                        <a:gd name="connsiteX16-1461" fmla="*/ 466579 w 580141"/>
                        <a:gd name="connsiteY16-1462" fmla="*/ 1043108 h 1640259"/>
                        <a:gd name="connsiteX17-1463" fmla="*/ 459783 w 580141"/>
                        <a:gd name="connsiteY17-1464" fmla="*/ 1180585 h 1640259"/>
                        <a:gd name="connsiteX18-1465" fmla="*/ 119129 w 580141"/>
                        <a:gd name="connsiteY18-1466" fmla="*/ 944197 h 1640259"/>
                        <a:gd name="connsiteX19-1467" fmla="*/ 467006 w 580141"/>
                        <a:gd name="connsiteY19-1468" fmla="*/ 1229607 h 1640259"/>
                        <a:gd name="connsiteX20-1469" fmla="*/ 480083 w 580141"/>
                        <a:gd name="connsiteY20-1470" fmla="*/ 1384563 h 1640259"/>
                        <a:gd name="connsiteX21-1471" fmla="*/ 184579 w 580141"/>
                        <a:gd name="connsiteY21-1472" fmla="*/ 1187390 h 1640259"/>
                        <a:gd name="connsiteX22-1473" fmla="*/ 480050 w 580141"/>
                        <a:gd name="connsiteY22-1474" fmla="*/ 1411796 h 1640259"/>
                        <a:gd name="connsiteX23-1475" fmla="*/ 552481 w 580141"/>
                        <a:gd name="connsiteY23-1476" fmla="*/ 1640067 h 1640259"/>
                        <a:gd name="connsiteX24-1477" fmla="*/ 103908 w 580141"/>
                        <a:gd name="connsiteY24-1478" fmla="*/ 1412002 h 1640259"/>
                        <a:gd name="connsiteX25-1479" fmla="*/ 550099 w 580141"/>
                        <a:gd name="connsiteY25-1480" fmla="*/ 54739 h 1640259"/>
                        <a:gd name="connsiteX0-1481" fmla="*/ 550099 w 580141"/>
                        <a:gd name="connsiteY0-1482" fmla="*/ 54739 h 1640259"/>
                        <a:gd name="connsiteX1-1483" fmla="*/ 536842 w 580141"/>
                        <a:gd name="connsiteY1-1484" fmla="*/ 262901 h 1640259"/>
                        <a:gd name="connsiteX2-1485" fmla="*/ 550454 w 580141"/>
                        <a:gd name="connsiteY2-1486" fmla="*/ 290825 h 1640259"/>
                        <a:gd name="connsiteX3-1487" fmla="*/ 488816 w 580141"/>
                        <a:gd name="connsiteY3-1488" fmla="*/ 248282 h 1640259"/>
                        <a:gd name="connsiteX4-1489" fmla="*/ 532877 w 580141"/>
                        <a:gd name="connsiteY4-1490" fmla="*/ 296148 h 1640259"/>
                        <a:gd name="connsiteX5-1491" fmla="*/ 511048 w 580141"/>
                        <a:gd name="connsiteY5-1492" fmla="*/ 431982 h 1640259"/>
                        <a:gd name="connsiteX6-1493" fmla="*/ 440807 w 580141"/>
                        <a:gd name="connsiteY6-1494" fmla="*/ 401948 h 1640259"/>
                        <a:gd name="connsiteX7-1495" fmla="*/ 518260 w 580141"/>
                        <a:gd name="connsiteY7-1496" fmla="*/ 474167 h 1640259"/>
                        <a:gd name="connsiteX8-1497" fmla="*/ 498587 w 580141"/>
                        <a:gd name="connsiteY8-1498" fmla="*/ 638313 h 1640259"/>
                        <a:gd name="connsiteX9-1499" fmla="*/ 372197 w 580141"/>
                        <a:gd name="connsiteY9-1500" fmla="*/ 546723 h 1640259"/>
                        <a:gd name="connsiteX10-1501" fmla="*/ 498617 w 580141"/>
                        <a:gd name="connsiteY10-1502" fmla="*/ 658378 h 1640259"/>
                        <a:gd name="connsiteX11-1503" fmla="*/ 484050 w 580141"/>
                        <a:gd name="connsiteY11-1504" fmla="*/ 820768 h 1640259"/>
                        <a:gd name="connsiteX12-1505" fmla="*/ 270832 w 580141"/>
                        <a:gd name="connsiteY12-1506" fmla="*/ 673942 h 1640259"/>
                        <a:gd name="connsiteX13-1507" fmla="*/ 478917 w 580141"/>
                        <a:gd name="connsiteY13-1508" fmla="*/ 852794 h 1640259"/>
                        <a:gd name="connsiteX14-1509" fmla="*/ 469294 w 580141"/>
                        <a:gd name="connsiteY14-1510" fmla="*/ 1003356 h 1640259"/>
                        <a:gd name="connsiteX15-1511" fmla="*/ 184579 w 580141"/>
                        <a:gd name="connsiteY15-1512" fmla="*/ 796670 h 1640259"/>
                        <a:gd name="connsiteX16-1513" fmla="*/ 466579 w 580141"/>
                        <a:gd name="connsiteY16-1514" fmla="*/ 1043108 h 1640259"/>
                        <a:gd name="connsiteX17-1515" fmla="*/ 459783 w 580141"/>
                        <a:gd name="connsiteY17-1516" fmla="*/ 1180585 h 1640259"/>
                        <a:gd name="connsiteX18-1517" fmla="*/ 119129 w 580141"/>
                        <a:gd name="connsiteY18-1518" fmla="*/ 944197 h 1640259"/>
                        <a:gd name="connsiteX19-1519" fmla="*/ 467006 w 580141"/>
                        <a:gd name="connsiteY19-1520" fmla="*/ 1229607 h 1640259"/>
                        <a:gd name="connsiteX20-1521" fmla="*/ 480083 w 580141"/>
                        <a:gd name="connsiteY20-1522" fmla="*/ 1384563 h 1640259"/>
                        <a:gd name="connsiteX21-1523" fmla="*/ 184579 w 580141"/>
                        <a:gd name="connsiteY21-1524" fmla="*/ 1187390 h 1640259"/>
                        <a:gd name="connsiteX22-1525" fmla="*/ 480050 w 580141"/>
                        <a:gd name="connsiteY22-1526" fmla="*/ 1411796 h 1640259"/>
                        <a:gd name="connsiteX23-1527" fmla="*/ 552481 w 580141"/>
                        <a:gd name="connsiteY23-1528" fmla="*/ 1640067 h 1640259"/>
                        <a:gd name="connsiteX24-1529" fmla="*/ 103908 w 580141"/>
                        <a:gd name="connsiteY24-1530" fmla="*/ 1412002 h 1640259"/>
                        <a:gd name="connsiteX25-1531" fmla="*/ 550099 w 580141"/>
                        <a:gd name="connsiteY25-1532" fmla="*/ 54739 h 1640259"/>
                        <a:gd name="connsiteX0-1533" fmla="*/ 550099 w 582162"/>
                        <a:gd name="connsiteY0-1534" fmla="*/ 54028 h 1639548"/>
                        <a:gd name="connsiteX1-1535" fmla="*/ 536842 w 582162"/>
                        <a:gd name="connsiteY1-1536" fmla="*/ 262190 h 1639548"/>
                        <a:gd name="connsiteX2-1537" fmla="*/ 488816 w 582162"/>
                        <a:gd name="connsiteY2-1538" fmla="*/ 247571 h 1639548"/>
                        <a:gd name="connsiteX3-1539" fmla="*/ 532877 w 582162"/>
                        <a:gd name="connsiteY3-1540" fmla="*/ 295437 h 1639548"/>
                        <a:gd name="connsiteX4-1541" fmla="*/ 511048 w 582162"/>
                        <a:gd name="connsiteY4-1542" fmla="*/ 431271 h 1639548"/>
                        <a:gd name="connsiteX5-1543" fmla="*/ 440807 w 582162"/>
                        <a:gd name="connsiteY5-1544" fmla="*/ 401237 h 1639548"/>
                        <a:gd name="connsiteX6-1545" fmla="*/ 518260 w 582162"/>
                        <a:gd name="connsiteY6-1546" fmla="*/ 473456 h 1639548"/>
                        <a:gd name="connsiteX7-1547" fmla="*/ 498587 w 582162"/>
                        <a:gd name="connsiteY7-1548" fmla="*/ 637602 h 1639548"/>
                        <a:gd name="connsiteX8-1549" fmla="*/ 372197 w 582162"/>
                        <a:gd name="connsiteY8-1550" fmla="*/ 546012 h 1639548"/>
                        <a:gd name="connsiteX9-1551" fmla="*/ 498617 w 582162"/>
                        <a:gd name="connsiteY9-1552" fmla="*/ 657667 h 1639548"/>
                        <a:gd name="connsiteX10-1553" fmla="*/ 484050 w 582162"/>
                        <a:gd name="connsiteY10-1554" fmla="*/ 820057 h 1639548"/>
                        <a:gd name="connsiteX11-1555" fmla="*/ 270832 w 582162"/>
                        <a:gd name="connsiteY11-1556" fmla="*/ 673231 h 1639548"/>
                        <a:gd name="connsiteX12-1557" fmla="*/ 478917 w 582162"/>
                        <a:gd name="connsiteY12-1558" fmla="*/ 852083 h 1639548"/>
                        <a:gd name="connsiteX13-1559" fmla="*/ 469294 w 582162"/>
                        <a:gd name="connsiteY13-1560" fmla="*/ 1002645 h 1639548"/>
                        <a:gd name="connsiteX14-1561" fmla="*/ 184579 w 582162"/>
                        <a:gd name="connsiteY14-1562" fmla="*/ 795959 h 1639548"/>
                        <a:gd name="connsiteX15-1563" fmla="*/ 466579 w 582162"/>
                        <a:gd name="connsiteY15-1564" fmla="*/ 1042397 h 1639548"/>
                        <a:gd name="connsiteX16-1565" fmla="*/ 459783 w 582162"/>
                        <a:gd name="connsiteY16-1566" fmla="*/ 1179874 h 1639548"/>
                        <a:gd name="connsiteX17-1567" fmla="*/ 119129 w 582162"/>
                        <a:gd name="connsiteY17-1568" fmla="*/ 943486 h 1639548"/>
                        <a:gd name="connsiteX18-1569" fmla="*/ 467006 w 582162"/>
                        <a:gd name="connsiteY18-1570" fmla="*/ 1228896 h 1639548"/>
                        <a:gd name="connsiteX19-1571" fmla="*/ 480083 w 582162"/>
                        <a:gd name="connsiteY19-1572" fmla="*/ 1383852 h 1639548"/>
                        <a:gd name="connsiteX20-1573" fmla="*/ 184579 w 582162"/>
                        <a:gd name="connsiteY20-1574" fmla="*/ 1186679 h 1639548"/>
                        <a:gd name="connsiteX21-1575" fmla="*/ 480050 w 582162"/>
                        <a:gd name="connsiteY21-1576" fmla="*/ 1411085 h 1639548"/>
                        <a:gd name="connsiteX22-1577" fmla="*/ 552481 w 582162"/>
                        <a:gd name="connsiteY22-1578" fmla="*/ 1639356 h 1639548"/>
                        <a:gd name="connsiteX23-1579" fmla="*/ 103908 w 582162"/>
                        <a:gd name="connsiteY23-1580" fmla="*/ 1411291 h 1639548"/>
                        <a:gd name="connsiteX24-1581" fmla="*/ 550099 w 582162"/>
                        <a:gd name="connsiteY24-1582" fmla="*/ 54028 h 1639548"/>
                        <a:gd name="connsiteX0-1583" fmla="*/ 550099 w 582162"/>
                        <a:gd name="connsiteY0-1584" fmla="*/ 54028 h 1639548"/>
                        <a:gd name="connsiteX1-1585" fmla="*/ 536842 w 582162"/>
                        <a:gd name="connsiteY1-1586" fmla="*/ 262190 h 1639548"/>
                        <a:gd name="connsiteX2-1587" fmla="*/ 488816 w 582162"/>
                        <a:gd name="connsiteY2-1588" fmla="*/ 247571 h 1639548"/>
                        <a:gd name="connsiteX3-1589" fmla="*/ 532877 w 582162"/>
                        <a:gd name="connsiteY3-1590" fmla="*/ 295437 h 1639548"/>
                        <a:gd name="connsiteX4-1591" fmla="*/ 526021 w 582162"/>
                        <a:gd name="connsiteY4-1592" fmla="*/ 441538 h 1639548"/>
                        <a:gd name="connsiteX5-1593" fmla="*/ 440807 w 582162"/>
                        <a:gd name="connsiteY5-1594" fmla="*/ 401237 h 1639548"/>
                        <a:gd name="connsiteX6-1595" fmla="*/ 518260 w 582162"/>
                        <a:gd name="connsiteY6-1596" fmla="*/ 473456 h 1639548"/>
                        <a:gd name="connsiteX7-1597" fmla="*/ 498587 w 582162"/>
                        <a:gd name="connsiteY7-1598" fmla="*/ 637602 h 1639548"/>
                        <a:gd name="connsiteX8-1599" fmla="*/ 372197 w 582162"/>
                        <a:gd name="connsiteY8-1600" fmla="*/ 546012 h 1639548"/>
                        <a:gd name="connsiteX9-1601" fmla="*/ 498617 w 582162"/>
                        <a:gd name="connsiteY9-1602" fmla="*/ 657667 h 1639548"/>
                        <a:gd name="connsiteX10-1603" fmla="*/ 484050 w 582162"/>
                        <a:gd name="connsiteY10-1604" fmla="*/ 820057 h 1639548"/>
                        <a:gd name="connsiteX11-1605" fmla="*/ 270832 w 582162"/>
                        <a:gd name="connsiteY11-1606" fmla="*/ 673231 h 1639548"/>
                        <a:gd name="connsiteX12-1607" fmla="*/ 478917 w 582162"/>
                        <a:gd name="connsiteY12-1608" fmla="*/ 852083 h 1639548"/>
                        <a:gd name="connsiteX13-1609" fmla="*/ 469294 w 582162"/>
                        <a:gd name="connsiteY13-1610" fmla="*/ 1002645 h 1639548"/>
                        <a:gd name="connsiteX14-1611" fmla="*/ 184579 w 582162"/>
                        <a:gd name="connsiteY14-1612" fmla="*/ 795959 h 1639548"/>
                        <a:gd name="connsiteX15-1613" fmla="*/ 466579 w 582162"/>
                        <a:gd name="connsiteY15-1614" fmla="*/ 1042397 h 1639548"/>
                        <a:gd name="connsiteX16-1615" fmla="*/ 459783 w 582162"/>
                        <a:gd name="connsiteY16-1616" fmla="*/ 1179874 h 1639548"/>
                        <a:gd name="connsiteX17-1617" fmla="*/ 119129 w 582162"/>
                        <a:gd name="connsiteY17-1618" fmla="*/ 943486 h 1639548"/>
                        <a:gd name="connsiteX18-1619" fmla="*/ 467006 w 582162"/>
                        <a:gd name="connsiteY18-1620" fmla="*/ 1228896 h 1639548"/>
                        <a:gd name="connsiteX19-1621" fmla="*/ 480083 w 582162"/>
                        <a:gd name="connsiteY19-1622" fmla="*/ 1383852 h 1639548"/>
                        <a:gd name="connsiteX20-1623" fmla="*/ 184579 w 582162"/>
                        <a:gd name="connsiteY20-1624" fmla="*/ 1186679 h 1639548"/>
                        <a:gd name="connsiteX21-1625" fmla="*/ 480050 w 582162"/>
                        <a:gd name="connsiteY21-1626" fmla="*/ 1411085 h 1639548"/>
                        <a:gd name="connsiteX22-1627" fmla="*/ 552481 w 582162"/>
                        <a:gd name="connsiteY22-1628" fmla="*/ 1639356 h 1639548"/>
                        <a:gd name="connsiteX23-1629" fmla="*/ 103908 w 582162"/>
                        <a:gd name="connsiteY23-1630" fmla="*/ 1411291 h 1639548"/>
                        <a:gd name="connsiteX24-1631" fmla="*/ 550099 w 582162"/>
                        <a:gd name="connsiteY24-1632" fmla="*/ 54028 h 1639548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  <a:cxn ang="0">
                          <a:pos x="connsiteX9-19" y="connsiteY9-20"/>
                        </a:cxn>
                        <a:cxn ang="0">
                          <a:pos x="connsiteX10-21" y="connsiteY10-22"/>
                        </a:cxn>
                        <a:cxn ang="0">
                          <a:pos x="connsiteX11-23" y="connsiteY11-24"/>
                        </a:cxn>
                        <a:cxn ang="0">
                          <a:pos x="connsiteX12-25" y="connsiteY12-26"/>
                        </a:cxn>
                        <a:cxn ang="0">
                          <a:pos x="connsiteX13-27" y="connsiteY13-28"/>
                        </a:cxn>
                        <a:cxn ang="0">
                          <a:pos x="connsiteX14-29" y="connsiteY14-30"/>
                        </a:cxn>
                        <a:cxn ang="0">
                          <a:pos x="connsiteX15-31" y="connsiteY15-32"/>
                        </a:cxn>
                        <a:cxn ang="0">
                          <a:pos x="connsiteX16-33" y="connsiteY16-34"/>
                        </a:cxn>
                        <a:cxn ang="0">
                          <a:pos x="connsiteX17-35" y="connsiteY17-36"/>
                        </a:cxn>
                        <a:cxn ang="0">
                          <a:pos x="connsiteX18-37" y="connsiteY18-38"/>
                        </a:cxn>
                        <a:cxn ang="0">
                          <a:pos x="connsiteX19-39" y="connsiteY19-40"/>
                        </a:cxn>
                        <a:cxn ang="0">
                          <a:pos x="connsiteX20-41" y="connsiteY20-42"/>
                        </a:cxn>
                        <a:cxn ang="0">
                          <a:pos x="connsiteX21-43" y="connsiteY21-44"/>
                        </a:cxn>
                        <a:cxn ang="0">
                          <a:pos x="connsiteX22-45" y="connsiteY22-46"/>
                        </a:cxn>
                        <a:cxn ang="0">
                          <a:pos x="connsiteX23-47" y="connsiteY23-48"/>
                        </a:cxn>
                        <a:cxn ang="0">
                          <a:pos x="connsiteX24-49" y="connsiteY24-50"/>
                        </a:cxn>
                      </a:cxnLst>
                      <a:rect l="l" t="t" r="r" b="b"/>
                      <a:pathLst>
                        <a:path w="582162" h="1639548">
                          <a:moveTo>
                            <a:pt x="550099" y="54028"/>
                          </a:moveTo>
                          <a:cubicBezTo>
                            <a:pt x="624739" y="-134938"/>
                            <a:pt x="547056" y="229933"/>
                            <a:pt x="536842" y="262190"/>
                          </a:cubicBezTo>
                          <a:cubicBezTo>
                            <a:pt x="526628" y="294447"/>
                            <a:pt x="489477" y="242030"/>
                            <a:pt x="488816" y="247571"/>
                          </a:cubicBezTo>
                          <a:lnTo>
                            <a:pt x="532877" y="295437"/>
                          </a:lnTo>
                          <a:cubicBezTo>
                            <a:pt x="532967" y="355079"/>
                            <a:pt x="525931" y="381896"/>
                            <a:pt x="526021" y="441538"/>
                          </a:cubicBezTo>
                          <a:lnTo>
                            <a:pt x="440807" y="401237"/>
                          </a:lnTo>
                          <a:lnTo>
                            <a:pt x="518260" y="473456"/>
                          </a:lnTo>
                          <a:lnTo>
                            <a:pt x="498587" y="637602"/>
                          </a:lnTo>
                          <a:lnTo>
                            <a:pt x="372197" y="546012"/>
                          </a:lnTo>
                          <a:lnTo>
                            <a:pt x="498617" y="657667"/>
                          </a:lnTo>
                          <a:cubicBezTo>
                            <a:pt x="498709" y="718576"/>
                            <a:pt x="483958" y="759148"/>
                            <a:pt x="484050" y="820057"/>
                          </a:cubicBezTo>
                          <a:lnTo>
                            <a:pt x="270832" y="673231"/>
                          </a:lnTo>
                          <a:lnTo>
                            <a:pt x="478917" y="852083"/>
                          </a:lnTo>
                          <a:lnTo>
                            <a:pt x="469294" y="1002645"/>
                          </a:lnTo>
                          <a:lnTo>
                            <a:pt x="184579" y="795959"/>
                          </a:lnTo>
                          <a:lnTo>
                            <a:pt x="466579" y="1042397"/>
                          </a:lnTo>
                          <a:lnTo>
                            <a:pt x="459783" y="1179874"/>
                          </a:lnTo>
                          <a:lnTo>
                            <a:pt x="119129" y="943486"/>
                          </a:lnTo>
                          <a:lnTo>
                            <a:pt x="467006" y="1228896"/>
                          </a:lnTo>
                          <a:cubicBezTo>
                            <a:pt x="467092" y="1286367"/>
                            <a:pt x="479997" y="1326381"/>
                            <a:pt x="480083" y="1383852"/>
                          </a:cubicBezTo>
                          <a:lnTo>
                            <a:pt x="184579" y="1186679"/>
                          </a:lnTo>
                          <a:lnTo>
                            <a:pt x="480050" y="1411085"/>
                          </a:lnTo>
                          <a:cubicBezTo>
                            <a:pt x="480132" y="1465879"/>
                            <a:pt x="497607" y="1538525"/>
                            <a:pt x="552481" y="1639356"/>
                          </a:cubicBezTo>
                          <a:cubicBezTo>
                            <a:pt x="331520" y="1644295"/>
                            <a:pt x="189138" y="1553987"/>
                            <a:pt x="103908" y="1411291"/>
                          </a:cubicBezTo>
                          <a:cubicBezTo>
                            <a:pt x="-144138" y="987527"/>
                            <a:pt x="70524" y="647047"/>
                            <a:pt x="550099" y="54028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27" name="Freeform 20"/>
                    <p:cNvSpPr/>
                    <p:nvPr/>
                  </p:nvSpPr>
                  <p:spPr>
                    <a:xfrm rot="6040617" flipV="1">
                      <a:off x="7530207" y="4416473"/>
                      <a:ext cx="241225" cy="679365"/>
                    </a:xfrm>
                    <a:custGeom>
                      <a:avLst/>
                      <a:gdLst>
                        <a:gd name="connsiteX0" fmla="*/ 550099 w 552481"/>
                        <a:gd name="connsiteY0" fmla="*/ 0 h 1585520"/>
                        <a:gd name="connsiteX1" fmla="*/ 550454 w 552481"/>
                        <a:gd name="connsiteY1" fmla="*/ 236086 h 1585520"/>
                        <a:gd name="connsiteX2" fmla="*/ 488816 w 552481"/>
                        <a:gd name="connsiteY2" fmla="*/ 193543 h 1585520"/>
                        <a:gd name="connsiteX3" fmla="*/ 550466 w 552481"/>
                        <a:gd name="connsiteY3" fmla="*/ 244157 h 1585520"/>
                        <a:gd name="connsiteX4" fmla="*/ 550735 w 552481"/>
                        <a:gd name="connsiteY4" fmla="*/ 423083 h 1585520"/>
                        <a:gd name="connsiteX5" fmla="*/ 440807 w 552481"/>
                        <a:gd name="connsiteY5" fmla="*/ 347209 h 1585520"/>
                        <a:gd name="connsiteX6" fmla="*/ 550756 w 552481"/>
                        <a:gd name="connsiteY6" fmla="*/ 437477 h 1585520"/>
                        <a:gd name="connsiteX7" fmla="*/ 551026 w 552481"/>
                        <a:gd name="connsiteY7" fmla="*/ 616991 h 1585520"/>
                        <a:gd name="connsiteX8" fmla="*/ 372197 w 552481"/>
                        <a:gd name="connsiteY8" fmla="*/ 491984 h 1585520"/>
                        <a:gd name="connsiteX9" fmla="*/ 551056 w 552481"/>
                        <a:gd name="connsiteY9" fmla="*/ 637056 h 1585520"/>
                        <a:gd name="connsiteX10" fmla="*/ 551331 w 552481"/>
                        <a:gd name="connsiteY10" fmla="*/ 819782 h 1585520"/>
                        <a:gd name="connsiteX11" fmla="*/ 270832 w 552481"/>
                        <a:gd name="connsiteY11" fmla="*/ 619203 h 1585520"/>
                        <a:gd name="connsiteX12" fmla="*/ 551364 w 552481"/>
                        <a:gd name="connsiteY12" fmla="*/ 841805 h 1585520"/>
                        <a:gd name="connsiteX13" fmla="*/ 551613 w 552481"/>
                        <a:gd name="connsiteY13" fmla="*/ 1007603 h 1585520"/>
                        <a:gd name="connsiteX14" fmla="*/ 184579 w 552481"/>
                        <a:gd name="connsiteY14" fmla="*/ 741931 h 1585520"/>
                        <a:gd name="connsiteX15" fmla="*/ 551646 w 552481"/>
                        <a:gd name="connsiteY15" fmla="*/ 1029766 h 1585520"/>
                        <a:gd name="connsiteX16" fmla="*/ 551910 w 552481"/>
                        <a:gd name="connsiteY16" fmla="*/ 1205103 h 1585520"/>
                        <a:gd name="connsiteX17" fmla="*/ 119129 w 552481"/>
                        <a:gd name="connsiteY17" fmla="*/ 889458 h 1585520"/>
                        <a:gd name="connsiteX18" fmla="*/ 551942 w 552481"/>
                        <a:gd name="connsiteY18" fmla="*/ 1226335 h 1585520"/>
                        <a:gd name="connsiteX19" fmla="*/ 552201 w 552481"/>
                        <a:gd name="connsiteY19" fmla="*/ 1398749 h 1585520"/>
                        <a:gd name="connsiteX20" fmla="*/ 184579 w 552481"/>
                        <a:gd name="connsiteY20" fmla="*/ 1132651 h 1585520"/>
                        <a:gd name="connsiteX21" fmla="*/ 552234 w 552481"/>
                        <a:gd name="connsiteY21" fmla="*/ 1420947 h 1585520"/>
                        <a:gd name="connsiteX22" fmla="*/ 552481 w 552481"/>
                        <a:gd name="connsiteY22" fmla="*/ 1585328 h 1585520"/>
                        <a:gd name="connsiteX23" fmla="*/ 103908 w 552481"/>
                        <a:gd name="connsiteY23" fmla="*/ 1357263 h 1585520"/>
                        <a:gd name="connsiteX24" fmla="*/ 550099 w 552481"/>
                        <a:gd name="connsiteY24" fmla="*/ 0 h 1585520"/>
                        <a:gd name="connsiteX0-1" fmla="*/ 550099 w 552481"/>
                        <a:gd name="connsiteY0-2" fmla="*/ 0 h 1585520"/>
                        <a:gd name="connsiteX1-3" fmla="*/ 550454 w 552481"/>
                        <a:gd name="connsiteY1-4" fmla="*/ 236086 h 1585520"/>
                        <a:gd name="connsiteX2-5" fmla="*/ 488816 w 552481"/>
                        <a:gd name="connsiteY2-6" fmla="*/ 193543 h 1585520"/>
                        <a:gd name="connsiteX3-7" fmla="*/ 550466 w 552481"/>
                        <a:gd name="connsiteY3-8" fmla="*/ 244157 h 1585520"/>
                        <a:gd name="connsiteX4-9" fmla="*/ 550735 w 552481"/>
                        <a:gd name="connsiteY4-10" fmla="*/ 423083 h 1585520"/>
                        <a:gd name="connsiteX5-11" fmla="*/ 440807 w 552481"/>
                        <a:gd name="connsiteY5-12" fmla="*/ 347209 h 1585520"/>
                        <a:gd name="connsiteX6-13" fmla="*/ 550756 w 552481"/>
                        <a:gd name="connsiteY6-14" fmla="*/ 437477 h 1585520"/>
                        <a:gd name="connsiteX7-15" fmla="*/ 551026 w 552481"/>
                        <a:gd name="connsiteY7-16" fmla="*/ 616991 h 1585520"/>
                        <a:gd name="connsiteX8-17" fmla="*/ 372197 w 552481"/>
                        <a:gd name="connsiteY8-18" fmla="*/ 491984 h 1585520"/>
                        <a:gd name="connsiteX9-19" fmla="*/ 551056 w 552481"/>
                        <a:gd name="connsiteY9-20" fmla="*/ 637056 h 1585520"/>
                        <a:gd name="connsiteX10-21" fmla="*/ 551331 w 552481"/>
                        <a:gd name="connsiteY10-22" fmla="*/ 819782 h 1585520"/>
                        <a:gd name="connsiteX11-23" fmla="*/ 270832 w 552481"/>
                        <a:gd name="connsiteY11-24" fmla="*/ 619203 h 1585520"/>
                        <a:gd name="connsiteX12-25" fmla="*/ 551364 w 552481"/>
                        <a:gd name="connsiteY12-26" fmla="*/ 841805 h 1585520"/>
                        <a:gd name="connsiteX13-27" fmla="*/ 551613 w 552481"/>
                        <a:gd name="connsiteY13-28" fmla="*/ 1007603 h 1585520"/>
                        <a:gd name="connsiteX14-29" fmla="*/ 184579 w 552481"/>
                        <a:gd name="connsiteY14-30" fmla="*/ 741931 h 1585520"/>
                        <a:gd name="connsiteX15-31" fmla="*/ 551646 w 552481"/>
                        <a:gd name="connsiteY15-32" fmla="*/ 1029766 h 1585520"/>
                        <a:gd name="connsiteX16-33" fmla="*/ 551910 w 552481"/>
                        <a:gd name="connsiteY16-34" fmla="*/ 1205103 h 1585520"/>
                        <a:gd name="connsiteX17-35" fmla="*/ 119129 w 552481"/>
                        <a:gd name="connsiteY17-36" fmla="*/ 889458 h 1585520"/>
                        <a:gd name="connsiteX18-37" fmla="*/ 551942 w 552481"/>
                        <a:gd name="connsiteY18-38" fmla="*/ 1226335 h 1585520"/>
                        <a:gd name="connsiteX19-39" fmla="*/ 552201 w 552481"/>
                        <a:gd name="connsiteY19-40" fmla="*/ 1398749 h 1585520"/>
                        <a:gd name="connsiteX20-41" fmla="*/ 184579 w 552481"/>
                        <a:gd name="connsiteY20-42" fmla="*/ 1132651 h 1585520"/>
                        <a:gd name="connsiteX21-43" fmla="*/ 509865 w 552481"/>
                        <a:gd name="connsiteY21-44" fmla="*/ 1387661 h 1585520"/>
                        <a:gd name="connsiteX22-45" fmla="*/ 552481 w 552481"/>
                        <a:gd name="connsiteY22-46" fmla="*/ 1585328 h 1585520"/>
                        <a:gd name="connsiteX23-47" fmla="*/ 103908 w 552481"/>
                        <a:gd name="connsiteY23-48" fmla="*/ 1357263 h 1585520"/>
                        <a:gd name="connsiteX24-49" fmla="*/ 550099 w 552481"/>
                        <a:gd name="connsiteY24-50" fmla="*/ 0 h 1585520"/>
                        <a:gd name="connsiteX0-51" fmla="*/ 550099 w 552481"/>
                        <a:gd name="connsiteY0-52" fmla="*/ 0 h 1585520"/>
                        <a:gd name="connsiteX1-53" fmla="*/ 550454 w 552481"/>
                        <a:gd name="connsiteY1-54" fmla="*/ 236086 h 1585520"/>
                        <a:gd name="connsiteX2-55" fmla="*/ 488816 w 552481"/>
                        <a:gd name="connsiteY2-56" fmla="*/ 193543 h 1585520"/>
                        <a:gd name="connsiteX3-57" fmla="*/ 550466 w 552481"/>
                        <a:gd name="connsiteY3-58" fmla="*/ 244157 h 1585520"/>
                        <a:gd name="connsiteX4-59" fmla="*/ 550735 w 552481"/>
                        <a:gd name="connsiteY4-60" fmla="*/ 423083 h 1585520"/>
                        <a:gd name="connsiteX5-61" fmla="*/ 440807 w 552481"/>
                        <a:gd name="connsiteY5-62" fmla="*/ 347209 h 1585520"/>
                        <a:gd name="connsiteX6-63" fmla="*/ 550756 w 552481"/>
                        <a:gd name="connsiteY6-64" fmla="*/ 437477 h 1585520"/>
                        <a:gd name="connsiteX7-65" fmla="*/ 551026 w 552481"/>
                        <a:gd name="connsiteY7-66" fmla="*/ 616991 h 1585520"/>
                        <a:gd name="connsiteX8-67" fmla="*/ 372197 w 552481"/>
                        <a:gd name="connsiteY8-68" fmla="*/ 491984 h 1585520"/>
                        <a:gd name="connsiteX9-69" fmla="*/ 551056 w 552481"/>
                        <a:gd name="connsiteY9-70" fmla="*/ 637056 h 1585520"/>
                        <a:gd name="connsiteX10-71" fmla="*/ 551331 w 552481"/>
                        <a:gd name="connsiteY10-72" fmla="*/ 819782 h 1585520"/>
                        <a:gd name="connsiteX11-73" fmla="*/ 270832 w 552481"/>
                        <a:gd name="connsiteY11-74" fmla="*/ 619203 h 1585520"/>
                        <a:gd name="connsiteX12-75" fmla="*/ 551364 w 552481"/>
                        <a:gd name="connsiteY12-76" fmla="*/ 841805 h 1585520"/>
                        <a:gd name="connsiteX13-77" fmla="*/ 551613 w 552481"/>
                        <a:gd name="connsiteY13-78" fmla="*/ 1007603 h 1585520"/>
                        <a:gd name="connsiteX14-79" fmla="*/ 184579 w 552481"/>
                        <a:gd name="connsiteY14-80" fmla="*/ 741931 h 1585520"/>
                        <a:gd name="connsiteX15-81" fmla="*/ 551646 w 552481"/>
                        <a:gd name="connsiteY15-82" fmla="*/ 1029766 h 1585520"/>
                        <a:gd name="connsiteX16-83" fmla="*/ 551910 w 552481"/>
                        <a:gd name="connsiteY16-84" fmla="*/ 1205103 h 1585520"/>
                        <a:gd name="connsiteX17-85" fmla="*/ 119129 w 552481"/>
                        <a:gd name="connsiteY17-86" fmla="*/ 889458 h 1585520"/>
                        <a:gd name="connsiteX18-87" fmla="*/ 551942 w 552481"/>
                        <a:gd name="connsiteY18-88" fmla="*/ 1226335 h 1585520"/>
                        <a:gd name="connsiteX19-89" fmla="*/ 519836 w 552481"/>
                        <a:gd name="connsiteY19-90" fmla="*/ 1370630 h 1585520"/>
                        <a:gd name="connsiteX20-91" fmla="*/ 184579 w 552481"/>
                        <a:gd name="connsiteY20-92" fmla="*/ 1132651 h 1585520"/>
                        <a:gd name="connsiteX21-93" fmla="*/ 509865 w 552481"/>
                        <a:gd name="connsiteY21-94" fmla="*/ 1387661 h 1585520"/>
                        <a:gd name="connsiteX22-95" fmla="*/ 552481 w 552481"/>
                        <a:gd name="connsiteY22-96" fmla="*/ 1585328 h 1585520"/>
                        <a:gd name="connsiteX23-97" fmla="*/ 103908 w 552481"/>
                        <a:gd name="connsiteY23-98" fmla="*/ 1357263 h 1585520"/>
                        <a:gd name="connsiteX24-99" fmla="*/ 550099 w 552481"/>
                        <a:gd name="connsiteY24-100" fmla="*/ 0 h 1585520"/>
                        <a:gd name="connsiteX0-101" fmla="*/ 550099 w 552481"/>
                        <a:gd name="connsiteY0-102" fmla="*/ 0 h 1585520"/>
                        <a:gd name="connsiteX1-103" fmla="*/ 550454 w 552481"/>
                        <a:gd name="connsiteY1-104" fmla="*/ 236086 h 1585520"/>
                        <a:gd name="connsiteX2-105" fmla="*/ 488816 w 552481"/>
                        <a:gd name="connsiteY2-106" fmla="*/ 193543 h 1585520"/>
                        <a:gd name="connsiteX3-107" fmla="*/ 550466 w 552481"/>
                        <a:gd name="connsiteY3-108" fmla="*/ 244157 h 1585520"/>
                        <a:gd name="connsiteX4-109" fmla="*/ 550735 w 552481"/>
                        <a:gd name="connsiteY4-110" fmla="*/ 423083 h 1585520"/>
                        <a:gd name="connsiteX5-111" fmla="*/ 440807 w 552481"/>
                        <a:gd name="connsiteY5-112" fmla="*/ 347209 h 1585520"/>
                        <a:gd name="connsiteX6-113" fmla="*/ 550756 w 552481"/>
                        <a:gd name="connsiteY6-114" fmla="*/ 437477 h 1585520"/>
                        <a:gd name="connsiteX7-115" fmla="*/ 551026 w 552481"/>
                        <a:gd name="connsiteY7-116" fmla="*/ 616991 h 1585520"/>
                        <a:gd name="connsiteX8-117" fmla="*/ 372197 w 552481"/>
                        <a:gd name="connsiteY8-118" fmla="*/ 491984 h 1585520"/>
                        <a:gd name="connsiteX9-119" fmla="*/ 551056 w 552481"/>
                        <a:gd name="connsiteY9-120" fmla="*/ 637056 h 1585520"/>
                        <a:gd name="connsiteX10-121" fmla="*/ 551331 w 552481"/>
                        <a:gd name="connsiteY10-122" fmla="*/ 819782 h 1585520"/>
                        <a:gd name="connsiteX11-123" fmla="*/ 270832 w 552481"/>
                        <a:gd name="connsiteY11-124" fmla="*/ 619203 h 1585520"/>
                        <a:gd name="connsiteX12-125" fmla="*/ 551364 w 552481"/>
                        <a:gd name="connsiteY12-126" fmla="*/ 841805 h 1585520"/>
                        <a:gd name="connsiteX13-127" fmla="*/ 551613 w 552481"/>
                        <a:gd name="connsiteY13-128" fmla="*/ 1007603 h 1585520"/>
                        <a:gd name="connsiteX14-129" fmla="*/ 184579 w 552481"/>
                        <a:gd name="connsiteY14-130" fmla="*/ 741931 h 1585520"/>
                        <a:gd name="connsiteX15-131" fmla="*/ 551646 w 552481"/>
                        <a:gd name="connsiteY15-132" fmla="*/ 1029766 h 1585520"/>
                        <a:gd name="connsiteX16-133" fmla="*/ 551910 w 552481"/>
                        <a:gd name="connsiteY16-134" fmla="*/ 1205103 h 1585520"/>
                        <a:gd name="connsiteX17-135" fmla="*/ 119129 w 552481"/>
                        <a:gd name="connsiteY17-136" fmla="*/ 889458 h 1585520"/>
                        <a:gd name="connsiteX18-137" fmla="*/ 504472 w 552481"/>
                        <a:gd name="connsiteY18-138" fmla="*/ 1198018 h 1585520"/>
                        <a:gd name="connsiteX19-139" fmla="*/ 519836 w 552481"/>
                        <a:gd name="connsiteY19-140" fmla="*/ 1370630 h 1585520"/>
                        <a:gd name="connsiteX20-141" fmla="*/ 184579 w 552481"/>
                        <a:gd name="connsiteY20-142" fmla="*/ 1132651 h 1585520"/>
                        <a:gd name="connsiteX21-143" fmla="*/ 509865 w 552481"/>
                        <a:gd name="connsiteY21-144" fmla="*/ 1387661 h 1585520"/>
                        <a:gd name="connsiteX22-145" fmla="*/ 552481 w 552481"/>
                        <a:gd name="connsiteY22-146" fmla="*/ 1585328 h 1585520"/>
                        <a:gd name="connsiteX23-147" fmla="*/ 103908 w 552481"/>
                        <a:gd name="connsiteY23-148" fmla="*/ 1357263 h 1585520"/>
                        <a:gd name="connsiteX24-149" fmla="*/ 550099 w 552481"/>
                        <a:gd name="connsiteY24-150" fmla="*/ 0 h 1585520"/>
                        <a:gd name="connsiteX0-151" fmla="*/ 550099 w 552481"/>
                        <a:gd name="connsiteY0-152" fmla="*/ 0 h 1585520"/>
                        <a:gd name="connsiteX1-153" fmla="*/ 550454 w 552481"/>
                        <a:gd name="connsiteY1-154" fmla="*/ 236086 h 1585520"/>
                        <a:gd name="connsiteX2-155" fmla="*/ 488816 w 552481"/>
                        <a:gd name="connsiteY2-156" fmla="*/ 193543 h 1585520"/>
                        <a:gd name="connsiteX3-157" fmla="*/ 550466 w 552481"/>
                        <a:gd name="connsiteY3-158" fmla="*/ 244157 h 1585520"/>
                        <a:gd name="connsiteX4-159" fmla="*/ 550735 w 552481"/>
                        <a:gd name="connsiteY4-160" fmla="*/ 423083 h 1585520"/>
                        <a:gd name="connsiteX5-161" fmla="*/ 440807 w 552481"/>
                        <a:gd name="connsiteY5-162" fmla="*/ 347209 h 1585520"/>
                        <a:gd name="connsiteX6-163" fmla="*/ 550756 w 552481"/>
                        <a:gd name="connsiteY6-164" fmla="*/ 437477 h 1585520"/>
                        <a:gd name="connsiteX7-165" fmla="*/ 551026 w 552481"/>
                        <a:gd name="connsiteY7-166" fmla="*/ 616991 h 1585520"/>
                        <a:gd name="connsiteX8-167" fmla="*/ 372197 w 552481"/>
                        <a:gd name="connsiteY8-168" fmla="*/ 491984 h 1585520"/>
                        <a:gd name="connsiteX9-169" fmla="*/ 551056 w 552481"/>
                        <a:gd name="connsiteY9-170" fmla="*/ 637056 h 1585520"/>
                        <a:gd name="connsiteX10-171" fmla="*/ 551331 w 552481"/>
                        <a:gd name="connsiteY10-172" fmla="*/ 819782 h 1585520"/>
                        <a:gd name="connsiteX11-173" fmla="*/ 270832 w 552481"/>
                        <a:gd name="connsiteY11-174" fmla="*/ 619203 h 1585520"/>
                        <a:gd name="connsiteX12-175" fmla="*/ 551364 w 552481"/>
                        <a:gd name="connsiteY12-176" fmla="*/ 841805 h 1585520"/>
                        <a:gd name="connsiteX13-177" fmla="*/ 551613 w 552481"/>
                        <a:gd name="connsiteY13-178" fmla="*/ 1007603 h 1585520"/>
                        <a:gd name="connsiteX14-179" fmla="*/ 184579 w 552481"/>
                        <a:gd name="connsiteY14-180" fmla="*/ 741931 h 1585520"/>
                        <a:gd name="connsiteX15-181" fmla="*/ 551646 w 552481"/>
                        <a:gd name="connsiteY15-182" fmla="*/ 1029766 h 1585520"/>
                        <a:gd name="connsiteX16-183" fmla="*/ 507056 w 552481"/>
                        <a:gd name="connsiteY16-184" fmla="*/ 1169267 h 1585520"/>
                        <a:gd name="connsiteX17-185" fmla="*/ 119129 w 552481"/>
                        <a:gd name="connsiteY17-186" fmla="*/ 889458 h 1585520"/>
                        <a:gd name="connsiteX18-187" fmla="*/ 504472 w 552481"/>
                        <a:gd name="connsiteY18-188" fmla="*/ 1198018 h 1585520"/>
                        <a:gd name="connsiteX19-189" fmla="*/ 519836 w 552481"/>
                        <a:gd name="connsiteY19-190" fmla="*/ 1370630 h 1585520"/>
                        <a:gd name="connsiteX20-191" fmla="*/ 184579 w 552481"/>
                        <a:gd name="connsiteY20-192" fmla="*/ 1132651 h 1585520"/>
                        <a:gd name="connsiteX21-193" fmla="*/ 509865 w 552481"/>
                        <a:gd name="connsiteY21-194" fmla="*/ 1387661 h 1585520"/>
                        <a:gd name="connsiteX22-195" fmla="*/ 552481 w 552481"/>
                        <a:gd name="connsiteY22-196" fmla="*/ 1585328 h 1585520"/>
                        <a:gd name="connsiteX23-197" fmla="*/ 103908 w 552481"/>
                        <a:gd name="connsiteY23-198" fmla="*/ 1357263 h 1585520"/>
                        <a:gd name="connsiteX24-199" fmla="*/ 550099 w 552481"/>
                        <a:gd name="connsiteY24-200" fmla="*/ 0 h 1585520"/>
                        <a:gd name="connsiteX0-201" fmla="*/ 550099 w 552481"/>
                        <a:gd name="connsiteY0-202" fmla="*/ 0 h 1585520"/>
                        <a:gd name="connsiteX1-203" fmla="*/ 550454 w 552481"/>
                        <a:gd name="connsiteY1-204" fmla="*/ 236086 h 1585520"/>
                        <a:gd name="connsiteX2-205" fmla="*/ 488816 w 552481"/>
                        <a:gd name="connsiteY2-206" fmla="*/ 193543 h 1585520"/>
                        <a:gd name="connsiteX3-207" fmla="*/ 550466 w 552481"/>
                        <a:gd name="connsiteY3-208" fmla="*/ 244157 h 1585520"/>
                        <a:gd name="connsiteX4-209" fmla="*/ 550735 w 552481"/>
                        <a:gd name="connsiteY4-210" fmla="*/ 423083 h 1585520"/>
                        <a:gd name="connsiteX5-211" fmla="*/ 440807 w 552481"/>
                        <a:gd name="connsiteY5-212" fmla="*/ 347209 h 1585520"/>
                        <a:gd name="connsiteX6-213" fmla="*/ 550756 w 552481"/>
                        <a:gd name="connsiteY6-214" fmla="*/ 437477 h 1585520"/>
                        <a:gd name="connsiteX7-215" fmla="*/ 551026 w 552481"/>
                        <a:gd name="connsiteY7-216" fmla="*/ 616991 h 1585520"/>
                        <a:gd name="connsiteX8-217" fmla="*/ 372197 w 552481"/>
                        <a:gd name="connsiteY8-218" fmla="*/ 491984 h 1585520"/>
                        <a:gd name="connsiteX9-219" fmla="*/ 551056 w 552481"/>
                        <a:gd name="connsiteY9-220" fmla="*/ 637056 h 1585520"/>
                        <a:gd name="connsiteX10-221" fmla="*/ 551331 w 552481"/>
                        <a:gd name="connsiteY10-222" fmla="*/ 819782 h 1585520"/>
                        <a:gd name="connsiteX11-223" fmla="*/ 270832 w 552481"/>
                        <a:gd name="connsiteY11-224" fmla="*/ 619203 h 1585520"/>
                        <a:gd name="connsiteX12-225" fmla="*/ 551364 w 552481"/>
                        <a:gd name="connsiteY12-226" fmla="*/ 841805 h 1585520"/>
                        <a:gd name="connsiteX13-227" fmla="*/ 551613 w 552481"/>
                        <a:gd name="connsiteY13-228" fmla="*/ 1007603 h 1585520"/>
                        <a:gd name="connsiteX14-229" fmla="*/ 184579 w 552481"/>
                        <a:gd name="connsiteY14-230" fmla="*/ 741931 h 1585520"/>
                        <a:gd name="connsiteX15-231" fmla="*/ 521700 w 552481"/>
                        <a:gd name="connsiteY15-232" fmla="*/ 1009232 h 1585520"/>
                        <a:gd name="connsiteX16-233" fmla="*/ 507056 w 552481"/>
                        <a:gd name="connsiteY16-234" fmla="*/ 1169267 h 1585520"/>
                        <a:gd name="connsiteX17-235" fmla="*/ 119129 w 552481"/>
                        <a:gd name="connsiteY17-236" fmla="*/ 889458 h 1585520"/>
                        <a:gd name="connsiteX18-237" fmla="*/ 504472 w 552481"/>
                        <a:gd name="connsiteY18-238" fmla="*/ 1198018 h 1585520"/>
                        <a:gd name="connsiteX19-239" fmla="*/ 519836 w 552481"/>
                        <a:gd name="connsiteY19-240" fmla="*/ 1370630 h 1585520"/>
                        <a:gd name="connsiteX20-241" fmla="*/ 184579 w 552481"/>
                        <a:gd name="connsiteY20-242" fmla="*/ 1132651 h 1585520"/>
                        <a:gd name="connsiteX21-243" fmla="*/ 509865 w 552481"/>
                        <a:gd name="connsiteY21-244" fmla="*/ 1387661 h 1585520"/>
                        <a:gd name="connsiteX22-245" fmla="*/ 552481 w 552481"/>
                        <a:gd name="connsiteY22-246" fmla="*/ 1585328 h 1585520"/>
                        <a:gd name="connsiteX23-247" fmla="*/ 103908 w 552481"/>
                        <a:gd name="connsiteY23-248" fmla="*/ 1357263 h 1585520"/>
                        <a:gd name="connsiteX24-249" fmla="*/ 550099 w 552481"/>
                        <a:gd name="connsiteY24-250" fmla="*/ 0 h 1585520"/>
                        <a:gd name="connsiteX0-251" fmla="*/ 550099 w 552481"/>
                        <a:gd name="connsiteY0-252" fmla="*/ 0 h 1585520"/>
                        <a:gd name="connsiteX1-253" fmla="*/ 550454 w 552481"/>
                        <a:gd name="connsiteY1-254" fmla="*/ 236086 h 1585520"/>
                        <a:gd name="connsiteX2-255" fmla="*/ 488816 w 552481"/>
                        <a:gd name="connsiteY2-256" fmla="*/ 193543 h 1585520"/>
                        <a:gd name="connsiteX3-257" fmla="*/ 550466 w 552481"/>
                        <a:gd name="connsiteY3-258" fmla="*/ 244157 h 1585520"/>
                        <a:gd name="connsiteX4-259" fmla="*/ 550735 w 552481"/>
                        <a:gd name="connsiteY4-260" fmla="*/ 423083 h 1585520"/>
                        <a:gd name="connsiteX5-261" fmla="*/ 440807 w 552481"/>
                        <a:gd name="connsiteY5-262" fmla="*/ 347209 h 1585520"/>
                        <a:gd name="connsiteX6-263" fmla="*/ 550756 w 552481"/>
                        <a:gd name="connsiteY6-264" fmla="*/ 437477 h 1585520"/>
                        <a:gd name="connsiteX7-265" fmla="*/ 551026 w 552481"/>
                        <a:gd name="connsiteY7-266" fmla="*/ 616991 h 1585520"/>
                        <a:gd name="connsiteX8-267" fmla="*/ 372197 w 552481"/>
                        <a:gd name="connsiteY8-268" fmla="*/ 491984 h 1585520"/>
                        <a:gd name="connsiteX9-269" fmla="*/ 551056 w 552481"/>
                        <a:gd name="connsiteY9-270" fmla="*/ 637056 h 1585520"/>
                        <a:gd name="connsiteX10-271" fmla="*/ 551331 w 552481"/>
                        <a:gd name="connsiteY10-272" fmla="*/ 819782 h 1585520"/>
                        <a:gd name="connsiteX11-273" fmla="*/ 270832 w 552481"/>
                        <a:gd name="connsiteY11-274" fmla="*/ 619203 h 1585520"/>
                        <a:gd name="connsiteX12-275" fmla="*/ 551364 w 552481"/>
                        <a:gd name="connsiteY12-276" fmla="*/ 841805 h 1585520"/>
                        <a:gd name="connsiteX13-277" fmla="*/ 534221 w 552481"/>
                        <a:gd name="connsiteY13-278" fmla="*/ 989751 h 1585520"/>
                        <a:gd name="connsiteX14-279" fmla="*/ 184579 w 552481"/>
                        <a:gd name="connsiteY14-280" fmla="*/ 741931 h 1585520"/>
                        <a:gd name="connsiteX15-281" fmla="*/ 521700 w 552481"/>
                        <a:gd name="connsiteY15-282" fmla="*/ 1009232 h 1585520"/>
                        <a:gd name="connsiteX16-283" fmla="*/ 507056 w 552481"/>
                        <a:gd name="connsiteY16-284" fmla="*/ 1169267 h 1585520"/>
                        <a:gd name="connsiteX17-285" fmla="*/ 119129 w 552481"/>
                        <a:gd name="connsiteY17-286" fmla="*/ 889458 h 1585520"/>
                        <a:gd name="connsiteX18-287" fmla="*/ 504472 w 552481"/>
                        <a:gd name="connsiteY18-288" fmla="*/ 1198018 h 1585520"/>
                        <a:gd name="connsiteX19-289" fmla="*/ 519836 w 552481"/>
                        <a:gd name="connsiteY19-290" fmla="*/ 1370630 h 1585520"/>
                        <a:gd name="connsiteX20-291" fmla="*/ 184579 w 552481"/>
                        <a:gd name="connsiteY20-292" fmla="*/ 1132651 h 1585520"/>
                        <a:gd name="connsiteX21-293" fmla="*/ 509865 w 552481"/>
                        <a:gd name="connsiteY21-294" fmla="*/ 1387661 h 1585520"/>
                        <a:gd name="connsiteX22-295" fmla="*/ 552481 w 552481"/>
                        <a:gd name="connsiteY22-296" fmla="*/ 1585328 h 1585520"/>
                        <a:gd name="connsiteX23-297" fmla="*/ 103908 w 552481"/>
                        <a:gd name="connsiteY23-298" fmla="*/ 1357263 h 1585520"/>
                        <a:gd name="connsiteX24-299" fmla="*/ 550099 w 552481"/>
                        <a:gd name="connsiteY24-300" fmla="*/ 0 h 1585520"/>
                        <a:gd name="connsiteX0-301" fmla="*/ 550099 w 552481"/>
                        <a:gd name="connsiteY0-302" fmla="*/ 0 h 1585520"/>
                        <a:gd name="connsiteX1-303" fmla="*/ 550454 w 552481"/>
                        <a:gd name="connsiteY1-304" fmla="*/ 236086 h 1585520"/>
                        <a:gd name="connsiteX2-305" fmla="*/ 488816 w 552481"/>
                        <a:gd name="connsiteY2-306" fmla="*/ 193543 h 1585520"/>
                        <a:gd name="connsiteX3-307" fmla="*/ 550466 w 552481"/>
                        <a:gd name="connsiteY3-308" fmla="*/ 244157 h 1585520"/>
                        <a:gd name="connsiteX4-309" fmla="*/ 550735 w 552481"/>
                        <a:gd name="connsiteY4-310" fmla="*/ 423083 h 1585520"/>
                        <a:gd name="connsiteX5-311" fmla="*/ 440807 w 552481"/>
                        <a:gd name="connsiteY5-312" fmla="*/ 347209 h 1585520"/>
                        <a:gd name="connsiteX6-313" fmla="*/ 550756 w 552481"/>
                        <a:gd name="connsiteY6-314" fmla="*/ 437477 h 1585520"/>
                        <a:gd name="connsiteX7-315" fmla="*/ 551026 w 552481"/>
                        <a:gd name="connsiteY7-316" fmla="*/ 616991 h 1585520"/>
                        <a:gd name="connsiteX8-317" fmla="*/ 372197 w 552481"/>
                        <a:gd name="connsiteY8-318" fmla="*/ 491984 h 1585520"/>
                        <a:gd name="connsiteX9-319" fmla="*/ 551056 w 552481"/>
                        <a:gd name="connsiteY9-320" fmla="*/ 637056 h 1585520"/>
                        <a:gd name="connsiteX10-321" fmla="*/ 551331 w 552481"/>
                        <a:gd name="connsiteY10-322" fmla="*/ 819782 h 1585520"/>
                        <a:gd name="connsiteX11-323" fmla="*/ 270832 w 552481"/>
                        <a:gd name="connsiteY11-324" fmla="*/ 619203 h 1585520"/>
                        <a:gd name="connsiteX12-325" fmla="*/ 501344 w 552481"/>
                        <a:gd name="connsiteY12-326" fmla="*/ 815973 h 1585520"/>
                        <a:gd name="connsiteX13-327" fmla="*/ 534221 w 552481"/>
                        <a:gd name="connsiteY13-328" fmla="*/ 989751 h 1585520"/>
                        <a:gd name="connsiteX14-329" fmla="*/ 184579 w 552481"/>
                        <a:gd name="connsiteY14-330" fmla="*/ 741931 h 1585520"/>
                        <a:gd name="connsiteX15-331" fmla="*/ 521700 w 552481"/>
                        <a:gd name="connsiteY15-332" fmla="*/ 1009232 h 1585520"/>
                        <a:gd name="connsiteX16-333" fmla="*/ 507056 w 552481"/>
                        <a:gd name="connsiteY16-334" fmla="*/ 1169267 h 1585520"/>
                        <a:gd name="connsiteX17-335" fmla="*/ 119129 w 552481"/>
                        <a:gd name="connsiteY17-336" fmla="*/ 889458 h 1585520"/>
                        <a:gd name="connsiteX18-337" fmla="*/ 504472 w 552481"/>
                        <a:gd name="connsiteY18-338" fmla="*/ 1198018 h 1585520"/>
                        <a:gd name="connsiteX19-339" fmla="*/ 519836 w 552481"/>
                        <a:gd name="connsiteY19-340" fmla="*/ 1370630 h 1585520"/>
                        <a:gd name="connsiteX20-341" fmla="*/ 184579 w 552481"/>
                        <a:gd name="connsiteY20-342" fmla="*/ 1132651 h 1585520"/>
                        <a:gd name="connsiteX21-343" fmla="*/ 509865 w 552481"/>
                        <a:gd name="connsiteY21-344" fmla="*/ 1387661 h 1585520"/>
                        <a:gd name="connsiteX22-345" fmla="*/ 552481 w 552481"/>
                        <a:gd name="connsiteY22-346" fmla="*/ 1585328 h 1585520"/>
                        <a:gd name="connsiteX23-347" fmla="*/ 103908 w 552481"/>
                        <a:gd name="connsiteY23-348" fmla="*/ 1357263 h 1585520"/>
                        <a:gd name="connsiteX24-349" fmla="*/ 550099 w 552481"/>
                        <a:gd name="connsiteY24-350" fmla="*/ 0 h 1585520"/>
                        <a:gd name="connsiteX0-351" fmla="*/ 550099 w 552481"/>
                        <a:gd name="connsiteY0-352" fmla="*/ 0 h 1585520"/>
                        <a:gd name="connsiteX1-353" fmla="*/ 550454 w 552481"/>
                        <a:gd name="connsiteY1-354" fmla="*/ 236086 h 1585520"/>
                        <a:gd name="connsiteX2-355" fmla="*/ 488816 w 552481"/>
                        <a:gd name="connsiteY2-356" fmla="*/ 193543 h 1585520"/>
                        <a:gd name="connsiteX3-357" fmla="*/ 550466 w 552481"/>
                        <a:gd name="connsiteY3-358" fmla="*/ 244157 h 1585520"/>
                        <a:gd name="connsiteX4-359" fmla="*/ 550735 w 552481"/>
                        <a:gd name="connsiteY4-360" fmla="*/ 423083 h 1585520"/>
                        <a:gd name="connsiteX5-361" fmla="*/ 440807 w 552481"/>
                        <a:gd name="connsiteY5-362" fmla="*/ 347209 h 1585520"/>
                        <a:gd name="connsiteX6-363" fmla="*/ 550756 w 552481"/>
                        <a:gd name="connsiteY6-364" fmla="*/ 437477 h 1585520"/>
                        <a:gd name="connsiteX7-365" fmla="*/ 551026 w 552481"/>
                        <a:gd name="connsiteY7-366" fmla="*/ 616991 h 1585520"/>
                        <a:gd name="connsiteX8-367" fmla="*/ 372197 w 552481"/>
                        <a:gd name="connsiteY8-368" fmla="*/ 491984 h 1585520"/>
                        <a:gd name="connsiteX9-369" fmla="*/ 551056 w 552481"/>
                        <a:gd name="connsiteY9-370" fmla="*/ 637056 h 1585520"/>
                        <a:gd name="connsiteX10-371" fmla="*/ 508896 w 552481"/>
                        <a:gd name="connsiteY10-372" fmla="*/ 791532 h 1585520"/>
                        <a:gd name="connsiteX11-373" fmla="*/ 270832 w 552481"/>
                        <a:gd name="connsiteY11-374" fmla="*/ 619203 h 1585520"/>
                        <a:gd name="connsiteX12-375" fmla="*/ 501344 w 552481"/>
                        <a:gd name="connsiteY12-376" fmla="*/ 815973 h 1585520"/>
                        <a:gd name="connsiteX13-377" fmla="*/ 534221 w 552481"/>
                        <a:gd name="connsiteY13-378" fmla="*/ 989751 h 1585520"/>
                        <a:gd name="connsiteX14-379" fmla="*/ 184579 w 552481"/>
                        <a:gd name="connsiteY14-380" fmla="*/ 741931 h 1585520"/>
                        <a:gd name="connsiteX15-381" fmla="*/ 521700 w 552481"/>
                        <a:gd name="connsiteY15-382" fmla="*/ 1009232 h 1585520"/>
                        <a:gd name="connsiteX16-383" fmla="*/ 507056 w 552481"/>
                        <a:gd name="connsiteY16-384" fmla="*/ 1169267 h 1585520"/>
                        <a:gd name="connsiteX17-385" fmla="*/ 119129 w 552481"/>
                        <a:gd name="connsiteY17-386" fmla="*/ 889458 h 1585520"/>
                        <a:gd name="connsiteX18-387" fmla="*/ 504472 w 552481"/>
                        <a:gd name="connsiteY18-388" fmla="*/ 1198018 h 1585520"/>
                        <a:gd name="connsiteX19-389" fmla="*/ 519836 w 552481"/>
                        <a:gd name="connsiteY19-390" fmla="*/ 1370630 h 1585520"/>
                        <a:gd name="connsiteX20-391" fmla="*/ 184579 w 552481"/>
                        <a:gd name="connsiteY20-392" fmla="*/ 1132651 h 1585520"/>
                        <a:gd name="connsiteX21-393" fmla="*/ 509865 w 552481"/>
                        <a:gd name="connsiteY21-394" fmla="*/ 1387661 h 1585520"/>
                        <a:gd name="connsiteX22-395" fmla="*/ 552481 w 552481"/>
                        <a:gd name="connsiteY22-396" fmla="*/ 1585328 h 1585520"/>
                        <a:gd name="connsiteX23-397" fmla="*/ 103908 w 552481"/>
                        <a:gd name="connsiteY23-398" fmla="*/ 1357263 h 1585520"/>
                        <a:gd name="connsiteX24-399" fmla="*/ 550099 w 552481"/>
                        <a:gd name="connsiteY24-400" fmla="*/ 0 h 1585520"/>
                        <a:gd name="connsiteX0-401" fmla="*/ 550099 w 552481"/>
                        <a:gd name="connsiteY0-402" fmla="*/ 0 h 1585520"/>
                        <a:gd name="connsiteX1-403" fmla="*/ 550454 w 552481"/>
                        <a:gd name="connsiteY1-404" fmla="*/ 236086 h 1585520"/>
                        <a:gd name="connsiteX2-405" fmla="*/ 488816 w 552481"/>
                        <a:gd name="connsiteY2-406" fmla="*/ 193543 h 1585520"/>
                        <a:gd name="connsiteX3-407" fmla="*/ 550466 w 552481"/>
                        <a:gd name="connsiteY3-408" fmla="*/ 244157 h 1585520"/>
                        <a:gd name="connsiteX4-409" fmla="*/ 550735 w 552481"/>
                        <a:gd name="connsiteY4-410" fmla="*/ 423083 h 1585520"/>
                        <a:gd name="connsiteX5-411" fmla="*/ 440807 w 552481"/>
                        <a:gd name="connsiteY5-412" fmla="*/ 347209 h 1585520"/>
                        <a:gd name="connsiteX6-413" fmla="*/ 550756 w 552481"/>
                        <a:gd name="connsiteY6-414" fmla="*/ 437477 h 1585520"/>
                        <a:gd name="connsiteX7-415" fmla="*/ 551026 w 552481"/>
                        <a:gd name="connsiteY7-416" fmla="*/ 616991 h 1585520"/>
                        <a:gd name="connsiteX8-417" fmla="*/ 372197 w 552481"/>
                        <a:gd name="connsiteY8-418" fmla="*/ 491984 h 1585520"/>
                        <a:gd name="connsiteX9-419" fmla="*/ 521176 w 552481"/>
                        <a:gd name="connsiteY9-420" fmla="*/ 611487 h 1585520"/>
                        <a:gd name="connsiteX10-421" fmla="*/ 508896 w 552481"/>
                        <a:gd name="connsiteY10-422" fmla="*/ 791532 h 1585520"/>
                        <a:gd name="connsiteX11-423" fmla="*/ 270832 w 552481"/>
                        <a:gd name="connsiteY11-424" fmla="*/ 619203 h 1585520"/>
                        <a:gd name="connsiteX12-425" fmla="*/ 501344 w 552481"/>
                        <a:gd name="connsiteY12-426" fmla="*/ 815973 h 1585520"/>
                        <a:gd name="connsiteX13-427" fmla="*/ 534221 w 552481"/>
                        <a:gd name="connsiteY13-428" fmla="*/ 989751 h 1585520"/>
                        <a:gd name="connsiteX14-429" fmla="*/ 184579 w 552481"/>
                        <a:gd name="connsiteY14-430" fmla="*/ 741931 h 1585520"/>
                        <a:gd name="connsiteX15-431" fmla="*/ 521700 w 552481"/>
                        <a:gd name="connsiteY15-432" fmla="*/ 1009232 h 1585520"/>
                        <a:gd name="connsiteX16-433" fmla="*/ 507056 w 552481"/>
                        <a:gd name="connsiteY16-434" fmla="*/ 1169267 h 1585520"/>
                        <a:gd name="connsiteX17-435" fmla="*/ 119129 w 552481"/>
                        <a:gd name="connsiteY17-436" fmla="*/ 889458 h 1585520"/>
                        <a:gd name="connsiteX18-437" fmla="*/ 504472 w 552481"/>
                        <a:gd name="connsiteY18-438" fmla="*/ 1198018 h 1585520"/>
                        <a:gd name="connsiteX19-439" fmla="*/ 519836 w 552481"/>
                        <a:gd name="connsiteY19-440" fmla="*/ 1370630 h 1585520"/>
                        <a:gd name="connsiteX20-441" fmla="*/ 184579 w 552481"/>
                        <a:gd name="connsiteY20-442" fmla="*/ 1132651 h 1585520"/>
                        <a:gd name="connsiteX21-443" fmla="*/ 509865 w 552481"/>
                        <a:gd name="connsiteY21-444" fmla="*/ 1387661 h 1585520"/>
                        <a:gd name="connsiteX22-445" fmla="*/ 552481 w 552481"/>
                        <a:gd name="connsiteY22-446" fmla="*/ 1585328 h 1585520"/>
                        <a:gd name="connsiteX23-447" fmla="*/ 103908 w 552481"/>
                        <a:gd name="connsiteY23-448" fmla="*/ 1357263 h 1585520"/>
                        <a:gd name="connsiteX24-449" fmla="*/ 550099 w 552481"/>
                        <a:gd name="connsiteY24-450" fmla="*/ 0 h 1585520"/>
                        <a:gd name="connsiteX0-451" fmla="*/ 550099 w 552481"/>
                        <a:gd name="connsiteY0-452" fmla="*/ 0 h 1585520"/>
                        <a:gd name="connsiteX1-453" fmla="*/ 550454 w 552481"/>
                        <a:gd name="connsiteY1-454" fmla="*/ 236086 h 1585520"/>
                        <a:gd name="connsiteX2-455" fmla="*/ 488816 w 552481"/>
                        <a:gd name="connsiteY2-456" fmla="*/ 193543 h 1585520"/>
                        <a:gd name="connsiteX3-457" fmla="*/ 550466 w 552481"/>
                        <a:gd name="connsiteY3-458" fmla="*/ 244157 h 1585520"/>
                        <a:gd name="connsiteX4-459" fmla="*/ 550735 w 552481"/>
                        <a:gd name="connsiteY4-460" fmla="*/ 423083 h 1585520"/>
                        <a:gd name="connsiteX5-461" fmla="*/ 440807 w 552481"/>
                        <a:gd name="connsiteY5-462" fmla="*/ 347209 h 1585520"/>
                        <a:gd name="connsiteX6-463" fmla="*/ 550756 w 552481"/>
                        <a:gd name="connsiteY6-464" fmla="*/ 437477 h 1585520"/>
                        <a:gd name="connsiteX7-465" fmla="*/ 523630 w 552481"/>
                        <a:gd name="connsiteY7-466" fmla="*/ 593972 h 1585520"/>
                        <a:gd name="connsiteX8-467" fmla="*/ 372197 w 552481"/>
                        <a:gd name="connsiteY8-468" fmla="*/ 491984 h 1585520"/>
                        <a:gd name="connsiteX9-469" fmla="*/ 521176 w 552481"/>
                        <a:gd name="connsiteY9-470" fmla="*/ 611487 h 1585520"/>
                        <a:gd name="connsiteX10-471" fmla="*/ 508896 w 552481"/>
                        <a:gd name="connsiteY10-472" fmla="*/ 791532 h 1585520"/>
                        <a:gd name="connsiteX11-473" fmla="*/ 270832 w 552481"/>
                        <a:gd name="connsiteY11-474" fmla="*/ 619203 h 1585520"/>
                        <a:gd name="connsiteX12-475" fmla="*/ 501344 w 552481"/>
                        <a:gd name="connsiteY12-476" fmla="*/ 815973 h 1585520"/>
                        <a:gd name="connsiteX13-477" fmla="*/ 534221 w 552481"/>
                        <a:gd name="connsiteY13-478" fmla="*/ 989751 h 1585520"/>
                        <a:gd name="connsiteX14-479" fmla="*/ 184579 w 552481"/>
                        <a:gd name="connsiteY14-480" fmla="*/ 741931 h 1585520"/>
                        <a:gd name="connsiteX15-481" fmla="*/ 521700 w 552481"/>
                        <a:gd name="connsiteY15-482" fmla="*/ 1009232 h 1585520"/>
                        <a:gd name="connsiteX16-483" fmla="*/ 507056 w 552481"/>
                        <a:gd name="connsiteY16-484" fmla="*/ 1169267 h 1585520"/>
                        <a:gd name="connsiteX17-485" fmla="*/ 119129 w 552481"/>
                        <a:gd name="connsiteY17-486" fmla="*/ 889458 h 1585520"/>
                        <a:gd name="connsiteX18-487" fmla="*/ 504472 w 552481"/>
                        <a:gd name="connsiteY18-488" fmla="*/ 1198018 h 1585520"/>
                        <a:gd name="connsiteX19-489" fmla="*/ 519836 w 552481"/>
                        <a:gd name="connsiteY19-490" fmla="*/ 1370630 h 1585520"/>
                        <a:gd name="connsiteX20-491" fmla="*/ 184579 w 552481"/>
                        <a:gd name="connsiteY20-492" fmla="*/ 1132651 h 1585520"/>
                        <a:gd name="connsiteX21-493" fmla="*/ 509865 w 552481"/>
                        <a:gd name="connsiteY21-494" fmla="*/ 1387661 h 1585520"/>
                        <a:gd name="connsiteX22-495" fmla="*/ 552481 w 552481"/>
                        <a:gd name="connsiteY22-496" fmla="*/ 1585328 h 1585520"/>
                        <a:gd name="connsiteX23-497" fmla="*/ 103908 w 552481"/>
                        <a:gd name="connsiteY23-498" fmla="*/ 1357263 h 1585520"/>
                        <a:gd name="connsiteX24-499" fmla="*/ 550099 w 552481"/>
                        <a:gd name="connsiteY24-500" fmla="*/ 0 h 1585520"/>
                        <a:gd name="connsiteX0-501" fmla="*/ 550099 w 552481"/>
                        <a:gd name="connsiteY0-502" fmla="*/ 0 h 1585520"/>
                        <a:gd name="connsiteX1-503" fmla="*/ 550454 w 552481"/>
                        <a:gd name="connsiteY1-504" fmla="*/ 236086 h 1585520"/>
                        <a:gd name="connsiteX2-505" fmla="*/ 488816 w 552481"/>
                        <a:gd name="connsiteY2-506" fmla="*/ 193543 h 1585520"/>
                        <a:gd name="connsiteX3-507" fmla="*/ 550466 w 552481"/>
                        <a:gd name="connsiteY3-508" fmla="*/ 244157 h 1585520"/>
                        <a:gd name="connsiteX4-509" fmla="*/ 550735 w 552481"/>
                        <a:gd name="connsiteY4-510" fmla="*/ 423083 h 1585520"/>
                        <a:gd name="connsiteX5-511" fmla="*/ 440807 w 552481"/>
                        <a:gd name="connsiteY5-512" fmla="*/ 347209 h 1585520"/>
                        <a:gd name="connsiteX6-513" fmla="*/ 530748 w 552481"/>
                        <a:gd name="connsiteY6-514" fmla="*/ 427144 h 1585520"/>
                        <a:gd name="connsiteX7-515" fmla="*/ 523630 w 552481"/>
                        <a:gd name="connsiteY7-516" fmla="*/ 593972 h 1585520"/>
                        <a:gd name="connsiteX8-517" fmla="*/ 372197 w 552481"/>
                        <a:gd name="connsiteY8-518" fmla="*/ 491984 h 1585520"/>
                        <a:gd name="connsiteX9-519" fmla="*/ 521176 w 552481"/>
                        <a:gd name="connsiteY9-520" fmla="*/ 611487 h 1585520"/>
                        <a:gd name="connsiteX10-521" fmla="*/ 508896 w 552481"/>
                        <a:gd name="connsiteY10-522" fmla="*/ 791532 h 1585520"/>
                        <a:gd name="connsiteX11-523" fmla="*/ 270832 w 552481"/>
                        <a:gd name="connsiteY11-524" fmla="*/ 619203 h 1585520"/>
                        <a:gd name="connsiteX12-525" fmla="*/ 501344 w 552481"/>
                        <a:gd name="connsiteY12-526" fmla="*/ 815973 h 1585520"/>
                        <a:gd name="connsiteX13-527" fmla="*/ 534221 w 552481"/>
                        <a:gd name="connsiteY13-528" fmla="*/ 989751 h 1585520"/>
                        <a:gd name="connsiteX14-529" fmla="*/ 184579 w 552481"/>
                        <a:gd name="connsiteY14-530" fmla="*/ 741931 h 1585520"/>
                        <a:gd name="connsiteX15-531" fmla="*/ 521700 w 552481"/>
                        <a:gd name="connsiteY15-532" fmla="*/ 1009232 h 1585520"/>
                        <a:gd name="connsiteX16-533" fmla="*/ 507056 w 552481"/>
                        <a:gd name="connsiteY16-534" fmla="*/ 1169267 h 1585520"/>
                        <a:gd name="connsiteX17-535" fmla="*/ 119129 w 552481"/>
                        <a:gd name="connsiteY17-536" fmla="*/ 889458 h 1585520"/>
                        <a:gd name="connsiteX18-537" fmla="*/ 504472 w 552481"/>
                        <a:gd name="connsiteY18-538" fmla="*/ 1198018 h 1585520"/>
                        <a:gd name="connsiteX19-539" fmla="*/ 519836 w 552481"/>
                        <a:gd name="connsiteY19-540" fmla="*/ 1370630 h 1585520"/>
                        <a:gd name="connsiteX20-541" fmla="*/ 184579 w 552481"/>
                        <a:gd name="connsiteY20-542" fmla="*/ 1132651 h 1585520"/>
                        <a:gd name="connsiteX21-543" fmla="*/ 509865 w 552481"/>
                        <a:gd name="connsiteY21-544" fmla="*/ 1387661 h 1585520"/>
                        <a:gd name="connsiteX22-545" fmla="*/ 552481 w 552481"/>
                        <a:gd name="connsiteY22-546" fmla="*/ 1585328 h 1585520"/>
                        <a:gd name="connsiteX23-547" fmla="*/ 103908 w 552481"/>
                        <a:gd name="connsiteY23-548" fmla="*/ 1357263 h 1585520"/>
                        <a:gd name="connsiteX24-549" fmla="*/ 550099 w 552481"/>
                        <a:gd name="connsiteY24-550" fmla="*/ 0 h 1585520"/>
                        <a:gd name="connsiteX0-551" fmla="*/ 550099 w 552481"/>
                        <a:gd name="connsiteY0-552" fmla="*/ 0 h 1585520"/>
                        <a:gd name="connsiteX1-553" fmla="*/ 550454 w 552481"/>
                        <a:gd name="connsiteY1-554" fmla="*/ 236086 h 1585520"/>
                        <a:gd name="connsiteX2-555" fmla="*/ 488816 w 552481"/>
                        <a:gd name="connsiteY2-556" fmla="*/ 193543 h 1585520"/>
                        <a:gd name="connsiteX3-557" fmla="*/ 550466 w 552481"/>
                        <a:gd name="connsiteY3-558" fmla="*/ 244157 h 1585520"/>
                        <a:gd name="connsiteX4-559" fmla="*/ 528440 w 552481"/>
                        <a:gd name="connsiteY4-560" fmla="*/ 395095 h 1585520"/>
                        <a:gd name="connsiteX5-561" fmla="*/ 440807 w 552481"/>
                        <a:gd name="connsiteY5-562" fmla="*/ 347209 h 1585520"/>
                        <a:gd name="connsiteX6-563" fmla="*/ 530748 w 552481"/>
                        <a:gd name="connsiteY6-564" fmla="*/ 427144 h 1585520"/>
                        <a:gd name="connsiteX7-565" fmla="*/ 523630 w 552481"/>
                        <a:gd name="connsiteY7-566" fmla="*/ 593972 h 1585520"/>
                        <a:gd name="connsiteX8-567" fmla="*/ 372197 w 552481"/>
                        <a:gd name="connsiteY8-568" fmla="*/ 491984 h 1585520"/>
                        <a:gd name="connsiteX9-569" fmla="*/ 521176 w 552481"/>
                        <a:gd name="connsiteY9-570" fmla="*/ 611487 h 1585520"/>
                        <a:gd name="connsiteX10-571" fmla="*/ 508896 w 552481"/>
                        <a:gd name="connsiteY10-572" fmla="*/ 791532 h 1585520"/>
                        <a:gd name="connsiteX11-573" fmla="*/ 270832 w 552481"/>
                        <a:gd name="connsiteY11-574" fmla="*/ 619203 h 1585520"/>
                        <a:gd name="connsiteX12-575" fmla="*/ 501344 w 552481"/>
                        <a:gd name="connsiteY12-576" fmla="*/ 815973 h 1585520"/>
                        <a:gd name="connsiteX13-577" fmla="*/ 534221 w 552481"/>
                        <a:gd name="connsiteY13-578" fmla="*/ 989751 h 1585520"/>
                        <a:gd name="connsiteX14-579" fmla="*/ 184579 w 552481"/>
                        <a:gd name="connsiteY14-580" fmla="*/ 741931 h 1585520"/>
                        <a:gd name="connsiteX15-581" fmla="*/ 521700 w 552481"/>
                        <a:gd name="connsiteY15-582" fmla="*/ 1009232 h 1585520"/>
                        <a:gd name="connsiteX16-583" fmla="*/ 507056 w 552481"/>
                        <a:gd name="connsiteY16-584" fmla="*/ 1169267 h 1585520"/>
                        <a:gd name="connsiteX17-585" fmla="*/ 119129 w 552481"/>
                        <a:gd name="connsiteY17-586" fmla="*/ 889458 h 1585520"/>
                        <a:gd name="connsiteX18-587" fmla="*/ 504472 w 552481"/>
                        <a:gd name="connsiteY18-588" fmla="*/ 1198018 h 1585520"/>
                        <a:gd name="connsiteX19-589" fmla="*/ 519836 w 552481"/>
                        <a:gd name="connsiteY19-590" fmla="*/ 1370630 h 1585520"/>
                        <a:gd name="connsiteX20-591" fmla="*/ 184579 w 552481"/>
                        <a:gd name="connsiteY20-592" fmla="*/ 1132651 h 1585520"/>
                        <a:gd name="connsiteX21-593" fmla="*/ 509865 w 552481"/>
                        <a:gd name="connsiteY21-594" fmla="*/ 1387661 h 1585520"/>
                        <a:gd name="connsiteX22-595" fmla="*/ 552481 w 552481"/>
                        <a:gd name="connsiteY22-596" fmla="*/ 1585328 h 1585520"/>
                        <a:gd name="connsiteX23-597" fmla="*/ 103908 w 552481"/>
                        <a:gd name="connsiteY23-598" fmla="*/ 1357263 h 1585520"/>
                        <a:gd name="connsiteX24-599" fmla="*/ 550099 w 552481"/>
                        <a:gd name="connsiteY24-600" fmla="*/ 0 h 1585520"/>
                        <a:gd name="connsiteX0-601" fmla="*/ 550099 w 552481"/>
                        <a:gd name="connsiteY0-602" fmla="*/ 0 h 1585520"/>
                        <a:gd name="connsiteX1-603" fmla="*/ 550454 w 552481"/>
                        <a:gd name="connsiteY1-604" fmla="*/ 236086 h 1585520"/>
                        <a:gd name="connsiteX2-605" fmla="*/ 488816 w 552481"/>
                        <a:gd name="connsiteY2-606" fmla="*/ 193543 h 1585520"/>
                        <a:gd name="connsiteX3-607" fmla="*/ 532877 w 552481"/>
                        <a:gd name="connsiteY3-608" fmla="*/ 241409 h 1585520"/>
                        <a:gd name="connsiteX4-609" fmla="*/ 528440 w 552481"/>
                        <a:gd name="connsiteY4-610" fmla="*/ 395095 h 1585520"/>
                        <a:gd name="connsiteX5-611" fmla="*/ 440807 w 552481"/>
                        <a:gd name="connsiteY5-612" fmla="*/ 347209 h 1585520"/>
                        <a:gd name="connsiteX6-613" fmla="*/ 530748 w 552481"/>
                        <a:gd name="connsiteY6-614" fmla="*/ 427144 h 1585520"/>
                        <a:gd name="connsiteX7-615" fmla="*/ 523630 w 552481"/>
                        <a:gd name="connsiteY7-616" fmla="*/ 593972 h 1585520"/>
                        <a:gd name="connsiteX8-617" fmla="*/ 372197 w 552481"/>
                        <a:gd name="connsiteY8-618" fmla="*/ 491984 h 1585520"/>
                        <a:gd name="connsiteX9-619" fmla="*/ 521176 w 552481"/>
                        <a:gd name="connsiteY9-620" fmla="*/ 611487 h 1585520"/>
                        <a:gd name="connsiteX10-621" fmla="*/ 508896 w 552481"/>
                        <a:gd name="connsiteY10-622" fmla="*/ 791532 h 1585520"/>
                        <a:gd name="connsiteX11-623" fmla="*/ 270832 w 552481"/>
                        <a:gd name="connsiteY11-624" fmla="*/ 619203 h 1585520"/>
                        <a:gd name="connsiteX12-625" fmla="*/ 501344 w 552481"/>
                        <a:gd name="connsiteY12-626" fmla="*/ 815973 h 1585520"/>
                        <a:gd name="connsiteX13-627" fmla="*/ 534221 w 552481"/>
                        <a:gd name="connsiteY13-628" fmla="*/ 989751 h 1585520"/>
                        <a:gd name="connsiteX14-629" fmla="*/ 184579 w 552481"/>
                        <a:gd name="connsiteY14-630" fmla="*/ 741931 h 1585520"/>
                        <a:gd name="connsiteX15-631" fmla="*/ 521700 w 552481"/>
                        <a:gd name="connsiteY15-632" fmla="*/ 1009232 h 1585520"/>
                        <a:gd name="connsiteX16-633" fmla="*/ 507056 w 552481"/>
                        <a:gd name="connsiteY16-634" fmla="*/ 1169267 h 1585520"/>
                        <a:gd name="connsiteX17-635" fmla="*/ 119129 w 552481"/>
                        <a:gd name="connsiteY17-636" fmla="*/ 889458 h 1585520"/>
                        <a:gd name="connsiteX18-637" fmla="*/ 504472 w 552481"/>
                        <a:gd name="connsiteY18-638" fmla="*/ 1198018 h 1585520"/>
                        <a:gd name="connsiteX19-639" fmla="*/ 519836 w 552481"/>
                        <a:gd name="connsiteY19-640" fmla="*/ 1370630 h 1585520"/>
                        <a:gd name="connsiteX20-641" fmla="*/ 184579 w 552481"/>
                        <a:gd name="connsiteY20-642" fmla="*/ 1132651 h 1585520"/>
                        <a:gd name="connsiteX21-643" fmla="*/ 509865 w 552481"/>
                        <a:gd name="connsiteY21-644" fmla="*/ 1387661 h 1585520"/>
                        <a:gd name="connsiteX22-645" fmla="*/ 552481 w 552481"/>
                        <a:gd name="connsiteY22-646" fmla="*/ 1585328 h 1585520"/>
                        <a:gd name="connsiteX23-647" fmla="*/ 103908 w 552481"/>
                        <a:gd name="connsiteY23-648" fmla="*/ 1357263 h 1585520"/>
                        <a:gd name="connsiteX24-649" fmla="*/ 550099 w 552481"/>
                        <a:gd name="connsiteY24-650" fmla="*/ 0 h 1585520"/>
                        <a:gd name="connsiteX0-651" fmla="*/ 550099 w 580141"/>
                        <a:gd name="connsiteY0-652" fmla="*/ 54739 h 1640259"/>
                        <a:gd name="connsiteX1-653" fmla="*/ 536842 w 580141"/>
                        <a:gd name="connsiteY1-654" fmla="*/ 262901 h 1640259"/>
                        <a:gd name="connsiteX2-655" fmla="*/ 550454 w 580141"/>
                        <a:gd name="connsiteY2-656" fmla="*/ 290825 h 1640259"/>
                        <a:gd name="connsiteX3-657" fmla="*/ 488816 w 580141"/>
                        <a:gd name="connsiteY3-658" fmla="*/ 248282 h 1640259"/>
                        <a:gd name="connsiteX4-659" fmla="*/ 532877 w 580141"/>
                        <a:gd name="connsiteY4-660" fmla="*/ 296148 h 1640259"/>
                        <a:gd name="connsiteX5-661" fmla="*/ 528440 w 580141"/>
                        <a:gd name="connsiteY5-662" fmla="*/ 449834 h 1640259"/>
                        <a:gd name="connsiteX6-663" fmla="*/ 440807 w 580141"/>
                        <a:gd name="connsiteY6-664" fmla="*/ 401948 h 1640259"/>
                        <a:gd name="connsiteX7-665" fmla="*/ 530748 w 580141"/>
                        <a:gd name="connsiteY7-666" fmla="*/ 481883 h 1640259"/>
                        <a:gd name="connsiteX8-667" fmla="*/ 523630 w 580141"/>
                        <a:gd name="connsiteY8-668" fmla="*/ 648711 h 1640259"/>
                        <a:gd name="connsiteX9-669" fmla="*/ 372197 w 580141"/>
                        <a:gd name="connsiteY9-670" fmla="*/ 546723 h 1640259"/>
                        <a:gd name="connsiteX10-671" fmla="*/ 521176 w 580141"/>
                        <a:gd name="connsiteY10-672" fmla="*/ 666226 h 1640259"/>
                        <a:gd name="connsiteX11-673" fmla="*/ 508896 w 580141"/>
                        <a:gd name="connsiteY11-674" fmla="*/ 846271 h 1640259"/>
                        <a:gd name="connsiteX12-675" fmla="*/ 270832 w 580141"/>
                        <a:gd name="connsiteY12-676" fmla="*/ 673942 h 1640259"/>
                        <a:gd name="connsiteX13-677" fmla="*/ 501344 w 580141"/>
                        <a:gd name="connsiteY13-678" fmla="*/ 870712 h 1640259"/>
                        <a:gd name="connsiteX14-679" fmla="*/ 534221 w 580141"/>
                        <a:gd name="connsiteY14-680" fmla="*/ 1044490 h 1640259"/>
                        <a:gd name="connsiteX15-681" fmla="*/ 184579 w 580141"/>
                        <a:gd name="connsiteY15-682" fmla="*/ 796670 h 1640259"/>
                        <a:gd name="connsiteX16-683" fmla="*/ 521700 w 580141"/>
                        <a:gd name="connsiteY16-684" fmla="*/ 1063971 h 1640259"/>
                        <a:gd name="connsiteX17-685" fmla="*/ 507056 w 580141"/>
                        <a:gd name="connsiteY17-686" fmla="*/ 1224006 h 1640259"/>
                        <a:gd name="connsiteX18-687" fmla="*/ 119129 w 580141"/>
                        <a:gd name="connsiteY18-688" fmla="*/ 944197 h 1640259"/>
                        <a:gd name="connsiteX19-689" fmla="*/ 504472 w 580141"/>
                        <a:gd name="connsiteY19-690" fmla="*/ 1252757 h 1640259"/>
                        <a:gd name="connsiteX20-691" fmla="*/ 519836 w 580141"/>
                        <a:gd name="connsiteY20-692" fmla="*/ 1425369 h 1640259"/>
                        <a:gd name="connsiteX21-693" fmla="*/ 184579 w 580141"/>
                        <a:gd name="connsiteY21-694" fmla="*/ 1187390 h 1640259"/>
                        <a:gd name="connsiteX22-695" fmla="*/ 509865 w 580141"/>
                        <a:gd name="connsiteY22-696" fmla="*/ 1442400 h 1640259"/>
                        <a:gd name="connsiteX23-697" fmla="*/ 552481 w 580141"/>
                        <a:gd name="connsiteY23-698" fmla="*/ 1640067 h 1640259"/>
                        <a:gd name="connsiteX24-699" fmla="*/ 103908 w 580141"/>
                        <a:gd name="connsiteY24-700" fmla="*/ 1412002 h 1640259"/>
                        <a:gd name="connsiteX25" fmla="*/ 550099 w 580141"/>
                        <a:gd name="connsiteY25" fmla="*/ 54739 h 1640259"/>
                        <a:gd name="connsiteX0-701" fmla="*/ 550099 w 580141"/>
                        <a:gd name="connsiteY0-702" fmla="*/ 54739 h 1640259"/>
                        <a:gd name="connsiteX1-703" fmla="*/ 536842 w 580141"/>
                        <a:gd name="connsiteY1-704" fmla="*/ 262901 h 1640259"/>
                        <a:gd name="connsiteX2-705" fmla="*/ 550454 w 580141"/>
                        <a:gd name="connsiteY2-706" fmla="*/ 290825 h 1640259"/>
                        <a:gd name="connsiteX3-707" fmla="*/ 488816 w 580141"/>
                        <a:gd name="connsiteY3-708" fmla="*/ 248282 h 1640259"/>
                        <a:gd name="connsiteX4-709" fmla="*/ 532877 w 580141"/>
                        <a:gd name="connsiteY4-710" fmla="*/ 296148 h 1640259"/>
                        <a:gd name="connsiteX5-711" fmla="*/ 528440 w 580141"/>
                        <a:gd name="connsiteY5-712" fmla="*/ 449834 h 1640259"/>
                        <a:gd name="connsiteX6-713" fmla="*/ 440807 w 580141"/>
                        <a:gd name="connsiteY6-714" fmla="*/ 401948 h 1640259"/>
                        <a:gd name="connsiteX7-715" fmla="*/ 530748 w 580141"/>
                        <a:gd name="connsiteY7-716" fmla="*/ 481883 h 1640259"/>
                        <a:gd name="connsiteX8-717" fmla="*/ 523630 w 580141"/>
                        <a:gd name="connsiteY8-718" fmla="*/ 648711 h 1640259"/>
                        <a:gd name="connsiteX9-719" fmla="*/ 372197 w 580141"/>
                        <a:gd name="connsiteY9-720" fmla="*/ 546723 h 1640259"/>
                        <a:gd name="connsiteX10-721" fmla="*/ 521176 w 580141"/>
                        <a:gd name="connsiteY10-722" fmla="*/ 666226 h 1640259"/>
                        <a:gd name="connsiteX11-723" fmla="*/ 508896 w 580141"/>
                        <a:gd name="connsiteY11-724" fmla="*/ 846271 h 1640259"/>
                        <a:gd name="connsiteX12-725" fmla="*/ 270832 w 580141"/>
                        <a:gd name="connsiteY12-726" fmla="*/ 673942 h 1640259"/>
                        <a:gd name="connsiteX13-727" fmla="*/ 501344 w 580141"/>
                        <a:gd name="connsiteY13-728" fmla="*/ 870712 h 1640259"/>
                        <a:gd name="connsiteX14-729" fmla="*/ 484201 w 580141"/>
                        <a:gd name="connsiteY14-730" fmla="*/ 1018658 h 1640259"/>
                        <a:gd name="connsiteX15-731" fmla="*/ 184579 w 580141"/>
                        <a:gd name="connsiteY15-732" fmla="*/ 796670 h 1640259"/>
                        <a:gd name="connsiteX16-733" fmla="*/ 521700 w 580141"/>
                        <a:gd name="connsiteY16-734" fmla="*/ 1063971 h 1640259"/>
                        <a:gd name="connsiteX17-735" fmla="*/ 507056 w 580141"/>
                        <a:gd name="connsiteY17-736" fmla="*/ 1224006 h 1640259"/>
                        <a:gd name="connsiteX18-737" fmla="*/ 119129 w 580141"/>
                        <a:gd name="connsiteY18-738" fmla="*/ 944197 h 1640259"/>
                        <a:gd name="connsiteX19-739" fmla="*/ 504472 w 580141"/>
                        <a:gd name="connsiteY19-740" fmla="*/ 1252757 h 1640259"/>
                        <a:gd name="connsiteX20-741" fmla="*/ 519836 w 580141"/>
                        <a:gd name="connsiteY20-742" fmla="*/ 1425369 h 1640259"/>
                        <a:gd name="connsiteX21-743" fmla="*/ 184579 w 580141"/>
                        <a:gd name="connsiteY21-744" fmla="*/ 1187390 h 1640259"/>
                        <a:gd name="connsiteX22-745" fmla="*/ 509865 w 580141"/>
                        <a:gd name="connsiteY22-746" fmla="*/ 1442400 h 1640259"/>
                        <a:gd name="connsiteX23-747" fmla="*/ 552481 w 580141"/>
                        <a:gd name="connsiteY23-748" fmla="*/ 1640067 h 1640259"/>
                        <a:gd name="connsiteX24-749" fmla="*/ 103908 w 580141"/>
                        <a:gd name="connsiteY24-750" fmla="*/ 1412002 h 1640259"/>
                        <a:gd name="connsiteX25-751" fmla="*/ 550099 w 580141"/>
                        <a:gd name="connsiteY25-752" fmla="*/ 54739 h 1640259"/>
                        <a:gd name="connsiteX0-753" fmla="*/ 550099 w 580141"/>
                        <a:gd name="connsiteY0-754" fmla="*/ 54739 h 1640259"/>
                        <a:gd name="connsiteX1-755" fmla="*/ 536842 w 580141"/>
                        <a:gd name="connsiteY1-756" fmla="*/ 262901 h 1640259"/>
                        <a:gd name="connsiteX2-757" fmla="*/ 550454 w 580141"/>
                        <a:gd name="connsiteY2-758" fmla="*/ 290825 h 1640259"/>
                        <a:gd name="connsiteX3-759" fmla="*/ 488816 w 580141"/>
                        <a:gd name="connsiteY3-760" fmla="*/ 248282 h 1640259"/>
                        <a:gd name="connsiteX4-761" fmla="*/ 532877 w 580141"/>
                        <a:gd name="connsiteY4-762" fmla="*/ 296148 h 1640259"/>
                        <a:gd name="connsiteX5-763" fmla="*/ 528440 w 580141"/>
                        <a:gd name="connsiteY5-764" fmla="*/ 449834 h 1640259"/>
                        <a:gd name="connsiteX6-765" fmla="*/ 440807 w 580141"/>
                        <a:gd name="connsiteY6-766" fmla="*/ 401948 h 1640259"/>
                        <a:gd name="connsiteX7-767" fmla="*/ 530748 w 580141"/>
                        <a:gd name="connsiteY7-768" fmla="*/ 481883 h 1640259"/>
                        <a:gd name="connsiteX8-769" fmla="*/ 523630 w 580141"/>
                        <a:gd name="connsiteY8-770" fmla="*/ 648711 h 1640259"/>
                        <a:gd name="connsiteX9-771" fmla="*/ 372197 w 580141"/>
                        <a:gd name="connsiteY9-772" fmla="*/ 546723 h 1640259"/>
                        <a:gd name="connsiteX10-773" fmla="*/ 521176 w 580141"/>
                        <a:gd name="connsiteY10-774" fmla="*/ 666226 h 1640259"/>
                        <a:gd name="connsiteX11-775" fmla="*/ 508896 w 580141"/>
                        <a:gd name="connsiteY11-776" fmla="*/ 846271 h 1640259"/>
                        <a:gd name="connsiteX12-777" fmla="*/ 270832 w 580141"/>
                        <a:gd name="connsiteY12-778" fmla="*/ 673942 h 1640259"/>
                        <a:gd name="connsiteX13-779" fmla="*/ 501344 w 580141"/>
                        <a:gd name="connsiteY13-780" fmla="*/ 870712 h 1640259"/>
                        <a:gd name="connsiteX14-781" fmla="*/ 484201 w 580141"/>
                        <a:gd name="connsiteY14-782" fmla="*/ 1018658 h 1640259"/>
                        <a:gd name="connsiteX15-783" fmla="*/ 184579 w 580141"/>
                        <a:gd name="connsiteY15-784" fmla="*/ 796670 h 1640259"/>
                        <a:gd name="connsiteX16-785" fmla="*/ 479002 w 580141"/>
                        <a:gd name="connsiteY16-786" fmla="*/ 1055860 h 1640259"/>
                        <a:gd name="connsiteX17-787" fmla="*/ 507056 w 580141"/>
                        <a:gd name="connsiteY17-788" fmla="*/ 1224006 h 1640259"/>
                        <a:gd name="connsiteX18-789" fmla="*/ 119129 w 580141"/>
                        <a:gd name="connsiteY18-790" fmla="*/ 944197 h 1640259"/>
                        <a:gd name="connsiteX19-791" fmla="*/ 504472 w 580141"/>
                        <a:gd name="connsiteY19-792" fmla="*/ 1252757 h 1640259"/>
                        <a:gd name="connsiteX20-793" fmla="*/ 519836 w 580141"/>
                        <a:gd name="connsiteY20-794" fmla="*/ 1425369 h 1640259"/>
                        <a:gd name="connsiteX21-795" fmla="*/ 184579 w 580141"/>
                        <a:gd name="connsiteY21-796" fmla="*/ 1187390 h 1640259"/>
                        <a:gd name="connsiteX22-797" fmla="*/ 509865 w 580141"/>
                        <a:gd name="connsiteY22-798" fmla="*/ 1442400 h 1640259"/>
                        <a:gd name="connsiteX23-799" fmla="*/ 552481 w 580141"/>
                        <a:gd name="connsiteY23-800" fmla="*/ 1640067 h 1640259"/>
                        <a:gd name="connsiteX24-801" fmla="*/ 103908 w 580141"/>
                        <a:gd name="connsiteY24-802" fmla="*/ 1412002 h 1640259"/>
                        <a:gd name="connsiteX25-803" fmla="*/ 550099 w 580141"/>
                        <a:gd name="connsiteY25-804" fmla="*/ 54739 h 1640259"/>
                        <a:gd name="connsiteX0-805" fmla="*/ 550099 w 580141"/>
                        <a:gd name="connsiteY0-806" fmla="*/ 54739 h 1640259"/>
                        <a:gd name="connsiteX1-807" fmla="*/ 536842 w 580141"/>
                        <a:gd name="connsiteY1-808" fmla="*/ 262901 h 1640259"/>
                        <a:gd name="connsiteX2-809" fmla="*/ 550454 w 580141"/>
                        <a:gd name="connsiteY2-810" fmla="*/ 290825 h 1640259"/>
                        <a:gd name="connsiteX3-811" fmla="*/ 488816 w 580141"/>
                        <a:gd name="connsiteY3-812" fmla="*/ 248282 h 1640259"/>
                        <a:gd name="connsiteX4-813" fmla="*/ 532877 w 580141"/>
                        <a:gd name="connsiteY4-814" fmla="*/ 296148 h 1640259"/>
                        <a:gd name="connsiteX5-815" fmla="*/ 528440 w 580141"/>
                        <a:gd name="connsiteY5-816" fmla="*/ 449834 h 1640259"/>
                        <a:gd name="connsiteX6-817" fmla="*/ 440807 w 580141"/>
                        <a:gd name="connsiteY6-818" fmla="*/ 401948 h 1640259"/>
                        <a:gd name="connsiteX7-819" fmla="*/ 530748 w 580141"/>
                        <a:gd name="connsiteY7-820" fmla="*/ 481883 h 1640259"/>
                        <a:gd name="connsiteX8-821" fmla="*/ 523630 w 580141"/>
                        <a:gd name="connsiteY8-822" fmla="*/ 648711 h 1640259"/>
                        <a:gd name="connsiteX9-823" fmla="*/ 372197 w 580141"/>
                        <a:gd name="connsiteY9-824" fmla="*/ 546723 h 1640259"/>
                        <a:gd name="connsiteX10-825" fmla="*/ 521176 w 580141"/>
                        <a:gd name="connsiteY10-826" fmla="*/ 666226 h 1640259"/>
                        <a:gd name="connsiteX11-827" fmla="*/ 508896 w 580141"/>
                        <a:gd name="connsiteY11-828" fmla="*/ 846271 h 1640259"/>
                        <a:gd name="connsiteX12-829" fmla="*/ 270832 w 580141"/>
                        <a:gd name="connsiteY12-830" fmla="*/ 673942 h 1640259"/>
                        <a:gd name="connsiteX13-831" fmla="*/ 501344 w 580141"/>
                        <a:gd name="connsiteY13-832" fmla="*/ 870712 h 1640259"/>
                        <a:gd name="connsiteX14-833" fmla="*/ 484201 w 580141"/>
                        <a:gd name="connsiteY14-834" fmla="*/ 1018658 h 1640259"/>
                        <a:gd name="connsiteX15-835" fmla="*/ 184579 w 580141"/>
                        <a:gd name="connsiteY15-836" fmla="*/ 796670 h 1640259"/>
                        <a:gd name="connsiteX16-837" fmla="*/ 479002 w 580141"/>
                        <a:gd name="connsiteY16-838" fmla="*/ 1055860 h 1640259"/>
                        <a:gd name="connsiteX17-839" fmla="*/ 474625 w 580141"/>
                        <a:gd name="connsiteY17-840" fmla="*/ 1200922 h 1640259"/>
                        <a:gd name="connsiteX18-841" fmla="*/ 119129 w 580141"/>
                        <a:gd name="connsiteY18-842" fmla="*/ 944197 h 1640259"/>
                        <a:gd name="connsiteX19-843" fmla="*/ 504472 w 580141"/>
                        <a:gd name="connsiteY19-844" fmla="*/ 1252757 h 1640259"/>
                        <a:gd name="connsiteX20-845" fmla="*/ 519836 w 580141"/>
                        <a:gd name="connsiteY20-846" fmla="*/ 1425369 h 1640259"/>
                        <a:gd name="connsiteX21-847" fmla="*/ 184579 w 580141"/>
                        <a:gd name="connsiteY21-848" fmla="*/ 1187390 h 1640259"/>
                        <a:gd name="connsiteX22-849" fmla="*/ 509865 w 580141"/>
                        <a:gd name="connsiteY22-850" fmla="*/ 1442400 h 1640259"/>
                        <a:gd name="connsiteX23-851" fmla="*/ 552481 w 580141"/>
                        <a:gd name="connsiteY23-852" fmla="*/ 1640067 h 1640259"/>
                        <a:gd name="connsiteX24-853" fmla="*/ 103908 w 580141"/>
                        <a:gd name="connsiteY24-854" fmla="*/ 1412002 h 1640259"/>
                        <a:gd name="connsiteX25-855" fmla="*/ 550099 w 580141"/>
                        <a:gd name="connsiteY25-856" fmla="*/ 54739 h 1640259"/>
                        <a:gd name="connsiteX0-857" fmla="*/ 550099 w 580141"/>
                        <a:gd name="connsiteY0-858" fmla="*/ 54739 h 1640259"/>
                        <a:gd name="connsiteX1-859" fmla="*/ 536842 w 580141"/>
                        <a:gd name="connsiteY1-860" fmla="*/ 262901 h 1640259"/>
                        <a:gd name="connsiteX2-861" fmla="*/ 550454 w 580141"/>
                        <a:gd name="connsiteY2-862" fmla="*/ 290825 h 1640259"/>
                        <a:gd name="connsiteX3-863" fmla="*/ 488816 w 580141"/>
                        <a:gd name="connsiteY3-864" fmla="*/ 248282 h 1640259"/>
                        <a:gd name="connsiteX4-865" fmla="*/ 532877 w 580141"/>
                        <a:gd name="connsiteY4-866" fmla="*/ 296148 h 1640259"/>
                        <a:gd name="connsiteX5-867" fmla="*/ 528440 w 580141"/>
                        <a:gd name="connsiteY5-868" fmla="*/ 449834 h 1640259"/>
                        <a:gd name="connsiteX6-869" fmla="*/ 440807 w 580141"/>
                        <a:gd name="connsiteY6-870" fmla="*/ 401948 h 1640259"/>
                        <a:gd name="connsiteX7-871" fmla="*/ 530748 w 580141"/>
                        <a:gd name="connsiteY7-872" fmla="*/ 481883 h 1640259"/>
                        <a:gd name="connsiteX8-873" fmla="*/ 523630 w 580141"/>
                        <a:gd name="connsiteY8-874" fmla="*/ 648711 h 1640259"/>
                        <a:gd name="connsiteX9-875" fmla="*/ 372197 w 580141"/>
                        <a:gd name="connsiteY9-876" fmla="*/ 546723 h 1640259"/>
                        <a:gd name="connsiteX10-877" fmla="*/ 521176 w 580141"/>
                        <a:gd name="connsiteY10-878" fmla="*/ 666226 h 1640259"/>
                        <a:gd name="connsiteX11-879" fmla="*/ 508896 w 580141"/>
                        <a:gd name="connsiteY11-880" fmla="*/ 846271 h 1640259"/>
                        <a:gd name="connsiteX12-881" fmla="*/ 270832 w 580141"/>
                        <a:gd name="connsiteY12-882" fmla="*/ 673942 h 1640259"/>
                        <a:gd name="connsiteX13-883" fmla="*/ 501344 w 580141"/>
                        <a:gd name="connsiteY13-884" fmla="*/ 870712 h 1640259"/>
                        <a:gd name="connsiteX14-885" fmla="*/ 484201 w 580141"/>
                        <a:gd name="connsiteY14-886" fmla="*/ 1018658 h 1640259"/>
                        <a:gd name="connsiteX15-887" fmla="*/ 184579 w 580141"/>
                        <a:gd name="connsiteY15-888" fmla="*/ 796670 h 1640259"/>
                        <a:gd name="connsiteX16-889" fmla="*/ 479002 w 580141"/>
                        <a:gd name="connsiteY16-890" fmla="*/ 1055860 h 1640259"/>
                        <a:gd name="connsiteX17-891" fmla="*/ 474625 w 580141"/>
                        <a:gd name="connsiteY17-892" fmla="*/ 1200922 h 1640259"/>
                        <a:gd name="connsiteX18-893" fmla="*/ 119129 w 580141"/>
                        <a:gd name="connsiteY18-894" fmla="*/ 944197 h 1640259"/>
                        <a:gd name="connsiteX19-895" fmla="*/ 467006 w 580141"/>
                        <a:gd name="connsiteY19-896" fmla="*/ 1229607 h 1640259"/>
                        <a:gd name="connsiteX20-897" fmla="*/ 519836 w 580141"/>
                        <a:gd name="connsiteY20-898" fmla="*/ 1425369 h 1640259"/>
                        <a:gd name="connsiteX21-899" fmla="*/ 184579 w 580141"/>
                        <a:gd name="connsiteY21-900" fmla="*/ 1187390 h 1640259"/>
                        <a:gd name="connsiteX22-901" fmla="*/ 509865 w 580141"/>
                        <a:gd name="connsiteY22-902" fmla="*/ 1442400 h 1640259"/>
                        <a:gd name="connsiteX23-903" fmla="*/ 552481 w 580141"/>
                        <a:gd name="connsiteY23-904" fmla="*/ 1640067 h 1640259"/>
                        <a:gd name="connsiteX24-905" fmla="*/ 103908 w 580141"/>
                        <a:gd name="connsiteY24-906" fmla="*/ 1412002 h 1640259"/>
                        <a:gd name="connsiteX25-907" fmla="*/ 550099 w 580141"/>
                        <a:gd name="connsiteY25-908" fmla="*/ 54739 h 1640259"/>
                        <a:gd name="connsiteX0-909" fmla="*/ 550099 w 580141"/>
                        <a:gd name="connsiteY0-910" fmla="*/ 54739 h 1640259"/>
                        <a:gd name="connsiteX1-911" fmla="*/ 536842 w 580141"/>
                        <a:gd name="connsiteY1-912" fmla="*/ 262901 h 1640259"/>
                        <a:gd name="connsiteX2-913" fmla="*/ 550454 w 580141"/>
                        <a:gd name="connsiteY2-914" fmla="*/ 290825 h 1640259"/>
                        <a:gd name="connsiteX3-915" fmla="*/ 488816 w 580141"/>
                        <a:gd name="connsiteY3-916" fmla="*/ 248282 h 1640259"/>
                        <a:gd name="connsiteX4-917" fmla="*/ 532877 w 580141"/>
                        <a:gd name="connsiteY4-918" fmla="*/ 296148 h 1640259"/>
                        <a:gd name="connsiteX5-919" fmla="*/ 528440 w 580141"/>
                        <a:gd name="connsiteY5-920" fmla="*/ 449834 h 1640259"/>
                        <a:gd name="connsiteX6-921" fmla="*/ 440807 w 580141"/>
                        <a:gd name="connsiteY6-922" fmla="*/ 401948 h 1640259"/>
                        <a:gd name="connsiteX7-923" fmla="*/ 530748 w 580141"/>
                        <a:gd name="connsiteY7-924" fmla="*/ 481883 h 1640259"/>
                        <a:gd name="connsiteX8-925" fmla="*/ 523630 w 580141"/>
                        <a:gd name="connsiteY8-926" fmla="*/ 648711 h 1640259"/>
                        <a:gd name="connsiteX9-927" fmla="*/ 372197 w 580141"/>
                        <a:gd name="connsiteY9-928" fmla="*/ 546723 h 1640259"/>
                        <a:gd name="connsiteX10-929" fmla="*/ 521176 w 580141"/>
                        <a:gd name="connsiteY10-930" fmla="*/ 666226 h 1640259"/>
                        <a:gd name="connsiteX11-931" fmla="*/ 508896 w 580141"/>
                        <a:gd name="connsiteY11-932" fmla="*/ 846271 h 1640259"/>
                        <a:gd name="connsiteX12-933" fmla="*/ 270832 w 580141"/>
                        <a:gd name="connsiteY12-934" fmla="*/ 673942 h 1640259"/>
                        <a:gd name="connsiteX13-935" fmla="*/ 501344 w 580141"/>
                        <a:gd name="connsiteY13-936" fmla="*/ 870712 h 1640259"/>
                        <a:gd name="connsiteX14-937" fmla="*/ 484201 w 580141"/>
                        <a:gd name="connsiteY14-938" fmla="*/ 1018658 h 1640259"/>
                        <a:gd name="connsiteX15-939" fmla="*/ 184579 w 580141"/>
                        <a:gd name="connsiteY15-940" fmla="*/ 796670 h 1640259"/>
                        <a:gd name="connsiteX16-941" fmla="*/ 479002 w 580141"/>
                        <a:gd name="connsiteY16-942" fmla="*/ 1055860 h 1640259"/>
                        <a:gd name="connsiteX17-943" fmla="*/ 474625 w 580141"/>
                        <a:gd name="connsiteY17-944" fmla="*/ 1200922 h 1640259"/>
                        <a:gd name="connsiteX18-945" fmla="*/ 119129 w 580141"/>
                        <a:gd name="connsiteY18-946" fmla="*/ 944197 h 1640259"/>
                        <a:gd name="connsiteX19-947" fmla="*/ 467006 w 580141"/>
                        <a:gd name="connsiteY19-948" fmla="*/ 1229607 h 1640259"/>
                        <a:gd name="connsiteX20-949" fmla="*/ 519836 w 580141"/>
                        <a:gd name="connsiteY20-950" fmla="*/ 1425369 h 1640259"/>
                        <a:gd name="connsiteX21-951" fmla="*/ 184579 w 580141"/>
                        <a:gd name="connsiteY21-952" fmla="*/ 1187390 h 1640259"/>
                        <a:gd name="connsiteX22-953" fmla="*/ 480050 w 580141"/>
                        <a:gd name="connsiteY22-954" fmla="*/ 1411796 h 1640259"/>
                        <a:gd name="connsiteX23-955" fmla="*/ 552481 w 580141"/>
                        <a:gd name="connsiteY23-956" fmla="*/ 1640067 h 1640259"/>
                        <a:gd name="connsiteX24-957" fmla="*/ 103908 w 580141"/>
                        <a:gd name="connsiteY24-958" fmla="*/ 1412002 h 1640259"/>
                        <a:gd name="connsiteX25-959" fmla="*/ 550099 w 580141"/>
                        <a:gd name="connsiteY25-960" fmla="*/ 54739 h 1640259"/>
                        <a:gd name="connsiteX0-961" fmla="*/ 550099 w 580141"/>
                        <a:gd name="connsiteY0-962" fmla="*/ 54739 h 1640259"/>
                        <a:gd name="connsiteX1-963" fmla="*/ 536842 w 580141"/>
                        <a:gd name="connsiteY1-964" fmla="*/ 262901 h 1640259"/>
                        <a:gd name="connsiteX2-965" fmla="*/ 550454 w 580141"/>
                        <a:gd name="connsiteY2-966" fmla="*/ 290825 h 1640259"/>
                        <a:gd name="connsiteX3-967" fmla="*/ 488816 w 580141"/>
                        <a:gd name="connsiteY3-968" fmla="*/ 248282 h 1640259"/>
                        <a:gd name="connsiteX4-969" fmla="*/ 532877 w 580141"/>
                        <a:gd name="connsiteY4-970" fmla="*/ 296148 h 1640259"/>
                        <a:gd name="connsiteX5-971" fmla="*/ 528440 w 580141"/>
                        <a:gd name="connsiteY5-972" fmla="*/ 449834 h 1640259"/>
                        <a:gd name="connsiteX6-973" fmla="*/ 440807 w 580141"/>
                        <a:gd name="connsiteY6-974" fmla="*/ 401948 h 1640259"/>
                        <a:gd name="connsiteX7-975" fmla="*/ 530748 w 580141"/>
                        <a:gd name="connsiteY7-976" fmla="*/ 481883 h 1640259"/>
                        <a:gd name="connsiteX8-977" fmla="*/ 523630 w 580141"/>
                        <a:gd name="connsiteY8-978" fmla="*/ 648711 h 1640259"/>
                        <a:gd name="connsiteX9-979" fmla="*/ 372197 w 580141"/>
                        <a:gd name="connsiteY9-980" fmla="*/ 546723 h 1640259"/>
                        <a:gd name="connsiteX10-981" fmla="*/ 521176 w 580141"/>
                        <a:gd name="connsiteY10-982" fmla="*/ 666226 h 1640259"/>
                        <a:gd name="connsiteX11-983" fmla="*/ 508896 w 580141"/>
                        <a:gd name="connsiteY11-984" fmla="*/ 846271 h 1640259"/>
                        <a:gd name="connsiteX12-985" fmla="*/ 270832 w 580141"/>
                        <a:gd name="connsiteY12-986" fmla="*/ 673942 h 1640259"/>
                        <a:gd name="connsiteX13-987" fmla="*/ 501344 w 580141"/>
                        <a:gd name="connsiteY13-988" fmla="*/ 870712 h 1640259"/>
                        <a:gd name="connsiteX14-989" fmla="*/ 484201 w 580141"/>
                        <a:gd name="connsiteY14-990" fmla="*/ 1018658 h 1640259"/>
                        <a:gd name="connsiteX15-991" fmla="*/ 184579 w 580141"/>
                        <a:gd name="connsiteY15-992" fmla="*/ 796670 h 1640259"/>
                        <a:gd name="connsiteX16-993" fmla="*/ 479002 w 580141"/>
                        <a:gd name="connsiteY16-994" fmla="*/ 1055860 h 1640259"/>
                        <a:gd name="connsiteX17-995" fmla="*/ 474625 w 580141"/>
                        <a:gd name="connsiteY17-996" fmla="*/ 1200922 h 1640259"/>
                        <a:gd name="connsiteX18-997" fmla="*/ 119129 w 580141"/>
                        <a:gd name="connsiteY18-998" fmla="*/ 944197 h 1640259"/>
                        <a:gd name="connsiteX19-999" fmla="*/ 467006 w 580141"/>
                        <a:gd name="connsiteY19-1000" fmla="*/ 1229607 h 1640259"/>
                        <a:gd name="connsiteX20-1001" fmla="*/ 487405 w 580141"/>
                        <a:gd name="connsiteY20-1002" fmla="*/ 1402284 h 1640259"/>
                        <a:gd name="connsiteX21-1003" fmla="*/ 184579 w 580141"/>
                        <a:gd name="connsiteY21-1004" fmla="*/ 1187390 h 1640259"/>
                        <a:gd name="connsiteX22-1005" fmla="*/ 480050 w 580141"/>
                        <a:gd name="connsiteY22-1006" fmla="*/ 1411796 h 1640259"/>
                        <a:gd name="connsiteX23-1007" fmla="*/ 552481 w 580141"/>
                        <a:gd name="connsiteY23-1008" fmla="*/ 1640067 h 1640259"/>
                        <a:gd name="connsiteX24-1009" fmla="*/ 103908 w 580141"/>
                        <a:gd name="connsiteY24-1010" fmla="*/ 1412002 h 1640259"/>
                        <a:gd name="connsiteX25-1011" fmla="*/ 550099 w 580141"/>
                        <a:gd name="connsiteY25-1012" fmla="*/ 54739 h 1640259"/>
                        <a:gd name="connsiteX0-1013" fmla="*/ 550099 w 580141"/>
                        <a:gd name="connsiteY0-1014" fmla="*/ 54739 h 1640259"/>
                        <a:gd name="connsiteX1-1015" fmla="*/ 536842 w 580141"/>
                        <a:gd name="connsiteY1-1016" fmla="*/ 262901 h 1640259"/>
                        <a:gd name="connsiteX2-1017" fmla="*/ 550454 w 580141"/>
                        <a:gd name="connsiteY2-1018" fmla="*/ 290825 h 1640259"/>
                        <a:gd name="connsiteX3-1019" fmla="*/ 488816 w 580141"/>
                        <a:gd name="connsiteY3-1020" fmla="*/ 248282 h 1640259"/>
                        <a:gd name="connsiteX4-1021" fmla="*/ 532877 w 580141"/>
                        <a:gd name="connsiteY4-1022" fmla="*/ 296148 h 1640259"/>
                        <a:gd name="connsiteX5-1023" fmla="*/ 528440 w 580141"/>
                        <a:gd name="connsiteY5-1024" fmla="*/ 449834 h 1640259"/>
                        <a:gd name="connsiteX6-1025" fmla="*/ 440807 w 580141"/>
                        <a:gd name="connsiteY6-1026" fmla="*/ 401948 h 1640259"/>
                        <a:gd name="connsiteX7-1027" fmla="*/ 530748 w 580141"/>
                        <a:gd name="connsiteY7-1028" fmla="*/ 481883 h 1640259"/>
                        <a:gd name="connsiteX8-1029" fmla="*/ 523630 w 580141"/>
                        <a:gd name="connsiteY8-1030" fmla="*/ 648711 h 1640259"/>
                        <a:gd name="connsiteX9-1031" fmla="*/ 372197 w 580141"/>
                        <a:gd name="connsiteY9-1032" fmla="*/ 546723 h 1640259"/>
                        <a:gd name="connsiteX10-1033" fmla="*/ 521176 w 580141"/>
                        <a:gd name="connsiteY10-1034" fmla="*/ 666226 h 1640259"/>
                        <a:gd name="connsiteX11-1035" fmla="*/ 508896 w 580141"/>
                        <a:gd name="connsiteY11-1036" fmla="*/ 846271 h 1640259"/>
                        <a:gd name="connsiteX12-1037" fmla="*/ 270832 w 580141"/>
                        <a:gd name="connsiteY12-1038" fmla="*/ 673942 h 1640259"/>
                        <a:gd name="connsiteX13-1039" fmla="*/ 501344 w 580141"/>
                        <a:gd name="connsiteY13-1040" fmla="*/ 870712 h 1640259"/>
                        <a:gd name="connsiteX14-1041" fmla="*/ 484201 w 580141"/>
                        <a:gd name="connsiteY14-1042" fmla="*/ 1018658 h 1640259"/>
                        <a:gd name="connsiteX15-1043" fmla="*/ 184579 w 580141"/>
                        <a:gd name="connsiteY15-1044" fmla="*/ 796670 h 1640259"/>
                        <a:gd name="connsiteX16-1045" fmla="*/ 479002 w 580141"/>
                        <a:gd name="connsiteY16-1046" fmla="*/ 1055860 h 1640259"/>
                        <a:gd name="connsiteX17-1047" fmla="*/ 474625 w 580141"/>
                        <a:gd name="connsiteY17-1048" fmla="*/ 1200922 h 1640259"/>
                        <a:gd name="connsiteX18-1049" fmla="*/ 119129 w 580141"/>
                        <a:gd name="connsiteY18-1050" fmla="*/ 944197 h 1640259"/>
                        <a:gd name="connsiteX19-1051" fmla="*/ 467006 w 580141"/>
                        <a:gd name="connsiteY19-1052" fmla="*/ 1229607 h 1640259"/>
                        <a:gd name="connsiteX20-1053" fmla="*/ 480083 w 580141"/>
                        <a:gd name="connsiteY20-1054" fmla="*/ 1384563 h 1640259"/>
                        <a:gd name="connsiteX21-1055" fmla="*/ 184579 w 580141"/>
                        <a:gd name="connsiteY21-1056" fmla="*/ 1187390 h 1640259"/>
                        <a:gd name="connsiteX22-1057" fmla="*/ 480050 w 580141"/>
                        <a:gd name="connsiteY22-1058" fmla="*/ 1411796 h 1640259"/>
                        <a:gd name="connsiteX23-1059" fmla="*/ 552481 w 580141"/>
                        <a:gd name="connsiteY23-1060" fmla="*/ 1640067 h 1640259"/>
                        <a:gd name="connsiteX24-1061" fmla="*/ 103908 w 580141"/>
                        <a:gd name="connsiteY24-1062" fmla="*/ 1412002 h 1640259"/>
                        <a:gd name="connsiteX25-1063" fmla="*/ 550099 w 580141"/>
                        <a:gd name="connsiteY25-1064" fmla="*/ 54739 h 1640259"/>
                        <a:gd name="connsiteX0-1065" fmla="*/ 550099 w 580141"/>
                        <a:gd name="connsiteY0-1066" fmla="*/ 54739 h 1640259"/>
                        <a:gd name="connsiteX1-1067" fmla="*/ 536842 w 580141"/>
                        <a:gd name="connsiteY1-1068" fmla="*/ 262901 h 1640259"/>
                        <a:gd name="connsiteX2-1069" fmla="*/ 550454 w 580141"/>
                        <a:gd name="connsiteY2-1070" fmla="*/ 290825 h 1640259"/>
                        <a:gd name="connsiteX3-1071" fmla="*/ 488816 w 580141"/>
                        <a:gd name="connsiteY3-1072" fmla="*/ 248282 h 1640259"/>
                        <a:gd name="connsiteX4-1073" fmla="*/ 532877 w 580141"/>
                        <a:gd name="connsiteY4-1074" fmla="*/ 296148 h 1640259"/>
                        <a:gd name="connsiteX5-1075" fmla="*/ 528440 w 580141"/>
                        <a:gd name="connsiteY5-1076" fmla="*/ 449834 h 1640259"/>
                        <a:gd name="connsiteX6-1077" fmla="*/ 440807 w 580141"/>
                        <a:gd name="connsiteY6-1078" fmla="*/ 401948 h 1640259"/>
                        <a:gd name="connsiteX7-1079" fmla="*/ 530748 w 580141"/>
                        <a:gd name="connsiteY7-1080" fmla="*/ 481883 h 1640259"/>
                        <a:gd name="connsiteX8-1081" fmla="*/ 523630 w 580141"/>
                        <a:gd name="connsiteY8-1082" fmla="*/ 648711 h 1640259"/>
                        <a:gd name="connsiteX9-1083" fmla="*/ 372197 w 580141"/>
                        <a:gd name="connsiteY9-1084" fmla="*/ 546723 h 1640259"/>
                        <a:gd name="connsiteX10-1085" fmla="*/ 498617 w 580141"/>
                        <a:gd name="connsiteY10-1086" fmla="*/ 658378 h 1640259"/>
                        <a:gd name="connsiteX11-1087" fmla="*/ 508896 w 580141"/>
                        <a:gd name="connsiteY11-1088" fmla="*/ 846271 h 1640259"/>
                        <a:gd name="connsiteX12-1089" fmla="*/ 270832 w 580141"/>
                        <a:gd name="connsiteY12-1090" fmla="*/ 673942 h 1640259"/>
                        <a:gd name="connsiteX13-1091" fmla="*/ 501344 w 580141"/>
                        <a:gd name="connsiteY13-1092" fmla="*/ 870712 h 1640259"/>
                        <a:gd name="connsiteX14-1093" fmla="*/ 484201 w 580141"/>
                        <a:gd name="connsiteY14-1094" fmla="*/ 1018658 h 1640259"/>
                        <a:gd name="connsiteX15-1095" fmla="*/ 184579 w 580141"/>
                        <a:gd name="connsiteY15-1096" fmla="*/ 796670 h 1640259"/>
                        <a:gd name="connsiteX16-1097" fmla="*/ 479002 w 580141"/>
                        <a:gd name="connsiteY16-1098" fmla="*/ 1055860 h 1640259"/>
                        <a:gd name="connsiteX17-1099" fmla="*/ 474625 w 580141"/>
                        <a:gd name="connsiteY17-1100" fmla="*/ 1200922 h 1640259"/>
                        <a:gd name="connsiteX18-1101" fmla="*/ 119129 w 580141"/>
                        <a:gd name="connsiteY18-1102" fmla="*/ 944197 h 1640259"/>
                        <a:gd name="connsiteX19-1103" fmla="*/ 467006 w 580141"/>
                        <a:gd name="connsiteY19-1104" fmla="*/ 1229607 h 1640259"/>
                        <a:gd name="connsiteX20-1105" fmla="*/ 480083 w 580141"/>
                        <a:gd name="connsiteY20-1106" fmla="*/ 1384563 h 1640259"/>
                        <a:gd name="connsiteX21-1107" fmla="*/ 184579 w 580141"/>
                        <a:gd name="connsiteY21-1108" fmla="*/ 1187390 h 1640259"/>
                        <a:gd name="connsiteX22-1109" fmla="*/ 480050 w 580141"/>
                        <a:gd name="connsiteY22-1110" fmla="*/ 1411796 h 1640259"/>
                        <a:gd name="connsiteX23-1111" fmla="*/ 552481 w 580141"/>
                        <a:gd name="connsiteY23-1112" fmla="*/ 1640067 h 1640259"/>
                        <a:gd name="connsiteX24-1113" fmla="*/ 103908 w 580141"/>
                        <a:gd name="connsiteY24-1114" fmla="*/ 1412002 h 1640259"/>
                        <a:gd name="connsiteX25-1115" fmla="*/ 550099 w 580141"/>
                        <a:gd name="connsiteY25-1116" fmla="*/ 54739 h 1640259"/>
                        <a:gd name="connsiteX0-1117" fmla="*/ 550099 w 580141"/>
                        <a:gd name="connsiteY0-1118" fmla="*/ 54739 h 1640259"/>
                        <a:gd name="connsiteX1-1119" fmla="*/ 536842 w 580141"/>
                        <a:gd name="connsiteY1-1120" fmla="*/ 262901 h 1640259"/>
                        <a:gd name="connsiteX2-1121" fmla="*/ 550454 w 580141"/>
                        <a:gd name="connsiteY2-1122" fmla="*/ 290825 h 1640259"/>
                        <a:gd name="connsiteX3-1123" fmla="*/ 488816 w 580141"/>
                        <a:gd name="connsiteY3-1124" fmla="*/ 248282 h 1640259"/>
                        <a:gd name="connsiteX4-1125" fmla="*/ 532877 w 580141"/>
                        <a:gd name="connsiteY4-1126" fmla="*/ 296148 h 1640259"/>
                        <a:gd name="connsiteX5-1127" fmla="*/ 528440 w 580141"/>
                        <a:gd name="connsiteY5-1128" fmla="*/ 449834 h 1640259"/>
                        <a:gd name="connsiteX6-1129" fmla="*/ 440807 w 580141"/>
                        <a:gd name="connsiteY6-1130" fmla="*/ 401948 h 1640259"/>
                        <a:gd name="connsiteX7-1131" fmla="*/ 530748 w 580141"/>
                        <a:gd name="connsiteY7-1132" fmla="*/ 481883 h 1640259"/>
                        <a:gd name="connsiteX8-1133" fmla="*/ 498587 w 580141"/>
                        <a:gd name="connsiteY8-1134" fmla="*/ 638313 h 1640259"/>
                        <a:gd name="connsiteX9-1135" fmla="*/ 372197 w 580141"/>
                        <a:gd name="connsiteY9-1136" fmla="*/ 546723 h 1640259"/>
                        <a:gd name="connsiteX10-1137" fmla="*/ 498617 w 580141"/>
                        <a:gd name="connsiteY10-1138" fmla="*/ 658378 h 1640259"/>
                        <a:gd name="connsiteX11-1139" fmla="*/ 508896 w 580141"/>
                        <a:gd name="connsiteY11-1140" fmla="*/ 846271 h 1640259"/>
                        <a:gd name="connsiteX12-1141" fmla="*/ 270832 w 580141"/>
                        <a:gd name="connsiteY12-1142" fmla="*/ 673942 h 1640259"/>
                        <a:gd name="connsiteX13-1143" fmla="*/ 501344 w 580141"/>
                        <a:gd name="connsiteY13-1144" fmla="*/ 870712 h 1640259"/>
                        <a:gd name="connsiteX14-1145" fmla="*/ 484201 w 580141"/>
                        <a:gd name="connsiteY14-1146" fmla="*/ 1018658 h 1640259"/>
                        <a:gd name="connsiteX15-1147" fmla="*/ 184579 w 580141"/>
                        <a:gd name="connsiteY15-1148" fmla="*/ 796670 h 1640259"/>
                        <a:gd name="connsiteX16-1149" fmla="*/ 479002 w 580141"/>
                        <a:gd name="connsiteY16-1150" fmla="*/ 1055860 h 1640259"/>
                        <a:gd name="connsiteX17-1151" fmla="*/ 474625 w 580141"/>
                        <a:gd name="connsiteY17-1152" fmla="*/ 1200922 h 1640259"/>
                        <a:gd name="connsiteX18-1153" fmla="*/ 119129 w 580141"/>
                        <a:gd name="connsiteY18-1154" fmla="*/ 944197 h 1640259"/>
                        <a:gd name="connsiteX19-1155" fmla="*/ 467006 w 580141"/>
                        <a:gd name="connsiteY19-1156" fmla="*/ 1229607 h 1640259"/>
                        <a:gd name="connsiteX20-1157" fmla="*/ 480083 w 580141"/>
                        <a:gd name="connsiteY20-1158" fmla="*/ 1384563 h 1640259"/>
                        <a:gd name="connsiteX21-1159" fmla="*/ 184579 w 580141"/>
                        <a:gd name="connsiteY21-1160" fmla="*/ 1187390 h 1640259"/>
                        <a:gd name="connsiteX22-1161" fmla="*/ 480050 w 580141"/>
                        <a:gd name="connsiteY22-1162" fmla="*/ 1411796 h 1640259"/>
                        <a:gd name="connsiteX23-1163" fmla="*/ 552481 w 580141"/>
                        <a:gd name="connsiteY23-1164" fmla="*/ 1640067 h 1640259"/>
                        <a:gd name="connsiteX24-1165" fmla="*/ 103908 w 580141"/>
                        <a:gd name="connsiteY24-1166" fmla="*/ 1412002 h 1640259"/>
                        <a:gd name="connsiteX25-1167" fmla="*/ 550099 w 580141"/>
                        <a:gd name="connsiteY25-1168" fmla="*/ 54739 h 1640259"/>
                        <a:gd name="connsiteX0-1169" fmla="*/ 550099 w 580141"/>
                        <a:gd name="connsiteY0-1170" fmla="*/ 54739 h 1640259"/>
                        <a:gd name="connsiteX1-1171" fmla="*/ 536842 w 580141"/>
                        <a:gd name="connsiteY1-1172" fmla="*/ 262901 h 1640259"/>
                        <a:gd name="connsiteX2-1173" fmla="*/ 550454 w 580141"/>
                        <a:gd name="connsiteY2-1174" fmla="*/ 290825 h 1640259"/>
                        <a:gd name="connsiteX3-1175" fmla="*/ 488816 w 580141"/>
                        <a:gd name="connsiteY3-1176" fmla="*/ 248282 h 1640259"/>
                        <a:gd name="connsiteX4-1177" fmla="*/ 532877 w 580141"/>
                        <a:gd name="connsiteY4-1178" fmla="*/ 296148 h 1640259"/>
                        <a:gd name="connsiteX5-1179" fmla="*/ 528440 w 580141"/>
                        <a:gd name="connsiteY5-1180" fmla="*/ 449834 h 1640259"/>
                        <a:gd name="connsiteX6-1181" fmla="*/ 440807 w 580141"/>
                        <a:gd name="connsiteY6-1182" fmla="*/ 401948 h 1640259"/>
                        <a:gd name="connsiteX7-1183" fmla="*/ 518260 w 580141"/>
                        <a:gd name="connsiteY7-1184" fmla="*/ 474167 h 1640259"/>
                        <a:gd name="connsiteX8-1185" fmla="*/ 498587 w 580141"/>
                        <a:gd name="connsiteY8-1186" fmla="*/ 638313 h 1640259"/>
                        <a:gd name="connsiteX9-1187" fmla="*/ 372197 w 580141"/>
                        <a:gd name="connsiteY9-1188" fmla="*/ 546723 h 1640259"/>
                        <a:gd name="connsiteX10-1189" fmla="*/ 498617 w 580141"/>
                        <a:gd name="connsiteY10-1190" fmla="*/ 658378 h 1640259"/>
                        <a:gd name="connsiteX11-1191" fmla="*/ 508896 w 580141"/>
                        <a:gd name="connsiteY11-1192" fmla="*/ 846271 h 1640259"/>
                        <a:gd name="connsiteX12-1193" fmla="*/ 270832 w 580141"/>
                        <a:gd name="connsiteY12-1194" fmla="*/ 673942 h 1640259"/>
                        <a:gd name="connsiteX13-1195" fmla="*/ 501344 w 580141"/>
                        <a:gd name="connsiteY13-1196" fmla="*/ 870712 h 1640259"/>
                        <a:gd name="connsiteX14-1197" fmla="*/ 484201 w 580141"/>
                        <a:gd name="connsiteY14-1198" fmla="*/ 1018658 h 1640259"/>
                        <a:gd name="connsiteX15-1199" fmla="*/ 184579 w 580141"/>
                        <a:gd name="connsiteY15-1200" fmla="*/ 796670 h 1640259"/>
                        <a:gd name="connsiteX16-1201" fmla="*/ 479002 w 580141"/>
                        <a:gd name="connsiteY16-1202" fmla="*/ 1055860 h 1640259"/>
                        <a:gd name="connsiteX17-1203" fmla="*/ 474625 w 580141"/>
                        <a:gd name="connsiteY17-1204" fmla="*/ 1200922 h 1640259"/>
                        <a:gd name="connsiteX18-1205" fmla="*/ 119129 w 580141"/>
                        <a:gd name="connsiteY18-1206" fmla="*/ 944197 h 1640259"/>
                        <a:gd name="connsiteX19-1207" fmla="*/ 467006 w 580141"/>
                        <a:gd name="connsiteY19-1208" fmla="*/ 1229607 h 1640259"/>
                        <a:gd name="connsiteX20-1209" fmla="*/ 480083 w 580141"/>
                        <a:gd name="connsiteY20-1210" fmla="*/ 1384563 h 1640259"/>
                        <a:gd name="connsiteX21-1211" fmla="*/ 184579 w 580141"/>
                        <a:gd name="connsiteY21-1212" fmla="*/ 1187390 h 1640259"/>
                        <a:gd name="connsiteX22-1213" fmla="*/ 480050 w 580141"/>
                        <a:gd name="connsiteY22-1214" fmla="*/ 1411796 h 1640259"/>
                        <a:gd name="connsiteX23-1215" fmla="*/ 552481 w 580141"/>
                        <a:gd name="connsiteY23-1216" fmla="*/ 1640067 h 1640259"/>
                        <a:gd name="connsiteX24-1217" fmla="*/ 103908 w 580141"/>
                        <a:gd name="connsiteY24-1218" fmla="*/ 1412002 h 1640259"/>
                        <a:gd name="connsiteX25-1219" fmla="*/ 550099 w 580141"/>
                        <a:gd name="connsiteY25-1220" fmla="*/ 54739 h 1640259"/>
                        <a:gd name="connsiteX0-1221" fmla="*/ 550099 w 580141"/>
                        <a:gd name="connsiteY0-1222" fmla="*/ 54739 h 1640259"/>
                        <a:gd name="connsiteX1-1223" fmla="*/ 536842 w 580141"/>
                        <a:gd name="connsiteY1-1224" fmla="*/ 262901 h 1640259"/>
                        <a:gd name="connsiteX2-1225" fmla="*/ 550454 w 580141"/>
                        <a:gd name="connsiteY2-1226" fmla="*/ 290825 h 1640259"/>
                        <a:gd name="connsiteX3-1227" fmla="*/ 488816 w 580141"/>
                        <a:gd name="connsiteY3-1228" fmla="*/ 248282 h 1640259"/>
                        <a:gd name="connsiteX4-1229" fmla="*/ 532877 w 580141"/>
                        <a:gd name="connsiteY4-1230" fmla="*/ 296148 h 1640259"/>
                        <a:gd name="connsiteX5-1231" fmla="*/ 528440 w 580141"/>
                        <a:gd name="connsiteY5-1232" fmla="*/ 449834 h 1640259"/>
                        <a:gd name="connsiteX6-1233" fmla="*/ 440807 w 580141"/>
                        <a:gd name="connsiteY6-1234" fmla="*/ 401948 h 1640259"/>
                        <a:gd name="connsiteX7-1235" fmla="*/ 518260 w 580141"/>
                        <a:gd name="connsiteY7-1236" fmla="*/ 474167 h 1640259"/>
                        <a:gd name="connsiteX8-1237" fmla="*/ 498587 w 580141"/>
                        <a:gd name="connsiteY8-1238" fmla="*/ 638313 h 1640259"/>
                        <a:gd name="connsiteX9-1239" fmla="*/ 372197 w 580141"/>
                        <a:gd name="connsiteY9-1240" fmla="*/ 546723 h 1640259"/>
                        <a:gd name="connsiteX10-1241" fmla="*/ 498617 w 580141"/>
                        <a:gd name="connsiteY10-1242" fmla="*/ 658378 h 1640259"/>
                        <a:gd name="connsiteX11-1243" fmla="*/ 484050 w 580141"/>
                        <a:gd name="connsiteY11-1244" fmla="*/ 820768 h 1640259"/>
                        <a:gd name="connsiteX12-1245" fmla="*/ 270832 w 580141"/>
                        <a:gd name="connsiteY12-1246" fmla="*/ 673942 h 1640259"/>
                        <a:gd name="connsiteX13-1247" fmla="*/ 501344 w 580141"/>
                        <a:gd name="connsiteY13-1248" fmla="*/ 870712 h 1640259"/>
                        <a:gd name="connsiteX14-1249" fmla="*/ 484201 w 580141"/>
                        <a:gd name="connsiteY14-1250" fmla="*/ 1018658 h 1640259"/>
                        <a:gd name="connsiteX15-1251" fmla="*/ 184579 w 580141"/>
                        <a:gd name="connsiteY15-1252" fmla="*/ 796670 h 1640259"/>
                        <a:gd name="connsiteX16-1253" fmla="*/ 479002 w 580141"/>
                        <a:gd name="connsiteY16-1254" fmla="*/ 1055860 h 1640259"/>
                        <a:gd name="connsiteX17-1255" fmla="*/ 474625 w 580141"/>
                        <a:gd name="connsiteY17-1256" fmla="*/ 1200922 h 1640259"/>
                        <a:gd name="connsiteX18-1257" fmla="*/ 119129 w 580141"/>
                        <a:gd name="connsiteY18-1258" fmla="*/ 944197 h 1640259"/>
                        <a:gd name="connsiteX19-1259" fmla="*/ 467006 w 580141"/>
                        <a:gd name="connsiteY19-1260" fmla="*/ 1229607 h 1640259"/>
                        <a:gd name="connsiteX20-1261" fmla="*/ 480083 w 580141"/>
                        <a:gd name="connsiteY20-1262" fmla="*/ 1384563 h 1640259"/>
                        <a:gd name="connsiteX21-1263" fmla="*/ 184579 w 580141"/>
                        <a:gd name="connsiteY21-1264" fmla="*/ 1187390 h 1640259"/>
                        <a:gd name="connsiteX22-1265" fmla="*/ 480050 w 580141"/>
                        <a:gd name="connsiteY22-1266" fmla="*/ 1411796 h 1640259"/>
                        <a:gd name="connsiteX23-1267" fmla="*/ 552481 w 580141"/>
                        <a:gd name="connsiteY23-1268" fmla="*/ 1640067 h 1640259"/>
                        <a:gd name="connsiteX24-1269" fmla="*/ 103908 w 580141"/>
                        <a:gd name="connsiteY24-1270" fmla="*/ 1412002 h 1640259"/>
                        <a:gd name="connsiteX25-1271" fmla="*/ 550099 w 580141"/>
                        <a:gd name="connsiteY25-1272" fmla="*/ 54739 h 1640259"/>
                        <a:gd name="connsiteX0-1273" fmla="*/ 550099 w 580141"/>
                        <a:gd name="connsiteY0-1274" fmla="*/ 54739 h 1640259"/>
                        <a:gd name="connsiteX1-1275" fmla="*/ 536842 w 580141"/>
                        <a:gd name="connsiteY1-1276" fmla="*/ 262901 h 1640259"/>
                        <a:gd name="connsiteX2-1277" fmla="*/ 550454 w 580141"/>
                        <a:gd name="connsiteY2-1278" fmla="*/ 290825 h 1640259"/>
                        <a:gd name="connsiteX3-1279" fmla="*/ 488816 w 580141"/>
                        <a:gd name="connsiteY3-1280" fmla="*/ 248282 h 1640259"/>
                        <a:gd name="connsiteX4-1281" fmla="*/ 532877 w 580141"/>
                        <a:gd name="connsiteY4-1282" fmla="*/ 296148 h 1640259"/>
                        <a:gd name="connsiteX5-1283" fmla="*/ 528440 w 580141"/>
                        <a:gd name="connsiteY5-1284" fmla="*/ 449834 h 1640259"/>
                        <a:gd name="connsiteX6-1285" fmla="*/ 440807 w 580141"/>
                        <a:gd name="connsiteY6-1286" fmla="*/ 401948 h 1640259"/>
                        <a:gd name="connsiteX7-1287" fmla="*/ 518260 w 580141"/>
                        <a:gd name="connsiteY7-1288" fmla="*/ 474167 h 1640259"/>
                        <a:gd name="connsiteX8-1289" fmla="*/ 498587 w 580141"/>
                        <a:gd name="connsiteY8-1290" fmla="*/ 638313 h 1640259"/>
                        <a:gd name="connsiteX9-1291" fmla="*/ 372197 w 580141"/>
                        <a:gd name="connsiteY9-1292" fmla="*/ 546723 h 1640259"/>
                        <a:gd name="connsiteX10-1293" fmla="*/ 498617 w 580141"/>
                        <a:gd name="connsiteY10-1294" fmla="*/ 658378 h 1640259"/>
                        <a:gd name="connsiteX11-1295" fmla="*/ 484050 w 580141"/>
                        <a:gd name="connsiteY11-1296" fmla="*/ 820768 h 1640259"/>
                        <a:gd name="connsiteX12-1297" fmla="*/ 270832 w 580141"/>
                        <a:gd name="connsiteY12-1298" fmla="*/ 673942 h 1640259"/>
                        <a:gd name="connsiteX13-1299" fmla="*/ 478917 w 580141"/>
                        <a:gd name="connsiteY13-1300" fmla="*/ 852794 h 1640259"/>
                        <a:gd name="connsiteX14-1301" fmla="*/ 484201 w 580141"/>
                        <a:gd name="connsiteY14-1302" fmla="*/ 1018658 h 1640259"/>
                        <a:gd name="connsiteX15-1303" fmla="*/ 184579 w 580141"/>
                        <a:gd name="connsiteY15-1304" fmla="*/ 796670 h 1640259"/>
                        <a:gd name="connsiteX16-1305" fmla="*/ 479002 w 580141"/>
                        <a:gd name="connsiteY16-1306" fmla="*/ 1055860 h 1640259"/>
                        <a:gd name="connsiteX17-1307" fmla="*/ 474625 w 580141"/>
                        <a:gd name="connsiteY17-1308" fmla="*/ 1200922 h 1640259"/>
                        <a:gd name="connsiteX18-1309" fmla="*/ 119129 w 580141"/>
                        <a:gd name="connsiteY18-1310" fmla="*/ 944197 h 1640259"/>
                        <a:gd name="connsiteX19-1311" fmla="*/ 467006 w 580141"/>
                        <a:gd name="connsiteY19-1312" fmla="*/ 1229607 h 1640259"/>
                        <a:gd name="connsiteX20-1313" fmla="*/ 480083 w 580141"/>
                        <a:gd name="connsiteY20-1314" fmla="*/ 1384563 h 1640259"/>
                        <a:gd name="connsiteX21-1315" fmla="*/ 184579 w 580141"/>
                        <a:gd name="connsiteY21-1316" fmla="*/ 1187390 h 1640259"/>
                        <a:gd name="connsiteX22-1317" fmla="*/ 480050 w 580141"/>
                        <a:gd name="connsiteY22-1318" fmla="*/ 1411796 h 1640259"/>
                        <a:gd name="connsiteX23-1319" fmla="*/ 552481 w 580141"/>
                        <a:gd name="connsiteY23-1320" fmla="*/ 1640067 h 1640259"/>
                        <a:gd name="connsiteX24-1321" fmla="*/ 103908 w 580141"/>
                        <a:gd name="connsiteY24-1322" fmla="*/ 1412002 h 1640259"/>
                        <a:gd name="connsiteX25-1323" fmla="*/ 550099 w 580141"/>
                        <a:gd name="connsiteY25-1324" fmla="*/ 54739 h 1640259"/>
                        <a:gd name="connsiteX0-1325" fmla="*/ 550099 w 580141"/>
                        <a:gd name="connsiteY0-1326" fmla="*/ 54739 h 1640259"/>
                        <a:gd name="connsiteX1-1327" fmla="*/ 536842 w 580141"/>
                        <a:gd name="connsiteY1-1328" fmla="*/ 262901 h 1640259"/>
                        <a:gd name="connsiteX2-1329" fmla="*/ 550454 w 580141"/>
                        <a:gd name="connsiteY2-1330" fmla="*/ 290825 h 1640259"/>
                        <a:gd name="connsiteX3-1331" fmla="*/ 488816 w 580141"/>
                        <a:gd name="connsiteY3-1332" fmla="*/ 248282 h 1640259"/>
                        <a:gd name="connsiteX4-1333" fmla="*/ 532877 w 580141"/>
                        <a:gd name="connsiteY4-1334" fmla="*/ 296148 h 1640259"/>
                        <a:gd name="connsiteX5-1335" fmla="*/ 528440 w 580141"/>
                        <a:gd name="connsiteY5-1336" fmla="*/ 449834 h 1640259"/>
                        <a:gd name="connsiteX6-1337" fmla="*/ 440807 w 580141"/>
                        <a:gd name="connsiteY6-1338" fmla="*/ 401948 h 1640259"/>
                        <a:gd name="connsiteX7-1339" fmla="*/ 518260 w 580141"/>
                        <a:gd name="connsiteY7-1340" fmla="*/ 474167 h 1640259"/>
                        <a:gd name="connsiteX8-1341" fmla="*/ 498587 w 580141"/>
                        <a:gd name="connsiteY8-1342" fmla="*/ 638313 h 1640259"/>
                        <a:gd name="connsiteX9-1343" fmla="*/ 372197 w 580141"/>
                        <a:gd name="connsiteY9-1344" fmla="*/ 546723 h 1640259"/>
                        <a:gd name="connsiteX10-1345" fmla="*/ 498617 w 580141"/>
                        <a:gd name="connsiteY10-1346" fmla="*/ 658378 h 1640259"/>
                        <a:gd name="connsiteX11-1347" fmla="*/ 484050 w 580141"/>
                        <a:gd name="connsiteY11-1348" fmla="*/ 820768 h 1640259"/>
                        <a:gd name="connsiteX12-1349" fmla="*/ 270832 w 580141"/>
                        <a:gd name="connsiteY12-1350" fmla="*/ 673942 h 1640259"/>
                        <a:gd name="connsiteX13-1351" fmla="*/ 478917 w 580141"/>
                        <a:gd name="connsiteY13-1352" fmla="*/ 852794 h 1640259"/>
                        <a:gd name="connsiteX14-1353" fmla="*/ 484201 w 580141"/>
                        <a:gd name="connsiteY14-1354" fmla="*/ 1018658 h 1640259"/>
                        <a:gd name="connsiteX15-1355" fmla="*/ 184579 w 580141"/>
                        <a:gd name="connsiteY15-1356" fmla="*/ 796670 h 1640259"/>
                        <a:gd name="connsiteX16-1357" fmla="*/ 479002 w 580141"/>
                        <a:gd name="connsiteY16-1358" fmla="*/ 1055860 h 1640259"/>
                        <a:gd name="connsiteX17-1359" fmla="*/ 459783 w 580141"/>
                        <a:gd name="connsiteY17-1360" fmla="*/ 1180585 h 1640259"/>
                        <a:gd name="connsiteX18-1361" fmla="*/ 119129 w 580141"/>
                        <a:gd name="connsiteY18-1362" fmla="*/ 944197 h 1640259"/>
                        <a:gd name="connsiteX19-1363" fmla="*/ 467006 w 580141"/>
                        <a:gd name="connsiteY19-1364" fmla="*/ 1229607 h 1640259"/>
                        <a:gd name="connsiteX20-1365" fmla="*/ 480083 w 580141"/>
                        <a:gd name="connsiteY20-1366" fmla="*/ 1384563 h 1640259"/>
                        <a:gd name="connsiteX21-1367" fmla="*/ 184579 w 580141"/>
                        <a:gd name="connsiteY21-1368" fmla="*/ 1187390 h 1640259"/>
                        <a:gd name="connsiteX22-1369" fmla="*/ 480050 w 580141"/>
                        <a:gd name="connsiteY22-1370" fmla="*/ 1411796 h 1640259"/>
                        <a:gd name="connsiteX23-1371" fmla="*/ 552481 w 580141"/>
                        <a:gd name="connsiteY23-1372" fmla="*/ 1640067 h 1640259"/>
                        <a:gd name="connsiteX24-1373" fmla="*/ 103908 w 580141"/>
                        <a:gd name="connsiteY24-1374" fmla="*/ 1412002 h 1640259"/>
                        <a:gd name="connsiteX25-1375" fmla="*/ 550099 w 580141"/>
                        <a:gd name="connsiteY25-1376" fmla="*/ 54739 h 1640259"/>
                        <a:gd name="connsiteX0-1377" fmla="*/ 550099 w 580141"/>
                        <a:gd name="connsiteY0-1378" fmla="*/ 54739 h 1640259"/>
                        <a:gd name="connsiteX1-1379" fmla="*/ 536842 w 580141"/>
                        <a:gd name="connsiteY1-1380" fmla="*/ 262901 h 1640259"/>
                        <a:gd name="connsiteX2-1381" fmla="*/ 550454 w 580141"/>
                        <a:gd name="connsiteY2-1382" fmla="*/ 290825 h 1640259"/>
                        <a:gd name="connsiteX3-1383" fmla="*/ 488816 w 580141"/>
                        <a:gd name="connsiteY3-1384" fmla="*/ 248282 h 1640259"/>
                        <a:gd name="connsiteX4-1385" fmla="*/ 532877 w 580141"/>
                        <a:gd name="connsiteY4-1386" fmla="*/ 296148 h 1640259"/>
                        <a:gd name="connsiteX5-1387" fmla="*/ 528440 w 580141"/>
                        <a:gd name="connsiteY5-1388" fmla="*/ 449834 h 1640259"/>
                        <a:gd name="connsiteX6-1389" fmla="*/ 440807 w 580141"/>
                        <a:gd name="connsiteY6-1390" fmla="*/ 401948 h 1640259"/>
                        <a:gd name="connsiteX7-1391" fmla="*/ 518260 w 580141"/>
                        <a:gd name="connsiteY7-1392" fmla="*/ 474167 h 1640259"/>
                        <a:gd name="connsiteX8-1393" fmla="*/ 498587 w 580141"/>
                        <a:gd name="connsiteY8-1394" fmla="*/ 638313 h 1640259"/>
                        <a:gd name="connsiteX9-1395" fmla="*/ 372197 w 580141"/>
                        <a:gd name="connsiteY9-1396" fmla="*/ 546723 h 1640259"/>
                        <a:gd name="connsiteX10-1397" fmla="*/ 498617 w 580141"/>
                        <a:gd name="connsiteY10-1398" fmla="*/ 658378 h 1640259"/>
                        <a:gd name="connsiteX11-1399" fmla="*/ 484050 w 580141"/>
                        <a:gd name="connsiteY11-1400" fmla="*/ 820768 h 1640259"/>
                        <a:gd name="connsiteX12-1401" fmla="*/ 270832 w 580141"/>
                        <a:gd name="connsiteY12-1402" fmla="*/ 673942 h 1640259"/>
                        <a:gd name="connsiteX13-1403" fmla="*/ 478917 w 580141"/>
                        <a:gd name="connsiteY13-1404" fmla="*/ 852794 h 1640259"/>
                        <a:gd name="connsiteX14-1405" fmla="*/ 484201 w 580141"/>
                        <a:gd name="connsiteY14-1406" fmla="*/ 1018658 h 1640259"/>
                        <a:gd name="connsiteX15-1407" fmla="*/ 184579 w 580141"/>
                        <a:gd name="connsiteY15-1408" fmla="*/ 796670 h 1640259"/>
                        <a:gd name="connsiteX16-1409" fmla="*/ 466579 w 580141"/>
                        <a:gd name="connsiteY16-1410" fmla="*/ 1043108 h 1640259"/>
                        <a:gd name="connsiteX17-1411" fmla="*/ 459783 w 580141"/>
                        <a:gd name="connsiteY17-1412" fmla="*/ 1180585 h 1640259"/>
                        <a:gd name="connsiteX18-1413" fmla="*/ 119129 w 580141"/>
                        <a:gd name="connsiteY18-1414" fmla="*/ 944197 h 1640259"/>
                        <a:gd name="connsiteX19-1415" fmla="*/ 467006 w 580141"/>
                        <a:gd name="connsiteY19-1416" fmla="*/ 1229607 h 1640259"/>
                        <a:gd name="connsiteX20-1417" fmla="*/ 480083 w 580141"/>
                        <a:gd name="connsiteY20-1418" fmla="*/ 1384563 h 1640259"/>
                        <a:gd name="connsiteX21-1419" fmla="*/ 184579 w 580141"/>
                        <a:gd name="connsiteY21-1420" fmla="*/ 1187390 h 1640259"/>
                        <a:gd name="connsiteX22-1421" fmla="*/ 480050 w 580141"/>
                        <a:gd name="connsiteY22-1422" fmla="*/ 1411796 h 1640259"/>
                        <a:gd name="connsiteX23-1423" fmla="*/ 552481 w 580141"/>
                        <a:gd name="connsiteY23-1424" fmla="*/ 1640067 h 1640259"/>
                        <a:gd name="connsiteX24-1425" fmla="*/ 103908 w 580141"/>
                        <a:gd name="connsiteY24-1426" fmla="*/ 1412002 h 1640259"/>
                        <a:gd name="connsiteX25-1427" fmla="*/ 550099 w 580141"/>
                        <a:gd name="connsiteY25-1428" fmla="*/ 54739 h 1640259"/>
                        <a:gd name="connsiteX0-1429" fmla="*/ 550099 w 580141"/>
                        <a:gd name="connsiteY0-1430" fmla="*/ 54739 h 1640259"/>
                        <a:gd name="connsiteX1-1431" fmla="*/ 536842 w 580141"/>
                        <a:gd name="connsiteY1-1432" fmla="*/ 262901 h 1640259"/>
                        <a:gd name="connsiteX2-1433" fmla="*/ 550454 w 580141"/>
                        <a:gd name="connsiteY2-1434" fmla="*/ 290825 h 1640259"/>
                        <a:gd name="connsiteX3-1435" fmla="*/ 488816 w 580141"/>
                        <a:gd name="connsiteY3-1436" fmla="*/ 248282 h 1640259"/>
                        <a:gd name="connsiteX4-1437" fmla="*/ 532877 w 580141"/>
                        <a:gd name="connsiteY4-1438" fmla="*/ 296148 h 1640259"/>
                        <a:gd name="connsiteX5-1439" fmla="*/ 528440 w 580141"/>
                        <a:gd name="connsiteY5-1440" fmla="*/ 449834 h 1640259"/>
                        <a:gd name="connsiteX6-1441" fmla="*/ 440807 w 580141"/>
                        <a:gd name="connsiteY6-1442" fmla="*/ 401948 h 1640259"/>
                        <a:gd name="connsiteX7-1443" fmla="*/ 518260 w 580141"/>
                        <a:gd name="connsiteY7-1444" fmla="*/ 474167 h 1640259"/>
                        <a:gd name="connsiteX8-1445" fmla="*/ 498587 w 580141"/>
                        <a:gd name="connsiteY8-1446" fmla="*/ 638313 h 1640259"/>
                        <a:gd name="connsiteX9-1447" fmla="*/ 372197 w 580141"/>
                        <a:gd name="connsiteY9-1448" fmla="*/ 546723 h 1640259"/>
                        <a:gd name="connsiteX10-1449" fmla="*/ 498617 w 580141"/>
                        <a:gd name="connsiteY10-1450" fmla="*/ 658378 h 1640259"/>
                        <a:gd name="connsiteX11-1451" fmla="*/ 484050 w 580141"/>
                        <a:gd name="connsiteY11-1452" fmla="*/ 820768 h 1640259"/>
                        <a:gd name="connsiteX12-1453" fmla="*/ 270832 w 580141"/>
                        <a:gd name="connsiteY12-1454" fmla="*/ 673942 h 1640259"/>
                        <a:gd name="connsiteX13-1455" fmla="*/ 478917 w 580141"/>
                        <a:gd name="connsiteY13-1456" fmla="*/ 852794 h 1640259"/>
                        <a:gd name="connsiteX14-1457" fmla="*/ 469294 w 580141"/>
                        <a:gd name="connsiteY14-1458" fmla="*/ 1003356 h 1640259"/>
                        <a:gd name="connsiteX15-1459" fmla="*/ 184579 w 580141"/>
                        <a:gd name="connsiteY15-1460" fmla="*/ 796670 h 1640259"/>
                        <a:gd name="connsiteX16-1461" fmla="*/ 466579 w 580141"/>
                        <a:gd name="connsiteY16-1462" fmla="*/ 1043108 h 1640259"/>
                        <a:gd name="connsiteX17-1463" fmla="*/ 459783 w 580141"/>
                        <a:gd name="connsiteY17-1464" fmla="*/ 1180585 h 1640259"/>
                        <a:gd name="connsiteX18-1465" fmla="*/ 119129 w 580141"/>
                        <a:gd name="connsiteY18-1466" fmla="*/ 944197 h 1640259"/>
                        <a:gd name="connsiteX19-1467" fmla="*/ 467006 w 580141"/>
                        <a:gd name="connsiteY19-1468" fmla="*/ 1229607 h 1640259"/>
                        <a:gd name="connsiteX20-1469" fmla="*/ 480083 w 580141"/>
                        <a:gd name="connsiteY20-1470" fmla="*/ 1384563 h 1640259"/>
                        <a:gd name="connsiteX21-1471" fmla="*/ 184579 w 580141"/>
                        <a:gd name="connsiteY21-1472" fmla="*/ 1187390 h 1640259"/>
                        <a:gd name="connsiteX22-1473" fmla="*/ 480050 w 580141"/>
                        <a:gd name="connsiteY22-1474" fmla="*/ 1411796 h 1640259"/>
                        <a:gd name="connsiteX23-1475" fmla="*/ 552481 w 580141"/>
                        <a:gd name="connsiteY23-1476" fmla="*/ 1640067 h 1640259"/>
                        <a:gd name="connsiteX24-1477" fmla="*/ 103908 w 580141"/>
                        <a:gd name="connsiteY24-1478" fmla="*/ 1412002 h 1640259"/>
                        <a:gd name="connsiteX25-1479" fmla="*/ 550099 w 580141"/>
                        <a:gd name="connsiteY25-1480" fmla="*/ 54739 h 1640259"/>
                        <a:gd name="connsiteX0-1481" fmla="*/ 550099 w 580141"/>
                        <a:gd name="connsiteY0-1482" fmla="*/ 54739 h 1640259"/>
                        <a:gd name="connsiteX1-1483" fmla="*/ 536842 w 580141"/>
                        <a:gd name="connsiteY1-1484" fmla="*/ 262901 h 1640259"/>
                        <a:gd name="connsiteX2-1485" fmla="*/ 550454 w 580141"/>
                        <a:gd name="connsiteY2-1486" fmla="*/ 290825 h 1640259"/>
                        <a:gd name="connsiteX3-1487" fmla="*/ 488816 w 580141"/>
                        <a:gd name="connsiteY3-1488" fmla="*/ 248282 h 1640259"/>
                        <a:gd name="connsiteX4-1489" fmla="*/ 532877 w 580141"/>
                        <a:gd name="connsiteY4-1490" fmla="*/ 296148 h 1640259"/>
                        <a:gd name="connsiteX5-1491" fmla="*/ 511048 w 580141"/>
                        <a:gd name="connsiteY5-1492" fmla="*/ 431982 h 1640259"/>
                        <a:gd name="connsiteX6-1493" fmla="*/ 440807 w 580141"/>
                        <a:gd name="connsiteY6-1494" fmla="*/ 401948 h 1640259"/>
                        <a:gd name="connsiteX7-1495" fmla="*/ 518260 w 580141"/>
                        <a:gd name="connsiteY7-1496" fmla="*/ 474167 h 1640259"/>
                        <a:gd name="connsiteX8-1497" fmla="*/ 498587 w 580141"/>
                        <a:gd name="connsiteY8-1498" fmla="*/ 638313 h 1640259"/>
                        <a:gd name="connsiteX9-1499" fmla="*/ 372197 w 580141"/>
                        <a:gd name="connsiteY9-1500" fmla="*/ 546723 h 1640259"/>
                        <a:gd name="connsiteX10-1501" fmla="*/ 498617 w 580141"/>
                        <a:gd name="connsiteY10-1502" fmla="*/ 658378 h 1640259"/>
                        <a:gd name="connsiteX11-1503" fmla="*/ 484050 w 580141"/>
                        <a:gd name="connsiteY11-1504" fmla="*/ 820768 h 1640259"/>
                        <a:gd name="connsiteX12-1505" fmla="*/ 270832 w 580141"/>
                        <a:gd name="connsiteY12-1506" fmla="*/ 673942 h 1640259"/>
                        <a:gd name="connsiteX13-1507" fmla="*/ 478917 w 580141"/>
                        <a:gd name="connsiteY13-1508" fmla="*/ 852794 h 1640259"/>
                        <a:gd name="connsiteX14-1509" fmla="*/ 469294 w 580141"/>
                        <a:gd name="connsiteY14-1510" fmla="*/ 1003356 h 1640259"/>
                        <a:gd name="connsiteX15-1511" fmla="*/ 184579 w 580141"/>
                        <a:gd name="connsiteY15-1512" fmla="*/ 796670 h 1640259"/>
                        <a:gd name="connsiteX16-1513" fmla="*/ 466579 w 580141"/>
                        <a:gd name="connsiteY16-1514" fmla="*/ 1043108 h 1640259"/>
                        <a:gd name="connsiteX17-1515" fmla="*/ 459783 w 580141"/>
                        <a:gd name="connsiteY17-1516" fmla="*/ 1180585 h 1640259"/>
                        <a:gd name="connsiteX18-1517" fmla="*/ 119129 w 580141"/>
                        <a:gd name="connsiteY18-1518" fmla="*/ 944197 h 1640259"/>
                        <a:gd name="connsiteX19-1519" fmla="*/ 467006 w 580141"/>
                        <a:gd name="connsiteY19-1520" fmla="*/ 1229607 h 1640259"/>
                        <a:gd name="connsiteX20-1521" fmla="*/ 480083 w 580141"/>
                        <a:gd name="connsiteY20-1522" fmla="*/ 1384563 h 1640259"/>
                        <a:gd name="connsiteX21-1523" fmla="*/ 184579 w 580141"/>
                        <a:gd name="connsiteY21-1524" fmla="*/ 1187390 h 1640259"/>
                        <a:gd name="connsiteX22-1525" fmla="*/ 480050 w 580141"/>
                        <a:gd name="connsiteY22-1526" fmla="*/ 1411796 h 1640259"/>
                        <a:gd name="connsiteX23-1527" fmla="*/ 552481 w 580141"/>
                        <a:gd name="connsiteY23-1528" fmla="*/ 1640067 h 1640259"/>
                        <a:gd name="connsiteX24-1529" fmla="*/ 103908 w 580141"/>
                        <a:gd name="connsiteY24-1530" fmla="*/ 1412002 h 1640259"/>
                        <a:gd name="connsiteX25-1531" fmla="*/ 550099 w 580141"/>
                        <a:gd name="connsiteY25-1532" fmla="*/ 54739 h 1640259"/>
                        <a:gd name="connsiteX0-1533" fmla="*/ 550099 w 582162"/>
                        <a:gd name="connsiteY0-1534" fmla="*/ 54028 h 1639548"/>
                        <a:gd name="connsiteX1-1535" fmla="*/ 536842 w 582162"/>
                        <a:gd name="connsiteY1-1536" fmla="*/ 262190 h 1639548"/>
                        <a:gd name="connsiteX2-1537" fmla="*/ 488816 w 582162"/>
                        <a:gd name="connsiteY2-1538" fmla="*/ 247571 h 1639548"/>
                        <a:gd name="connsiteX3-1539" fmla="*/ 532877 w 582162"/>
                        <a:gd name="connsiteY3-1540" fmla="*/ 295437 h 1639548"/>
                        <a:gd name="connsiteX4-1541" fmla="*/ 511048 w 582162"/>
                        <a:gd name="connsiteY4-1542" fmla="*/ 431271 h 1639548"/>
                        <a:gd name="connsiteX5-1543" fmla="*/ 440807 w 582162"/>
                        <a:gd name="connsiteY5-1544" fmla="*/ 401237 h 1639548"/>
                        <a:gd name="connsiteX6-1545" fmla="*/ 518260 w 582162"/>
                        <a:gd name="connsiteY6-1546" fmla="*/ 473456 h 1639548"/>
                        <a:gd name="connsiteX7-1547" fmla="*/ 498587 w 582162"/>
                        <a:gd name="connsiteY7-1548" fmla="*/ 637602 h 1639548"/>
                        <a:gd name="connsiteX8-1549" fmla="*/ 372197 w 582162"/>
                        <a:gd name="connsiteY8-1550" fmla="*/ 546012 h 1639548"/>
                        <a:gd name="connsiteX9-1551" fmla="*/ 498617 w 582162"/>
                        <a:gd name="connsiteY9-1552" fmla="*/ 657667 h 1639548"/>
                        <a:gd name="connsiteX10-1553" fmla="*/ 484050 w 582162"/>
                        <a:gd name="connsiteY10-1554" fmla="*/ 820057 h 1639548"/>
                        <a:gd name="connsiteX11-1555" fmla="*/ 270832 w 582162"/>
                        <a:gd name="connsiteY11-1556" fmla="*/ 673231 h 1639548"/>
                        <a:gd name="connsiteX12-1557" fmla="*/ 478917 w 582162"/>
                        <a:gd name="connsiteY12-1558" fmla="*/ 852083 h 1639548"/>
                        <a:gd name="connsiteX13-1559" fmla="*/ 469294 w 582162"/>
                        <a:gd name="connsiteY13-1560" fmla="*/ 1002645 h 1639548"/>
                        <a:gd name="connsiteX14-1561" fmla="*/ 184579 w 582162"/>
                        <a:gd name="connsiteY14-1562" fmla="*/ 795959 h 1639548"/>
                        <a:gd name="connsiteX15-1563" fmla="*/ 466579 w 582162"/>
                        <a:gd name="connsiteY15-1564" fmla="*/ 1042397 h 1639548"/>
                        <a:gd name="connsiteX16-1565" fmla="*/ 459783 w 582162"/>
                        <a:gd name="connsiteY16-1566" fmla="*/ 1179874 h 1639548"/>
                        <a:gd name="connsiteX17-1567" fmla="*/ 119129 w 582162"/>
                        <a:gd name="connsiteY17-1568" fmla="*/ 943486 h 1639548"/>
                        <a:gd name="connsiteX18-1569" fmla="*/ 467006 w 582162"/>
                        <a:gd name="connsiteY18-1570" fmla="*/ 1228896 h 1639548"/>
                        <a:gd name="connsiteX19-1571" fmla="*/ 480083 w 582162"/>
                        <a:gd name="connsiteY19-1572" fmla="*/ 1383852 h 1639548"/>
                        <a:gd name="connsiteX20-1573" fmla="*/ 184579 w 582162"/>
                        <a:gd name="connsiteY20-1574" fmla="*/ 1186679 h 1639548"/>
                        <a:gd name="connsiteX21-1575" fmla="*/ 480050 w 582162"/>
                        <a:gd name="connsiteY21-1576" fmla="*/ 1411085 h 1639548"/>
                        <a:gd name="connsiteX22-1577" fmla="*/ 552481 w 582162"/>
                        <a:gd name="connsiteY22-1578" fmla="*/ 1639356 h 1639548"/>
                        <a:gd name="connsiteX23-1579" fmla="*/ 103908 w 582162"/>
                        <a:gd name="connsiteY23-1580" fmla="*/ 1411291 h 1639548"/>
                        <a:gd name="connsiteX24-1581" fmla="*/ 550099 w 582162"/>
                        <a:gd name="connsiteY24-1582" fmla="*/ 54028 h 1639548"/>
                        <a:gd name="connsiteX0-1583" fmla="*/ 550099 w 582162"/>
                        <a:gd name="connsiteY0-1584" fmla="*/ 54028 h 1639548"/>
                        <a:gd name="connsiteX1-1585" fmla="*/ 536842 w 582162"/>
                        <a:gd name="connsiteY1-1586" fmla="*/ 262190 h 1639548"/>
                        <a:gd name="connsiteX2-1587" fmla="*/ 488816 w 582162"/>
                        <a:gd name="connsiteY2-1588" fmla="*/ 247571 h 1639548"/>
                        <a:gd name="connsiteX3-1589" fmla="*/ 532877 w 582162"/>
                        <a:gd name="connsiteY3-1590" fmla="*/ 295437 h 1639548"/>
                        <a:gd name="connsiteX4-1591" fmla="*/ 526021 w 582162"/>
                        <a:gd name="connsiteY4-1592" fmla="*/ 441538 h 1639548"/>
                        <a:gd name="connsiteX5-1593" fmla="*/ 440807 w 582162"/>
                        <a:gd name="connsiteY5-1594" fmla="*/ 401237 h 1639548"/>
                        <a:gd name="connsiteX6-1595" fmla="*/ 518260 w 582162"/>
                        <a:gd name="connsiteY6-1596" fmla="*/ 473456 h 1639548"/>
                        <a:gd name="connsiteX7-1597" fmla="*/ 498587 w 582162"/>
                        <a:gd name="connsiteY7-1598" fmla="*/ 637602 h 1639548"/>
                        <a:gd name="connsiteX8-1599" fmla="*/ 372197 w 582162"/>
                        <a:gd name="connsiteY8-1600" fmla="*/ 546012 h 1639548"/>
                        <a:gd name="connsiteX9-1601" fmla="*/ 498617 w 582162"/>
                        <a:gd name="connsiteY9-1602" fmla="*/ 657667 h 1639548"/>
                        <a:gd name="connsiteX10-1603" fmla="*/ 484050 w 582162"/>
                        <a:gd name="connsiteY10-1604" fmla="*/ 820057 h 1639548"/>
                        <a:gd name="connsiteX11-1605" fmla="*/ 270832 w 582162"/>
                        <a:gd name="connsiteY11-1606" fmla="*/ 673231 h 1639548"/>
                        <a:gd name="connsiteX12-1607" fmla="*/ 478917 w 582162"/>
                        <a:gd name="connsiteY12-1608" fmla="*/ 852083 h 1639548"/>
                        <a:gd name="connsiteX13-1609" fmla="*/ 469294 w 582162"/>
                        <a:gd name="connsiteY13-1610" fmla="*/ 1002645 h 1639548"/>
                        <a:gd name="connsiteX14-1611" fmla="*/ 184579 w 582162"/>
                        <a:gd name="connsiteY14-1612" fmla="*/ 795959 h 1639548"/>
                        <a:gd name="connsiteX15-1613" fmla="*/ 466579 w 582162"/>
                        <a:gd name="connsiteY15-1614" fmla="*/ 1042397 h 1639548"/>
                        <a:gd name="connsiteX16-1615" fmla="*/ 459783 w 582162"/>
                        <a:gd name="connsiteY16-1616" fmla="*/ 1179874 h 1639548"/>
                        <a:gd name="connsiteX17-1617" fmla="*/ 119129 w 582162"/>
                        <a:gd name="connsiteY17-1618" fmla="*/ 943486 h 1639548"/>
                        <a:gd name="connsiteX18-1619" fmla="*/ 467006 w 582162"/>
                        <a:gd name="connsiteY18-1620" fmla="*/ 1228896 h 1639548"/>
                        <a:gd name="connsiteX19-1621" fmla="*/ 480083 w 582162"/>
                        <a:gd name="connsiteY19-1622" fmla="*/ 1383852 h 1639548"/>
                        <a:gd name="connsiteX20-1623" fmla="*/ 184579 w 582162"/>
                        <a:gd name="connsiteY20-1624" fmla="*/ 1186679 h 1639548"/>
                        <a:gd name="connsiteX21-1625" fmla="*/ 480050 w 582162"/>
                        <a:gd name="connsiteY21-1626" fmla="*/ 1411085 h 1639548"/>
                        <a:gd name="connsiteX22-1627" fmla="*/ 552481 w 582162"/>
                        <a:gd name="connsiteY22-1628" fmla="*/ 1639356 h 1639548"/>
                        <a:gd name="connsiteX23-1629" fmla="*/ 103908 w 582162"/>
                        <a:gd name="connsiteY23-1630" fmla="*/ 1411291 h 1639548"/>
                        <a:gd name="connsiteX24-1631" fmla="*/ 550099 w 582162"/>
                        <a:gd name="connsiteY24-1632" fmla="*/ 54028 h 1639548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  <a:cxn ang="0">
                          <a:pos x="connsiteX9-19" y="connsiteY9-20"/>
                        </a:cxn>
                        <a:cxn ang="0">
                          <a:pos x="connsiteX10-21" y="connsiteY10-22"/>
                        </a:cxn>
                        <a:cxn ang="0">
                          <a:pos x="connsiteX11-23" y="connsiteY11-24"/>
                        </a:cxn>
                        <a:cxn ang="0">
                          <a:pos x="connsiteX12-25" y="connsiteY12-26"/>
                        </a:cxn>
                        <a:cxn ang="0">
                          <a:pos x="connsiteX13-27" y="connsiteY13-28"/>
                        </a:cxn>
                        <a:cxn ang="0">
                          <a:pos x="connsiteX14-29" y="connsiteY14-30"/>
                        </a:cxn>
                        <a:cxn ang="0">
                          <a:pos x="connsiteX15-31" y="connsiteY15-32"/>
                        </a:cxn>
                        <a:cxn ang="0">
                          <a:pos x="connsiteX16-33" y="connsiteY16-34"/>
                        </a:cxn>
                        <a:cxn ang="0">
                          <a:pos x="connsiteX17-35" y="connsiteY17-36"/>
                        </a:cxn>
                        <a:cxn ang="0">
                          <a:pos x="connsiteX18-37" y="connsiteY18-38"/>
                        </a:cxn>
                        <a:cxn ang="0">
                          <a:pos x="connsiteX19-39" y="connsiteY19-40"/>
                        </a:cxn>
                        <a:cxn ang="0">
                          <a:pos x="connsiteX20-41" y="connsiteY20-42"/>
                        </a:cxn>
                        <a:cxn ang="0">
                          <a:pos x="connsiteX21-43" y="connsiteY21-44"/>
                        </a:cxn>
                        <a:cxn ang="0">
                          <a:pos x="connsiteX22-45" y="connsiteY22-46"/>
                        </a:cxn>
                        <a:cxn ang="0">
                          <a:pos x="connsiteX23-47" y="connsiteY23-48"/>
                        </a:cxn>
                        <a:cxn ang="0">
                          <a:pos x="connsiteX24-49" y="connsiteY24-50"/>
                        </a:cxn>
                      </a:cxnLst>
                      <a:rect l="l" t="t" r="r" b="b"/>
                      <a:pathLst>
                        <a:path w="582162" h="1639548">
                          <a:moveTo>
                            <a:pt x="550099" y="54028"/>
                          </a:moveTo>
                          <a:cubicBezTo>
                            <a:pt x="624739" y="-134938"/>
                            <a:pt x="547056" y="229933"/>
                            <a:pt x="536842" y="262190"/>
                          </a:cubicBezTo>
                          <a:cubicBezTo>
                            <a:pt x="526628" y="294447"/>
                            <a:pt x="489477" y="242030"/>
                            <a:pt x="488816" y="247571"/>
                          </a:cubicBezTo>
                          <a:lnTo>
                            <a:pt x="532877" y="295437"/>
                          </a:lnTo>
                          <a:cubicBezTo>
                            <a:pt x="532967" y="355079"/>
                            <a:pt x="525931" y="381896"/>
                            <a:pt x="526021" y="441538"/>
                          </a:cubicBezTo>
                          <a:lnTo>
                            <a:pt x="440807" y="401237"/>
                          </a:lnTo>
                          <a:lnTo>
                            <a:pt x="518260" y="473456"/>
                          </a:lnTo>
                          <a:lnTo>
                            <a:pt x="498587" y="637602"/>
                          </a:lnTo>
                          <a:lnTo>
                            <a:pt x="372197" y="546012"/>
                          </a:lnTo>
                          <a:lnTo>
                            <a:pt x="498617" y="657667"/>
                          </a:lnTo>
                          <a:cubicBezTo>
                            <a:pt x="498709" y="718576"/>
                            <a:pt x="483958" y="759148"/>
                            <a:pt x="484050" y="820057"/>
                          </a:cubicBezTo>
                          <a:lnTo>
                            <a:pt x="270832" y="673231"/>
                          </a:lnTo>
                          <a:lnTo>
                            <a:pt x="478917" y="852083"/>
                          </a:lnTo>
                          <a:lnTo>
                            <a:pt x="469294" y="1002645"/>
                          </a:lnTo>
                          <a:lnTo>
                            <a:pt x="184579" y="795959"/>
                          </a:lnTo>
                          <a:lnTo>
                            <a:pt x="466579" y="1042397"/>
                          </a:lnTo>
                          <a:lnTo>
                            <a:pt x="459783" y="1179874"/>
                          </a:lnTo>
                          <a:lnTo>
                            <a:pt x="119129" y="943486"/>
                          </a:lnTo>
                          <a:lnTo>
                            <a:pt x="467006" y="1228896"/>
                          </a:lnTo>
                          <a:cubicBezTo>
                            <a:pt x="467092" y="1286367"/>
                            <a:pt x="479997" y="1326381"/>
                            <a:pt x="480083" y="1383852"/>
                          </a:cubicBezTo>
                          <a:lnTo>
                            <a:pt x="184579" y="1186679"/>
                          </a:lnTo>
                          <a:lnTo>
                            <a:pt x="480050" y="1411085"/>
                          </a:lnTo>
                          <a:cubicBezTo>
                            <a:pt x="480132" y="1465879"/>
                            <a:pt x="497607" y="1538525"/>
                            <a:pt x="552481" y="1639356"/>
                          </a:cubicBezTo>
                          <a:cubicBezTo>
                            <a:pt x="331520" y="1644295"/>
                            <a:pt x="189138" y="1553987"/>
                            <a:pt x="103908" y="1411291"/>
                          </a:cubicBezTo>
                          <a:cubicBezTo>
                            <a:pt x="-144138" y="987527"/>
                            <a:pt x="70524" y="647047"/>
                            <a:pt x="550099" y="54028"/>
                          </a:cubicBezTo>
                          <a:close/>
                        </a:path>
                      </a:pathLst>
                    </a:custGeom>
                    <a:solidFill>
                      <a:srgbClr val="77D34C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ko-KR" altLang="en-US"/>
                    </a:p>
                  </p:txBody>
                </p:sp>
              </p:grpSp>
            </p:grpSp>
            <p:sp>
              <p:nvSpPr>
                <p:cNvPr id="20" name="타원 4"/>
                <p:cNvSpPr/>
                <p:nvPr/>
              </p:nvSpPr>
              <p:spPr>
                <a:xfrm>
                  <a:off x="7557781" y="2499960"/>
                  <a:ext cx="617392" cy="617392"/>
                </a:xfrm>
                <a:prstGeom prst="ellipse">
                  <a:avLst/>
                </a:prstGeom>
                <a:solidFill>
                  <a:srgbClr val="77D3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/>
                </a:p>
              </p:txBody>
            </p:sp>
            <p:sp>
              <p:nvSpPr>
                <p:cNvPr id="15" name="Rectangle 21"/>
                <p:cNvSpPr/>
                <p:nvPr/>
              </p:nvSpPr>
              <p:spPr>
                <a:xfrm rot="15759340">
                  <a:off x="7438742" y="1955435"/>
                  <a:ext cx="617189" cy="34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938" h="2554996">
                      <a:moveTo>
                        <a:pt x="2315585" y="1351978"/>
                      </a:moveTo>
                      <a:lnTo>
                        <a:pt x="2315585" y="1608128"/>
                      </a:lnTo>
                      <a:cubicBezTo>
                        <a:pt x="2332000" y="1604085"/>
                        <a:pt x="2347685" y="1596777"/>
                        <a:pt x="2361832" y="1586519"/>
                      </a:cubicBezTo>
                      <a:cubicBezTo>
                        <a:pt x="2403345" y="1556419"/>
                        <a:pt x="2424829" y="1505846"/>
                        <a:pt x="2417675" y="1455070"/>
                      </a:cubicBezTo>
                      <a:cubicBezTo>
                        <a:pt x="2409025" y="1388817"/>
                        <a:pt x="2368208" y="1366470"/>
                        <a:pt x="2315585" y="1351978"/>
                      </a:cubicBezTo>
                      <a:close/>
                      <a:moveTo>
                        <a:pt x="3612086" y="989467"/>
                      </a:moveTo>
                      <a:cubicBezTo>
                        <a:pt x="3453010" y="989467"/>
                        <a:pt x="3324054" y="1118423"/>
                        <a:pt x="3324054" y="1277499"/>
                      </a:cubicBezTo>
                      <a:cubicBezTo>
                        <a:pt x="3324054" y="1436575"/>
                        <a:pt x="3453010" y="1565531"/>
                        <a:pt x="3612086" y="1565531"/>
                      </a:cubicBezTo>
                      <a:cubicBezTo>
                        <a:pt x="3771162" y="1565531"/>
                        <a:pt x="3900118" y="1436575"/>
                        <a:pt x="3900118" y="1277499"/>
                      </a:cubicBezTo>
                      <a:cubicBezTo>
                        <a:pt x="3900118" y="1118423"/>
                        <a:pt x="3771162" y="989467"/>
                        <a:pt x="3612086" y="989467"/>
                      </a:cubicBezTo>
                      <a:close/>
                      <a:moveTo>
                        <a:pt x="948854" y="989467"/>
                      </a:moveTo>
                      <a:cubicBezTo>
                        <a:pt x="789778" y="989467"/>
                        <a:pt x="660822" y="1118423"/>
                        <a:pt x="660822" y="1277499"/>
                      </a:cubicBezTo>
                      <a:cubicBezTo>
                        <a:pt x="660822" y="1436575"/>
                        <a:pt x="789778" y="1565531"/>
                        <a:pt x="948854" y="1565531"/>
                      </a:cubicBezTo>
                      <a:cubicBezTo>
                        <a:pt x="1107930" y="1565531"/>
                        <a:pt x="1236886" y="1436575"/>
                        <a:pt x="1236886" y="1277499"/>
                      </a:cubicBezTo>
                      <a:cubicBezTo>
                        <a:pt x="1236886" y="1118423"/>
                        <a:pt x="1107930" y="989467"/>
                        <a:pt x="948854" y="989467"/>
                      </a:cubicBezTo>
                      <a:close/>
                      <a:moveTo>
                        <a:pt x="2247651" y="946230"/>
                      </a:moveTo>
                      <a:cubicBezTo>
                        <a:pt x="2230469" y="950266"/>
                        <a:pt x="2214012" y="957763"/>
                        <a:pt x="2199233" y="968479"/>
                      </a:cubicBezTo>
                      <a:cubicBezTo>
                        <a:pt x="2157721" y="998579"/>
                        <a:pt x="2136236" y="1049152"/>
                        <a:pt x="2143390" y="1099928"/>
                      </a:cubicBezTo>
                      <a:cubicBezTo>
                        <a:pt x="2157154" y="1167662"/>
                        <a:pt x="2197550" y="1197656"/>
                        <a:pt x="2247651" y="1217102"/>
                      </a:cubicBezTo>
                      <a:close/>
                      <a:moveTo>
                        <a:pt x="2247651" y="785264"/>
                      </a:moveTo>
                      <a:lnTo>
                        <a:pt x="2315585" y="785264"/>
                      </a:lnTo>
                      <a:lnTo>
                        <a:pt x="2315585" y="832380"/>
                      </a:lnTo>
                      <a:cubicBezTo>
                        <a:pt x="2341411" y="835890"/>
                        <a:pt x="2366862" y="843587"/>
                        <a:pt x="2390991" y="855423"/>
                      </a:cubicBezTo>
                      <a:cubicBezTo>
                        <a:pt x="2474360" y="896319"/>
                        <a:pt x="2528313" y="979930"/>
                        <a:pt x="2531223" y="1072743"/>
                      </a:cubicBezTo>
                      <a:lnTo>
                        <a:pt x="2418963" y="1076264"/>
                      </a:lnTo>
                      <a:cubicBezTo>
                        <a:pt x="2417356" y="1025012"/>
                        <a:pt x="2387564" y="978842"/>
                        <a:pt x="2341528" y="956260"/>
                      </a:cubicBezTo>
                      <a:cubicBezTo>
                        <a:pt x="2333151" y="952151"/>
                        <a:pt x="2324486" y="948946"/>
                        <a:pt x="2315585" y="946938"/>
                      </a:cubicBezTo>
                      <a:lnTo>
                        <a:pt x="2315585" y="1239083"/>
                      </a:lnTo>
                      <a:cubicBezTo>
                        <a:pt x="2404308" y="1264638"/>
                        <a:pt x="2499083" y="1293869"/>
                        <a:pt x="2528899" y="1441205"/>
                      </a:cubicBezTo>
                      <a:cubicBezTo>
                        <a:pt x="2541347" y="1532528"/>
                        <a:pt x="2502457" y="1623287"/>
                        <a:pt x="2427762" y="1677447"/>
                      </a:cubicBezTo>
                      <a:cubicBezTo>
                        <a:pt x="2394006" y="1701923"/>
                        <a:pt x="2355419" y="1717125"/>
                        <a:pt x="2315585" y="1722661"/>
                      </a:cubicBezTo>
                      <a:lnTo>
                        <a:pt x="2315585" y="1769734"/>
                      </a:lnTo>
                      <a:lnTo>
                        <a:pt x="2247651" y="1769734"/>
                      </a:lnTo>
                      <a:lnTo>
                        <a:pt x="2247651" y="1722944"/>
                      </a:lnTo>
                      <a:cubicBezTo>
                        <a:pt x="2221084" y="1719537"/>
                        <a:pt x="2194881" y="1711743"/>
                        <a:pt x="2170074" y="1699575"/>
                      </a:cubicBezTo>
                      <a:cubicBezTo>
                        <a:pt x="2086705" y="1658679"/>
                        <a:pt x="2032752" y="1575069"/>
                        <a:pt x="2029842" y="1482255"/>
                      </a:cubicBezTo>
                      <a:lnTo>
                        <a:pt x="2142102" y="1478734"/>
                      </a:lnTo>
                      <a:cubicBezTo>
                        <a:pt x="2143709" y="1529986"/>
                        <a:pt x="2173501" y="1576156"/>
                        <a:pt x="2219537" y="1598738"/>
                      </a:cubicBezTo>
                      <a:cubicBezTo>
                        <a:pt x="2228602" y="1603184"/>
                        <a:pt x="2238004" y="1606573"/>
                        <a:pt x="2247651" y="1608616"/>
                      </a:cubicBezTo>
                      <a:lnTo>
                        <a:pt x="2247651" y="1335176"/>
                      </a:lnTo>
                      <a:cubicBezTo>
                        <a:pt x="2162261" y="1314127"/>
                        <a:pt x="2069489" y="1278142"/>
                        <a:pt x="2032173" y="1115597"/>
                      </a:cubicBezTo>
                      <a:cubicBezTo>
                        <a:pt x="2019217" y="1023646"/>
                        <a:pt x="2058125" y="932061"/>
                        <a:pt x="2133303" y="877552"/>
                      </a:cubicBezTo>
                      <a:cubicBezTo>
                        <a:pt x="2167670" y="852632"/>
                        <a:pt x="2207046" y="837325"/>
                        <a:pt x="2247651" y="832077"/>
                      </a:cubicBezTo>
                      <a:close/>
                      <a:moveTo>
                        <a:pt x="2280470" y="617534"/>
                      </a:moveTo>
                      <a:cubicBezTo>
                        <a:pt x="1915981" y="617534"/>
                        <a:pt x="1620504" y="913011"/>
                        <a:pt x="1620504" y="1277500"/>
                      </a:cubicBezTo>
                      <a:cubicBezTo>
                        <a:pt x="1620504" y="1641989"/>
                        <a:pt x="1915981" y="1937466"/>
                        <a:pt x="2280470" y="1937466"/>
                      </a:cubicBezTo>
                      <a:cubicBezTo>
                        <a:pt x="2644959" y="1937466"/>
                        <a:pt x="2940436" y="1641989"/>
                        <a:pt x="2940436" y="1277500"/>
                      </a:cubicBezTo>
                      <a:cubicBezTo>
                        <a:pt x="2940436" y="913011"/>
                        <a:pt x="2644959" y="617534"/>
                        <a:pt x="2280470" y="617534"/>
                      </a:cubicBezTo>
                      <a:close/>
                      <a:moveTo>
                        <a:pt x="284505" y="265281"/>
                      </a:moveTo>
                      <a:lnTo>
                        <a:pt x="4276434" y="265281"/>
                      </a:lnTo>
                      <a:lnTo>
                        <a:pt x="4276434" y="2289716"/>
                      </a:lnTo>
                      <a:lnTo>
                        <a:pt x="284505" y="2289716"/>
                      </a:lnTo>
                      <a:close/>
                      <a:moveTo>
                        <a:pt x="180344" y="148161"/>
                      </a:moveTo>
                      <a:lnTo>
                        <a:pt x="180344" y="2406836"/>
                      </a:lnTo>
                      <a:lnTo>
                        <a:pt x="4380595" y="2406836"/>
                      </a:lnTo>
                      <a:lnTo>
                        <a:pt x="4380595" y="148161"/>
                      </a:lnTo>
                      <a:close/>
                      <a:moveTo>
                        <a:pt x="0" y="0"/>
                      </a:moveTo>
                      <a:lnTo>
                        <a:pt x="4560938" y="0"/>
                      </a:lnTo>
                      <a:lnTo>
                        <a:pt x="4560938" y="2554996"/>
                      </a:lnTo>
                      <a:lnTo>
                        <a:pt x="0" y="2554996"/>
                      </a:lnTo>
                      <a:close/>
                    </a:path>
                  </a:pathLst>
                </a:custGeom>
                <a:solidFill>
                  <a:srgbClr val="77D3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 dirty="0"/>
                </a:p>
              </p:txBody>
            </p:sp>
            <p:sp>
              <p:nvSpPr>
                <p:cNvPr id="16" name="Rectangle 21"/>
                <p:cNvSpPr/>
                <p:nvPr/>
              </p:nvSpPr>
              <p:spPr>
                <a:xfrm rot="11980498">
                  <a:off x="6900650" y="2402545"/>
                  <a:ext cx="617189" cy="34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938" h="2554996">
                      <a:moveTo>
                        <a:pt x="2315585" y="1351978"/>
                      </a:moveTo>
                      <a:lnTo>
                        <a:pt x="2315585" y="1608128"/>
                      </a:lnTo>
                      <a:cubicBezTo>
                        <a:pt x="2332000" y="1604085"/>
                        <a:pt x="2347685" y="1596777"/>
                        <a:pt x="2361832" y="1586519"/>
                      </a:cubicBezTo>
                      <a:cubicBezTo>
                        <a:pt x="2403345" y="1556419"/>
                        <a:pt x="2424829" y="1505846"/>
                        <a:pt x="2417675" y="1455070"/>
                      </a:cubicBezTo>
                      <a:cubicBezTo>
                        <a:pt x="2409025" y="1388817"/>
                        <a:pt x="2368208" y="1366470"/>
                        <a:pt x="2315585" y="1351978"/>
                      </a:cubicBezTo>
                      <a:close/>
                      <a:moveTo>
                        <a:pt x="3612086" y="989467"/>
                      </a:moveTo>
                      <a:cubicBezTo>
                        <a:pt x="3453010" y="989467"/>
                        <a:pt x="3324054" y="1118423"/>
                        <a:pt x="3324054" y="1277499"/>
                      </a:cubicBezTo>
                      <a:cubicBezTo>
                        <a:pt x="3324054" y="1436575"/>
                        <a:pt x="3453010" y="1565531"/>
                        <a:pt x="3612086" y="1565531"/>
                      </a:cubicBezTo>
                      <a:cubicBezTo>
                        <a:pt x="3771162" y="1565531"/>
                        <a:pt x="3900118" y="1436575"/>
                        <a:pt x="3900118" y="1277499"/>
                      </a:cubicBezTo>
                      <a:cubicBezTo>
                        <a:pt x="3900118" y="1118423"/>
                        <a:pt x="3771162" y="989467"/>
                        <a:pt x="3612086" y="989467"/>
                      </a:cubicBezTo>
                      <a:close/>
                      <a:moveTo>
                        <a:pt x="948854" y="989467"/>
                      </a:moveTo>
                      <a:cubicBezTo>
                        <a:pt x="789778" y="989467"/>
                        <a:pt x="660822" y="1118423"/>
                        <a:pt x="660822" y="1277499"/>
                      </a:cubicBezTo>
                      <a:cubicBezTo>
                        <a:pt x="660822" y="1436575"/>
                        <a:pt x="789778" y="1565531"/>
                        <a:pt x="948854" y="1565531"/>
                      </a:cubicBezTo>
                      <a:cubicBezTo>
                        <a:pt x="1107930" y="1565531"/>
                        <a:pt x="1236886" y="1436575"/>
                        <a:pt x="1236886" y="1277499"/>
                      </a:cubicBezTo>
                      <a:cubicBezTo>
                        <a:pt x="1236886" y="1118423"/>
                        <a:pt x="1107930" y="989467"/>
                        <a:pt x="948854" y="989467"/>
                      </a:cubicBezTo>
                      <a:close/>
                      <a:moveTo>
                        <a:pt x="2247651" y="946230"/>
                      </a:moveTo>
                      <a:cubicBezTo>
                        <a:pt x="2230469" y="950266"/>
                        <a:pt x="2214012" y="957763"/>
                        <a:pt x="2199233" y="968479"/>
                      </a:cubicBezTo>
                      <a:cubicBezTo>
                        <a:pt x="2157721" y="998579"/>
                        <a:pt x="2136236" y="1049152"/>
                        <a:pt x="2143390" y="1099928"/>
                      </a:cubicBezTo>
                      <a:cubicBezTo>
                        <a:pt x="2157154" y="1167662"/>
                        <a:pt x="2197550" y="1197656"/>
                        <a:pt x="2247651" y="1217102"/>
                      </a:cubicBezTo>
                      <a:close/>
                      <a:moveTo>
                        <a:pt x="2247651" y="785264"/>
                      </a:moveTo>
                      <a:lnTo>
                        <a:pt x="2315585" y="785264"/>
                      </a:lnTo>
                      <a:lnTo>
                        <a:pt x="2315585" y="832380"/>
                      </a:lnTo>
                      <a:cubicBezTo>
                        <a:pt x="2341411" y="835890"/>
                        <a:pt x="2366862" y="843587"/>
                        <a:pt x="2390991" y="855423"/>
                      </a:cubicBezTo>
                      <a:cubicBezTo>
                        <a:pt x="2474360" y="896319"/>
                        <a:pt x="2528313" y="979930"/>
                        <a:pt x="2531223" y="1072743"/>
                      </a:cubicBezTo>
                      <a:lnTo>
                        <a:pt x="2418963" y="1076264"/>
                      </a:lnTo>
                      <a:cubicBezTo>
                        <a:pt x="2417356" y="1025012"/>
                        <a:pt x="2387564" y="978842"/>
                        <a:pt x="2341528" y="956260"/>
                      </a:cubicBezTo>
                      <a:cubicBezTo>
                        <a:pt x="2333151" y="952151"/>
                        <a:pt x="2324486" y="948946"/>
                        <a:pt x="2315585" y="946938"/>
                      </a:cubicBezTo>
                      <a:lnTo>
                        <a:pt x="2315585" y="1239083"/>
                      </a:lnTo>
                      <a:cubicBezTo>
                        <a:pt x="2404308" y="1264638"/>
                        <a:pt x="2499083" y="1293869"/>
                        <a:pt x="2528899" y="1441205"/>
                      </a:cubicBezTo>
                      <a:cubicBezTo>
                        <a:pt x="2541347" y="1532528"/>
                        <a:pt x="2502457" y="1623287"/>
                        <a:pt x="2427762" y="1677447"/>
                      </a:cubicBezTo>
                      <a:cubicBezTo>
                        <a:pt x="2394006" y="1701923"/>
                        <a:pt x="2355419" y="1717125"/>
                        <a:pt x="2315585" y="1722661"/>
                      </a:cubicBezTo>
                      <a:lnTo>
                        <a:pt x="2315585" y="1769734"/>
                      </a:lnTo>
                      <a:lnTo>
                        <a:pt x="2247651" y="1769734"/>
                      </a:lnTo>
                      <a:lnTo>
                        <a:pt x="2247651" y="1722944"/>
                      </a:lnTo>
                      <a:cubicBezTo>
                        <a:pt x="2221084" y="1719537"/>
                        <a:pt x="2194881" y="1711743"/>
                        <a:pt x="2170074" y="1699575"/>
                      </a:cubicBezTo>
                      <a:cubicBezTo>
                        <a:pt x="2086705" y="1658679"/>
                        <a:pt x="2032752" y="1575069"/>
                        <a:pt x="2029842" y="1482255"/>
                      </a:cubicBezTo>
                      <a:lnTo>
                        <a:pt x="2142102" y="1478734"/>
                      </a:lnTo>
                      <a:cubicBezTo>
                        <a:pt x="2143709" y="1529986"/>
                        <a:pt x="2173501" y="1576156"/>
                        <a:pt x="2219537" y="1598738"/>
                      </a:cubicBezTo>
                      <a:cubicBezTo>
                        <a:pt x="2228602" y="1603184"/>
                        <a:pt x="2238004" y="1606573"/>
                        <a:pt x="2247651" y="1608616"/>
                      </a:cubicBezTo>
                      <a:lnTo>
                        <a:pt x="2247651" y="1335176"/>
                      </a:lnTo>
                      <a:cubicBezTo>
                        <a:pt x="2162261" y="1314127"/>
                        <a:pt x="2069489" y="1278142"/>
                        <a:pt x="2032173" y="1115597"/>
                      </a:cubicBezTo>
                      <a:cubicBezTo>
                        <a:pt x="2019217" y="1023646"/>
                        <a:pt x="2058125" y="932061"/>
                        <a:pt x="2133303" y="877552"/>
                      </a:cubicBezTo>
                      <a:cubicBezTo>
                        <a:pt x="2167670" y="852632"/>
                        <a:pt x="2207046" y="837325"/>
                        <a:pt x="2247651" y="832077"/>
                      </a:cubicBezTo>
                      <a:close/>
                      <a:moveTo>
                        <a:pt x="2280470" y="617534"/>
                      </a:moveTo>
                      <a:cubicBezTo>
                        <a:pt x="1915981" y="617534"/>
                        <a:pt x="1620504" y="913011"/>
                        <a:pt x="1620504" y="1277500"/>
                      </a:cubicBezTo>
                      <a:cubicBezTo>
                        <a:pt x="1620504" y="1641989"/>
                        <a:pt x="1915981" y="1937466"/>
                        <a:pt x="2280470" y="1937466"/>
                      </a:cubicBezTo>
                      <a:cubicBezTo>
                        <a:pt x="2644959" y="1937466"/>
                        <a:pt x="2940436" y="1641989"/>
                        <a:pt x="2940436" y="1277500"/>
                      </a:cubicBezTo>
                      <a:cubicBezTo>
                        <a:pt x="2940436" y="913011"/>
                        <a:pt x="2644959" y="617534"/>
                        <a:pt x="2280470" y="617534"/>
                      </a:cubicBezTo>
                      <a:close/>
                      <a:moveTo>
                        <a:pt x="284505" y="265281"/>
                      </a:moveTo>
                      <a:lnTo>
                        <a:pt x="4276434" y="265281"/>
                      </a:lnTo>
                      <a:lnTo>
                        <a:pt x="4276434" y="2289716"/>
                      </a:lnTo>
                      <a:lnTo>
                        <a:pt x="284505" y="2289716"/>
                      </a:lnTo>
                      <a:close/>
                      <a:moveTo>
                        <a:pt x="180344" y="148161"/>
                      </a:moveTo>
                      <a:lnTo>
                        <a:pt x="180344" y="2406836"/>
                      </a:lnTo>
                      <a:lnTo>
                        <a:pt x="4380595" y="2406836"/>
                      </a:lnTo>
                      <a:lnTo>
                        <a:pt x="4380595" y="148161"/>
                      </a:lnTo>
                      <a:close/>
                      <a:moveTo>
                        <a:pt x="0" y="0"/>
                      </a:moveTo>
                      <a:lnTo>
                        <a:pt x="4560938" y="0"/>
                      </a:lnTo>
                      <a:lnTo>
                        <a:pt x="4560938" y="2554996"/>
                      </a:lnTo>
                      <a:lnTo>
                        <a:pt x="0" y="2554996"/>
                      </a:lnTo>
                      <a:close/>
                    </a:path>
                  </a:pathLst>
                </a:custGeom>
                <a:solidFill>
                  <a:srgbClr val="77D3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Rectangle 21"/>
                <p:cNvSpPr/>
                <p:nvPr/>
              </p:nvSpPr>
              <p:spPr>
                <a:xfrm rot="19265083">
                  <a:off x="7027522" y="3061057"/>
                  <a:ext cx="617189" cy="34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938" h="2554996">
                      <a:moveTo>
                        <a:pt x="2315585" y="1351978"/>
                      </a:moveTo>
                      <a:lnTo>
                        <a:pt x="2315585" y="1608128"/>
                      </a:lnTo>
                      <a:cubicBezTo>
                        <a:pt x="2332000" y="1604085"/>
                        <a:pt x="2347685" y="1596777"/>
                        <a:pt x="2361832" y="1586519"/>
                      </a:cubicBezTo>
                      <a:cubicBezTo>
                        <a:pt x="2403345" y="1556419"/>
                        <a:pt x="2424829" y="1505846"/>
                        <a:pt x="2417675" y="1455070"/>
                      </a:cubicBezTo>
                      <a:cubicBezTo>
                        <a:pt x="2409025" y="1388817"/>
                        <a:pt x="2368208" y="1366470"/>
                        <a:pt x="2315585" y="1351978"/>
                      </a:cubicBezTo>
                      <a:close/>
                      <a:moveTo>
                        <a:pt x="3612086" y="989467"/>
                      </a:moveTo>
                      <a:cubicBezTo>
                        <a:pt x="3453010" y="989467"/>
                        <a:pt x="3324054" y="1118423"/>
                        <a:pt x="3324054" y="1277499"/>
                      </a:cubicBezTo>
                      <a:cubicBezTo>
                        <a:pt x="3324054" y="1436575"/>
                        <a:pt x="3453010" y="1565531"/>
                        <a:pt x="3612086" y="1565531"/>
                      </a:cubicBezTo>
                      <a:cubicBezTo>
                        <a:pt x="3771162" y="1565531"/>
                        <a:pt x="3900118" y="1436575"/>
                        <a:pt x="3900118" y="1277499"/>
                      </a:cubicBezTo>
                      <a:cubicBezTo>
                        <a:pt x="3900118" y="1118423"/>
                        <a:pt x="3771162" y="989467"/>
                        <a:pt x="3612086" y="989467"/>
                      </a:cubicBezTo>
                      <a:close/>
                      <a:moveTo>
                        <a:pt x="948854" y="989467"/>
                      </a:moveTo>
                      <a:cubicBezTo>
                        <a:pt x="789778" y="989467"/>
                        <a:pt x="660822" y="1118423"/>
                        <a:pt x="660822" y="1277499"/>
                      </a:cubicBezTo>
                      <a:cubicBezTo>
                        <a:pt x="660822" y="1436575"/>
                        <a:pt x="789778" y="1565531"/>
                        <a:pt x="948854" y="1565531"/>
                      </a:cubicBezTo>
                      <a:cubicBezTo>
                        <a:pt x="1107930" y="1565531"/>
                        <a:pt x="1236886" y="1436575"/>
                        <a:pt x="1236886" y="1277499"/>
                      </a:cubicBezTo>
                      <a:cubicBezTo>
                        <a:pt x="1236886" y="1118423"/>
                        <a:pt x="1107930" y="989467"/>
                        <a:pt x="948854" y="989467"/>
                      </a:cubicBezTo>
                      <a:close/>
                      <a:moveTo>
                        <a:pt x="2247651" y="946230"/>
                      </a:moveTo>
                      <a:cubicBezTo>
                        <a:pt x="2230469" y="950266"/>
                        <a:pt x="2214012" y="957763"/>
                        <a:pt x="2199233" y="968479"/>
                      </a:cubicBezTo>
                      <a:cubicBezTo>
                        <a:pt x="2157721" y="998579"/>
                        <a:pt x="2136236" y="1049152"/>
                        <a:pt x="2143390" y="1099928"/>
                      </a:cubicBezTo>
                      <a:cubicBezTo>
                        <a:pt x="2157154" y="1167662"/>
                        <a:pt x="2197550" y="1197656"/>
                        <a:pt x="2247651" y="1217102"/>
                      </a:cubicBezTo>
                      <a:close/>
                      <a:moveTo>
                        <a:pt x="2247651" y="785264"/>
                      </a:moveTo>
                      <a:lnTo>
                        <a:pt x="2315585" y="785264"/>
                      </a:lnTo>
                      <a:lnTo>
                        <a:pt x="2315585" y="832380"/>
                      </a:lnTo>
                      <a:cubicBezTo>
                        <a:pt x="2341411" y="835890"/>
                        <a:pt x="2366862" y="843587"/>
                        <a:pt x="2390991" y="855423"/>
                      </a:cubicBezTo>
                      <a:cubicBezTo>
                        <a:pt x="2474360" y="896319"/>
                        <a:pt x="2528313" y="979930"/>
                        <a:pt x="2531223" y="1072743"/>
                      </a:cubicBezTo>
                      <a:lnTo>
                        <a:pt x="2418963" y="1076264"/>
                      </a:lnTo>
                      <a:cubicBezTo>
                        <a:pt x="2417356" y="1025012"/>
                        <a:pt x="2387564" y="978842"/>
                        <a:pt x="2341528" y="956260"/>
                      </a:cubicBezTo>
                      <a:cubicBezTo>
                        <a:pt x="2333151" y="952151"/>
                        <a:pt x="2324486" y="948946"/>
                        <a:pt x="2315585" y="946938"/>
                      </a:cubicBezTo>
                      <a:lnTo>
                        <a:pt x="2315585" y="1239083"/>
                      </a:lnTo>
                      <a:cubicBezTo>
                        <a:pt x="2404308" y="1264638"/>
                        <a:pt x="2499083" y="1293869"/>
                        <a:pt x="2528899" y="1441205"/>
                      </a:cubicBezTo>
                      <a:cubicBezTo>
                        <a:pt x="2541347" y="1532528"/>
                        <a:pt x="2502457" y="1623287"/>
                        <a:pt x="2427762" y="1677447"/>
                      </a:cubicBezTo>
                      <a:cubicBezTo>
                        <a:pt x="2394006" y="1701923"/>
                        <a:pt x="2355419" y="1717125"/>
                        <a:pt x="2315585" y="1722661"/>
                      </a:cubicBezTo>
                      <a:lnTo>
                        <a:pt x="2315585" y="1769734"/>
                      </a:lnTo>
                      <a:lnTo>
                        <a:pt x="2247651" y="1769734"/>
                      </a:lnTo>
                      <a:lnTo>
                        <a:pt x="2247651" y="1722944"/>
                      </a:lnTo>
                      <a:cubicBezTo>
                        <a:pt x="2221084" y="1719537"/>
                        <a:pt x="2194881" y="1711743"/>
                        <a:pt x="2170074" y="1699575"/>
                      </a:cubicBezTo>
                      <a:cubicBezTo>
                        <a:pt x="2086705" y="1658679"/>
                        <a:pt x="2032752" y="1575069"/>
                        <a:pt x="2029842" y="1482255"/>
                      </a:cubicBezTo>
                      <a:lnTo>
                        <a:pt x="2142102" y="1478734"/>
                      </a:lnTo>
                      <a:cubicBezTo>
                        <a:pt x="2143709" y="1529986"/>
                        <a:pt x="2173501" y="1576156"/>
                        <a:pt x="2219537" y="1598738"/>
                      </a:cubicBezTo>
                      <a:cubicBezTo>
                        <a:pt x="2228602" y="1603184"/>
                        <a:pt x="2238004" y="1606573"/>
                        <a:pt x="2247651" y="1608616"/>
                      </a:cubicBezTo>
                      <a:lnTo>
                        <a:pt x="2247651" y="1335176"/>
                      </a:lnTo>
                      <a:cubicBezTo>
                        <a:pt x="2162261" y="1314127"/>
                        <a:pt x="2069489" y="1278142"/>
                        <a:pt x="2032173" y="1115597"/>
                      </a:cubicBezTo>
                      <a:cubicBezTo>
                        <a:pt x="2019217" y="1023646"/>
                        <a:pt x="2058125" y="932061"/>
                        <a:pt x="2133303" y="877552"/>
                      </a:cubicBezTo>
                      <a:cubicBezTo>
                        <a:pt x="2167670" y="852632"/>
                        <a:pt x="2207046" y="837325"/>
                        <a:pt x="2247651" y="832077"/>
                      </a:cubicBezTo>
                      <a:close/>
                      <a:moveTo>
                        <a:pt x="2280470" y="617534"/>
                      </a:moveTo>
                      <a:cubicBezTo>
                        <a:pt x="1915981" y="617534"/>
                        <a:pt x="1620504" y="913011"/>
                        <a:pt x="1620504" y="1277500"/>
                      </a:cubicBezTo>
                      <a:cubicBezTo>
                        <a:pt x="1620504" y="1641989"/>
                        <a:pt x="1915981" y="1937466"/>
                        <a:pt x="2280470" y="1937466"/>
                      </a:cubicBezTo>
                      <a:cubicBezTo>
                        <a:pt x="2644959" y="1937466"/>
                        <a:pt x="2940436" y="1641989"/>
                        <a:pt x="2940436" y="1277500"/>
                      </a:cubicBezTo>
                      <a:cubicBezTo>
                        <a:pt x="2940436" y="913011"/>
                        <a:pt x="2644959" y="617534"/>
                        <a:pt x="2280470" y="617534"/>
                      </a:cubicBezTo>
                      <a:close/>
                      <a:moveTo>
                        <a:pt x="284505" y="265281"/>
                      </a:moveTo>
                      <a:lnTo>
                        <a:pt x="4276434" y="265281"/>
                      </a:lnTo>
                      <a:lnTo>
                        <a:pt x="4276434" y="2289716"/>
                      </a:lnTo>
                      <a:lnTo>
                        <a:pt x="284505" y="2289716"/>
                      </a:lnTo>
                      <a:close/>
                      <a:moveTo>
                        <a:pt x="180344" y="148161"/>
                      </a:moveTo>
                      <a:lnTo>
                        <a:pt x="180344" y="2406836"/>
                      </a:lnTo>
                      <a:lnTo>
                        <a:pt x="4380595" y="2406836"/>
                      </a:lnTo>
                      <a:lnTo>
                        <a:pt x="4380595" y="148161"/>
                      </a:lnTo>
                      <a:close/>
                      <a:moveTo>
                        <a:pt x="0" y="0"/>
                      </a:moveTo>
                      <a:lnTo>
                        <a:pt x="4560938" y="0"/>
                      </a:lnTo>
                      <a:lnTo>
                        <a:pt x="4560938" y="2554996"/>
                      </a:lnTo>
                      <a:lnTo>
                        <a:pt x="0" y="2554996"/>
                      </a:lnTo>
                      <a:close/>
                    </a:path>
                  </a:pathLst>
                </a:custGeom>
                <a:solidFill>
                  <a:srgbClr val="77D3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 dirty="0"/>
                </a:p>
              </p:txBody>
            </p:sp>
            <p:sp>
              <p:nvSpPr>
                <p:cNvPr id="18" name="Rectangle 21"/>
                <p:cNvSpPr/>
                <p:nvPr/>
              </p:nvSpPr>
              <p:spPr>
                <a:xfrm rot="9071228" flipH="1">
                  <a:off x="8136495" y="2287450"/>
                  <a:ext cx="617189" cy="34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938" h="2554996">
                      <a:moveTo>
                        <a:pt x="2315585" y="1351978"/>
                      </a:moveTo>
                      <a:lnTo>
                        <a:pt x="2315585" y="1608128"/>
                      </a:lnTo>
                      <a:cubicBezTo>
                        <a:pt x="2332000" y="1604085"/>
                        <a:pt x="2347685" y="1596777"/>
                        <a:pt x="2361832" y="1586519"/>
                      </a:cubicBezTo>
                      <a:cubicBezTo>
                        <a:pt x="2403345" y="1556419"/>
                        <a:pt x="2424829" y="1505846"/>
                        <a:pt x="2417675" y="1455070"/>
                      </a:cubicBezTo>
                      <a:cubicBezTo>
                        <a:pt x="2409025" y="1388817"/>
                        <a:pt x="2368208" y="1366470"/>
                        <a:pt x="2315585" y="1351978"/>
                      </a:cubicBezTo>
                      <a:close/>
                      <a:moveTo>
                        <a:pt x="3612086" y="989467"/>
                      </a:moveTo>
                      <a:cubicBezTo>
                        <a:pt x="3453010" y="989467"/>
                        <a:pt x="3324054" y="1118423"/>
                        <a:pt x="3324054" y="1277499"/>
                      </a:cubicBezTo>
                      <a:cubicBezTo>
                        <a:pt x="3324054" y="1436575"/>
                        <a:pt x="3453010" y="1565531"/>
                        <a:pt x="3612086" y="1565531"/>
                      </a:cubicBezTo>
                      <a:cubicBezTo>
                        <a:pt x="3771162" y="1565531"/>
                        <a:pt x="3900118" y="1436575"/>
                        <a:pt x="3900118" y="1277499"/>
                      </a:cubicBezTo>
                      <a:cubicBezTo>
                        <a:pt x="3900118" y="1118423"/>
                        <a:pt x="3771162" y="989467"/>
                        <a:pt x="3612086" y="989467"/>
                      </a:cubicBezTo>
                      <a:close/>
                      <a:moveTo>
                        <a:pt x="948854" y="989467"/>
                      </a:moveTo>
                      <a:cubicBezTo>
                        <a:pt x="789778" y="989467"/>
                        <a:pt x="660822" y="1118423"/>
                        <a:pt x="660822" y="1277499"/>
                      </a:cubicBezTo>
                      <a:cubicBezTo>
                        <a:pt x="660822" y="1436575"/>
                        <a:pt x="789778" y="1565531"/>
                        <a:pt x="948854" y="1565531"/>
                      </a:cubicBezTo>
                      <a:cubicBezTo>
                        <a:pt x="1107930" y="1565531"/>
                        <a:pt x="1236886" y="1436575"/>
                        <a:pt x="1236886" y="1277499"/>
                      </a:cubicBezTo>
                      <a:cubicBezTo>
                        <a:pt x="1236886" y="1118423"/>
                        <a:pt x="1107930" y="989467"/>
                        <a:pt x="948854" y="989467"/>
                      </a:cubicBezTo>
                      <a:close/>
                      <a:moveTo>
                        <a:pt x="2247651" y="946230"/>
                      </a:moveTo>
                      <a:cubicBezTo>
                        <a:pt x="2230469" y="950266"/>
                        <a:pt x="2214012" y="957763"/>
                        <a:pt x="2199233" y="968479"/>
                      </a:cubicBezTo>
                      <a:cubicBezTo>
                        <a:pt x="2157721" y="998579"/>
                        <a:pt x="2136236" y="1049152"/>
                        <a:pt x="2143390" y="1099928"/>
                      </a:cubicBezTo>
                      <a:cubicBezTo>
                        <a:pt x="2157154" y="1167662"/>
                        <a:pt x="2197550" y="1197656"/>
                        <a:pt x="2247651" y="1217102"/>
                      </a:cubicBezTo>
                      <a:close/>
                      <a:moveTo>
                        <a:pt x="2247651" y="785264"/>
                      </a:moveTo>
                      <a:lnTo>
                        <a:pt x="2315585" y="785264"/>
                      </a:lnTo>
                      <a:lnTo>
                        <a:pt x="2315585" y="832380"/>
                      </a:lnTo>
                      <a:cubicBezTo>
                        <a:pt x="2341411" y="835890"/>
                        <a:pt x="2366862" y="843587"/>
                        <a:pt x="2390991" y="855423"/>
                      </a:cubicBezTo>
                      <a:cubicBezTo>
                        <a:pt x="2474360" y="896319"/>
                        <a:pt x="2528313" y="979930"/>
                        <a:pt x="2531223" y="1072743"/>
                      </a:cubicBezTo>
                      <a:lnTo>
                        <a:pt x="2418963" y="1076264"/>
                      </a:lnTo>
                      <a:cubicBezTo>
                        <a:pt x="2417356" y="1025012"/>
                        <a:pt x="2387564" y="978842"/>
                        <a:pt x="2341528" y="956260"/>
                      </a:cubicBezTo>
                      <a:cubicBezTo>
                        <a:pt x="2333151" y="952151"/>
                        <a:pt x="2324486" y="948946"/>
                        <a:pt x="2315585" y="946938"/>
                      </a:cubicBezTo>
                      <a:lnTo>
                        <a:pt x="2315585" y="1239083"/>
                      </a:lnTo>
                      <a:cubicBezTo>
                        <a:pt x="2404308" y="1264638"/>
                        <a:pt x="2499083" y="1293869"/>
                        <a:pt x="2528899" y="1441205"/>
                      </a:cubicBezTo>
                      <a:cubicBezTo>
                        <a:pt x="2541347" y="1532528"/>
                        <a:pt x="2502457" y="1623287"/>
                        <a:pt x="2427762" y="1677447"/>
                      </a:cubicBezTo>
                      <a:cubicBezTo>
                        <a:pt x="2394006" y="1701923"/>
                        <a:pt x="2355419" y="1717125"/>
                        <a:pt x="2315585" y="1722661"/>
                      </a:cubicBezTo>
                      <a:lnTo>
                        <a:pt x="2315585" y="1769734"/>
                      </a:lnTo>
                      <a:lnTo>
                        <a:pt x="2247651" y="1769734"/>
                      </a:lnTo>
                      <a:lnTo>
                        <a:pt x="2247651" y="1722944"/>
                      </a:lnTo>
                      <a:cubicBezTo>
                        <a:pt x="2221084" y="1719537"/>
                        <a:pt x="2194881" y="1711743"/>
                        <a:pt x="2170074" y="1699575"/>
                      </a:cubicBezTo>
                      <a:cubicBezTo>
                        <a:pt x="2086705" y="1658679"/>
                        <a:pt x="2032752" y="1575069"/>
                        <a:pt x="2029842" y="1482255"/>
                      </a:cubicBezTo>
                      <a:lnTo>
                        <a:pt x="2142102" y="1478734"/>
                      </a:lnTo>
                      <a:cubicBezTo>
                        <a:pt x="2143709" y="1529986"/>
                        <a:pt x="2173501" y="1576156"/>
                        <a:pt x="2219537" y="1598738"/>
                      </a:cubicBezTo>
                      <a:cubicBezTo>
                        <a:pt x="2228602" y="1603184"/>
                        <a:pt x="2238004" y="1606573"/>
                        <a:pt x="2247651" y="1608616"/>
                      </a:cubicBezTo>
                      <a:lnTo>
                        <a:pt x="2247651" y="1335176"/>
                      </a:lnTo>
                      <a:cubicBezTo>
                        <a:pt x="2162261" y="1314127"/>
                        <a:pt x="2069489" y="1278142"/>
                        <a:pt x="2032173" y="1115597"/>
                      </a:cubicBezTo>
                      <a:cubicBezTo>
                        <a:pt x="2019217" y="1023646"/>
                        <a:pt x="2058125" y="932061"/>
                        <a:pt x="2133303" y="877552"/>
                      </a:cubicBezTo>
                      <a:cubicBezTo>
                        <a:pt x="2167670" y="852632"/>
                        <a:pt x="2207046" y="837325"/>
                        <a:pt x="2247651" y="832077"/>
                      </a:cubicBezTo>
                      <a:close/>
                      <a:moveTo>
                        <a:pt x="2280470" y="617534"/>
                      </a:moveTo>
                      <a:cubicBezTo>
                        <a:pt x="1915981" y="617534"/>
                        <a:pt x="1620504" y="913011"/>
                        <a:pt x="1620504" y="1277500"/>
                      </a:cubicBezTo>
                      <a:cubicBezTo>
                        <a:pt x="1620504" y="1641989"/>
                        <a:pt x="1915981" y="1937466"/>
                        <a:pt x="2280470" y="1937466"/>
                      </a:cubicBezTo>
                      <a:cubicBezTo>
                        <a:pt x="2644959" y="1937466"/>
                        <a:pt x="2940436" y="1641989"/>
                        <a:pt x="2940436" y="1277500"/>
                      </a:cubicBezTo>
                      <a:cubicBezTo>
                        <a:pt x="2940436" y="913011"/>
                        <a:pt x="2644959" y="617534"/>
                        <a:pt x="2280470" y="617534"/>
                      </a:cubicBezTo>
                      <a:close/>
                      <a:moveTo>
                        <a:pt x="284505" y="265281"/>
                      </a:moveTo>
                      <a:lnTo>
                        <a:pt x="4276434" y="265281"/>
                      </a:lnTo>
                      <a:lnTo>
                        <a:pt x="4276434" y="2289716"/>
                      </a:lnTo>
                      <a:lnTo>
                        <a:pt x="284505" y="2289716"/>
                      </a:lnTo>
                      <a:close/>
                      <a:moveTo>
                        <a:pt x="180344" y="148161"/>
                      </a:moveTo>
                      <a:lnTo>
                        <a:pt x="180344" y="2406836"/>
                      </a:lnTo>
                      <a:lnTo>
                        <a:pt x="4380595" y="2406836"/>
                      </a:lnTo>
                      <a:lnTo>
                        <a:pt x="4380595" y="148161"/>
                      </a:lnTo>
                      <a:close/>
                      <a:moveTo>
                        <a:pt x="0" y="0"/>
                      </a:moveTo>
                      <a:lnTo>
                        <a:pt x="4560938" y="0"/>
                      </a:lnTo>
                      <a:lnTo>
                        <a:pt x="4560938" y="2554996"/>
                      </a:lnTo>
                      <a:lnTo>
                        <a:pt x="0" y="2554996"/>
                      </a:lnTo>
                      <a:close/>
                    </a:path>
                  </a:pathLst>
                </a:custGeom>
                <a:solidFill>
                  <a:srgbClr val="77D3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 dirty="0"/>
                </a:p>
              </p:txBody>
            </p:sp>
            <p:sp>
              <p:nvSpPr>
                <p:cNvPr id="19" name="Rectangle 21"/>
                <p:cNvSpPr/>
                <p:nvPr/>
              </p:nvSpPr>
              <p:spPr>
                <a:xfrm rot="2334917" flipH="1">
                  <a:off x="8141497" y="2988765"/>
                  <a:ext cx="617189" cy="34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0938" h="2554996">
                      <a:moveTo>
                        <a:pt x="2315585" y="1351978"/>
                      </a:moveTo>
                      <a:lnTo>
                        <a:pt x="2315585" y="1608128"/>
                      </a:lnTo>
                      <a:cubicBezTo>
                        <a:pt x="2332000" y="1604085"/>
                        <a:pt x="2347685" y="1596777"/>
                        <a:pt x="2361832" y="1586519"/>
                      </a:cubicBezTo>
                      <a:cubicBezTo>
                        <a:pt x="2403345" y="1556419"/>
                        <a:pt x="2424829" y="1505846"/>
                        <a:pt x="2417675" y="1455070"/>
                      </a:cubicBezTo>
                      <a:cubicBezTo>
                        <a:pt x="2409025" y="1388817"/>
                        <a:pt x="2368208" y="1366470"/>
                        <a:pt x="2315585" y="1351978"/>
                      </a:cubicBezTo>
                      <a:close/>
                      <a:moveTo>
                        <a:pt x="3612086" y="989467"/>
                      </a:moveTo>
                      <a:cubicBezTo>
                        <a:pt x="3453010" y="989467"/>
                        <a:pt x="3324054" y="1118423"/>
                        <a:pt x="3324054" y="1277499"/>
                      </a:cubicBezTo>
                      <a:cubicBezTo>
                        <a:pt x="3324054" y="1436575"/>
                        <a:pt x="3453010" y="1565531"/>
                        <a:pt x="3612086" y="1565531"/>
                      </a:cubicBezTo>
                      <a:cubicBezTo>
                        <a:pt x="3771162" y="1565531"/>
                        <a:pt x="3900118" y="1436575"/>
                        <a:pt x="3900118" y="1277499"/>
                      </a:cubicBezTo>
                      <a:cubicBezTo>
                        <a:pt x="3900118" y="1118423"/>
                        <a:pt x="3771162" y="989467"/>
                        <a:pt x="3612086" y="989467"/>
                      </a:cubicBezTo>
                      <a:close/>
                      <a:moveTo>
                        <a:pt x="948854" y="989467"/>
                      </a:moveTo>
                      <a:cubicBezTo>
                        <a:pt x="789778" y="989467"/>
                        <a:pt x="660822" y="1118423"/>
                        <a:pt x="660822" y="1277499"/>
                      </a:cubicBezTo>
                      <a:cubicBezTo>
                        <a:pt x="660822" y="1436575"/>
                        <a:pt x="789778" y="1565531"/>
                        <a:pt x="948854" y="1565531"/>
                      </a:cubicBezTo>
                      <a:cubicBezTo>
                        <a:pt x="1107930" y="1565531"/>
                        <a:pt x="1236886" y="1436575"/>
                        <a:pt x="1236886" y="1277499"/>
                      </a:cubicBezTo>
                      <a:cubicBezTo>
                        <a:pt x="1236886" y="1118423"/>
                        <a:pt x="1107930" y="989467"/>
                        <a:pt x="948854" y="989467"/>
                      </a:cubicBezTo>
                      <a:close/>
                      <a:moveTo>
                        <a:pt x="2247651" y="946230"/>
                      </a:moveTo>
                      <a:cubicBezTo>
                        <a:pt x="2230469" y="950266"/>
                        <a:pt x="2214012" y="957763"/>
                        <a:pt x="2199233" y="968479"/>
                      </a:cubicBezTo>
                      <a:cubicBezTo>
                        <a:pt x="2157721" y="998579"/>
                        <a:pt x="2136236" y="1049152"/>
                        <a:pt x="2143390" y="1099928"/>
                      </a:cubicBezTo>
                      <a:cubicBezTo>
                        <a:pt x="2157154" y="1167662"/>
                        <a:pt x="2197550" y="1197656"/>
                        <a:pt x="2247651" y="1217102"/>
                      </a:cubicBezTo>
                      <a:close/>
                      <a:moveTo>
                        <a:pt x="2247651" y="785264"/>
                      </a:moveTo>
                      <a:lnTo>
                        <a:pt x="2315585" y="785264"/>
                      </a:lnTo>
                      <a:lnTo>
                        <a:pt x="2315585" y="832380"/>
                      </a:lnTo>
                      <a:cubicBezTo>
                        <a:pt x="2341411" y="835890"/>
                        <a:pt x="2366862" y="843587"/>
                        <a:pt x="2390991" y="855423"/>
                      </a:cubicBezTo>
                      <a:cubicBezTo>
                        <a:pt x="2474360" y="896319"/>
                        <a:pt x="2528313" y="979930"/>
                        <a:pt x="2531223" y="1072743"/>
                      </a:cubicBezTo>
                      <a:lnTo>
                        <a:pt x="2418963" y="1076264"/>
                      </a:lnTo>
                      <a:cubicBezTo>
                        <a:pt x="2417356" y="1025012"/>
                        <a:pt x="2387564" y="978842"/>
                        <a:pt x="2341528" y="956260"/>
                      </a:cubicBezTo>
                      <a:cubicBezTo>
                        <a:pt x="2333151" y="952151"/>
                        <a:pt x="2324486" y="948946"/>
                        <a:pt x="2315585" y="946938"/>
                      </a:cubicBezTo>
                      <a:lnTo>
                        <a:pt x="2315585" y="1239083"/>
                      </a:lnTo>
                      <a:cubicBezTo>
                        <a:pt x="2404308" y="1264638"/>
                        <a:pt x="2499083" y="1293869"/>
                        <a:pt x="2528899" y="1441205"/>
                      </a:cubicBezTo>
                      <a:cubicBezTo>
                        <a:pt x="2541347" y="1532528"/>
                        <a:pt x="2502457" y="1623287"/>
                        <a:pt x="2427762" y="1677447"/>
                      </a:cubicBezTo>
                      <a:cubicBezTo>
                        <a:pt x="2394006" y="1701923"/>
                        <a:pt x="2355419" y="1717125"/>
                        <a:pt x="2315585" y="1722661"/>
                      </a:cubicBezTo>
                      <a:lnTo>
                        <a:pt x="2315585" y="1769734"/>
                      </a:lnTo>
                      <a:lnTo>
                        <a:pt x="2247651" y="1769734"/>
                      </a:lnTo>
                      <a:lnTo>
                        <a:pt x="2247651" y="1722944"/>
                      </a:lnTo>
                      <a:cubicBezTo>
                        <a:pt x="2221084" y="1719537"/>
                        <a:pt x="2194881" y="1711743"/>
                        <a:pt x="2170074" y="1699575"/>
                      </a:cubicBezTo>
                      <a:cubicBezTo>
                        <a:pt x="2086705" y="1658679"/>
                        <a:pt x="2032752" y="1575069"/>
                        <a:pt x="2029842" y="1482255"/>
                      </a:cubicBezTo>
                      <a:lnTo>
                        <a:pt x="2142102" y="1478734"/>
                      </a:lnTo>
                      <a:cubicBezTo>
                        <a:pt x="2143709" y="1529986"/>
                        <a:pt x="2173501" y="1576156"/>
                        <a:pt x="2219537" y="1598738"/>
                      </a:cubicBezTo>
                      <a:cubicBezTo>
                        <a:pt x="2228602" y="1603184"/>
                        <a:pt x="2238004" y="1606573"/>
                        <a:pt x="2247651" y="1608616"/>
                      </a:cubicBezTo>
                      <a:lnTo>
                        <a:pt x="2247651" y="1335176"/>
                      </a:lnTo>
                      <a:cubicBezTo>
                        <a:pt x="2162261" y="1314127"/>
                        <a:pt x="2069489" y="1278142"/>
                        <a:pt x="2032173" y="1115597"/>
                      </a:cubicBezTo>
                      <a:cubicBezTo>
                        <a:pt x="2019217" y="1023646"/>
                        <a:pt x="2058125" y="932061"/>
                        <a:pt x="2133303" y="877552"/>
                      </a:cubicBezTo>
                      <a:cubicBezTo>
                        <a:pt x="2167670" y="852632"/>
                        <a:pt x="2207046" y="837325"/>
                        <a:pt x="2247651" y="832077"/>
                      </a:cubicBezTo>
                      <a:close/>
                      <a:moveTo>
                        <a:pt x="2280470" y="617534"/>
                      </a:moveTo>
                      <a:cubicBezTo>
                        <a:pt x="1915981" y="617534"/>
                        <a:pt x="1620504" y="913011"/>
                        <a:pt x="1620504" y="1277500"/>
                      </a:cubicBezTo>
                      <a:cubicBezTo>
                        <a:pt x="1620504" y="1641989"/>
                        <a:pt x="1915981" y="1937466"/>
                        <a:pt x="2280470" y="1937466"/>
                      </a:cubicBezTo>
                      <a:cubicBezTo>
                        <a:pt x="2644959" y="1937466"/>
                        <a:pt x="2940436" y="1641989"/>
                        <a:pt x="2940436" y="1277500"/>
                      </a:cubicBezTo>
                      <a:cubicBezTo>
                        <a:pt x="2940436" y="913011"/>
                        <a:pt x="2644959" y="617534"/>
                        <a:pt x="2280470" y="617534"/>
                      </a:cubicBezTo>
                      <a:close/>
                      <a:moveTo>
                        <a:pt x="284505" y="265281"/>
                      </a:moveTo>
                      <a:lnTo>
                        <a:pt x="4276434" y="265281"/>
                      </a:lnTo>
                      <a:lnTo>
                        <a:pt x="4276434" y="2289716"/>
                      </a:lnTo>
                      <a:lnTo>
                        <a:pt x="284505" y="2289716"/>
                      </a:lnTo>
                      <a:close/>
                      <a:moveTo>
                        <a:pt x="180344" y="148161"/>
                      </a:moveTo>
                      <a:lnTo>
                        <a:pt x="180344" y="2406836"/>
                      </a:lnTo>
                      <a:lnTo>
                        <a:pt x="4380595" y="2406836"/>
                      </a:lnTo>
                      <a:lnTo>
                        <a:pt x="4380595" y="148161"/>
                      </a:lnTo>
                      <a:close/>
                      <a:moveTo>
                        <a:pt x="0" y="0"/>
                      </a:moveTo>
                      <a:lnTo>
                        <a:pt x="4560938" y="0"/>
                      </a:lnTo>
                      <a:lnTo>
                        <a:pt x="4560938" y="2554996"/>
                      </a:lnTo>
                      <a:lnTo>
                        <a:pt x="0" y="2554996"/>
                      </a:lnTo>
                      <a:close/>
                    </a:path>
                  </a:pathLst>
                </a:custGeom>
                <a:solidFill>
                  <a:srgbClr val="77D34C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63" name="Block Arc 11"/>
              <p:cNvSpPr/>
              <p:nvPr/>
            </p:nvSpPr>
            <p:spPr>
              <a:xfrm rot="10800000">
                <a:off x="9816631" y="2617433"/>
                <a:ext cx="299692" cy="487636"/>
              </a:xfrm>
              <a:custGeom>
                <a:avLst/>
                <a:gdLst/>
                <a:ahLst/>
                <a:cxnLst/>
                <a:rect l="l" t="t" r="r" b="b"/>
                <a:pathLst>
                  <a:path w="3636337" h="7138182">
                    <a:moveTo>
                      <a:pt x="1563551" y="3029061"/>
                    </a:moveTo>
                    <a:lnTo>
                      <a:pt x="1563551" y="1171769"/>
                    </a:lnTo>
                    <a:cubicBezTo>
                      <a:pt x="1444523" y="1201084"/>
                      <a:pt x="1330799" y="1254073"/>
                      <a:pt x="1228219" y="1328453"/>
                    </a:cubicBezTo>
                    <a:cubicBezTo>
                      <a:pt x="927220" y="1546705"/>
                      <a:pt x="771440" y="1913395"/>
                      <a:pt x="823311" y="2281559"/>
                    </a:cubicBezTo>
                    <a:cubicBezTo>
                      <a:pt x="886035" y="2761950"/>
                      <a:pt x="1181988" y="2923981"/>
                      <a:pt x="1563551" y="3029061"/>
                    </a:cubicBezTo>
                    <a:close/>
                    <a:moveTo>
                      <a:pt x="2056123" y="5971053"/>
                    </a:moveTo>
                    <a:cubicBezTo>
                      <a:pt x="2180706" y="5941789"/>
                      <a:pt x="2300029" y="5887431"/>
                      <a:pt x="2407191" y="5809729"/>
                    </a:cubicBezTo>
                    <a:cubicBezTo>
                      <a:pt x="2708190" y="5591477"/>
                      <a:pt x="2863970" y="5224787"/>
                      <a:pt x="2812099" y="4856623"/>
                    </a:cubicBezTo>
                    <a:cubicBezTo>
                      <a:pt x="2712300" y="4365494"/>
                      <a:pt x="2419393" y="4148018"/>
                      <a:pt x="2056123" y="4007016"/>
                    </a:cubicBezTo>
                    <a:close/>
                    <a:moveTo>
                      <a:pt x="2056123" y="7138182"/>
                    </a:moveTo>
                    <a:lnTo>
                      <a:pt x="1563551" y="7138182"/>
                    </a:lnTo>
                    <a:lnTo>
                      <a:pt x="1563551" y="6796553"/>
                    </a:lnTo>
                    <a:cubicBezTo>
                      <a:pt x="1376287" y="6771102"/>
                      <a:pt x="1191751" y="6715291"/>
                      <a:pt x="1016794" y="6629471"/>
                    </a:cubicBezTo>
                    <a:cubicBezTo>
                      <a:pt x="412303" y="6332946"/>
                      <a:pt x="21102" y="5726704"/>
                      <a:pt x="0" y="5053734"/>
                    </a:cubicBezTo>
                    <a:lnTo>
                      <a:pt x="813973" y="5028205"/>
                    </a:lnTo>
                    <a:cubicBezTo>
                      <a:pt x="825624" y="5399818"/>
                      <a:pt x="1041643" y="5734588"/>
                      <a:pt x="1375441" y="5898325"/>
                    </a:cubicBezTo>
                    <a:cubicBezTo>
                      <a:pt x="1436179" y="5928119"/>
                      <a:pt x="1499008" y="5951362"/>
                      <a:pt x="1563551" y="5965918"/>
                    </a:cubicBezTo>
                    <a:lnTo>
                      <a:pt x="1563551" y="3847635"/>
                    </a:lnTo>
                    <a:cubicBezTo>
                      <a:pt x="920238" y="3662345"/>
                      <a:pt x="233045" y="3450393"/>
                      <a:pt x="16852" y="2382091"/>
                    </a:cubicBezTo>
                    <a:cubicBezTo>
                      <a:pt x="-73403" y="1719933"/>
                      <a:pt x="208577" y="1061859"/>
                      <a:pt x="750173" y="669157"/>
                    </a:cubicBezTo>
                    <a:cubicBezTo>
                      <a:pt x="994931" y="491686"/>
                      <a:pt x="1274723" y="381458"/>
                      <a:pt x="1563551" y="341319"/>
                    </a:cubicBezTo>
                    <a:lnTo>
                      <a:pt x="1563551" y="0"/>
                    </a:lnTo>
                    <a:lnTo>
                      <a:pt x="2056123" y="0"/>
                    </a:lnTo>
                    <a:lnTo>
                      <a:pt x="2056123" y="339268"/>
                    </a:lnTo>
                    <a:cubicBezTo>
                      <a:pt x="2248752" y="363969"/>
                      <a:pt x="2438747" y="420481"/>
                      <a:pt x="2618616" y="508711"/>
                    </a:cubicBezTo>
                    <a:cubicBezTo>
                      <a:pt x="3223107" y="805237"/>
                      <a:pt x="3614308" y="1411478"/>
                      <a:pt x="3635410" y="2084448"/>
                    </a:cubicBezTo>
                    <a:lnTo>
                      <a:pt x="2821437" y="2109978"/>
                    </a:lnTo>
                    <a:cubicBezTo>
                      <a:pt x="2809786" y="1738364"/>
                      <a:pt x="2593767" y="1403594"/>
                      <a:pt x="2259969" y="1239857"/>
                    </a:cubicBezTo>
                    <a:cubicBezTo>
                      <a:pt x="2194243" y="1207617"/>
                      <a:pt x="2126069" y="1183046"/>
                      <a:pt x="2056123" y="1168235"/>
                    </a:cubicBezTo>
                    <a:lnTo>
                      <a:pt x="2056123" y="3150890"/>
                    </a:lnTo>
                    <a:cubicBezTo>
                      <a:pt x="2675271" y="3303511"/>
                      <a:pt x="3347939" y="3564428"/>
                      <a:pt x="3618512" y="4743007"/>
                    </a:cubicBezTo>
                    <a:cubicBezTo>
                      <a:pt x="3712448" y="5409725"/>
                      <a:pt x="3430336" y="6073786"/>
                      <a:pt x="2885237" y="6469025"/>
                    </a:cubicBezTo>
                    <a:cubicBezTo>
                      <a:pt x="2636047" y="6649712"/>
                      <a:pt x="2350538" y="6760700"/>
                      <a:pt x="2056123" y="679874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270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3" name="그룹 49"/>
            <p:cNvGrpSpPr/>
            <p:nvPr/>
          </p:nvGrpSpPr>
          <p:grpSpPr>
            <a:xfrm rot="10800000" flipV="1">
              <a:off x="7940" y="6873"/>
              <a:ext cx="3974" cy="1677"/>
              <a:chOff x="1682410" y="2217893"/>
              <a:chExt cx="2019261" cy="852379"/>
            </a:xfrm>
          </p:grpSpPr>
          <p:grpSp>
            <p:nvGrpSpPr>
              <p:cNvPr id="34" name="그룹 50"/>
              <p:cNvGrpSpPr/>
              <p:nvPr/>
            </p:nvGrpSpPr>
            <p:grpSpPr>
              <a:xfrm>
                <a:off x="1774163" y="2217893"/>
                <a:ext cx="1927508" cy="852379"/>
                <a:chOff x="1774163" y="2217893"/>
                <a:chExt cx="1927508" cy="852379"/>
              </a:xfrm>
              <a:solidFill>
                <a:schemeClr val="bg1"/>
              </a:solidFill>
            </p:grpSpPr>
            <p:sp>
              <p:nvSpPr>
                <p:cNvPr id="3" name="Freeform 18"/>
                <p:cNvSpPr/>
                <p:nvPr/>
              </p:nvSpPr>
              <p:spPr>
                <a:xfrm flipH="1">
                  <a:off x="1774163" y="2350717"/>
                  <a:ext cx="1600825" cy="719555"/>
                </a:xfrm>
                <a:custGeom>
                  <a:avLst/>
                  <a:gdLst>
                    <a:gd name="connsiteX0" fmla="*/ 4126727 w 4126727"/>
                    <a:gd name="connsiteY0" fmla="*/ 866693 h 1836752"/>
                    <a:gd name="connsiteX1" fmla="*/ 2782957 w 4126727"/>
                    <a:gd name="connsiteY1" fmla="*/ 0 h 1836752"/>
                    <a:gd name="connsiteX2" fmla="*/ 2703444 w 4126727"/>
                    <a:gd name="connsiteY2" fmla="*/ 7952 h 1836752"/>
                    <a:gd name="connsiteX3" fmla="*/ 1375576 w 4126727"/>
                    <a:gd name="connsiteY3" fmla="*/ 326004 h 1836752"/>
                    <a:gd name="connsiteX4" fmla="*/ 0 w 4126727"/>
                    <a:gd name="connsiteY4" fmla="*/ 477079 h 1836752"/>
                    <a:gd name="connsiteX5" fmla="*/ 1574358 w 4126727"/>
                    <a:gd name="connsiteY5" fmla="*/ 898498 h 1836752"/>
                    <a:gd name="connsiteX6" fmla="*/ 2576223 w 4126727"/>
                    <a:gd name="connsiteY6" fmla="*/ 1280160 h 1836752"/>
                    <a:gd name="connsiteX7" fmla="*/ 3267986 w 4126727"/>
                    <a:gd name="connsiteY7" fmla="*/ 1836752 h 1836752"/>
                    <a:gd name="connsiteX8" fmla="*/ 4126727 w 4126727"/>
                    <a:gd name="connsiteY8" fmla="*/ 866693 h 1836752"/>
                    <a:gd name="connsiteX0-1" fmla="*/ 4126727 w 4126727"/>
                    <a:gd name="connsiteY0-2" fmla="*/ 884466 h 1854525"/>
                    <a:gd name="connsiteX1-3" fmla="*/ 2782957 w 4126727"/>
                    <a:gd name="connsiteY1-4" fmla="*/ 17773 h 1854525"/>
                    <a:gd name="connsiteX2-5" fmla="*/ 2703444 w 4126727"/>
                    <a:gd name="connsiteY2-6" fmla="*/ 25725 h 1854525"/>
                    <a:gd name="connsiteX3-7" fmla="*/ 1375576 w 4126727"/>
                    <a:gd name="connsiteY3-8" fmla="*/ 343777 h 1854525"/>
                    <a:gd name="connsiteX4-9" fmla="*/ 0 w 4126727"/>
                    <a:gd name="connsiteY4-10" fmla="*/ 494852 h 1854525"/>
                    <a:gd name="connsiteX5-11" fmla="*/ 1574358 w 4126727"/>
                    <a:gd name="connsiteY5-12" fmla="*/ 916271 h 1854525"/>
                    <a:gd name="connsiteX6-13" fmla="*/ 2576223 w 4126727"/>
                    <a:gd name="connsiteY6-14" fmla="*/ 1297933 h 1854525"/>
                    <a:gd name="connsiteX7-15" fmla="*/ 3267986 w 4126727"/>
                    <a:gd name="connsiteY7-16" fmla="*/ 1854525 h 1854525"/>
                    <a:gd name="connsiteX8-17" fmla="*/ 4126727 w 4126727"/>
                    <a:gd name="connsiteY8-18" fmla="*/ 884466 h 1854525"/>
                    <a:gd name="connsiteX0-19" fmla="*/ 1375576 w 4126727"/>
                    <a:gd name="connsiteY0-20" fmla="*/ 331865 h 1842613"/>
                    <a:gd name="connsiteX1-21" fmla="*/ 0 w 4126727"/>
                    <a:gd name="connsiteY1-22" fmla="*/ 482940 h 1842613"/>
                    <a:gd name="connsiteX2-23" fmla="*/ 1574358 w 4126727"/>
                    <a:gd name="connsiteY2-24" fmla="*/ 904359 h 1842613"/>
                    <a:gd name="connsiteX3-25" fmla="*/ 2576223 w 4126727"/>
                    <a:gd name="connsiteY3-26" fmla="*/ 1286021 h 1842613"/>
                    <a:gd name="connsiteX4-27" fmla="*/ 3267986 w 4126727"/>
                    <a:gd name="connsiteY4-28" fmla="*/ 1842613 h 1842613"/>
                    <a:gd name="connsiteX5-29" fmla="*/ 4126727 w 4126727"/>
                    <a:gd name="connsiteY5-30" fmla="*/ 872554 h 1842613"/>
                    <a:gd name="connsiteX6-31" fmla="*/ 2782957 w 4126727"/>
                    <a:gd name="connsiteY6-32" fmla="*/ 5861 h 1842613"/>
                    <a:gd name="connsiteX7-33" fmla="*/ 2794884 w 4126727"/>
                    <a:gd name="connsiteY7-34" fmla="*/ 105253 h 1842613"/>
                    <a:gd name="connsiteX0-35" fmla="*/ 1375576 w 4126727"/>
                    <a:gd name="connsiteY0-36" fmla="*/ 326004 h 1836752"/>
                    <a:gd name="connsiteX1-37" fmla="*/ 0 w 4126727"/>
                    <a:gd name="connsiteY1-38" fmla="*/ 477079 h 1836752"/>
                    <a:gd name="connsiteX2-39" fmla="*/ 1574358 w 4126727"/>
                    <a:gd name="connsiteY2-40" fmla="*/ 898498 h 1836752"/>
                    <a:gd name="connsiteX3-41" fmla="*/ 2576223 w 4126727"/>
                    <a:gd name="connsiteY3-42" fmla="*/ 1280160 h 1836752"/>
                    <a:gd name="connsiteX4-43" fmla="*/ 3267986 w 4126727"/>
                    <a:gd name="connsiteY4-44" fmla="*/ 1836752 h 1836752"/>
                    <a:gd name="connsiteX5-45" fmla="*/ 4126727 w 4126727"/>
                    <a:gd name="connsiteY5-46" fmla="*/ 866693 h 1836752"/>
                    <a:gd name="connsiteX6-47" fmla="*/ 2782957 w 4126727"/>
                    <a:gd name="connsiteY6-48" fmla="*/ 0 h 1836752"/>
                    <a:gd name="connsiteX0-49" fmla="*/ 1375576 w 4126727"/>
                    <a:gd name="connsiteY0-50" fmla="*/ 326004 h 1836752"/>
                    <a:gd name="connsiteX1-51" fmla="*/ 0 w 4126727"/>
                    <a:gd name="connsiteY1-52" fmla="*/ 477079 h 1836752"/>
                    <a:gd name="connsiteX2-53" fmla="*/ 1574358 w 4126727"/>
                    <a:gd name="connsiteY2-54" fmla="*/ 898498 h 1836752"/>
                    <a:gd name="connsiteX3-55" fmla="*/ 2576223 w 4126727"/>
                    <a:gd name="connsiteY3-56" fmla="*/ 1280160 h 1836752"/>
                    <a:gd name="connsiteX4-57" fmla="*/ 3267986 w 4126727"/>
                    <a:gd name="connsiteY4-58" fmla="*/ 1836752 h 1836752"/>
                    <a:gd name="connsiteX5-59" fmla="*/ 4126727 w 4126727"/>
                    <a:gd name="connsiteY5-60" fmla="*/ 866693 h 1836752"/>
                    <a:gd name="connsiteX6-61" fmla="*/ 2782957 w 4126727"/>
                    <a:gd name="connsiteY6-62" fmla="*/ 0 h 1836752"/>
                    <a:gd name="connsiteX0-63" fmla="*/ 1375576 w 4063117"/>
                    <a:gd name="connsiteY0-64" fmla="*/ 326004 h 1836752"/>
                    <a:gd name="connsiteX1-65" fmla="*/ 0 w 4063117"/>
                    <a:gd name="connsiteY1-66" fmla="*/ 477079 h 1836752"/>
                    <a:gd name="connsiteX2-67" fmla="*/ 1574358 w 4063117"/>
                    <a:gd name="connsiteY2-68" fmla="*/ 898498 h 1836752"/>
                    <a:gd name="connsiteX3-69" fmla="*/ 2576223 w 4063117"/>
                    <a:gd name="connsiteY3-70" fmla="*/ 1280160 h 1836752"/>
                    <a:gd name="connsiteX4-71" fmla="*/ 3267986 w 4063117"/>
                    <a:gd name="connsiteY4-72" fmla="*/ 1836752 h 1836752"/>
                    <a:gd name="connsiteX5-73" fmla="*/ 4063117 w 4063117"/>
                    <a:gd name="connsiteY5-74" fmla="*/ 930304 h 1836752"/>
                    <a:gd name="connsiteX6-75" fmla="*/ 2782957 w 4063117"/>
                    <a:gd name="connsiteY6-76" fmla="*/ 0 h 1836752"/>
                    <a:gd name="connsiteX0-77" fmla="*/ 1375576 w 4063117"/>
                    <a:gd name="connsiteY0-78" fmla="*/ 326004 h 1836752"/>
                    <a:gd name="connsiteX1-79" fmla="*/ 0 w 4063117"/>
                    <a:gd name="connsiteY1-80" fmla="*/ 477079 h 1836752"/>
                    <a:gd name="connsiteX2-81" fmla="*/ 1574358 w 4063117"/>
                    <a:gd name="connsiteY2-82" fmla="*/ 898498 h 1836752"/>
                    <a:gd name="connsiteX3-83" fmla="*/ 2576223 w 4063117"/>
                    <a:gd name="connsiteY3-84" fmla="*/ 1280160 h 1836752"/>
                    <a:gd name="connsiteX4-85" fmla="*/ 3267986 w 4063117"/>
                    <a:gd name="connsiteY4-86" fmla="*/ 1836752 h 1836752"/>
                    <a:gd name="connsiteX5-87" fmla="*/ 4063117 w 4063117"/>
                    <a:gd name="connsiteY5-88" fmla="*/ 930304 h 1836752"/>
                    <a:gd name="connsiteX6-89" fmla="*/ 2782957 w 4063117"/>
                    <a:gd name="connsiteY6-90" fmla="*/ 0 h 1836752"/>
                    <a:gd name="connsiteX0-91" fmla="*/ 1375576 w 4063117"/>
                    <a:gd name="connsiteY0-92" fmla="*/ 326004 h 1836752"/>
                    <a:gd name="connsiteX1-93" fmla="*/ 0 w 4063117"/>
                    <a:gd name="connsiteY1-94" fmla="*/ 477079 h 1836752"/>
                    <a:gd name="connsiteX2-95" fmla="*/ 1574358 w 4063117"/>
                    <a:gd name="connsiteY2-96" fmla="*/ 898498 h 1836752"/>
                    <a:gd name="connsiteX3-97" fmla="*/ 2576223 w 4063117"/>
                    <a:gd name="connsiteY3-98" fmla="*/ 1280160 h 1836752"/>
                    <a:gd name="connsiteX4-99" fmla="*/ 3267986 w 4063117"/>
                    <a:gd name="connsiteY4-100" fmla="*/ 1836752 h 1836752"/>
                    <a:gd name="connsiteX5-101" fmla="*/ 4063117 w 4063117"/>
                    <a:gd name="connsiteY5-102" fmla="*/ 930304 h 1836752"/>
                    <a:gd name="connsiteX6-103" fmla="*/ 2782957 w 4063117"/>
                    <a:gd name="connsiteY6-104" fmla="*/ 0 h 1836752"/>
                    <a:gd name="connsiteX0-105" fmla="*/ 1375576 w 4063117"/>
                    <a:gd name="connsiteY0-106" fmla="*/ 326004 h 1836752"/>
                    <a:gd name="connsiteX1-107" fmla="*/ 0 w 4063117"/>
                    <a:gd name="connsiteY1-108" fmla="*/ 477079 h 1836752"/>
                    <a:gd name="connsiteX2-109" fmla="*/ 1574358 w 4063117"/>
                    <a:gd name="connsiteY2-110" fmla="*/ 898498 h 1836752"/>
                    <a:gd name="connsiteX3-111" fmla="*/ 2576223 w 4063117"/>
                    <a:gd name="connsiteY3-112" fmla="*/ 1280160 h 1836752"/>
                    <a:gd name="connsiteX4-113" fmla="*/ 3267986 w 4063117"/>
                    <a:gd name="connsiteY4-114" fmla="*/ 1836752 h 1836752"/>
                    <a:gd name="connsiteX5-115" fmla="*/ 4063117 w 4063117"/>
                    <a:gd name="connsiteY5-116" fmla="*/ 930304 h 1836752"/>
                    <a:gd name="connsiteX6-117" fmla="*/ 2782957 w 4063117"/>
                    <a:gd name="connsiteY6-118" fmla="*/ 0 h 1836752"/>
                    <a:gd name="connsiteX7-119" fmla="*/ 1375576 w 4063117"/>
                    <a:gd name="connsiteY7-120" fmla="*/ 326004 h 1836752"/>
                    <a:gd name="connsiteX0-121" fmla="*/ 1375576 w 4063117"/>
                    <a:gd name="connsiteY0-122" fmla="*/ 326004 h 1836752"/>
                    <a:gd name="connsiteX1-123" fmla="*/ 0 w 4063117"/>
                    <a:gd name="connsiteY1-124" fmla="*/ 477079 h 1836752"/>
                    <a:gd name="connsiteX2-125" fmla="*/ 1574358 w 4063117"/>
                    <a:gd name="connsiteY2-126" fmla="*/ 898498 h 1836752"/>
                    <a:gd name="connsiteX3-127" fmla="*/ 2576223 w 4063117"/>
                    <a:gd name="connsiteY3-128" fmla="*/ 1280160 h 1836752"/>
                    <a:gd name="connsiteX4-129" fmla="*/ 3267986 w 4063117"/>
                    <a:gd name="connsiteY4-130" fmla="*/ 1836752 h 1836752"/>
                    <a:gd name="connsiteX5-131" fmla="*/ 4063117 w 4063117"/>
                    <a:gd name="connsiteY5-132" fmla="*/ 930304 h 1836752"/>
                    <a:gd name="connsiteX6-133" fmla="*/ 2782957 w 4063117"/>
                    <a:gd name="connsiteY6-134" fmla="*/ 0 h 1836752"/>
                    <a:gd name="connsiteX7-135" fmla="*/ 1375576 w 4063117"/>
                    <a:gd name="connsiteY7-136" fmla="*/ 326004 h 1836752"/>
                    <a:gd name="connsiteX0-137" fmla="*/ 1375576 w 4063117"/>
                    <a:gd name="connsiteY0-138" fmla="*/ 390578 h 1901326"/>
                    <a:gd name="connsiteX1-139" fmla="*/ 0 w 4063117"/>
                    <a:gd name="connsiteY1-140" fmla="*/ 541653 h 1901326"/>
                    <a:gd name="connsiteX2-141" fmla="*/ 1574358 w 4063117"/>
                    <a:gd name="connsiteY2-142" fmla="*/ 963072 h 1901326"/>
                    <a:gd name="connsiteX3-143" fmla="*/ 2576223 w 4063117"/>
                    <a:gd name="connsiteY3-144" fmla="*/ 1344734 h 1901326"/>
                    <a:gd name="connsiteX4-145" fmla="*/ 3267986 w 4063117"/>
                    <a:gd name="connsiteY4-146" fmla="*/ 1901326 h 1901326"/>
                    <a:gd name="connsiteX5-147" fmla="*/ 4063117 w 4063117"/>
                    <a:gd name="connsiteY5-148" fmla="*/ 994878 h 1901326"/>
                    <a:gd name="connsiteX6-149" fmla="*/ 2782957 w 4063117"/>
                    <a:gd name="connsiteY6-150" fmla="*/ 64574 h 1901326"/>
                    <a:gd name="connsiteX7-151" fmla="*/ 2178658 w 4063117"/>
                    <a:gd name="connsiteY7-152" fmla="*/ 96380 h 1901326"/>
                    <a:gd name="connsiteX8-153" fmla="*/ 1375576 w 4063117"/>
                    <a:gd name="connsiteY8-154" fmla="*/ 390578 h 1901326"/>
                    <a:gd name="connsiteX0-155" fmla="*/ 1375576 w 4063117"/>
                    <a:gd name="connsiteY0-156" fmla="*/ 383650 h 1894398"/>
                    <a:gd name="connsiteX1-157" fmla="*/ 0 w 4063117"/>
                    <a:gd name="connsiteY1-158" fmla="*/ 534725 h 1894398"/>
                    <a:gd name="connsiteX2-159" fmla="*/ 1574358 w 4063117"/>
                    <a:gd name="connsiteY2-160" fmla="*/ 956144 h 1894398"/>
                    <a:gd name="connsiteX3-161" fmla="*/ 2576223 w 4063117"/>
                    <a:gd name="connsiteY3-162" fmla="*/ 1337806 h 1894398"/>
                    <a:gd name="connsiteX4-163" fmla="*/ 3267986 w 4063117"/>
                    <a:gd name="connsiteY4-164" fmla="*/ 1894398 h 1894398"/>
                    <a:gd name="connsiteX5-165" fmla="*/ 4063117 w 4063117"/>
                    <a:gd name="connsiteY5-166" fmla="*/ 987950 h 1894398"/>
                    <a:gd name="connsiteX6-167" fmla="*/ 2782957 w 4063117"/>
                    <a:gd name="connsiteY6-168" fmla="*/ 57646 h 1894398"/>
                    <a:gd name="connsiteX7-169" fmla="*/ 2178658 w 4063117"/>
                    <a:gd name="connsiteY7-170" fmla="*/ 89452 h 1894398"/>
                    <a:gd name="connsiteX8-171" fmla="*/ 1375576 w 4063117"/>
                    <a:gd name="connsiteY8-172" fmla="*/ 383650 h 1894398"/>
                    <a:gd name="connsiteX0-173" fmla="*/ 1375576 w 4063117"/>
                    <a:gd name="connsiteY0-174" fmla="*/ 326004 h 1836752"/>
                    <a:gd name="connsiteX1-175" fmla="*/ 0 w 4063117"/>
                    <a:gd name="connsiteY1-176" fmla="*/ 477079 h 1836752"/>
                    <a:gd name="connsiteX2-177" fmla="*/ 1574358 w 4063117"/>
                    <a:gd name="connsiteY2-178" fmla="*/ 898498 h 1836752"/>
                    <a:gd name="connsiteX3-179" fmla="*/ 2576223 w 4063117"/>
                    <a:gd name="connsiteY3-180" fmla="*/ 1280160 h 1836752"/>
                    <a:gd name="connsiteX4-181" fmla="*/ 3267986 w 4063117"/>
                    <a:gd name="connsiteY4-182" fmla="*/ 1836752 h 1836752"/>
                    <a:gd name="connsiteX5-183" fmla="*/ 4063117 w 4063117"/>
                    <a:gd name="connsiteY5-184" fmla="*/ 930304 h 1836752"/>
                    <a:gd name="connsiteX6-185" fmla="*/ 2782957 w 4063117"/>
                    <a:gd name="connsiteY6-186" fmla="*/ 0 h 1836752"/>
                    <a:gd name="connsiteX7-187" fmla="*/ 2178658 w 4063117"/>
                    <a:gd name="connsiteY7-188" fmla="*/ 31806 h 1836752"/>
                    <a:gd name="connsiteX8-189" fmla="*/ 1375576 w 4063117"/>
                    <a:gd name="connsiteY8-190" fmla="*/ 326004 h 1836752"/>
                    <a:gd name="connsiteX0-191" fmla="*/ 1375576 w 4063117"/>
                    <a:gd name="connsiteY0-192" fmla="*/ 326004 h 1836752"/>
                    <a:gd name="connsiteX1-193" fmla="*/ 0 w 4063117"/>
                    <a:gd name="connsiteY1-194" fmla="*/ 477079 h 1836752"/>
                    <a:gd name="connsiteX2-195" fmla="*/ 1574358 w 4063117"/>
                    <a:gd name="connsiteY2-196" fmla="*/ 898498 h 1836752"/>
                    <a:gd name="connsiteX3-197" fmla="*/ 2576223 w 4063117"/>
                    <a:gd name="connsiteY3-198" fmla="*/ 1280160 h 1836752"/>
                    <a:gd name="connsiteX4-199" fmla="*/ 3267986 w 4063117"/>
                    <a:gd name="connsiteY4-200" fmla="*/ 1836752 h 1836752"/>
                    <a:gd name="connsiteX5-201" fmla="*/ 4063117 w 4063117"/>
                    <a:gd name="connsiteY5-202" fmla="*/ 930304 h 1836752"/>
                    <a:gd name="connsiteX6-203" fmla="*/ 2782957 w 4063117"/>
                    <a:gd name="connsiteY6-204" fmla="*/ 0 h 1836752"/>
                    <a:gd name="connsiteX7-205" fmla="*/ 2178658 w 4063117"/>
                    <a:gd name="connsiteY7-206" fmla="*/ 31806 h 1836752"/>
                    <a:gd name="connsiteX8-207" fmla="*/ 1375576 w 4063117"/>
                    <a:gd name="connsiteY8-208" fmla="*/ 326004 h 1836752"/>
                    <a:gd name="connsiteX0-209" fmla="*/ 1375576 w 4063117"/>
                    <a:gd name="connsiteY0-210" fmla="*/ 326004 h 1836752"/>
                    <a:gd name="connsiteX1-211" fmla="*/ 0 w 4063117"/>
                    <a:gd name="connsiteY1-212" fmla="*/ 477079 h 1836752"/>
                    <a:gd name="connsiteX2-213" fmla="*/ 1574358 w 4063117"/>
                    <a:gd name="connsiteY2-214" fmla="*/ 898498 h 1836752"/>
                    <a:gd name="connsiteX3-215" fmla="*/ 2576223 w 4063117"/>
                    <a:gd name="connsiteY3-216" fmla="*/ 1280160 h 1836752"/>
                    <a:gd name="connsiteX4-217" fmla="*/ 3267986 w 4063117"/>
                    <a:gd name="connsiteY4-218" fmla="*/ 1836752 h 1836752"/>
                    <a:gd name="connsiteX5-219" fmla="*/ 4063117 w 4063117"/>
                    <a:gd name="connsiteY5-220" fmla="*/ 930304 h 1836752"/>
                    <a:gd name="connsiteX6-221" fmla="*/ 2782957 w 4063117"/>
                    <a:gd name="connsiteY6-222" fmla="*/ 0 h 1836752"/>
                    <a:gd name="connsiteX7-223" fmla="*/ 2178658 w 4063117"/>
                    <a:gd name="connsiteY7-224" fmla="*/ 31806 h 1836752"/>
                    <a:gd name="connsiteX8-225" fmla="*/ 1375576 w 4063117"/>
                    <a:gd name="connsiteY8-226" fmla="*/ 326004 h 1836752"/>
                    <a:gd name="connsiteX0-227" fmla="*/ 1375576 w 4063117"/>
                    <a:gd name="connsiteY0-228" fmla="*/ 326004 h 1836752"/>
                    <a:gd name="connsiteX1-229" fmla="*/ 0 w 4063117"/>
                    <a:gd name="connsiteY1-230" fmla="*/ 477079 h 1836752"/>
                    <a:gd name="connsiteX2-231" fmla="*/ 1574358 w 4063117"/>
                    <a:gd name="connsiteY2-232" fmla="*/ 898498 h 1836752"/>
                    <a:gd name="connsiteX3-233" fmla="*/ 2576223 w 4063117"/>
                    <a:gd name="connsiteY3-234" fmla="*/ 1280160 h 1836752"/>
                    <a:gd name="connsiteX4-235" fmla="*/ 3267986 w 4063117"/>
                    <a:gd name="connsiteY4-236" fmla="*/ 1836752 h 1836752"/>
                    <a:gd name="connsiteX5-237" fmla="*/ 4063117 w 4063117"/>
                    <a:gd name="connsiteY5-238" fmla="*/ 930304 h 1836752"/>
                    <a:gd name="connsiteX6-239" fmla="*/ 2782957 w 4063117"/>
                    <a:gd name="connsiteY6-240" fmla="*/ 0 h 1836752"/>
                    <a:gd name="connsiteX7-241" fmla="*/ 2178658 w 4063117"/>
                    <a:gd name="connsiteY7-242" fmla="*/ 31806 h 1836752"/>
                    <a:gd name="connsiteX8-243" fmla="*/ 1375576 w 4063117"/>
                    <a:gd name="connsiteY8-244" fmla="*/ 326004 h 1836752"/>
                    <a:gd name="connsiteX0-245" fmla="*/ 1419093 w 4106634"/>
                    <a:gd name="connsiteY0-246" fmla="*/ 326004 h 1836752"/>
                    <a:gd name="connsiteX1-247" fmla="*/ 43517 w 4106634"/>
                    <a:gd name="connsiteY1-248" fmla="*/ 477079 h 1836752"/>
                    <a:gd name="connsiteX2-249" fmla="*/ 1617875 w 4106634"/>
                    <a:gd name="connsiteY2-250" fmla="*/ 898498 h 1836752"/>
                    <a:gd name="connsiteX3-251" fmla="*/ 2619740 w 4106634"/>
                    <a:gd name="connsiteY3-252" fmla="*/ 1280160 h 1836752"/>
                    <a:gd name="connsiteX4-253" fmla="*/ 3311503 w 4106634"/>
                    <a:gd name="connsiteY4-254" fmla="*/ 1836752 h 1836752"/>
                    <a:gd name="connsiteX5-255" fmla="*/ 4106634 w 4106634"/>
                    <a:gd name="connsiteY5-256" fmla="*/ 930304 h 1836752"/>
                    <a:gd name="connsiteX6-257" fmla="*/ 2826474 w 4106634"/>
                    <a:gd name="connsiteY6-258" fmla="*/ 0 h 1836752"/>
                    <a:gd name="connsiteX7-259" fmla="*/ 2222175 w 4106634"/>
                    <a:gd name="connsiteY7-260" fmla="*/ 31806 h 1836752"/>
                    <a:gd name="connsiteX8-261" fmla="*/ 1419093 w 4106634"/>
                    <a:gd name="connsiteY8-262" fmla="*/ 326004 h 1836752"/>
                    <a:gd name="connsiteX0-263" fmla="*/ 1419093 w 4106634"/>
                    <a:gd name="connsiteY0-264" fmla="*/ 326004 h 1836752"/>
                    <a:gd name="connsiteX1-265" fmla="*/ 43517 w 4106634"/>
                    <a:gd name="connsiteY1-266" fmla="*/ 477079 h 1836752"/>
                    <a:gd name="connsiteX2-267" fmla="*/ 1617875 w 4106634"/>
                    <a:gd name="connsiteY2-268" fmla="*/ 898498 h 1836752"/>
                    <a:gd name="connsiteX3-269" fmla="*/ 2619740 w 4106634"/>
                    <a:gd name="connsiteY3-270" fmla="*/ 1280160 h 1836752"/>
                    <a:gd name="connsiteX4-271" fmla="*/ 3311503 w 4106634"/>
                    <a:gd name="connsiteY4-272" fmla="*/ 1836752 h 1836752"/>
                    <a:gd name="connsiteX5-273" fmla="*/ 4106634 w 4106634"/>
                    <a:gd name="connsiteY5-274" fmla="*/ 930304 h 1836752"/>
                    <a:gd name="connsiteX6-275" fmla="*/ 2826474 w 4106634"/>
                    <a:gd name="connsiteY6-276" fmla="*/ 0 h 1836752"/>
                    <a:gd name="connsiteX7-277" fmla="*/ 2222175 w 4106634"/>
                    <a:gd name="connsiteY7-278" fmla="*/ 31806 h 1836752"/>
                    <a:gd name="connsiteX8-279" fmla="*/ 1419093 w 4106634"/>
                    <a:gd name="connsiteY8-280" fmla="*/ 326004 h 1836752"/>
                    <a:gd name="connsiteX0-281" fmla="*/ 1424462 w 4112003"/>
                    <a:gd name="connsiteY0-282" fmla="*/ 326004 h 1836752"/>
                    <a:gd name="connsiteX1-283" fmla="*/ 48886 w 4112003"/>
                    <a:gd name="connsiteY1-284" fmla="*/ 477079 h 1836752"/>
                    <a:gd name="connsiteX2-285" fmla="*/ 1623244 w 4112003"/>
                    <a:gd name="connsiteY2-286" fmla="*/ 898498 h 1836752"/>
                    <a:gd name="connsiteX3-287" fmla="*/ 2625109 w 4112003"/>
                    <a:gd name="connsiteY3-288" fmla="*/ 1280160 h 1836752"/>
                    <a:gd name="connsiteX4-289" fmla="*/ 3316872 w 4112003"/>
                    <a:gd name="connsiteY4-290" fmla="*/ 1836752 h 1836752"/>
                    <a:gd name="connsiteX5-291" fmla="*/ 4112003 w 4112003"/>
                    <a:gd name="connsiteY5-292" fmla="*/ 930304 h 1836752"/>
                    <a:gd name="connsiteX6-293" fmla="*/ 2831843 w 4112003"/>
                    <a:gd name="connsiteY6-294" fmla="*/ 0 h 1836752"/>
                    <a:gd name="connsiteX7-295" fmla="*/ 2227544 w 4112003"/>
                    <a:gd name="connsiteY7-296" fmla="*/ 31806 h 1836752"/>
                    <a:gd name="connsiteX8-297" fmla="*/ 1424462 w 4112003"/>
                    <a:gd name="connsiteY8-298" fmla="*/ 326004 h 1836752"/>
                    <a:gd name="connsiteX0-299" fmla="*/ 1424462 w 4112003"/>
                    <a:gd name="connsiteY0-300" fmla="*/ 326004 h 1836752"/>
                    <a:gd name="connsiteX1-301" fmla="*/ 48886 w 4112003"/>
                    <a:gd name="connsiteY1-302" fmla="*/ 477079 h 1836752"/>
                    <a:gd name="connsiteX2-303" fmla="*/ 1623244 w 4112003"/>
                    <a:gd name="connsiteY2-304" fmla="*/ 898498 h 1836752"/>
                    <a:gd name="connsiteX3-305" fmla="*/ 2132129 w 4112003"/>
                    <a:gd name="connsiteY3-306" fmla="*/ 993914 h 1836752"/>
                    <a:gd name="connsiteX4-307" fmla="*/ 2625109 w 4112003"/>
                    <a:gd name="connsiteY4-308" fmla="*/ 1280160 h 1836752"/>
                    <a:gd name="connsiteX5-309" fmla="*/ 3316872 w 4112003"/>
                    <a:gd name="connsiteY5-310" fmla="*/ 1836752 h 1836752"/>
                    <a:gd name="connsiteX6-311" fmla="*/ 4112003 w 4112003"/>
                    <a:gd name="connsiteY6-312" fmla="*/ 930304 h 1836752"/>
                    <a:gd name="connsiteX7-313" fmla="*/ 2831843 w 4112003"/>
                    <a:gd name="connsiteY7-314" fmla="*/ 0 h 1836752"/>
                    <a:gd name="connsiteX8-315" fmla="*/ 2227544 w 4112003"/>
                    <a:gd name="connsiteY8-316" fmla="*/ 31806 h 1836752"/>
                    <a:gd name="connsiteX9" fmla="*/ 1424462 w 4112003"/>
                    <a:gd name="connsiteY9" fmla="*/ 326004 h 1836752"/>
                    <a:gd name="connsiteX0-317" fmla="*/ 1435225 w 4122766"/>
                    <a:gd name="connsiteY0-318" fmla="*/ 326004 h 1836752"/>
                    <a:gd name="connsiteX1-319" fmla="*/ 59649 w 4122766"/>
                    <a:gd name="connsiteY1-320" fmla="*/ 477079 h 1836752"/>
                    <a:gd name="connsiteX2-321" fmla="*/ 1634007 w 4122766"/>
                    <a:gd name="connsiteY2-322" fmla="*/ 898498 h 1836752"/>
                    <a:gd name="connsiteX3-323" fmla="*/ 2142892 w 4122766"/>
                    <a:gd name="connsiteY3-324" fmla="*/ 993914 h 1836752"/>
                    <a:gd name="connsiteX4-325" fmla="*/ 2635872 w 4122766"/>
                    <a:gd name="connsiteY4-326" fmla="*/ 1280160 h 1836752"/>
                    <a:gd name="connsiteX5-327" fmla="*/ 3327635 w 4122766"/>
                    <a:gd name="connsiteY5-328" fmla="*/ 1836752 h 1836752"/>
                    <a:gd name="connsiteX6-329" fmla="*/ 4122766 w 4122766"/>
                    <a:gd name="connsiteY6-330" fmla="*/ 930304 h 1836752"/>
                    <a:gd name="connsiteX7-331" fmla="*/ 2842606 w 4122766"/>
                    <a:gd name="connsiteY7-332" fmla="*/ 0 h 1836752"/>
                    <a:gd name="connsiteX8-333" fmla="*/ 2238307 w 4122766"/>
                    <a:gd name="connsiteY8-334" fmla="*/ 31806 h 1836752"/>
                    <a:gd name="connsiteX9-335" fmla="*/ 1435225 w 4122766"/>
                    <a:gd name="connsiteY9-336" fmla="*/ 326004 h 1836752"/>
                    <a:gd name="connsiteX0-337" fmla="*/ 1435225 w 4122766"/>
                    <a:gd name="connsiteY0-338" fmla="*/ 326004 h 1836752"/>
                    <a:gd name="connsiteX1-339" fmla="*/ 59649 w 4122766"/>
                    <a:gd name="connsiteY1-340" fmla="*/ 477079 h 1836752"/>
                    <a:gd name="connsiteX2-341" fmla="*/ 1634007 w 4122766"/>
                    <a:gd name="connsiteY2-342" fmla="*/ 898498 h 1836752"/>
                    <a:gd name="connsiteX3-343" fmla="*/ 2142892 w 4122766"/>
                    <a:gd name="connsiteY3-344" fmla="*/ 993914 h 1836752"/>
                    <a:gd name="connsiteX4-345" fmla="*/ 2635872 w 4122766"/>
                    <a:gd name="connsiteY4-346" fmla="*/ 1280160 h 1836752"/>
                    <a:gd name="connsiteX5-347" fmla="*/ 3327635 w 4122766"/>
                    <a:gd name="connsiteY5-348" fmla="*/ 1836752 h 1836752"/>
                    <a:gd name="connsiteX6-349" fmla="*/ 4122766 w 4122766"/>
                    <a:gd name="connsiteY6-350" fmla="*/ 930304 h 1836752"/>
                    <a:gd name="connsiteX7-351" fmla="*/ 2842606 w 4122766"/>
                    <a:gd name="connsiteY7-352" fmla="*/ 0 h 1836752"/>
                    <a:gd name="connsiteX8-353" fmla="*/ 2238307 w 4122766"/>
                    <a:gd name="connsiteY8-354" fmla="*/ 31806 h 1836752"/>
                    <a:gd name="connsiteX9-355" fmla="*/ 1435225 w 4122766"/>
                    <a:gd name="connsiteY9-356" fmla="*/ 326004 h 1836752"/>
                    <a:gd name="connsiteX0-357" fmla="*/ 1435225 w 4122766"/>
                    <a:gd name="connsiteY0-358" fmla="*/ 338408 h 1849156"/>
                    <a:gd name="connsiteX1-359" fmla="*/ 59649 w 4122766"/>
                    <a:gd name="connsiteY1-360" fmla="*/ 489483 h 1849156"/>
                    <a:gd name="connsiteX2-361" fmla="*/ 1634007 w 4122766"/>
                    <a:gd name="connsiteY2-362" fmla="*/ 910902 h 1849156"/>
                    <a:gd name="connsiteX3-363" fmla="*/ 2142892 w 4122766"/>
                    <a:gd name="connsiteY3-364" fmla="*/ 1006318 h 1849156"/>
                    <a:gd name="connsiteX4-365" fmla="*/ 2635872 w 4122766"/>
                    <a:gd name="connsiteY4-366" fmla="*/ 1292564 h 1849156"/>
                    <a:gd name="connsiteX5-367" fmla="*/ 3327635 w 4122766"/>
                    <a:gd name="connsiteY5-368" fmla="*/ 1849156 h 1849156"/>
                    <a:gd name="connsiteX6-369" fmla="*/ 4122766 w 4122766"/>
                    <a:gd name="connsiteY6-370" fmla="*/ 942708 h 1849156"/>
                    <a:gd name="connsiteX7-371" fmla="*/ 2842606 w 4122766"/>
                    <a:gd name="connsiteY7-372" fmla="*/ 12404 h 1849156"/>
                    <a:gd name="connsiteX8-373" fmla="*/ 2238307 w 4122766"/>
                    <a:gd name="connsiteY8-374" fmla="*/ 44210 h 1849156"/>
                    <a:gd name="connsiteX9-375" fmla="*/ 1435225 w 4122766"/>
                    <a:gd name="connsiteY9-376" fmla="*/ 338408 h 1849156"/>
                    <a:gd name="connsiteX0-377" fmla="*/ 1435225 w 4122766"/>
                    <a:gd name="connsiteY0-378" fmla="*/ 354916 h 1865664"/>
                    <a:gd name="connsiteX1-379" fmla="*/ 59649 w 4122766"/>
                    <a:gd name="connsiteY1-380" fmla="*/ 505991 h 1865664"/>
                    <a:gd name="connsiteX2-381" fmla="*/ 1634007 w 4122766"/>
                    <a:gd name="connsiteY2-382" fmla="*/ 927410 h 1865664"/>
                    <a:gd name="connsiteX3-383" fmla="*/ 2142892 w 4122766"/>
                    <a:gd name="connsiteY3-384" fmla="*/ 1022826 h 1865664"/>
                    <a:gd name="connsiteX4-385" fmla="*/ 2635872 w 4122766"/>
                    <a:gd name="connsiteY4-386" fmla="*/ 1309072 h 1865664"/>
                    <a:gd name="connsiteX5-387" fmla="*/ 3327635 w 4122766"/>
                    <a:gd name="connsiteY5-388" fmla="*/ 1865664 h 1865664"/>
                    <a:gd name="connsiteX6-389" fmla="*/ 4122766 w 4122766"/>
                    <a:gd name="connsiteY6-390" fmla="*/ 959216 h 1865664"/>
                    <a:gd name="connsiteX7-391" fmla="*/ 2842606 w 4122766"/>
                    <a:gd name="connsiteY7-392" fmla="*/ 28912 h 1865664"/>
                    <a:gd name="connsiteX8-393" fmla="*/ 2238307 w 4122766"/>
                    <a:gd name="connsiteY8-394" fmla="*/ 60718 h 1865664"/>
                    <a:gd name="connsiteX9-395" fmla="*/ 1435225 w 4122766"/>
                    <a:gd name="connsiteY9-396" fmla="*/ 354916 h 1865664"/>
                    <a:gd name="connsiteX0-397" fmla="*/ 1435225 w 4122766"/>
                    <a:gd name="connsiteY0-398" fmla="*/ 354916 h 1865664"/>
                    <a:gd name="connsiteX1-399" fmla="*/ 59649 w 4122766"/>
                    <a:gd name="connsiteY1-400" fmla="*/ 505991 h 1865664"/>
                    <a:gd name="connsiteX2-401" fmla="*/ 1634007 w 4122766"/>
                    <a:gd name="connsiteY2-402" fmla="*/ 927410 h 1865664"/>
                    <a:gd name="connsiteX3-403" fmla="*/ 2142892 w 4122766"/>
                    <a:gd name="connsiteY3-404" fmla="*/ 1022826 h 1865664"/>
                    <a:gd name="connsiteX4-405" fmla="*/ 2635872 w 4122766"/>
                    <a:gd name="connsiteY4-406" fmla="*/ 1309072 h 1865664"/>
                    <a:gd name="connsiteX5-407" fmla="*/ 3327635 w 4122766"/>
                    <a:gd name="connsiteY5-408" fmla="*/ 1865664 h 1865664"/>
                    <a:gd name="connsiteX6-409" fmla="*/ 4122766 w 4122766"/>
                    <a:gd name="connsiteY6-410" fmla="*/ 959216 h 1865664"/>
                    <a:gd name="connsiteX7-411" fmla="*/ 2842606 w 4122766"/>
                    <a:gd name="connsiteY7-412" fmla="*/ 28912 h 1865664"/>
                    <a:gd name="connsiteX8-413" fmla="*/ 2238307 w 4122766"/>
                    <a:gd name="connsiteY8-414" fmla="*/ 60718 h 1865664"/>
                    <a:gd name="connsiteX9-415" fmla="*/ 1435225 w 4122766"/>
                    <a:gd name="connsiteY9-416" fmla="*/ 354916 h 1865664"/>
                    <a:gd name="connsiteX0-417" fmla="*/ 1435225 w 4122766"/>
                    <a:gd name="connsiteY0-418" fmla="*/ 339809 h 1850557"/>
                    <a:gd name="connsiteX1-419" fmla="*/ 59649 w 4122766"/>
                    <a:gd name="connsiteY1-420" fmla="*/ 490884 h 1850557"/>
                    <a:gd name="connsiteX2-421" fmla="*/ 1634007 w 4122766"/>
                    <a:gd name="connsiteY2-422" fmla="*/ 912303 h 1850557"/>
                    <a:gd name="connsiteX3-423" fmla="*/ 2142892 w 4122766"/>
                    <a:gd name="connsiteY3-424" fmla="*/ 1007719 h 1850557"/>
                    <a:gd name="connsiteX4-425" fmla="*/ 2635872 w 4122766"/>
                    <a:gd name="connsiteY4-426" fmla="*/ 1293965 h 1850557"/>
                    <a:gd name="connsiteX5-427" fmla="*/ 3327635 w 4122766"/>
                    <a:gd name="connsiteY5-428" fmla="*/ 1850557 h 1850557"/>
                    <a:gd name="connsiteX6-429" fmla="*/ 4122766 w 4122766"/>
                    <a:gd name="connsiteY6-430" fmla="*/ 944109 h 1850557"/>
                    <a:gd name="connsiteX7-431" fmla="*/ 2842606 w 4122766"/>
                    <a:gd name="connsiteY7-432" fmla="*/ 13805 h 1850557"/>
                    <a:gd name="connsiteX8-433" fmla="*/ 2166745 w 4122766"/>
                    <a:gd name="connsiteY8-434" fmla="*/ 93319 h 1850557"/>
                    <a:gd name="connsiteX9-435" fmla="*/ 1435225 w 4122766"/>
                    <a:gd name="connsiteY9-436" fmla="*/ 339809 h 1850557"/>
                    <a:gd name="connsiteX0-437" fmla="*/ 1435225 w 4122766"/>
                    <a:gd name="connsiteY0-438" fmla="*/ 367230 h 1877978"/>
                    <a:gd name="connsiteX1-439" fmla="*/ 59649 w 4122766"/>
                    <a:gd name="connsiteY1-440" fmla="*/ 518305 h 1877978"/>
                    <a:gd name="connsiteX2-441" fmla="*/ 1634007 w 4122766"/>
                    <a:gd name="connsiteY2-442" fmla="*/ 939724 h 1877978"/>
                    <a:gd name="connsiteX3-443" fmla="*/ 2142892 w 4122766"/>
                    <a:gd name="connsiteY3-444" fmla="*/ 1035140 h 1877978"/>
                    <a:gd name="connsiteX4-445" fmla="*/ 2635872 w 4122766"/>
                    <a:gd name="connsiteY4-446" fmla="*/ 1321386 h 1877978"/>
                    <a:gd name="connsiteX5-447" fmla="*/ 3327635 w 4122766"/>
                    <a:gd name="connsiteY5-448" fmla="*/ 1877978 h 1877978"/>
                    <a:gd name="connsiteX6-449" fmla="*/ 4122766 w 4122766"/>
                    <a:gd name="connsiteY6-450" fmla="*/ 971530 h 1877978"/>
                    <a:gd name="connsiteX7-451" fmla="*/ 2842606 w 4122766"/>
                    <a:gd name="connsiteY7-452" fmla="*/ 9421 h 1877978"/>
                    <a:gd name="connsiteX8-453" fmla="*/ 2166745 w 4122766"/>
                    <a:gd name="connsiteY8-454" fmla="*/ 120740 h 1877978"/>
                    <a:gd name="connsiteX9-455" fmla="*/ 1435225 w 4122766"/>
                    <a:gd name="connsiteY9-456" fmla="*/ 367230 h 1877978"/>
                    <a:gd name="connsiteX0-457" fmla="*/ 1435225 w 4122766"/>
                    <a:gd name="connsiteY0-458" fmla="*/ 367230 h 1877978"/>
                    <a:gd name="connsiteX1-459" fmla="*/ 59649 w 4122766"/>
                    <a:gd name="connsiteY1-460" fmla="*/ 518305 h 1877978"/>
                    <a:gd name="connsiteX2-461" fmla="*/ 1634007 w 4122766"/>
                    <a:gd name="connsiteY2-462" fmla="*/ 939724 h 1877978"/>
                    <a:gd name="connsiteX3-463" fmla="*/ 2142892 w 4122766"/>
                    <a:gd name="connsiteY3-464" fmla="*/ 1035140 h 1877978"/>
                    <a:gd name="connsiteX4-465" fmla="*/ 2635872 w 4122766"/>
                    <a:gd name="connsiteY4-466" fmla="*/ 1321386 h 1877978"/>
                    <a:gd name="connsiteX5-467" fmla="*/ 3327635 w 4122766"/>
                    <a:gd name="connsiteY5-468" fmla="*/ 1877978 h 1877978"/>
                    <a:gd name="connsiteX6-469" fmla="*/ 4122766 w 4122766"/>
                    <a:gd name="connsiteY6-470" fmla="*/ 971530 h 1877978"/>
                    <a:gd name="connsiteX7-471" fmla="*/ 2842606 w 4122766"/>
                    <a:gd name="connsiteY7-472" fmla="*/ 9421 h 1877978"/>
                    <a:gd name="connsiteX8-473" fmla="*/ 2166745 w 4122766"/>
                    <a:gd name="connsiteY8-474" fmla="*/ 120740 h 1877978"/>
                    <a:gd name="connsiteX9-475" fmla="*/ 1435225 w 4122766"/>
                    <a:gd name="connsiteY9-476" fmla="*/ 367230 h 1877978"/>
                    <a:gd name="connsiteX0-477" fmla="*/ 1435225 w 4122766"/>
                    <a:gd name="connsiteY0-478" fmla="*/ 376690 h 1887438"/>
                    <a:gd name="connsiteX1-479" fmla="*/ 59649 w 4122766"/>
                    <a:gd name="connsiteY1-480" fmla="*/ 527765 h 1887438"/>
                    <a:gd name="connsiteX2-481" fmla="*/ 1634007 w 4122766"/>
                    <a:gd name="connsiteY2-482" fmla="*/ 949184 h 1887438"/>
                    <a:gd name="connsiteX3-483" fmla="*/ 2142892 w 4122766"/>
                    <a:gd name="connsiteY3-484" fmla="*/ 1044600 h 1887438"/>
                    <a:gd name="connsiteX4-485" fmla="*/ 2635872 w 4122766"/>
                    <a:gd name="connsiteY4-486" fmla="*/ 1330846 h 1887438"/>
                    <a:gd name="connsiteX5-487" fmla="*/ 3327635 w 4122766"/>
                    <a:gd name="connsiteY5-488" fmla="*/ 1887438 h 1887438"/>
                    <a:gd name="connsiteX6-489" fmla="*/ 4122766 w 4122766"/>
                    <a:gd name="connsiteY6-490" fmla="*/ 980990 h 1887438"/>
                    <a:gd name="connsiteX7-491" fmla="*/ 2842606 w 4122766"/>
                    <a:gd name="connsiteY7-492" fmla="*/ 18881 h 1887438"/>
                    <a:gd name="connsiteX8-493" fmla="*/ 2166745 w 4122766"/>
                    <a:gd name="connsiteY8-494" fmla="*/ 130200 h 1887438"/>
                    <a:gd name="connsiteX9-495" fmla="*/ 1435225 w 4122766"/>
                    <a:gd name="connsiteY9-496" fmla="*/ 376690 h 1887438"/>
                    <a:gd name="connsiteX0-497" fmla="*/ 1435225 w 4067107"/>
                    <a:gd name="connsiteY0-498" fmla="*/ 376690 h 1887438"/>
                    <a:gd name="connsiteX1-499" fmla="*/ 59649 w 4067107"/>
                    <a:gd name="connsiteY1-500" fmla="*/ 527765 h 1887438"/>
                    <a:gd name="connsiteX2-501" fmla="*/ 1634007 w 4067107"/>
                    <a:gd name="connsiteY2-502" fmla="*/ 949184 h 1887438"/>
                    <a:gd name="connsiteX3-503" fmla="*/ 2142892 w 4067107"/>
                    <a:gd name="connsiteY3-504" fmla="*/ 1044600 h 1887438"/>
                    <a:gd name="connsiteX4-505" fmla="*/ 2635872 w 4067107"/>
                    <a:gd name="connsiteY4-506" fmla="*/ 1330846 h 1887438"/>
                    <a:gd name="connsiteX5-507" fmla="*/ 3327635 w 4067107"/>
                    <a:gd name="connsiteY5-508" fmla="*/ 1887438 h 1887438"/>
                    <a:gd name="connsiteX6-509" fmla="*/ 4067107 w 4067107"/>
                    <a:gd name="connsiteY6-510" fmla="*/ 1036649 h 1887438"/>
                    <a:gd name="connsiteX7-511" fmla="*/ 2842606 w 4067107"/>
                    <a:gd name="connsiteY7-512" fmla="*/ 18881 h 1887438"/>
                    <a:gd name="connsiteX8-513" fmla="*/ 2166745 w 4067107"/>
                    <a:gd name="connsiteY8-514" fmla="*/ 130200 h 1887438"/>
                    <a:gd name="connsiteX9-515" fmla="*/ 1435225 w 4067107"/>
                    <a:gd name="connsiteY9-516" fmla="*/ 376690 h 1887438"/>
                    <a:gd name="connsiteX0-517" fmla="*/ 1435225 w 4067107"/>
                    <a:gd name="connsiteY0-518" fmla="*/ 376690 h 1887438"/>
                    <a:gd name="connsiteX1-519" fmla="*/ 59649 w 4067107"/>
                    <a:gd name="connsiteY1-520" fmla="*/ 527765 h 1887438"/>
                    <a:gd name="connsiteX2-521" fmla="*/ 1634007 w 4067107"/>
                    <a:gd name="connsiteY2-522" fmla="*/ 949184 h 1887438"/>
                    <a:gd name="connsiteX3-523" fmla="*/ 2142892 w 4067107"/>
                    <a:gd name="connsiteY3-524" fmla="*/ 1044600 h 1887438"/>
                    <a:gd name="connsiteX4-525" fmla="*/ 2635872 w 4067107"/>
                    <a:gd name="connsiteY4-526" fmla="*/ 1330846 h 1887438"/>
                    <a:gd name="connsiteX5-527" fmla="*/ 3327635 w 4067107"/>
                    <a:gd name="connsiteY5-528" fmla="*/ 1887438 h 1887438"/>
                    <a:gd name="connsiteX6-529" fmla="*/ 4067107 w 4067107"/>
                    <a:gd name="connsiteY6-530" fmla="*/ 1036649 h 1887438"/>
                    <a:gd name="connsiteX7-531" fmla="*/ 2842606 w 4067107"/>
                    <a:gd name="connsiteY7-532" fmla="*/ 18881 h 1887438"/>
                    <a:gd name="connsiteX8-533" fmla="*/ 2166745 w 4067107"/>
                    <a:gd name="connsiteY8-534" fmla="*/ 130200 h 1887438"/>
                    <a:gd name="connsiteX9-535" fmla="*/ 1435225 w 4067107"/>
                    <a:gd name="connsiteY9-536" fmla="*/ 376690 h 1887438"/>
                    <a:gd name="connsiteX0-537" fmla="*/ 1435225 w 4067107"/>
                    <a:gd name="connsiteY0-538" fmla="*/ 376690 h 1887438"/>
                    <a:gd name="connsiteX1-539" fmla="*/ 59649 w 4067107"/>
                    <a:gd name="connsiteY1-540" fmla="*/ 527765 h 1887438"/>
                    <a:gd name="connsiteX2-541" fmla="*/ 1634007 w 4067107"/>
                    <a:gd name="connsiteY2-542" fmla="*/ 949184 h 1887438"/>
                    <a:gd name="connsiteX3-543" fmla="*/ 2142892 w 4067107"/>
                    <a:gd name="connsiteY3-544" fmla="*/ 1044600 h 1887438"/>
                    <a:gd name="connsiteX4-545" fmla="*/ 2548408 w 4067107"/>
                    <a:gd name="connsiteY4-546" fmla="*/ 1275187 h 1887438"/>
                    <a:gd name="connsiteX5-547" fmla="*/ 3327635 w 4067107"/>
                    <a:gd name="connsiteY5-548" fmla="*/ 1887438 h 1887438"/>
                    <a:gd name="connsiteX6-549" fmla="*/ 4067107 w 4067107"/>
                    <a:gd name="connsiteY6-550" fmla="*/ 1036649 h 1887438"/>
                    <a:gd name="connsiteX7-551" fmla="*/ 2842606 w 4067107"/>
                    <a:gd name="connsiteY7-552" fmla="*/ 18881 h 1887438"/>
                    <a:gd name="connsiteX8-553" fmla="*/ 2166745 w 4067107"/>
                    <a:gd name="connsiteY8-554" fmla="*/ 130200 h 1887438"/>
                    <a:gd name="connsiteX9-555" fmla="*/ 1435225 w 4067107"/>
                    <a:gd name="connsiteY9-556" fmla="*/ 376690 h 1887438"/>
                    <a:gd name="connsiteX0-557" fmla="*/ 1435225 w 4067107"/>
                    <a:gd name="connsiteY0-558" fmla="*/ 376690 h 1927194"/>
                    <a:gd name="connsiteX1-559" fmla="*/ 59649 w 4067107"/>
                    <a:gd name="connsiteY1-560" fmla="*/ 527765 h 1927194"/>
                    <a:gd name="connsiteX2-561" fmla="*/ 1634007 w 4067107"/>
                    <a:gd name="connsiteY2-562" fmla="*/ 949184 h 1927194"/>
                    <a:gd name="connsiteX3-563" fmla="*/ 2142892 w 4067107"/>
                    <a:gd name="connsiteY3-564" fmla="*/ 1044600 h 1927194"/>
                    <a:gd name="connsiteX4-565" fmla="*/ 2548408 w 4067107"/>
                    <a:gd name="connsiteY4-566" fmla="*/ 1275187 h 1927194"/>
                    <a:gd name="connsiteX5-567" fmla="*/ 3089096 w 4067107"/>
                    <a:gd name="connsiteY5-568" fmla="*/ 1927194 h 1927194"/>
                    <a:gd name="connsiteX6-569" fmla="*/ 4067107 w 4067107"/>
                    <a:gd name="connsiteY6-570" fmla="*/ 1036649 h 1927194"/>
                    <a:gd name="connsiteX7-571" fmla="*/ 2842606 w 4067107"/>
                    <a:gd name="connsiteY7-572" fmla="*/ 18881 h 1927194"/>
                    <a:gd name="connsiteX8-573" fmla="*/ 2166745 w 4067107"/>
                    <a:gd name="connsiteY8-574" fmla="*/ 130200 h 1927194"/>
                    <a:gd name="connsiteX9-575" fmla="*/ 1435225 w 4067107"/>
                    <a:gd name="connsiteY9-576" fmla="*/ 376690 h 1927194"/>
                    <a:gd name="connsiteX0-577" fmla="*/ 1435225 w 4067107"/>
                    <a:gd name="connsiteY0-578" fmla="*/ 376690 h 1927194"/>
                    <a:gd name="connsiteX1-579" fmla="*/ 59649 w 4067107"/>
                    <a:gd name="connsiteY1-580" fmla="*/ 527765 h 1927194"/>
                    <a:gd name="connsiteX2-581" fmla="*/ 1634007 w 4067107"/>
                    <a:gd name="connsiteY2-582" fmla="*/ 949184 h 1927194"/>
                    <a:gd name="connsiteX3-583" fmla="*/ 2142892 w 4067107"/>
                    <a:gd name="connsiteY3-584" fmla="*/ 1044600 h 1927194"/>
                    <a:gd name="connsiteX4-585" fmla="*/ 2548408 w 4067107"/>
                    <a:gd name="connsiteY4-586" fmla="*/ 1275187 h 1927194"/>
                    <a:gd name="connsiteX5-587" fmla="*/ 3256074 w 4067107"/>
                    <a:gd name="connsiteY5-588" fmla="*/ 1927194 h 1927194"/>
                    <a:gd name="connsiteX6-589" fmla="*/ 4067107 w 4067107"/>
                    <a:gd name="connsiteY6-590" fmla="*/ 1036649 h 1927194"/>
                    <a:gd name="connsiteX7-591" fmla="*/ 2842606 w 4067107"/>
                    <a:gd name="connsiteY7-592" fmla="*/ 18881 h 1927194"/>
                    <a:gd name="connsiteX8-593" fmla="*/ 2166745 w 4067107"/>
                    <a:gd name="connsiteY8-594" fmla="*/ 130200 h 1927194"/>
                    <a:gd name="connsiteX9-595" fmla="*/ 1435225 w 4067107"/>
                    <a:gd name="connsiteY9-596" fmla="*/ 376690 h 1927194"/>
                    <a:gd name="connsiteX0-597" fmla="*/ 1435225 w 4067107"/>
                    <a:gd name="connsiteY0-598" fmla="*/ 376690 h 1927194"/>
                    <a:gd name="connsiteX1-599" fmla="*/ 59649 w 4067107"/>
                    <a:gd name="connsiteY1-600" fmla="*/ 527765 h 1927194"/>
                    <a:gd name="connsiteX2-601" fmla="*/ 1634007 w 4067107"/>
                    <a:gd name="connsiteY2-602" fmla="*/ 949184 h 1927194"/>
                    <a:gd name="connsiteX3-603" fmla="*/ 2142892 w 4067107"/>
                    <a:gd name="connsiteY3-604" fmla="*/ 1044600 h 1927194"/>
                    <a:gd name="connsiteX4-605" fmla="*/ 2476846 w 4067107"/>
                    <a:gd name="connsiteY4-606" fmla="*/ 1378554 h 1927194"/>
                    <a:gd name="connsiteX5-607" fmla="*/ 3256074 w 4067107"/>
                    <a:gd name="connsiteY5-608" fmla="*/ 1927194 h 1927194"/>
                    <a:gd name="connsiteX6-609" fmla="*/ 4067107 w 4067107"/>
                    <a:gd name="connsiteY6-610" fmla="*/ 1036649 h 1927194"/>
                    <a:gd name="connsiteX7-611" fmla="*/ 2842606 w 4067107"/>
                    <a:gd name="connsiteY7-612" fmla="*/ 18881 h 1927194"/>
                    <a:gd name="connsiteX8-613" fmla="*/ 2166745 w 4067107"/>
                    <a:gd name="connsiteY8-614" fmla="*/ 130200 h 1927194"/>
                    <a:gd name="connsiteX9-615" fmla="*/ 1435225 w 4067107"/>
                    <a:gd name="connsiteY9-616" fmla="*/ 376690 h 1927194"/>
                    <a:gd name="connsiteX0-617" fmla="*/ 1435225 w 4067107"/>
                    <a:gd name="connsiteY0-618" fmla="*/ 376690 h 1927194"/>
                    <a:gd name="connsiteX1-619" fmla="*/ 59649 w 4067107"/>
                    <a:gd name="connsiteY1-620" fmla="*/ 527765 h 1927194"/>
                    <a:gd name="connsiteX2-621" fmla="*/ 1634007 w 4067107"/>
                    <a:gd name="connsiteY2-622" fmla="*/ 949184 h 1927194"/>
                    <a:gd name="connsiteX3-623" fmla="*/ 2142892 w 4067107"/>
                    <a:gd name="connsiteY3-624" fmla="*/ 1044600 h 1927194"/>
                    <a:gd name="connsiteX4-625" fmla="*/ 2476846 w 4067107"/>
                    <a:gd name="connsiteY4-626" fmla="*/ 1378554 h 1927194"/>
                    <a:gd name="connsiteX5-627" fmla="*/ 3256074 w 4067107"/>
                    <a:gd name="connsiteY5-628" fmla="*/ 1927194 h 1927194"/>
                    <a:gd name="connsiteX6-629" fmla="*/ 4067107 w 4067107"/>
                    <a:gd name="connsiteY6-630" fmla="*/ 1036649 h 1927194"/>
                    <a:gd name="connsiteX7-631" fmla="*/ 2842606 w 4067107"/>
                    <a:gd name="connsiteY7-632" fmla="*/ 18881 h 1927194"/>
                    <a:gd name="connsiteX8-633" fmla="*/ 2166745 w 4067107"/>
                    <a:gd name="connsiteY8-634" fmla="*/ 130200 h 1927194"/>
                    <a:gd name="connsiteX9-635" fmla="*/ 1435225 w 4067107"/>
                    <a:gd name="connsiteY9-636" fmla="*/ 376690 h 1927194"/>
                    <a:gd name="connsiteX0-637" fmla="*/ 1435225 w 4067107"/>
                    <a:gd name="connsiteY0-638" fmla="*/ 376690 h 1747240"/>
                    <a:gd name="connsiteX1-639" fmla="*/ 59649 w 4067107"/>
                    <a:gd name="connsiteY1-640" fmla="*/ 527765 h 1747240"/>
                    <a:gd name="connsiteX2-641" fmla="*/ 1634007 w 4067107"/>
                    <a:gd name="connsiteY2-642" fmla="*/ 949184 h 1747240"/>
                    <a:gd name="connsiteX3-643" fmla="*/ 2142892 w 4067107"/>
                    <a:gd name="connsiteY3-644" fmla="*/ 1044600 h 1747240"/>
                    <a:gd name="connsiteX4-645" fmla="*/ 2476846 w 4067107"/>
                    <a:gd name="connsiteY4-646" fmla="*/ 1378554 h 1747240"/>
                    <a:gd name="connsiteX5-647" fmla="*/ 3004138 w 4067107"/>
                    <a:gd name="connsiteY5-648" fmla="*/ 1747240 h 1747240"/>
                    <a:gd name="connsiteX6-649" fmla="*/ 4067107 w 4067107"/>
                    <a:gd name="connsiteY6-650" fmla="*/ 1036649 h 1747240"/>
                    <a:gd name="connsiteX7-651" fmla="*/ 2842606 w 4067107"/>
                    <a:gd name="connsiteY7-652" fmla="*/ 18881 h 1747240"/>
                    <a:gd name="connsiteX8-653" fmla="*/ 2166745 w 4067107"/>
                    <a:gd name="connsiteY8-654" fmla="*/ 130200 h 1747240"/>
                    <a:gd name="connsiteX9-655" fmla="*/ 1435225 w 4067107"/>
                    <a:gd name="connsiteY9-656" fmla="*/ 376690 h 1747240"/>
                    <a:gd name="connsiteX0-657" fmla="*/ 1435225 w 3887153"/>
                    <a:gd name="connsiteY0-658" fmla="*/ 376690 h 1747240"/>
                    <a:gd name="connsiteX1-659" fmla="*/ 59649 w 3887153"/>
                    <a:gd name="connsiteY1-660" fmla="*/ 527765 h 1747240"/>
                    <a:gd name="connsiteX2-661" fmla="*/ 1634007 w 3887153"/>
                    <a:gd name="connsiteY2-662" fmla="*/ 949184 h 1747240"/>
                    <a:gd name="connsiteX3-663" fmla="*/ 2142892 w 3887153"/>
                    <a:gd name="connsiteY3-664" fmla="*/ 1044600 h 1747240"/>
                    <a:gd name="connsiteX4-665" fmla="*/ 2476846 w 3887153"/>
                    <a:gd name="connsiteY4-666" fmla="*/ 1378554 h 1747240"/>
                    <a:gd name="connsiteX5-667" fmla="*/ 3004138 w 3887153"/>
                    <a:gd name="connsiteY5-668" fmla="*/ 1747240 h 1747240"/>
                    <a:gd name="connsiteX6-669" fmla="*/ 3887153 w 3887153"/>
                    <a:gd name="connsiteY6-670" fmla="*/ 784714 h 1747240"/>
                    <a:gd name="connsiteX7-671" fmla="*/ 2842606 w 3887153"/>
                    <a:gd name="connsiteY7-672" fmla="*/ 18881 h 1747240"/>
                    <a:gd name="connsiteX8-673" fmla="*/ 2166745 w 3887153"/>
                    <a:gd name="connsiteY8-674" fmla="*/ 130200 h 1747240"/>
                    <a:gd name="connsiteX9-675" fmla="*/ 1435225 w 3887153"/>
                    <a:gd name="connsiteY9-676" fmla="*/ 376690 h 1747240"/>
                    <a:gd name="connsiteX0-677" fmla="*/ 1435225 w 3887153"/>
                    <a:gd name="connsiteY0-678" fmla="*/ 376690 h 1747240"/>
                    <a:gd name="connsiteX1-679" fmla="*/ 59649 w 3887153"/>
                    <a:gd name="connsiteY1-680" fmla="*/ 527765 h 1747240"/>
                    <a:gd name="connsiteX2-681" fmla="*/ 1634007 w 3887153"/>
                    <a:gd name="connsiteY2-682" fmla="*/ 949184 h 1747240"/>
                    <a:gd name="connsiteX3-683" fmla="*/ 2142892 w 3887153"/>
                    <a:gd name="connsiteY3-684" fmla="*/ 1044600 h 1747240"/>
                    <a:gd name="connsiteX4-685" fmla="*/ 2476846 w 3887153"/>
                    <a:gd name="connsiteY4-686" fmla="*/ 1378554 h 1747240"/>
                    <a:gd name="connsiteX5-687" fmla="*/ 2806187 w 3887153"/>
                    <a:gd name="connsiteY5-688" fmla="*/ 1747240 h 1747240"/>
                    <a:gd name="connsiteX6-689" fmla="*/ 3887153 w 3887153"/>
                    <a:gd name="connsiteY6-690" fmla="*/ 784714 h 1747240"/>
                    <a:gd name="connsiteX7-691" fmla="*/ 2842606 w 3887153"/>
                    <a:gd name="connsiteY7-692" fmla="*/ 18881 h 1747240"/>
                    <a:gd name="connsiteX8-693" fmla="*/ 2166745 w 3887153"/>
                    <a:gd name="connsiteY8-694" fmla="*/ 130200 h 1747240"/>
                    <a:gd name="connsiteX9-695" fmla="*/ 1435225 w 3887153"/>
                    <a:gd name="connsiteY9-696" fmla="*/ 376690 h 174724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335" y="connsiteY9-336"/>
                    </a:cxn>
                  </a:cxnLst>
                  <a:rect l="l" t="t" r="r" b="b"/>
                  <a:pathLst>
                    <a:path w="3887153" h="1747240">
                      <a:moveTo>
                        <a:pt x="1435225" y="376690"/>
                      </a:moveTo>
                      <a:cubicBezTo>
                        <a:pt x="921041" y="355486"/>
                        <a:pt x="168317" y="374040"/>
                        <a:pt x="59649" y="527765"/>
                      </a:cubicBezTo>
                      <a:cubicBezTo>
                        <a:pt x="-282257" y="890874"/>
                        <a:pt x="926341" y="920030"/>
                        <a:pt x="1634007" y="949184"/>
                      </a:cubicBezTo>
                      <a:cubicBezTo>
                        <a:pt x="1755927" y="988940"/>
                        <a:pt x="2020972" y="1004844"/>
                        <a:pt x="2142892" y="1044600"/>
                      </a:cubicBezTo>
                      <a:lnTo>
                        <a:pt x="2476846" y="1378554"/>
                      </a:lnTo>
                      <a:lnTo>
                        <a:pt x="2806187" y="1747240"/>
                      </a:lnTo>
                      <a:lnTo>
                        <a:pt x="3887153" y="784714"/>
                      </a:lnTo>
                      <a:cubicBezTo>
                        <a:pt x="3502840" y="495816"/>
                        <a:pt x="3512746" y="372650"/>
                        <a:pt x="2842606" y="18881"/>
                      </a:cubicBezTo>
                      <a:cubicBezTo>
                        <a:pt x="2541783" y="-38103"/>
                        <a:pt x="2417210" y="44060"/>
                        <a:pt x="2166745" y="130200"/>
                      </a:cubicBezTo>
                      <a:cubicBezTo>
                        <a:pt x="1932182" y="184534"/>
                        <a:pt x="1811587" y="315730"/>
                        <a:pt x="1435225" y="376690"/>
                      </a:cubicBezTo>
                      <a:close/>
                    </a:path>
                  </a:pathLst>
                </a:custGeom>
                <a:solidFill>
                  <a:srgbClr val="78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/>
                </a:p>
              </p:txBody>
            </p:sp>
            <p:sp>
              <p:nvSpPr>
                <p:cNvPr id="4" name="Freeform 19"/>
                <p:cNvSpPr/>
                <p:nvPr/>
              </p:nvSpPr>
              <p:spPr>
                <a:xfrm flipH="1">
                  <a:off x="2156087" y="2217893"/>
                  <a:ext cx="1545584" cy="794676"/>
                </a:xfrm>
                <a:custGeom>
                  <a:avLst/>
                  <a:gdLst>
                    <a:gd name="connsiteX0" fmla="*/ 1288111 w 3347499"/>
                    <a:gd name="connsiteY0" fmla="*/ 620202 h 1995778"/>
                    <a:gd name="connsiteX1" fmla="*/ 659958 w 3347499"/>
                    <a:gd name="connsiteY1" fmla="*/ 95416 h 1995778"/>
                    <a:gd name="connsiteX2" fmla="*/ 373711 w 3347499"/>
                    <a:gd name="connsiteY2" fmla="*/ 39757 h 1995778"/>
                    <a:gd name="connsiteX3" fmla="*/ 119270 w 3347499"/>
                    <a:gd name="connsiteY3" fmla="*/ 0 h 1995778"/>
                    <a:gd name="connsiteX4" fmla="*/ 111318 w 3347499"/>
                    <a:gd name="connsiteY4" fmla="*/ 151075 h 1995778"/>
                    <a:gd name="connsiteX5" fmla="*/ 0 w 3347499"/>
                    <a:gd name="connsiteY5" fmla="*/ 214686 h 1995778"/>
                    <a:gd name="connsiteX6" fmla="*/ 779228 w 3347499"/>
                    <a:gd name="connsiteY6" fmla="*/ 1264258 h 1995778"/>
                    <a:gd name="connsiteX7" fmla="*/ 1900362 w 3347499"/>
                    <a:gd name="connsiteY7" fmla="*/ 1995778 h 1995778"/>
                    <a:gd name="connsiteX8" fmla="*/ 3347499 w 3347499"/>
                    <a:gd name="connsiteY8" fmla="*/ 1653872 h 1995778"/>
                    <a:gd name="connsiteX9" fmla="*/ 1288111 w 3347499"/>
                    <a:gd name="connsiteY9" fmla="*/ 620202 h 1995778"/>
                    <a:gd name="connsiteX0-1" fmla="*/ 1288111 w 3347499"/>
                    <a:gd name="connsiteY0-2" fmla="*/ 620202 h 1995778"/>
                    <a:gd name="connsiteX1-3" fmla="*/ 659958 w 3347499"/>
                    <a:gd name="connsiteY1-4" fmla="*/ 95416 h 1995778"/>
                    <a:gd name="connsiteX2-5" fmla="*/ 373711 w 3347499"/>
                    <a:gd name="connsiteY2-6" fmla="*/ 39757 h 1995778"/>
                    <a:gd name="connsiteX3-7" fmla="*/ 119270 w 3347499"/>
                    <a:gd name="connsiteY3-8" fmla="*/ 0 h 1995778"/>
                    <a:gd name="connsiteX4-9" fmla="*/ 111318 w 3347499"/>
                    <a:gd name="connsiteY4-10" fmla="*/ 151075 h 1995778"/>
                    <a:gd name="connsiteX5-11" fmla="*/ 0 w 3347499"/>
                    <a:gd name="connsiteY5-12" fmla="*/ 214686 h 1995778"/>
                    <a:gd name="connsiteX6-13" fmla="*/ 779228 w 3347499"/>
                    <a:gd name="connsiteY6-14" fmla="*/ 1264258 h 1995778"/>
                    <a:gd name="connsiteX7-15" fmla="*/ 1900362 w 3347499"/>
                    <a:gd name="connsiteY7-16" fmla="*/ 1995778 h 1995778"/>
                    <a:gd name="connsiteX8-17" fmla="*/ 3347499 w 3347499"/>
                    <a:gd name="connsiteY8-18" fmla="*/ 1653872 h 1995778"/>
                    <a:gd name="connsiteX9-19" fmla="*/ 1288111 w 3347499"/>
                    <a:gd name="connsiteY9-20" fmla="*/ 620202 h 1995778"/>
                    <a:gd name="connsiteX0-21" fmla="*/ 1304013 w 3347499"/>
                    <a:gd name="connsiteY0-22" fmla="*/ 652007 h 1995778"/>
                    <a:gd name="connsiteX1-23" fmla="*/ 659958 w 3347499"/>
                    <a:gd name="connsiteY1-24" fmla="*/ 95416 h 1995778"/>
                    <a:gd name="connsiteX2-25" fmla="*/ 373711 w 3347499"/>
                    <a:gd name="connsiteY2-26" fmla="*/ 39757 h 1995778"/>
                    <a:gd name="connsiteX3-27" fmla="*/ 119270 w 3347499"/>
                    <a:gd name="connsiteY3-28" fmla="*/ 0 h 1995778"/>
                    <a:gd name="connsiteX4-29" fmla="*/ 111318 w 3347499"/>
                    <a:gd name="connsiteY4-30" fmla="*/ 151075 h 1995778"/>
                    <a:gd name="connsiteX5-31" fmla="*/ 0 w 3347499"/>
                    <a:gd name="connsiteY5-32" fmla="*/ 214686 h 1995778"/>
                    <a:gd name="connsiteX6-33" fmla="*/ 779228 w 3347499"/>
                    <a:gd name="connsiteY6-34" fmla="*/ 1264258 h 1995778"/>
                    <a:gd name="connsiteX7-35" fmla="*/ 1900362 w 3347499"/>
                    <a:gd name="connsiteY7-36" fmla="*/ 1995778 h 1995778"/>
                    <a:gd name="connsiteX8-37" fmla="*/ 3347499 w 3347499"/>
                    <a:gd name="connsiteY8-38" fmla="*/ 1653872 h 1995778"/>
                    <a:gd name="connsiteX9-39" fmla="*/ 1304013 w 3347499"/>
                    <a:gd name="connsiteY9-40" fmla="*/ 652007 h 1995778"/>
                    <a:gd name="connsiteX0-41" fmla="*/ 1304013 w 3347499"/>
                    <a:gd name="connsiteY0-42" fmla="*/ 652007 h 1995778"/>
                    <a:gd name="connsiteX1-43" fmla="*/ 659958 w 3347499"/>
                    <a:gd name="connsiteY1-44" fmla="*/ 95416 h 1995778"/>
                    <a:gd name="connsiteX2-45" fmla="*/ 373711 w 3347499"/>
                    <a:gd name="connsiteY2-46" fmla="*/ 39757 h 1995778"/>
                    <a:gd name="connsiteX3-47" fmla="*/ 119270 w 3347499"/>
                    <a:gd name="connsiteY3-48" fmla="*/ 0 h 1995778"/>
                    <a:gd name="connsiteX4-49" fmla="*/ 111318 w 3347499"/>
                    <a:gd name="connsiteY4-50" fmla="*/ 151075 h 1995778"/>
                    <a:gd name="connsiteX5-51" fmla="*/ 0 w 3347499"/>
                    <a:gd name="connsiteY5-52" fmla="*/ 214686 h 1995778"/>
                    <a:gd name="connsiteX6-53" fmla="*/ 779228 w 3347499"/>
                    <a:gd name="connsiteY6-54" fmla="*/ 1264258 h 1995778"/>
                    <a:gd name="connsiteX7-55" fmla="*/ 1900362 w 3347499"/>
                    <a:gd name="connsiteY7-56" fmla="*/ 1995778 h 1995778"/>
                    <a:gd name="connsiteX8-57" fmla="*/ 3347499 w 3347499"/>
                    <a:gd name="connsiteY8-58" fmla="*/ 1653872 h 1995778"/>
                    <a:gd name="connsiteX9-59" fmla="*/ 1304013 w 3347499"/>
                    <a:gd name="connsiteY9-60" fmla="*/ 652007 h 1995778"/>
                    <a:gd name="connsiteX0-61" fmla="*/ 1304013 w 3347499"/>
                    <a:gd name="connsiteY0-62" fmla="*/ 635267 h 1979038"/>
                    <a:gd name="connsiteX1-63" fmla="*/ 659958 w 3347499"/>
                    <a:gd name="connsiteY1-64" fmla="*/ 78676 h 1979038"/>
                    <a:gd name="connsiteX2-65" fmla="*/ 373711 w 3347499"/>
                    <a:gd name="connsiteY2-66" fmla="*/ 23017 h 1979038"/>
                    <a:gd name="connsiteX3-67" fmla="*/ 95416 w 3347499"/>
                    <a:gd name="connsiteY3-68" fmla="*/ 38919 h 1979038"/>
                    <a:gd name="connsiteX4-69" fmla="*/ 111318 w 3347499"/>
                    <a:gd name="connsiteY4-70" fmla="*/ 134335 h 1979038"/>
                    <a:gd name="connsiteX5-71" fmla="*/ 0 w 3347499"/>
                    <a:gd name="connsiteY5-72" fmla="*/ 197946 h 1979038"/>
                    <a:gd name="connsiteX6-73" fmla="*/ 779228 w 3347499"/>
                    <a:gd name="connsiteY6-74" fmla="*/ 1247518 h 1979038"/>
                    <a:gd name="connsiteX7-75" fmla="*/ 1900362 w 3347499"/>
                    <a:gd name="connsiteY7-76" fmla="*/ 1979038 h 1979038"/>
                    <a:gd name="connsiteX8-77" fmla="*/ 3347499 w 3347499"/>
                    <a:gd name="connsiteY8-78" fmla="*/ 1637132 h 1979038"/>
                    <a:gd name="connsiteX9-79" fmla="*/ 1304013 w 3347499"/>
                    <a:gd name="connsiteY9-80" fmla="*/ 635267 h 1979038"/>
                    <a:gd name="connsiteX0-81" fmla="*/ 1304013 w 3347499"/>
                    <a:gd name="connsiteY0-82" fmla="*/ 654838 h 1998609"/>
                    <a:gd name="connsiteX1-83" fmla="*/ 659958 w 3347499"/>
                    <a:gd name="connsiteY1-84" fmla="*/ 98247 h 1998609"/>
                    <a:gd name="connsiteX2-85" fmla="*/ 373711 w 3347499"/>
                    <a:gd name="connsiteY2-86" fmla="*/ 42588 h 1998609"/>
                    <a:gd name="connsiteX3-87" fmla="*/ 95416 w 3347499"/>
                    <a:gd name="connsiteY3-88" fmla="*/ 58490 h 1998609"/>
                    <a:gd name="connsiteX4-89" fmla="*/ 111318 w 3347499"/>
                    <a:gd name="connsiteY4-90" fmla="*/ 153906 h 1998609"/>
                    <a:gd name="connsiteX5-91" fmla="*/ 0 w 3347499"/>
                    <a:gd name="connsiteY5-92" fmla="*/ 217517 h 1998609"/>
                    <a:gd name="connsiteX6-93" fmla="*/ 779228 w 3347499"/>
                    <a:gd name="connsiteY6-94" fmla="*/ 1267089 h 1998609"/>
                    <a:gd name="connsiteX7-95" fmla="*/ 1900362 w 3347499"/>
                    <a:gd name="connsiteY7-96" fmla="*/ 1998609 h 1998609"/>
                    <a:gd name="connsiteX8-97" fmla="*/ 3347499 w 3347499"/>
                    <a:gd name="connsiteY8-98" fmla="*/ 1656703 h 1998609"/>
                    <a:gd name="connsiteX9-99" fmla="*/ 1304013 w 3347499"/>
                    <a:gd name="connsiteY9-100" fmla="*/ 654838 h 1998609"/>
                    <a:gd name="connsiteX0-101" fmla="*/ 1304013 w 3347499"/>
                    <a:gd name="connsiteY0-102" fmla="*/ 654838 h 1998609"/>
                    <a:gd name="connsiteX1-103" fmla="*/ 659958 w 3347499"/>
                    <a:gd name="connsiteY1-104" fmla="*/ 98247 h 1998609"/>
                    <a:gd name="connsiteX2-105" fmla="*/ 373711 w 3347499"/>
                    <a:gd name="connsiteY2-106" fmla="*/ 42588 h 1998609"/>
                    <a:gd name="connsiteX3-107" fmla="*/ 95416 w 3347499"/>
                    <a:gd name="connsiteY3-108" fmla="*/ 58490 h 1998609"/>
                    <a:gd name="connsiteX4-109" fmla="*/ 174928 w 3347499"/>
                    <a:gd name="connsiteY4-110" fmla="*/ 177759 h 1998609"/>
                    <a:gd name="connsiteX5-111" fmla="*/ 0 w 3347499"/>
                    <a:gd name="connsiteY5-112" fmla="*/ 217517 h 1998609"/>
                    <a:gd name="connsiteX6-113" fmla="*/ 779228 w 3347499"/>
                    <a:gd name="connsiteY6-114" fmla="*/ 1267089 h 1998609"/>
                    <a:gd name="connsiteX7-115" fmla="*/ 1900362 w 3347499"/>
                    <a:gd name="connsiteY7-116" fmla="*/ 1998609 h 1998609"/>
                    <a:gd name="connsiteX8-117" fmla="*/ 3347499 w 3347499"/>
                    <a:gd name="connsiteY8-118" fmla="*/ 1656703 h 1998609"/>
                    <a:gd name="connsiteX9-119" fmla="*/ 1304013 w 3347499"/>
                    <a:gd name="connsiteY9-120" fmla="*/ 654838 h 1998609"/>
                    <a:gd name="connsiteX0-121" fmla="*/ 1304013 w 3347499"/>
                    <a:gd name="connsiteY0-122" fmla="*/ 654838 h 1998609"/>
                    <a:gd name="connsiteX1-123" fmla="*/ 659958 w 3347499"/>
                    <a:gd name="connsiteY1-124" fmla="*/ 98247 h 1998609"/>
                    <a:gd name="connsiteX2-125" fmla="*/ 373711 w 3347499"/>
                    <a:gd name="connsiteY2-126" fmla="*/ 42588 h 1998609"/>
                    <a:gd name="connsiteX3-127" fmla="*/ 95416 w 3347499"/>
                    <a:gd name="connsiteY3-128" fmla="*/ 58490 h 1998609"/>
                    <a:gd name="connsiteX4-129" fmla="*/ 174928 w 3347499"/>
                    <a:gd name="connsiteY4-130" fmla="*/ 177759 h 1998609"/>
                    <a:gd name="connsiteX5-131" fmla="*/ 0 w 3347499"/>
                    <a:gd name="connsiteY5-132" fmla="*/ 217517 h 1998609"/>
                    <a:gd name="connsiteX6-133" fmla="*/ 811033 w 3347499"/>
                    <a:gd name="connsiteY6-134" fmla="*/ 1243235 h 1998609"/>
                    <a:gd name="connsiteX7-135" fmla="*/ 1900362 w 3347499"/>
                    <a:gd name="connsiteY7-136" fmla="*/ 1998609 h 1998609"/>
                    <a:gd name="connsiteX8-137" fmla="*/ 3347499 w 3347499"/>
                    <a:gd name="connsiteY8-138" fmla="*/ 1656703 h 1998609"/>
                    <a:gd name="connsiteX9-139" fmla="*/ 1304013 w 3347499"/>
                    <a:gd name="connsiteY9-140" fmla="*/ 654838 h 1998609"/>
                    <a:gd name="connsiteX0-141" fmla="*/ 1304013 w 3347499"/>
                    <a:gd name="connsiteY0-142" fmla="*/ 654838 h 1863437"/>
                    <a:gd name="connsiteX1-143" fmla="*/ 659958 w 3347499"/>
                    <a:gd name="connsiteY1-144" fmla="*/ 98247 h 1863437"/>
                    <a:gd name="connsiteX2-145" fmla="*/ 373711 w 3347499"/>
                    <a:gd name="connsiteY2-146" fmla="*/ 42588 h 1863437"/>
                    <a:gd name="connsiteX3-147" fmla="*/ 95416 w 3347499"/>
                    <a:gd name="connsiteY3-148" fmla="*/ 58490 h 1863437"/>
                    <a:gd name="connsiteX4-149" fmla="*/ 174928 w 3347499"/>
                    <a:gd name="connsiteY4-150" fmla="*/ 177759 h 1863437"/>
                    <a:gd name="connsiteX5-151" fmla="*/ 0 w 3347499"/>
                    <a:gd name="connsiteY5-152" fmla="*/ 217517 h 1863437"/>
                    <a:gd name="connsiteX6-153" fmla="*/ 811033 w 3347499"/>
                    <a:gd name="connsiteY6-154" fmla="*/ 1243235 h 1863437"/>
                    <a:gd name="connsiteX7-155" fmla="*/ 1924216 w 3347499"/>
                    <a:gd name="connsiteY7-156" fmla="*/ 1863437 h 1863437"/>
                    <a:gd name="connsiteX8-157" fmla="*/ 3347499 w 3347499"/>
                    <a:gd name="connsiteY8-158" fmla="*/ 1656703 h 1863437"/>
                    <a:gd name="connsiteX9-159" fmla="*/ 1304013 w 3347499"/>
                    <a:gd name="connsiteY9-160" fmla="*/ 654838 h 1863437"/>
                    <a:gd name="connsiteX0-161" fmla="*/ 1304013 w 3347499"/>
                    <a:gd name="connsiteY0-162" fmla="*/ 654838 h 1982707"/>
                    <a:gd name="connsiteX1-163" fmla="*/ 659958 w 3347499"/>
                    <a:gd name="connsiteY1-164" fmla="*/ 98247 h 1982707"/>
                    <a:gd name="connsiteX2-165" fmla="*/ 373711 w 3347499"/>
                    <a:gd name="connsiteY2-166" fmla="*/ 42588 h 1982707"/>
                    <a:gd name="connsiteX3-167" fmla="*/ 95416 w 3347499"/>
                    <a:gd name="connsiteY3-168" fmla="*/ 58490 h 1982707"/>
                    <a:gd name="connsiteX4-169" fmla="*/ 174928 w 3347499"/>
                    <a:gd name="connsiteY4-170" fmla="*/ 177759 h 1982707"/>
                    <a:gd name="connsiteX5-171" fmla="*/ 0 w 3347499"/>
                    <a:gd name="connsiteY5-172" fmla="*/ 217517 h 1982707"/>
                    <a:gd name="connsiteX6-173" fmla="*/ 811033 w 3347499"/>
                    <a:gd name="connsiteY6-174" fmla="*/ 1243235 h 1982707"/>
                    <a:gd name="connsiteX7-175" fmla="*/ 2146852 w 3347499"/>
                    <a:gd name="connsiteY7-176" fmla="*/ 1982707 h 1982707"/>
                    <a:gd name="connsiteX8-177" fmla="*/ 3347499 w 3347499"/>
                    <a:gd name="connsiteY8-178" fmla="*/ 1656703 h 1982707"/>
                    <a:gd name="connsiteX9-179" fmla="*/ 1304013 w 3347499"/>
                    <a:gd name="connsiteY9-180" fmla="*/ 654838 h 1982707"/>
                    <a:gd name="connsiteX0-181" fmla="*/ 1304013 w 3387256"/>
                    <a:gd name="connsiteY0-182" fmla="*/ 654838 h 1982707"/>
                    <a:gd name="connsiteX1-183" fmla="*/ 659958 w 3387256"/>
                    <a:gd name="connsiteY1-184" fmla="*/ 98247 h 1982707"/>
                    <a:gd name="connsiteX2-185" fmla="*/ 373711 w 3387256"/>
                    <a:gd name="connsiteY2-186" fmla="*/ 42588 h 1982707"/>
                    <a:gd name="connsiteX3-187" fmla="*/ 95416 w 3387256"/>
                    <a:gd name="connsiteY3-188" fmla="*/ 58490 h 1982707"/>
                    <a:gd name="connsiteX4-189" fmla="*/ 174928 w 3387256"/>
                    <a:gd name="connsiteY4-190" fmla="*/ 177759 h 1982707"/>
                    <a:gd name="connsiteX5-191" fmla="*/ 0 w 3387256"/>
                    <a:gd name="connsiteY5-192" fmla="*/ 217517 h 1982707"/>
                    <a:gd name="connsiteX6-193" fmla="*/ 811033 w 3387256"/>
                    <a:gd name="connsiteY6-194" fmla="*/ 1243235 h 1982707"/>
                    <a:gd name="connsiteX7-195" fmla="*/ 2146852 w 3387256"/>
                    <a:gd name="connsiteY7-196" fmla="*/ 1982707 h 1982707"/>
                    <a:gd name="connsiteX8-197" fmla="*/ 3387256 w 3387256"/>
                    <a:gd name="connsiteY8-198" fmla="*/ 1648752 h 1982707"/>
                    <a:gd name="connsiteX9-199" fmla="*/ 1304013 w 3387256"/>
                    <a:gd name="connsiteY9-200" fmla="*/ 654838 h 1982707"/>
                    <a:gd name="connsiteX0-201" fmla="*/ 1304013 w 3387256"/>
                    <a:gd name="connsiteY0-202" fmla="*/ 654838 h 1982707"/>
                    <a:gd name="connsiteX1-203" fmla="*/ 659958 w 3387256"/>
                    <a:gd name="connsiteY1-204" fmla="*/ 98247 h 1982707"/>
                    <a:gd name="connsiteX2-205" fmla="*/ 373711 w 3387256"/>
                    <a:gd name="connsiteY2-206" fmla="*/ 42588 h 1982707"/>
                    <a:gd name="connsiteX3-207" fmla="*/ 95416 w 3387256"/>
                    <a:gd name="connsiteY3-208" fmla="*/ 58490 h 1982707"/>
                    <a:gd name="connsiteX4-209" fmla="*/ 174928 w 3387256"/>
                    <a:gd name="connsiteY4-210" fmla="*/ 177759 h 1982707"/>
                    <a:gd name="connsiteX5-211" fmla="*/ 0 w 3387256"/>
                    <a:gd name="connsiteY5-212" fmla="*/ 217517 h 1982707"/>
                    <a:gd name="connsiteX6-213" fmla="*/ 811033 w 3387256"/>
                    <a:gd name="connsiteY6-214" fmla="*/ 1243235 h 1982707"/>
                    <a:gd name="connsiteX7-215" fmla="*/ 2146852 w 3387256"/>
                    <a:gd name="connsiteY7-216" fmla="*/ 1982707 h 1982707"/>
                    <a:gd name="connsiteX8-217" fmla="*/ 3387256 w 3387256"/>
                    <a:gd name="connsiteY8-218" fmla="*/ 1648752 h 1982707"/>
                    <a:gd name="connsiteX9-219" fmla="*/ 715616 w 3387256"/>
                    <a:gd name="connsiteY9-220" fmla="*/ 726401 h 1982707"/>
                    <a:gd name="connsiteX10" fmla="*/ 1304013 w 3387256"/>
                    <a:gd name="connsiteY10" fmla="*/ 654838 h 1982707"/>
                    <a:gd name="connsiteX0-221" fmla="*/ 1304013 w 3387256"/>
                    <a:gd name="connsiteY0-222" fmla="*/ 654838 h 1982707"/>
                    <a:gd name="connsiteX1-223" fmla="*/ 659958 w 3387256"/>
                    <a:gd name="connsiteY1-224" fmla="*/ 98247 h 1982707"/>
                    <a:gd name="connsiteX2-225" fmla="*/ 373711 w 3387256"/>
                    <a:gd name="connsiteY2-226" fmla="*/ 42588 h 1982707"/>
                    <a:gd name="connsiteX3-227" fmla="*/ 95416 w 3387256"/>
                    <a:gd name="connsiteY3-228" fmla="*/ 58490 h 1982707"/>
                    <a:gd name="connsiteX4-229" fmla="*/ 174928 w 3387256"/>
                    <a:gd name="connsiteY4-230" fmla="*/ 177759 h 1982707"/>
                    <a:gd name="connsiteX5-231" fmla="*/ 0 w 3387256"/>
                    <a:gd name="connsiteY5-232" fmla="*/ 217517 h 1982707"/>
                    <a:gd name="connsiteX6-233" fmla="*/ 811033 w 3387256"/>
                    <a:gd name="connsiteY6-234" fmla="*/ 1243235 h 1982707"/>
                    <a:gd name="connsiteX7-235" fmla="*/ 2146852 w 3387256"/>
                    <a:gd name="connsiteY7-236" fmla="*/ 1982707 h 1982707"/>
                    <a:gd name="connsiteX8-237" fmla="*/ 3387256 w 3387256"/>
                    <a:gd name="connsiteY8-238" fmla="*/ 1648752 h 1982707"/>
                    <a:gd name="connsiteX9-239" fmla="*/ 715616 w 3387256"/>
                    <a:gd name="connsiteY9-240" fmla="*/ 726401 h 1982707"/>
                    <a:gd name="connsiteX10-241" fmla="*/ 1304013 w 3387256"/>
                    <a:gd name="connsiteY10-242" fmla="*/ 654838 h 1982707"/>
                    <a:gd name="connsiteX0-243" fmla="*/ 1304013 w 3387256"/>
                    <a:gd name="connsiteY0-244" fmla="*/ 654838 h 1982707"/>
                    <a:gd name="connsiteX1-245" fmla="*/ 659958 w 3387256"/>
                    <a:gd name="connsiteY1-246" fmla="*/ 98247 h 1982707"/>
                    <a:gd name="connsiteX2-247" fmla="*/ 373711 w 3387256"/>
                    <a:gd name="connsiteY2-248" fmla="*/ 42588 h 1982707"/>
                    <a:gd name="connsiteX3-249" fmla="*/ 95416 w 3387256"/>
                    <a:gd name="connsiteY3-250" fmla="*/ 58490 h 1982707"/>
                    <a:gd name="connsiteX4-251" fmla="*/ 174928 w 3387256"/>
                    <a:gd name="connsiteY4-252" fmla="*/ 177759 h 1982707"/>
                    <a:gd name="connsiteX5-253" fmla="*/ 0 w 3387256"/>
                    <a:gd name="connsiteY5-254" fmla="*/ 217517 h 1982707"/>
                    <a:gd name="connsiteX6-255" fmla="*/ 811033 w 3387256"/>
                    <a:gd name="connsiteY6-256" fmla="*/ 1243235 h 1982707"/>
                    <a:gd name="connsiteX7-257" fmla="*/ 2146852 w 3387256"/>
                    <a:gd name="connsiteY7-258" fmla="*/ 1982707 h 1982707"/>
                    <a:gd name="connsiteX8-259" fmla="*/ 3387256 w 3387256"/>
                    <a:gd name="connsiteY8-260" fmla="*/ 1648752 h 1982707"/>
                    <a:gd name="connsiteX9-261" fmla="*/ 715616 w 3387256"/>
                    <a:gd name="connsiteY9-262" fmla="*/ 782060 h 1982707"/>
                    <a:gd name="connsiteX10-263" fmla="*/ 1304013 w 3387256"/>
                    <a:gd name="connsiteY10-264" fmla="*/ 654838 h 1982707"/>
                    <a:gd name="connsiteX0-265" fmla="*/ 1304013 w 3387256"/>
                    <a:gd name="connsiteY0-266" fmla="*/ 654838 h 1982707"/>
                    <a:gd name="connsiteX1-267" fmla="*/ 659958 w 3387256"/>
                    <a:gd name="connsiteY1-268" fmla="*/ 98247 h 1982707"/>
                    <a:gd name="connsiteX2-269" fmla="*/ 373711 w 3387256"/>
                    <a:gd name="connsiteY2-270" fmla="*/ 42588 h 1982707"/>
                    <a:gd name="connsiteX3-271" fmla="*/ 95416 w 3387256"/>
                    <a:gd name="connsiteY3-272" fmla="*/ 58490 h 1982707"/>
                    <a:gd name="connsiteX4-273" fmla="*/ 174928 w 3387256"/>
                    <a:gd name="connsiteY4-274" fmla="*/ 177759 h 1982707"/>
                    <a:gd name="connsiteX5-275" fmla="*/ 0 w 3387256"/>
                    <a:gd name="connsiteY5-276" fmla="*/ 217517 h 1982707"/>
                    <a:gd name="connsiteX6-277" fmla="*/ 811033 w 3387256"/>
                    <a:gd name="connsiteY6-278" fmla="*/ 1243235 h 1982707"/>
                    <a:gd name="connsiteX7-279" fmla="*/ 2146852 w 3387256"/>
                    <a:gd name="connsiteY7-280" fmla="*/ 1982707 h 1982707"/>
                    <a:gd name="connsiteX8-281" fmla="*/ 3387256 w 3387256"/>
                    <a:gd name="connsiteY8-282" fmla="*/ 1648752 h 1982707"/>
                    <a:gd name="connsiteX9-283" fmla="*/ 715616 w 3387256"/>
                    <a:gd name="connsiteY9-284" fmla="*/ 782060 h 1982707"/>
                    <a:gd name="connsiteX10-285" fmla="*/ 1304013 w 3387256"/>
                    <a:gd name="connsiteY10-286" fmla="*/ 654838 h 1982707"/>
                    <a:gd name="connsiteX0-287" fmla="*/ 1304013 w 3387256"/>
                    <a:gd name="connsiteY0-288" fmla="*/ 654838 h 1982707"/>
                    <a:gd name="connsiteX1-289" fmla="*/ 659958 w 3387256"/>
                    <a:gd name="connsiteY1-290" fmla="*/ 98247 h 1982707"/>
                    <a:gd name="connsiteX2-291" fmla="*/ 373711 w 3387256"/>
                    <a:gd name="connsiteY2-292" fmla="*/ 42588 h 1982707"/>
                    <a:gd name="connsiteX3-293" fmla="*/ 95416 w 3387256"/>
                    <a:gd name="connsiteY3-294" fmla="*/ 58490 h 1982707"/>
                    <a:gd name="connsiteX4-295" fmla="*/ 174928 w 3387256"/>
                    <a:gd name="connsiteY4-296" fmla="*/ 177759 h 1982707"/>
                    <a:gd name="connsiteX5-297" fmla="*/ 0 w 3387256"/>
                    <a:gd name="connsiteY5-298" fmla="*/ 217517 h 1982707"/>
                    <a:gd name="connsiteX6-299" fmla="*/ 811033 w 3387256"/>
                    <a:gd name="connsiteY6-300" fmla="*/ 1243235 h 1982707"/>
                    <a:gd name="connsiteX7-301" fmla="*/ 2146852 w 3387256"/>
                    <a:gd name="connsiteY7-302" fmla="*/ 1982707 h 1982707"/>
                    <a:gd name="connsiteX8-303" fmla="*/ 3387256 w 3387256"/>
                    <a:gd name="connsiteY8-304" fmla="*/ 1648752 h 1982707"/>
                    <a:gd name="connsiteX9-305" fmla="*/ 739470 w 3387256"/>
                    <a:gd name="connsiteY9-306" fmla="*/ 813865 h 1982707"/>
                    <a:gd name="connsiteX10-307" fmla="*/ 1304013 w 3387256"/>
                    <a:gd name="connsiteY10-308" fmla="*/ 654838 h 1982707"/>
                    <a:gd name="connsiteX0-309" fmla="*/ 1272207 w 3387256"/>
                    <a:gd name="connsiteY0-310" fmla="*/ 630984 h 1982707"/>
                    <a:gd name="connsiteX1-311" fmla="*/ 659958 w 3387256"/>
                    <a:gd name="connsiteY1-312" fmla="*/ 98247 h 1982707"/>
                    <a:gd name="connsiteX2-313" fmla="*/ 373711 w 3387256"/>
                    <a:gd name="connsiteY2-314" fmla="*/ 42588 h 1982707"/>
                    <a:gd name="connsiteX3-315" fmla="*/ 95416 w 3387256"/>
                    <a:gd name="connsiteY3-316" fmla="*/ 58490 h 1982707"/>
                    <a:gd name="connsiteX4-317" fmla="*/ 174928 w 3387256"/>
                    <a:gd name="connsiteY4-318" fmla="*/ 177759 h 1982707"/>
                    <a:gd name="connsiteX5-319" fmla="*/ 0 w 3387256"/>
                    <a:gd name="connsiteY5-320" fmla="*/ 217517 h 1982707"/>
                    <a:gd name="connsiteX6-321" fmla="*/ 811033 w 3387256"/>
                    <a:gd name="connsiteY6-322" fmla="*/ 1243235 h 1982707"/>
                    <a:gd name="connsiteX7-323" fmla="*/ 2146852 w 3387256"/>
                    <a:gd name="connsiteY7-324" fmla="*/ 1982707 h 1982707"/>
                    <a:gd name="connsiteX8-325" fmla="*/ 3387256 w 3387256"/>
                    <a:gd name="connsiteY8-326" fmla="*/ 1648752 h 1982707"/>
                    <a:gd name="connsiteX9-327" fmla="*/ 739470 w 3387256"/>
                    <a:gd name="connsiteY9-328" fmla="*/ 813865 h 1982707"/>
                    <a:gd name="connsiteX10-329" fmla="*/ 1272207 w 3387256"/>
                    <a:gd name="connsiteY10-330" fmla="*/ 630984 h 1982707"/>
                    <a:gd name="connsiteX0-331" fmla="*/ 1272207 w 3387256"/>
                    <a:gd name="connsiteY0-332" fmla="*/ 630984 h 1982707"/>
                    <a:gd name="connsiteX1-333" fmla="*/ 659958 w 3387256"/>
                    <a:gd name="connsiteY1-334" fmla="*/ 98247 h 1982707"/>
                    <a:gd name="connsiteX2-335" fmla="*/ 373711 w 3387256"/>
                    <a:gd name="connsiteY2-336" fmla="*/ 42588 h 1982707"/>
                    <a:gd name="connsiteX3-337" fmla="*/ 95416 w 3387256"/>
                    <a:gd name="connsiteY3-338" fmla="*/ 58490 h 1982707"/>
                    <a:gd name="connsiteX4-339" fmla="*/ 174928 w 3387256"/>
                    <a:gd name="connsiteY4-340" fmla="*/ 177759 h 1982707"/>
                    <a:gd name="connsiteX5-341" fmla="*/ 0 w 3387256"/>
                    <a:gd name="connsiteY5-342" fmla="*/ 217517 h 1982707"/>
                    <a:gd name="connsiteX6-343" fmla="*/ 811033 w 3387256"/>
                    <a:gd name="connsiteY6-344" fmla="*/ 1243235 h 1982707"/>
                    <a:gd name="connsiteX7-345" fmla="*/ 2146852 w 3387256"/>
                    <a:gd name="connsiteY7-346" fmla="*/ 1982707 h 1982707"/>
                    <a:gd name="connsiteX8-347" fmla="*/ 3387256 w 3387256"/>
                    <a:gd name="connsiteY8-348" fmla="*/ 1648752 h 1982707"/>
                    <a:gd name="connsiteX9-349" fmla="*/ 739470 w 3387256"/>
                    <a:gd name="connsiteY9-350" fmla="*/ 813865 h 1982707"/>
                    <a:gd name="connsiteX10-351" fmla="*/ 1272207 w 3387256"/>
                    <a:gd name="connsiteY10-352" fmla="*/ 630984 h 1982707"/>
                    <a:gd name="connsiteX0-353" fmla="*/ 1272207 w 3387256"/>
                    <a:gd name="connsiteY0-354" fmla="*/ 630984 h 1982707"/>
                    <a:gd name="connsiteX1-355" fmla="*/ 659958 w 3387256"/>
                    <a:gd name="connsiteY1-356" fmla="*/ 98247 h 1982707"/>
                    <a:gd name="connsiteX2-357" fmla="*/ 373711 w 3387256"/>
                    <a:gd name="connsiteY2-358" fmla="*/ 42588 h 1982707"/>
                    <a:gd name="connsiteX3-359" fmla="*/ 95416 w 3387256"/>
                    <a:gd name="connsiteY3-360" fmla="*/ 58490 h 1982707"/>
                    <a:gd name="connsiteX4-361" fmla="*/ 174928 w 3387256"/>
                    <a:gd name="connsiteY4-362" fmla="*/ 177759 h 1982707"/>
                    <a:gd name="connsiteX5-363" fmla="*/ 0 w 3387256"/>
                    <a:gd name="connsiteY5-364" fmla="*/ 217517 h 1982707"/>
                    <a:gd name="connsiteX6-365" fmla="*/ 811033 w 3387256"/>
                    <a:gd name="connsiteY6-366" fmla="*/ 1243235 h 1982707"/>
                    <a:gd name="connsiteX7-367" fmla="*/ 2146852 w 3387256"/>
                    <a:gd name="connsiteY7-368" fmla="*/ 1982707 h 1982707"/>
                    <a:gd name="connsiteX8-369" fmla="*/ 3387256 w 3387256"/>
                    <a:gd name="connsiteY8-370" fmla="*/ 1648752 h 1982707"/>
                    <a:gd name="connsiteX9-371" fmla="*/ 2353585 w 3387256"/>
                    <a:gd name="connsiteY9-372" fmla="*/ 1267090 h 1982707"/>
                    <a:gd name="connsiteX10-373" fmla="*/ 739470 w 3387256"/>
                    <a:gd name="connsiteY10-374" fmla="*/ 813865 h 1982707"/>
                    <a:gd name="connsiteX11" fmla="*/ 1272207 w 3387256"/>
                    <a:gd name="connsiteY11" fmla="*/ 630984 h 1982707"/>
                    <a:gd name="connsiteX0-375" fmla="*/ 1272207 w 3387256"/>
                    <a:gd name="connsiteY0-376" fmla="*/ 630984 h 1982707"/>
                    <a:gd name="connsiteX1-377" fmla="*/ 659958 w 3387256"/>
                    <a:gd name="connsiteY1-378" fmla="*/ 98247 h 1982707"/>
                    <a:gd name="connsiteX2-379" fmla="*/ 373711 w 3387256"/>
                    <a:gd name="connsiteY2-380" fmla="*/ 42588 h 1982707"/>
                    <a:gd name="connsiteX3-381" fmla="*/ 95416 w 3387256"/>
                    <a:gd name="connsiteY3-382" fmla="*/ 58490 h 1982707"/>
                    <a:gd name="connsiteX4-383" fmla="*/ 174928 w 3387256"/>
                    <a:gd name="connsiteY4-384" fmla="*/ 177759 h 1982707"/>
                    <a:gd name="connsiteX5-385" fmla="*/ 0 w 3387256"/>
                    <a:gd name="connsiteY5-386" fmla="*/ 217517 h 1982707"/>
                    <a:gd name="connsiteX6-387" fmla="*/ 811033 w 3387256"/>
                    <a:gd name="connsiteY6-388" fmla="*/ 1243235 h 1982707"/>
                    <a:gd name="connsiteX7-389" fmla="*/ 2146852 w 3387256"/>
                    <a:gd name="connsiteY7-390" fmla="*/ 1982707 h 1982707"/>
                    <a:gd name="connsiteX8-391" fmla="*/ 3387256 w 3387256"/>
                    <a:gd name="connsiteY8-392" fmla="*/ 1648752 h 1982707"/>
                    <a:gd name="connsiteX9-393" fmla="*/ 2353585 w 3387256"/>
                    <a:gd name="connsiteY9-394" fmla="*/ 1267090 h 1982707"/>
                    <a:gd name="connsiteX10-395" fmla="*/ 739470 w 3387256"/>
                    <a:gd name="connsiteY10-396" fmla="*/ 813865 h 1982707"/>
                    <a:gd name="connsiteX11-397" fmla="*/ 1272207 w 3387256"/>
                    <a:gd name="connsiteY11-398" fmla="*/ 630984 h 1982707"/>
                    <a:gd name="connsiteX0-399" fmla="*/ 1272207 w 3753016"/>
                    <a:gd name="connsiteY0-400" fmla="*/ 630984 h 1982707"/>
                    <a:gd name="connsiteX1-401" fmla="*/ 659958 w 3753016"/>
                    <a:gd name="connsiteY1-402" fmla="*/ 98247 h 1982707"/>
                    <a:gd name="connsiteX2-403" fmla="*/ 373711 w 3753016"/>
                    <a:gd name="connsiteY2-404" fmla="*/ 42588 h 1982707"/>
                    <a:gd name="connsiteX3-405" fmla="*/ 95416 w 3753016"/>
                    <a:gd name="connsiteY3-406" fmla="*/ 58490 h 1982707"/>
                    <a:gd name="connsiteX4-407" fmla="*/ 174928 w 3753016"/>
                    <a:gd name="connsiteY4-408" fmla="*/ 177759 h 1982707"/>
                    <a:gd name="connsiteX5-409" fmla="*/ 0 w 3753016"/>
                    <a:gd name="connsiteY5-410" fmla="*/ 217517 h 1982707"/>
                    <a:gd name="connsiteX6-411" fmla="*/ 811033 w 3753016"/>
                    <a:gd name="connsiteY6-412" fmla="*/ 1243235 h 1982707"/>
                    <a:gd name="connsiteX7-413" fmla="*/ 2146852 w 3753016"/>
                    <a:gd name="connsiteY7-414" fmla="*/ 1982707 h 1982707"/>
                    <a:gd name="connsiteX8-415" fmla="*/ 3753016 w 3753016"/>
                    <a:gd name="connsiteY8-416" fmla="*/ 1497677 h 1982707"/>
                    <a:gd name="connsiteX9-417" fmla="*/ 2353585 w 3753016"/>
                    <a:gd name="connsiteY9-418" fmla="*/ 1267090 h 1982707"/>
                    <a:gd name="connsiteX10-419" fmla="*/ 739470 w 3753016"/>
                    <a:gd name="connsiteY10-420" fmla="*/ 813865 h 1982707"/>
                    <a:gd name="connsiteX11-421" fmla="*/ 1272207 w 3753016"/>
                    <a:gd name="connsiteY11-422" fmla="*/ 630984 h 1982707"/>
                    <a:gd name="connsiteX0-423" fmla="*/ 1272207 w 3753016"/>
                    <a:gd name="connsiteY0-424" fmla="*/ 630984 h 1982707"/>
                    <a:gd name="connsiteX1-425" fmla="*/ 659958 w 3753016"/>
                    <a:gd name="connsiteY1-426" fmla="*/ 98247 h 1982707"/>
                    <a:gd name="connsiteX2-427" fmla="*/ 373711 w 3753016"/>
                    <a:gd name="connsiteY2-428" fmla="*/ 42588 h 1982707"/>
                    <a:gd name="connsiteX3-429" fmla="*/ 95416 w 3753016"/>
                    <a:gd name="connsiteY3-430" fmla="*/ 58490 h 1982707"/>
                    <a:gd name="connsiteX4-431" fmla="*/ 174928 w 3753016"/>
                    <a:gd name="connsiteY4-432" fmla="*/ 177759 h 1982707"/>
                    <a:gd name="connsiteX5-433" fmla="*/ 0 w 3753016"/>
                    <a:gd name="connsiteY5-434" fmla="*/ 217517 h 1982707"/>
                    <a:gd name="connsiteX6-435" fmla="*/ 811033 w 3753016"/>
                    <a:gd name="connsiteY6-436" fmla="*/ 1243235 h 1982707"/>
                    <a:gd name="connsiteX7-437" fmla="*/ 2146852 w 3753016"/>
                    <a:gd name="connsiteY7-438" fmla="*/ 1982707 h 1982707"/>
                    <a:gd name="connsiteX8-439" fmla="*/ 3753016 w 3753016"/>
                    <a:gd name="connsiteY8-440" fmla="*/ 1497677 h 1982707"/>
                    <a:gd name="connsiteX9-441" fmla="*/ 2353585 w 3753016"/>
                    <a:gd name="connsiteY9-442" fmla="*/ 1267090 h 1982707"/>
                    <a:gd name="connsiteX10-443" fmla="*/ 739470 w 3753016"/>
                    <a:gd name="connsiteY10-444" fmla="*/ 813865 h 1982707"/>
                    <a:gd name="connsiteX11-445" fmla="*/ 1272207 w 3753016"/>
                    <a:gd name="connsiteY11-446" fmla="*/ 630984 h 1982707"/>
                    <a:gd name="connsiteX0-447" fmla="*/ 1272207 w 3753016"/>
                    <a:gd name="connsiteY0-448" fmla="*/ 630984 h 1982707"/>
                    <a:gd name="connsiteX1-449" fmla="*/ 659958 w 3753016"/>
                    <a:gd name="connsiteY1-450" fmla="*/ 98247 h 1982707"/>
                    <a:gd name="connsiteX2-451" fmla="*/ 373711 w 3753016"/>
                    <a:gd name="connsiteY2-452" fmla="*/ 42588 h 1982707"/>
                    <a:gd name="connsiteX3-453" fmla="*/ 95416 w 3753016"/>
                    <a:gd name="connsiteY3-454" fmla="*/ 58490 h 1982707"/>
                    <a:gd name="connsiteX4-455" fmla="*/ 174928 w 3753016"/>
                    <a:gd name="connsiteY4-456" fmla="*/ 177759 h 1982707"/>
                    <a:gd name="connsiteX5-457" fmla="*/ 0 w 3753016"/>
                    <a:gd name="connsiteY5-458" fmla="*/ 217517 h 1982707"/>
                    <a:gd name="connsiteX6-459" fmla="*/ 811033 w 3753016"/>
                    <a:gd name="connsiteY6-460" fmla="*/ 1243235 h 1982707"/>
                    <a:gd name="connsiteX7-461" fmla="*/ 2146852 w 3753016"/>
                    <a:gd name="connsiteY7-462" fmla="*/ 1982707 h 1982707"/>
                    <a:gd name="connsiteX8-463" fmla="*/ 3753016 w 3753016"/>
                    <a:gd name="connsiteY8-464" fmla="*/ 1497677 h 1982707"/>
                    <a:gd name="connsiteX9-465" fmla="*/ 2353585 w 3753016"/>
                    <a:gd name="connsiteY9-466" fmla="*/ 1267090 h 1982707"/>
                    <a:gd name="connsiteX10-467" fmla="*/ 771276 w 3753016"/>
                    <a:gd name="connsiteY10-468" fmla="*/ 861572 h 1982707"/>
                    <a:gd name="connsiteX11-469" fmla="*/ 1272207 w 3753016"/>
                    <a:gd name="connsiteY11-470" fmla="*/ 630984 h 1982707"/>
                    <a:gd name="connsiteX0-471" fmla="*/ 1272207 w 3753016"/>
                    <a:gd name="connsiteY0-472" fmla="*/ 630984 h 1982707"/>
                    <a:gd name="connsiteX1-473" fmla="*/ 659958 w 3753016"/>
                    <a:gd name="connsiteY1-474" fmla="*/ 98247 h 1982707"/>
                    <a:gd name="connsiteX2-475" fmla="*/ 373711 w 3753016"/>
                    <a:gd name="connsiteY2-476" fmla="*/ 42588 h 1982707"/>
                    <a:gd name="connsiteX3-477" fmla="*/ 95416 w 3753016"/>
                    <a:gd name="connsiteY3-478" fmla="*/ 58490 h 1982707"/>
                    <a:gd name="connsiteX4-479" fmla="*/ 174928 w 3753016"/>
                    <a:gd name="connsiteY4-480" fmla="*/ 177759 h 1982707"/>
                    <a:gd name="connsiteX5-481" fmla="*/ 0 w 3753016"/>
                    <a:gd name="connsiteY5-482" fmla="*/ 217517 h 1982707"/>
                    <a:gd name="connsiteX6-483" fmla="*/ 811033 w 3753016"/>
                    <a:gd name="connsiteY6-484" fmla="*/ 1243235 h 1982707"/>
                    <a:gd name="connsiteX7-485" fmla="*/ 2146852 w 3753016"/>
                    <a:gd name="connsiteY7-486" fmla="*/ 1982707 h 1982707"/>
                    <a:gd name="connsiteX8-487" fmla="*/ 3753016 w 3753016"/>
                    <a:gd name="connsiteY8-488" fmla="*/ 1497677 h 1982707"/>
                    <a:gd name="connsiteX9-489" fmla="*/ 2353585 w 3753016"/>
                    <a:gd name="connsiteY9-490" fmla="*/ 1267090 h 1982707"/>
                    <a:gd name="connsiteX10-491" fmla="*/ 771276 w 3753016"/>
                    <a:gd name="connsiteY10-492" fmla="*/ 861572 h 1982707"/>
                    <a:gd name="connsiteX11-493" fmla="*/ 1272207 w 3753016"/>
                    <a:gd name="connsiteY11-494" fmla="*/ 630984 h 1982707"/>
                    <a:gd name="connsiteX0-495" fmla="*/ 1272207 w 3753016"/>
                    <a:gd name="connsiteY0-496" fmla="*/ 630984 h 1982707"/>
                    <a:gd name="connsiteX1-497" fmla="*/ 659958 w 3753016"/>
                    <a:gd name="connsiteY1-498" fmla="*/ 98247 h 1982707"/>
                    <a:gd name="connsiteX2-499" fmla="*/ 373711 w 3753016"/>
                    <a:gd name="connsiteY2-500" fmla="*/ 42588 h 1982707"/>
                    <a:gd name="connsiteX3-501" fmla="*/ 95416 w 3753016"/>
                    <a:gd name="connsiteY3-502" fmla="*/ 58490 h 1982707"/>
                    <a:gd name="connsiteX4-503" fmla="*/ 174928 w 3753016"/>
                    <a:gd name="connsiteY4-504" fmla="*/ 177759 h 1982707"/>
                    <a:gd name="connsiteX5-505" fmla="*/ 0 w 3753016"/>
                    <a:gd name="connsiteY5-506" fmla="*/ 217517 h 1982707"/>
                    <a:gd name="connsiteX6-507" fmla="*/ 811033 w 3753016"/>
                    <a:gd name="connsiteY6-508" fmla="*/ 1243235 h 1982707"/>
                    <a:gd name="connsiteX7-509" fmla="*/ 2146852 w 3753016"/>
                    <a:gd name="connsiteY7-510" fmla="*/ 1982707 h 1982707"/>
                    <a:gd name="connsiteX8-511" fmla="*/ 3753016 w 3753016"/>
                    <a:gd name="connsiteY8-512" fmla="*/ 1497677 h 1982707"/>
                    <a:gd name="connsiteX9-513" fmla="*/ 2353585 w 3753016"/>
                    <a:gd name="connsiteY9-514" fmla="*/ 1267090 h 1982707"/>
                    <a:gd name="connsiteX10-515" fmla="*/ 771276 w 3753016"/>
                    <a:gd name="connsiteY10-516" fmla="*/ 861572 h 1982707"/>
                    <a:gd name="connsiteX11-517" fmla="*/ 1272207 w 3753016"/>
                    <a:gd name="connsiteY11-518" fmla="*/ 630984 h 1982707"/>
                    <a:gd name="connsiteX0-519" fmla="*/ 1272207 w 3753016"/>
                    <a:gd name="connsiteY0-520" fmla="*/ 630984 h 1982707"/>
                    <a:gd name="connsiteX1-521" fmla="*/ 659958 w 3753016"/>
                    <a:gd name="connsiteY1-522" fmla="*/ 98247 h 1982707"/>
                    <a:gd name="connsiteX2-523" fmla="*/ 373711 w 3753016"/>
                    <a:gd name="connsiteY2-524" fmla="*/ 42588 h 1982707"/>
                    <a:gd name="connsiteX3-525" fmla="*/ 95416 w 3753016"/>
                    <a:gd name="connsiteY3-526" fmla="*/ 58490 h 1982707"/>
                    <a:gd name="connsiteX4-527" fmla="*/ 174928 w 3753016"/>
                    <a:gd name="connsiteY4-528" fmla="*/ 177759 h 1982707"/>
                    <a:gd name="connsiteX5-529" fmla="*/ 0 w 3753016"/>
                    <a:gd name="connsiteY5-530" fmla="*/ 217517 h 1982707"/>
                    <a:gd name="connsiteX6-531" fmla="*/ 811033 w 3753016"/>
                    <a:gd name="connsiteY6-532" fmla="*/ 1243235 h 1982707"/>
                    <a:gd name="connsiteX7-533" fmla="*/ 2146852 w 3753016"/>
                    <a:gd name="connsiteY7-534" fmla="*/ 1982707 h 1982707"/>
                    <a:gd name="connsiteX8-535" fmla="*/ 3753016 w 3753016"/>
                    <a:gd name="connsiteY8-536" fmla="*/ 1497677 h 1982707"/>
                    <a:gd name="connsiteX9-537" fmla="*/ 2353585 w 3753016"/>
                    <a:gd name="connsiteY9-538" fmla="*/ 1267090 h 1982707"/>
                    <a:gd name="connsiteX10-539" fmla="*/ 771276 w 3753016"/>
                    <a:gd name="connsiteY10-540" fmla="*/ 861572 h 1982707"/>
                    <a:gd name="connsiteX11-541" fmla="*/ 1272207 w 3753016"/>
                    <a:gd name="connsiteY11-542" fmla="*/ 630984 h 1982707"/>
                    <a:gd name="connsiteX0-543" fmla="*/ 1272207 w 3753016"/>
                    <a:gd name="connsiteY0-544" fmla="*/ 630984 h 1982707"/>
                    <a:gd name="connsiteX1-545" fmla="*/ 659958 w 3753016"/>
                    <a:gd name="connsiteY1-546" fmla="*/ 98247 h 1982707"/>
                    <a:gd name="connsiteX2-547" fmla="*/ 373711 w 3753016"/>
                    <a:gd name="connsiteY2-548" fmla="*/ 42588 h 1982707"/>
                    <a:gd name="connsiteX3-549" fmla="*/ 95416 w 3753016"/>
                    <a:gd name="connsiteY3-550" fmla="*/ 58490 h 1982707"/>
                    <a:gd name="connsiteX4-551" fmla="*/ 174928 w 3753016"/>
                    <a:gd name="connsiteY4-552" fmla="*/ 177759 h 1982707"/>
                    <a:gd name="connsiteX5-553" fmla="*/ 0 w 3753016"/>
                    <a:gd name="connsiteY5-554" fmla="*/ 217517 h 1982707"/>
                    <a:gd name="connsiteX6-555" fmla="*/ 811033 w 3753016"/>
                    <a:gd name="connsiteY6-556" fmla="*/ 1243235 h 1982707"/>
                    <a:gd name="connsiteX7-557" fmla="*/ 2146852 w 3753016"/>
                    <a:gd name="connsiteY7-558" fmla="*/ 1982707 h 1982707"/>
                    <a:gd name="connsiteX8-559" fmla="*/ 3753016 w 3753016"/>
                    <a:gd name="connsiteY8-560" fmla="*/ 1497677 h 1982707"/>
                    <a:gd name="connsiteX9-561" fmla="*/ 2385390 w 3753016"/>
                    <a:gd name="connsiteY9-562" fmla="*/ 1314798 h 1982707"/>
                    <a:gd name="connsiteX10-563" fmla="*/ 771276 w 3753016"/>
                    <a:gd name="connsiteY10-564" fmla="*/ 861572 h 1982707"/>
                    <a:gd name="connsiteX11-565" fmla="*/ 1272207 w 3753016"/>
                    <a:gd name="connsiteY11-566" fmla="*/ 630984 h 1982707"/>
                    <a:gd name="connsiteX0-567" fmla="*/ 1272207 w 3753016"/>
                    <a:gd name="connsiteY0-568" fmla="*/ 630984 h 1982707"/>
                    <a:gd name="connsiteX1-569" fmla="*/ 659958 w 3753016"/>
                    <a:gd name="connsiteY1-570" fmla="*/ 98247 h 1982707"/>
                    <a:gd name="connsiteX2-571" fmla="*/ 373711 w 3753016"/>
                    <a:gd name="connsiteY2-572" fmla="*/ 42588 h 1982707"/>
                    <a:gd name="connsiteX3-573" fmla="*/ 95416 w 3753016"/>
                    <a:gd name="connsiteY3-574" fmla="*/ 58490 h 1982707"/>
                    <a:gd name="connsiteX4-575" fmla="*/ 174928 w 3753016"/>
                    <a:gd name="connsiteY4-576" fmla="*/ 177759 h 1982707"/>
                    <a:gd name="connsiteX5-577" fmla="*/ 0 w 3753016"/>
                    <a:gd name="connsiteY5-578" fmla="*/ 217517 h 1982707"/>
                    <a:gd name="connsiteX6-579" fmla="*/ 811033 w 3753016"/>
                    <a:gd name="connsiteY6-580" fmla="*/ 1243235 h 1982707"/>
                    <a:gd name="connsiteX7-581" fmla="*/ 2146852 w 3753016"/>
                    <a:gd name="connsiteY7-582" fmla="*/ 1982707 h 1982707"/>
                    <a:gd name="connsiteX8-583" fmla="*/ 3753016 w 3753016"/>
                    <a:gd name="connsiteY8-584" fmla="*/ 1497677 h 1982707"/>
                    <a:gd name="connsiteX9-585" fmla="*/ 2385390 w 3753016"/>
                    <a:gd name="connsiteY9-586" fmla="*/ 1314798 h 1982707"/>
                    <a:gd name="connsiteX10-587" fmla="*/ 771276 w 3753016"/>
                    <a:gd name="connsiteY10-588" fmla="*/ 861572 h 1982707"/>
                    <a:gd name="connsiteX11-589" fmla="*/ 1272207 w 3753016"/>
                    <a:gd name="connsiteY11-590" fmla="*/ 630984 h 1982707"/>
                    <a:gd name="connsiteX0-591" fmla="*/ 1272207 w 3753016"/>
                    <a:gd name="connsiteY0-592" fmla="*/ 630984 h 1982707"/>
                    <a:gd name="connsiteX1-593" fmla="*/ 659958 w 3753016"/>
                    <a:gd name="connsiteY1-594" fmla="*/ 98247 h 1982707"/>
                    <a:gd name="connsiteX2-595" fmla="*/ 373711 w 3753016"/>
                    <a:gd name="connsiteY2-596" fmla="*/ 42588 h 1982707"/>
                    <a:gd name="connsiteX3-597" fmla="*/ 95416 w 3753016"/>
                    <a:gd name="connsiteY3-598" fmla="*/ 58490 h 1982707"/>
                    <a:gd name="connsiteX4-599" fmla="*/ 174928 w 3753016"/>
                    <a:gd name="connsiteY4-600" fmla="*/ 177759 h 1982707"/>
                    <a:gd name="connsiteX5-601" fmla="*/ 0 w 3753016"/>
                    <a:gd name="connsiteY5-602" fmla="*/ 217517 h 1982707"/>
                    <a:gd name="connsiteX6-603" fmla="*/ 811033 w 3753016"/>
                    <a:gd name="connsiteY6-604" fmla="*/ 1243235 h 1982707"/>
                    <a:gd name="connsiteX7-605" fmla="*/ 2146852 w 3753016"/>
                    <a:gd name="connsiteY7-606" fmla="*/ 1982707 h 1982707"/>
                    <a:gd name="connsiteX8-607" fmla="*/ 3753016 w 3753016"/>
                    <a:gd name="connsiteY8-608" fmla="*/ 1497677 h 1982707"/>
                    <a:gd name="connsiteX9-609" fmla="*/ 2409244 w 3753016"/>
                    <a:gd name="connsiteY9-610" fmla="*/ 1290944 h 1982707"/>
                    <a:gd name="connsiteX10-611" fmla="*/ 771276 w 3753016"/>
                    <a:gd name="connsiteY10-612" fmla="*/ 861572 h 1982707"/>
                    <a:gd name="connsiteX11-613" fmla="*/ 1272207 w 3753016"/>
                    <a:gd name="connsiteY11-614" fmla="*/ 630984 h 1982707"/>
                    <a:gd name="connsiteX0-615" fmla="*/ 1272207 w 3753016"/>
                    <a:gd name="connsiteY0-616" fmla="*/ 630984 h 1982707"/>
                    <a:gd name="connsiteX1-617" fmla="*/ 659958 w 3753016"/>
                    <a:gd name="connsiteY1-618" fmla="*/ 98247 h 1982707"/>
                    <a:gd name="connsiteX2-619" fmla="*/ 373711 w 3753016"/>
                    <a:gd name="connsiteY2-620" fmla="*/ 42588 h 1982707"/>
                    <a:gd name="connsiteX3-621" fmla="*/ 95416 w 3753016"/>
                    <a:gd name="connsiteY3-622" fmla="*/ 58490 h 1982707"/>
                    <a:gd name="connsiteX4-623" fmla="*/ 174928 w 3753016"/>
                    <a:gd name="connsiteY4-624" fmla="*/ 177759 h 1982707"/>
                    <a:gd name="connsiteX5-625" fmla="*/ 0 w 3753016"/>
                    <a:gd name="connsiteY5-626" fmla="*/ 217517 h 1982707"/>
                    <a:gd name="connsiteX6-627" fmla="*/ 811033 w 3753016"/>
                    <a:gd name="connsiteY6-628" fmla="*/ 1243235 h 1982707"/>
                    <a:gd name="connsiteX7-629" fmla="*/ 2146852 w 3753016"/>
                    <a:gd name="connsiteY7-630" fmla="*/ 1982707 h 1982707"/>
                    <a:gd name="connsiteX8-631" fmla="*/ 3753016 w 3753016"/>
                    <a:gd name="connsiteY8-632" fmla="*/ 1497677 h 1982707"/>
                    <a:gd name="connsiteX9-633" fmla="*/ 2409244 w 3753016"/>
                    <a:gd name="connsiteY9-634" fmla="*/ 1290944 h 1982707"/>
                    <a:gd name="connsiteX10-635" fmla="*/ 779227 w 3753016"/>
                    <a:gd name="connsiteY10-636" fmla="*/ 893377 h 1982707"/>
                    <a:gd name="connsiteX11-637" fmla="*/ 1272207 w 3753016"/>
                    <a:gd name="connsiteY11-638" fmla="*/ 630984 h 1982707"/>
                    <a:gd name="connsiteX0-639" fmla="*/ 1272207 w 3753016"/>
                    <a:gd name="connsiteY0-640" fmla="*/ 630984 h 1982707"/>
                    <a:gd name="connsiteX1-641" fmla="*/ 659958 w 3753016"/>
                    <a:gd name="connsiteY1-642" fmla="*/ 98247 h 1982707"/>
                    <a:gd name="connsiteX2-643" fmla="*/ 373711 w 3753016"/>
                    <a:gd name="connsiteY2-644" fmla="*/ 42588 h 1982707"/>
                    <a:gd name="connsiteX3-645" fmla="*/ 95416 w 3753016"/>
                    <a:gd name="connsiteY3-646" fmla="*/ 58490 h 1982707"/>
                    <a:gd name="connsiteX4-647" fmla="*/ 174928 w 3753016"/>
                    <a:gd name="connsiteY4-648" fmla="*/ 177759 h 1982707"/>
                    <a:gd name="connsiteX5-649" fmla="*/ 0 w 3753016"/>
                    <a:gd name="connsiteY5-650" fmla="*/ 217517 h 1982707"/>
                    <a:gd name="connsiteX6-651" fmla="*/ 811033 w 3753016"/>
                    <a:gd name="connsiteY6-652" fmla="*/ 1243235 h 1982707"/>
                    <a:gd name="connsiteX7-653" fmla="*/ 2146852 w 3753016"/>
                    <a:gd name="connsiteY7-654" fmla="*/ 1982707 h 1982707"/>
                    <a:gd name="connsiteX8-655" fmla="*/ 3753016 w 3753016"/>
                    <a:gd name="connsiteY8-656" fmla="*/ 1497677 h 1982707"/>
                    <a:gd name="connsiteX9-657" fmla="*/ 2409244 w 3753016"/>
                    <a:gd name="connsiteY9-658" fmla="*/ 1290944 h 1982707"/>
                    <a:gd name="connsiteX10-659" fmla="*/ 779227 w 3753016"/>
                    <a:gd name="connsiteY10-660" fmla="*/ 893377 h 1982707"/>
                    <a:gd name="connsiteX11-661" fmla="*/ 1272207 w 3753016"/>
                    <a:gd name="connsiteY11-662" fmla="*/ 630984 h 1982707"/>
                    <a:gd name="connsiteX0-663" fmla="*/ 1272207 w 3753016"/>
                    <a:gd name="connsiteY0-664" fmla="*/ 630984 h 1982707"/>
                    <a:gd name="connsiteX1-665" fmla="*/ 659958 w 3753016"/>
                    <a:gd name="connsiteY1-666" fmla="*/ 98247 h 1982707"/>
                    <a:gd name="connsiteX2-667" fmla="*/ 373711 w 3753016"/>
                    <a:gd name="connsiteY2-668" fmla="*/ 42588 h 1982707"/>
                    <a:gd name="connsiteX3-669" fmla="*/ 95416 w 3753016"/>
                    <a:gd name="connsiteY3-670" fmla="*/ 58490 h 1982707"/>
                    <a:gd name="connsiteX4-671" fmla="*/ 174928 w 3753016"/>
                    <a:gd name="connsiteY4-672" fmla="*/ 177759 h 1982707"/>
                    <a:gd name="connsiteX5-673" fmla="*/ 0 w 3753016"/>
                    <a:gd name="connsiteY5-674" fmla="*/ 217517 h 1982707"/>
                    <a:gd name="connsiteX6-675" fmla="*/ 811033 w 3753016"/>
                    <a:gd name="connsiteY6-676" fmla="*/ 1243235 h 1982707"/>
                    <a:gd name="connsiteX7-677" fmla="*/ 2146852 w 3753016"/>
                    <a:gd name="connsiteY7-678" fmla="*/ 1982707 h 1982707"/>
                    <a:gd name="connsiteX8-679" fmla="*/ 3753016 w 3753016"/>
                    <a:gd name="connsiteY8-680" fmla="*/ 1497677 h 1982707"/>
                    <a:gd name="connsiteX9-681" fmla="*/ 2409244 w 3753016"/>
                    <a:gd name="connsiteY9-682" fmla="*/ 1290944 h 1982707"/>
                    <a:gd name="connsiteX10-683" fmla="*/ 779227 w 3753016"/>
                    <a:gd name="connsiteY10-684" fmla="*/ 893377 h 1982707"/>
                    <a:gd name="connsiteX11-685" fmla="*/ 1272207 w 3753016"/>
                    <a:gd name="connsiteY11-686" fmla="*/ 630984 h 1982707"/>
                    <a:gd name="connsiteX0-687" fmla="*/ 1272207 w 3753016"/>
                    <a:gd name="connsiteY0-688" fmla="*/ 630984 h 1982707"/>
                    <a:gd name="connsiteX1-689" fmla="*/ 659958 w 3753016"/>
                    <a:gd name="connsiteY1-690" fmla="*/ 98247 h 1982707"/>
                    <a:gd name="connsiteX2-691" fmla="*/ 373711 w 3753016"/>
                    <a:gd name="connsiteY2-692" fmla="*/ 42588 h 1982707"/>
                    <a:gd name="connsiteX3-693" fmla="*/ 95416 w 3753016"/>
                    <a:gd name="connsiteY3-694" fmla="*/ 58490 h 1982707"/>
                    <a:gd name="connsiteX4-695" fmla="*/ 174928 w 3753016"/>
                    <a:gd name="connsiteY4-696" fmla="*/ 177759 h 1982707"/>
                    <a:gd name="connsiteX5-697" fmla="*/ 0 w 3753016"/>
                    <a:gd name="connsiteY5-698" fmla="*/ 217517 h 1982707"/>
                    <a:gd name="connsiteX6-699" fmla="*/ 811033 w 3753016"/>
                    <a:gd name="connsiteY6-700" fmla="*/ 1243235 h 1982707"/>
                    <a:gd name="connsiteX7-701" fmla="*/ 2146852 w 3753016"/>
                    <a:gd name="connsiteY7-702" fmla="*/ 1982707 h 1982707"/>
                    <a:gd name="connsiteX8-703" fmla="*/ 3753016 w 3753016"/>
                    <a:gd name="connsiteY8-704" fmla="*/ 1497677 h 1982707"/>
                    <a:gd name="connsiteX9-705" fmla="*/ 2409244 w 3753016"/>
                    <a:gd name="connsiteY9-706" fmla="*/ 1290944 h 1982707"/>
                    <a:gd name="connsiteX10-707" fmla="*/ 779227 w 3753016"/>
                    <a:gd name="connsiteY10-708" fmla="*/ 893377 h 1982707"/>
                    <a:gd name="connsiteX11-709" fmla="*/ 1272207 w 3753016"/>
                    <a:gd name="connsiteY11-710" fmla="*/ 630984 h 1982707"/>
                    <a:gd name="connsiteX0-711" fmla="*/ 1272207 w 3753016"/>
                    <a:gd name="connsiteY0-712" fmla="*/ 630984 h 1982707"/>
                    <a:gd name="connsiteX1-713" fmla="*/ 659958 w 3753016"/>
                    <a:gd name="connsiteY1-714" fmla="*/ 98247 h 1982707"/>
                    <a:gd name="connsiteX2-715" fmla="*/ 373711 w 3753016"/>
                    <a:gd name="connsiteY2-716" fmla="*/ 42588 h 1982707"/>
                    <a:gd name="connsiteX3-717" fmla="*/ 95416 w 3753016"/>
                    <a:gd name="connsiteY3-718" fmla="*/ 58490 h 1982707"/>
                    <a:gd name="connsiteX4-719" fmla="*/ 174928 w 3753016"/>
                    <a:gd name="connsiteY4-720" fmla="*/ 177759 h 1982707"/>
                    <a:gd name="connsiteX5-721" fmla="*/ 0 w 3753016"/>
                    <a:gd name="connsiteY5-722" fmla="*/ 217517 h 1982707"/>
                    <a:gd name="connsiteX6-723" fmla="*/ 811033 w 3753016"/>
                    <a:gd name="connsiteY6-724" fmla="*/ 1243235 h 1982707"/>
                    <a:gd name="connsiteX7-725" fmla="*/ 2146852 w 3753016"/>
                    <a:gd name="connsiteY7-726" fmla="*/ 1982707 h 1982707"/>
                    <a:gd name="connsiteX8-727" fmla="*/ 3753016 w 3753016"/>
                    <a:gd name="connsiteY8-728" fmla="*/ 1497677 h 1982707"/>
                    <a:gd name="connsiteX9-729" fmla="*/ 2409244 w 3753016"/>
                    <a:gd name="connsiteY9-730" fmla="*/ 1290944 h 1982707"/>
                    <a:gd name="connsiteX10-731" fmla="*/ 755373 w 3753016"/>
                    <a:gd name="connsiteY10-732" fmla="*/ 869524 h 1982707"/>
                    <a:gd name="connsiteX11-733" fmla="*/ 1272207 w 3753016"/>
                    <a:gd name="connsiteY11-734" fmla="*/ 630984 h 1982707"/>
                    <a:gd name="connsiteX0-735" fmla="*/ 1280159 w 3753016"/>
                    <a:gd name="connsiteY0-736" fmla="*/ 662789 h 1982707"/>
                    <a:gd name="connsiteX1-737" fmla="*/ 659958 w 3753016"/>
                    <a:gd name="connsiteY1-738" fmla="*/ 98247 h 1982707"/>
                    <a:gd name="connsiteX2-739" fmla="*/ 373711 w 3753016"/>
                    <a:gd name="connsiteY2-740" fmla="*/ 42588 h 1982707"/>
                    <a:gd name="connsiteX3-741" fmla="*/ 95416 w 3753016"/>
                    <a:gd name="connsiteY3-742" fmla="*/ 58490 h 1982707"/>
                    <a:gd name="connsiteX4-743" fmla="*/ 174928 w 3753016"/>
                    <a:gd name="connsiteY4-744" fmla="*/ 177759 h 1982707"/>
                    <a:gd name="connsiteX5-745" fmla="*/ 0 w 3753016"/>
                    <a:gd name="connsiteY5-746" fmla="*/ 217517 h 1982707"/>
                    <a:gd name="connsiteX6-747" fmla="*/ 811033 w 3753016"/>
                    <a:gd name="connsiteY6-748" fmla="*/ 1243235 h 1982707"/>
                    <a:gd name="connsiteX7-749" fmla="*/ 2146852 w 3753016"/>
                    <a:gd name="connsiteY7-750" fmla="*/ 1982707 h 1982707"/>
                    <a:gd name="connsiteX8-751" fmla="*/ 3753016 w 3753016"/>
                    <a:gd name="connsiteY8-752" fmla="*/ 1497677 h 1982707"/>
                    <a:gd name="connsiteX9-753" fmla="*/ 2409244 w 3753016"/>
                    <a:gd name="connsiteY9-754" fmla="*/ 1290944 h 1982707"/>
                    <a:gd name="connsiteX10-755" fmla="*/ 755373 w 3753016"/>
                    <a:gd name="connsiteY10-756" fmla="*/ 869524 h 1982707"/>
                    <a:gd name="connsiteX11-757" fmla="*/ 1280159 w 3753016"/>
                    <a:gd name="connsiteY11-758" fmla="*/ 662789 h 1982707"/>
                    <a:gd name="connsiteX0-759" fmla="*/ 1280159 w 3753016"/>
                    <a:gd name="connsiteY0-760" fmla="*/ 662789 h 1982707"/>
                    <a:gd name="connsiteX1-761" fmla="*/ 659958 w 3753016"/>
                    <a:gd name="connsiteY1-762" fmla="*/ 98247 h 1982707"/>
                    <a:gd name="connsiteX2-763" fmla="*/ 373711 w 3753016"/>
                    <a:gd name="connsiteY2-764" fmla="*/ 42588 h 1982707"/>
                    <a:gd name="connsiteX3-765" fmla="*/ 95416 w 3753016"/>
                    <a:gd name="connsiteY3-766" fmla="*/ 58490 h 1982707"/>
                    <a:gd name="connsiteX4-767" fmla="*/ 119269 w 3753016"/>
                    <a:gd name="connsiteY4-768" fmla="*/ 169808 h 1982707"/>
                    <a:gd name="connsiteX5-769" fmla="*/ 0 w 3753016"/>
                    <a:gd name="connsiteY5-770" fmla="*/ 217517 h 1982707"/>
                    <a:gd name="connsiteX6-771" fmla="*/ 811033 w 3753016"/>
                    <a:gd name="connsiteY6-772" fmla="*/ 1243235 h 1982707"/>
                    <a:gd name="connsiteX7-773" fmla="*/ 2146852 w 3753016"/>
                    <a:gd name="connsiteY7-774" fmla="*/ 1982707 h 1982707"/>
                    <a:gd name="connsiteX8-775" fmla="*/ 3753016 w 3753016"/>
                    <a:gd name="connsiteY8-776" fmla="*/ 1497677 h 1982707"/>
                    <a:gd name="connsiteX9-777" fmla="*/ 2409244 w 3753016"/>
                    <a:gd name="connsiteY9-778" fmla="*/ 1290944 h 1982707"/>
                    <a:gd name="connsiteX10-779" fmla="*/ 755373 w 3753016"/>
                    <a:gd name="connsiteY10-780" fmla="*/ 869524 h 1982707"/>
                    <a:gd name="connsiteX11-781" fmla="*/ 1280159 w 3753016"/>
                    <a:gd name="connsiteY11-782" fmla="*/ 662789 h 1982707"/>
                    <a:gd name="connsiteX0-783" fmla="*/ 1280159 w 3753016"/>
                    <a:gd name="connsiteY0-784" fmla="*/ 662789 h 1982707"/>
                    <a:gd name="connsiteX1-785" fmla="*/ 659958 w 3753016"/>
                    <a:gd name="connsiteY1-786" fmla="*/ 98247 h 1982707"/>
                    <a:gd name="connsiteX2-787" fmla="*/ 373711 w 3753016"/>
                    <a:gd name="connsiteY2-788" fmla="*/ 42588 h 1982707"/>
                    <a:gd name="connsiteX3-789" fmla="*/ 95416 w 3753016"/>
                    <a:gd name="connsiteY3-790" fmla="*/ 58490 h 1982707"/>
                    <a:gd name="connsiteX4-791" fmla="*/ 119269 w 3753016"/>
                    <a:gd name="connsiteY4-792" fmla="*/ 169808 h 1982707"/>
                    <a:gd name="connsiteX5-793" fmla="*/ 0 w 3753016"/>
                    <a:gd name="connsiteY5-794" fmla="*/ 217517 h 1982707"/>
                    <a:gd name="connsiteX6-795" fmla="*/ 811033 w 3753016"/>
                    <a:gd name="connsiteY6-796" fmla="*/ 1243235 h 1982707"/>
                    <a:gd name="connsiteX7-797" fmla="*/ 2146852 w 3753016"/>
                    <a:gd name="connsiteY7-798" fmla="*/ 1982707 h 1982707"/>
                    <a:gd name="connsiteX8-799" fmla="*/ 3753016 w 3753016"/>
                    <a:gd name="connsiteY8-800" fmla="*/ 1497677 h 1982707"/>
                    <a:gd name="connsiteX9-801" fmla="*/ 2409244 w 3753016"/>
                    <a:gd name="connsiteY9-802" fmla="*/ 1290944 h 1982707"/>
                    <a:gd name="connsiteX10-803" fmla="*/ 755373 w 3753016"/>
                    <a:gd name="connsiteY10-804" fmla="*/ 869524 h 1982707"/>
                    <a:gd name="connsiteX11-805" fmla="*/ 1280159 w 3753016"/>
                    <a:gd name="connsiteY11-806" fmla="*/ 662789 h 1982707"/>
                    <a:gd name="connsiteX0-807" fmla="*/ 1280159 w 3753016"/>
                    <a:gd name="connsiteY0-808" fmla="*/ 662789 h 1982707"/>
                    <a:gd name="connsiteX1-809" fmla="*/ 731519 w 3753016"/>
                    <a:gd name="connsiteY1-810" fmla="*/ 90295 h 1982707"/>
                    <a:gd name="connsiteX2-811" fmla="*/ 373711 w 3753016"/>
                    <a:gd name="connsiteY2-812" fmla="*/ 42588 h 1982707"/>
                    <a:gd name="connsiteX3-813" fmla="*/ 95416 w 3753016"/>
                    <a:gd name="connsiteY3-814" fmla="*/ 58490 h 1982707"/>
                    <a:gd name="connsiteX4-815" fmla="*/ 119269 w 3753016"/>
                    <a:gd name="connsiteY4-816" fmla="*/ 169808 h 1982707"/>
                    <a:gd name="connsiteX5-817" fmla="*/ 0 w 3753016"/>
                    <a:gd name="connsiteY5-818" fmla="*/ 217517 h 1982707"/>
                    <a:gd name="connsiteX6-819" fmla="*/ 811033 w 3753016"/>
                    <a:gd name="connsiteY6-820" fmla="*/ 1243235 h 1982707"/>
                    <a:gd name="connsiteX7-821" fmla="*/ 2146852 w 3753016"/>
                    <a:gd name="connsiteY7-822" fmla="*/ 1982707 h 1982707"/>
                    <a:gd name="connsiteX8-823" fmla="*/ 3753016 w 3753016"/>
                    <a:gd name="connsiteY8-824" fmla="*/ 1497677 h 1982707"/>
                    <a:gd name="connsiteX9-825" fmla="*/ 2409244 w 3753016"/>
                    <a:gd name="connsiteY9-826" fmla="*/ 1290944 h 1982707"/>
                    <a:gd name="connsiteX10-827" fmla="*/ 755373 w 3753016"/>
                    <a:gd name="connsiteY10-828" fmla="*/ 869524 h 1982707"/>
                    <a:gd name="connsiteX11-829" fmla="*/ 1280159 w 3753016"/>
                    <a:gd name="connsiteY11-830" fmla="*/ 662789 h 1982707"/>
                    <a:gd name="connsiteX0-831" fmla="*/ 1311965 w 3753016"/>
                    <a:gd name="connsiteY0-832" fmla="*/ 662789 h 1982707"/>
                    <a:gd name="connsiteX1-833" fmla="*/ 731519 w 3753016"/>
                    <a:gd name="connsiteY1-834" fmla="*/ 90295 h 1982707"/>
                    <a:gd name="connsiteX2-835" fmla="*/ 373711 w 3753016"/>
                    <a:gd name="connsiteY2-836" fmla="*/ 42588 h 1982707"/>
                    <a:gd name="connsiteX3-837" fmla="*/ 95416 w 3753016"/>
                    <a:gd name="connsiteY3-838" fmla="*/ 58490 h 1982707"/>
                    <a:gd name="connsiteX4-839" fmla="*/ 119269 w 3753016"/>
                    <a:gd name="connsiteY4-840" fmla="*/ 169808 h 1982707"/>
                    <a:gd name="connsiteX5-841" fmla="*/ 0 w 3753016"/>
                    <a:gd name="connsiteY5-842" fmla="*/ 217517 h 1982707"/>
                    <a:gd name="connsiteX6-843" fmla="*/ 811033 w 3753016"/>
                    <a:gd name="connsiteY6-844" fmla="*/ 1243235 h 1982707"/>
                    <a:gd name="connsiteX7-845" fmla="*/ 2146852 w 3753016"/>
                    <a:gd name="connsiteY7-846" fmla="*/ 1982707 h 1982707"/>
                    <a:gd name="connsiteX8-847" fmla="*/ 3753016 w 3753016"/>
                    <a:gd name="connsiteY8-848" fmla="*/ 1497677 h 1982707"/>
                    <a:gd name="connsiteX9-849" fmla="*/ 2409244 w 3753016"/>
                    <a:gd name="connsiteY9-850" fmla="*/ 1290944 h 1982707"/>
                    <a:gd name="connsiteX10-851" fmla="*/ 755373 w 3753016"/>
                    <a:gd name="connsiteY10-852" fmla="*/ 869524 h 1982707"/>
                    <a:gd name="connsiteX11-853" fmla="*/ 1311965 w 3753016"/>
                    <a:gd name="connsiteY11-854" fmla="*/ 662789 h 1982707"/>
                    <a:gd name="connsiteX0-855" fmla="*/ 1311965 w 3753016"/>
                    <a:gd name="connsiteY0-856" fmla="*/ 662789 h 1982707"/>
                    <a:gd name="connsiteX1-857" fmla="*/ 731519 w 3753016"/>
                    <a:gd name="connsiteY1-858" fmla="*/ 90295 h 1982707"/>
                    <a:gd name="connsiteX2-859" fmla="*/ 373711 w 3753016"/>
                    <a:gd name="connsiteY2-860" fmla="*/ 42588 h 1982707"/>
                    <a:gd name="connsiteX3-861" fmla="*/ 95416 w 3753016"/>
                    <a:gd name="connsiteY3-862" fmla="*/ 58490 h 1982707"/>
                    <a:gd name="connsiteX4-863" fmla="*/ 119269 w 3753016"/>
                    <a:gd name="connsiteY4-864" fmla="*/ 169808 h 1982707"/>
                    <a:gd name="connsiteX5-865" fmla="*/ 0 w 3753016"/>
                    <a:gd name="connsiteY5-866" fmla="*/ 217517 h 1982707"/>
                    <a:gd name="connsiteX6-867" fmla="*/ 811033 w 3753016"/>
                    <a:gd name="connsiteY6-868" fmla="*/ 1243235 h 1982707"/>
                    <a:gd name="connsiteX7-869" fmla="*/ 2146852 w 3753016"/>
                    <a:gd name="connsiteY7-870" fmla="*/ 1982707 h 1982707"/>
                    <a:gd name="connsiteX8-871" fmla="*/ 3753016 w 3753016"/>
                    <a:gd name="connsiteY8-872" fmla="*/ 1497677 h 1982707"/>
                    <a:gd name="connsiteX9-873" fmla="*/ 2409244 w 3753016"/>
                    <a:gd name="connsiteY9-874" fmla="*/ 1290944 h 1982707"/>
                    <a:gd name="connsiteX10-875" fmla="*/ 755373 w 3753016"/>
                    <a:gd name="connsiteY10-876" fmla="*/ 869524 h 1982707"/>
                    <a:gd name="connsiteX11-877" fmla="*/ 1311965 w 3753016"/>
                    <a:gd name="connsiteY11-878" fmla="*/ 662789 h 1982707"/>
                    <a:gd name="connsiteX0-879" fmla="*/ 1311965 w 3753016"/>
                    <a:gd name="connsiteY0-880" fmla="*/ 662789 h 1982707"/>
                    <a:gd name="connsiteX1-881" fmla="*/ 699714 w 3753016"/>
                    <a:gd name="connsiteY1-882" fmla="*/ 90295 h 1982707"/>
                    <a:gd name="connsiteX2-883" fmla="*/ 373711 w 3753016"/>
                    <a:gd name="connsiteY2-884" fmla="*/ 42588 h 1982707"/>
                    <a:gd name="connsiteX3-885" fmla="*/ 95416 w 3753016"/>
                    <a:gd name="connsiteY3-886" fmla="*/ 58490 h 1982707"/>
                    <a:gd name="connsiteX4-887" fmla="*/ 119269 w 3753016"/>
                    <a:gd name="connsiteY4-888" fmla="*/ 169808 h 1982707"/>
                    <a:gd name="connsiteX5-889" fmla="*/ 0 w 3753016"/>
                    <a:gd name="connsiteY5-890" fmla="*/ 217517 h 1982707"/>
                    <a:gd name="connsiteX6-891" fmla="*/ 811033 w 3753016"/>
                    <a:gd name="connsiteY6-892" fmla="*/ 1243235 h 1982707"/>
                    <a:gd name="connsiteX7-893" fmla="*/ 2146852 w 3753016"/>
                    <a:gd name="connsiteY7-894" fmla="*/ 1982707 h 1982707"/>
                    <a:gd name="connsiteX8-895" fmla="*/ 3753016 w 3753016"/>
                    <a:gd name="connsiteY8-896" fmla="*/ 1497677 h 1982707"/>
                    <a:gd name="connsiteX9-897" fmla="*/ 2409244 w 3753016"/>
                    <a:gd name="connsiteY9-898" fmla="*/ 1290944 h 1982707"/>
                    <a:gd name="connsiteX10-899" fmla="*/ 755373 w 3753016"/>
                    <a:gd name="connsiteY10-900" fmla="*/ 869524 h 1982707"/>
                    <a:gd name="connsiteX11-901" fmla="*/ 1311965 w 3753016"/>
                    <a:gd name="connsiteY11-902" fmla="*/ 662789 h 1982707"/>
                    <a:gd name="connsiteX0-903" fmla="*/ 1311965 w 3753016"/>
                    <a:gd name="connsiteY0-904" fmla="*/ 662789 h 1982707"/>
                    <a:gd name="connsiteX1-905" fmla="*/ 699714 w 3753016"/>
                    <a:gd name="connsiteY1-906" fmla="*/ 90295 h 1982707"/>
                    <a:gd name="connsiteX2-907" fmla="*/ 373711 w 3753016"/>
                    <a:gd name="connsiteY2-908" fmla="*/ 42588 h 1982707"/>
                    <a:gd name="connsiteX3-909" fmla="*/ 95416 w 3753016"/>
                    <a:gd name="connsiteY3-910" fmla="*/ 58490 h 1982707"/>
                    <a:gd name="connsiteX4-911" fmla="*/ 119269 w 3753016"/>
                    <a:gd name="connsiteY4-912" fmla="*/ 169808 h 1982707"/>
                    <a:gd name="connsiteX5-913" fmla="*/ 0 w 3753016"/>
                    <a:gd name="connsiteY5-914" fmla="*/ 217517 h 1982707"/>
                    <a:gd name="connsiteX6-915" fmla="*/ 811033 w 3753016"/>
                    <a:gd name="connsiteY6-916" fmla="*/ 1243235 h 1982707"/>
                    <a:gd name="connsiteX7-917" fmla="*/ 2146852 w 3753016"/>
                    <a:gd name="connsiteY7-918" fmla="*/ 1982707 h 1982707"/>
                    <a:gd name="connsiteX8-919" fmla="*/ 3753016 w 3753016"/>
                    <a:gd name="connsiteY8-920" fmla="*/ 1497677 h 1982707"/>
                    <a:gd name="connsiteX9-921" fmla="*/ 2409244 w 3753016"/>
                    <a:gd name="connsiteY9-922" fmla="*/ 1290944 h 1982707"/>
                    <a:gd name="connsiteX10-923" fmla="*/ 755373 w 3753016"/>
                    <a:gd name="connsiteY10-924" fmla="*/ 869524 h 1982707"/>
                    <a:gd name="connsiteX11-925" fmla="*/ 1311965 w 3753016"/>
                    <a:gd name="connsiteY11-926" fmla="*/ 662789 h 1982707"/>
                    <a:gd name="connsiteX0-927" fmla="*/ 1311965 w 3753016"/>
                    <a:gd name="connsiteY0-928" fmla="*/ 662789 h 1982707"/>
                    <a:gd name="connsiteX1-929" fmla="*/ 699714 w 3753016"/>
                    <a:gd name="connsiteY1-930" fmla="*/ 90295 h 1982707"/>
                    <a:gd name="connsiteX2-931" fmla="*/ 373711 w 3753016"/>
                    <a:gd name="connsiteY2-932" fmla="*/ 42588 h 1982707"/>
                    <a:gd name="connsiteX3-933" fmla="*/ 95416 w 3753016"/>
                    <a:gd name="connsiteY3-934" fmla="*/ 58490 h 1982707"/>
                    <a:gd name="connsiteX4-935" fmla="*/ 119269 w 3753016"/>
                    <a:gd name="connsiteY4-936" fmla="*/ 169808 h 1982707"/>
                    <a:gd name="connsiteX5-937" fmla="*/ 0 w 3753016"/>
                    <a:gd name="connsiteY5-938" fmla="*/ 217517 h 1982707"/>
                    <a:gd name="connsiteX6-939" fmla="*/ 811033 w 3753016"/>
                    <a:gd name="connsiteY6-940" fmla="*/ 1243235 h 1982707"/>
                    <a:gd name="connsiteX7-941" fmla="*/ 2146852 w 3753016"/>
                    <a:gd name="connsiteY7-942" fmla="*/ 1982707 h 1982707"/>
                    <a:gd name="connsiteX8-943" fmla="*/ 3753016 w 3753016"/>
                    <a:gd name="connsiteY8-944" fmla="*/ 1497677 h 1982707"/>
                    <a:gd name="connsiteX9-945" fmla="*/ 2409244 w 3753016"/>
                    <a:gd name="connsiteY9-946" fmla="*/ 1290944 h 1982707"/>
                    <a:gd name="connsiteX10-947" fmla="*/ 755373 w 3753016"/>
                    <a:gd name="connsiteY10-948" fmla="*/ 869524 h 1982707"/>
                    <a:gd name="connsiteX11-949" fmla="*/ 1311965 w 3753016"/>
                    <a:gd name="connsiteY11-950" fmla="*/ 662789 h 1982707"/>
                    <a:gd name="connsiteX0-951" fmla="*/ 1311965 w 3753016"/>
                    <a:gd name="connsiteY0-952" fmla="*/ 665192 h 1985110"/>
                    <a:gd name="connsiteX1-953" fmla="*/ 699714 w 3753016"/>
                    <a:gd name="connsiteY1-954" fmla="*/ 92698 h 1985110"/>
                    <a:gd name="connsiteX2-955" fmla="*/ 397565 w 3753016"/>
                    <a:gd name="connsiteY2-956" fmla="*/ 37040 h 1985110"/>
                    <a:gd name="connsiteX3-957" fmla="*/ 95416 w 3753016"/>
                    <a:gd name="connsiteY3-958" fmla="*/ 60893 h 1985110"/>
                    <a:gd name="connsiteX4-959" fmla="*/ 119269 w 3753016"/>
                    <a:gd name="connsiteY4-960" fmla="*/ 172211 h 1985110"/>
                    <a:gd name="connsiteX5-961" fmla="*/ 0 w 3753016"/>
                    <a:gd name="connsiteY5-962" fmla="*/ 219920 h 1985110"/>
                    <a:gd name="connsiteX6-963" fmla="*/ 811033 w 3753016"/>
                    <a:gd name="connsiteY6-964" fmla="*/ 1245638 h 1985110"/>
                    <a:gd name="connsiteX7-965" fmla="*/ 2146852 w 3753016"/>
                    <a:gd name="connsiteY7-966" fmla="*/ 1985110 h 1985110"/>
                    <a:gd name="connsiteX8-967" fmla="*/ 3753016 w 3753016"/>
                    <a:gd name="connsiteY8-968" fmla="*/ 1500080 h 1985110"/>
                    <a:gd name="connsiteX9-969" fmla="*/ 2409244 w 3753016"/>
                    <a:gd name="connsiteY9-970" fmla="*/ 1293347 h 1985110"/>
                    <a:gd name="connsiteX10-971" fmla="*/ 755373 w 3753016"/>
                    <a:gd name="connsiteY10-972" fmla="*/ 871927 h 1985110"/>
                    <a:gd name="connsiteX11-973" fmla="*/ 1311965 w 3753016"/>
                    <a:gd name="connsiteY11-974" fmla="*/ 665192 h 1985110"/>
                    <a:gd name="connsiteX0-975" fmla="*/ 1311965 w 3753016"/>
                    <a:gd name="connsiteY0-976" fmla="*/ 670630 h 1990548"/>
                    <a:gd name="connsiteX1-977" fmla="*/ 699714 w 3753016"/>
                    <a:gd name="connsiteY1-978" fmla="*/ 98136 h 1990548"/>
                    <a:gd name="connsiteX2-979" fmla="*/ 453224 w 3753016"/>
                    <a:gd name="connsiteY2-980" fmla="*/ 26576 h 1990548"/>
                    <a:gd name="connsiteX3-981" fmla="*/ 95416 w 3753016"/>
                    <a:gd name="connsiteY3-982" fmla="*/ 66331 h 1990548"/>
                    <a:gd name="connsiteX4-983" fmla="*/ 119269 w 3753016"/>
                    <a:gd name="connsiteY4-984" fmla="*/ 177649 h 1990548"/>
                    <a:gd name="connsiteX5-985" fmla="*/ 0 w 3753016"/>
                    <a:gd name="connsiteY5-986" fmla="*/ 225358 h 1990548"/>
                    <a:gd name="connsiteX6-987" fmla="*/ 811033 w 3753016"/>
                    <a:gd name="connsiteY6-988" fmla="*/ 1251076 h 1990548"/>
                    <a:gd name="connsiteX7-989" fmla="*/ 2146852 w 3753016"/>
                    <a:gd name="connsiteY7-990" fmla="*/ 1990548 h 1990548"/>
                    <a:gd name="connsiteX8-991" fmla="*/ 3753016 w 3753016"/>
                    <a:gd name="connsiteY8-992" fmla="*/ 1505518 h 1990548"/>
                    <a:gd name="connsiteX9-993" fmla="*/ 2409244 w 3753016"/>
                    <a:gd name="connsiteY9-994" fmla="*/ 1298785 h 1990548"/>
                    <a:gd name="connsiteX10-995" fmla="*/ 755373 w 3753016"/>
                    <a:gd name="connsiteY10-996" fmla="*/ 877365 h 1990548"/>
                    <a:gd name="connsiteX11-997" fmla="*/ 1311965 w 3753016"/>
                    <a:gd name="connsiteY11-998" fmla="*/ 670630 h 1990548"/>
                    <a:gd name="connsiteX0-999" fmla="*/ 1311965 w 3753016"/>
                    <a:gd name="connsiteY0-1000" fmla="*/ 671729 h 1991647"/>
                    <a:gd name="connsiteX1-1001" fmla="*/ 699714 w 3753016"/>
                    <a:gd name="connsiteY1-1002" fmla="*/ 99235 h 1991647"/>
                    <a:gd name="connsiteX2-1003" fmla="*/ 453224 w 3753016"/>
                    <a:gd name="connsiteY2-1004" fmla="*/ 27675 h 1991647"/>
                    <a:gd name="connsiteX3-1005" fmla="*/ 95416 w 3753016"/>
                    <a:gd name="connsiteY3-1006" fmla="*/ 67430 h 1991647"/>
                    <a:gd name="connsiteX4-1007" fmla="*/ 119269 w 3753016"/>
                    <a:gd name="connsiteY4-1008" fmla="*/ 178748 h 1991647"/>
                    <a:gd name="connsiteX5-1009" fmla="*/ 0 w 3753016"/>
                    <a:gd name="connsiteY5-1010" fmla="*/ 226457 h 1991647"/>
                    <a:gd name="connsiteX6-1011" fmla="*/ 811033 w 3753016"/>
                    <a:gd name="connsiteY6-1012" fmla="*/ 1252175 h 1991647"/>
                    <a:gd name="connsiteX7-1013" fmla="*/ 2146852 w 3753016"/>
                    <a:gd name="connsiteY7-1014" fmla="*/ 1991647 h 1991647"/>
                    <a:gd name="connsiteX8-1015" fmla="*/ 3753016 w 3753016"/>
                    <a:gd name="connsiteY8-1016" fmla="*/ 1506617 h 1991647"/>
                    <a:gd name="connsiteX9-1017" fmla="*/ 2409244 w 3753016"/>
                    <a:gd name="connsiteY9-1018" fmla="*/ 1299884 h 1991647"/>
                    <a:gd name="connsiteX10-1019" fmla="*/ 755373 w 3753016"/>
                    <a:gd name="connsiteY10-1020" fmla="*/ 878464 h 1991647"/>
                    <a:gd name="connsiteX11-1021" fmla="*/ 1311965 w 3753016"/>
                    <a:gd name="connsiteY11-1022" fmla="*/ 671729 h 1991647"/>
                    <a:gd name="connsiteX0-1023" fmla="*/ 1311965 w 3753016"/>
                    <a:gd name="connsiteY0-1024" fmla="*/ 671729 h 1991647"/>
                    <a:gd name="connsiteX1-1025" fmla="*/ 699714 w 3753016"/>
                    <a:gd name="connsiteY1-1026" fmla="*/ 99235 h 1991647"/>
                    <a:gd name="connsiteX2-1027" fmla="*/ 453224 w 3753016"/>
                    <a:gd name="connsiteY2-1028" fmla="*/ 27675 h 1991647"/>
                    <a:gd name="connsiteX3-1029" fmla="*/ 127221 w 3753016"/>
                    <a:gd name="connsiteY3-1030" fmla="*/ 67430 h 1991647"/>
                    <a:gd name="connsiteX4-1031" fmla="*/ 119269 w 3753016"/>
                    <a:gd name="connsiteY4-1032" fmla="*/ 178748 h 1991647"/>
                    <a:gd name="connsiteX5-1033" fmla="*/ 0 w 3753016"/>
                    <a:gd name="connsiteY5-1034" fmla="*/ 226457 h 1991647"/>
                    <a:gd name="connsiteX6-1035" fmla="*/ 811033 w 3753016"/>
                    <a:gd name="connsiteY6-1036" fmla="*/ 1252175 h 1991647"/>
                    <a:gd name="connsiteX7-1037" fmla="*/ 2146852 w 3753016"/>
                    <a:gd name="connsiteY7-1038" fmla="*/ 1991647 h 1991647"/>
                    <a:gd name="connsiteX8-1039" fmla="*/ 3753016 w 3753016"/>
                    <a:gd name="connsiteY8-1040" fmla="*/ 1506617 h 1991647"/>
                    <a:gd name="connsiteX9-1041" fmla="*/ 2409244 w 3753016"/>
                    <a:gd name="connsiteY9-1042" fmla="*/ 1299884 h 1991647"/>
                    <a:gd name="connsiteX10-1043" fmla="*/ 755373 w 3753016"/>
                    <a:gd name="connsiteY10-1044" fmla="*/ 878464 h 1991647"/>
                    <a:gd name="connsiteX11-1045" fmla="*/ 1311965 w 3753016"/>
                    <a:gd name="connsiteY11-1046" fmla="*/ 671729 h 1991647"/>
                    <a:gd name="connsiteX0-1047" fmla="*/ 1311965 w 3753016"/>
                    <a:gd name="connsiteY0-1048" fmla="*/ 671729 h 1991647"/>
                    <a:gd name="connsiteX1-1049" fmla="*/ 699714 w 3753016"/>
                    <a:gd name="connsiteY1-1050" fmla="*/ 99235 h 1991647"/>
                    <a:gd name="connsiteX2-1051" fmla="*/ 453224 w 3753016"/>
                    <a:gd name="connsiteY2-1052" fmla="*/ 27675 h 1991647"/>
                    <a:gd name="connsiteX3-1053" fmla="*/ 127221 w 3753016"/>
                    <a:gd name="connsiteY3-1054" fmla="*/ 67430 h 1991647"/>
                    <a:gd name="connsiteX4-1055" fmla="*/ 119269 w 3753016"/>
                    <a:gd name="connsiteY4-1056" fmla="*/ 178748 h 1991647"/>
                    <a:gd name="connsiteX5-1057" fmla="*/ 0 w 3753016"/>
                    <a:gd name="connsiteY5-1058" fmla="*/ 226457 h 1991647"/>
                    <a:gd name="connsiteX6-1059" fmla="*/ 811033 w 3753016"/>
                    <a:gd name="connsiteY6-1060" fmla="*/ 1252175 h 1991647"/>
                    <a:gd name="connsiteX7-1061" fmla="*/ 2146852 w 3753016"/>
                    <a:gd name="connsiteY7-1062" fmla="*/ 1991647 h 1991647"/>
                    <a:gd name="connsiteX8-1063" fmla="*/ 3753016 w 3753016"/>
                    <a:gd name="connsiteY8-1064" fmla="*/ 1506617 h 1991647"/>
                    <a:gd name="connsiteX9-1065" fmla="*/ 2409244 w 3753016"/>
                    <a:gd name="connsiteY9-1066" fmla="*/ 1299884 h 1991647"/>
                    <a:gd name="connsiteX10-1067" fmla="*/ 755373 w 3753016"/>
                    <a:gd name="connsiteY10-1068" fmla="*/ 878464 h 1991647"/>
                    <a:gd name="connsiteX11-1069" fmla="*/ 1311965 w 3753016"/>
                    <a:gd name="connsiteY11-1070" fmla="*/ 671729 h 1991647"/>
                    <a:gd name="connsiteX0-1071" fmla="*/ 1311965 w 3753016"/>
                    <a:gd name="connsiteY0-1072" fmla="*/ 671729 h 1991647"/>
                    <a:gd name="connsiteX1-1073" fmla="*/ 699714 w 3753016"/>
                    <a:gd name="connsiteY1-1074" fmla="*/ 99235 h 1991647"/>
                    <a:gd name="connsiteX2-1075" fmla="*/ 453224 w 3753016"/>
                    <a:gd name="connsiteY2-1076" fmla="*/ 27675 h 1991647"/>
                    <a:gd name="connsiteX3-1077" fmla="*/ 127221 w 3753016"/>
                    <a:gd name="connsiteY3-1078" fmla="*/ 67430 h 1991647"/>
                    <a:gd name="connsiteX4-1079" fmla="*/ 166977 w 3753016"/>
                    <a:gd name="connsiteY4-1080" fmla="*/ 178748 h 1991647"/>
                    <a:gd name="connsiteX5-1081" fmla="*/ 0 w 3753016"/>
                    <a:gd name="connsiteY5-1082" fmla="*/ 226457 h 1991647"/>
                    <a:gd name="connsiteX6-1083" fmla="*/ 811033 w 3753016"/>
                    <a:gd name="connsiteY6-1084" fmla="*/ 1252175 h 1991647"/>
                    <a:gd name="connsiteX7-1085" fmla="*/ 2146852 w 3753016"/>
                    <a:gd name="connsiteY7-1086" fmla="*/ 1991647 h 1991647"/>
                    <a:gd name="connsiteX8-1087" fmla="*/ 3753016 w 3753016"/>
                    <a:gd name="connsiteY8-1088" fmla="*/ 1506617 h 1991647"/>
                    <a:gd name="connsiteX9-1089" fmla="*/ 2409244 w 3753016"/>
                    <a:gd name="connsiteY9-1090" fmla="*/ 1299884 h 1991647"/>
                    <a:gd name="connsiteX10-1091" fmla="*/ 755373 w 3753016"/>
                    <a:gd name="connsiteY10-1092" fmla="*/ 878464 h 1991647"/>
                    <a:gd name="connsiteX11-1093" fmla="*/ 1311965 w 3753016"/>
                    <a:gd name="connsiteY11-1094" fmla="*/ 671729 h 1991647"/>
                    <a:gd name="connsiteX0-1095" fmla="*/ 1311965 w 3753016"/>
                    <a:gd name="connsiteY0-1096" fmla="*/ 671729 h 1991647"/>
                    <a:gd name="connsiteX1-1097" fmla="*/ 699714 w 3753016"/>
                    <a:gd name="connsiteY1-1098" fmla="*/ 99235 h 1991647"/>
                    <a:gd name="connsiteX2-1099" fmla="*/ 453224 w 3753016"/>
                    <a:gd name="connsiteY2-1100" fmla="*/ 27675 h 1991647"/>
                    <a:gd name="connsiteX3-1101" fmla="*/ 127221 w 3753016"/>
                    <a:gd name="connsiteY3-1102" fmla="*/ 67430 h 1991647"/>
                    <a:gd name="connsiteX4-1103" fmla="*/ 0 w 3753016"/>
                    <a:gd name="connsiteY4-1104" fmla="*/ 226457 h 1991647"/>
                    <a:gd name="connsiteX5-1105" fmla="*/ 811033 w 3753016"/>
                    <a:gd name="connsiteY5-1106" fmla="*/ 1252175 h 1991647"/>
                    <a:gd name="connsiteX6-1107" fmla="*/ 2146852 w 3753016"/>
                    <a:gd name="connsiteY6-1108" fmla="*/ 1991647 h 1991647"/>
                    <a:gd name="connsiteX7-1109" fmla="*/ 3753016 w 3753016"/>
                    <a:gd name="connsiteY7-1110" fmla="*/ 1506617 h 1991647"/>
                    <a:gd name="connsiteX8-1111" fmla="*/ 2409244 w 3753016"/>
                    <a:gd name="connsiteY8-1112" fmla="*/ 1299884 h 1991647"/>
                    <a:gd name="connsiteX9-1113" fmla="*/ 755373 w 3753016"/>
                    <a:gd name="connsiteY9-1114" fmla="*/ 878464 h 1991647"/>
                    <a:gd name="connsiteX10-1115" fmla="*/ 1311965 w 3753016"/>
                    <a:gd name="connsiteY10-1116" fmla="*/ 671729 h 1991647"/>
                    <a:gd name="connsiteX0-1117" fmla="*/ 1311965 w 3753016"/>
                    <a:gd name="connsiteY0-1118" fmla="*/ 671729 h 1991647"/>
                    <a:gd name="connsiteX1-1119" fmla="*/ 699714 w 3753016"/>
                    <a:gd name="connsiteY1-1120" fmla="*/ 99235 h 1991647"/>
                    <a:gd name="connsiteX2-1121" fmla="*/ 453224 w 3753016"/>
                    <a:gd name="connsiteY2-1122" fmla="*/ 27675 h 1991647"/>
                    <a:gd name="connsiteX3-1123" fmla="*/ 127221 w 3753016"/>
                    <a:gd name="connsiteY3-1124" fmla="*/ 67430 h 1991647"/>
                    <a:gd name="connsiteX4-1125" fmla="*/ 0 w 3753016"/>
                    <a:gd name="connsiteY4-1126" fmla="*/ 226457 h 1991647"/>
                    <a:gd name="connsiteX5-1127" fmla="*/ 811033 w 3753016"/>
                    <a:gd name="connsiteY5-1128" fmla="*/ 1252175 h 1991647"/>
                    <a:gd name="connsiteX6-1129" fmla="*/ 2146852 w 3753016"/>
                    <a:gd name="connsiteY6-1130" fmla="*/ 1991647 h 1991647"/>
                    <a:gd name="connsiteX7-1131" fmla="*/ 3753016 w 3753016"/>
                    <a:gd name="connsiteY7-1132" fmla="*/ 1506617 h 1991647"/>
                    <a:gd name="connsiteX8-1133" fmla="*/ 2409244 w 3753016"/>
                    <a:gd name="connsiteY8-1134" fmla="*/ 1299884 h 1991647"/>
                    <a:gd name="connsiteX9-1135" fmla="*/ 755373 w 3753016"/>
                    <a:gd name="connsiteY9-1136" fmla="*/ 878464 h 1991647"/>
                    <a:gd name="connsiteX10-1137" fmla="*/ 1311965 w 3753016"/>
                    <a:gd name="connsiteY10-1138" fmla="*/ 671729 h 1991647"/>
                    <a:gd name="connsiteX0-1139" fmla="*/ 1311965 w 3753016"/>
                    <a:gd name="connsiteY0-1140" fmla="*/ 671729 h 1991647"/>
                    <a:gd name="connsiteX1-1141" fmla="*/ 699714 w 3753016"/>
                    <a:gd name="connsiteY1-1142" fmla="*/ 99235 h 1991647"/>
                    <a:gd name="connsiteX2-1143" fmla="*/ 453224 w 3753016"/>
                    <a:gd name="connsiteY2-1144" fmla="*/ 27675 h 1991647"/>
                    <a:gd name="connsiteX3-1145" fmla="*/ 127221 w 3753016"/>
                    <a:gd name="connsiteY3-1146" fmla="*/ 67430 h 1991647"/>
                    <a:gd name="connsiteX4-1147" fmla="*/ 0 w 3753016"/>
                    <a:gd name="connsiteY4-1148" fmla="*/ 226457 h 1991647"/>
                    <a:gd name="connsiteX5-1149" fmla="*/ 811033 w 3753016"/>
                    <a:gd name="connsiteY5-1150" fmla="*/ 1252175 h 1991647"/>
                    <a:gd name="connsiteX6-1151" fmla="*/ 2146852 w 3753016"/>
                    <a:gd name="connsiteY6-1152" fmla="*/ 1991647 h 1991647"/>
                    <a:gd name="connsiteX7-1153" fmla="*/ 3753016 w 3753016"/>
                    <a:gd name="connsiteY7-1154" fmla="*/ 1506617 h 1991647"/>
                    <a:gd name="connsiteX8-1155" fmla="*/ 2409244 w 3753016"/>
                    <a:gd name="connsiteY8-1156" fmla="*/ 1299884 h 1991647"/>
                    <a:gd name="connsiteX9-1157" fmla="*/ 755373 w 3753016"/>
                    <a:gd name="connsiteY9-1158" fmla="*/ 878464 h 1991647"/>
                    <a:gd name="connsiteX10-1159" fmla="*/ 1311965 w 3753016"/>
                    <a:gd name="connsiteY10-1160" fmla="*/ 671729 h 1991647"/>
                    <a:gd name="connsiteX0-1161" fmla="*/ 1311965 w 3753016"/>
                    <a:gd name="connsiteY0-1162" fmla="*/ 671729 h 1991647"/>
                    <a:gd name="connsiteX1-1163" fmla="*/ 699714 w 3753016"/>
                    <a:gd name="connsiteY1-1164" fmla="*/ 99235 h 1991647"/>
                    <a:gd name="connsiteX2-1165" fmla="*/ 453224 w 3753016"/>
                    <a:gd name="connsiteY2-1166" fmla="*/ 27675 h 1991647"/>
                    <a:gd name="connsiteX3-1167" fmla="*/ 127221 w 3753016"/>
                    <a:gd name="connsiteY3-1168" fmla="*/ 67430 h 1991647"/>
                    <a:gd name="connsiteX4-1169" fmla="*/ 0 w 3753016"/>
                    <a:gd name="connsiteY4-1170" fmla="*/ 226457 h 1991647"/>
                    <a:gd name="connsiteX5-1171" fmla="*/ 811033 w 3753016"/>
                    <a:gd name="connsiteY5-1172" fmla="*/ 1252175 h 1991647"/>
                    <a:gd name="connsiteX6-1173" fmla="*/ 2146852 w 3753016"/>
                    <a:gd name="connsiteY6-1174" fmla="*/ 1991647 h 1991647"/>
                    <a:gd name="connsiteX7-1175" fmla="*/ 3753016 w 3753016"/>
                    <a:gd name="connsiteY7-1176" fmla="*/ 1506617 h 1991647"/>
                    <a:gd name="connsiteX8-1177" fmla="*/ 2409244 w 3753016"/>
                    <a:gd name="connsiteY8-1178" fmla="*/ 1299884 h 1991647"/>
                    <a:gd name="connsiteX9-1179" fmla="*/ 755373 w 3753016"/>
                    <a:gd name="connsiteY9-1180" fmla="*/ 878464 h 1991647"/>
                    <a:gd name="connsiteX10-1181" fmla="*/ 1311965 w 3753016"/>
                    <a:gd name="connsiteY10-1182" fmla="*/ 671729 h 1991647"/>
                    <a:gd name="connsiteX0-1183" fmla="*/ 1337304 w 3778355"/>
                    <a:gd name="connsiteY0-1184" fmla="*/ 671729 h 1991647"/>
                    <a:gd name="connsiteX1-1185" fmla="*/ 725053 w 3778355"/>
                    <a:gd name="connsiteY1-1186" fmla="*/ 99235 h 1991647"/>
                    <a:gd name="connsiteX2-1187" fmla="*/ 478563 w 3778355"/>
                    <a:gd name="connsiteY2-1188" fmla="*/ 27675 h 1991647"/>
                    <a:gd name="connsiteX3-1189" fmla="*/ 152560 w 3778355"/>
                    <a:gd name="connsiteY3-1190" fmla="*/ 67430 h 1991647"/>
                    <a:gd name="connsiteX4-1191" fmla="*/ 232072 w 3778355"/>
                    <a:gd name="connsiteY4-1192" fmla="*/ 186702 h 1991647"/>
                    <a:gd name="connsiteX5-1193" fmla="*/ 25339 w 3778355"/>
                    <a:gd name="connsiteY5-1194" fmla="*/ 226457 h 1991647"/>
                    <a:gd name="connsiteX6-1195" fmla="*/ 836372 w 3778355"/>
                    <a:gd name="connsiteY6-1196" fmla="*/ 1252175 h 1991647"/>
                    <a:gd name="connsiteX7-1197" fmla="*/ 2172191 w 3778355"/>
                    <a:gd name="connsiteY7-1198" fmla="*/ 1991647 h 1991647"/>
                    <a:gd name="connsiteX8-1199" fmla="*/ 3778355 w 3778355"/>
                    <a:gd name="connsiteY8-1200" fmla="*/ 1506617 h 1991647"/>
                    <a:gd name="connsiteX9-1201" fmla="*/ 2434583 w 3778355"/>
                    <a:gd name="connsiteY9-1202" fmla="*/ 1299884 h 1991647"/>
                    <a:gd name="connsiteX10-1203" fmla="*/ 780712 w 3778355"/>
                    <a:gd name="connsiteY10-1204" fmla="*/ 878464 h 1991647"/>
                    <a:gd name="connsiteX11-1205" fmla="*/ 1337304 w 3778355"/>
                    <a:gd name="connsiteY11-1206" fmla="*/ 671729 h 1991647"/>
                    <a:gd name="connsiteX0-1207" fmla="*/ 1311965 w 3753016"/>
                    <a:gd name="connsiteY0-1208" fmla="*/ 671729 h 1991647"/>
                    <a:gd name="connsiteX1-1209" fmla="*/ 699714 w 3753016"/>
                    <a:gd name="connsiteY1-1210" fmla="*/ 99235 h 1991647"/>
                    <a:gd name="connsiteX2-1211" fmla="*/ 453224 w 3753016"/>
                    <a:gd name="connsiteY2-1212" fmla="*/ 27675 h 1991647"/>
                    <a:gd name="connsiteX3-1213" fmla="*/ 127221 w 3753016"/>
                    <a:gd name="connsiteY3-1214" fmla="*/ 67430 h 1991647"/>
                    <a:gd name="connsiteX4-1215" fmla="*/ 206733 w 3753016"/>
                    <a:gd name="connsiteY4-1216" fmla="*/ 186702 h 1991647"/>
                    <a:gd name="connsiteX5-1217" fmla="*/ 0 w 3753016"/>
                    <a:gd name="connsiteY5-1218" fmla="*/ 226457 h 1991647"/>
                    <a:gd name="connsiteX6-1219" fmla="*/ 811033 w 3753016"/>
                    <a:gd name="connsiteY6-1220" fmla="*/ 1252175 h 1991647"/>
                    <a:gd name="connsiteX7-1221" fmla="*/ 2146852 w 3753016"/>
                    <a:gd name="connsiteY7-1222" fmla="*/ 1991647 h 1991647"/>
                    <a:gd name="connsiteX8-1223" fmla="*/ 3753016 w 3753016"/>
                    <a:gd name="connsiteY8-1224" fmla="*/ 1506617 h 1991647"/>
                    <a:gd name="connsiteX9-1225" fmla="*/ 2409244 w 3753016"/>
                    <a:gd name="connsiteY9-1226" fmla="*/ 1299884 h 1991647"/>
                    <a:gd name="connsiteX10-1227" fmla="*/ 755373 w 3753016"/>
                    <a:gd name="connsiteY10-1228" fmla="*/ 878464 h 1991647"/>
                    <a:gd name="connsiteX11-1229" fmla="*/ 1311965 w 3753016"/>
                    <a:gd name="connsiteY11-1230" fmla="*/ 671729 h 1991647"/>
                    <a:gd name="connsiteX0-1231" fmla="*/ 1311965 w 3753016"/>
                    <a:gd name="connsiteY0-1232" fmla="*/ 671729 h 1991647"/>
                    <a:gd name="connsiteX1-1233" fmla="*/ 699714 w 3753016"/>
                    <a:gd name="connsiteY1-1234" fmla="*/ 99235 h 1991647"/>
                    <a:gd name="connsiteX2-1235" fmla="*/ 453224 w 3753016"/>
                    <a:gd name="connsiteY2-1236" fmla="*/ 27675 h 1991647"/>
                    <a:gd name="connsiteX3-1237" fmla="*/ 127221 w 3753016"/>
                    <a:gd name="connsiteY3-1238" fmla="*/ 67430 h 1991647"/>
                    <a:gd name="connsiteX4-1239" fmla="*/ 166977 w 3753016"/>
                    <a:gd name="connsiteY4-1240" fmla="*/ 154897 h 1991647"/>
                    <a:gd name="connsiteX5-1241" fmla="*/ 0 w 3753016"/>
                    <a:gd name="connsiteY5-1242" fmla="*/ 226457 h 1991647"/>
                    <a:gd name="connsiteX6-1243" fmla="*/ 811033 w 3753016"/>
                    <a:gd name="connsiteY6-1244" fmla="*/ 1252175 h 1991647"/>
                    <a:gd name="connsiteX7-1245" fmla="*/ 2146852 w 3753016"/>
                    <a:gd name="connsiteY7-1246" fmla="*/ 1991647 h 1991647"/>
                    <a:gd name="connsiteX8-1247" fmla="*/ 3753016 w 3753016"/>
                    <a:gd name="connsiteY8-1248" fmla="*/ 1506617 h 1991647"/>
                    <a:gd name="connsiteX9-1249" fmla="*/ 2409244 w 3753016"/>
                    <a:gd name="connsiteY9-1250" fmla="*/ 1299884 h 1991647"/>
                    <a:gd name="connsiteX10-1251" fmla="*/ 755373 w 3753016"/>
                    <a:gd name="connsiteY10-1252" fmla="*/ 878464 h 1991647"/>
                    <a:gd name="connsiteX11-1253" fmla="*/ 1311965 w 3753016"/>
                    <a:gd name="connsiteY11-1254" fmla="*/ 671729 h 1991647"/>
                    <a:gd name="connsiteX0-1255" fmla="*/ 1311965 w 3753016"/>
                    <a:gd name="connsiteY0-1256" fmla="*/ 671729 h 1991647"/>
                    <a:gd name="connsiteX1-1257" fmla="*/ 699714 w 3753016"/>
                    <a:gd name="connsiteY1-1258" fmla="*/ 99235 h 1991647"/>
                    <a:gd name="connsiteX2-1259" fmla="*/ 453224 w 3753016"/>
                    <a:gd name="connsiteY2-1260" fmla="*/ 27675 h 1991647"/>
                    <a:gd name="connsiteX3-1261" fmla="*/ 127221 w 3753016"/>
                    <a:gd name="connsiteY3-1262" fmla="*/ 67430 h 1991647"/>
                    <a:gd name="connsiteX4-1263" fmla="*/ 166977 w 3753016"/>
                    <a:gd name="connsiteY4-1264" fmla="*/ 154897 h 1991647"/>
                    <a:gd name="connsiteX5-1265" fmla="*/ 0 w 3753016"/>
                    <a:gd name="connsiteY5-1266" fmla="*/ 226457 h 1991647"/>
                    <a:gd name="connsiteX6-1267" fmla="*/ 818984 w 3753016"/>
                    <a:gd name="connsiteY6-1268" fmla="*/ 1347591 h 1991647"/>
                    <a:gd name="connsiteX7-1269" fmla="*/ 2146852 w 3753016"/>
                    <a:gd name="connsiteY7-1270" fmla="*/ 1991647 h 1991647"/>
                    <a:gd name="connsiteX8-1271" fmla="*/ 3753016 w 3753016"/>
                    <a:gd name="connsiteY8-1272" fmla="*/ 1506617 h 1991647"/>
                    <a:gd name="connsiteX9-1273" fmla="*/ 2409244 w 3753016"/>
                    <a:gd name="connsiteY9-1274" fmla="*/ 1299884 h 1991647"/>
                    <a:gd name="connsiteX10-1275" fmla="*/ 755373 w 3753016"/>
                    <a:gd name="connsiteY10-1276" fmla="*/ 878464 h 1991647"/>
                    <a:gd name="connsiteX11-1277" fmla="*/ 1311965 w 3753016"/>
                    <a:gd name="connsiteY11-1278" fmla="*/ 671729 h 1991647"/>
                    <a:gd name="connsiteX0-1279" fmla="*/ 1311965 w 3753016"/>
                    <a:gd name="connsiteY0-1280" fmla="*/ 671729 h 1991647"/>
                    <a:gd name="connsiteX1-1281" fmla="*/ 699714 w 3753016"/>
                    <a:gd name="connsiteY1-1282" fmla="*/ 99235 h 1991647"/>
                    <a:gd name="connsiteX2-1283" fmla="*/ 453224 w 3753016"/>
                    <a:gd name="connsiteY2-1284" fmla="*/ 27675 h 1991647"/>
                    <a:gd name="connsiteX3-1285" fmla="*/ 127221 w 3753016"/>
                    <a:gd name="connsiteY3-1286" fmla="*/ 67430 h 1991647"/>
                    <a:gd name="connsiteX4-1287" fmla="*/ 166977 w 3753016"/>
                    <a:gd name="connsiteY4-1288" fmla="*/ 154897 h 1991647"/>
                    <a:gd name="connsiteX5-1289" fmla="*/ 0 w 3753016"/>
                    <a:gd name="connsiteY5-1290" fmla="*/ 226457 h 1991647"/>
                    <a:gd name="connsiteX6-1291" fmla="*/ 818984 w 3753016"/>
                    <a:gd name="connsiteY6-1292" fmla="*/ 1347591 h 1991647"/>
                    <a:gd name="connsiteX7-1293" fmla="*/ 2146852 w 3753016"/>
                    <a:gd name="connsiteY7-1294" fmla="*/ 1991647 h 1991647"/>
                    <a:gd name="connsiteX8-1295" fmla="*/ 3753016 w 3753016"/>
                    <a:gd name="connsiteY8-1296" fmla="*/ 1506617 h 1991647"/>
                    <a:gd name="connsiteX9-1297" fmla="*/ 2409244 w 3753016"/>
                    <a:gd name="connsiteY9-1298" fmla="*/ 1299884 h 1991647"/>
                    <a:gd name="connsiteX10-1299" fmla="*/ 755373 w 3753016"/>
                    <a:gd name="connsiteY10-1300" fmla="*/ 878464 h 1991647"/>
                    <a:gd name="connsiteX11-1301" fmla="*/ 1311965 w 3753016"/>
                    <a:gd name="connsiteY11-1302" fmla="*/ 671729 h 1991647"/>
                    <a:gd name="connsiteX0-1303" fmla="*/ 1311965 w 3753016"/>
                    <a:gd name="connsiteY0-1304" fmla="*/ 671729 h 1928037"/>
                    <a:gd name="connsiteX1-1305" fmla="*/ 699714 w 3753016"/>
                    <a:gd name="connsiteY1-1306" fmla="*/ 99235 h 1928037"/>
                    <a:gd name="connsiteX2-1307" fmla="*/ 453224 w 3753016"/>
                    <a:gd name="connsiteY2-1308" fmla="*/ 27675 h 1928037"/>
                    <a:gd name="connsiteX3-1309" fmla="*/ 127221 w 3753016"/>
                    <a:gd name="connsiteY3-1310" fmla="*/ 67430 h 1928037"/>
                    <a:gd name="connsiteX4-1311" fmla="*/ 166977 w 3753016"/>
                    <a:gd name="connsiteY4-1312" fmla="*/ 154897 h 1928037"/>
                    <a:gd name="connsiteX5-1313" fmla="*/ 0 w 3753016"/>
                    <a:gd name="connsiteY5-1314" fmla="*/ 226457 h 1928037"/>
                    <a:gd name="connsiteX6-1315" fmla="*/ 818984 w 3753016"/>
                    <a:gd name="connsiteY6-1316" fmla="*/ 1347591 h 1928037"/>
                    <a:gd name="connsiteX7-1317" fmla="*/ 2011680 w 3753016"/>
                    <a:gd name="connsiteY7-1318" fmla="*/ 1928037 h 1928037"/>
                    <a:gd name="connsiteX8-1319" fmla="*/ 3753016 w 3753016"/>
                    <a:gd name="connsiteY8-1320" fmla="*/ 1506617 h 1928037"/>
                    <a:gd name="connsiteX9-1321" fmla="*/ 2409244 w 3753016"/>
                    <a:gd name="connsiteY9-1322" fmla="*/ 1299884 h 1928037"/>
                    <a:gd name="connsiteX10-1323" fmla="*/ 755373 w 3753016"/>
                    <a:gd name="connsiteY10-1324" fmla="*/ 878464 h 1928037"/>
                    <a:gd name="connsiteX11-1325" fmla="*/ 1311965 w 3753016"/>
                    <a:gd name="connsiteY11-1326" fmla="*/ 671729 h 1928037"/>
                    <a:gd name="connsiteX0-1327" fmla="*/ 1311965 w 3753016"/>
                    <a:gd name="connsiteY0-1328" fmla="*/ 671729 h 1928037"/>
                    <a:gd name="connsiteX1-1329" fmla="*/ 699714 w 3753016"/>
                    <a:gd name="connsiteY1-1330" fmla="*/ 99235 h 1928037"/>
                    <a:gd name="connsiteX2-1331" fmla="*/ 453224 w 3753016"/>
                    <a:gd name="connsiteY2-1332" fmla="*/ 27675 h 1928037"/>
                    <a:gd name="connsiteX3-1333" fmla="*/ 127221 w 3753016"/>
                    <a:gd name="connsiteY3-1334" fmla="*/ 67430 h 1928037"/>
                    <a:gd name="connsiteX4-1335" fmla="*/ 166977 w 3753016"/>
                    <a:gd name="connsiteY4-1336" fmla="*/ 154897 h 1928037"/>
                    <a:gd name="connsiteX5-1337" fmla="*/ 0 w 3753016"/>
                    <a:gd name="connsiteY5-1338" fmla="*/ 226457 h 1928037"/>
                    <a:gd name="connsiteX6-1339" fmla="*/ 818984 w 3753016"/>
                    <a:gd name="connsiteY6-1340" fmla="*/ 1347591 h 1928037"/>
                    <a:gd name="connsiteX7-1341" fmla="*/ 2011680 w 3753016"/>
                    <a:gd name="connsiteY7-1342" fmla="*/ 1928037 h 1928037"/>
                    <a:gd name="connsiteX8-1343" fmla="*/ 3753016 w 3753016"/>
                    <a:gd name="connsiteY8-1344" fmla="*/ 1506617 h 1928037"/>
                    <a:gd name="connsiteX9-1345" fmla="*/ 2409244 w 3753016"/>
                    <a:gd name="connsiteY9-1346" fmla="*/ 1299884 h 1928037"/>
                    <a:gd name="connsiteX10-1347" fmla="*/ 755373 w 3753016"/>
                    <a:gd name="connsiteY10-1348" fmla="*/ 878464 h 1928037"/>
                    <a:gd name="connsiteX11-1349" fmla="*/ 1311965 w 3753016"/>
                    <a:gd name="connsiteY11-1350" fmla="*/ 671729 h 1928037"/>
                    <a:gd name="connsiteX0-1351" fmla="*/ 1311965 w 3753016"/>
                    <a:gd name="connsiteY0-1352" fmla="*/ 671729 h 1929647"/>
                    <a:gd name="connsiteX1-1353" fmla="*/ 699714 w 3753016"/>
                    <a:gd name="connsiteY1-1354" fmla="*/ 99235 h 1929647"/>
                    <a:gd name="connsiteX2-1355" fmla="*/ 453224 w 3753016"/>
                    <a:gd name="connsiteY2-1356" fmla="*/ 27675 h 1929647"/>
                    <a:gd name="connsiteX3-1357" fmla="*/ 127221 w 3753016"/>
                    <a:gd name="connsiteY3-1358" fmla="*/ 67430 h 1929647"/>
                    <a:gd name="connsiteX4-1359" fmla="*/ 166977 w 3753016"/>
                    <a:gd name="connsiteY4-1360" fmla="*/ 154897 h 1929647"/>
                    <a:gd name="connsiteX5-1361" fmla="*/ 0 w 3753016"/>
                    <a:gd name="connsiteY5-1362" fmla="*/ 226457 h 1929647"/>
                    <a:gd name="connsiteX6-1363" fmla="*/ 818984 w 3753016"/>
                    <a:gd name="connsiteY6-1364" fmla="*/ 1347591 h 1929647"/>
                    <a:gd name="connsiteX7-1365" fmla="*/ 2011680 w 3753016"/>
                    <a:gd name="connsiteY7-1366" fmla="*/ 1928037 h 1929647"/>
                    <a:gd name="connsiteX8-1367" fmla="*/ 3753016 w 3753016"/>
                    <a:gd name="connsiteY8-1368" fmla="*/ 1506617 h 1929647"/>
                    <a:gd name="connsiteX9-1369" fmla="*/ 2409244 w 3753016"/>
                    <a:gd name="connsiteY9-1370" fmla="*/ 1299884 h 1929647"/>
                    <a:gd name="connsiteX10-1371" fmla="*/ 755373 w 3753016"/>
                    <a:gd name="connsiteY10-1372" fmla="*/ 878464 h 1929647"/>
                    <a:gd name="connsiteX11-1373" fmla="*/ 1311965 w 3753016"/>
                    <a:gd name="connsiteY11-1374" fmla="*/ 671729 h 1929647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41" y="connsiteY10-242"/>
                    </a:cxn>
                    <a:cxn ang="0">
                      <a:pos x="connsiteX11-397" y="connsiteY11-398"/>
                    </a:cxn>
                  </a:cxnLst>
                  <a:rect l="l" t="t" r="r" b="b"/>
                  <a:pathLst>
                    <a:path w="3753016" h="1929647">
                      <a:moveTo>
                        <a:pt x="1311965" y="671729"/>
                      </a:moveTo>
                      <a:cubicBezTo>
                        <a:pt x="1166191" y="480897"/>
                        <a:pt x="893195" y="-35936"/>
                        <a:pt x="699714" y="99235"/>
                      </a:cubicBezTo>
                      <a:cubicBezTo>
                        <a:pt x="667909" y="136342"/>
                        <a:pt x="636104" y="-73042"/>
                        <a:pt x="453224" y="27675"/>
                      </a:cubicBezTo>
                      <a:cubicBezTo>
                        <a:pt x="360459" y="32976"/>
                        <a:pt x="331304" y="-57141"/>
                        <a:pt x="127221" y="67430"/>
                      </a:cubicBezTo>
                      <a:cubicBezTo>
                        <a:pt x="74212" y="88634"/>
                        <a:pt x="188181" y="128392"/>
                        <a:pt x="166977" y="154897"/>
                      </a:cubicBezTo>
                      <a:cubicBezTo>
                        <a:pt x="145773" y="181402"/>
                        <a:pt x="70236" y="131041"/>
                        <a:pt x="0" y="226457"/>
                      </a:cubicBezTo>
                      <a:cubicBezTo>
                        <a:pt x="272995" y="600168"/>
                        <a:pt x="673210" y="1283981"/>
                        <a:pt x="818984" y="1347591"/>
                      </a:cubicBezTo>
                      <a:cubicBezTo>
                        <a:pt x="1216549" y="1541073"/>
                        <a:pt x="1741336" y="1885630"/>
                        <a:pt x="2011680" y="1928037"/>
                      </a:cubicBezTo>
                      <a:cubicBezTo>
                        <a:pt x="2266121" y="1954542"/>
                        <a:pt x="3172571" y="1647090"/>
                        <a:pt x="3753016" y="1506617"/>
                      </a:cubicBezTo>
                      <a:cubicBezTo>
                        <a:pt x="3697357" y="1407226"/>
                        <a:pt x="3208351" y="1168688"/>
                        <a:pt x="2409244" y="1299884"/>
                      </a:cubicBezTo>
                      <a:cubicBezTo>
                        <a:pt x="489003" y="1295909"/>
                        <a:pt x="734169" y="972555"/>
                        <a:pt x="755373" y="878464"/>
                      </a:cubicBezTo>
                      <a:cubicBezTo>
                        <a:pt x="816333" y="727390"/>
                        <a:pt x="1115833" y="695583"/>
                        <a:pt x="1311965" y="671729"/>
                      </a:cubicBezTo>
                      <a:close/>
                    </a:path>
                  </a:pathLst>
                </a:custGeom>
                <a:solidFill>
                  <a:srgbClr val="78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35" name="직사각형 51"/>
              <p:cNvSpPr/>
              <p:nvPr/>
            </p:nvSpPr>
            <p:spPr>
              <a:xfrm rot="18740140">
                <a:off x="1894195" y="2506511"/>
                <a:ext cx="285737" cy="709307"/>
              </a:xfrm>
              <a:prstGeom prst="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outerShdw blurRad="50800" dist="50800" dir="5400000" algn="ctr" rotWithShape="0">
                  <a:srgbClr val="000000">
                    <a:alpha val="22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dirty="0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Analisis Pasar</a:t>
            </a:r>
            <a:endParaRPr lang="en-ID" sz="44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16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15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8" name="Rectangle 17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9" name="Rectangle 18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2"/>
          <p:cNvPicPr>
            <a:picLocks noChangeAspect="1" noChangeArrowheads="1"/>
          </p:cNvPicPr>
          <p:nvPr>
            <p:ph type="pic" idx="10"/>
          </p:nvPr>
        </p:nvPicPr>
        <p:blipFill>
          <a:blip r:embed="rId1"/>
          <a:stretch>
            <a:fillRect/>
          </a:stretch>
        </p:blipFill>
        <p:spPr>
          <a:xfrm>
            <a:off x="4502150" y="1611630"/>
            <a:ext cx="1332579" cy="2160016"/>
          </a:xfrm>
          <a:prstGeom prst="rect">
            <a:avLst/>
          </a:prstGeom>
        </p:spPr>
      </p:pic>
      <p:pic>
        <p:nvPicPr>
          <p:cNvPr id="19" name="Picture Placeholder 18"/>
          <p:cNvPicPr>
            <a:picLocks noChangeAspect="1"/>
          </p:cNvPicPr>
          <p:nvPr>
            <p:ph type="pic" idx="11"/>
          </p:nvPr>
        </p:nvPicPr>
        <p:blipFill>
          <a:blip r:embed="rId2"/>
          <a:srcRect t="10112" b="6820"/>
          <a:stretch>
            <a:fillRect/>
          </a:stretch>
        </p:blipFill>
        <p:spPr>
          <a:xfrm>
            <a:off x="6792595" y="1611630"/>
            <a:ext cx="2600274" cy="2160016"/>
          </a:xfrm>
          <a:prstGeom prst="rect">
            <a:avLst/>
          </a:prstGeom>
        </p:spPr>
      </p:pic>
      <p:pic>
        <p:nvPicPr>
          <p:cNvPr id="21" name="Picture Placeholder 20"/>
          <p:cNvPicPr>
            <a:picLocks noChangeAspect="1"/>
          </p:cNvPicPr>
          <p:nvPr>
            <p:ph type="pic" idx="1"/>
          </p:nvPr>
        </p:nvPicPr>
        <p:blipFill>
          <a:blip r:embed="rId3"/>
          <a:stretch>
            <a:fillRect/>
          </a:stretch>
        </p:blipFill>
        <p:spPr>
          <a:xfrm>
            <a:off x="802640" y="1611630"/>
            <a:ext cx="2742162" cy="2160016"/>
          </a:xfrm>
          <a:prstGeom prst="rect">
            <a:avLst/>
          </a:prstGeom>
        </p:spPr>
      </p:pic>
      <p:sp>
        <p:nvSpPr>
          <p:cNvPr id="30" name="CustomShape 3"/>
          <p:cNvSpPr/>
          <p:nvPr/>
        </p:nvSpPr>
        <p:spPr>
          <a:xfrm>
            <a:off x="4333875" y="656590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1" name="CustomShape 1"/>
          <p:cNvSpPr/>
          <p:nvPr/>
        </p:nvSpPr>
        <p:spPr>
          <a:xfrm>
            <a:off x="2747010" y="291465"/>
            <a:ext cx="497903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ct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Produk Serupa di Pasaran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981819" y="4011264"/>
            <a:ext cx="2383557" cy="384175"/>
          </a:xfrm>
          <a:prstGeom prst="rect">
            <a:avLst/>
          </a:prstGeom>
          <a:solidFill>
            <a:srgbClr val="4270C1"/>
          </a:solidFill>
        </p:spPr>
        <p:txBody>
          <a:bodyPr wrap="square" lIns="36000" tIns="0" rIns="36000" bIns="0" rtlCol="0" anchor="ctr">
            <a:spAutoFit/>
          </a:bodyPr>
          <a:p>
            <a:pPr algn="ctr">
              <a:lnSpc>
                <a:spcPts val="3000"/>
              </a:lnSpc>
            </a:pPr>
            <a:r>
              <a:rPr lang="en-ID" sz="2000" dirty="0">
                <a:solidFill>
                  <a:schemeClr val="bg1"/>
                </a:solidFill>
              </a:rPr>
              <a:t>Inhabitat</a:t>
            </a:r>
            <a:endParaRPr lang="en-ID" sz="2000" dirty="0">
              <a:solidFill>
                <a:schemeClr val="bg1"/>
              </a:solidFill>
            </a:endParaRPr>
          </a:p>
        </p:txBody>
      </p:sp>
      <p:sp>
        <p:nvSpPr>
          <p:cNvPr id="23" name="TextBox 5"/>
          <p:cNvSpPr txBox="1"/>
          <p:nvPr/>
        </p:nvSpPr>
        <p:spPr>
          <a:xfrm>
            <a:off x="3977114" y="4011264"/>
            <a:ext cx="2383557" cy="384175"/>
          </a:xfrm>
          <a:prstGeom prst="rect">
            <a:avLst/>
          </a:prstGeom>
          <a:solidFill>
            <a:srgbClr val="4270C1"/>
          </a:solidFill>
        </p:spPr>
        <p:txBody>
          <a:bodyPr wrap="square" lIns="36000" tIns="0" rIns="36000" bIns="0" rtlCol="0" anchor="ctr">
            <a:spAutoFit/>
          </a:bodyPr>
          <a:p>
            <a:pPr algn="ctr">
              <a:lnSpc>
                <a:spcPts val="3000"/>
              </a:lnSpc>
            </a:pPr>
            <a:r>
              <a:rPr lang="en-ID" sz="2000" dirty="0">
                <a:solidFill>
                  <a:schemeClr val="bg1"/>
                </a:solidFill>
              </a:rPr>
              <a:t>Farmshelf</a:t>
            </a:r>
            <a:endParaRPr lang="en-ID" sz="2000" dirty="0">
              <a:solidFill>
                <a:schemeClr val="bg1"/>
              </a:solidFill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6900654" y="4011264"/>
            <a:ext cx="2383557" cy="384175"/>
          </a:xfrm>
          <a:prstGeom prst="rect">
            <a:avLst/>
          </a:prstGeom>
          <a:solidFill>
            <a:srgbClr val="4270C1"/>
          </a:solidFill>
        </p:spPr>
        <p:txBody>
          <a:bodyPr wrap="square" lIns="36000" tIns="0" rIns="36000" bIns="0" rtlCol="0" anchor="ctr">
            <a:spAutoFit/>
          </a:bodyPr>
          <a:p>
            <a:pPr algn="ctr">
              <a:lnSpc>
                <a:spcPts val="3000"/>
              </a:lnSpc>
            </a:pPr>
            <a:r>
              <a:rPr lang="en-ID" sz="2000" dirty="0">
                <a:solidFill>
                  <a:schemeClr val="bg1"/>
                </a:solidFill>
              </a:rPr>
              <a:t>PlantUI</a:t>
            </a:r>
            <a:endParaRPr lang="en-ID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ustomShape 3"/>
          <p:cNvSpPr/>
          <p:nvPr/>
        </p:nvSpPr>
        <p:spPr>
          <a:xfrm>
            <a:off x="4333875" y="656590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1" name="CustomShape 1"/>
          <p:cNvSpPr/>
          <p:nvPr/>
        </p:nvSpPr>
        <p:spPr>
          <a:xfrm>
            <a:off x="2125345" y="291465"/>
            <a:ext cx="622236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ctr">
              <a:lnSpc>
                <a:spcPct val="100000"/>
              </a:lnSpc>
            </a:pPr>
            <a:r>
              <a:rPr lang="en-ID" b="1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  <a:sym typeface="+mn-ea"/>
              </a:rPr>
              <a:t>Persebaran Kesesuaian Lahan Pertanian di Indonesia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pic>
        <p:nvPicPr>
          <p:cNvPr id="2" name="Picture 1" descr="HAHA2"/>
          <p:cNvPicPr>
            <a:picLocks noChangeAspect="1"/>
          </p:cNvPicPr>
          <p:nvPr/>
        </p:nvPicPr>
        <p:blipFill>
          <a:blip r:embed="rId1"/>
          <a:srcRect l="175" r="889"/>
          <a:stretch>
            <a:fillRect/>
          </a:stretch>
        </p:blipFill>
        <p:spPr>
          <a:xfrm>
            <a:off x="172085" y="1196975"/>
            <a:ext cx="9758045" cy="38030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ustomShape 3"/>
          <p:cNvSpPr/>
          <p:nvPr/>
        </p:nvSpPr>
        <p:spPr>
          <a:xfrm>
            <a:off x="4333875" y="656590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1" name="CustomShape 1"/>
          <p:cNvSpPr/>
          <p:nvPr/>
        </p:nvSpPr>
        <p:spPr>
          <a:xfrm>
            <a:off x="2747010" y="291465"/>
            <a:ext cx="497903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ctr">
              <a:lnSpc>
                <a:spcPct val="100000"/>
              </a:lnSpc>
            </a:pPr>
            <a:r>
              <a:rPr lang="en-ID" b="1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  <a:sym typeface="+mn-ea"/>
              </a:rPr>
              <a:t>Jumlah Petani di Indonesia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-545465" y="878205"/>
            <a:ext cx="5263515" cy="1080135"/>
            <a:chOff x="-568416" y="1916832"/>
            <a:chExt cx="4104456" cy="1152128"/>
          </a:xfrm>
        </p:grpSpPr>
        <p:sp>
          <p:nvSpPr>
            <p:cNvPr id="33" name="Right Arrow 8"/>
            <p:cNvSpPr/>
            <p:nvPr/>
          </p:nvSpPr>
          <p:spPr>
            <a:xfrm>
              <a:off x="-568416" y="1916832"/>
              <a:ext cx="4104456" cy="1152128"/>
            </a:xfrm>
            <a:prstGeom prst="rightArrow">
              <a:avLst>
                <a:gd name="adj1" fmla="val 68188"/>
                <a:gd name="adj2" fmla="val 50000"/>
              </a:avLst>
            </a:prstGeom>
            <a:gradFill flip="none" rotWithShape="1">
              <a:gsLst>
                <a:gs pos="46000">
                  <a:srgbClr val="76D94A"/>
                </a:gs>
                <a:gs pos="94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2700"/>
            </a:p>
          </p:txBody>
        </p:sp>
        <p:sp>
          <p:nvSpPr>
            <p:cNvPr id="34" name="TextBox 4"/>
            <p:cNvSpPr txBox="1"/>
            <p:nvPr/>
          </p:nvSpPr>
          <p:spPr>
            <a:xfrm>
              <a:off x="633925" y="2177927"/>
              <a:ext cx="2326398" cy="590626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p>
              <a:pPr algn="r"/>
              <a:r>
                <a:rPr lang="en-ID" sz="3600" b="1" dirty="0">
                  <a:solidFill>
                    <a:schemeClr val="bg1"/>
                  </a:solidFill>
                </a:rPr>
                <a:t>Petani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076190" y="4407535"/>
            <a:ext cx="4597400" cy="808355"/>
            <a:chOff x="4694684" y="1960632"/>
            <a:chExt cx="4104456" cy="1152128"/>
          </a:xfrm>
        </p:grpSpPr>
        <p:sp>
          <p:nvSpPr>
            <p:cNvPr id="36" name="Right Arrow 11"/>
            <p:cNvSpPr/>
            <p:nvPr/>
          </p:nvSpPr>
          <p:spPr>
            <a:xfrm rot="10800000">
              <a:off x="4694684" y="1960632"/>
              <a:ext cx="4104456" cy="1152128"/>
            </a:xfrm>
            <a:prstGeom prst="rightArrow">
              <a:avLst>
                <a:gd name="adj1" fmla="val 68188"/>
                <a:gd name="adj2" fmla="val 50000"/>
              </a:avLst>
            </a:prstGeom>
            <a:gradFill flip="none" rotWithShape="1">
              <a:gsLst>
                <a:gs pos="46000">
                  <a:srgbClr val="4270C1"/>
                </a:gs>
                <a:gs pos="94000">
                  <a:schemeClr val="bg1">
                    <a:alpha val="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sz="2700"/>
            </a:p>
          </p:txBody>
        </p:sp>
        <p:sp>
          <p:nvSpPr>
            <p:cNvPr id="37" name="TextBox 7"/>
            <p:cNvSpPr txBox="1"/>
            <p:nvPr/>
          </p:nvSpPr>
          <p:spPr>
            <a:xfrm>
              <a:off x="5272684" y="2286519"/>
              <a:ext cx="2327159" cy="525834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p>
              <a:r>
                <a:rPr lang="en-ID" altLang="en-US" sz="2400" b="1" dirty="0">
                  <a:solidFill>
                    <a:schemeClr val="bg1"/>
                  </a:solidFill>
                </a:rPr>
                <a:t>Non-Petani</a:t>
              </a:r>
              <a:endParaRPr lang="en-ID" altLang="en-US" sz="2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2517775" y="1834515"/>
            <a:ext cx="4937760" cy="2828290"/>
            <a:chOff x="7339" y="3766"/>
            <a:chExt cx="7776" cy="4454"/>
          </a:xfrm>
        </p:grpSpPr>
        <p:pic>
          <p:nvPicPr>
            <p:cNvPr id="2" name="Picture 1" descr="cart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339" y="3766"/>
              <a:ext cx="7776" cy="4454"/>
            </a:xfrm>
            <a:prstGeom prst="rect">
              <a:avLst/>
            </a:prstGeom>
          </p:spPr>
        </p:pic>
        <p:sp>
          <p:nvSpPr>
            <p:cNvPr id="46" name="Text Box 45"/>
            <p:cNvSpPr txBox="1"/>
            <p:nvPr/>
          </p:nvSpPr>
          <p:spPr>
            <a:xfrm>
              <a:off x="9990" y="3961"/>
              <a:ext cx="74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ID" altLang="en-US" sz="1200" b="1">
                  <a:solidFill>
                    <a:srgbClr val="76D94A"/>
                  </a:solidFill>
                </a:rPr>
                <a:t>jiwa</a:t>
              </a:r>
              <a:endParaRPr lang="en-ID" altLang="en-US" sz="1200" b="1">
                <a:solidFill>
                  <a:srgbClr val="76D94A"/>
                </a:solidFill>
              </a:endParaRPr>
            </a:p>
          </p:txBody>
        </p:sp>
        <p:sp>
          <p:nvSpPr>
            <p:cNvPr id="47" name="Text Box 46"/>
            <p:cNvSpPr txBox="1"/>
            <p:nvPr/>
          </p:nvSpPr>
          <p:spPr>
            <a:xfrm>
              <a:off x="14062" y="7357"/>
              <a:ext cx="742" cy="43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en-ID" altLang="en-US" sz="1200" b="1">
                  <a:solidFill>
                    <a:srgbClr val="4270C1"/>
                  </a:solidFill>
                </a:rPr>
                <a:t>jiwa</a:t>
              </a:r>
              <a:endParaRPr lang="en-ID" altLang="en-US" sz="1200" b="1">
                <a:solidFill>
                  <a:srgbClr val="4270C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CustomShape 2"/>
          <p:cNvSpPr/>
          <p:nvPr/>
        </p:nvSpPr>
        <p:spPr>
          <a:xfrm>
            <a:off x="0" y="3155040"/>
            <a:ext cx="10079640" cy="101880"/>
          </a:xfrm>
          <a:prstGeom prst="rect">
            <a:avLst/>
          </a:prstGeom>
          <a:solidFill>
            <a:srgbClr val="D9D9D9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anchor="ctr"/>
          <a:p>
            <a:pPr algn="ctr">
              <a:lnSpc>
                <a:spcPct val="100000"/>
              </a:lnSpc>
            </a:pPr>
            <a:endParaRPr lang="en-ID" sz="1800" b="0" strike="noStrike" spc="-1">
              <a:latin typeface="Arial" panose="020B0604020202020204"/>
            </a:endParaRPr>
          </a:p>
          <a:p>
            <a:pPr algn="ctr">
              <a:lnSpc>
                <a:spcPct val="100000"/>
              </a:lnSpc>
            </a:pPr>
            <a:endParaRPr lang="en-ID" sz="1800" b="0" strike="noStrike" spc="-1">
              <a:latin typeface="Arial" panose="020B0604020202020204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00405" y="3258185"/>
            <a:ext cx="6694170" cy="1371600"/>
            <a:chOff x="1103" y="5131"/>
            <a:chExt cx="10542" cy="2160"/>
          </a:xfrm>
        </p:grpSpPr>
        <p:sp>
          <p:nvSpPr>
            <p:cNvPr id="656" name="CustomShape 4"/>
            <p:cNvSpPr/>
            <p:nvPr/>
          </p:nvSpPr>
          <p:spPr>
            <a:xfrm rot="10800000">
              <a:off x="10225" y="5131"/>
              <a:ext cx="1420" cy="2003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rgbClr val="568AD3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58" name="CustomShape 6"/>
            <p:cNvSpPr/>
            <p:nvPr/>
          </p:nvSpPr>
          <p:spPr>
            <a:xfrm>
              <a:off x="1178" y="5592"/>
              <a:ext cx="7726" cy="47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400" b="1" strike="noStrike" spc="-1">
                  <a:solidFill>
                    <a:srgbClr val="568AD3"/>
                  </a:solidFill>
                  <a:latin typeface="Arial" panose="020B0604020202020204"/>
                  <a:ea typeface="Arial Unicode MS"/>
                </a:rPr>
                <a:t>Lainnya</a:t>
              </a:r>
              <a:endParaRPr lang="en-ID" sz="1400" b="1" strike="noStrike" spc="-1">
                <a:solidFill>
                  <a:srgbClr val="568AD3"/>
                </a:solidFill>
                <a:latin typeface="Arial" panose="020B0604020202020204"/>
                <a:ea typeface="Arial Unicode MS"/>
              </a:endParaRPr>
            </a:p>
          </p:txBody>
        </p:sp>
        <p:sp>
          <p:nvSpPr>
            <p:cNvPr id="662" name="CustomShape 10"/>
            <p:cNvSpPr/>
            <p:nvPr/>
          </p:nvSpPr>
          <p:spPr>
            <a:xfrm>
              <a:off x="1103" y="5982"/>
              <a:ext cx="1692" cy="119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ctr">
                <a:lnSpc>
                  <a:spcPct val="100000"/>
                </a:lnSpc>
              </a:pPr>
              <a:r>
                <a:rPr lang="en-ID" sz="4400" b="1" strike="noStrike" spc="-1">
                  <a:solidFill>
                    <a:srgbClr val="568AD3"/>
                  </a:solidFill>
                  <a:latin typeface="Arial" panose="020B0604020202020204"/>
                  <a:ea typeface="Arial Unicode MS"/>
                </a:rPr>
                <a:t>40</a:t>
              </a:r>
              <a:r>
                <a:rPr lang="en-ID" sz="2000" b="1" strike="noStrike" spc="-1">
                  <a:solidFill>
                    <a:srgbClr val="568AD3"/>
                  </a:solidFill>
                  <a:latin typeface="Arial" panose="020B0604020202020204"/>
                  <a:ea typeface="Arial Unicode MS"/>
                </a:rPr>
                <a:t>%</a:t>
              </a:r>
              <a:endParaRPr lang="en-ID" sz="2000" b="1" strike="noStrike" spc="-1">
                <a:solidFill>
                  <a:srgbClr val="568AD3"/>
                </a:solidFill>
                <a:latin typeface="Arial" panose="020B0604020202020204"/>
                <a:ea typeface="Arial Unicode MS"/>
              </a:endParaRPr>
            </a:p>
          </p:txBody>
        </p:sp>
        <p:sp>
          <p:nvSpPr>
            <p:cNvPr id="665" name="CustomShape 13"/>
            <p:cNvSpPr/>
            <p:nvPr/>
          </p:nvSpPr>
          <p:spPr>
            <a:xfrm>
              <a:off x="3112" y="6304"/>
              <a:ext cx="268" cy="268"/>
            </a:xfrm>
            <a:prstGeom prst="ellipse">
              <a:avLst/>
            </a:prstGeom>
            <a:solidFill>
              <a:srgbClr val="568AD3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66" name="CustomShape 14"/>
            <p:cNvSpPr/>
            <p:nvPr/>
          </p:nvSpPr>
          <p:spPr>
            <a:xfrm>
              <a:off x="3211" y="6392"/>
              <a:ext cx="94" cy="94"/>
            </a:xfrm>
            <a:prstGeom prst="chevron">
              <a:avLst>
                <a:gd name="adj" fmla="val 65228"/>
              </a:avLst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67" name="CustomShape 15"/>
            <p:cNvSpPr/>
            <p:nvPr/>
          </p:nvSpPr>
          <p:spPr>
            <a:xfrm>
              <a:off x="3407" y="6357"/>
              <a:ext cx="6205" cy="9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/>
            <a:p>
              <a:pPr>
                <a:lnSpc>
                  <a:spcPct val="100000"/>
                </a:lnSpc>
              </a:pPr>
              <a:r>
                <a:rPr lang="en-ID" sz="1100" b="1" spc="-1">
                  <a:solidFill>
                    <a:srgbClr val="262626"/>
                  </a:solidFill>
                  <a:latin typeface="Arial" panose="020B0604020202020204"/>
                  <a:ea typeface="Arial Unicode MS"/>
                  <a:sym typeface="+mn-ea"/>
                </a:rPr>
                <a:t>Masyarakat awam yang ingin memulai bisnis Hidroponik.</a:t>
              </a:r>
              <a:endParaRPr lang="en-ID" sz="1100" b="1" strike="noStrike" spc="-1">
                <a:solidFill>
                  <a:srgbClr val="262626"/>
                </a:solidFill>
                <a:latin typeface="Arial" panose="020B0604020202020204"/>
                <a:ea typeface="Arial Unicode MS"/>
              </a:endParaRPr>
            </a:p>
            <a:p>
              <a:pPr>
                <a:lnSpc>
                  <a:spcPct val="100000"/>
                </a:lnSpc>
              </a:pPr>
              <a:r>
                <a:rPr lang="en-ID" sz="1100" b="1" strike="noStrike" spc="-1">
                  <a:solidFill>
                    <a:srgbClr val="262626"/>
                  </a:solidFill>
                  <a:latin typeface="Arial" panose="020B0604020202020204"/>
                  <a:ea typeface="Arial Unicode MS"/>
                </a:rPr>
                <a:t>Masyarakat dengan ekonomi Menengah Keatas.</a:t>
              </a:r>
              <a:endParaRPr lang="en-ID" sz="11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en-ID" sz="1100" b="1" spc="-1">
                  <a:solidFill>
                    <a:srgbClr val="262626"/>
                  </a:solidFill>
                  <a:latin typeface="Arial" panose="020B0604020202020204"/>
                  <a:ea typeface="Arial Unicode MS"/>
                  <a:sym typeface="+mn-ea"/>
                </a:rPr>
                <a:t>Restaurant, hotel, dan perkantoran besar.</a:t>
              </a:r>
              <a:endParaRPr lang="en-ID" sz="1100" b="1" spc="-1">
                <a:solidFill>
                  <a:srgbClr val="262626"/>
                </a:solidFill>
                <a:latin typeface="Arial" panose="020B0604020202020204"/>
                <a:ea typeface="Arial Unicode MS"/>
                <a:sym typeface="+mn-ea"/>
              </a:endParaRPr>
            </a:p>
            <a:p>
              <a:pPr>
                <a:lnSpc>
                  <a:spcPct val="100000"/>
                </a:lnSpc>
              </a:pPr>
              <a:r>
                <a:rPr lang="en-ID" sz="1100" b="1" spc="-1">
                  <a:solidFill>
                    <a:srgbClr val="262626"/>
                  </a:solidFill>
                  <a:latin typeface="Arial" panose="020B0604020202020204"/>
                  <a:ea typeface="Arial Unicode MS"/>
                  <a:sym typeface="+mn-ea"/>
                </a:rPr>
                <a:t>Sekolah dan lembaga edukasi lainnya.</a:t>
              </a:r>
              <a:endParaRPr lang="en-ID" sz="1100" b="0" strike="noStrike" spc="-1">
                <a:latin typeface="Arial" panose="020B0604020202020204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61035" y="1393825"/>
            <a:ext cx="8385175" cy="1760220"/>
            <a:chOff x="1041" y="2195"/>
            <a:chExt cx="13205" cy="2772"/>
          </a:xfrm>
        </p:grpSpPr>
        <p:sp>
          <p:nvSpPr>
            <p:cNvPr id="655" name="CustomShape 3"/>
            <p:cNvSpPr/>
            <p:nvPr/>
          </p:nvSpPr>
          <p:spPr>
            <a:xfrm>
              <a:off x="12280" y="2195"/>
              <a:ext cx="1966" cy="2773"/>
            </a:xfrm>
            <a:prstGeom prst="upArrow">
              <a:avLst>
                <a:gd name="adj1" fmla="val 50000"/>
                <a:gd name="adj2" fmla="val 61937"/>
              </a:avLst>
            </a:prstGeom>
            <a:solidFill>
              <a:srgbClr val="79D155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57" name="CustomShape 5"/>
            <p:cNvSpPr/>
            <p:nvPr/>
          </p:nvSpPr>
          <p:spPr>
            <a:xfrm>
              <a:off x="1121" y="2824"/>
              <a:ext cx="7726" cy="47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400" b="1" strike="noStrike" spc="-1">
                  <a:solidFill>
                    <a:srgbClr val="79D155"/>
                  </a:solidFill>
                  <a:latin typeface="Arial" panose="020B0604020202020204"/>
                  <a:ea typeface="Arial Unicode MS"/>
                </a:rPr>
                <a:t>Petani Konvensional</a:t>
              </a:r>
              <a:endParaRPr lang="en-ID" sz="1400" b="0" strike="noStrike" spc="-1">
                <a:latin typeface="Arial" panose="020B0604020202020204"/>
              </a:endParaRPr>
            </a:p>
          </p:txBody>
        </p:sp>
        <p:sp>
          <p:nvSpPr>
            <p:cNvPr id="659" name="CustomShape 7"/>
            <p:cNvSpPr/>
            <p:nvPr/>
          </p:nvSpPr>
          <p:spPr>
            <a:xfrm>
              <a:off x="1041" y="3358"/>
              <a:ext cx="1692" cy="119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ctr">
                <a:lnSpc>
                  <a:spcPct val="100000"/>
                </a:lnSpc>
              </a:pPr>
              <a:r>
                <a:rPr lang="en-ID" sz="4400" b="1" strike="noStrike" spc="-1">
                  <a:solidFill>
                    <a:srgbClr val="79D155"/>
                  </a:solidFill>
                  <a:latin typeface="Arial" panose="020B0604020202020204"/>
                  <a:ea typeface="Arial Unicode MS"/>
                </a:rPr>
                <a:t>60</a:t>
              </a:r>
              <a:r>
                <a:rPr lang="en-ID" sz="2000" b="1" strike="noStrike" spc="-1">
                  <a:solidFill>
                    <a:srgbClr val="79D155"/>
                  </a:solidFill>
                  <a:latin typeface="Arial" panose="020B0604020202020204"/>
                  <a:ea typeface="Arial Unicode MS"/>
                </a:rPr>
                <a:t>%</a:t>
              </a:r>
              <a:endParaRPr lang="en-ID" sz="2000" b="0" strike="noStrike" spc="-1">
                <a:latin typeface="Arial" panose="020B0604020202020204"/>
              </a:endParaRPr>
            </a:p>
          </p:txBody>
        </p:sp>
        <p:sp>
          <p:nvSpPr>
            <p:cNvPr id="668" name="CustomShape 16"/>
            <p:cNvSpPr/>
            <p:nvPr/>
          </p:nvSpPr>
          <p:spPr>
            <a:xfrm>
              <a:off x="3066" y="3574"/>
              <a:ext cx="268" cy="268"/>
            </a:xfrm>
            <a:prstGeom prst="ellipse">
              <a:avLst/>
            </a:prstGeom>
            <a:solidFill>
              <a:srgbClr val="79D155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69" name="CustomShape 17"/>
            <p:cNvSpPr/>
            <p:nvPr/>
          </p:nvSpPr>
          <p:spPr>
            <a:xfrm>
              <a:off x="3166" y="3662"/>
              <a:ext cx="94" cy="94"/>
            </a:xfrm>
            <a:prstGeom prst="chevron">
              <a:avLst>
                <a:gd name="adj" fmla="val 65228"/>
              </a:avLst>
            </a:prstGeom>
            <a:solidFill>
              <a:srgbClr val="FFFFFF"/>
            </a:solidFill>
            <a:ln w="1260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70" name="CustomShape 18"/>
            <p:cNvSpPr/>
            <p:nvPr/>
          </p:nvSpPr>
          <p:spPr>
            <a:xfrm>
              <a:off x="3362" y="3401"/>
              <a:ext cx="6028" cy="93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/>
            <a:p>
              <a:pPr>
                <a:lnSpc>
                  <a:spcPct val="100000"/>
                </a:lnSpc>
              </a:pPr>
              <a:r>
                <a:rPr lang="en-ID" sz="1100" b="1" strike="noStrike" spc="-1">
                  <a:solidFill>
                    <a:srgbClr val="262626"/>
                  </a:solidFill>
                  <a:latin typeface="Arial" panose="020B0604020202020204"/>
                  <a:ea typeface="Arial Unicode MS"/>
                </a:rPr>
                <a:t>Petani Hidroponik Konvensional.</a:t>
              </a:r>
              <a:endParaRPr lang="en-ID" sz="11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</a:pPr>
              <a:r>
                <a:rPr lang="en-ID" sz="1100" b="1" strike="noStrike" spc="-1">
                  <a:solidFill>
                    <a:srgbClr val="262626"/>
                  </a:solidFill>
                  <a:latin typeface="Arial" panose="020B0604020202020204"/>
                  <a:ea typeface="Arial Unicode MS"/>
                </a:rPr>
                <a:t>Petani non-Hidroponik Konvensional.</a:t>
              </a:r>
              <a:endParaRPr lang="en-ID" sz="1100" b="0" strike="noStrike" spc="-1">
                <a:latin typeface="Arial" panose="020B0604020202020204"/>
              </a:endParaRPr>
            </a:p>
          </p:txBody>
        </p:sp>
      </p:grpSp>
      <p:sp>
        <p:nvSpPr>
          <p:cNvPr id="525" name="CustomShape 1"/>
          <p:cNvSpPr/>
          <p:nvPr/>
        </p:nvSpPr>
        <p:spPr>
          <a:xfrm>
            <a:off x="1365885" y="511200"/>
            <a:ext cx="51188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b="1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  <a:sym typeface="+mn-ea"/>
              </a:rPr>
              <a:t>Segmentasi Pasar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3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1" name="CustomShape 7"/>
          <p:cNvSpPr/>
          <p:nvPr/>
        </p:nvSpPr>
        <p:spPr>
          <a:xfrm rot="2735400">
            <a:off x="3631025" y="252000"/>
            <a:ext cx="86400" cy="119448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2" name="CustomShape 8"/>
          <p:cNvSpPr/>
          <p:nvPr/>
        </p:nvSpPr>
        <p:spPr>
          <a:xfrm rot="2735400">
            <a:off x="4232945" y="-114480"/>
            <a:ext cx="86400" cy="119448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1"/>
          <p:cNvSpPr/>
          <p:nvPr/>
        </p:nvSpPr>
        <p:spPr>
          <a:xfrm>
            <a:off x="6861771" y="2575041"/>
            <a:ext cx="1233573" cy="1233573"/>
          </a:xfrm>
          <a:prstGeom prst="ellipse">
            <a:avLst/>
          </a:prstGeom>
          <a:solidFill>
            <a:srgbClr val="77D34C"/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ko-KR" alt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61771" y="2991772"/>
            <a:ext cx="1233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ko-KR" sz="2400" b="1" dirty="0">
                <a:solidFill>
                  <a:schemeClr val="bg1"/>
                </a:solidFill>
                <a:cs typeface="Arial" panose="020B0604020202020204" pitchFamily="34" charset="0"/>
              </a:rPr>
              <a:t>SWOT</a:t>
            </a:r>
            <a:endParaRPr lang="ko-KR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473710" y="1186180"/>
            <a:ext cx="9084310" cy="3950970"/>
            <a:chOff x="746" y="1868"/>
            <a:chExt cx="14306" cy="6222"/>
          </a:xfrm>
        </p:grpSpPr>
        <p:sp>
          <p:nvSpPr>
            <p:cNvPr id="5" name="Block Arc 3"/>
            <p:cNvSpPr/>
            <p:nvPr/>
          </p:nvSpPr>
          <p:spPr>
            <a:xfrm rot="5400000">
              <a:off x="8830" y="1868"/>
              <a:ext cx="6222" cy="6222"/>
            </a:xfrm>
            <a:prstGeom prst="blockArc">
              <a:avLst>
                <a:gd name="adj1" fmla="val 13554311"/>
                <a:gd name="adj2" fmla="val 16219911"/>
                <a:gd name="adj3" fmla="val 32569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351" y="3517"/>
              <a:ext cx="1361" cy="14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p>
              <a:pPr algn="ctr"/>
              <a:r>
                <a:rPr lang="en-US" altLang="ko-KR" sz="5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W</a:t>
              </a:r>
              <a:endParaRPr lang="ko-KR" altLang="en-US" sz="5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6" name="Rectangle 14"/>
            <p:cNvSpPr/>
            <p:nvPr/>
          </p:nvSpPr>
          <p:spPr>
            <a:xfrm>
              <a:off x="746" y="3564"/>
              <a:ext cx="109" cy="160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grpSp>
          <p:nvGrpSpPr>
            <p:cNvPr id="18" name="그룹 17"/>
            <p:cNvGrpSpPr/>
            <p:nvPr/>
          </p:nvGrpSpPr>
          <p:grpSpPr>
            <a:xfrm>
              <a:off x="1152" y="3624"/>
              <a:ext cx="8892" cy="1161"/>
              <a:chOff x="1122677" y="2951050"/>
              <a:chExt cx="5112000" cy="737604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122677" y="3228049"/>
                <a:ext cx="5112000" cy="460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just"/>
                <a:r>
                  <a:rPr lang="en-ID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Tidak semua komoditas pertanian efektif untuk ditanam pada media hidroponik dan juga biaya instalasi sistem yang relatif mahal.</a:t>
                </a:r>
                <a:endParaRPr lang="en-ID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122677" y="2951050"/>
                <a:ext cx="5112000" cy="275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ID" altLang="en-US" sz="1200" b="1" dirty="0">
                    <a:solidFill>
                      <a:schemeClr val="bg1">
                        <a:lumMod val="50000"/>
                      </a:schemeClr>
                    </a:solidFill>
                    <a:cs typeface="Arial" panose="020B0604020202020204" pitchFamily="34" charset="0"/>
                  </a:rPr>
                  <a:t>Weakness</a:t>
                </a:r>
                <a:endParaRPr lang="en-ID" altLang="en-US" sz="1200" b="1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2" name="Group 31"/>
          <p:cNvGrpSpPr/>
          <p:nvPr/>
        </p:nvGrpSpPr>
        <p:grpSpPr>
          <a:xfrm>
            <a:off x="473710" y="1110615"/>
            <a:ext cx="9019540" cy="3950970"/>
            <a:chOff x="746" y="1749"/>
            <a:chExt cx="14204" cy="6222"/>
          </a:xfrm>
        </p:grpSpPr>
        <p:sp>
          <p:nvSpPr>
            <p:cNvPr id="13" name="Rectangle 11"/>
            <p:cNvSpPr/>
            <p:nvPr/>
          </p:nvSpPr>
          <p:spPr>
            <a:xfrm>
              <a:off x="746" y="1986"/>
              <a:ext cx="109" cy="1608"/>
            </a:xfrm>
            <a:prstGeom prst="rect">
              <a:avLst/>
            </a:prstGeom>
            <a:solidFill>
              <a:srgbClr val="568A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152" y="1749"/>
              <a:ext cx="13799" cy="6222"/>
              <a:chOff x="1152" y="1749"/>
              <a:chExt cx="13799" cy="6222"/>
            </a:xfrm>
          </p:grpSpPr>
          <p:sp>
            <p:nvSpPr>
              <p:cNvPr id="4" name="Block Arc 2"/>
              <p:cNvSpPr/>
              <p:nvPr/>
            </p:nvSpPr>
            <p:spPr>
              <a:xfrm rot="5400000">
                <a:off x="8729" y="1749"/>
                <a:ext cx="6222" cy="6222"/>
              </a:xfrm>
              <a:prstGeom prst="blockArc">
                <a:avLst>
                  <a:gd name="adj1" fmla="val 10760646"/>
                  <a:gd name="adj2" fmla="val 13460280"/>
                  <a:gd name="adj3" fmla="val 32734"/>
                </a:avLst>
              </a:prstGeom>
              <a:solidFill>
                <a:srgbClr val="568AD3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1928" y="2130"/>
                <a:ext cx="1361" cy="145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p>
                <a:pPr algn="ctr"/>
                <a:r>
                  <a:rPr lang="en-US" altLang="ko-KR" sz="540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S</a:t>
                </a:r>
                <a:endParaRPr lang="ko-KR" altLang="en-US" sz="540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  <p:grpSp>
            <p:nvGrpSpPr>
              <p:cNvPr id="21" name="그룹 20"/>
              <p:cNvGrpSpPr/>
              <p:nvPr/>
            </p:nvGrpSpPr>
            <p:grpSpPr>
              <a:xfrm>
                <a:off x="1152" y="1968"/>
                <a:ext cx="8892" cy="1452"/>
                <a:chOff x="1122677" y="1899875"/>
                <a:chExt cx="5112000" cy="922159"/>
              </a:xfrm>
            </p:grpSpPr>
            <p:sp>
              <p:nvSpPr>
                <p:cNvPr id="22" name="TextBox 21"/>
                <p:cNvSpPr txBox="1"/>
                <p:nvPr/>
              </p:nvSpPr>
              <p:spPr>
                <a:xfrm>
                  <a:off x="1122677" y="2176874"/>
                  <a:ext cx="5112000" cy="6451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just"/>
                  <a:r>
                    <a:rPr lang="en-ID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Arial" panose="020B0604020202020204" pitchFamily="34" charset="0"/>
                    </a:rPr>
                    <a:t>Produk inovasi yang dapat menjadi </a:t>
                  </a:r>
                  <a:r>
                    <a:rPr lang="en-ID" altLang="en-US" sz="1200" i="1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Arial" panose="020B0604020202020204" pitchFamily="34" charset="0"/>
                    </a:rPr>
                    <a:t>lifestyle </a:t>
                  </a:r>
                  <a:r>
                    <a:rPr lang="en-ID" altLang="en-US" sz="1200" dirty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cs typeface="Arial" panose="020B0604020202020204" pitchFamily="34" charset="0"/>
                    </a:rPr>
                    <a:t>dan membuat bertani hidroponik menjadi lebih mudah dan efisien, implementasinya dapat menjadi solusi atas terancamnya stabilitas ketahanan pangan.</a:t>
                  </a:r>
                  <a:endParaRPr lang="en-ID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1122677" y="1899875"/>
                  <a:ext cx="5112000" cy="2755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ID" altLang="en-US" sz="1200" b="1" dirty="0">
                      <a:solidFill>
                        <a:srgbClr val="568AD3"/>
                      </a:solidFill>
                      <a:cs typeface="Arial" panose="020B0604020202020204" pitchFamily="34" charset="0"/>
                    </a:rPr>
                    <a:t>Strength</a:t>
                  </a:r>
                  <a:endParaRPr lang="en-ID" altLang="en-US" sz="1200" b="1" dirty="0">
                    <a:solidFill>
                      <a:srgbClr val="568AD3"/>
                    </a:solidFill>
                    <a:cs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35" name="Group 34"/>
          <p:cNvGrpSpPr/>
          <p:nvPr/>
        </p:nvGrpSpPr>
        <p:grpSpPr>
          <a:xfrm>
            <a:off x="473710" y="1337310"/>
            <a:ext cx="9020175" cy="3991610"/>
            <a:chOff x="746" y="2106"/>
            <a:chExt cx="14205" cy="6286"/>
          </a:xfrm>
        </p:grpSpPr>
        <p:sp>
          <p:nvSpPr>
            <p:cNvPr id="7" name="Block Arc 5"/>
            <p:cNvSpPr/>
            <p:nvPr/>
          </p:nvSpPr>
          <p:spPr>
            <a:xfrm rot="5400000">
              <a:off x="8729" y="2106"/>
              <a:ext cx="6222" cy="6222"/>
            </a:xfrm>
            <a:prstGeom prst="blockArc">
              <a:avLst>
                <a:gd name="adj1" fmla="val 19044205"/>
                <a:gd name="adj2" fmla="val 38394"/>
                <a:gd name="adj3" fmla="val 32851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1903" y="6509"/>
              <a:ext cx="1361" cy="14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p>
              <a:pPr algn="ctr"/>
              <a:r>
                <a:rPr lang="en-US" altLang="ko-KR" sz="5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T</a:t>
              </a:r>
              <a:endParaRPr lang="ko-KR" altLang="en-US" sz="5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" name="Rectangle 12"/>
            <p:cNvSpPr/>
            <p:nvPr/>
          </p:nvSpPr>
          <p:spPr>
            <a:xfrm>
              <a:off x="746" y="6784"/>
              <a:ext cx="109" cy="160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1152" y="6935"/>
              <a:ext cx="8892" cy="1452"/>
              <a:chOff x="1122677" y="5053401"/>
              <a:chExt cx="5112000" cy="922159"/>
            </a:xfrm>
          </p:grpSpPr>
          <p:sp>
            <p:nvSpPr>
              <p:cNvPr id="25" name="TextBox 24"/>
              <p:cNvSpPr txBox="1"/>
              <p:nvPr/>
            </p:nvSpPr>
            <p:spPr>
              <a:xfrm>
                <a:off x="1122677" y="5330400"/>
                <a:ext cx="511200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just"/>
                <a:r>
                  <a:rPr lang="en-ID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Masih banyak masyarakat yang belum menyadari kondisi ketahanan pangan saat ini dan juga belum banyak yang memahami betapa pentingnya memproduksi bahan pangan sendiri di rumah.</a:t>
                </a:r>
                <a:endParaRPr lang="en-ID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1122677" y="5053401"/>
                <a:ext cx="5112000" cy="275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ID" altLang="en-US" sz="1200" b="1" dirty="0">
                    <a:solidFill>
                      <a:schemeClr val="bg1">
                        <a:lumMod val="50000"/>
                      </a:schemeClr>
                    </a:solidFill>
                    <a:cs typeface="Arial" panose="020B0604020202020204" pitchFamily="34" charset="0"/>
                  </a:rPr>
                  <a:t>Threat</a:t>
                </a:r>
                <a:endParaRPr lang="en-ID" altLang="en-US" sz="1200" b="1" dirty="0">
                  <a:solidFill>
                    <a:schemeClr val="bg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34" name="Group 33"/>
          <p:cNvGrpSpPr/>
          <p:nvPr/>
        </p:nvGrpSpPr>
        <p:grpSpPr>
          <a:xfrm>
            <a:off x="473710" y="1261745"/>
            <a:ext cx="9084310" cy="3950970"/>
            <a:chOff x="746" y="1987"/>
            <a:chExt cx="14306" cy="6222"/>
          </a:xfrm>
        </p:grpSpPr>
        <p:sp>
          <p:nvSpPr>
            <p:cNvPr id="6" name="Block Arc 4"/>
            <p:cNvSpPr/>
            <p:nvPr/>
          </p:nvSpPr>
          <p:spPr>
            <a:xfrm rot="5400000">
              <a:off x="8830" y="1987"/>
              <a:ext cx="6222" cy="6222"/>
            </a:xfrm>
            <a:prstGeom prst="blockArc">
              <a:avLst>
                <a:gd name="adj1" fmla="val 16308690"/>
                <a:gd name="adj2" fmla="val 18941181"/>
                <a:gd name="adj3" fmla="val 32727"/>
              </a:avLst>
            </a:prstGeom>
            <a:solidFill>
              <a:srgbClr val="568AD3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351" y="5287"/>
              <a:ext cx="1361" cy="14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p>
              <a:pPr algn="ctr"/>
              <a:r>
                <a:rPr lang="en-US" altLang="ko-KR" sz="5400" b="1" dirty="0">
                  <a:solidFill>
                    <a:schemeClr val="bg1"/>
                  </a:solidFill>
                  <a:cs typeface="Arial" panose="020B0604020202020204" pitchFamily="34" charset="0"/>
                </a:rPr>
                <a:t>O</a:t>
              </a:r>
              <a:endParaRPr lang="ko-KR" altLang="en-US" sz="540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5" name="Rectangle 13"/>
            <p:cNvSpPr/>
            <p:nvPr/>
          </p:nvSpPr>
          <p:spPr>
            <a:xfrm>
              <a:off x="746" y="5178"/>
              <a:ext cx="109" cy="1608"/>
            </a:xfrm>
            <a:prstGeom prst="rect">
              <a:avLst/>
            </a:prstGeom>
            <a:solidFill>
              <a:srgbClr val="568A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/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1152" y="5279"/>
              <a:ext cx="8892" cy="1452"/>
              <a:chOff x="1122677" y="4002225"/>
              <a:chExt cx="5112000" cy="922159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1122677" y="4279224"/>
                <a:ext cx="511200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just"/>
                <a:r>
                  <a:rPr lang="en-ID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Pangan merupakan kebutuhan utama bagi manusia, dan hingga saat ini masih banyak negara termasuk Indonesia yang belum bisa mandiri pangan. Selain itu, belum ada produk serupa yang dipasarkan di Indonesia.</a:t>
                </a:r>
                <a:endParaRPr lang="en-ID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1122677" y="4002225"/>
                <a:ext cx="5112000" cy="275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ID" altLang="en-US" sz="1200" b="1" dirty="0">
                    <a:solidFill>
                      <a:srgbClr val="568AD3"/>
                    </a:solidFill>
                    <a:cs typeface="Arial" panose="020B0604020202020204" pitchFamily="34" charset="0"/>
                  </a:rPr>
                  <a:t>Opportunity</a:t>
                </a:r>
                <a:endParaRPr lang="en-ID" altLang="en-US" sz="1200" b="1" dirty="0">
                  <a:solidFill>
                    <a:srgbClr val="568AD3"/>
                  </a:solidFill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30" name="CustomShape 3"/>
          <p:cNvSpPr/>
          <p:nvPr/>
        </p:nvSpPr>
        <p:spPr>
          <a:xfrm>
            <a:off x="4333875" y="656590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31" name="CustomShape 1"/>
          <p:cNvSpPr/>
          <p:nvPr/>
        </p:nvSpPr>
        <p:spPr>
          <a:xfrm>
            <a:off x="2747010" y="291465"/>
            <a:ext cx="497903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ctr">
              <a:lnSpc>
                <a:spcPct val="100000"/>
              </a:lnSpc>
            </a:pPr>
            <a:r>
              <a:rPr lang="en-ID" b="1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  <a:sym typeface="+mn-ea"/>
              </a:rPr>
              <a:t>Analisis Ekonomi Usaha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Strategi Pemasaran</a:t>
            </a:r>
            <a:endParaRPr lang="en-ID" sz="44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6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8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0" name="Rectangle 9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1" name="Rectangle 10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2" name="Rectangle 11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8505" y="1017905"/>
          <a:ext cx="8734425" cy="43656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37740"/>
                <a:gridCol w="2181225"/>
                <a:gridCol w="2365375"/>
                <a:gridCol w="1950085"/>
              </a:tblGrid>
              <a:tr h="635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3305" b="1" dirty="0">
                          <a:solidFill>
                            <a:srgbClr val="77D34C"/>
                          </a:solidFill>
                          <a:latin typeface="+mn-lt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altLang="ko-KR" sz="3305" b="1" dirty="0">
                          <a:solidFill>
                            <a:srgbClr val="77D34C"/>
                          </a:solidFill>
                          <a:latin typeface="+mn-lt"/>
                          <a:cs typeface="Arial" panose="020B0604020202020204" pitchFamily="34" charset="0"/>
                        </a:rPr>
                        <a:t>1</a:t>
                      </a:r>
                      <a:endParaRPr lang="en-US" altLang="ko-KR" sz="3305" b="1" dirty="0">
                        <a:solidFill>
                          <a:srgbClr val="77D34C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77D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3305" b="1" dirty="0">
                          <a:solidFill>
                            <a:srgbClr val="568AD3"/>
                          </a:solidFill>
                          <a:latin typeface="+mn-lt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altLang="ko-KR" sz="3305" b="1" dirty="0">
                          <a:solidFill>
                            <a:srgbClr val="568AD3"/>
                          </a:solidFill>
                          <a:latin typeface="+mn-lt"/>
                          <a:cs typeface="Arial" panose="020B0604020202020204" pitchFamily="34" charset="0"/>
                        </a:rPr>
                        <a:t>2</a:t>
                      </a:r>
                      <a:endParaRPr lang="en-US" altLang="ko-KR" sz="3305" b="1" dirty="0">
                        <a:solidFill>
                          <a:srgbClr val="568AD3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68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3305" b="1" dirty="0">
                          <a:solidFill>
                            <a:srgbClr val="77D34C"/>
                          </a:solidFill>
                          <a:latin typeface="+mn-lt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altLang="ko-KR" sz="3305" b="1" dirty="0">
                          <a:solidFill>
                            <a:srgbClr val="77D34C"/>
                          </a:solidFill>
                          <a:latin typeface="+mn-lt"/>
                          <a:cs typeface="Arial" panose="020B0604020202020204" pitchFamily="34" charset="0"/>
                        </a:rPr>
                        <a:t>3</a:t>
                      </a:r>
                      <a:endParaRPr lang="en-US" altLang="ko-KR" sz="3305" b="1" dirty="0">
                        <a:solidFill>
                          <a:srgbClr val="77D34C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77D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altLang="en-US" sz="3305" b="1" dirty="0">
                          <a:solidFill>
                            <a:srgbClr val="568AD3"/>
                          </a:solidFill>
                          <a:latin typeface="+mn-lt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altLang="ko-KR" sz="3305" b="1" dirty="0">
                          <a:solidFill>
                            <a:srgbClr val="568AD3"/>
                          </a:solidFill>
                          <a:latin typeface="+mn-lt"/>
                          <a:cs typeface="Arial" panose="020B0604020202020204" pitchFamily="34" charset="0"/>
                        </a:rPr>
                        <a:t>4</a:t>
                      </a:r>
                      <a:endParaRPr lang="en-US" altLang="ko-KR" sz="3305" b="1" dirty="0">
                        <a:solidFill>
                          <a:srgbClr val="568AD3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568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116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Jul 2019 - Sep 2019</a:t>
                      </a:r>
                      <a:endParaRPr lang="en-ID" altLang="en-US" sz="116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77D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116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Oct 2019 - Dec 2019</a:t>
                      </a:r>
                      <a:r>
                        <a:rPr lang="en-US" altLang="ko-KR" sz="116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endParaRPr lang="ko-KR" altLang="en-US" sz="116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68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116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Jan 2020 - Mar 2020</a:t>
                      </a:r>
                      <a:endParaRPr lang="en-ID" altLang="en-US" sz="116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77D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ko-KR" sz="116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Apr 2020 - Jun 2020</a:t>
                      </a:r>
                      <a:endParaRPr lang="en-ID" altLang="ko-KR" sz="116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568A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116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Minimum Viable Product</a:t>
                      </a:r>
                      <a:endParaRPr lang="en-ID" altLang="en-US" sz="116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7D3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sz="116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Pengembangan 1</a:t>
                      </a:r>
                      <a:endParaRPr lang="en-ID" sz="116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8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sz="116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  <a:sym typeface="+mn-ea"/>
                        </a:rPr>
                        <a:t>Pengembangan 2</a:t>
                      </a:r>
                      <a:endParaRPr lang="ko-KR" altLang="en-US" sz="116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7D34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ko-KR" sz="1160" b="1" dirty="0">
                          <a:solidFill>
                            <a:schemeClr val="bg1"/>
                          </a:solidFill>
                          <a:latin typeface="+mn-lt"/>
                          <a:cs typeface="Arial" panose="020B0604020202020204" pitchFamily="34" charset="0"/>
                        </a:rPr>
                        <a:t>Pengembangan 3</a:t>
                      </a:r>
                      <a:endParaRPr lang="en-ID" altLang="ko-KR" sz="1160" b="1" dirty="0">
                        <a:solidFill>
                          <a:schemeClr val="bg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68AD3"/>
                    </a:solidFill>
                  </a:tcPr>
                </a:tc>
              </a:tr>
              <a:tr h="808355">
                <a:tc>
                  <a:txBody>
                    <a:bodyPr/>
                    <a:lstStyle/>
                    <a:p>
                      <a:pPr algn="just" eaLnBrk="1" fontAlgn="auto" latinLnBrk="0" hangingPunct="1"/>
                      <a:r>
                        <a:rPr kumimoji="0" lang="en-ID" altLang="en-US" sz="109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Arial Unicode MS"/>
                          <a:cs typeface="Arial" panose="020B0604020202020204" pitchFamily="34" charset="0"/>
                        </a:rPr>
                        <a:t>Smart Hydroponics System memiliki berbagai sensor dan aktuator untuk automatisasi pertanian hidroponik</a:t>
                      </a:r>
                      <a:endParaRPr kumimoji="0" lang="en-ID" altLang="en-US" sz="109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Arial Unicode MS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altLang="ko-KR" sz="109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-</a:t>
                      </a:r>
                      <a:endParaRPr lang="en-ID" altLang="ko-KR" sz="109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kumimoji="0" lang="en-ID" altLang="en-US" sz="109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Arial Unicode MS"/>
                          <a:cs typeface="Arial" panose="020B0604020202020204" pitchFamily="34" charset="0"/>
                        </a:rPr>
                        <a:t>-</a:t>
                      </a:r>
                      <a:endParaRPr kumimoji="0" lang="en-ID" altLang="en-US" sz="109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Arial Unicode MS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ID" altLang="en-US" sz="109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Arial Unicode MS"/>
                          <a:cs typeface="Arial" panose="020B0604020202020204" pitchFamily="34" charset="0"/>
                        </a:rPr>
                        <a:t>Penambahan teknologi AI dalam sistem automation Smart Hydroponics System.</a:t>
                      </a:r>
                      <a:endParaRPr kumimoji="0" lang="en-ID" altLang="en-US" sz="109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Arial Unicode MS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109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Platform Smart Hydroponics System dikembangkan menggunakan teknologi Progressive Web Application (PWA)</a:t>
                      </a:r>
                      <a:endParaRPr lang="en-ID" altLang="en-US" sz="109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109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Pembuatan Native Mobile Application pada platform Android</a:t>
                      </a:r>
                      <a:endParaRPr lang="en-ID" altLang="en-US" sz="109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109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  <a:sym typeface="+mn-ea"/>
                        </a:rPr>
                        <a:t>Pembuatan Native Mobile Application pada platform iOS.</a:t>
                      </a:r>
                      <a:endParaRPr lang="en-ID" altLang="en-US" sz="109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D" altLang="en-US" sz="109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Pengembangan fitur lanjutan.</a:t>
                      </a:r>
                      <a:endParaRPr lang="en-ID" altLang="en-US" sz="109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  <a:tr h="989965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D" altLang="en-US" sz="109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Arial Unicode MS"/>
                          <a:cs typeface="Arial" panose="020B0604020202020204" pitchFamily="34" charset="0"/>
                        </a:rPr>
                        <a:t>Data parameter alat dan tanaman yang dikumpulkan oleh sistem akan diolah menggunakan algoritma statik dan disajikan dalam bentuk tabel dan grafik</a:t>
                      </a:r>
                      <a:endParaRPr kumimoji="0" lang="en-ID" altLang="en-US" sz="109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Arial Unicode MS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D" altLang="en-US" sz="109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Arial Unicode MS"/>
                          <a:cs typeface="Arial" panose="020B0604020202020204" pitchFamily="34" charset="0"/>
                        </a:rPr>
                        <a:t>-</a:t>
                      </a:r>
                      <a:endParaRPr kumimoji="0" lang="en-ID" altLang="en-US" sz="109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Arial Unicode MS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ID" sz="109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Arial Unicode MS"/>
                          <a:cs typeface="Arial" panose="020B0604020202020204" pitchFamily="34" charset="0"/>
                        </a:rPr>
                        <a:t>Penambahan teknologi AI dalam algoritma pengolahan data. </a:t>
                      </a:r>
                      <a:endParaRPr kumimoji="0" lang="en-ID" sz="109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+mn-lt"/>
                        <a:ea typeface="Arial Unicode MS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D" altLang="en-US" sz="109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cs typeface="Arial" panose="020B0604020202020204" pitchFamily="34" charset="0"/>
                        </a:rPr>
                        <a:t>Pengembangan teknologi AI dalam algoritma pengolahan data.</a:t>
                      </a:r>
                      <a:endParaRPr lang="en-ID" altLang="en-US" sz="109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75604" marR="75604" marT="37802" marB="37802" anchor="ctr">
                    <a:lnL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" name="CustomShape 1"/>
          <p:cNvSpPr/>
          <p:nvPr/>
        </p:nvSpPr>
        <p:spPr>
          <a:xfrm>
            <a:off x="6616700" y="261620"/>
            <a:ext cx="329501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Roadmap Produk 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Smart Hydroponics System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Picture 346" descr="415278-PDXPXF-209"/>
          <p:cNvPicPr>
            <a:picLocks noChangeAspect="1"/>
          </p:cNvPicPr>
          <p:nvPr/>
        </p:nvPicPr>
        <p:blipFill>
          <a:blip r:embed="rId1"/>
          <a:srcRect t="26033" b="17638"/>
          <a:stretch>
            <a:fillRect/>
          </a:stretch>
        </p:blipFill>
        <p:spPr>
          <a:xfrm>
            <a:off x="10795" y="-20955"/>
            <a:ext cx="10094595" cy="568579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 rot="0">
            <a:off x="600598" y="1379855"/>
            <a:ext cx="1625092" cy="3747963"/>
            <a:chOff x="14029" y="2842"/>
            <a:chExt cx="1176" cy="2712"/>
          </a:xfrm>
        </p:grpSpPr>
        <p:pic>
          <p:nvPicPr>
            <p:cNvPr id="5" name="Picture 4" descr="office"/>
            <p:cNvPicPr>
              <a:picLocks noChangeAspect="1"/>
            </p:cNvPicPr>
            <p:nvPr/>
          </p:nvPicPr>
          <p:blipFill>
            <a:blip r:embed="rId2"/>
            <a:srcRect l="22424" r="21606" b="4300"/>
            <a:stretch>
              <a:fillRect/>
            </a:stretch>
          </p:blipFill>
          <p:spPr>
            <a:xfrm>
              <a:off x="14029" y="3543"/>
              <a:ext cx="1176" cy="2011"/>
            </a:xfrm>
            <a:prstGeom prst="rect">
              <a:avLst/>
            </a:prstGeom>
          </p:spPr>
        </p:pic>
        <p:pic>
          <p:nvPicPr>
            <p:cNvPr id="6" name="Picture 5" descr="152631703378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10" y="2842"/>
              <a:ext cx="701" cy="701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-72390" y="4347210"/>
            <a:ext cx="10224770" cy="1323340"/>
          </a:xfrm>
          <a:prstGeom prst="rect">
            <a:avLst/>
          </a:prstGeom>
          <a:solidFill>
            <a:srgbClr val="595A66"/>
          </a:solidFill>
          <a:ln>
            <a:solidFill>
              <a:srgbClr val="595A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 rot="0">
            <a:off x="824088" y="483870"/>
            <a:ext cx="2919914" cy="3927622"/>
            <a:chOff x="13569" y="2842"/>
            <a:chExt cx="2113" cy="2842"/>
          </a:xfrm>
        </p:grpSpPr>
        <p:pic>
          <p:nvPicPr>
            <p:cNvPr id="13" name="Picture 12" descr="office"/>
            <p:cNvPicPr>
              <a:picLocks noChangeAspect="1"/>
            </p:cNvPicPr>
            <p:nvPr/>
          </p:nvPicPr>
          <p:blipFill>
            <a:blip r:embed="rId1"/>
            <a:srcRect l="534" r="-1105" b="-1874"/>
            <a:stretch>
              <a:fillRect/>
            </a:stretch>
          </p:blipFill>
          <p:spPr>
            <a:xfrm>
              <a:off x="13569" y="3543"/>
              <a:ext cx="2113" cy="2141"/>
            </a:xfrm>
            <a:prstGeom prst="rect">
              <a:avLst/>
            </a:prstGeom>
          </p:spPr>
        </p:pic>
        <p:pic>
          <p:nvPicPr>
            <p:cNvPr id="14" name="Picture 13" descr="152631703378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10" y="2842"/>
              <a:ext cx="701" cy="701"/>
            </a:xfrm>
            <a:prstGeom prst="rect">
              <a:avLst/>
            </a:prstGeom>
          </p:spPr>
        </p:pic>
      </p:grpSp>
      <p:pic>
        <p:nvPicPr>
          <p:cNvPr id="3" name="Picture 2" descr="526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0360" t="66585" r="26926" b="7058"/>
          <a:stretch>
            <a:fillRect/>
          </a:stretch>
        </p:blipFill>
        <p:spPr>
          <a:xfrm>
            <a:off x="4102735" y="1915795"/>
            <a:ext cx="2284730" cy="2651125"/>
          </a:xfrm>
          <a:prstGeom prst="rect">
            <a:avLst/>
          </a:prstGeom>
        </p:spPr>
      </p:pic>
      <p:pic>
        <p:nvPicPr>
          <p:cNvPr id="28" name="Picture 27" descr="652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5267" t="48256" r="52733" b="32813"/>
          <a:stretch>
            <a:fillRect/>
          </a:stretch>
        </p:blipFill>
        <p:spPr>
          <a:xfrm flipH="1">
            <a:off x="6387465" y="2899410"/>
            <a:ext cx="3133725" cy="1412875"/>
          </a:xfrm>
          <a:prstGeom prst="rect">
            <a:avLst/>
          </a:prstGeom>
        </p:spPr>
      </p:pic>
      <p:pic>
        <p:nvPicPr>
          <p:cNvPr id="30" name="Picture 29" descr="9510"/>
          <p:cNvPicPr>
            <a:picLocks noChangeAspect="1"/>
          </p:cNvPicPr>
          <p:nvPr/>
        </p:nvPicPr>
        <p:blipFill>
          <a:blip r:embed="rId5"/>
          <a:srcRect l="44592" t="16289" r="4950" b="10189"/>
          <a:stretch>
            <a:fillRect/>
          </a:stretch>
        </p:blipFill>
        <p:spPr>
          <a:xfrm>
            <a:off x="6755130" y="2548890"/>
            <a:ext cx="933450" cy="1020445"/>
          </a:xfrm>
          <a:prstGeom prst="rect">
            <a:avLst/>
          </a:prstGeom>
        </p:spPr>
      </p:pic>
      <p:sp>
        <p:nvSpPr>
          <p:cNvPr id="31" name="Rectangular Callout 30"/>
          <p:cNvSpPr/>
          <p:nvPr/>
        </p:nvSpPr>
        <p:spPr>
          <a:xfrm>
            <a:off x="5503545" y="346710"/>
            <a:ext cx="3798570" cy="1396365"/>
          </a:xfrm>
          <a:prstGeom prst="wedgeRectCallout">
            <a:avLst>
              <a:gd name="adj1" fmla="val -37729"/>
              <a:gd name="adj2" fmla="val 83196"/>
            </a:avLst>
          </a:prstGeom>
          <a:solidFill>
            <a:srgbClr val="568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D" altLang="en-US"/>
              <a:t>Terima kasih, Smart Hydroponics System telah meningkatkan produktivitas bisnis saya.</a:t>
            </a:r>
            <a:endParaRPr lang="en-ID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357370"/>
            <a:ext cx="10080625" cy="13582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588135" y="458470"/>
            <a:ext cx="5182870" cy="4897120"/>
            <a:chOff x="7885" y="1557"/>
            <a:chExt cx="6156" cy="5816"/>
          </a:xfrm>
        </p:grpSpPr>
        <p:pic>
          <p:nvPicPr>
            <p:cNvPr id="11" name="Picture 10" descr="526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l="50360" t="45423" r="26926" b="33119"/>
            <a:stretch>
              <a:fillRect/>
            </a:stretch>
          </p:blipFill>
          <p:spPr>
            <a:xfrm>
              <a:off x="7885" y="1557"/>
              <a:ext cx="6157" cy="5817"/>
            </a:xfrm>
            <a:prstGeom prst="rect">
              <a:avLst/>
            </a:prstGeom>
          </p:spPr>
        </p:pic>
        <p:sp>
          <p:nvSpPr>
            <p:cNvPr id="5" name="Rounded Rectangular Callout 4"/>
            <p:cNvSpPr/>
            <p:nvPr/>
          </p:nvSpPr>
          <p:spPr>
            <a:xfrm>
              <a:off x="9865" y="1857"/>
              <a:ext cx="1361" cy="784"/>
            </a:xfrm>
            <a:prstGeom prst="wedgeRoundRectCallout">
              <a:avLst>
                <a:gd name="adj1" fmla="val -45518"/>
                <a:gd name="adj2" fmla="val 115433"/>
                <a:gd name="adj3" fmla="val 166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pic>
          <p:nvPicPr>
            <p:cNvPr id="14" name="Picture 13" descr="152631703378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93" y="1980"/>
              <a:ext cx="504" cy="504"/>
            </a:xfrm>
            <a:prstGeom prst="rect">
              <a:avLst/>
            </a:prstGeom>
          </p:spPr>
        </p:pic>
      </p:grpSp>
      <p:sp>
        <p:nvSpPr>
          <p:cNvPr id="8" name="Rectangle 7"/>
          <p:cNvSpPr/>
          <p:nvPr/>
        </p:nvSpPr>
        <p:spPr>
          <a:xfrm>
            <a:off x="233364" y="197485"/>
            <a:ext cx="4794250" cy="3987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ID" altLang="en-US" sz="20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“Customer who is creates customers”</a:t>
            </a:r>
            <a:endParaRPr lang="en-ID" altLang="en-US" sz="20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Rounded Rectangular Callout 1"/>
          <p:cNvSpPr/>
          <p:nvPr/>
        </p:nvSpPr>
        <p:spPr>
          <a:xfrm>
            <a:off x="6336030" y="459105"/>
            <a:ext cx="2696845" cy="1075055"/>
          </a:xfrm>
          <a:prstGeom prst="wedgeRoundRectCallout">
            <a:avLst>
              <a:gd name="adj1" fmla="val -64857"/>
              <a:gd name="adj2" fmla="val 52658"/>
              <a:gd name="adj3" fmla="val 16667"/>
            </a:avLst>
          </a:prstGeom>
          <a:solidFill>
            <a:srgbClr val="77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D" altLang="en-US" sz="1600"/>
              <a:t>Saya juga tertarik untuk memilikinya, tolong berikan saya kontak perusahaan tersebut.</a:t>
            </a:r>
            <a:endParaRPr lang="en-ID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CustomShape 2"/>
          <p:cNvSpPr/>
          <p:nvPr/>
        </p:nvSpPr>
        <p:spPr>
          <a:xfrm>
            <a:off x="0" y="4055040"/>
            <a:ext cx="10079640" cy="161460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17" name="CustomShape 29"/>
          <p:cNvSpPr/>
          <p:nvPr/>
        </p:nvSpPr>
        <p:spPr>
          <a:xfrm>
            <a:off x="4420080" y="4160160"/>
            <a:ext cx="1337040" cy="1236240"/>
          </a:xfrm>
          <a:custGeom>
            <a:avLst/>
            <a:gdLst/>
            <a:ahLst/>
            <a:cxnLst/>
            <a:rect l="l" t="t" r="r" b="b"/>
            <a:pathLst>
              <a:path w="1336689" h="994285">
                <a:moveTo>
                  <a:pt x="610408" y="4327"/>
                </a:moveTo>
                <a:cubicBezTo>
                  <a:pt x="472847" y="67178"/>
                  <a:pt x="366245" y="132412"/>
                  <a:pt x="271547" y="200026"/>
                </a:cubicBezTo>
                <a:cubicBezTo>
                  <a:pt x="122294" y="321559"/>
                  <a:pt x="56385" y="478810"/>
                  <a:pt x="0" y="612249"/>
                </a:cubicBezTo>
                <a:cubicBezTo>
                  <a:pt x="183315" y="292215"/>
                  <a:pt x="288049" y="219833"/>
                  <a:pt x="552327" y="83156"/>
                </a:cubicBezTo>
                <a:cubicBezTo>
                  <a:pt x="502390" y="190375"/>
                  <a:pt x="431021" y="252351"/>
                  <a:pt x="381084" y="359570"/>
                </a:cubicBezTo>
                <a:cubicBezTo>
                  <a:pt x="302324" y="527361"/>
                  <a:pt x="309287" y="695153"/>
                  <a:pt x="309108" y="862944"/>
                </a:cubicBezTo>
                <a:cubicBezTo>
                  <a:pt x="353738" y="421785"/>
                  <a:pt x="395985" y="387819"/>
                  <a:pt x="602540" y="89535"/>
                </a:cubicBezTo>
                <a:cubicBezTo>
                  <a:pt x="600670" y="391118"/>
                  <a:pt x="598799" y="692702"/>
                  <a:pt x="596929" y="994285"/>
                </a:cubicBezTo>
                <a:lnTo>
                  <a:pt x="655052" y="61643"/>
                </a:lnTo>
                <a:lnTo>
                  <a:pt x="822154" y="976002"/>
                </a:lnTo>
                <a:cubicBezTo>
                  <a:pt x="795367" y="677566"/>
                  <a:pt x="749528" y="386274"/>
                  <a:pt x="694166" y="85456"/>
                </a:cubicBezTo>
                <a:cubicBezTo>
                  <a:pt x="886585" y="246974"/>
                  <a:pt x="1079004" y="544222"/>
                  <a:pt x="1171411" y="784321"/>
                </a:cubicBezTo>
                <a:cubicBezTo>
                  <a:pt x="1123869" y="610193"/>
                  <a:pt x="1042989" y="450353"/>
                  <a:pt x="950203" y="302419"/>
                </a:cubicBezTo>
                <a:lnTo>
                  <a:pt x="726097" y="57647"/>
                </a:lnTo>
                <a:cubicBezTo>
                  <a:pt x="1017734" y="120167"/>
                  <a:pt x="1137920" y="249362"/>
                  <a:pt x="1336689" y="554769"/>
                </a:cubicBezTo>
                <a:cubicBezTo>
                  <a:pt x="1254183" y="407842"/>
                  <a:pt x="1180510" y="277406"/>
                  <a:pt x="1040689" y="154782"/>
                </a:cubicBezTo>
                <a:cubicBezTo>
                  <a:pt x="922299" y="84545"/>
                  <a:pt x="732196" y="16741"/>
                  <a:pt x="650164" y="0"/>
                </a:cubicBezTo>
                <a:lnTo>
                  <a:pt x="610408" y="4327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18" name="CustomShape 30"/>
          <p:cNvSpPr/>
          <p:nvPr/>
        </p:nvSpPr>
        <p:spPr>
          <a:xfrm rot="18489600" flipH="1">
            <a:off x="4377240" y="4314240"/>
            <a:ext cx="104400" cy="573840"/>
          </a:xfrm>
          <a:custGeom>
            <a:avLst/>
            <a:gdLst/>
            <a:ahLst/>
            <a:cxnLst/>
            <a:rect l="l" t="t" r="r" b="b"/>
            <a:pathLst>
              <a:path w="146824" h="805728">
                <a:moveTo>
                  <a:pt x="28967" y="776"/>
                </a:moveTo>
                <a:lnTo>
                  <a:pt x="34704" y="0"/>
                </a:lnTo>
                <a:cubicBezTo>
                  <a:pt x="35278" y="146"/>
                  <a:pt x="35860" y="297"/>
                  <a:pt x="36429" y="581"/>
                </a:cubicBezTo>
                <a:lnTo>
                  <a:pt x="65109" y="82021"/>
                </a:lnTo>
                <a:cubicBezTo>
                  <a:pt x="100515" y="321247"/>
                  <a:pt x="129665" y="553285"/>
                  <a:pt x="146824" y="790913"/>
                </a:cubicBezTo>
                <a:lnTo>
                  <a:pt x="37890" y="49954"/>
                </a:lnTo>
                <a:lnTo>
                  <a:pt x="0" y="805728"/>
                </a:lnTo>
                <a:lnTo>
                  <a:pt x="3506" y="102900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19" name="CustomShape 31"/>
          <p:cNvSpPr/>
          <p:nvPr/>
        </p:nvSpPr>
        <p:spPr>
          <a:xfrm rot="1873200">
            <a:off x="4528440" y="4100040"/>
            <a:ext cx="345240" cy="57708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0" name="CustomShape 32"/>
          <p:cNvSpPr/>
          <p:nvPr/>
        </p:nvSpPr>
        <p:spPr>
          <a:xfrm rot="20281200" flipH="1">
            <a:off x="4599720" y="4664880"/>
            <a:ext cx="104400" cy="574200"/>
          </a:xfrm>
          <a:custGeom>
            <a:avLst/>
            <a:gdLst/>
            <a:ahLst/>
            <a:cxnLst/>
            <a:rect l="l" t="t" r="r" b="b"/>
            <a:pathLst>
              <a:path w="146824" h="805728">
                <a:moveTo>
                  <a:pt x="28967" y="776"/>
                </a:moveTo>
                <a:lnTo>
                  <a:pt x="34704" y="0"/>
                </a:lnTo>
                <a:cubicBezTo>
                  <a:pt x="35278" y="146"/>
                  <a:pt x="35860" y="297"/>
                  <a:pt x="36429" y="581"/>
                </a:cubicBezTo>
                <a:lnTo>
                  <a:pt x="65109" y="82021"/>
                </a:lnTo>
                <a:cubicBezTo>
                  <a:pt x="100515" y="321247"/>
                  <a:pt x="129665" y="553285"/>
                  <a:pt x="146824" y="790913"/>
                </a:cubicBezTo>
                <a:lnTo>
                  <a:pt x="37890" y="49954"/>
                </a:lnTo>
                <a:lnTo>
                  <a:pt x="0" y="805728"/>
                </a:lnTo>
                <a:lnTo>
                  <a:pt x="3506" y="102900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1" name="CustomShape 33"/>
          <p:cNvSpPr/>
          <p:nvPr/>
        </p:nvSpPr>
        <p:spPr>
          <a:xfrm rot="21343200" flipH="1">
            <a:off x="4829040" y="4437720"/>
            <a:ext cx="104400" cy="573840"/>
          </a:xfrm>
          <a:custGeom>
            <a:avLst/>
            <a:gdLst/>
            <a:ahLst/>
            <a:cxnLst/>
            <a:rect l="l" t="t" r="r" b="b"/>
            <a:pathLst>
              <a:path w="146824" h="805728">
                <a:moveTo>
                  <a:pt x="28967" y="776"/>
                </a:moveTo>
                <a:lnTo>
                  <a:pt x="34704" y="0"/>
                </a:lnTo>
                <a:cubicBezTo>
                  <a:pt x="35278" y="146"/>
                  <a:pt x="35860" y="297"/>
                  <a:pt x="36429" y="581"/>
                </a:cubicBezTo>
                <a:lnTo>
                  <a:pt x="65109" y="82021"/>
                </a:lnTo>
                <a:cubicBezTo>
                  <a:pt x="100515" y="321247"/>
                  <a:pt x="129665" y="553285"/>
                  <a:pt x="146824" y="790913"/>
                </a:cubicBezTo>
                <a:lnTo>
                  <a:pt x="37890" y="49954"/>
                </a:lnTo>
                <a:lnTo>
                  <a:pt x="0" y="805728"/>
                </a:lnTo>
                <a:lnTo>
                  <a:pt x="3506" y="102900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2" name="CustomShape 34"/>
          <p:cNvSpPr/>
          <p:nvPr/>
        </p:nvSpPr>
        <p:spPr>
          <a:xfrm rot="1453200">
            <a:off x="4663440" y="4335840"/>
            <a:ext cx="104400" cy="574560"/>
          </a:xfrm>
          <a:custGeom>
            <a:avLst/>
            <a:gdLst/>
            <a:ahLst/>
            <a:cxnLst/>
            <a:rect l="l" t="t" r="r" b="b"/>
            <a:pathLst>
              <a:path w="146824" h="805728">
                <a:moveTo>
                  <a:pt x="28967" y="776"/>
                </a:moveTo>
                <a:lnTo>
                  <a:pt x="34704" y="0"/>
                </a:lnTo>
                <a:cubicBezTo>
                  <a:pt x="35278" y="146"/>
                  <a:pt x="35860" y="297"/>
                  <a:pt x="36429" y="581"/>
                </a:cubicBezTo>
                <a:lnTo>
                  <a:pt x="65109" y="82021"/>
                </a:lnTo>
                <a:cubicBezTo>
                  <a:pt x="100515" y="321247"/>
                  <a:pt x="129665" y="553285"/>
                  <a:pt x="146824" y="790913"/>
                </a:cubicBezTo>
                <a:lnTo>
                  <a:pt x="37890" y="49954"/>
                </a:lnTo>
                <a:lnTo>
                  <a:pt x="0" y="805728"/>
                </a:lnTo>
                <a:lnTo>
                  <a:pt x="3506" y="102900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3" name="CustomShape 35"/>
          <p:cNvSpPr/>
          <p:nvPr/>
        </p:nvSpPr>
        <p:spPr>
          <a:xfrm rot="20428800">
            <a:off x="5245920" y="4822920"/>
            <a:ext cx="83880" cy="462240"/>
          </a:xfrm>
          <a:custGeom>
            <a:avLst/>
            <a:gdLst/>
            <a:ahLst/>
            <a:cxnLst/>
            <a:rect l="l" t="t" r="r" b="b"/>
            <a:pathLst>
              <a:path w="146824" h="805728">
                <a:moveTo>
                  <a:pt x="28967" y="776"/>
                </a:moveTo>
                <a:lnTo>
                  <a:pt x="34704" y="0"/>
                </a:lnTo>
                <a:cubicBezTo>
                  <a:pt x="35278" y="146"/>
                  <a:pt x="35860" y="297"/>
                  <a:pt x="36429" y="581"/>
                </a:cubicBezTo>
                <a:lnTo>
                  <a:pt x="65109" y="82021"/>
                </a:lnTo>
                <a:cubicBezTo>
                  <a:pt x="100515" y="321247"/>
                  <a:pt x="129665" y="553285"/>
                  <a:pt x="146824" y="790913"/>
                </a:cubicBezTo>
                <a:lnTo>
                  <a:pt x="37890" y="49954"/>
                </a:lnTo>
                <a:lnTo>
                  <a:pt x="0" y="805728"/>
                </a:lnTo>
                <a:lnTo>
                  <a:pt x="3506" y="102900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4" name="CustomShape 36"/>
          <p:cNvSpPr/>
          <p:nvPr/>
        </p:nvSpPr>
        <p:spPr>
          <a:xfrm rot="3800400" flipH="1">
            <a:off x="5563440" y="4228560"/>
            <a:ext cx="84240" cy="462240"/>
          </a:xfrm>
          <a:custGeom>
            <a:avLst/>
            <a:gdLst/>
            <a:ahLst/>
            <a:cxnLst/>
            <a:rect l="l" t="t" r="r" b="b"/>
            <a:pathLst>
              <a:path w="146824" h="805728">
                <a:moveTo>
                  <a:pt x="28967" y="776"/>
                </a:moveTo>
                <a:lnTo>
                  <a:pt x="34704" y="0"/>
                </a:lnTo>
                <a:cubicBezTo>
                  <a:pt x="35278" y="146"/>
                  <a:pt x="35860" y="297"/>
                  <a:pt x="36429" y="581"/>
                </a:cubicBezTo>
                <a:lnTo>
                  <a:pt x="65109" y="82021"/>
                </a:lnTo>
                <a:cubicBezTo>
                  <a:pt x="100515" y="321247"/>
                  <a:pt x="129665" y="553285"/>
                  <a:pt x="146824" y="790913"/>
                </a:cubicBezTo>
                <a:lnTo>
                  <a:pt x="37890" y="49954"/>
                </a:lnTo>
                <a:lnTo>
                  <a:pt x="0" y="805728"/>
                </a:lnTo>
                <a:lnTo>
                  <a:pt x="3506" y="102900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5" name="CustomShape 37"/>
          <p:cNvSpPr/>
          <p:nvPr/>
        </p:nvSpPr>
        <p:spPr>
          <a:xfrm rot="16678200">
            <a:off x="5387760" y="4456080"/>
            <a:ext cx="251640" cy="41976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6" name="CustomShape 38"/>
          <p:cNvSpPr/>
          <p:nvPr/>
        </p:nvSpPr>
        <p:spPr>
          <a:xfrm rot="19646400" flipH="1">
            <a:off x="4903200" y="4854600"/>
            <a:ext cx="251280" cy="42012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7" name="CustomShape 39"/>
          <p:cNvSpPr/>
          <p:nvPr/>
        </p:nvSpPr>
        <p:spPr>
          <a:xfrm rot="19646400" flipH="1">
            <a:off x="5308560" y="4750200"/>
            <a:ext cx="250920" cy="41976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8" name="CustomShape 40"/>
          <p:cNvSpPr/>
          <p:nvPr/>
        </p:nvSpPr>
        <p:spPr>
          <a:xfrm rot="18020400">
            <a:off x="5307120" y="4281120"/>
            <a:ext cx="250560" cy="42012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29" name="CustomShape 41"/>
          <p:cNvSpPr/>
          <p:nvPr/>
        </p:nvSpPr>
        <p:spPr>
          <a:xfrm rot="19439400">
            <a:off x="5170320" y="4468680"/>
            <a:ext cx="251280" cy="42048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0" name="CustomShape 42"/>
          <p:cNvSpPr/>
          <p:nvPr/>
        </p:nvSpPr>
        <p:spPr>
          <a:xfrm rot="19439400">
            <a:off x="4865400" y="4668120"/>
            <a:ext cx="156240" cy="26172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1" name="CustomShape 43"/>
          <p:cNvSpPr/>
          <p:nvPr/>
        </p:nvSpPr>
        <p:spPr>
          <a:xfrm rot="20887800">
            <a:off x="4417560" y="4660200"/>
            <a:ext cx="156240" cy="26172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2" name="CustomShape 44"/>
          <p:cNvSpPr/>
          <p:nvPr/>
        </p:nvSpPr>
        <p:spPr>
          <a:xfrm rot="19308600">
            <a:off x="4681440" y="4948920"/>
            <a:ext cx="156600" cy="26208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3" name="CustomShape 45"/>
          <p:cNvSpPr/>
          <p:nvPr/>
        </p:nvSpPr>
        <p:spPr>
          <a:xfrm rot="915600">
            <a:off x="4853880" y="4837680"/>
            <a:ext cx="156240" cy="26208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4" name="CustomShape 46"/>
          <p:cNvSpPr/>
          <p:nvPr/>
        </p:nvSpPr>
        <p:spPr>
          <a:xfrm rot="900000">
            <a:off x="5042160" y="4412160"/>
            <a:ext cx="83880" cy="462600"/>
          </a:xfrm>
          <a:custGeom>
            <a:avLst/>
            <a:gdLst/>
            <a:ahLst/>
            <a:cxnLst/>
            <a:rect l="l" t="t" r="r" b="b"/>
            <a:pathLst>
              <a:path w="146824" h="805728">
                <a:moveTo>
                  <a:pt x="28967" y="776"/>
                </a:moveTo>
                <a:lnTo>
                  <a:pt x="34704" y="0"/>
                </a:lnTo>
                <a:cubicBezTo>
                  <a:pt x="35278" y="146"/>
                  <a:pt x="35860" y="297"/>
                  <a:pt x="36429" y="581"/>
                </a:cubicBezTo>
                <a:lnTo>
                  <a:pt x="65109" y="82021"/>
                </a:lnTo>
                <a:cubicBezTo>
                  <a:pt x="100515" y="321247"/>
                  <a:pt x="129665" y="553285"/>
                  <a:pt x="146824" y="790913"/>
                </a:cubicBezTo>
                <a:lnTo>
                  <a:pt x="37890" y="49954"/>
                </a:lnTo>
                <a:lnTo>
                  <a:pt x="0" y="805728"/>
                </a:lnTo>
                <a:lnTo>
                  <a:pt x="3506" y="102900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5" name="CustomShape 47"/>
          <p:cNvSpPr/>
          <p:nvPr/>
        </p:nvSpPr>
        <p:spPr>
          <a:xfrm rot="445800">
            <a:off x="4990680" y="4370040"/>
            <a:ext cx="84240" cy="462240"/>
          </a:xfrm>
          <a:custGeom>
            <a:avLst/>
            <a:gdLst/>
            <a:ahLst/>
            <a:cxnLst/>
            <a:rect l="l" t="t" r="r" b="b"/>
            <a:pathLst>
              <a:path w="146824" h="805728">
                <a:moveTo>
                  <a:pt x="28967" y="776"/>
                </a:moveTo>
                <a:lnTo>
                  <a:pt x="34704" y="0"/>
                </a:lnTo>
                <a:cubicBezTo>
                  <a:pt x="35278" y="146"/>
                  <a:pt x="35860" y="297"/>
                  <a:pt x="36429" y="581"/>
                </a:cubicBezTo>
                <a:lnTo>
                  <a:pt x="65109" y="82021"/>
                </a:lnTo>
                <a:cubicBezTo>
                  <a:pt x="100515" y="321247"/>
                  <a:pt x="129665" y="553285"/>
                  <a:pt x="146824" y="790913"/>
                </a:cubicBezTo>
                <a:lnTo>
                  <a:pt x="37890" y="49954"/>
                </a:lnTo>
                <a:lnTo>
                  <a:pt x="0" y="805728"/>
                </a:lnTo>
                <a:lnTo>
                  <a:pt x="3506" y="102900"/>
                </a:ln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6" name="CustomShape 48"/>
          <p:cNvSpPr/>
          <p:nvPr/>
        </p:nvSpPr>
        <p:spPr>
          <a:xfrm rot="1132800" flipH="1">
            <a:off x="5677200" y="4584240"/>
            <a:ext cx="156600" cy="26172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7" name="CustomShape 49"/>
          <p:cNvSpPr/>
          <p:nvPr/>
        </p:nvSpPr>
        <p:spPr>
          <a:xfrm rot="1132800" flipH="1">
            <a:off x="5534280" y="4833000"/>
            <a:ext cx="156600" cy="26208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8" name="CustomShape 50"/>
          <p:cNvSpPr/>
          <p:nvPr/>
        </p:nvSpPr>
        <p:spPr>
          <a:xfrm rot="1132800">
            <a:off x="4473000" y="4862880"/>
            <a:ext cx="156600" cy="262080"/>
          </a:xfrm>
          <a:custGeom>
            <a:avLst/>
            <a:gdLst/>
            <a:ahLst/>
            <a:cxnLst/>
            <a:rect l="l" t="t" r="r" b="b"/>
            <a:pathLst>
              <a:path w="418104" h="698519">
                <a:moveTo>
                  <a:pt x="397924" y="2731"/>
                </a:moveTo>
                <a:lnTo>
                  <a:pt x="418104" y="0"/>
                </a:lnTo>
                <a:lnTo>
                  <a:pt x="392642" y="102124"/>
                </a:lnTo>
                <a:cubicBezTo>
                  <a:pt x="392693" y="92009"/>
                  <a:pt x="392744" y="81894"/>
                  <a:pt x="392794" y="71780"/>
                </a:cubicBezTo>
                <a:cubicBezTo>
                  <a:pt x="258142" y="313497"/>
                  <a:pt x="230601" y="341022"/>
                  <a:pt x="201507" y="698519"/>
                </a:cubicBezTo>
                <a:cubicBezTo>
                  <a:pt x="201623" y="562547"/>
                  <a:pt x="197084" y="426576"/>
                  <a:pt x="248428" y="290605"/>
                </a:cubicBezTo>
                <a:cubicBezTo>
                  <a:pt x="280982" y="203719"/>
                  <a:pt x="327507" y="153496"/>
                  <a:pt x="360060" y="66611"/>
                </a:cubicBezTo>
                <a:cubicBezTo>
                  <a:pt x="187778" y="177368"/>
                  <a:pt x="119503" y="236024"/>
                  <a:pt x="0" y="495367"/>
                </a:cubicBezTo>
                <a:cubicBezTo>
                  <a:pt x="36757" y="387232"/>
                  <a:pt x="79723" y="259803"/>
                  <a:pt x="177022" y="161317"/>
                </a:cubicBezTo>
                <a:cubicBezTo>
                  <a:pt x="238755" y="106525"/>
                  <a:pt x="308248" y="53662"/>
                  <a:pt x="397924" y="2731"/>
                </a:cubicBezTo>
                <a:close/>
              </a:path>
            </a:pathLst>
          </a:custGeom>
          <a:solidFill>
            <a:srgbClr val="FFFFFF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739" name="CustomShape 51"/>
          <p:cNvSpPr/>
          <p:nvPr/>
        </p:nvSpPr>
        <p:spPr>
          <a:xfrm>
            <a:off x="4947285" y="1528445"/>
            <a:ext cx="222885" cy="2631440"/>
          </a:xfrm>
          <a:prstGeom prst="roundRect">
            <a:avLst>
              <a:gd name="adj" fmla="val 16667"/>
            </a:avLst>
          </a:prstGeom>
          <a:solidFill>
            <a:srgbClr val="00B050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Strategi Pemasaran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058410" y="3174365"/>
            <a:ext cx="3477895" cy="1088390"/>
            <a:chOff x="7966" y="4999"/>
            <a:chExt cx="5477" cy="1714"/>
          </a:xfrm>
        </p:grpSpPr>
        <p:sp>
          <p:nvSpPr>
            <p:cNvPr id="714" name="CustomShape 26"/>
            <p:cNvSpPr/>
            <p:nvPr/>
          </p:nvSpPr>
          <p:spPr>
            <a:xfrm>
              <a:off x="9695" y="5433"/>
              <a:ext cx="3749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Direct Marketing</a:t>
              </a:r>
              <a:endParaRPr lang="en-ID" sz="1200" b="0" strike="noStrike" spc="-1">
                <a:latin typeface="Arial" panose="020B0604020202020204"/>
              </a:endParaRPr>
            </a:p>
          </p:txBody>
        </p:sp>
        <p:sp>
          <p:nvSpPr>
            <p:cNvPr id="742" name="CustomShape 54"/>
            <p:cNvSpPr/>
            <p:nvPr/>
          </p:nvSpPr>
          <p:spPr>
            <a:xfrm flipH="1">
              <a:off x="7966" y="5055"/>
              <a:ext cx="1620" cy="1659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743" name="CustomShape 55"/>
            <p:cNvSpPr/>
            <p:nvPr/>
          </p:nvSpPr>
          <p:spPr>
            <a:xfrm flipH="1">
              <a:off x="7966" y="4999"/>
              <a:ext cx="1620" cy="1659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92" name="Rounded Rectangle 5"/>
            <p:cNvSpPr/>
            <p:nvPr/>
          </p:nvSpPr>
          <p:spPr>
            <a:xfrm flipH="1">
              <a:off x="8388" y="5206"/>
              <a:ext cx="795" cy="656"/>
            </a:xfrm>
            <a:custGeom>
              <a:avLst/>
              <a:gdLst>
                <a:gd name="connsiteX0" fmla="*/ 1384251 w 3217557"/>
                <a:gd name="connsiteY0" fmla="*/ 661544 h 2702049"/>
                <a:gd name="connsiteX1" fmla="*/ 1574067 w 3217557"/>
                <a:gd name="connsiteY1" fmla="*/ 851360 h 2702049"/>
                <a:gd name="connsiteX2" fmla="*/ 1384251 w 3217557"/>
                <a:gd name="connsiteY2" fmla="*/ 1041176 h 2702049"/>
                <a:gd name="connsiteX3" fmla="*/ 1194435 w 3217557"/>
                <a:gd name="connsiteY3" fmla="*/ 851360 h 2702049"/>
                <a:gd name="connsiteX4" fmla="*/ 1384251 w 3217557"/>
                <a:gd name="connsiteY4" fmla="*/ 661544 h 2702049"/>
                <a:gd name="connsiteX5" fmla="*/ 1993421 w 3217557"/>
                <a:gd name="connsiteY5" fmla="*/ 661544 h 2702049"/>
                <a:gd name="connsiteX6" fmla="*/ 2183237 w 3217557"/>
                <a:gd name="connsiteY6" fmla="*/ 851360 h 2702049"/>
                <a:gd name="connsiteX7" fmla="*/ 1993421 w 3217557"/>
                <a:gd name="connsiteY7" fmla="*/ 1041176 h 2702049"/>
                <a:gd name="connsiteX8" fmla="*/ 1803605 w 3217557"/>
                <a:gd name="connsiteY8" fmla="*/ 851360 h 2702049"/>
                <a:gd name="connsiteX9" fmla="*/ 1993421 w 3217557"/>
                <a:gd name="connsiteY9" fmla="*/ 661544 h 2702049"/>
                <a:gd name="connsiteX10" fmla="*/ 2602591 w 3217557"/>
                <a:gd name="connsiteY10" fmla="*/ 661544 h 2702049"/>
                <a:gd name="connsiteX11" fmla="*/ 2792407 w 3217557"/>
                <a:gd name="connsiteY11" fmla="*/ 851360 h 2702049"/>
                <a:gd name="connsiteX12" fmla="*/ 2602591 w 3217557"/>
                <a:gd name="connsiteY12" fmla="*/ 1041176 h 2702049"/>
                <a:gd name="connsiteX13" fmla="*/ 2412775 w 3217557"/>
                <a:gd name="connsiteY13" fmla="*/ 851360 h 2702049"/>
                <a:gd name="connsiteX14" fmla="*/ 2602591 w 3217557"/>
                <a:gd name="connsiteY14" fmla="*/ 661544 h 2702049"/>
                <a:gd name="connsiteX15" fmla="*/ 677114 w 3217557"/>
                <a:gd name="connsiteY15" fmla="*/ 569491 h 2702049"/>
                <a:gd name="connsiteX16" fmla="*/ 330916 w 3217557"/>
                <a:gd name="connsiteY16" fmla="*/ 569491 h 2702049"/>
                <a:gd name="connsiteX17" fmla="*/ 0 w 3217557"/>
                <a:gd name="connsiteY17" fmla="*/ 900407 h 2702049"/>
                <a:gd name="connsiteX18" fmla="*/ 0 w 3217557"/>
                <a:gd name="connsiteY18" fmla="*/ 1952009 h 2702049"/>
                <a:gd name="connsiteX19" fmla="*/ 330916 w 3217557"/>
                <a:gd name="connsiteY19" fmla="*/ 2282925 h 2702049"/>
                <a:gd name="connsiteX20" fmla="*/ 711670 w 3217557"/>
                <a:gd name="connsiteY20" fmla="*/ 2282925 h 2702049"/>
                <a:gd name="connsiteX21" fmla="*/ 15770 w 3217557"/>
                <a:gd name="connsiteY21" fmla="*/ 2702049 h 2702049"/>
                <a:gd name="connsiteX22" fmla="*/ 1294529 w 3217557"/>
                <a:gd name="connsiteY22" fmla="*/ 2282925 h 2702049"/>
                <a:gd name="connsiteX23" fmla="*/ 2117356 w 3217557"/>
                <a:gd name="connsiteY23" fmla="*/ 2282925 h 2702049"/>
                <a:gd name="connsiteX24" fmla="*/ 2418395 w 3217557"/>
                <a:gd name="connsiteY24" fmla="*/ 2087951 h 2702049"/>
                <a:gd name="connsiteX25" fmla="*/ 1830857 w 3217557"/>
                <a:gd name="connsiteY25" fmla="*/ 1799347 h 2702049"/>
                <a:gd name="connsiteX26" fmla="*/ 1008030 w 3217557"/>
                <a:gd name="connsiteY26" fmla="*/ 1799347 h 2702049"/>
                <a:gd name="connsiteX27" fmla="*/ 677114 w 3217557"/>
                <a:gd name="connsiteY27" fmla="*/ 1468431 h 2702049"/>
                <a:gd name="connsiteX28" fmla="*/ 677114 w 3217557"/>
                <a:gd name="connsiteY28" fmla="*/ 569491 h 2702049"/>
                <a:gd name="connsiteX29" fmla="*/ 2886641 w 3217557"/>
                <a:gd name="connsiteY29" fmla="*/ 0 h 2702049"/>
                <a:gd name="connsiteX30" fmla="*/ 1100201 w 3217557"/>
                <a:gd name="connsiteY30" fmla="*/ 0 h 2702049"/>
                <a:gd name="connsiteX31" fmla="*/ 769285 w 3217557"/>
                <a:gd name="connsiteY31" fmla="*/ 330916 h 2702049"/>
                <a:gd name="connsiteX32" fmla="*/ 769285 w 3217557"/>
                <a:gd name="connsiteY32" fmla="*/ 1382518 h 2702049"/>
                <a:gd name="connsiteX33" fmla="*/ 1100201 w 3217557"/>
                <a:gd name="connsiteY33" fmla="*/ 1713434 h 2702049"/>
                <a:gd name="connsiteX34" fmla="*/ 1923028 w 3217557"/>
                <a:gd name="connsiteY34" fmla="*/ 1713434 h 2702049"/>
                <a:gd name="connsiteX35" fmla="*/ 3078958 w 3217557"/>
                <a:gd name="connsiteY35" fmla="*/ 2077967 h 2702049"/>
                <a:gd name="connsiteX36" fmla="*/ 2505887 w 3217557"/>
                <a:gd name="connsiteY36" fmla="*/ 1713434 h 2702049"/>
                <a:gd name="connsiteX37" fmla="*/ 2886641 w 3217557"/>
                <a:gd name="connsiteY37" fmla="*/ 1713434 h 2702049"/>
                <a:gd name="connsiteX38" fmla="*/ 3217557 w 3217557"/>
                <a:gd name="connsiteY38" fmla="*/ 1382518 h 2702049"/>
                <a:gd name="connsiteX39" fmla="*/ 3217557 w 3217557"/>
                <a:gd name="connsiteY39" fmla="*/ 330916 h 2702049"/>
                <a:gd name="connsiteX40" fmla="*/ 2886641 w 3217557"/>
                <a:gd name="connsiteY40" fmla="*/ 0 h 2702049"/>
                <a:gd name="connsiteX0-1" fmla="*/ 1384251 w 3217557"/>
                <a:gd name="connsiteY0-2" fmla="*/ 661544 h 2702049"/>
                <a:gd name="connsiteX1-3" fmla="*/ 1574067 w 3217557"/>
                <a:gd name="connsiteY1-4" fmla="*/ 851360 h 2702049"/>
                <a:gd name="connsiteX2-5" fmla="*/ 1384251 w 3217557"/>
                <a:gd name="connsiteY2-6" fmla="*/ 1041176 h 2702049"/>
                <a:gd name="connsiteX3-7" fmla="*/ 1194435 w 3217557"/>
                <a:gd name="connsiteY3-8" fmla="*/ 851360 h 2702049"/>
                <a:gd name="connsiteX4-9" fmla="*/ 1384251 w 3217557"/>
                <a:gd name="connsiteY4-10" fmla="*/ 661544 h 2702049"/>
                <a:gd name="connsiteX5-11" fmla="*/ 1993421 w 3217557"/>
                <a:gd name="connsiteY5-12" fmla="*/ 661544 h 2702049"/>
                <a:gd name="connsiteX6-13" fmla="*/ 2183237 w 3217557"/>
                <a:gd name="connsiteY6-14" fmla="*/ 851360 h 2702049"/>
                <a:gd name="connsiteX7-15" fmla="*/ 1993421 w 3217557"/>
                <a:gd name="connsiteY7-16" fmla="*/ 1041176 h 2702049"/>
                <a:gd name="connsiteX8-17" fmla="*/ 1803605 w 3217557"/>
                <a:gd name="connsiteY8-18" fmla="*/ 851360 h 2702049"/>
                <a:gd name="connsiteX9-19" fmla="*/ 1993421 w 3217557"/>
                <a:gd name="connsiteY9-20" fmla="*/ 661544 h 2702049"/>
                <a:gd name="connsiteX10-21" fmla="*/ 2602591 w 3217557"/>
                <a:gd name="connsiteY10-22" fmla="*/ 661544 h 2702049"/>
                <a:gd name="connsiteX11-23" fmla="*/ 2792407 w 3217557"/>
                <a:gd name="connsiteY11-24" fmla="*/ 851360 h 2702049"/>
                <a:gd name="connsiteX12-25" fmla="*/ 2602591 w 3217557"/>
                <a:gd name="connsiteY12-26" fmla="*/ 1041176 h 2702049"/>
                <a:gd name="connsiteX13-27" fmla="*/ 2412775 w 3217557"/>
                <a:gd name="connsiteY13-28" fmla="*/ 851360 h 2702049"/>
                <a:gd name="connsiteX14-29" fmla="*/ 2602591 w 3217557"/>
                <a:gd name="connsiteY14-30" fmla="*/ 661544 h 2702049"/>
                <a:gd name="connsiteX15-31" fmla="*/ 677114 w 3217557"/>
                <a:gd name="connsiteY15-32" fmla="*/ 569491 h 2702049"/>
                <a:gd name="connsiteX16-33" fmla="*/ 330916 w 3217557"/>
                <a:gd name="connsiteY16-34" fmla="*/ 569491 h 2702049"/>
                <a:gd name="connsiteX17-35" fmla="*/ 0 w 3217557"/>
                <a:gd name="connsiteY17-36" fmla="*/ 900407 h 2702049"/>
                <a:gd name="connsiteX18-37" fmla="*/ 0 w 3217557"/>
                <a:gd name="connsiteY18-38" fmla="*/ 1952009 h 2702049"/>
                <a:gd name="connsiteX19-39" fmla="*/ 330916 w 3217557"/>
                <a:gd name="connsiteY19-40" fmla="*/ 2282925 h 2702049"/>
                <a:gd name="connsiteX20-41" fmla="*/ 711670 w 3217557"/>
                <a:gd name="connsiteY20-42" fmla="*/ 2282925 h 2702049"/>
                <a:gd name="connsiteX21-43" fmla="*/ 15770 w 3217557"/>
                <a:gd name="connsiteY21-44" fmla="*/ 2702049 h 2702049"/>
                <a:gd name="connsiteX22-45" fmla="*/ 1294529 w 3217557"/>
                <a:gd name="connsiteY22-46" fmla="*/ 2282925 h 2702049"/>
                <a:gd name="connsiteX23-47" fmla="*/ 2117356 w 3217557"/>
                <a:gd name="connsiteY23-48" fmla="*/ 2282925 h 2702049"/>
                <a:gd name="connsiteX24-49" fmla="*/ 2418395 w 3217557"/>
                <a:gd name="connsiteY24-50" fmla="*/ 2087951 h 2702049"/>
                <a:gd name="connsiteX25-51" fmla="*/ 1830857 w 3217557"/>
                <a:gd name="connsiteY25-52" fmla="*/ 1799347 h 2702049"/>
                <a:gd name="connsiteX26-53" fmla="*/ 1008030 w 3217557"/>
                <a:gd name="connsiteY26-54" fmla="*/ 1799347 h 2702049"/>
                <a:gd name="connsiteX27-55" fmla="*/ 677114 w 3217557"/>
                <a:gd name="connsiteY27-56" fmla="*/ 1468431 h 2702049"/>
                <a:gd name="connsiteX28-57" fmla="*/ 677114 w 3217557"/>
                <a:gd name="connsiteY28-58" fmla="*/ 569491 h 2702049"/>
                <a:gd name="connsiteX29-59" fmla="*/ 2886641 w 3217557"/>
                <a:gd name="connsiteY29-60" fmla="*/ 0 h 2702049"/>
                <a:gd name="connsiteX30-61" fmla="*/ 1100201 w 3217557"/>
                <a:gd name="connsiteY30-62" fmla="*/ 0 h 2702049"/>
                <a:gd name="connsiteX31-63" fmla="*/ 769285 w 3217557"/>
                <a:gd name="connsiteY31-64" fmla="*/ 330916 h 2702049"/>
                <a:gd name="connsiteX32-65" fmla="*/ 769285 w 3217557"/>
                <a:gd name="connsiteY32-66" fmla="*/ 1382518 h 2702049"/>
                <a:gd name="connsiteX33-67" fmla="*/ 1100201 w 3217557"/>
                <a:gd name="connsiteY33-68" fmla="*/ 1713434 h 2702049"/>
                <a:gd name="connsiteX34-69" fmla="*/ 1923028 w 3217557"/>
                <a:gd name="connsiteY34-70" fmla="*/ 1713434 h 2702049"/>
                <a:gd name="connsiteX35-71" fmla="*/ 3078958 w 3217557"/>
                <a:gd name="connsiteY35-72" fmla="*/ 2077967 h 2702049"/>
                <a:gd name="connsiteX36-73" fmla="*/ 2505887 w 3217557"/>
                <a:gd name="connsiteY36-74" fmla="*/ 1713434 h 2702049"/>
                <a:gd name="connsiteX37-75" fmla="*/ 2886641 w 3217557"/>
                <a:gd name="connsiteY37-76" fmla="*/ 1713434 h 2702049"/>
                <a:gd name="connsiteX38-77" fmla="*/ 3217557 w 3217557"/>
                <a:gd name="connsiteY38-78" fmla="*/ 1382518 h 2702049"/>
                <a:gd name="connsiteX39-79" fmla="*/ 3217557 w 3217557"/>
                <a:gd name="connsiteY39-80" fmla="*/ 330916 h 2702049"/>
                <a:gd name="connsiteX40-81" fmla="*/ 2886641 w 3217557"/>
                <a:gd name="connsiteY40-82" fmla="*/ 0 h 2702049"/>
                <a:gd name="connsiteX0-83" fmla="*/ 1384251 w 3217557"/>
                <a:gd name="connsiteY0-84" fmla="*/ 661544 h 2633810"/>
                <a:gd name="connsiteX1-85" fmla="*/ 1574067 w 3217557"/>
                <a:gd name="connsiteY1-86" fmla="*/ 851360 h 2633810"/>
                <a:gd name="connsiteX2-87" fmla="*/ 1384251 w 3217557"/>
                <a:gd name="connsiteY2-88" fmla="*/ 1041176 h 2633810"/>
                <a:gd name="connsiteX3-89" fmla="*/ 1194435 w 3217557"/>
                <a:gd name="connsiteY3-90" fmla="*/ 851360 h 2633810"/>
                <a:gd name="connsiteX4-91" fmla="*/ 1384251 w 3217557"/>
                <a:gd name="connsiteY4-92" fmla="*/ 661544 h 2633810"/>
                <a:gd name="connsiteX5-93" fmla="*/ 1993421 w 3217557"/>
                <a:gd name="connsiteY5-94" fmla="*/ 661544 h 2633810"/>
                <a:gd name="connsiteX6-95" fmla="*/ 2183237 w 3217557"/>
                <a:gd name="connsiteY6-96" fmla="*/ 851360 h 2633810"/>
                <a:gd name="connsiteX7-97" fmla="*/ 1993421 w 3217557"/>
                <a:gd name="connsiteY7-98" fmla="*/ 1041176 h 2633810"/>
                <a:gd name="connsiteX8-99" fmla="*/ 1803605 w 3217557"/>
                <a:gd name="connsiteY8-100" fmla="*/ 851360 h 2633810"/>
                <a:gd name="connsiteX9-101" fmla="*/ 1993421 w 3217557"/>
                <a:gd name="connsiteY9-102" fmla="*/ 661544 h 2633810"/>
                <a:gd name="connsiteX10-103" fmla="*/ 2602591 w 3217557"/>
                <a:gd name="connsiteY10-104" fmla="*/ 661544 h 2633810"/>
                <a:gd name="connsiteX11-105" fmla="*/ 2792407 w 3217557"/>
                <a:gd name="connsiteY11-106" fmla="*/ 851360 h 2633810"/>
                <a:gd name="connsiteX12-107" fmla="*/ 2602591 w 3217557"/>
                <a:gd name="connsiteY12-108" fmla="*/ 1041176 h 2633810"/>
                <a:gd name="connsiteX13-109" fmla="*/ 2412775 w 3217557"/>
                <a:gd name="connsiteY13-110" fmla="*/ 851360 h 2633810"/>
                <a:gd name="connsiteX14-111" fmla="*/ 2602591 w 3217557"/>
                <a:gd name="connsiteY14-112" fmla="*/ 661544 h 2633810"/>
                <a:gd name="connsiteX15-113" fmla="*/ 677114 w 3217557"/>
                <a:gd name="connsiteY15-114" fmla="*/ 569491 h 2633810"/>
                <a:gd name="connsiteX16-115" fmla="*/ 330916 w 3217557"/>
                <a:gd name="connsiteY16-116" fmla="*/ 569491 h 2633810"/>
                <a:gd name="connsiteX17-117" fmla="*/ 0 w 3217557"/>
                <a:gd name="connsiteY17-118" fmla="*/ 900407 h 2633810"/>
                <a:gd name="connsiteX18-119" fmla="*/ 0 w 3217557"/>
                <a:gd name="connsiteY18-120" fmla="*/ 1952009 h 2633810"/>
                <a:gd name="connsiteX19-121" fmla="*/ 330916 w 3217557"/>
                <a:gd name="connsiteY19-122" fmla="*/ 2282925 h 2633810"/>
                <a:gd name="connsiteX20-123" fmla="*/ 711670 w 3217557"/>
                <a:gd name="connsiteY20-124" fmla="*/ 2282925 h 2633810"/>
                <a:gd name="connsiteX21-125" fmla="*/ 165895 w 3217557"/>
                <a:gd name="connsiteY21-126" fmla="*/ 2633810 h 2633810"/>
                <a:gd name="connsiteX22-127" fmla="*/ 1294529 w 3217557"/>
                <a:gd name="connsiteY22-128" fmla="*/ 2282925 h 2633810"/>
                <a:gd name="connsiteX23-129" fmla="*/ 2117356 w 3217557"/>
                <a:gd name="connsiteY23-130" fmla="*/ 2282925 h 2633810"/>
                <a:gd name="connsiteX24-131" fmla="*/ 2418395 w 3217557"/>
                <a:gd name="connsiteY24-132" fmla="*/ 2087951 h 2633810"/>
                <a:gd name="connsiteX25-133" fmla="*/ 1830857 w 3217557"/>
                <a:gd name="connsiteY25-134" fmla="*/ 1799347 h 2633810"/>
                <a:gd name="connsiteX26-135" fmla="*/ 1008030 w 3217557"/>
                <a:gd name="connsiteY26-136" fmla="*/ 1799347 h 2633810"/>
                <a:gd name="connsiteX27-137" fmla="*/ 677114 w 3217557"/>
                <a:gd name="connsiteY27-138" fmla="*/ 1468431 h 2633810"/>
                <a:gd name="connsiteX28-139" fmla="*/ 677114 w 3217557"/>
                <a:gd name="connsiteY28-140" fmla="*/ 569491 h 2633810"/>
                <a:gd name="connsiteX29-141" fmla="*/ 2886641 w 3217557"/>
                <a:gd name="connsiteY29-142" fmla="*/ 0 h 2633810"/>
                <a:gd name="connsiteX30-143" fmla="*/ 1100201 w 3217557"/>
                <a:gd name="connsiteY30-144" fmla="*/ 0 h 2633810"/>
                <a:gd name="connsiteX31-145" fmla="*/ 769285 w 3217557"/>
                <a:gd name="connsiteY31-146" fmla="*/ 330916 h 2633810"/>
                <a:gd name="connsiteX32-147" fmla="*/ 769285 w 3217557"/>
                <a:gd name="connsiteY32-148" fmla="*/ 1382518 h 2633810"/>
                <a:gd name="connsiteX33-149" fmla="*/ 1100201 w 3217557"/>
                <a:gd name="connsiteY33-150" fmla="*/ 1713434 h 2633810"/>
                <a:gd name="connsiteX34-151" fmla="*/ 1923028 w 3217557"/>
                <a:gd name="connsiteY34-152" fmla="*/ 1713434 h 2633810"/>
                <a:gd name="connsiteX35-153" fmla="*/ 3078958 w 3217557"/>
                <a:gd name="connsiteY35-154" fmla="*/ 2077967 h 2633810"/>
                <a:gd name="connsiteX36-155" fmla="*/ 2505887 w 3217557"/>
                <a:gd name="connsiteY36-156" fmla="*/ 1713434 h 2633810"/>
                <a:gd name="connsiteX37-157" fmla="*/ 2886641 w 3217557"/>
                <a:gd name="connsiteY37-158" fmla="*/ 1713434 h 2633810"/>
                <a:gd name="connsiteX38-159" fmla="*/ 3217557 w 3217557"/>
                <a:gd name="connsiteY38-160" fmla="*/ 1382518 h 2633810"/>
                <a:gd name="connsiteX39-161" fmla="*/ 3217557 w 3217557"/>
                <a:gd name="connsiteY39-162" fmla="*/ 330916 h 2633810"/>
                <a:gd name="connsiteX40-163" fmla="*/ 2886641 w 3217557"/>
                <a:gd name="connsiteY40-164" fmla="*/ 0 h 2633810"/>
                <a:gd name="connsiteX0-165" fmla="*/ 1384251 w 3217557"/>
                <a:gd name="connsiteY0-166" fmla="*/ 661544 h 2633810"/>
                <a:gd name="connsiteX1-167" fmla="*/ 1574067 w 3217557"/>
                <a:gd name="connsiteY1-168" fmla="*/ 851360 h 2633810"/>
                <a:gd name="connsiteX2-169" fmla="*/ 1384251 w 3217557"/>
                <a:gd name="connsiteY2-170" fmla="*/ 1041176 h 2633810"/>
                <a:gd name="connsiteX3-171" fmla="*/ 1194435 w 3217557"/>
                <a:gd name="connsiteY3-172" fmla="*/ 851360 h 2633810"/>
                <a:gd name="connsiteX4-173" fmla="*/ 1384251 w 3217557"/>
                <a:gd name="connsiteY4-174" fmla="*/ 661544 h 2633810"/>
                <a:gd name="connsiteX5-175" fmla="*/ 1993421 w 3217557"/>
                <a:gd name="connsiteY5-176" fmla="*/ 661544 h 2633810"/>
                <a:gd name="connsiteX6-177" fmla="*/ 2183237 w 3217557"/>
                <a:gd name="connsiteY6-178" fmla="*/ 851360 h 2633810"/>
                <a:gd name="connsiteX7-179" fmla="*/ 1993421 w 3217557"/>
                <a:gd name="connsiteY7-180" fmla="*/ 1041176 h 2633810"/>
                <a:gd name="connsiteX8-181" fmla="*/ 1803605 w 3217557"/>
                <a:gd name="connsiteY8-182" fmla="*/ 851360 h 2633810"/>
                <a:gd name="connsiteX9-183" fmla="*/ 1993421 w 3217557"/>
                <a:gd name="connsiteY9-184" fmla="*/ 661544 h 2633810"/>
                <a:gd name="connsiteX10-185" fmla="*/ 2602591 w 3217557"/>
                <a:gd name="connsiteY10-186" fmla="*/ 661544 h 2633810"/>
                <a:gd name="connsiteX11-187" fmla="*/ 2792407 w 3217557"/>
                <a:gd name="connsiteY11-188" fmla="*/ 851360 h 2633810"/>
                <a:gd name="connsiteX12-189" fmla="*/ 2602591 w 3217557"/>
                <a:gd name="connsiteY12-190" fmla="*/ 1041176 h 2633810"/>
                <a:gd name="connsiteX13-191" fmla="*/ 2412775 w 3217557"/>
                <a:gd name="connsiteY13-192" fmla="*/ 851360 h 2633810"/>
                <a:gd name="connsiteX14-193" fmla="*/ 2602591 w 3217557"/>
                <a:gd name="connsiteY14-194" fmla="*/ 661544 h 2633810"/>
                <a:gd name="connsiteX15-195" fmla="*/ 677114 w 3217557"/>
                <a:gd name="connsiteY15-196" fmla="*/ 569491 h 2633810"/>
                <a:gd name="connsiteX16-197" fmla="*/ 330916 w 3217557"/>
                <a:gd name="connsiteY16-198" fmla="*/ 569491 h 2633810"/>
                <a:gd name="connsiteX17-199" fmla="*/ 0 w 3217557"/>
                <a:gd name="connsiteY17-200" fmla="*/ 900407 h 2633810"/>
                <a:gd name="connsiteX18-201" fmla="*/ 0 w 3217557"/>
                <a:gd name="connsiteY18-202" fmla="*/ 1952009 h 2633810"/>
                <a:gd name="connsiteX19-203" fmla="*/ 330916 w 3217557"/>
                <a:gd name="connsiteY19-204" fmla="*/ 2282925 h 2633810"/>
                <a:gd name="connsiteX20-205" fmla="*/ 711670 w 3217557"/>
                <a:gd name="connsiteY20-206" fmla="*/ 2282925 h 2633810"/>
                <a:gd name="connsiteX21-207" fmla="*/ 165895 w 3217557"/>
                <a:gd name="connsiteY21-208" fmla="*/ 2633810 h 2633810"/>
                <a:gd name="connsiteX22-209" fmla="*/ 1294529 w 3217557"/>
                <a:gd name="connsiteY22-210" fmla="*/ 2282925 h 2633810"/>
                <a:gd name="connsiteX23-211" fmla="*/ 2117356 w 3217557"/>
                <a:gd name="connsiteY23-212" fmla="*/ 2282925 h 2633810"/>
                <a:gd name="connsiteX24-213" fmla="*/ 2418395 w 3217557"/>
                <a:gd name="connsiteY24-214" fmla="*/ 2087951 h 2633810"/>
                <a:gd name="connsiteX25-215" fmla="*/ 1830857 w 3217557"/>
                <a:gd name="connsiteY25-216" fmla="*/ 1799347 h 2633810"/>
                <a:gd name="connsiteX26-217" fmla="*/ 1008030 w 3217557"/>
                <a:gd name="connsiteY26-218" fmla="*/ 1799347 h 2633810"/>
                <a:gd name="connsiteX27-219" fmla="*/ 677114 w 3217557"/>
                <a:gd name="connsiteY27-220" fmla="*/ 1468431 h 2633810"/>
                <a:gd name="connsiteX28-221" fmla="*/ 677114 w 3217557"/>
                <a:gd name="connsiteY28-222" fmla="*/ 569491 h 2633810"/>
                <a:gd name="connsiteX29-223" fmla="*/ 2886641 w 3217557"/>
                <a:gd name="connsiteY29-224" fmla="*/ 0 h 2633810"/>
                <a:gd name="connsiteX30-225" fmla="*/ 1100201 w 3217557"/>
                <a:gd name="connsiteY30-226" fmla="*/ 0 h 2633810"/>
                <a:gd name="connsiteX31-227" fmla="*/ 769285 w 3217557"/>
                <a:gd name="connsiteY31-228" fmla="*/ 330916 h 2633810"/>
                <a:gd name="connsiteX32-229" fmla="*/ 769285 w 3217557"/>
                <a:gd name="connsiteY32-230" fmla="*/ 1382518 h 2633810"/>
                <a:gd name="connsiteX33-231" fmla="*/ 1100201 w 3217557"/>
                <a:gd name="connsiteY33-232" fmla="*/ 1713434 h 2633810"/>
                <a:gd name="connsiteX34-233" fmla="*/ 1923028 w 3217557"/>
                <a:gd name="connsiteY34-234" fmla="*/ 1713434 h 2633810"/>
                <a:gd name="connsiteX35-235" fmla="*/ 3078958 w 3217557"/>
                <a:gd name="connsiteY35-236" fmla="*/ 2077967 h 2633810"/>
                <a:gd name="connsiteX36-237" fmla="*/ 2505887 w 3217557"/>
                <a:gd name="connsiteY36-238" fmla="*/ 1713434 h 2633810"/>
                <a:gd name="connsiteX37-239" fmla="*/ 2886641 w 3217557"/>
                <a:gd name="connsiteY37-240" fmla="*/ 1713434 h 2633810"/>
                <a:gd name="connsiteX38-241" fmla="*/ 3217557 w 3217557"/>
                <a:gd name="connsiteY38-242" fmla="*/ 1382518 h 2633810"/>
                <a:gd name="connsiteX39-243" fmla="*/ 3217557 w 3217557"/>
                <a:gd name="connsiteY39-244" fmla="*/ 330916 h 2633810"/>
                <a:gd name="connsiteX40-245" fmla="*/ 2886641 w 3217557"/>
                <a:gd name="connsiteY40-246" fmla="*/ 0 h 2633810"/>
                <a:gd name="connsiteX0-247" fmla="*/ 1384251 w 3217557"/>
                <a:gd name="connsiteY0-248" fmla="*/ 661544 h 2633810"/>
                <a:gd name="connsiteX1-249" fmla="*/ 1574067 w 3217557"/>
                <a:gd name="connsiteY1-250" fmla="*/ 851360 h 2633810"/>
                <a:gd name="connsiteX2-251" fmla="*/ 1384251 w 3217557"/>
                <a:gd name="connsiteY2-252" fmla="*/ 1041176 h 2633810"/>
                <a:gd name="connsiteX3-253" fmla="*/ 1194435 w 3217557"/>
                <a:gd name="connsiteY3-254" fmla="*/ 851360 h 2633810"/>
                <a:gd name="connsiteX4-255" fmla="*/ 1384251 w 3217557"/>
                <a:gd name="connsiteY4-256" fmla="*/ 661544 h 2633810"/>
                <a:gd name="connsiteX5-257" fmla="*/ 1993421 w 3217557"/>
                <a:gd name="connsiteY5-258" fmla="*/ 661544 h 2633810"/>
                <a:gd name="connsiteX6-259" fmla="*/ 2183237 w 3217557"/>
                <a:gd name="connsiteY6-260" fmla="*/ 851360 h 2633810"/>
                <a:gd name="connsiteX7-261" fmla="*/ 1993421 w 3217557"/>
                <a:gd name="connsiteY7-262" fmla="*/ 1041176 h 2633810"/>
                <a:gd name="connsiteX8-263" fmla="*/ 1803605 w 3217557"/>
                <a:gd name="connsiteY8-264" fmla="*/ 851360 h 2633810"/>
                <a:gd name="connsiteX9-265" fmla="*/ 1993421 w 3217557"/>
                <a:gd name="connsiteY9-266" fmla="*/ 661544 h 2633810"/>
                <a:gd name="connsiteX10-267" fmla="*/ 2602591 w 3217557"/>
                <a:gd name="connsiteY10-268" fmla="*/ 661544 h 2633810"/>
                <a:gd name="connsiteX11-269" fmla="*/ 2792407 w 3217557"/>
                <a:gd name="connsiteY11-270" fmla="*/ 851360 h 2633810"/>
                <a:gd name="connsiteX12-271" fmla="*/ 2602591 w 3217557"/>
                <a:gd name="connsiteY12-272" fmla="*/ 1041176 h 2633810"/>
                <a:gd name="connsiteX13-273" fmla="*/ 2412775 w 3217557"/>
                <a:gd name="connsiteY13-274" fmla="*/ 851360 h 2633810"/>
                <a:gd name="connsiteX14-275" fmla="*/ 2602591 w 3217557"/>
                <a:gd name="connsiteY14-276" fmla="*/ 661544 h 2633810"/>
                <a:gd name="connsiteX15-277" fmla="*/ 677114 w 3217557"/>
                <a:gd name="connsiteY15-278" fmla="*/ 569491 h 2633810"/>
                <a:gd name="connsiteX16-279" fmla="*/ 330916 w 3217557"/>
                <a:gd name="connsiteY16-280" fmla="*/ 569491 h 2633810"/>
                <a:gd name="connsiteX17-281" fmla="*/ 0 w 3217557"/>
                <a:gd name="connsiteY17-282" fmla="*/ 900407 h 2633810"/>
                <a:gd name="connsiteX18-283" fmla="*/ 0 w 3217557"/>
                <a:gd name="connsiteY18-284" fmla="*/ 1952009 h 2633810"/>
                <a:gd name="connsiteX19-285" fmla="*/ 330916 w 3217557"/>
                <a:gd name="connsiteY19-286" fmla="*/ 2282925 h 2633810"/>
                <a:gd name="connsiteX20-287" fmla="*/ 711670 w 3217557"/>
                <a:gd name="connsiteY20-288" fmla="*/ 2282925 h 2633810"/>
                <a:gd name="connsiteX21-289" fmla="*/ 165895 w 3217557"/>
                <a:gd name="connsiteY21-290" fmla="*/ 2633810 h 2633810"/>
                <a:gd name="connsiteX22-291" fmla="*/ 1294529 w 3217557"/>
                <a:gd name="connsiteY22-292" fmla="*/ 2282925 h 2633810"/>
                <a:gd name="connsiteX23-293" fmla="*/ 2117356 w 3217557"/>
                <a:gd name="connsiteY23-294" fmla="*/ 2282925 h 2633810"/>
                <a:gd name="connsiteX24-295" fmla="*/ 2418395 w 3217557"/>
                <a:gd name="connsiteY24-296" fmla="*/ 2087951 h 2633810"/>
                <a:gd name="connsiteX25-297" fmla="*/ 1830857 w 3217557"/>
                <a:gd name="connsiteY25-298" fmla="*/ 1799347 h 2633810"/>
                <a:gd name="connsiteX26-299" fmla="*/ 1008030 w 3217557"/>
                <a:gd name="connsiteY26-300" fmla="*/ 1799347 h 2633810"/>
                <a:gd name="connsiteX27-301" fmla="*/ 677114 w 3217557"/>
                <a:gd name="connsiteY27-302" fmla="*/ 1468431 h 2633810"/>
                <a:gd name="connsiteX28-303" fmla="*/ 677114 w 3217557"/>
                <a:gd name="connsiteY28-304" fmla="*/ 569491 h 2633810"/>
                <a:gd name="connsiteX29-305" fmla="*/ 2886641 w 3217557"/>
                <a:gd name="connsiteY29-306" fmla="*/ 0 h 2633810"/>
                <a:gd name="connsiteX30-307" fmla="*/ 1100201 w 3217557"/>
                <a:gd name="connsiteY30-308" fmla="*/ 0 h 2633810"/>
                <a:gd name="connsiteX31-309" fmla="*/ 769285 w 3217557"/>
                <a:gd name="connsiteY31-310" fmla="*/ 330916 h 2633810"/>
                <a:gd name="connsiteX32-311" fmla="*/ 769285 w 3217557"/>
                <a:gd name="connsiteY32-312" fmla="*/ 1382518 h 2633810"/>
                <a:gd name="connsiteX33-313" fmla="*/ 1100201 w 3217557"/>
                <a:gd name="connsiteY33-314" fmla="*/ 1713434 h 2633810"/>
                <a:gd name="connsiteX34-315" fmla="*/ 1923028 w 3217557"/>
                <a:gd name="connsiteY34-316" fmla="*/ 1713434 h 2633810"/>
                <a:gd name="connsiteX35-317" fmla="*/ 3078958 w 3217557"/>
                <a:gd name="connsiteY35-318" fmla="*/ 2077967 h 2633810"/>
                <a:gd name="connsiteX36-319" fmla="*/ 2505887 w 3217557"/>
                <a:gd name="connsiteY36-320" fmla="*/ 1713434 h 2633810"/>
                <a:gd name="connsiteX37-321" fmla="*/ 2886641 w 3217557"/>
                <a:gd name="connsiteY37-322" fmla="*/ 1713434 h 2633810"/>
                <a:gd name="connsiteX38-323" fmla="*/ 3217557 w 3217557"/>
                <a:gd name="connsiteY38-324" fmla="*/ 1382518 h 2633810"/>
                <a:gd name="connsiteX39-325" fmla="*/ 3217557 w 3217557"/>
                <a:gd name="connsiteY39-326" fmla="*/ 330916 h 2633810"/>
                <a:gd name="connsiteX40-327" fmla="*/ 2886641 w 3217557"/>
                <a:gd name="connsiteY40-328" fmla="*/ 0 h 2633810"/>
                <a:gd name="connsiteX0-329" fmla="*/ 1384251 w 3217557"/>
                <a:gd name="connsiteY0-330" fmla="*/ 661544 h 2654282"/>
                <a:gd name="connsiteX1-331" fmla="*/ 1574067 w 3217557"/>
                <a:gd name="connsiteY1-332" fmla="*/ 851360 h 2654282"/>
                <a:gd name="connsiteX2-333" fmla="*/ 1384251 w 3217557"/>
                <a:gd name="connsiteY2-334" fmla="*/ 1041176 h 2654282"/>
                <a:gd name="connsiteX3-335" fmla="*/ 1194435 w 3217557"/>
                <a:gd name="connsiteY3-336" fmla="*/ 851360 h 2654282"/>
                <a:gd name="connsiteX4-337" fmla="*/ 1384251 w 3217557"/>
                <a:gd name="connsiteY4-338" fmla="*/ 661544 h 2654282"/>
                <a:gd name="connsiteX5-339" fmla="*/ 1993421 w 3217557"/>
                <a:gd name="connsiteY5-340" fmla="*/ 661544 h 2654282"/>
                <a:gd name="connsiteX6-341" fmla="*/ 2183237 w 3217557"/>
                <a:gd name="connsiteY6-342" fmla="*/ 851360 h 2654282"/>
                <a:gd name="connsiteX7-343" fmla="*/ 1993421 w 3217557"/>
                <a:gd name="connsiteY7-344" fmla="*/ 1041176 h 2654282"/>
                <a:gd name="connsiteX8-345" fmla="*/ 1803605 w 3217557"/>
                <a:gd name="connsiteY8-346" fmla="*/ 851360 h 2654282"/>
                <a:gd name="connsiteX9-347" fmla="*/ 1993421 w 3217557"/>
                <a:gd name="connsiteY9-348" fmla="*/ 661544 h 2654282"/>
                <a:gd name="connsiteX10-349" fmla="*/ 2602591 w 3217557"/>
                <a:gd name="connsiteY10-350" fmla="*/ 661544 h 2654282"/>
                <a:gd name="connsiteX11-351" fmla="*/ 2792407 w 3217557"/>
                <a:gd name="connsiteY11-352" fmla="*/ 851360 h 2654282"/>
                <a:gd name="connsiteX12-353" fmla="*/ 2602591 w 3217557"/>
                <a:gd name="connsiteY12-354" fmla="*/ 1041176 h 2654282"/>
                <a:gd name="connsiteX13-355" fmla="*/ 2412775 w 3217557"/>
                <a:gd name="connsiteY13-356" fmla="*/ 851360 h 2654282"/>
                <a:gd name="connsiteX14-357" fmla="*/ 2602591 w 3217557"/>
                <a:gd name="connsiteY14-358" fmla="*/ 661544 h 2654282"/>
                <a:gd name="connsiteX15-359" fmla="*/ 677114 w 3217557"/>
                <a:gd name="connsiteY15-360" fmla="*/ 569491 h 2654282"/>
                <a:gd name="connsiteX16-361" fmla="*/ 330916 w 3217557"/>
                <a:gd name="connsiteY16-362" fmla="*/ 569491 h 2654282"/>
                <a:gd name="connsiteX17-363" fmla="*/ 0 w 3217557"/>
                <a:gd name="connsiteY17-364" fmla="*/ 900407 h 2654282"/>
                <a:gd name="connsiteX18-365" fmla="*/ 0 w 3217557"/>
                <a:gd name="connsiteY18-366" fmla="*/ 1952009 h 2654282"/>
                <a:gd name="connsiteX19-367" fmla="*/ 330916 w 3217557"/>
                <a:gd name="connsiteY19-368" fmla="*/ 2282925 h 2654282"/>
                <a:gd name="connsiteX20-369" fmla="*/ 711670 w 3217557"/>
                <a:gd name="connsiteY20-370" fmla="*/ 2282925 h 2654282"/>
                <a:gd name="connsiteX21-371" fmla="*/ 275077 w 3217557"/>
                <a:gd name="connsiteY21-372" fmla="*/ 2654282 h 2654282"/>
                <a:gd name="connsiteX22-373" fmla="*/ 1294529 w 3217557"/>
                <a:gd name="connsiteY22-374" fmla="*/ 2282925 h 2654282"/>
                <a:gd name="connsiteX23-375" fmla="*/ 2117356 w 3217557"/>
                <a:gd name="connsiteY23-376" fmla="*/ 2282925 h 2654282"/>
                <a:gd name="connsiteX24-377" fmla="*/ 2418395 w 3217557"/>
                <a:gd name="connsiteY24-378" fmla="*/ 2087951 h 2654282"/>
                <a:gd name="connsiteX25-379" fmla="*/ 1830857 w 3217557"/>
                <a:gd name="connsiteY25-380" fmla="*/ 1799347 h 2654282"/>
                <a:gd name="connsiteX26-381" fmla="*/ 1008030 w 3217557"/>
                <a:gd name="connsiteY26-382" fmla="*/ 1799347 h 2654282"/>
                <a:gd name="connsiteX27-383" fmla="*/ 677114 w 3217557"/>
                <a:gd name="connsiteY27-384" fmla="*/ 1468431 h 2654282"/>
                <a:gd name="connsiteX28-385" fmla="*/ 677114 w 3217557"/>
                <a:gd name="connsiteY28-386" fmla="*/ 569491 h 2654282"/>
                <a:gd name="connsiteX29-387" fmla="*/ 2886641 w 3217557"/>
                <a:gd name="connsiteY29-388" fmla="*/ 0 h 2654282"/>
                <a:gd name="connsiteX30-389" fmla="*/ 1100201 w 3217557"/>
                <a:gd name="connsiteY30-390" fmla="*/ 0 h 2654282"/>
                <a:gd name="connsiteX31-391" fmla="*/ 769285 w 3217557"/>
                <a:gd name="connsiteY31-392" fmla="*/ 330916 h 2654282"/>
                <a:gd name="connsiteX32-393" fmla="*/ 769285 w 3217557"/>
                <a:gd name="connsiteY32-394" fmla="*/ 1382518 h 2654282"/>
                <a:gd name="connsiteX33-395" fmla="*/ 1100201 w 3217557"/>
                <a:gd name="connsiteY33-396" fmla="*/ 1713434 h 2654282"/>
                <a:gd name="connsiteX34-397" fmla="*/ 1923028 w 3217557"/>
                <a:gd name="connsiteY34-398" fmla="*/ 1713434 h 2654282"/>
                <a:gd name="connsiteX35-399" fmla="*/ 3078958 w 3217557"/>
                <a:gd name="connsiteY35-400" fmla="*/ 2077967 h 2654282"/>
                <a:gd name="connsiteX36-401" fmla="*/ 2505887 w 3217557"/>
                <a:gd name="connsiteY36-402" fmla="*/ 1713434 h 2654282"/>
                <a:gd name="connsiteX37-403" fmla="*/ 2886641 w 3217557"/>
                <a:gd name="connsiteY37-404" fmla="*/ 1713434 h 2654282"/>
                <a:gd name="connsiteX38-405" fmla="*/ 3217557 w 3217557"/>
                <a:gd name="connsiteY38-406" fmla="*/ 1382518 h 2654282"/>
                <a:gd name="connsiteX39-407" fmla="*/ 3217557 w 3217557"/>
                <a:gd name="connsiteY39-408" fmla="*/ 330916 h 2654282"/>
                <a:gd name="connsiteX40-409" fmla="*/ 2886641 w 3217557"/>
                <a:gd name="connsiteY40-410" fmla="*/ 0 h 2654282"/>
                <a:gd name="connsiteX0-411" fmla="*/ 1384251 w 3217557"/>
                <a:gd name="connsiteY0-412" fmla="*/ 661544 h 2654282"/>
                <a:gd name="connsiteX1-413" fmla="*/ 1574067 w 3217557"/>
                <a:gd name="connsiteY1-414" fmla="*/ 851360 h 2654282"/>
                <a:gd name="connsiteX2-415" fmla="*/ 1384251 w 3217557"/>
                <a:gd name="connsiteY2-416" fmla="*/ 1041176 h 2654282"/>
                <a:gd name="connsiteX3-417" fmla="*/ 1194435 w 3217557"/>
                <a:gd name="connsiteY3-418" fmla="*/ 851360 h 2654282"/>
                <a:gd name="connsiteX4-419" fmla="*/ 1384251 w 3217557"/>
                <a:gd name="connsiteY4-420" fmla="*/ 661544 h 2654282"/>
                <a:gd name="connsiteX5-421" fmla="*/ 1993421 w 3217557"/>
                <a:gd name="connsiteY5-422" fmla="*/ 661544 h 2654282"/>
                <a:gd name="connsiteX6-423" fmla="*/ 2183237 w 3217557"/>
                <a:gd name="connsiteY6-424" fmla="*/ 851360 h 2654282"/>
                <a:gd name="connsiteX7-425" fmla="*/ 1993421 w 3217557"/>
                <a:gd name="connsiteY7-426" fmla="*/ 1041176 h 2654282"/>
                <a:gd name="connsiteX8-427" fmla="*/ 1803605 w 3217557"/>
                <a:gd name="connsiteY8-428" fmla="*/ 851360 h 2654282"/>
                <a:gd name="connsiteX9-429" fmla="*/ 1993421 w 3217557"/>
                <a:gd name="connsiteY9-430" fmla="*/ 661544 h 2654282"/>
                <a:gd name="connsiteX10-431" fmla="*/ 2602591 w 3217557"/>
                <a:gd name="connsiteY10-432" fmla="*/ 661544 h 2654282"/>
                <a:gd name="connsiteX11-433" fmla="*/ 2792407 w 3217557"/>
                <a:gd name="connsiteY11-434" fmla="*/ 851360 h 2654282"/>
                <a:gd name="connsiteX12-435" fmla="*/ 2602591 w 3217557"/>
                <a:gd name="connsiteY12-436" fmla="*/ 1041176 h 2654282"/>
                <a:gd name="connsiteX13-437" fmla="*/ 2412775 w 3217557"/>
                <a:gd name="connsiteY13-438" fmla="*/ 851360 h 2654282"/>
                <a:gd name="connsiteX14-439" fmla="*/ 2602591 w 3217557"/>
                <a:gd name="connsiteY14-440" fmla="*/ 661544 h 2654282"/>
                <a:gd name="connsiteX15-441" fmla="*/ 677114 w 3217557"/>
                <a:gd name="connsiteY15-442" fmla="*/ 569491 h 2654282"/>
                <a:gd name="connsiteX16-443" fmla="*/ 330916 w 3217557"/>
                <a:gd name="connsiteY16-444" fmla="*/ 569491 h 2654282"/>
                <a:gd name="connsiteX17-445" fmla="*/ 0 w 3217557"/>
                <a:gd name="connsiteY17-446" fmla="*/ 900407 h 2654282"/>
                <a:gd name="connsiteX18-447" fmla="*/ 0 w 3217557"/>
                <a:gd name="connsiteY18-448" fmla="*/ 1952009 h 2654282"/>
                <a:gd name="connsiteX19-449" fmla="*/ 330916 w 3217557"/>
                <a:gd name="connsiteY19-450" fmla="*/ 2282925 h 2654282"/>
                <a:gd name="connsiteX20-451" fmla="*/ 711670 w 3217557"/>
                <a:gd name="connsiteY20-452" fmla="*/ 2282925 h 2654282"/>
                <a:gd name="connsiteX21-453" fmla="*/ 275077 w 3217557"/>
                <a:gd name="connsiteY21-454" fmla="*/ 2654282 h 2654282"/>
                <a:gd name="connsiteX22-455" fmla="*/ 1294529 w 3217557"/>
                <a:gd name="connsiteY22-456" fmla="*/ 2282925 h 2654282"/>
                <a:gd name="connsiteX23-457" fmla="*/ 2117356 w 3217557"/>
                <a:gd name="connsiteY23-458" fmla="*/ 2282925 h 2654282"/>
                <a:gd name="connsiteX24-459" fmla="*/ 2418395 w 3217557"/>
                <a:gd name="connsiteY24-460" fmla="*/ 2087951 h 2654282"/>
                <a:gd name="connsiteX25-461" fmla="*/ 1830857 w 3217557"/>
                <a:gd name="connsiteY25-462" fmla="*/ 1799347 h 2654282"/>
                <a:gd name="connsiteX26-463" fmla="*/ 1008030 w 3217557"/>
                <a:gd name="connsiteY26-464" fmla="*/ 1799347 h 2654282"/>
                <a:gd name="connsiteX27-465" fmla="*/ 677114 w 3217557"/>
                <a:gd name="connsiteY27-466" fmla="*/ 1468431 h 2654282"/>
                <a:gd name="connsiteX28-467" fmla="*/ 677114 w 3217557"/>
                <a:gd name="connsiteY28-468" fmla="*/ 569491 h 2654282"/>
                <a:gd name="connsiteX29-469" fmla="*/ 2886641 w 3217557"/>
                <a:gd name="connsiteY29-470" fmla="*/ 0 h 2654282"/>
                <a:gd name="connsiteX30-471" fmla="*/ 1100201 w 3217557"/>
                <a:gd name="connsiteY30-472" fmla="*/ 0 h 2654282"/>
                <a:gd name="connsiteX31-473" fmla="*/ 769285 w 3217557"/>
                <a:gd name="connsiteY31-474" fmla="*/ 330916 h 2654282"/>
                <a:gd name="connsiteX32-475" fmla="*/ 769285 w 3217557"/>
                <a:gd name="connsiteY32-476" fmla="*/ 1382518 h 2654282"/>
                <a:gd name="connsiteX33-477" fmla="*/ 1100201 w 3217557"/>
                <a:gd name="connsiteY33-478" fmla="*/ 1713434 h 2654282"/>
                <a:gd name="connsiteX34-479" fmla="*/ 1923028 w 3217557"/>
                <a:gd name="connsiteY34-480" fmla="*/ 1713434 h 2654282"/>
                <a:gd name="connsiteX35-481" fmla="*/ 3078958 w 3217557"/>
                <a:gd name="connsiteY35-482" fmla="*/ 2077967 h 2654282"/>
                <a:gd name="connsiteX36-483" fmla="*/ 2505887 w 3217557"/>
                <a:gd name="connsiteY36-484" fmla="*/ 1713434 h 2654282"/>
                <a:gd name="connsiteX37-485" fmla="*/ 2886641 w 3217557"/>
                <a:gd name="connsiteY37-486" fmla="*/ 1713434 h 2654282"/>
                <a:gd name="connsiteX38-487" fmla="*/ 3217557 w 3217557"/>
                <a:gd name="connsiteY38-488" fmla="*/ 1382518 h 2654282"/>
                <a:gd name="connsiteX39-489" fmla="*/ 3217557 w 3217557"/>
                <a:gd name="connsiteY39-490" fmla="*/ 330916 h 2654282"/>
                <a:gd name="connsiteX40-491" fmla="*/ 2886641 w 3217557"/>
                <a:gd name="connsiteY40-492" fmla="*/ 0 h 2654282"/>
                <a:gd name="connsiteX0-493" fmla="*/ 1384251 w 3217557"/>
                <a:gd name="connsiteY0-494" fmla="*/ 661544 h 2654282"/>
                <a:gd name="connsiteX1-495" fmla="*/ 1574067 w 3217557"/>
                <a:gd name="connsiteY1-496" fmla="*/ 851360 h 2654282"/>
                <a:gd name="connsiteX2-497" fmla="*/ 1384251 w 3217557"/>
                <a:gd name="connsiteY2-498" fmla="*/ 1041176 h 2654282"/>
                <a:gd name="connsiteX3-499" fmla="*/ 1194435 w 3217557"/>
                <a:gd name="connsiteY3-500" fmla="*/ 851360 h 2654282"/>
                <a:gd name="connsiteX4-501" fmla="*/ 1384251 w 3217557"/>
                <a:gd name="connsiteY4-502" fmla="*/ 661544 h 2654282"/>
                <a:gd name="connsiteX5-503" fmla="*/ 1993421 w 3217557"/>
                <a:gd name="connsiteY5-504" fmla="*/ 661544 h 2654282"/>
                <a:gd name="connsiteX6-505" fmla="*/ 2183237 w 3217557"/>
                <a:gd name="connsiteY6-506" fmla="*/ 851360 h 2654282"/>
                <a:gd name="connsiteX7-507" fmla="*/ 1993421 w 3217557"/>
                <a:gd name="connsiteY7-508" fmla="*/ 1041176 h 2654282"/>
                <a:gd name="connsiteX8-509" fmla="*/ 1803605 w 3217557"/>
                <a:gd name="connsiteY8-510" fmla="*/ 851360 h 2654282"/>
                <a:gd name="connsiteX9-511" fmla="*/ 1993421 w 3217557"/>
                <a:gd name="connsiteY9-512" fmla="*/ 661544 h 2654282"/>
                <a:gd name="connsiteX10-513" fmla="*/ 2602591 w 3217557"/>
                <a:gd name="connsiteY10-514" fmla="*/ 661544 h 2654282"/>
                <a:gd name="connsiteX11-515" fmla="*/ 2792407 w 3217557"/>
                <a:gd name="connsiteY11-516" fmla="*/ 851360 h 2654282"/>
                <a:gd name="connsiteX12-517" fmla="*/ 2602591 w 3217557"/>
                <a:gd name="connsiteY12-518" fmla="*/ 1041176 h 2654282"/>
                <a:gd name="connsiteX13-519" fmla="*/ 2412775 w 3217557"/>
                <a:gd name="connsiteY13-520" fmla="*/ 851360 h 2654282"/>
                <a:gd name="connsiteX14-521" fmla="*/ 2602591 w 3217557"/>
                <a:gd name="connsiteY14-522" fmla="*/ 661544 h 2654282"/>
                <a:gd name="connsiteX15-523" fmla="*/ 677114 w 3217557"/>
                <a:gd name="connsiteY15-524" fmla="*/ 569491 h 2654282"/>
                <a:gd name="connsiteX16-525" fmla="*/ 330916 w 3217557"/>
                <a:gd name="connsiteY16-526" fmla="*/ 569491 h 2654282"/>
                <a:gd name="connsiteX17-527" fmla="*/ 0 w 3217557"/>
                <a:gd name="connsiteY17-528" fmla="*/ 900407 h 2654282"/>
                <a:gd name="connsiteX18-529" fmla="*/ 0 w 3217557"/>
                <a:gd name="connsiteY18-530" fmla="*/ 1952009 h 2654282"/>
                <a:gd name="connsiteX19-531" fmla="*/ 330916 w 3217557"/>
                <a:gd name="connsiteY19-532" fmla="*/ 2282925 h 2654282"/>
                <a:gd name="connsiteX20-533" fmla="*/ 711670 w 3217557"/>
                <a:gd name="connsiteY20-534" fmla="*/ 2282925 h 2654282"/>
                <a:gd name="connsiteX21-535" fmla="*/ 275077 w 3217557"/>
                <a:gd name="connsiteY21-536" fmla="*/ 2654282 h 2654282"/>
                <a:gd name="connsiteX22-537" fmla="*/ 1294529 w 3217557"/>
                <a:gd name="connsiteY22-538" fmla="*/ 2282925 h 2654282"/>
                <a:gd name="connsiteX23-539" fmla="*/ 2117356 w 3217557"/>
                <a:gd name="connsiteY23-540" fmla="*/ 2282925 h 2654282"/>
                <a:gd name="connsiteX24-541" fmla="*/ 2418395 w 3217557"/>
                <a:gd name="connsiteY24-542" fmla="*/ 2087951 h 2654282"/>
                <a:gd name="connsiteX25-543" fmla="*/ 1830857 w 3217557"/>
                <a:gd name="connsiteY25-544" fmla="*/ 1799347 h 2654282"/>
                <a:gd name="connsiteX26-545" fmla="*/ 1008030 w 3217557"/>
                <a:gd name="connsiteY26-546" fmla="*/ 1799347 h 2654282"/>
                <a:gd name="connsiteX27-547" fmla="*/ 677114 w 3217557"/>
                <a:gd name="connsiteY27-548" fmla="*/ 1468431 h 2654282"/>
                <a:gd name="connsiteX28-549" fmla="*/ 677114 w 3217557"/>
                <a:gd name="connsiteY28-550" fmla="*/ 569491 h 2654282"/>
                <a:gd name="connsiteX29-551" fmla="*/ 2886641 w 3217557"/>
                <a:gd name="connsiteY29-552" fmla="*/ 0 h 2654282"/>
                <a:gd name="connsiteX30-553" fmla="*/ 1100201 w 3217557"/>
                <a:gd name="connsiteY30-554" fmla="*/ 0 h 2654282"/>
                <a:gd name="connsiteX31-555" fmla="*/ 769285 w 3217557"/>
                <a:gd name="connsiteY31-556" fmla="*/ 330916 h 2654282"/>
                <a:gd name="connsiteX32-557" fmla="*/ 769285 w 3217557"/>
                <a:gd name="connsiteY32-558" fmla="*/ 1382518 h 2654282"/>
                <a:gd name="connsiteX33-559" fmla="*/ 1100201 w 3217557"/>
                <a:gd name="connsiteY33-560" fmla="*/ 1713434 h 2654282"/>
                <a:gd name="connsiteX34-561" fmla="*/ 1923028 w 3217557"/>
                <a:gd name="connsiteY34-562" fmla="*/ 1713434 h 2654282"/>
                <a:gd name="connsiteX35-563" fmla="*/ 3078958 w 3217557"/>
                <a:gd name="connsiteY35-564" fmla="*/ 2077967 h 2654282"/>
                <a:gd name="connsiteX36-565" fmla="*/ 2505887 w 3217557"/>
                <a:gd name="connsiteY36-566" fmla="*/ 1713434 h 2654282"/>
                <a:gd name="connsiteX37-567" fmla="*/ 2886641 w 3217557"/>
                <a:gd name="connsiteY37-568" fmla="*/ 1713434 h 2654282"/>
                <a:gd name="connsiteX38-569" fmla="*/ 3217557 w 3217557"/>
                <a:gd name="connsiteY38-570" fmla="*/ 1382518 h 2654282"/>
                <a:gd name="connsiteX39-571" fmla="*/ 3217557 w 3217557"/>
                <a:gd name="connsiteY39-572" fmla="*/ 330916 h 2654282"/>
                <a:gd name="connsiteX40-573" fmla="*/ 2886641 w 3217557"/>
                <a:gd name="connsiteY40-574" fmla="*/ 0 h 2654282"/>
                <a:gd name="connsiteX0-575" fmla="*/ 1384251 w 3217557"/>
                <a:gd name="connsiteY0-576" fmla="*/ 661544 h 2654282"/>
                <a:gd name="connsiteX1-577" fmla="*/ 1574067 w 3217557"/>
                <a:gd name="connsiteY1-578" fmla="*/ 851360 h 2654282"/>
                <a:gd name="connsiteX2-579" fmla="*/ 1384251 w 3217557"/>
                <a:gd name="connsiteY2-580" fmla="*/ 1041176 h 2654282"/>
                <a:gd name="connsiteX3-581" fmla="*/ 1194435 w 3217557"/>
                <a:gd name="connsiteY3-582" fmla="*/ 851360 h 2654282"/>
                <a:gd name="connsiteX4-583" fmla="*/ 1384251 w 3217557"/>
                <a:gd name="connsiteY4-584" fmla="*/ 661544 h 2654282"/>
                <a:gd name="connsiteX5-585" fmla="*/ 1993421 w 3217557"/>
                <a:gd name="connsiteY5-586" fmla="*/ 661544 h 2654282"/>
                <a:gd name="connsiteX6-587" fmla="*/ 2183237 w 3217557"/>
                <a:gd name="connsiteY6-588" fmla="*/ 851360 h 2654282"/>
                <a:gd name="connsiteX7-589" fmla="*/ 1993421 w 3217557"/>
                <a:gd name="connsiteY7-590" fmla="*/ 1041176 h 2654282"/>
                <a:gd name="connsiteX8-591" fmla="*/ 1803605 w 3217557"/>
                <a:gd name="connsiteY8-592" fmla="*/ 851360 h 2654282"/>
                <a:gd name="connsiteX9-593" fmla="*/ 1993421 w 3217557"/>
                <a:gd name="connsiteY9-594" fmla="*/ 661544 h 2654282"/>
                <a:gd name="connsiteX10-595" fmla="*/ 2602591 w 3217557"/>
                <a:gd name="connsiteY10-596" fmla="*/ 661544 h 2654282"/>
                <a:gd name="connsiteX11-597" fmla="*/ 2792407 w 3217557"/>
                <a:gd name="connsiteY11-598" fmla="*/ 851360 h 2654282"/>
                <a:gd name="connsiteX12-599" fmla="*/ 2602591 w 3217557"/>
                <a:gd name="connsiteY12-600" fmla="*/ 1041176 h 2654282"/>
                <a:gd name="connsiteX13-601" fmla="*/ 2412775 w 3217557"/>
                <a:gd name="connsiteY13-602" fmla="*/ 851360 h 2654282"/>
                <a:gd name="connsiteX14-603" fmla="*/ 2602591 w 3217557"/>
                <a:gd name="connsiteY14-604" fmla="*/ 661544 h 2654282"/>
                <a:gd name="connsiteX15-605" fmla="*/ 677114 w 3217557"/>
                <a:gd name="connsiteY15-606" fmla="*/ 569491 h 2654282"/>
                <a:gd name="connsiteX16-607" fmla="*/ 330916 w 3217557"/>
                <a:gd name="connsiteY16-608" fmla="*/ 569491 h 2654282"/>
                <a:gd name="connsiteX17-609" fmla="*/ 0 w 3217557"/>
                <a:gd name="connsiteY17-610" fmla="*/ 900407 h 2654282"/>
                <a:gd name="connsiteX18-611" fmla="*/ 0 w 3217557"/>
                <a:gd name="connsiteY18-612" fmla="*/ 1952009 h 2654282"/>
                <a:gd name="connsiteX19-613" fmla="*/ 330916 w 3217557"/>
                <a:gd name="connsiteY19-614" fmla="*/ 2282925 h 2654282"/>
                <a:gd name="connsiteX20-615" fmla="*/ 711670 w 3217557"/>
                <a:gd name="connsiteY20-616" fmla="*/ 2282925 h 2654282"/>
                <a:gd name="connsiteX21-617" fmla="*/ 275077 w 3217557"/>
                <a:gd name="connsiteY21-618" fmla="*/ 2654282 h 2654282"/>
                <a:gd name="connsiteX22-619" fmla="*/ 1294529 w 3217557"/>
                <a:gd name="connsiteY22-620" fmla="*/ 2282925 h 2654282"/>
                <a:gd name="connsiteX23-621" fmla="*/ 2117356 w 3217557"/>
                <a:gd name="connsiteY23-622" fmla="*/ 2282925 h 2654282"/>
                <a:gd name="connsiteX24-623" fmla="*/ 2418395 w 3217557"/>
                <a:gd name="connsiteY24-624" fmla="*/ 2087951 h 2654282"/>
                <a:gd name="connsiteX25-625" fmla="*/ 1830857 w 3217557"/>
                <a:gd name="connsiteY25-626" fmla="*/ 1799347 h 2654282"/>
                <a:gd name="connsiteX26-627" fmla="*/ 1008030 w 3217557"/>
                <a:gd name="connsiteY26-628" fmla="*/ 1799347 h 2654282"/>
                <a:gd name="connsiteX27-629" fmla="*/ 677114 w 3217557"/>
                <a:gd name="connsiteY27-630" fmla="*/ 1468431 h 2654282"/>
                <a:gd name="connsiteX28-631" fmla="*/ 677114 w 3217557"/>
                <a:gd name="connsiteY28-632" fmla="*/ 569491 h 2654282"/>
                <a:gd name="connsiteX29-633" fmla="*/ 2886641 w 3217557"/>
                <a:gd name="connsiteY29-634" fmla="*/ 0 h 2654282"/>
                <a:gd name="connsiteX30-635" fmla="*/ 1100201 w 3217557"/>
                <a:gd name="connsiteY30-636" fmla="*/ 0 h 2654282"/>
                <a:gd name="connsiteX31-637" fmla="*/ 769285 w 3217557"/>
                <a:gd name="connsiteY31-638" fmla="*/ 330916 h 2654282"/>
                <a:gd name="connsiteX32-639" fmla="*/ 769285 w 3217557"/>
                <a:gd name="connsiteY32-640" fmla="*/ 1382518 h 2654282"/>
                <a:gd name="connsiteX33-641" fmla="*/ 1100201 w 3217557"/>
                <a:gd name="connsiteY33-642" fmla="*/ 1713434 h 2654282"/>
                <a:gd name="connsiteX34-643" fmla="*/ 1923028 w 3217557"/>
                <a:gd name="connsiteY34-644" fmla="*/ 1713434 h 2654282"/>
                <a:gd name="connsiteX35-645" fmla="*/ 3078958 w 3217557"/>
                <a:gd name="connsiteY35-646" fmla="*/ 2077967 h 2654282"/>
                <a:gd name="connsiteX36-647" fmla="*/ 2505887 w 3217557"/>
                <a:gd name="connsiteY36-648" fmla="*/ 1713434 h 2654282"/>
                <a:gd name="connsiteX37-649" fmla="*/ 2886641 w 3217557"/>
                <a:gd name="connsiteY37-650" fmla="*/ 1713434 h 2654282"/>
                <a:gd name="connsiteX38-651" fmla="*/ 3217557 w 3217557"/>
                <a:gd name="connsiteY38-652" fmla="*/ 1382518 h 2654282"/>
                <a:gd name="connsiteX39-653" fmla="*/ 3217557 w 3217557"/>
                <a:gd name="connsiteY39-654" fmla="*/ 330916 h 2654282"/>
                <a:gd name="connsiteX40-655" fmla="*/ 2886641 w 3217557"/>
                <a:gd name="connsiteY40-656" fmla="*/ 0 h 2654282"/>
                <a:gd name="connsiteX0-657" fmla="*/ 1384251 w 3217557"/>
                <a:gd name="connsiteY0-658" fmla="*/ 661544 h 2654282"/>
                <a:gd name="connsiteX1-659" fmla="*/ 1574067 w 3217557"/>
                <a:gd name="connsiteY1-660" fmla="*/ 851360 h 2654282"/>
                <a:gd name="connsiteX2-661" fmla="*/ 1384251 w 3217557"/>
                <a:gd name="connsiteY2-662" fmla="*/ 1041176 h 2654282"/>
                <a:gd name="connsiteX3-663" fmla="*/ 1194435 w 3217557"/>
                <a:gd name="connsiteY3-664" fmla="*/ 851360 h 2654282"/>
                <a:gd name="connsiteX4-665" fmla="*/ 1384251 w 3217557"/>
                <a:gd name="connsiteY4-666" fmla="*/ 661544 h 2654282"/>
                <a:gd name="connsiteX5-667" fmla="*/ 1993421 w 3217557"/>
                <a:gd name="connsiteY5-668" fmla="*/ 661544 h 2654282"/>
                <a:gd name="connsiteX6-669" fmla="*/ 2183237 w 3217557"/>
                <a:gd name="connsiteY6-670" fmla="*/ 851360 h 2654282"/>
                <a:gd name="connsiteX7-671" fmla="*/ 1993421 w 3217557"/>
                <a:gd name="connsiteY7-672" fmla="*/ 1041176 h 2654282"/>
                <a:gd name="connsiteX8-673" fmla="*/ 1803605 w 3217557"/>
                <a:gd name="connsiteY8-674" fmla="*/ 851360 h 2654282"/>
                <a:gd name="connsiteX9-675" fmla="*/ 1993421 w 3217557"/>
                <a:gd name="connsiteY9-676" fmla="*/ 661544 h 2654282"/>
                <a:gd name="connsiteX10-677" fmla="*/ 2602591 w 3217557"/>
                <a:gd name="connsiteY10-678" fmla="*/ 661544 h 2654282"/>
                <a:gd name="connsiteX11-679" fmla="*/ 2792407 w 3217557"/>
                <a:gd name="connsiteY11-680" fmla="*/ 851360 h 2654282"/>
                <a:gd name="connsiteX12-681" fmla="*/ 2602591 w 3217557"/>
                <a:gd name="connsiteY12-682" fmla="*/ 1041176 h 2654282"/>
                <a:gd name="connsiteX13-683" fmla="*/ 2412775 w 3217557"/>
                <a:gd name="connsiteY13-684" fmla="*/ 851360 h 2654282"/>
                <a:gd name="connsiteX14-685" fmla="*/ 2602591 w 3217557"/>
                <a:gd name="connsiteY14-686" fmla="*/ 661544 h 2654282"/>
                <a:gd name="connsiteX15-687" fmla="*/ 677114 w 3217557"/>
                <a:gd name="connsiteY15-688" fmla="*/ 569491 h 2654282"/>
                <a:gd name="connsiteX16-689" fmla="*/ 330916 w 3217557"/>
                <a:gd name="connsiteY16-690" fmla="*/ 569491 h 2654282"/>
                <a:gd name="connsiteX17-691" fmla="*/ 0 w 3217557"/>
                <a:gd name="connsiteY17-692" fmla="*/ 900407 h 2654282"/>
                <a:gd name="connsiteX18-693" fmla="*/ 0 w 3217557"/>
                <a:gd name="connsiteY18-694" fmla="*/ 1952009 h 2654282"/>
                <a:gd name="connsiteX19-695" fmla="*/ 330916 w 3217557"/>
                <a:gd name="connsiteY19-696" fmla="*/ 2282925 h 2654282"/>
                <a:gd name="connsiteX20-697" fmla="*/ 711670 w 3217557"/>
                <a:gd name="connsiteY20-698" fmla="*/ 2282925 h 2654282"/>
                <a:gd name="connsiteX21-699" fmla="*/ 275077 w 3217557"/>
                <a:gd name="connsiteY21-700" fmla="*/ 2654282 h 2654282"/>
                <a:gd name="connsiteX22-701" fmla="*/ 1294529 w 3217557"/>
                <a:gd name="connsiteY22-702" fmla="*/ 2282925 h 2654282"/>
                <a:gd name="connsiteX23-703" fmla="*/ 2117356 w 3217557"/>
                <a:gd name="connsiteY23-704" fmla="*/ 2282925 h 2654282"/>
                <a:gd name="connsiteX24-705" fmla="*/ 2418395 w 3217557"/>
                <a:gd name="connsiteY24-706" fmla="*/ 2087951 h 2654282"/>
                <a:gd name="connsiteX25-707" fmla="*/ 1830857 w 3217557"/>
                <a:gd name="connsiteY25-708" fmla="*/ 1799347 h 2654282"/>
                <a:gd name="connsiteX26-709" fmla="*/ 1008030 w 3217557"/>
                <a:gd name="connsiteY26-710" fmla="*/ 1799347 h 2654282"/>
                <a:gd name="connsiteX27-711" fmla="*/ 677114 w 3217557"/>
                <a:gd name="connsiteY27-712" fmla="*/ 1468431 h 2654282"/>
                <a:gd name="connsiteX28-713" fmla="*/ 677114 w 3217557"/>
                <a:gd name="connsiteY28-714" fmla="*/ 569491 h 2654282"/>
                <a:gd name="connsiteX29-715" fmla="*/ 2886641 w 3217557"/>
                <a:gd name="connsiteY29-716" fmla="*/ 0 h 2654282"/>
                <a:gd name="connsiteX30-717" fmla="*/ 1100201 w 3217557"/>
                <a:gd name="connsiteY30-718" fmla="*/ 0 h 2654282"/>
                <a:gd name="connsiteX31-719" fmla="*/ 769285 w 3217557"/>
                <a:gd name="connsiteY31-720" fmla="*/ 330916 h 2654282"/>
                <a:gd name="connsiteX32-721" fmla="*/ 769285 w 3217557"/>
                <a:gd name="connsiteY32-722" fmla="*/ 1382518 h 2654282"/>
                <a:gd name="connsiteX33-723" fmla="*/ 1100201 w 3217557"/>
                <a:gd name="connsiteY33-724" fmla="*/ 1713434 h 2654282"/>
                <a:gd name="connsiteX34-725" fmla="*/ 1923028 w 3217557"/>
                <a:gd name="connsiteY34-726" fmla="*/ 1713434 h 2654282"/>
                <a:gd name="connsiteX35-727" fmla="*/ 3078958 w 3217557"/>
                <a:gd name="connsiteY35-728" fmla="*/ 2077967 h 2654282"/>
                <a:gd name="connsiteX36-729" fmla="*/ 2505887 w 3217557"/>
                <a:gd name="connsiteY36-730" fmla="*/ 1713434 h 2654282"/>
                <a:gd name="connsiteX37-731" fmla="*/ 2886641 w 3217557"/>
                <a:gd name="connsiteY37-732" fmla="*/ 1713434 h 2654282"/>
                <a:gd name="connsiteX38-733" fmla="*/ 3217557 w 3217557"/>
                <a:gd name="connsiteY38-734" fmla="*/ 1382518 h 2654282"/>
                <a:gd name="connsiteX39-735" fmla="*/ 3217557 w 3217557"/>
                <a:gd name="connsiteY39-736" fmla="*/ 330916 h 2654282"/>
                <a:gd name="connsiteX40-737" fmla="*/ 2886641 w 3217557"/>
                <a:gd name="connsiteY40-738" fmla="*/ 0 h 265428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</a:cxnLst>
              <a:rect l="l" t="t" r="r" b="b"/>
              <a:pathLst>
                <a:path w="3217557" h="2654282">
                  <a:moveTo>
                    <a:pt x="1384251" y="661544"/>
                  </a:moveTo>
                  <a:cubicBezTo>
                    <a:pt x="1489083" y="661544"/>
                    <a:pt x="1574067" y="746528"/>
                    <a:pt x="1574067" y="851360"/>
                  </a:cubicBezTo>
                  <a:cubicBezTo>
                    <a:pt x="1574067" y="956192"/>
                    <a:pt x="1489083" y="1041176"/>
                    <a:pt x="1384251" y="1041176"/>
                  </a:cubicBezTo>
                  <a:cubicBezTo>
                    <a:pt x="1279419" y="1041176"/>
                    <a:pt x="1194435" y="956192"/>
                    <a:pt x="1194435" y="851360"/>
                  </a:cubicBezTo>
                  <a:cubicBezTo>
                    <a:pt x="1194435" y="746528"/>
                    <a:pt x="1279419" y="661544"/>
                    <a:pt x="1384251" y="661544"/>
                  </a:cubicBezTo>
                  <a:close/>
                  <a:moveTo>
                    <a:pt x="1993421" y="661544"/>
                  </a:moveTo>
                  <a:cubicBezTo>
                    <a:pt x="2098253" y="661544"/>
                    <a:pt x="2183237" y="746528"/>
                    <a:pt x="2183237" y="851360"/>
                  </a:cubicBezTo>
                  <a:cubicBezTo>
                    <a:pt x="2183237" y="956192"/>
                    <a:pt x="2098253" y="1041176"/>
                    <a:pt x="1993421" y="1041176"/>
                  </a:cubicBezTo>
                  <a:cubicBezTo>
                    <a:pt x="1888589" y="1041176"/>
                    <a:pt x="1803605" y="956192"/>
                    <a:pt x="1803605" y="851360"/>
                  </a:cubicBezTo>
                  <a:cubicBezTo>
                    <a:pt x="1803605" y="746528"/>
                    <a:pt x="1888589" y="661544"/>
                    <a:pt x="1993421" y="661544"/>
                  </a:cubicBezTo>
                  <a:close/>
                  <a:moveTo>
                    <a:pt x="2602591" y="661544"/>
                  </a:moveTo>
                  <a:cubicBezTo>
                    <a:pt x="2707423" y="661544"/>
                    <a:pt x="2792407" y="746528"/>
                    <a:pt x="2792407" y="851360"/>
                  </a:cubicBezTo>
                  <a:cubicBezTo>
                    <a:pt x="2792407" y="956192"/>
                    <a:pt x="2707423" y="1041176"/>
                    <a:pt x="2602591" y="1041176"/>
                  </a:cubicBezTo>
                  <a:cubicBezTo>
                    <a:pt x="2497759" y="1041176"/>
                    <a:pt x="2412775" y="956192"/>
                    <a:pt x="2412775" y="851360"/>
                  </a:cubicBezTo>
                  <a:cubicBezTo>
                    <a:pt x="2412775" y="746528"/>
                    <a:pt x="2497759" y="661544"/>
                    <a:pt x="2602591" y="661544"/>
                  </a:cubicBezTo>
                  <a:close/>
                  <a:moveTo>
                    <a:pt x="677114" y="569491"/>
                  </a:moveTo>
                  <a:lnTo>
                    <a:pt x="330916" y="569491"/>
                  </a:lnTo>
                  <a:cubicBezTo>
                    <a:pt x="148156" y="569491"/>
                    <a:pt x="0" y="717647"/>
                    <a:pt x="0" y="900407"/>
                  </a:cubicBezTo>
                  <a:lnTo>
                    <a:pt x="0" y="1952009"/>
                  </a:lnTo>
                  <a:cubicBezTo>
                    <a:pt x="0" y="2134769"/>
                    <a:pt x="148156" y="2282925"/>
                    <a:pt x="330916" y="2282925"/>
                  </a:cubicBezTo>
                  <a:lnTo>
                    <a:pt x="711670" y="2282925"/>
                  </a:lnTo>
                  <a:cubicBezTo>
                    <a:pt x="639726" y="2394386"/>
                    <a:pt x="647101" y="2475544"/>
                    <a:pt x="275077" y="2654282"/>
                  </a:cubicBezTo>
                  <a:cubicBezTo>
                    <a:pt x="900998" y="2583693"/>
                    <a:pt x="998412" y="2552618"/>
                    <a:pt x="1294529" y="2282925"/>
                  </a:cubicBezTo>
                  <a:lnTo>
                    <a:pt x="2117356" y="2282925"/>
                  </a:lnTo>
                  <a:cubicBezTo>
                    <a:pt x="2251554" y="2282925"/>
                    <a:pt x="2367095" y="2203043"/>
                    <a:pt x="2418395" y="2087951"/>
                  </a:cubicBezTo>
                  <a:cubicBezTo>
                    <a:pt x="2205538" y="2022975"/>
                    <a:pt x="2032941" y="1932583"/>
                    <a:pt x="1830857" y="1799347"/>
                  </a:cubicBezTo>
                  <a:lnTo>
                    <a:pt x="1008030" y="1799347"/>
                  </a:lnTo>
                  <a:cubicBezTo>
                    <a:pt x="825270" y="1799347"/>
                    <a:pt x="677114" y="1651191"/>
                    <a:pt x="677114" y="1468431"/>
                  </a:cubicBezTo>
                  <a:lnTo>
                    <a:pt x="677114" y="569491"/>
                  </a:lnTo>
                  <a:close/>
                  <a:moveTo>
                    <a:pt x="2886641" y="0"/>
                  </a:moveTo>
                  <a:lnTo>
                    <a:pt x="1100201" y="0"/>
                  </a:lnTo>
                  <a:cubicBezTo>
                    <a:pt x="917441" y="0"/>
                    <a:pt x="769285" y="148156"/>
                    <a:pt x="769285" y="330916"/>
                  </a:cubicBezTo>
                  <a:lnTo>
                    <a:pt x="769285" y="1382518"/>
                  </a:lnTo>
                  <a:cubicBezTo>
                    <a:pt x="769285" y="1565278"/>
                    <a:pt x="917441" y="1713434"/>
                    <a:pt x="1100201" y="1713434"/>
                  </a:cubicBezTo>
                  <a:lnTo>
                    <a:pt x="1923028" y="1713434"/>
                  </a:lnTo>
                  <a:cubicBezTo>
                    <a:pt x="2301032" y="1962656"/>
                    <a:pt x="2453037" y="2007378"/>
                    <a:pt x="3078958" y="2077967"/>
                  </a:cubicBezTo>
                  <a:cubicBezTo>
                    <a:pt x="2713759" y="1878758"/>
                    <a:pt x="2673367" y="1899957"/>
                    <a:pt x="2505887" y="1713434"/>
                  </a:cubicBezTo>
                  <a:lnTo>
                    <a:pt x="2886641" y="1713434"/>
                  </a:lnTo>
                  <a:cubicBezTo>
                    <a:pt x="3069401" y="1713434"/>
                    <a:pt x="3217557" y="1565278"/>
                    <a:pt x="3217557" y="1382518"/>
                  </a:cubicBezTo>
                  <a:lnTo>
                    <a:pt x="3217557" y="330916"/>
                  </a:lnTo>
                  <a:cubicBezTo>
                    <a:pt x="3217557" y="148156"/>
                    <a:pt x="3069401" y="0"/>
                    <a:pt x="288664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sz="2700"/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5058410" y="2454275"/>
            <a:ext cx="3650615" cy="1127125"/>
            <a:chOff x="7966" y="3865"/>
            <a:chExt cx="5749" cy="1775"/>
          </a:xfrm>
        </p:grpSpPr>
        <p:sp>
          <p:nvSpPr>
            <p:cNvPr id="710" name="CustomShape 22"/>
            <p:cNvSpPr/>
            <p:nvPr/>
          </p:nvSpPr>
          <p:spPr>
            <a:xfrm>
              <a:off x="9967" y="4247"/>
              <a:ext cx="3749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Website &amp; Email Marketing</a:t>
              </a:r>
              <a:endParaRPr lang="en-ID" sz="1200" b="0" strike="noStrike" spc="-1">
                <a:latin typeface="Arial" panose="020B0604020202020204"/>
              </a:endParaRPr>
            </a:p>
          </p:txBody>
        </p:sp>
        <p:sp>
          <p:nvSpPr>
            <p:cNvPr id="746" name="CustomShape 58"/>
            <p:cNvSpPr/>
            <p:nvPr/>
          </p:nvSpPr>
          <p:spPr>
            <a:xfrm flipH="1">
              <a:off x="7966" y="3924"/>
              <a:ext cx="1866" cy="1716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747" name="CustomShape 59"/>
            <p:cNvSpPr/>
            <p:nvPr/>
          </p:nvSpPr>
          <p:spPr>
            <a:xfrm flipH="1">
              <a:off x="7966" y="3865"/>
              <a:ext cx="1866" cy="1716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65" name="Block Arc 14"/>
            <p:cNvSpPr/>
            <p:nvPr/>
          </p:nvSpPr>
          <p:spPr>
            <a:xfrm rot="16200000">
              <a:off x="8564" y="4025"/>
              <a:ext cx="820" cy="774"/>
            </a:xfrm>
            <a:custGeom>
              <a:avLst/>
              <a:gdLst/>
              <a:ahLst/>
              <a:cxnLst/>
              <a:rect l="l" t="t" r="r" b="b"/>
              <a:pathLst>
                <a:path w="3185463" h="3187558">
                  <a:moveTo>
                    <a:pt x="764000" y="2343999"/>
                  </a:moveTo>
                  <a:cubicBezTo>
                    <a:pt x="566798" y="2256389"/>
                    <a:pt x="385374" y="2134753"/>
                    <a:pt x="230072" y="1981662"/>
                  </a:cubicBezTo>
                  <a:cubicBezTo>
                    <a:pt x="297001" y="2223876"/>
                    <a:pt x="428049" y="2439341"/>
                    <a:pt x="603989" y="2608945"/>
                  </a:cubicBezTo>
                  <a:cubicBezTo>
                    <a:pt x="667739" y="2525681"/>
                    <a:pt x="720588" y="2436567"/>
                    <a:pt x="764000" y="2343999"/>
                  </a:cubicBezTo>
                  <a:close/>
                  <a:moveTo>
                    <a:pt x="783530" y="862903"/>
                  </a:moveTo>
                  <a:cubicBezTo>
                    <a:pt x="737619" y="760936"/>
                    <a:pt x="681240" y="662513"/>
                    <a:pt x="611676" y="571152"/>
                  </a:cubicBezTo>
                  <a:cubicBezTo>
                    <a:pt x="419218" y="754019"/>
                    <a:pt x="279227" y="991173"/>
                    <a:pt x="215545" y="1258034"/>
                  </a:cubicBezTo>
                  <a:cubicBezTo>
                    <a:pt x="378729" y="1090139"/>
                    <a:pt x="571934" y="956907"/>
                    <a:pt x="783530" y="862903"/>
                  </a:cubicBezTo>
                  <a:close/>
                  <a:moveTo>
                    <a:pt x="935657" y="1673146"/>
                  </a:moveTo>
                  <a:lnTo>
                    <a:pt x="227023" y="1673146"/>
                  </a:lnTo>
                  <a:cubicBezTo>
                    <a:pt x="393068" y="1882941"/>
                    <a:pt x="605618" y="2045968"/>
                    <a:pt x="844267" y="2153109"/>
                  </a:cubicBezTo>
                  <a:cubicBezTo>
                    <a:pt x="897907" y="1997390"/>
                    <a:pt x="928862" y="1835739"/>
                    <a:pt x="935657" y="1673146"/>
                  </a:cubicBezTo>
                  <a:close/>
                  <a:moveTo>
                    <a:pt x="935928" y="1493146"/>
                  </a:moveTo>
                  <a:cubicBezTo>
                    <a:pt x="928922" y="1345638"/>
                    <a:pt x="902278" y="1198995"/>
                    <a:pt x="856775" y="1056956"/>
                  </a:cubicBezTo>
                  <a:cubicBezTo>
                    <a:pt x="636768" y="1156959"/>
                    <a:pt x="439487" y="1304654"/>
                    <a:pt x="281464" y="1493146"/>
                  </a:cubicBezTo>
                  <a:close/>
                  <a:moveTo>
                    <a:pt x="1469785" y="2515107"/>
                  </a:moveTo>
                  <a:cubicBezTo>
                    <a:pt x="1283000" y="2508124"/>
                    <a:pt x="1100523" y="2472287"/>
                    <a:pt x="927628" y="2411229"/>
                  </a:cubicBezTo>
                  <a:cubicBezTo>
                    <a:pt x="876831" y="2520843"/>
                    <a:pt x="814172" y="2626182"/>
                    <a:pt x="738220" y="2724387"/>
                  </a:cubicBezTo>
                  <a:cubicBezTo>
                    <a:pt x="944637" y="2881665"/>
                    <a:pt x="1196120" y="2982471"/>
                    <a:pt x="1469785" y="3005418"/>
                  </a:cubicBezTo>
                  <a:close/>
                  <a:moveTo>
                    <a:pt x="1469785" y="1673146"/>
                  </a:moveTo>
                  <a:lnTo>
                    <a:pt x="1112275" y="1673146"/>
                  </a:lnTo>
                  <a:cubicBezTo>
                    <a:pt x="1105327" y="1858153"/>
                    <a:pt x="1070032" y="2042144"/>
                    <a:pt x="1008001" y="2219039"/>
                  </a:cubicBezTo>
                  <a:cubicBezTo>
                    <a:pt x="1155519" y="2270408"/>
                    <a:pt x="1310845" y="2300826"/>
                    <a:pt x="1469785" y="2307834"/>
                  </a:cubicBezTo>
                  <a:close/>
                  <a:moveTo>
                    <a:pt x="1469785" y="898989"/>
                  </a:moveTo>
                  <a:cubicBezTo>
                    <a:pt x="1315103" y="907762"/>
                    <a:pt x="1164166" y="938783"/>
                    <a:pt x="1020939" y="990066"/>
                  </a:cubicBezTo>
                  <a:cubicBezTo>
                    <a:pt x="1074574" y="1153655"/>
                    <a:pt x="1105461" y="1322925"/>
                    <a:pt x="1112368" y="1493146"/>
                  </a:cubicBezTo>
                  <a:lnTo>
                    <a:pt x="1469785" y="1493146"/>
                  </a:lnTo>
                  <a:close/>
                  <a:moveTo>
                    <a:pt x="1469785" y="182141"/>
                  </a:moveTo>
                  <a:cubicBezTo>
                    <a:pt x="1199839" y="204777"/>
                    <a:pt x="951477" y="303168"/>
                    <a:pt x="746615" y="456764"/>
                  </a:cubicBezTo>
                  <a:cubicBezTo>
                    <a:pt x="828296" y="562801"/>
                    <a:pt x="894225" y="677310"/>
                    <a:pt x="947434" y="796072"/>
                  </a:cubicBezTo>
                  <a:cubicBezTo>
                    <a:pt x="1113886" y="736067"/>
                    <a:pt x="1289644" y="700323"/>
                    <a:pt x="1469785" y="691530"/>
                  </a:cubicBezTo>
                  <a:close/>
                  <a:moveTo>
                    <a:pt x="2150063" y="992171"/>
                  </a:moveTo>
                  <a:cubicBezTo>
                    <a:pt x="1990712" y="935501"/>
                    <a:pt x="1822242" y="902595"/>
                    <a:pt x="1649785" y="897224"/>
                  </a:cubicBezTo>
                  <a:lnTo>
                    <a:pt x="1649785" y="1493146"/>
                  </a:lnTo>
                  <a:lnTo>
                    <a:pt x="2063712" y="1493146"/>
                  </a:lnTo>
                  <a:cubicBezTo>
                    <a:pt x="2069089" y="1323887"/>
                    <a:pt x="2098366" y="1155330"/>
                    <a:pt x="2150063" y="992171"/>
                  </a:cubicBezTo>
                  <a:close/>
                  <a:moveTo>
                    <a:pt x="2168848" y="2199110"/>
                  </a:moveTo>
                  <a:cubicBezTo>
                    <a:pt x="2108555" y="2028681"/>
                    <a:pt x="2073581" y="1851532"/>
                    <a:pt x="2065295" y="1673146"/>
                  </a:cubicBezTo>
                  <a:lnTo>
                    <a:pt x="1649785" y="1673146"/>
                  </a:lnTo>
                  <a:lnTo>
                    <a:pt x="1649785" y="2307299"/>
                  </a:lnTo>
                  <a:cubicBezTo>
                    <a:pt x="1829404" y="2299517"/>
                    <a:pt x="2004315" y="2261965"/>
                    <a:pt x="2168848" y="2199110"/>
                  </a:cubicBezTo>
                  <a:close/>
                  <a:moveTo>
                    <a:pt x="2422394" y="446879"/>
                  </a:moveTo>
                  <a:cubicBezTo>
                    <a:pt x="2204309" y="287209"/>
                    <a:pt x="1938140" y="189883"/>
                    <a:pt x="1649785" y="178919"/>
                  </a:cubicBezTo>
                  <a:lnTo>
                    <a:pt x="1649785" y="689876"/>
                  </a:lnTo>
                  <a:cubicBezTo>
                    <a:pt x="1846998" y="695154"/>
                    <a:pt x="2039668" y="732502"/>
                    <a:pt x="2221721" y="797410"/>
                  </a:cubicBezTo>
                  <a:cubicBezTo>
                    <a:pt x="2275056" y="675360"/>
                    <a:pt x="2341760" y="557662"/>
                    <a:pt x="2422394" y="446879"/>
                  </a:cubicBezTo>
                  <a:close/>
                  <a:moveTo>
                    <a:pt x="2447278" y="2722123"/>
                  </a:moveTo>
                  <a:cubicBezTo>
                    <a:pt x="2366121" y="2618714"/>
                    <a:pt x="2299534" y="2507403"/>
                    <a:pt x="2246145" y="2391362"/>
                  </a:cubicBezTo>
                  <a:cubicBezTo>
                    <a:pt x="2057375" y="2464119"/>
                    <a:pt x="1856285" y="2506958"/>
                    <a:pt x="1649785" y="2514779"/>
                  </a:cubicBezTo>
                  <a:lnTo>
                    <a:pt x="1649785" y="3008639"/>
                  </a:lnTo>
                  <a:cubicBezTo>
                    <a:pt x="1949198" y="2997255"/>
                    <a:pt x="2224691" y="2892757"/>
                    <a:pt x="2447278" y="2722123"/>
                  </a:cubicBezTo>
                  <a:close/>
                  <a:moveTo>
                    <a:pt x="2878934" y="1493146"/>
                  </a:moveTo>
                  <a:cubicBezTo>
                    <a:pt x="2723190" y="1307255"/>
                    <a:pt x="2529440" y="1161128"/>
                    <a:pt x="2313862" y="1060620"/>
                  </a:cubicBezTo>
                  <a:cubicBezTo>
                    <a:pt x="2270535" y="1201714"/>
                    <a:pt x="2245604" y="1347104"/>
                    <a:pt x="2240109" y="1493146"/>
                  </a:cubicBezTo>
                  <a:close/>
                  <a:moveTo>
                    <a:pt x="2890636" y="1673146"/>
                  </a:moveTo>
                  <a:lnTo>
                    <a:pt x="2241814" y="1673146"/>
                  </a:lnTo>
                  <a:cubicBezTo>
                    <a:pt x="2249736" y="1827102"/>
                    <a:pt x="2279520" y="1979973"/>
                    <a:pt x="2329964" y="2127513"/>
                  </a:cubicBezTo>
                  <a:cubicBezTo>
                    <a:pt x="2545677" y="2019923"/>
                    <a:pt x="2738160" y="1866413"/>
                    <a:pt x="2890636" y="1673146"/>
                  </a:cubicBezTo>
                  <a:close/>
                  <a:moveTo>
                    <a:pt x="2973035" y="1284386"/>
                  </a:moveTo>
                  <a:cubicBezTo>
                    <a:pt x="2912066" y="1001840"/>
                    <a:pt x="2765308" y="751379"/>
                    <a:pt x="2561381" y="561108"/>
                  </a:cubicBezTo>
                  <a:cubicBezTo>
                    <a:pt x="2489321" y="656437"/>
                    <a:pt x="2431363" y="759225"/>
                    <a:pt x="2384553" y="865647"/>
                  </a:cubicBezTo>
                  <a:cubicBezTo>
                    <a:pt x="2604520" y="964977"/>
                    <a:pt x="2804622" y="1106677"/>
                    <a:pt x="2973035" y="1284386"/>
                  </a:cubicBezTo>
                  <a:close/>
                  <a:moveTo>
                    <a:pt x="2974277" y="1897328"/>
                  </a:moveTo>
                  <a:cubicBezTo>
                    <a:pt x="2812488" y="2073933"/>
                    <a:pt x="2619878" y="2216690"/>
                    <a:pt x="2407486" y="2319665"/>
                  </a:cubicBezTo>
                  <a:cubicBezTo>
                    <a:pt x="2454169" y="2420503"/>
                    <a:pt x="2511856" y="2517376"/>
                    <a:pt x="2582047" y="2607468"/>
                  </a:cubicBezTo>
                  <a:cubicBezTo>
                    <a:pt x="2776399" y="2417974"/>
                    <a:pt x="2916061" y="2172750"/>
                    <a:pt x="2974277" y="1897328"/>
                  </a:cubicBezTo>
                  <a:close/>
                  <a:moveTo>
                    <a:pt x="3185463" y="1593779"/>
                  </a:moveTo>
                  <a:cubicBezTo>
                    <a:pt x="3185463" y="2473999"/>
                    <a:pt x="2471904" y="3187558"/>
                    <a:pt x="1591684" y="3187558"/>
                  </a:cubicBezTo>
                  <a:cubicBezTo>
                    <a:pt x="738111" y="3187558"/>
                    <a:pt x="41261" y="2516549"/>
                    <a:pt x="1913" y="1673146"/>
                  </a:cubicBezTo>
                  <a:lnTo>
                    <a:pt x="0" y="1673146"/>
                  </a:lnTo>
                  <a:lnTo>
                    <a:pt x="0" y="1493146"/>
                  </a:lnTo>
                  <a:lnTo>
                    <a:pt x="2750" y="1493146"/>
                  </a:lnTo>
                  <a:cubicBezTo>
                    <a:pt x="50490" y="700174"/>
                    <a:pt x="679654" y="64473"/>
                    <a:pt x="1469785" y="6156"/>
                  </a:cubicBezTo>
                  <a:lnTo>
                    <a:pt x="1469785" y="0"/>
                  </a:lnTo>
                  <a:lnTo>
                    <a:pt x="1591684" y="0"/>
                  </a:lnTo>
                  <a:lnTo>
                    <a:pt x="1649785" y="0"/>
                  </a:lnTo>
                  <a:lnTo>
                    <a:pt x="1649785" y="2934"/>
                  </a:lnTo>
                  <a:cubicBezTo>
                    <a:pt x="2503127" y="31654"/>
                    <a:pt x="3185463" y="733032"/>
                    <a:pt x="3185463" y="15937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057775" y="1631315"/>
            <a:ext cx="4089400" cy="1251585"/>
            <a:chOff x="7965" y="2569"/>
            <a:chExt cx="6440" cy="1971"/>
          </a:xfrm>
        </p:grpSpPr>
        <p:sp>
          <p:nvSpPr>
            <p:cNvPr id="706" name="CustomShape 18"/>
            <p:cNvSpPr/>
            <p:nvPr/>
          </p:nvSpPr>
          <p:spPr>
            <a:xfrm>
              <a:off x="10339" y="3137"/>
              <a:ext cx="4067" cy="403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>
                <a:lnSpc>
                  <a:spcPct val="100000"/>
                </a:lnSpc>
              </a:pPr>
              <a:r>
                <a:rPr lang="en-ID" sz="1200" b="1" spc="-1">
                  <a:solidFill>
                    <a:srgbClr val="404040"/>
                  </a:solidFill>
                  <a:latin typeface="Arial" panose="020B0604020202020204"/>
                  <a:ea typeface="Arial Unicode MS"/>
                  <a:sym typeface="+mn-ea"/>
                </a:rPr>
                <a:t>Forum Jual Beli &amp; e-Commerce</a:t>
              </a:r>
              <a:endParaRPr lang="en-ID" sz="1200" b="0" strike="noStrike" spc="-1">
                <a:latin typeface="Arial" panose="020B0604020202020204"/>
              </a:endParaRPr>
            </a:p>
          </p:txBody>
        </p:sp>
        <p:sp>
          <p:nvSpPr>
            <p:cNvPr id="750" name="CustomShape 62"/>
            <p:cNvSpPr/>
            <p:nvPr/>
          </p:nvSpPr>
          <p:spPr>
            <a:xfrm flipH="1">
              <a:off x="7965" y="2634"/>
              <a:ext cx="2191" cy="1907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751" name="CustomShape 63"/>
            <p:cNvSpPr/>
            <p:nvPr/>
          </p:nvSpPr>
          <p:spPr>
            <a:xfrm flipH="1">
              <a:off x="7965" y="2569"/>
              <a:ext cx="2191" cy="1907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94" name="Rectangle 130"/>
            <p:cNvSpPr/>
            <p:nvPr/>
          </p:nvSpPr>
          <p:spPr>
            <a:xfrm>
              <a:off x="8695" y="2747"/>
              <a:ext cx="818" cy="792"/>
            </a:xfrm>
            <a:custGeom>
              <a:avLst/>
              <a:gdLst/>
              <a:ahLst/>
              <a:cxnLst/>
              <a:rect l="l" t="t" r="r" b="b"/>
              <a:pathLst>
                <a:path w="371900" h="373588">
                  <a:moveTo>
                    <a:pt x="297080" y="129105"/>
                  </a:moveTo>
                  <a:lnTo>
                    <a:pt x="284273" y="219737"/>
                  </a:lnTo>
                  <a:lnTo>
                    <a:pt x="305496" y="219737"/>
                  </a:lnTo>
                  <a:lnTo>
                    <a:pt x="333001" y="129105"/>
                  </a:lnTo>
                  <a:close/>
                  <a:moveTo>
                    <a:pt x="228265" y="129105"/>
                  </a:moveTo>
                  <a:lnTo>
                    <a:pt x="228265" y="219737"/>
                  </a:lnTo>
                  <a:lnTo>
                    <a:pt x="250807" y="219737"/>
                  </a:lnTo>
                  <a:lnTo>
                    <a:pt x="263614" y="129105"/>
                  </a:lnTo>
                  <a:close/>
                  <a:moveTo>
                    <a:pt x="157021" y="129105"/>
                  </a:moveTo>
                  <a:lnTo>
                    <a:pt x="175826" y="219737"/>
                  </a:lnTo>
                  <a:lnTo>
                    <a:pt x="195129" y="219737"/>
                  </a:lnTo>
                  <a:lnTo>
                    <a:pt x="195129" y="129105"/>
                  </a:lnTo>
                  <a:close/>
                  <a:moveTo>
                    <a:pt x="93087" y="129105"/>
                  </a:moveTo>
                  <a:lnTo>
                    <a:pt x="117372" y="219737"/>
                  </a:lnTo>
                  <a:lnTo>
                    <a:pt x="141984" y="219737"/>
                  </a:lnTo>
                  <a:lnTo>
                    <a:pt x="123179" y="129105"/>
                  </a:lnTo>
                  <a:close/>
                  <a:moveTo>
                    <a:pt x="58494" y="0"/>
                  </a:moveTo>
                  <a:lnTo>
                    <a:pt x="84208" y="95969"/>
                  </a:lnTo>
                  <a:lnTo>
                    <a:pt x="354346" y="95969"/>
                  </a:lnTo>
                  <a:lnTo>
                    <a:pt x="354346" y="97437"/>
                  </a:lnTo>
                  <a:cubicBezTo>
                    <a:pt x="356087" y="96136"/>
                    <a:pt x="357928" y="96353"/>
                    <a:pt x="359747" y="96905"/>
                  </a:cubicBezTo>
                  <a:lnTo>
                    <a:pt x="360371" y="97095"/>
                  </a:lnTo>
                  <a:cubicBezTo>
                    <a:pt x="368954" y="99700"/>
                    <a:pt x="373801" y="108770"/>
                    <a:pt x="371196" y="117354"/>
                  </a:cubicBezTo>
                  <a:lnTo>
                    <a:pt x="333339" y="242097"/>
                  </a:lnTo>
                  <a:cubicBezTo>
                    <a:pt x="331591" y="247858"/>
                    <a:pt x="326929" y="251935"/>
                    <a:pt x="321206" y="252122"/>
                  </a:cubicBezTo>
                  <a:lnTo>
                    <a:pt x="321206" y="252873"/>
                  </a:lnTo>
                  <a:lnTo>
                    <a:pt x="313576" y="252873"/>
                  </a:lnTo>
                  <a:cubicBezTo>
                    <a:pt x="313378" y="253010"/>
                    <a:pt x="313229" y="252967"/>
                    <a:pt x="313080" y="252922"/>
                  </a:cubicBezTo>
                  <a:lnTo>
                    <a:pt x="312919" y="252873"/>
                  </a:lnTo>
                  <a:lnTo>
                    <a:pt x="126251" y="252873"/>
                  </a:lnTo>
                  <a:lnTo>
                    <a:pt x="133971" y="281687"/>
                  </a:lnTo>
                  <a:lnTo>
                    <a:pt x="321075" y="281687"/>
                  </a:lnTo>
                  <a:lnTo>
                    <a:pt x="321075" y="314823"/>
                  </a:lnTo>
                  <a:lnTo>
                    <a:pt x="318480" y="314823"/>
                  </a:lnTo>
                  <a:cubicBezTo>
                    <a:pt x="329614" y="318311"/>
                    <a:pt x="336414" y="328969"/>
                    <a:pt x="336414" y="341215"/>
                  </a:cubicBezTo>
                  <a:cubicBezTo>
                    <a:pt x="336414" y="359094"/>
                    <a:pt x="321920" y="373588"/>
                    <a:pt x="304041" y="373588"/>
                  </a:cubicBezTo>
                  <a:cubicBezTo>
                    <a:pt x="286162" y="373588"/>
                    <a:pt x="271668" y="359094"/>
                    <a:pt x="271668" y="341215"/>
                  </a:cubicBezTo>
                  <a:cubicBezTo>
                    <a:pt x="271668" y="328969"/>
                    <a:pt x="278468" y="318311"/>
                    <a:pt x="289602" y="314823"/>
                  </a:cubicBezTo>
                  <a:lnTo>
                    <a:pt x="142850" y="314823"/>
                  </a:lnTo>
                  <a:lnTo>
                    <a:pt x="143397" y="316865"/>
                  </a:lnTo>
                  <a:cubicBezTo>
                    <a:pt x="151629" y="321811"/>
                    <a:pt x="156401" y="330956"/>
                    <a:pt x="156401" y="341215"/>
                  </a:cubicBezTo>
                  <a:cubicBezTo>
                    <a:pt x="156401" y="359094"/>
                    <a:pt x="141907" y="373588"/>
                    <a:pt x="124028" y="373588"/>
                  </a:cubicBezTo>
                  <a:cubicBezTo>
                    <a:pt x="106149" y="373588"/>
                    <a:pt x="91655" y="359094"/>
                    <a:pt x="91655" y="341215"/>
                  </a:cubicBezTo>
                  <a:cubicBezTo>
                    <a:pt x="91655" y="329356"/>
                    <a:pt x="98032" y="318986"/>
                    <a:pt x="108649" y="315212"/>
                  </a:cubicBezTo>
                  <a:lnTo>
                    <a:pt x="33542" y="34909"/>
                  </a:lnTo>
                  <a:lnTo>
                    <a:pt x="0" y="34909"/>
                  </a:lnTo>
                  <a:lnTo>
                    <a:pt x="0" y="1773"/>
                  </a:lnTo>
                  <a:lnTo>
                    <a:pt x="51879" y="177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1377950" y="2766695"/>
            <a:ext cx="3681095" cy="1127760"/>
            <a:chOff x="2170" y="4357"/>
            <a:chExt cx="5797" cy="1776"/>
          </a:xfrm>
        </p:grpSpPr>
        <p:sp>
          <p:nvSpPr>
            <p:cNvPr id="702" name="CustomShape 14"/>
            <p:cNvSpPr/>
            <p:nvPr/>
          </p:nvSpPr>
          <p:spPr>
            <a:xfrm>
              <a:off x="2170" y="4942"/>
              <a:ext cx="3749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1" strike="noStrike" spc="-1">
                  <a:solidFill>
                    <a:srgbClr val="404040"/>
                  </a:solidFill>
                  <a:latin typeface="Arial" panose="020B0604020202020204"/>
                  <a:ea typeface="Arial Unicode MS"/>
                </a:rPr>
                <a:t>Pameran</a:t>
              </a:r>
              <a:endParaRPr lang="en-ID" sz="1200" b="0" strike="noStrike" spc="-1">
                <a:latin typeface="Arial" panose="020B0604020202020204"/>
              </a:endParaRPr>
            </a:p>
          </p:txBody>
        </p:sp>
        <p:sp>
          <p:nvSpPr>
            <p:cNvPr id="740" name="CustomShape 52"/>
            <p:cNvSpPr/>
            <p:nvPr/>
          </p:nvSpPr>
          <p:spPr>
            <a:xfrm>
              <a:off x="5937" y="4415"/>
              <a:ext cx="2031" cy="1718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741" name="CustomShape 53"/>
            <p:cNvSpPr/>
            <p:nvPr/>
          </p:nvSpPr>
          <p:spPr>
            <a:xfrm>
              <a:off x="5937" y="4357"/>
              <a:ext cx="2031" cy="1718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87" name="Oval 25"/>
            <p:cNvSpPr>
              <a:spLocks noChangeAspect="1"/>
            </p:cNvSpPr>
            <p:nvPr/>
          </p:nvSpPr>
          <p:spPr>
            <a:xfrm>
              <a:off x="6523" y="4595"/>
              <a:ext cx="724" cy="725"/>
            </a:xfrm>
            <a:custGeom>
              <a:avLst/>
              <a:gdLst/>
              <a:ahLst/>
              <a:cxnLst/>
              <a:rect l="l" t="t" r="r" b="b"/>
              <a:pathLst>
                <a:path w="3225370" h="3229762">
                  <a:moveTo>
                    <a:pt x="1355872" y="0"/>
                  </a:moveTo>
                  <a:cubicBezTo>
                    <a:pt x="1564636" y="0"/>
                    <a:pt x="1733872" y="169236"/>
                    <a:pt x="1733872" y="378000"/>
                  </a:cubicBezTo>
                  <a:cubicBezTo>
                    <a:pt x="1733872" y="530834"/>
                    <a:pt x="1643169" y="662483"/>
                    <a:pt x="1512292" y="721255"/>
                  </a:cubicBezTo>
                  <a:lnTo>
                    <a:pt x="1607042" y="1169019"/>
                  </a:lnTo>
                  <a:cubicBezTo>
                    <a:pt x="1611319" y="1167786"/>
                    <a:pt x="1615651" y="1167712"/>
                    <a:pt x="1620000" y="1167712"/>
                  </a:cubicBezTo>
                  <a:cubicBezTo>
                    <a:pt x="1828764" y="1167712"/>
                    <a:pt x="1998000" y="1336948"/>
                    <a:pt x="1998000" y="1545712"/>
                  </a:cubicBezTo>
                  <a:lnTo>
                    <a:pt x="1996362" y="1567711"/>
                  </a:lnTo>
                  <a:lnTo>
                    <a:pt x="2525816" y="1711728"/>
                  </a:lnTo>
                  <a:cubicBezTo>
                    <a:pt x="2591164" y="1602543"/>
                    <a:pt x="2710810" y="1530128"/>
                    <a:pt x="2847370" y="1530128"/>
                  </a:cubicBezTo>
                  <a:cubicBezTo>
                    <a:pt x="3056134" y="1530128"/>
                    <a:pt x="3225370" y="1699364"/>
                    <a:pt x="3225370" y="1908128"/>
                  </a:cubicBezTo>
                  <a:cubicBezTo>
                    <a:pt x="3225370" y="2116892"/>
                    <a:pt x="3056134" y="2286128"/>
                    <a:pt x="2847370" y="2286128"/>
                  </a:cubicBezTo>
                  <a:cubicBezTo>
                    <a:pt x="2638606" y="2286128"/>
                    <a:pt x="2469370" y="2116892"/>
                    <a:pt x="2469370" y="1908128"/>
                  </a:cubicBezTo>
                  <a:lnTo>
                    <a:pt x="2475505" y="1847275"/>
                  </a:lnTo>
                  <a:lnTo>
                    <a:pt x="1957861" y="1706471"/>
                  </a:lnTo>
                  <a:cubicBezTo>
                    <a:pt x="1922674" y="1789256"/>
                    <a:pt x="1855841" y="1854310"/>
                    <a:pt x="1773397" y="1890608"/>
                  </a:cubicBezTo>
                  <a:lnTo>
                    <a:pt x="1908290" y="2478637"/>
                  </a:lnTo>
                  <a:cubicBezTo>
                    <a:pt x="2094333" y="2500701"/>
                    <a:pt x="2237929" y="2659462"/>
                    <a:pt x="2237929" y="2851762"/>
                  </a:cubicBezTo>
                  <a:cubicBezTo>
                    <a:pt x="2237929" y="3060526"/>
                    <a:pt x="2068693" y="3229762"/>
                    <a:pt x="1859929" y="3229762"/>
                  </a:cubicBezTo>
                  <a:cubicBezTo>
                    <a:pt x="1651165" y="3229762"/>
                    <a:pt x="1481929" y="3060526"/>
                    <a:pt x="1481929" y="2851762"/>
                  </a:cubicBezTo>
                  <a:cubicBezTo>
                    <a:pt x="1481929" y="2676759"/>
                    <a:pt x="1600854" y="2529533"/>
                    <a:pt x="1762693" y="2487978"/>
                  </a:cubicBezTo>
                  <a:lnTo>
                    <a:pt x="1632951" y="1922407"/>
                  </a:lnTo>
                  <a:cubicBezTo>
                    <a:pt x="1628677" y="1923639"/>
                    <a:pt x="1624347" y="1923712"/>
                    <a:pt x="1620000" y="1923712"/>
                  </a:cubicBezTo>
                  <a:cubicBezTo>
                    <a:pt x="1474614" y="1923712"/>
                    <a:pt x="1348399" y="1841634"/>
                    <a:pt x="1286703" y="1720478"/>
                  </a:cubicBezTo>
                  <a:lnTo>
                    <a:pt x="726463" y="1950491"/>
                  </a:lnTo>
                  <a:cubicBezTo>
                    <a:pt x="745503" y="1995553"/>
                    <a:pt x="756000" y="2045092"/>
                    <a:pt x="756000" y="2097083"/>
                  </a:cubicBezTo>
                  <a:cubicBezTo>
                    <a:pt x="756000" y="2305847"/>
                    <a:pt x="586764" y="2475083"/>
                    <a:pt x="378000" y="2475083"/>
                  </a:cubicBezTo>
                  <a:cubicBezTo>
                    <a:pt x="169236" y="2475083"/>
                    <a:pt x="0" y="2305847"/>
                    <a:pt x="0" y="2097083"/>
                  </a:cubicBezTo>
                  <a:cubicBezTo>
                    <a:pt x="0" y="1888319"/>
                    <a:pt x="169236" y="1719083"/>
                    <a:pt x="378000" y="1719083"/>
                  </a:cubicBezTo>
                  <a:cubicBezTo>
                    <a:pt x="481765" y="1719083"/>
                    <a:pt x="575764" y="1760894"/>
                    <a:pt x="643957" y="1828700"/>
                  </a:cubicBezTo>
                  <a:lnTo>
                    <a:pt x="1245626" y="1581679"/>
                  </a:lnTo>
                  <a:cubicBezTo>
                    <a:pt x="1242578" y="1569964"/>
                    <a:pt x="1242000" y="1557905"/>
                    <a:pt x="1242000" y="1545712"/>
                  </a:cubicBezTo>
                  <a:cubicBezTo>
                    <a:pt x="1242000" y="1391666"/>
                    <a:pt x="1334148" y="1259142"/>
                    <a:pt x="1466584" y="1200827"/>
                  </a:cubicBezTo>
                  <a:lnTo>
                    <a:pt x="1372109" y="754363"/>
                  </a:lnTo>
                  <a:cubicBezTo>
                    <a:pt x="1366762" y="755885"/>
                    <a:pt x="1361331" y="756000"/>
                    <a:pt x="1355872" y="756000"/>
                  </a:cubicBezTo>
                  <a:cubicBezTo>
                    <a:pt x="1147108" y="756000"/>
                    <a:pt x="977872" y="586764"/>
                    <a:pt x="977872" y="378000"/>
                  </a:cubicBezTo>
                  <a:cubicBezTo>
                    <a:pt x="977872" y="169236"/>
                    <a:pt x="1147108" y="0"/>
                    <a:pt x="135587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sz="270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98550" y="2007235"/>
            <a:ext cx="3960495" cy="1252855"/>
            <a:chOff x="1730" y="3161"/>
            <a:chExt cx="6237" cy="1973"/>
          </a:xfrm>
        </p:grpSpPr>
        <p:sp>
          <p:nvSpPr>
            <p:cNvPr id="698" name="CustomShape 10"/>
            <p:cNvSpPr/>
            <p:nvPr/>
          </p:nvSpPr>
          <p:spPr>
            <a:xfrm>
              <a:off x="1730" y="3928"/>
              <a:ext cx="3749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1" spc="-1">
                  <a:solidFill>
                    <a:srgbClr val="404040"/>
                  </a:solidFill>
                  <a:latin typeface="Arial" panose="020B0604020202020204"/>
                  <a:ea typeface="Arial Unicode MS"/>
                  <a:sym typeface="+mn-ea"/>
                </a:rPr>
                <a:t>Social Media Marketing</a:t>
              </a:r>
              <a:endParaRPr lang="en-ID" sz="1200" b="0" strike="noStrike" spc="-1">
                <a:latin typeface="Arial" panose="020B0604020202020204"/>
              </a:endParaRPr>
            </a:p>
            <a:p>
              <a:pPr algn="r">
                <a:lnSpc>
                  <a:spcPct val="100000"/>
                </a:lnSpc>
              </a:pPr>
              <a:endParaRPr lang="en-ID" sz="1200" b="0" strike="noStrike" spc="-1">
                <a:latin typeface="Arial" panose="020B0604020202020204"/>
              </a:endParaRPr>
            </a:p>
          </p:txBody>
        </p:sp>
        <p:sp>
          <p:nvSpPr>
            <p:cNvPr id="744" name="CustomShape 56"/>
            <p:cNvSpPr/>
            <p:nvPr/>
          </p:nvSpPr>
          <p:spPr>
            <a:xfrm>
              <a:off x="5693" y="3226"/>
              <a:ext cx="2275" cy="1909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745" name="CustomShape 57"/>
            <p:cNvSpPr/>
            <p:nvPr/>
          </p:nvSpPr>
          <p:spPr>
            <a:xfrm>
              <a:off x="5693" y="3161"/>
              <a:ext cx="2275" cy="1909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100" name="Rounded Rectangle 3"/>
            <p:cNvSpPr>
              <a:spLocks noChangeAspect="1"/>
            </p:cNvSpPr>
            <p:nvPr/>
          </p:nvSpPr>
          <p:spPr>
            <a:xfrm>
              <a:off x="6356" y="3652"/>
              <a:ext cx="611" cy="611"/>
            </a:xfrm>
            <a:custGeom>
              <a:avLst/>
              <a:gdLst>
                <a:gd name="connsiteX0" fmla="*/ 2841893 w 3960000"/>
                <a:gd name="connsiteY0" fmla="*/ 181064 h 3960000"/>
                <a:gd name="connsiteX1" fmla="*/ 2105790 w 3960000"/>
                <a:gd name="connsiteY1" fmla="*/ 859562 h 3960000"/>
                <a:gd name="connsiteX2" fmla="*/ 2106860 w 3960000"/>
                <a:gd name="connsiteY2" fmla="*/ 863292 h 3960000"/>
                <a:gd name="connsiteX3" fmla="*/ 2106860 w 3960000"/>
                <a:gd name="connsiteY3" fmla="*/ 1248172 h 3960000"/>
                <a:gd name="connsiteX4" fmla="*/ 1691968 w 3960000"/>
                <a:gd name="connsiteY4" fmla="*/ 1248172 h 3960000"/>
                <a:gd name="connsiteX5" fmla="*/ 1691968 w 3960000"/>
                <a:gd name="connsiteY5" fmla="*/ 1824236 h 3960000"/>
                <a:gd name="connsiteX6" fmla="*/ 2106860 w 3960000"/>
                <a:gd name="connsiteY6" fmla="*/ 1824236 h 3960000"/>
                <a:gd name="connsiteX7" fmla="*/ 2106860 w 3960000"/>
                <a:gd name="connsiteY7" fmla="*/ 3779396 h 3960000"/>
                <a:gd name="connsiteX8" fmla="*/ 2754932 w 3960000"/>
                <a:gd name="connsiteY8" fmla="*/ 3779396 h 3960000"/>
                <a:gd name="connsiteX9" fmla="*/ 2754932 w 3960000"/>
                <a:gd name="connsiteY9" fmla="*/ 1824236 h 3960000"/>
                <a:gd name="connsiteX10" fmla="*/ 3305869 w 3960000"/>
                <a:gd name="connsiteY10" fmla="*/ 1813665 h 3960000"/>
                <a:gd name="connsiteX11" fmla="*/ 3348152 w 3960000"/>
                <a:gd name="connsiteY11" fmla="*/ 1248172 h 3960000"/>
                <a:gd name="connsiteX12" fmla="*/ 2754932 w 3960000"/>
                <a:gd name="connsiteY12" fmla="*/ 1248172 h 3960000"/>
                <a:gd name="connsiteX13" fmla="*/ 2754932 w 3960000"/>
                <a:gd name="connsiteY13" fmla="*/ 907124 h 3960000"/>
                <a:gd name="connsiteX14" fmla="*/ 3369037 w 3960000"/>
                <a:gd name="connsiteY14" fmla="*/ 759137 h 3960000"/>
                <a:gd name="connsiteX15" fmla="*/ 3432095 w 3960000"/>
                <a:gd name="connsiteY15" fmla="*/ 238945 h 3960000"/>
                <a:gd name="connsiteX16" fmla="*/ 2841893 w 3960000"/>
                <a:gd name="connsiteY16" fmla="*/ 181064 h 3960000"/>
                <a:gd name="connsiteX17" fmla="*/ 308009 w 3960000"/>
                <a:gd name="connsiteY17" fmla="*/ 0 h 3960000"/>
                <a:gd name="connsiteX18" fmla="*/ 3651991 w 3960000"/>
                <a:gd name="connsiteY18" fmla="*/ 0 h 3960000"/>
                <a:gd name="connsiteX19" fmla="*/ 3960000 w 3960000"/>
                <a:gd name="connsiteY19" fmla="*/ 308009 h 3960000"/>
                <a:gd name="connsiteX20" fmla="*/ 3960000 w 3960000"/>
                <a:gd name="connsiteY20" fmla="*/ 3651991 h 3960000"/>
                <a:gd name="connsiteX21" fmla="*/ 3651991 w 3960000"/>
                <a:gd name="connsiteY21" fmla="*/ 3960000 h 3960000"/>
                <a:gd name="connsiteX22" fmla="*/ 308009 w 3960000"/>
                <a:gd name="connsiteY22" fmla="*/ 3960000 h 3960000"/>
                <a:gd name="connsiteX23" fmla="*/ 0 w 3960000"/>
                <a:gd name="connsiteY23" fmla="*/ 3651991 h 3960000"/>
                <a:gd name="connsiteX24" fmla="*/ 0 w 3960000"/>
                <a:gd name="connsiteY24" fmla="*/ 308009 h 3960000"/>
                <a:gd name="connsiteX25" fmla="*/ 308009 w 3960000"/>
                <a:gd name="connsiteY25" fmla="*/ 0 h 3960000"/>
                <a:gd name="connsiteX0-1" fmla="*/ 2841893 w 3960000"/>
                <a:gd name="connsiteY0-2" fmla="*/ 181064 h 3960000"/>
                <a:gd name="connsiteX1-3" fmla="*/ 2105790 w 3960000"/>
                <a:gd name="connsiteY1-4" fmla="*/ 859562 h 3960000"/>
                <a:gd name="connsiteX2-5" fmla="*/ 2106860 w 3960000"/>
                <a:gd name="connsiteY2-6" fmla="*/ 863292 h 3960000"/>
                <a:gd name="connsiteX3-7" fmla="*/ 2106860 w 3960000"/>
                <a:gd name="connsiteY3-8" fmla="*/ 1248172 h 3960000"/>
                <a:gd name="connsiteX4-9" fmla="*/ 1691968 w 3960000"/>
                <a:gd name="connsiteY4-10" fmla="*/ 1248172 h 3960000"/>
                <a:gd name="connsiteX5-11" fmla="*/ 1691968 w 3960000"/>
                <a:gd name="connsiteY5-12" fmla="*/ 1824236 h 3960000"/>
                <a:gd name="connsiteX6-13" fmla="*/ 2106860 w 3960000"/>
                <a:gd name="connsiteY6-14" fmla="*/ 1824236 h 3960000"/>
                <a:gd name="connsiteX7-15" fmla="*/ 2106860 w 3960000"/>
                <a:gd name="connsiteY7-16" fmla="*/ 3779396 h 3960000"/>
                <a:gd name="connsiteX8-17" fmla="*/ 2754932 w 3960000"/>
                <a:gd name="connsiteY8-18" fmla="*/ 3779396 h 3960000"/>
                <a:gd name="connsiteX9-19" fmla="*/ 2754932 w 3960000"/>
                <a:gd name="connsiteY9-20" fmla="*/ 1824236 h 3960000"/>
                <a:gd name="connsiteX10-21" fmla="*/ 3305869 w 3960000"/>
                <a:gd name="connsiteY10-22" fmla="*/ 1813665 h 3960000"/>
                <a:gd name="connsiteX11-23" fmla="*/ 3348152 w 3960000"/>
                <a:gd name="connsiteY11-24" fmla="*/ 1248172 h 3960000"/>
                <a:gd name="connsiteX12-25" fmla="*/ 2754932 w 3960000"/>
                <a:gd name="connsiteY12-26" fmla="*/ 1248172 h 3960000"/>
                <a:gd name="connsiteX13-27" fmla="*/ 2754932 w 3960000"/>
                <a:gd name="connsiteY13-28" fmla="*/ 907124 h 3960000"/>
                <a:gd name="connsiteX14-29" fmla="*/ 3369037 w 3960000"/>
                <a:gd name="connsiteY14-30" fmla="*/ 704441 h 3960000"/>
                <a:gd name="connsiteX15-31" fmla="*/ 3432095 w 3960000"/>
                <a:gd name="connsiteY15-32" fmla="*/ 238945 h 3960000"/>
                <a:gd name="connsiteX16-33" fmla="*/ 2841893 w 3960000"/>
                <a:gd name="connsiteY16-34" fmla="*/ 181064 h 3960000"/>
                <a:gd name="connsiteX17-35" fmla="*/ 308009 w 3960000"/>
                <a:gd name="connsiteY17-36" fmla="*/ 0 h 3960000"/>
                <a:gd name="connsiteX18-37" fmla="*/ 3651991 w 3960000"/>
                <a:gd name="connsiteY18-38" fmla="*/ 0 h 3960000"/>
                <a:gd name="connsiteX19-39" fmla="*/ 3960000 w 3960000"/>
                <a:gd name="connsiteY19-40" fmla="*/ 308009 h 3960000"/>
                <a:gd name="connsiteX20-41" fmla="*/ 3960000 w 3960000"/>
                <a:gd name="connsiteY20-42" fmla="*/ 3651991 h 3960000"/>
                <a:gd name="connsiteX21-43" fmla="*/ 3651991 w 3960000"/>
                <a:gd name="connsiteY21-44" fmla="*/ 3960000 h 3960000"/>
                <a:gd name="connsiteX22-45" fmla="*/ 308009 w 3960000"/>
                <a:gd name="connsiteY22-46" fmla="*/ 3960000 h 3960000"/>
                <a:gd name="connsiteX23-47" fmla="*/ 0 w 3960000"/>
                <a:gd name="connsiteY23-48" fmla="*/ 3651991 h 3960000"/>
                <a:gd name="connsiteX24-49" fmla="*/ 0 w 3960000"/>
                <a:gd name="connsiteY24-50" fmla="*/ 308009 h 3960000"/>
                <a:gd name="connsiteX25-51" fmla="*/ 308009 w 3960000"/>
                <a:gd name="connsiteY25-52" fmla="*/ 0 h 3960000"/>
                <a:gd name="connsiteX0-53" fmla="*/ 2841893 w 3960000"/>
                <a:gd name="connsiteY0-54" fmla="*/ 181064 h 3960000"/>
                <a:gd name="connsiteX1-55" fmla="*/ 2105790 w 3960000"/>
                <a:gd name="connsiteY1-56" fmla="*/ 859562 h 3960000"/>
                <a:gd name="connsiteX2-57" fmla="*/ 2106860 w 3960000"/>
                <a:gd name="connsiteY2-58" fmla="*/ 863292 h 3960000"/>
                <a:gd name="connsiteX3-59" fmla="*/ 2106860 w 3960000"/>
                <a:gd name="connsiteY3-60" fmla="*/ 1248172 h 3960000"/>
                <a:gd name="connsiteX4-61" fmla="*/ 1691968 w 3960000"/>
                <a:gd name="connsiteY4-62" fmla="*/ 1248172 h 3960000"/>
                <a:gd name="connsiteX5-63" fmla="*/ 1691968 w 3960000"/>
                <a:gd name="connsiteY5-64" fmla="*/ 1824236 h 3960000"/>
                <a:gd name="connsiteX6-65" fmla="*/ 2106860 w 3960000"/>
                <a:gd name="connsiteY6-66" fmla="*/ 1824236 h 3960000"/>
                <a:gd name="connsiteX7-67" fmla="*/ 2106860 w 3960000"/>
                <a:gd name="connsiteY7-68" fmla="*/ 3779396 h 3960000"/>
                <a:gd name="connsiteX8-69" fmla="*/ 2754932 w 3960000"/>
                <a:gd name="connsiteY8-70" fmla="*/ 3779396 h 3960000"/>
                <a:gd name="connsiteX9-71" fmla="*/ 2754932 w 3960000"/>
                <a:gd name="connsiteY9-72" fmla="*/ 1824236 h 3960000"/>
                <a:gd name="connsiteX10-73" fmla="*/ 3305869 w 3960000"/>
                <a:gd name="connsiteY10-74" fmla="*/ 1813665 h 3960000"/>
                <a:gd name="connsiteX11-75" fmla="*/ 3348152 w 3960000"/>
                <a:gd name="connsiteY11-76" fmla="*/ 1248172 h 3960000"/>
                <a:gd name="connsiteX12-77" fmla="*/ 2754932 w 3960000"/>
                <a:gd name="connsiteY12-78" fmla="*/ 1248172 h 3960000"/>
                <a:gd name="connsiteX13-79" fmla="*/ 2754932 w 3960000"/>
                <a:gd name="connsiteY13-80" fmla="*/ 907124 h 3960000"/>
                <a:gd name="connsiteX14-81" fmla="*/ 3369037 w 3960000"/>
                <a:gd name="connsiteY14-82" fmla="*/ 704441 h 3960000"/>
                <a:gd name="connsiteX15-83" fmla="*/ 3432095 w 3960000"/>
                <a:gd name="connsiteY15-84" fmla="*/ 238945 h 3960000"/>
                <a:gd name="connsiteX16-85" fmla="*/ 2841893 w 3960000"/>
                <a:gd name="connsiteY16-86" fmla="*/ 181064 h 3960000"/>
                <a:gd name="connsiteX17-87" fmla="*/ 308009 w 3960000"/>
                <a:gd name="connsiteY17-88" fmla="*/ 0 h 3960000"/>
                <a:gd name="connsiteX18-89" fmla="*/ 3651991 w 3960000"/>
                <a:gd name="connsiteY18-90" fmla="*/ 0 h 3960000"/>
                <a:gd name="connsiteX19-91" fmla="*/ 3960000 w 3960000"/>
                <a:gd name="connsiteY19-92" fmla="*/ 308009 h 3960000"/>
                <a:gd name="connsiteX20-93" fmla="*/ 3960000 w 3960000"/>
                <a:gd name="connsiteY20-94" fmla="*/ 3651991 h 3960000"/>
                <a:gd name="connsiteX21-95" fmla="*/ 3651991 w 3960000"/>
                <a:gd name="connsiteY21-96" fmla="*/ 3960000 h 3960000"/>
                <a:gd name="connsiteX22-97" fmla="*/ 308009 w 3960000"/>
                <a:gd name="connsiteY22-98" fmla="*/ 3960000 h 3960000"/>
                <a:gd name="connsiteX23-99" fmla="*/ 0 w 3960000"/>
                <a:gd name="connsiteY23-100" fmla="*/ 3651991 h 3960000"/>
                <a:gd name="connsiteX24-101" fmla="*/ 0 w 3960000"/>
                <a:gd name="connsiteY24-102" fmla="*/ 308009 h 3960000"/>
                <a:gd name="connsiteX25-103" fmla="*/ 308009 w 3960000"/>
                <a:gd name="connsiteY25-104" fmla="*/ 0 h 3960000"/>
                <a:gd name="connsiteX0-105" fmla="*/ 2841893 w 3960000"/>
                <a:gd name="connsiteY0-106" fmla="*/ 181064 h 3960000"/>
                <a:gd name="connsiteX1-107" fmla="*/ 2105790 w 3960000"/>
                <a:gd name="connsiteY1-108" fmla="*/ 859562 h 3960000"/>
                <a:gd name="connsiteX2-109" fmla="*/ 2106860 w 3960000"/>
                <a:gd name="connsiteY2-110" fmla="*/ 863292 h 3960000"/>
                <a:gd name="connsiteX3-111" fmla="*/ 2106860 w 3960000"/>
                <a:gd name="connsiteY3-112" fmla="*/ 1248172 h 3960000"/>
                <a:gd name="connsiteX4-113" fmla="*/ 1691968 w 3960000"/>
                <a:gd name="connsiteY4-114" fmla="*/ 1248172 h 3960000"/>
                <a:gd name="connsiteX5-115" fmla="*/ 1691968 w 3960000"/>
                <a:gd name="connsiteY5-116" fmla="*/ 1824236 h 3960000"/>
                <a:gd name="connsiteX6-117" fmla="*/ 2106860 w 3960000"/>
                <a:gd name="connsiteY6-118" fmla="*/ 1824236 h 3960000"/>
                <a:gd name="connsiteX7-119" fmla="*/ 2106860 w 3960000"/>
                <a:gd name="connsiteY7-120" fmla="*/ 3779396 h 3960000"/>
                <a:gd name="connsiteX8-121" fmla="*/ 2754932 w 3960000"/>
                <a:gd name="connsiteY8-122" fmla="*/ 3779396 h 3960000"/>
                <a:gd name="connsiteX9-123" fmla="*/ 2754932 w 3960000"/>
                <a:gd name="connsiteY9-124" fmla="*/ 1824236 h 3960000"/>
                <a:gd name="connsiteX10-125" fmla="*/ 3305869 w 3960000"/>
                <a:gd name="connsiteY10-126" fmla="*/ 1813665 h 3960000"/>
                <a:gd name="connsiteX11-127" fmla="*/ 3348152 w 3960000"/>
                <a:gd name="connsiteY11-128" fmla="*/ 1248172 h 3960000"/>
                <a:gd name="connsiteX12-129" fmla="*/ 2754932 w 3960000"/>
                <a:gd name="connsiteY12-130" fmla="*/ 1248172 h 3960000"/>
                <a:gd name="connsiteX13-131" fmla="*/ 2754932 w 3960000"/>
                <a:gd name="connsiteY13-132" fmla="*/ 907124 h 3960000"/>
                <a:gd name="connsiteX14-133" fmla="*/ 3369037 w 3960000"/>
                <a:gd name="connsiteY14-134" fmla="*/ 704441 h 3960000"/>
                <a:gd name="connsiteX15-135" fmla="*/ 3410216 w 3960000"/>
                <a:gd name="connsiteY15-136" fmla="*/ 195189 h 3960000"/>
                <a:gd name="connsiteX16-137" fmla="*/ 2841893 w 3960000"/>
                <a:gd name="connsiteY16-138" fmla="*/ 181064 h 3960000"/>
                <a:gd name="connsiteX17-139" fmla="*/ 308009 w 3960000"/>
                <a:gd name="connsiteY17-140" fmla="*/ 0 h 3960000"/>
                <a:gd name="connsiteX18-141" fmla="*/ 3651991 w 3960000"/>
                <a:gd name="connsiteY18-142" fmla="*/ 0 h 3960000"/>
                <a:gd name="connsiteX19-143" fmla="*/ 3960000 w 3960000"/>
                <a:gd name="connsiteY19-144" fmla="*/ 308009 h 3960000"/>
                <a:gd name="connsiteX20-145" fmla="*/ 3960000 w 3960000"/>
                <a:gd name="connsiteY20-146" fmla="*/ 3651991 h 3960000"/>
                <a:gd name="connsiteX21-147" fmla="*/ 3651991 w 3960000"/>
                <a:gd name="connsiteY21-148" fmla="*/ 3960000 h 3960000"/>
                <a:gd name="connsiteX22-149" fmla="*/ 308009 w 3960000"/>
                <a:gd name="connsiteY22-150" fmla="*/ 3960000 h 3960000"/>
                <a:gd name="connsiteX23-151" fmla="*/ 0 w 3960000"/>
                <a:gd name="connsiteY23-152" fmla="*/ 3651991 h 3960000"/>
                <a:gd name="connsiteX24-153" fmla="*/ 0 w 3960000"/>
                <a:gd name="connsiteY24-154" fmla="*/ 308009 h 3960000"/>
                <a:gd name="connsiteX25-155" fmla="*/ 308009 w 3960000"/>
                <a:gd name="connsiteY25-156" fmla="*/ 0 h 3960000"/>
                <a:gd name="connsiteX0-157" fmla="*/ 2841893 w 3960000"/>
                <a:gd name="connsiteY0-158" fmla="*/ 181064 h 3960000"/>
                <a:gd name="connsiteX1-159" fmla="*/ 2105790 w 3960000"/>
                <a:gd name="connsiteY1-160" fmla="*/ 859562 h 3960000"/>
                <a:gd name="connsiteX2-161" fmla="*/ 2106860 w 3960000"/>
                <a:gd name="connsiteY2-162" fmla="*/ 863292 h 3960000"/>
                <a:gd name="connsiteX3-163" fmla="*/ 2106860 w 3960000"/>
                <a:gd name="connsiteY3-164" fmla="*/ 1248172 h 3960000"/>
                <a:gd name="connsiteX4-165" fmla="*/ 1691968 w 3960000"/>
                <a:gd name="connsiteY4-166" fmla="*/ 1248172 h 3960000"/>
                <a:gd name="connsiteX5-167" fmla="*/ 1691968 w 3960000"/>
                <a:gd name="connsiteY5-168" fmla="*/ 1824236 h 3960000"/>
                <a:gd name="connsiteX6-169" fmla="*/ 2106860 w 3960000"/>
                <a:gd name="connsiteY6-170" fmla="*/ 1824236 h 3960000"/>
                <a:gd name="connsiteX7-171" fmla="*/ 2106860 w 3960000"/>
                <a:gd name="connsiteY7-172" fmla="*/ 3779396 h 3960000"/>
                <a:gd name="connsiteX8-173" fmla="*/ 2754932 w 3960000"/>
                <a:gd name="connsiteY8-174" fmla="*/ 3779396 h 3960000"/>
                <a:gd name="connsiteX9-175" fmla="*/ 2754932 w 3960000"/>
                <a:gd name="connsiteY9-176" fmla="*/ 1824236 h 3960000"/>
                <a:gd name="connsiteX10-177" fmla="*/ 3305869 w 3960000"/>
                <a:gd name="connsiteY10-178" fmla="*/ 1813665 h 3960000"/>
                <a:gd name="connsiteX11-179" fmla="*/ 3348152 w 3960000"/>
                <a:gd name="connsiteY11-180" fmla="*/ 1248172 h 3960000"/>
                <a:gd name="connsiteX12-181" fmla="*/ 2754932 w 3960000"/>
                <a:gd name="connsiteY12-182" fmla="*/ 1248172 h 3960000"/>
                <a:gd name="connsiteX13-183" fmla="*/ 2754932 w 3960000"/>
                <a:gd name="connsiteY13-184" fmla="*/ 907124 h 3960000"/>
                <a:gd name="connsiteX14-185" fmla="*/ 3369037 w 3960000"/>
                <a:gd name="connsiteY14-186" fmla="*/ 704441 h 3960000"/>
                <a:gd name="connsiteX15-187" fmla="*/ 3410216 w 3960000"/>
                <a:gd name="connsiteY15-188" fmla="*/ 195189 h 3960000"/>
                <a:gd name="connsiteX16-189" fmla="*/ 2841893 w 3960000"/>
                <a:gd name="connsiteY16-190" fmla="*/ 181064 h 3960000"/>
                <a:gd name="connsiteX17-191" fmla="*/ 308009 w 3960000"/>
                <a:gd name="connsiteY17-192" fmla="*/ 0 h 3960000"/>
                <a:gd name="connsiteX18-193" fmla="*/ 3651991 w 3960000"/>
                <a:gd name="connsiteY18-194" fmla="*/ 0 h 3960000"/>
                <a:gd name="connsiteX19-195" fmla="*/ 3960000 w 3960000"/>
                <a:gd name="connsiteY19-196" fmla="*/ 308009 h 3960000"/>
                <a:gd name="connsiteX20-197" fmla="*/ 3960000 w 3960000"/>
                <a:gd name="connsiteY20-198" fmla="*/ 3651991 h 3960000"/>
                <a:gd name="connsiteX21-199" fmla="*/ 3651991 w 3960000"/>
                <a:gd name="connsiteY21-200" fmla="*/ 3960000 h 3960000"/>
                <a:gd name="connsiteX22-201" fmla="*/ 308009 w 3960000"/>
                <a:gd name="connsiteY22-202" fmla="*/ 3960000 h 3960000"/>
                <a:gd name="connsiteX23-203" fmla="*/ 0 w 3960000"/>
                <a:gd name="connsiteY23-204" fmla="*/ 3651991 h 3960000"/>
                <a:gd name="connsiteX24-205" fmla="*/ 0 w 3960000"/>
                <a:gd name="connsiteY24-206" fmla="*/ 308009 h 3960000"/>
                <a:gd name="connsiteX25-207" fmla="*/ 308009 w 3960000"/>
                <a:gd name="connsiteY25-208" fmla="*/ 0 h 3960000"/>
                <a:gd name="connsiteX0-209" fmla="*/ 2841893 w 3960000"/>
                <a:gd name="connsiteY0-210" fmla="*/ 181064 h 3960000"/>
                <a:gd name="connsiteX1-211" fmla="*/ 2105790 w 3960000"/>
                <a:gd name="connsiteY1-212" fmla="*/ 859562 h 3960000"/>
                <a:gd name="connsiteX2-213" fmla="*/ 2106860 w 3960000"/>
                <a:gd name="connsiteY2-214" fmla="*/ 863292 h 3960000"/>
                <a:gd name="connsiteX3-215" fmla="*/ 2106860 w 3960000"/>
                <a:gd name="connsiteY3-216" fmla="*/ 1248172 h 3960000"/>
                <a:gd name="connsiteX4-217" fmla="*/ 1691968 w 3960000"/>
                <a:gd name="connsiteY4-218" fmla="*/ 1248172 h 3960000"/>
                <a:gd name="connsiteX5-219" fmla="*/ 1691968 w 3960000"/>
                <a:gd name="connsiteY5-220" fmla="*/ 1824236 h 3960000"/>
                <a:gd name="connsiteX6-221" fmla="*/ 2106860 w 3960000"/>
                <a:gd name="connsiteY6-222" fmla="*/ 1824236 h 3960000"/>
                <a:gd name="connsiteX7-223" fmla="*/ 2106860 w 3960000"/>
                <a:gd name="connsiteY7-224" fmla="*/ 3779396 h 3960000"/>
                <a:gd name="connsiteX8-225" fmla="*/ 2754932 w 3960000"/>
                <a:gd name="connsiteY8-226" fmla="*/ 3779396 h 3960000"/>
                <a:gd name="connsiteX9-227" fmla="*/ 2754932 w 3960000"/>
                <a:gd name="connsiteY9-228" fmla="*/ 1824236 h 3960000"/>
                <a:gd name="connsiteX10-229" fmla="*/ 3305869 w 3960000"/>
                <a:gd name="connsiteY10-230" fmla="*/ 1813665 h 3960000"/>
                <a:gd name="connsiteX11-231" fmla="*/ 3348152 w 3960000"/>
                <a:gd name="connsiteY11-232" fmla="*/ 1248172 h 3960000"/>
                <a:gd name="connsiteX12-233" fmla="*/ 2754932 w 3960000"/>
                <a:gd name="connsiteY12-234" fmla="*/ 1248172 h 3960000"/>
                <a:gd name="connsiteX13-235" fmla="*/ 2754932 w 3960000"/>
                <a:gd name="connsiteY13-236" fmla="*/ 907124 h 3960000"/>
                <a:gd name="connsiteX14-237" fmla="*/ 3369037 w 3960000"/>
                <a:gd name="connsiteY14-238" fmla="*/ 704441 h 3960000"/>
                <a:gd name="connsiteX15-239" fmla="*/ 3410216 w 3960000"/>
                <a:gd name="connsiteY15-240" fmla="*/ 195189 h 3960000"/>
                <a:gd name="connsiteX16-241" fmla="*/ 2841893 w 3960000"/>
                <a:gd name="connsiteY16-242" fmla="*/ 181064 h 3960000"/>
                <a:gd name="connsiteX17-243" fmla="*/ 308009 w 3960000"/>
                <a:gd name="connsiteY17-244" fmla="*/ 0 h 3960000"/>
                <a:gd name="connsiteX18-245" fmla="*/ 3651991 w 3960000"/>
                <a:gd name="connsiteY18-246" fmla="*/ 0 h 3960000"/>
                <a:gd name="connsiteX19-247" fmla="*/ 3960000 w 3960000"/>
                <a:gd name="connsiteY19-248" fmla="*/ 308009 h 3960000"/>
                <a:gd name="connsiteX20-249" fmla="*/ 3960000 w 3960000"/>
                <a:gd name="connsiteY20-250" fmla="*/ 3651991 h 3960000"/>
                <a:gd name="connsiteX21-251" fmla="*/ 3651991 w 3960000"/>
                <a:gd name="connsiteY21-252" fmla="*/ 3960000 h 3960000"/>
                <a:gd name="connsiteX22-253" fmla="*/ 308009 w 3960000"/>
                <a:gd name="connsiteY22-254" fmla="*/ 3960000 h 3960000"/>
                <a:gd name="connsiteX23-255" fmla="*/ 0 w 3960000"/>
                <a:gd name="connsiteY23-256" fmla="*/ 3651991 h 3960000"/>
                <a:gd name="connsiteX24-257" fmla="*/ 0 w 3960000"/>
                <a:gd name="connsiteY24-258" fmla="*/ 308009 h 3960000"/>
                <a:gd name="connsiteX25-259" fmla="*/ 308009 w 3960000"/>
                <a:gd name="connsiteY25-260" fmla="*/ 0 h 396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</a:cxnLst>
              <a:rect l="l" t="t" r="r" b="b"/>
              <a:pathLst>
                <a:path w="3960000" h="3960000">
                  <a:moveTo>
                    <a:pt x="2841893" y="181064"/>
                  </a:moveTo>
                  <a:cubicBezTo>
                    <a:pt x="2485731" y="190239"/>
                    <a:pt x="2106781" y="339266"/>
                    <a:pt x="2105790" y="859562"/>
                  </a:cubicBezTo>
                  <a:lnTo>
                    <a:pt x="2106860" y="863292"/>
                  </a:lnTo>
                  <a:lnTo>
                    <a:pt x="2106860" y="1248172"/>
                  </a:lnTo>
                  <a:lnTo>
                    <a:pt x="1691968" y="1248172"/>
                  </a:lnTo>
                  <a:lnTo>
                    <a:pt x="1691968" y="1824236"/>
                  </a:lnTo>
                  <a:lnTo>
                    <a:pt x="2106860" y="1824236"/>
                  </a:lnTo>
                  <a:lnTo>
                    <a:pt x="2106860" y="3779396"/>
                  </a:lnTo>
                  <a:lnTo>
                    <a:pt x="2754932" y="3779396"/>
                  </a:lnTo>
                  <a:lnTo>
                    <a:pt x="2754932" y="1824236"/>
                  </a:lnTo>
                  <a:lnTo>
                    <a:pt x="3305869" y="1813665"/>
                  </a:lnTo>
                  <a:lnTo>
                    <a:pt x="3348152" y="1248172"/>
                  </a:lnTo>
                  <a:lnTo>
                    <a:pt x="2754932" y="1248172"/>
                  </a:lnTo>
                  <a:lnTo>
                    <a:pt x="2754932" y="907124"/>
                  </a:lnTo>
                  <a:cubicBezTo>
                    <a:pt x="2746287" y="682909"/>
                    <a:pt x="3126764" y="685506"/>
                    <a:pt x="3369037" y="704441"/>
                  </a:cubicBezTo>
                  <a:cubicBezTo>
                    <a:pt x="3391941" y="556446"/>
                    <a:pt x="3409927" y="381656"/>
                    <a:pt x="3410216" y="195189"/>
                  </a:cubicBezTo>
                  <a:cubicBezTo>
                    <a:pt x="3239930" y="163882"/>
                    <a:pt x="3118909" y="173928"/>
                    <a:pt x="2841893" y="181064"/>
                  </a:cubicBezTo>
                  <a:close/>
                  <a:moveTo>
                    <a:pt x="308009" y="0"/>
                  </a:moveTo>
                  <a:lnTo>
                    <a:pt x="3651991" y="0"/>
                  </a:lnTo>
                  <a:cubicBezTo>
                    <a:pt x="3822100" y="0"/>
                    <a:pt x="3960000" y="137900"/>
                    <a:pt x="3960000" y="308009"/>
                  </a:cubicBezTo>
                  <a:lnTo>
                    <a:pt x="3960000" y="3651991"/>
                  </a:lnTo>
                  <a:cubicBezTo>
                    <a:pt x="3960000" y="3822100"/>
                    <a:pt x="3822100" y="3960000"/>
                    <a:pt x="3651991" y="3960000"/>
                  </a:cubicBezTo>
                  <a:lnTo>
                    <a:pt x="308009" y="3960000"/>
                  </a:lnTo>
                  <a:cubicBezTo>
                    <a:pt x="137900" y="3960000"/>
                    <a:pt x="0" y="3822100"/>
                    <a:pt x="0" y="3651991"/>
                  </a:cubicBezTo>
                  <a:lnTo>
                    <a:pt x="0" y="308009"/>
                  </a:lnTo>
                  <a:cubicBezTo>
                    <a:pt x="0" y="137900"/>
                    <a:pt x="137900" y="0"/>
                    <a:pt x="30800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 sz="270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377950" y="1445260"/>
            <a:ext cx="3679190" cy="1126490"/>
            <a:chOff x="2170" y="2276"/>
            <a:chExt cx="5794" cy="1774"/>
          </a:xfrm>
        </p:grpSpPr>
        <p:sp>
          <p:nvSpPr>
            <p:cNvPr id="694" name="CustomShape 6"/>
            <p:cNvSpPr/>
            <p:nvPr/>
          </p:nvSpPr>
          <p:spPr>
            <a:xfrm>
              <a:off x="2170" y="2569"/>
              <a:ext cx="3749" cy="429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/>
            <a:p>
              <a:pPr algn="r">
                <a:lnSpc>
                  <a:spcPct val="100000"/>
                </a:lnSpc>
              </a:pPr>
              <a:r>
                <a:rPr lang="en-ID" sz="1200" b="1" spc="-1">
                  <a:solidFill>
                    <a:srgbClr val="404040"/>
                  </a:solidFill>
                  <a:latin typeface="Arial" panose="020B0604020202020204"/>
                  <a:ea typeface="Arial Unicode MS"/>
                  <a:sym typeface="+mn-ea"/>
                </a:rPr>
                <a:t>Media Telekomunikasi</a:t>
              </a:r>
              <a:endParaRPr lang="en-ID" sz="1200" b="0" strike="noStrike" spc="-1">
                <a:latin typeface="Arial" panose="020B0604020202020204"/>
              </a:endParaRPr>
            </a:p>
          </p:txBody>
        </p:sp>
        <p:sp>
          <p:nvSpPr>
            <p:cNvPr id="748" name="CustomShape 60"/>
            <p:cNvSpPr/>
            <p:nvPr/>
          </p:nvSpPr>
          <p:spPr>
            <a:xfrm>
              <a:off x="6036" y="2334"/>
              <a:ext cx="1929" cy="1716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749" name="CustomShape 61"/>
            <p:cNvSpPr/>
            <p:nvPr/>
          </p:nvSpPr>
          <p:spPr>
            <a:xfrm>
              <a:off x="6036" y="2276"/>
              <a:ext cx="1929" cy="1716"/>
            </a:xfrm>
            <a:custGeom>
              <a:avLst/>
              <a:gdLst/>
              <a:ahLst/>
              <a:cxnLst/>
              <a:rect l="l" t="t" r="r" b="b"/>
              <a:pathLst>
                <a:path w="798" h="583">
                  <a:moveTo>
                    <a:pt x="194" y="0"/>
                  </a:moveTo>
                  <a:cubicBezTo>
                    <a:pt x="199" y="0"/>
                    <a:pt x="599" y="0"/>
                    <a:pt x="604" y="0"/>
                  </a:cubicBezTo>
                  <a:cubicBezTo>
                    <a:pt x="711" y="0"/>
                    <a:pt x="798" y="87"/>
                    <a:pt x="798" y="195"/>
                  </a:cubicBezTo>
                  <a:cubicBezTo>
                    <a:pt x="798" y="196"/>
                    <a:pt x="798" y="197"/>
                    <a:pt x="798" y="198"/>
                  </a:cubicBezTo>
                  <a:cubicBezTo>
                    <a:pt x="798" y="198"/>
                    <a:pt x="798" y="198"/>
                    <a:pt x="798" y="198"/>
                  </a:cubicBezTo>
                  <a:cubicBezTo>
                    <a:pt x="798" y="583"/>
                    <a:pt x="798" y="583"/>
                    <a:pt x="798" y="583"/>
                  </a:cubicBezTo>
                  <a:cubicBezTo>
                    <a:pt x="798" y="476"/>
                    <a:pt x="711" y="389"/>
                    <a:pt x="604" y="389"/>
                  </a:cubicBezTo>
                  <a:cubicBezTo>
                    <a:pt x="600" y="389"/>
                    <a:pt x="452" y="389"/>
                    <a:pt x="335" y="389"/>
                  </a:cubicBezTo>
                  <a:cubicBezTo>
                    <a:pt x="259" y="389"/>
                    <a:pt x="196" y="389"/>
                    <a:pt x="194" y="389"/>
                  </a:cubicBezTo>
                  <a:cubicBezTo>
                    <a:pt x="87" y="389"/>
                    <a:pt x="0" y="302"/>
                    <a:pt x="0" y="195"/>
                  </a:cubicBezTo>
                  <a:cubicBezTo>
                    <a:pt x="0" y="87"/>
                    <a:pt x="87" y="0"/>
                    <a:pt x="194" y="0"/>
                  </a:cubicBezTo>
                  <a:close/>
                </a:path>
              </a:pathLst>
            </a:custGeom>
            <a:solidFill>
              <a:srgbClr val="77D34C"/>
            </a:solidFill>
            <a:ln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</p:sp>
        <p:sp>
          <p:nvSpPr>
            <p:cNvPr id="77" name="Rectangle 18"/>
            <p:cNvSpPr/>
            <p:nvPr/>
          </p:nvSpPr>
          <p:spPr>
            <a:xfrm>
              <a:off x="6566" y="2569"/>
              <a:ext cx="773" cy="614"/>
            </a:xfrm>
            <a:custGeom>
              <a:avLst/>
              <a:gdLst/>
              <a:ahLst/>
              <a:cxnLst/>
              <a:rect l="l" t="t" r="r" b="b"/>
              <a:pathLst>
                <a:path w="3240000" h="2574247">
                  <a:moveTo>
                    <a:pt x="2393400" y="1814089"/>
                  </a:moveTo>
                  <a:cubicBezTo>
                    <a:pt x="2363577" y="1814089"/>
                    <a:pt x="2339400" y="1838266"/>
                    <a:pt x="2339400" y="1868089"/>
                  </a:cubicBezTo>
                  <a:cubicBezTo>
                    <a:pt x="2339400" y="1897912"/>
                    <a:pt x="2363577" y="1922089"/>
                    <a:pt x="2393400" y="1922089"/>
                  </a:cubicBezTo>
                  <a:lnTo>
                    <a:pt x="2573400" y="1922089"/>
                  </a:lnTo>
                  <a:cubicBezTo>
                    <a:pt x="2603223" y="1922089"/>
                    <a:pt x="2627400" y="1897912"/>
                    <a:pt x="2627400" y="1868089"/>
                  </a:cubicBezTo>
                  <a:cubicBezTo>
                    <a:pt x="2627400" y="1838266"/>
                    <a:pt x="2603223" y="1814089"/>
                    <a:pt x="2573400" y="1814089"/>
                  </a:cubicBezTo>
                  <a:close/>
                  <a:moveTo>
                    <a:pt x="173344" y="1814089"/>
                  </a:moveTo>
                  <a:cubicBezTo>
                    <a:pt x="143521" y="1814089"/>
                    <a:pt x="119344" y="1838266"/>
                    <a:pt x="119344" y="1868089"/>
                  </a:cubicBezTo>
                  <a:cubicBezTo>
                    <a:pt x="119344" y="1897912"/>
                    <a:pt x="143521" y="1922089"/>
                    <a:pt x="173344" y="1922089"/>
                  </a:cubicBezTo>
                  <a:lnTo>
                    <a:pt x="353344" y="1922089"/>
                  </a:lnTo>
                  <a:cubicBezTo>
                    <a:pt x="383167" y="1922089"/>
                    <a:pt x="407344" y="1897912"/>
                    <a:pt x="407344" y="1868089"/>
                  </a:cubicBezTo>
                  <a:cubicBezTo>
                    <a:pt x="407344" y="1838266"/>
                    <a:pt x="383167" y="1814089"/>
                    <a:pt x="353344" y="1814089"/>
                  </a:cubicBezTo>
                  <a:close/>
                  <a:moveTo>
                    <a:pt x="2933496" y="1796081"/>
                  </a:moveTo>
                  <a:cubicBezTo>
                    <a:pt x="2893727" y="1796081"/>
                    <a:pt x="2861488" y="1828320"/>
                    <a:pt x="2861488" y="1868089"/>
                  </a:cubicBezTo>
                  <a:cubicBezTo>
                    <a:pt x="2861488" y="1907858"/>
                    <a:pt x="2893727" y="1940097"/>
                    <a:pt x="2933496" y="1940097"/>
                  </a:cubicBezTo>
                  <a:cubicBezTo>
                    <a:pt x="2973265" y="1940097"/>
                    <a:pt x="3005504" y="1907858"/>
                    <a:pt x="3005504" y="1868089"/>
                  </a:cubicBezTo>
                  <a:cubicBezTo>
                    <a:pt x="3005504" y="1828320"/>
                    <a:pt x="2973265" y="1796081"/>
                    <a:pt x="2933496" y="1796081"/>
                  </a:cubicBezTo>
                  <a:close/>
                  <a:moveTo>
                    <a:pt x="119344" y="122856"/>
                  </a:moveTo>
                  <a:lnTo>
                    <a:pt x="119344" y="1728192"/>
                  </a:lnTo>
                  <a:lnTo>
                    <a:pt x="3120656" y="1728192"/>
                  </a:lnTo>
                  <a:lnTo>
                    <a:pt x="3120656" y="122856"/>
                  </a:lnTo>
                  <a:close/>
                  <a:moveTo>
                    <a:pt x="0" y="0"/>
                  </a:moveTo>
                  <a:lnTo>
                    <a:pt x="3240000" y="0"/>
                  </a:lnTo>
                  <a:lnTo>
                    <a:pt x="3240000" y="2016224"/>
                  </a:lnTo>
                  <a:lnTo>
                    <a:pt x="1812079" y="2016224"/>
                  </a:lnTo>
                  <a:lnTo>
                    <a:pt x="1857107" y="2320159"/>
                  </a:lnTo>
                  <a:lnTo>
                    <a:pt x="2357140" y="2320159"/>
                  </a:lnTo>
                  <a:cubicBezTo>
                    <a:pt x="2427304" y="2320159"/>
                    <a:pt x="2484184" y="2377039"/>
                    <a:pt x="2484184" y="2447203"/>
                  </a:cubicBezTo>
                  <a:lnTo>
                    <a:pt x="2484184" y="2574247"/>
                  </a:lnTo>
                  <a:lnTo>
                    <a:pt x="755992" y="2574247"/>
                  </a:lnTo>
                  <a:lnTo>
                    <a:pt x="755992" y="2447203"/>
                  </a:lnTo>
                  <a:cubicBezTo>
                    <a:pt x="755992" y="2377039"/>
                    <a:pt x="812872" y="2320159"/>
                    <a:pt x="883036" y="2320159"/>
                  </a:cubicBezTo>
                  <a:lnTo>
                    <a:pt x="1382894" y="2320159"/>
                  </a:lnTo>
                  <a:lnTo>
                    <a:pt x="1427922" y="2016224"/>
                  </a:lnTo>
                  <a:lnTo>
                    <a:pt x="0" y="201622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ko-KR" altLang="en-US" sz="27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Analisis Kompetitor</a:t>
            </a:r>
            <a:endParaRPr lang="en-ID" sz="44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16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15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8" name="Rectangle 17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9" name="Rectangle 18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stomShape 1"/>
          <p:cNvSpPr/>
          <p:nvPr/>
        </p:nvSpPr>
        <p:spPr>
          <a:xfrm>
            <a:off x="7034530" y="54864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Analisis Kompetitor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sp>
        <p:nvSpPr>
          <p:cNvPr id="5" name="CustomShape 3"/>
          <p:cNvSpPr/>
          <p:nvPr/>
        </p:nvSpPr>
        <p:spPr>
          <a:xfrm>
            <a:off x="8280400" y="115887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7" name="Rectangle 26"/>
          <p:cNvSpPr/>
          <p:nvPr/>
        </p:nvSpPr>
        <p:spPr>
          <a:xfrm>
            <a:off x="6506845" y="1783715"/>
            <a:ext cx="3181985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8" name="Rectangle 27"/>
          <p:cNvSpPr/>
          <p:nvPr/>
        </p:nvSpPr>
        <p:spPr>
          <a:xfrm>
            <a:off x="6506845" y="3466465"/>
            <a:ext cx="3181985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9" name="TextBox 5"/>
          <p:cNvSpPr txBox="1"/>
          <p:nvPr/>
        </p:nvSpPr>
        <p:spPr>
          <a:xfrm>
            <a:off x="6506845" y="2064385"/>
            <a:ext cx="3303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Diawal peluncuran, Cultivathings akan berfokus untuk menjangkau pasar pertanian Hidroponik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6"/>
          <p:cNvSpPr txBox="1"/>
          <p:nvPr/>
        </p:nvSpPr>
        <p:spPr>
          <a:xfrm>
            <a:off x="6506845" y="2714625"/>
            <a:ext cx="3303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Tantangan atau ancaman terbesar kompetisi datang dari penyedia alat pertanian Hidroponik Konvensional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34" name="Picture 33" descr="Positioning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85" y="200660"/>
            <a:ext cx="5989955" cy="53009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6506845" y="1783715"/>
            <a:ext cx="3181985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8" name="Rectangle 27"/>
          <p:cNvSpPr/>
          <p:nvPr/>
        </p:nvSpPr>
        <p:spPr>
          <a:xfrm>
            <a:off x="6506845" y="3825240"/>
            <a:ext cx="3181985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9" name="TextBox 5"/>
          <p:cNvSpPr txBox="1"/>
          <p:nvPr/>
        </p:nvSpPr>
        <p:spPr>
          <a:xfrm>
            <a:off x="6506845" y="2064385"/>
            <a:ext cx="3303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Menjalin kerjasama dengan beberapa kompetitor terbesar untuk meningkatan akuisisi customer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0" name="TextBox 6"/>
          <p:cNvSpPr txBox="1"/>
          <p:nvPr/>
        </p:nvSpPr>
        <p:spPr>
          <a:xfrm>
            <a:off x="6506845" y="2714625"/>
            <a:ext cx="330390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Cultivathings lebih berfokus terhadap pengembangan teknologi komputer, sedangkan sistem mekanik hidroponik disediakan oleh perusahaan Hidroponik Konvensional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34" name="Picture 33" descr="C:\Users\Dwi Rizki Manggala P\Downloads\Positioning 2 (1).pngPositioning 2 (1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2085" y="261620"/>
            <a:ext cx="5989955" cy="5179060"/>
          </a:xfrm>
          <a:prstGeom prst="rect">
            <a:avLst/>
          </a:prstGeom>
        </p:spPr>
      </p:pic>
      <p:sp>
        <p:nvSpPr>
          <p:cNvPr id="2" name="CustomShape 3"/>
          <p:cNvSpPr/>
          <p:nvPr/>
        </p:nvSpPr>
        <p:spPr>
          <a:xfrm>
            <a:off x="8280400" y="115887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" name="CustomShape 1"/>
          <p:cNvSpPr/>
          <p:nvPr/>
        </p:nvSpPr>
        <p:spPr>
          <a:xfrm>
            <a:off x="7034530" y="54864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Analisis Kompetitor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6506845" y="2142490"/>
            <a:ext cx="3181985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8" name="Rectangle 27"/>
          <p:cNvSpPr/>
          <p:nvPr/>
        </p:nvSpPr>
        <p:spPr>
          <a:xfrm>
            <a:off x="6506845" y="3215005"/>
            <a:ext cx="3181985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2700" dirty="0"/>
          </a:p>
        </p:txBody>
      </p:sp>
      <p:sp>
        <p:nvSpPr>
          <p:cNvPr id="29" name="TextBox 5"/>
          <p:cNvSpPr txBox="1"/>
          <p:nvPr/>
        </p:nvSpPr>
        <p:spPr>
          <a:xfrm>
            <a:off x="6506845" y="2423160"/>
            <a:ext cx="33039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Culviathings dapat menjangkau market yang lebih luas jika dibandingkan dengan semua </a:t>
            </a:r>
            <a:r>
              <a:rPr lang="en-ID" sz="1200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start-up </a:t>
            </a:r>
            <a:r>
              <a:rPr lang="en-ID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rPr>
              <a:t>IoT AgriTech lainnya</a:t>
            </a:r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34" name="Picture 33" descr="C:\Users\Dwi Rizki Manggala P\Downloads\Positioning 3.jpgPositioning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72085" y="216535"/>
            <a:ext cx="6334125" cy="5270500"/>
          </a:xfrm>
          <a:prstGeom prst="rect">
            <a:avLst/>
          </a:prstGeom>
        </p:spPr>
      </p:pic>
      <p:sp>
        <p:nvSpPr>
          <p:cNvPr id="4" name="CustomShape 3"/>
          <p:cNvSpPr/>
          <p:nvPr/>
        </p:nvSpPr>
        <p:spPr>
          <a:xfrm>
            <a:off x="8280400" y="115887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" name="CustomShape 1"/>
          <p:cNvSpPr/>
          <p:nvPr/>
        </p:nvSpPr>
        <p:spPr>
          <a:xfrm>
            <a:off x="7034530" y="54864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Analisis Kompetitor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Strategi Manajemen</a:t>
            </a:r>
            <a:endParaRPr lang="en-ID" sz="44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16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15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8" name="Rectangle 17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  <p:sp>
            <p:nvSpPr>
              <p:cNvPr id="19" name="Rectangle 18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599327" y="4298981"/>
            <a:ext cx="1923411" cy="297657"/>
            <a:chOff x="1323597" y="4653887"/>
            <a:chExt cx="2326267" cy="360001"/>
          </a:xfrm>
        </p:grpSpPr>
        <p:sp>
          <p:nvSpPr>
            <p:cNvPr id="18" name="TextBox 17"/>
            <p:cNvSpPr txBox="1"/>
            <p:nvPr/>
          </p:nvSpPr>
          <p:spPr>
            <a:xfrm>
              <a:off x="1323597" y="4671363"/>
              <a:ext cx="1961038" cy="3256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ID" altLang="en-US" sz="1160" b="1" dirty="0">
                  <a:solidFill>
                    <a:schemeClr val="accent4"/>
                  </a:solidFill>
                  <a:cs typeface="Arial" panose="020B0604020202020204" pitchFamily="34" charset="0"/>
                </a:rPr>
                <a:t>Supplier</a:t>
              </a:r>
              <a:endParaRPr lang="en-ID" altLang="en-US" sz="1160" b="1" dirty="0">
                <a:solidFill>
                  <a:schemeClr val="accent4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3290275" y="4653887"/>
              <a:ext cx="359589" cy="36000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<a:noAutofit/>
            </a:bodyPr>
            <a:lstStyle/>
            <a:p>
              <a:pPr algn="r"/>
              <a:endParaRPr lang="ko-KR" altLang="en-US" sz="223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02599" y="4662903"/>
              <a:ext cx="334940" cy="3256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60" b="1" dirty="0">
                  <a:solidFill>
                    <a:schemeClr val="bg1"/>
                  </a:solidFill>
                  <a:cs typeface="Arial" panose="020B0604020202020204" pitchFamily="34" charset="0"/>
                </a:rPr>
                <a:t>1</a:t>
              </a:r>
              <a:endParaRPr lang="ko-KR" altLang="en-US" sz="1160" b="1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37" name="Rectangle 7"/>
          <p:cNvSpPr/>
          <p:nvPr/>
        </p:nvSpPr>
        <p:spPr>
          <a:xfrm>
            <a:off x="2781343" y="3122813"/>
            <a:ext cx="266270" cy="266270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401869" y="2055482"/>
                </a:moveTo>
                <a:lnTo>
                  <a:pt x="869869" y="2055482"/>
                </a:lnTo>
                <a:lnTo>
                  <a:pt x="869869" y="2919482"/>
                </a:lnTo>
                <a:lnTo>
                  <a:pt x="401869" y="2919482"/>
                </a:lnTo>
                <a:close/>
                <a:moveTo>
                  <a:pt x="1121949" y="1695482"/>
                </a:moveTo>
                <a:lnTo>
                  <a:pt x="1589949" y="1695482"/>
                </a:lnTo>
                <a:lnTo>
                  <a:pt x="1589949" y="2919482"/>
                </a:lnTo>
                <a:lnTo>
                  <a:pt x="1121949" y="2919482"/>
                </a:lnTo>
                <a:close/>
                <a:moveTo>
                  <a:pt x="1842029" y="1335482"/>
                </a:moveTo>
                <a:lnTo>
                  <a:pt x="2310029" y="1335482"/>
                </a:lnTo>
                <a:lnTo>
                  <a:pt x="2310029" y="2919482"/>
                </a:lnTo>
                <a:lnTo>
                  <a:pt x="1842029" y="2919482"/>
                </a:lnTo>
                <a:close/>
                <a:moveTo>
                  <a:pt x="2562109" y="975482"/>
                </a:moveTo>
                <a:lnTo>
                  <a:pt x="3030109" y="975482"/>
                </a:lnTo>
                <a:lnTo>
                  <a:pt x="3030109" y="2919482"/>
                </a:lnTo>
                <a:lnTo>
                  <a:pt x="2562109" y="2919482"/>
                </a:lnTo>
                <a:close/>
                <a:moveTo>
                  <a:pt x="2321888" y="224805"/>
                </a:moveTo>
                <a:lnTo>
                  <a:pt x="2880631" y="247420"/>
                </a:lnTo>
                <a:lnTo>
                  <a:pt x="2620844" y="742612"/>
                </a:lnTo>
                <a:lnTo>
                  <a:pt x="2546105" y="613161"/>
                </a:lnTo>
                <a:lnTo>
                  <a:pt x="541555" y="1770488"/>
                </a:lnTo>
                <a:lnTo>
                  <a:pt x="392077" y="1511585"/>
                </a:lnTo>
                <a:lnTo>
                  <a:pt x="2396627" y="354257"/>
                </a:lnTo>
                <a:close/>
                <a:moveTo>
                  <a:pt x="0" y="0"/>
                </a:moveTo>
                <a:lnTo>
                  <a:pt x="180000" y="0"/>
                </a:lnTo>
                <a:lnTo>
                  <a:pt x="180000" y="3059999"/>
                </a:lnTo>
                <a:lnTo>
                  <a:pt x="3240000" y="3059999"/>
                </a:lnTo>
                <a:lnTo>
                  <a:pt x="3240000" y="3239999"/>
                </a:lnTo>
                <a:lnTo>
                  <a:pt x="180000" y="3239999"/>
                </a:lnTo>
                <a:lnTo>
                  <a:pt x="180000" y="3240000"/>
                </a:lnTo>
                <a:lnTo>
                  <a:pt x="0" y="3240000"/>
                </a:lnTo>
                <a:lnTo>
                  <a:pt x="0" y="3239999"/>
                </a:lnTo>
                <a:lnTo>
                  <a:pt x="0" y="3059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5604" tIns="37802" rIns="75604" bIns="37802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490" dirty="0"/>
          </a:p>
        </p:txBody>
      </p:sp>
      <p:sp>
        <p:nvSpPr>
          <p:cNvPr id="38" name="Rounded Rectangle 10"/>
          <p:cNvSpPr/>
          <p:nvPr/>
        </p:nvSpPr>
        <p:spPr>
          <a:xfrm>
            <a:off x="4246014" y="4628718"/>
            <a:ext cx="210145" cy="278104"/>
          </a:xfrm>
          <a:custGeom>
            <a:avLst/>
            <a:gdLst/>
            <a:ahLst/>
            <a:cxnLst/>
            <a:rect l="l" t="t" r="r" b="b"/>
            <a:pathLst>
              <a:path w="2448272" h="3240000">
                <a:moveTo>
                  <a:pt x="1358676" y="2676152"/>
                </a:moveTo>
                <a:cubicBezTo>
                  <a:pt x="1327753" y="2676152"/>
                  <a:pt x="1302685" y="2701220"/>
                  <a:pt x="1302685" y="2732143"/>
                </a:cubicBezTo>
                <a:lnTo>
                  <a:pt x="1302685" y="2956101"/>
                </a:lnTo>
                <a:cubicBezTo>
                  <a:pt x="1302685" y="2987024"/>
                  <a:pt x="1327753" y="3012092"/>
                  <a:pt x="1358676" y="3012092"/>
                </a:cubicBezTo>
                <a:lnTo>
                  <a:pt x="1582634" y="3012092"/>
                </a:lnTo>
                <a:cubicBezTo>
                  <a:pt x="1613557" y="3012092"/>
                  <a:pt x="1638625" y="2987024"/>
                  <a:pt x="1638625" y="2956101"/>
                </a:cubicBezTo>
                <a:lnTo>
                  <a:pt x="1638625" y="2732143"/>
                </a:lnTo>
                <a:cubicBezTo>
                  <a:pt x="1638625" y="2701220"/>
                  <a:pt x="1613557" y="2676152"/>
                  <a:pt x="1582634" y="2676152"/>
                </a:cubicBezTo>
                <a:close/>
                <a:moveTo>
                  <a:pt x="837062" y="2676152"/>
                </a:moveTo>
                <a:cubicBezTo>
                  <a:pt x="806139" y="2676152"/>
                  <a:pt x="781071" y="2701220"/>
                  <a:pt x="781071" y="2732143"/>
                </a:cubicBezTo>
                <a:lnTo>
                  <a:pt x="781071" y="2956101"/>
                </a:lnTo>
                <a:cubicBezTo>
                  <a:pt x="781071" y="2987024"/>
                  <a:pt x="806139" y="3012092"/>
                  <a:pt x="837062" y="3012092"/>
                </a:cubicBezTo>
                <a:lnTo>
                  <a:pt x="1061020" y="3012092"/>
                </a:lnTo>
                <a:cubicBezTo>
                  <a:pt x="1091943" y="3012092"/>
                  <a:pt x="1117011" y="2987024"/>
                  <a:pt x="1117011" y="2956101"/>
                </a:cubicBezTo>
                <a:lnTo>
                  <a:pt x="1117011" y="2732143"/>
                </a:lnTo>
                <a:cubicBezTo>
                  <a:pt x="1117011" y="2701220"/>
                  <a:pt x="1091943" y="2676152"/>
                  <a:pt x="1061020" y="2676152"/>
                </a:cubicBezTo>
                <a:close/>
                <a:moveTo>
                  <a:pt x="315448" y="2676152"/>
                </a:moveTo>
                <a:cubicBezTo>
                  <a:pt x="284525" y="2676152"/>
                  <a:pt x="259457" y="2701220"/>
                  <a:pt x="259457" y="2732143"/>
                </a:cubicBezTo>
                <a:lnTo>
                  <a:pt x="259457" y="2956101"/>
                </a:lnTo>
                <a:cubicBezTo>
                  <a:pt x="259457" y="2987024"/>
                  <a:pt x="284525" y="3012092"/>
                  <a:pt x="315448" y="3012092"/>
                </a:cubicBezTo>
                <a:lnTo>
                  <a:pt x="539406" y="3012092"/>
                </a:lnTo>
                <a:cubicBezTo>
                  <a:pt x="570329" y="3012092"/>
                  <a:pt x="595397" y="2987024"/>
                  <a:pt x="595397" y="2956101"/>
                </a:cubicBezTo>
                <a:lnTo>
                  <a:pt x="595397" y="2732143"/>
                </a:lnTo>
                <a:cubicBezTo>
                  <a:pt x="595397" y="2701220"/>
                  <a:pt x="570329" y="2676152"/>
                  <a:pt x="539406" y="2676152"/>
                </a:cubicBezTo>
                <a:close/>
                <a:moveTo>
                  <a:pt x="1880291" y="2179832"/>
                </a:moveTo>
                <a:cubicBezTo>
                  <a:pt x="1849368" y="2179832"/>
                  <a:pt x="1824300" y="2204900"/>
                  <a:pt x="1824300" y="2235823"/>
                </a:cubicBezTo>
                <a:lnTo>
                  <a:pt x="1824300" y="2956101"/>
                </a:lnTo>
                <a:cubicBezTo>
                  <a:pt x="1824300" y="2987024"/>
                  <a:pt x="1849368" y="3012092"/>
                  <a:pt x="1880291" y="3012092"/>
                </a:cubicBezTo>
                <a:lnTo>
                  <a:pt x="2104249" y="3012092"/>
                </a:lnTo>
                <a:cubicBezTo>
                  <a:pt x="2135172" y="3012092"/>
                  <a:pt x="2160240" y="2987024"/>
                  <a:pt x="2160240" y="2956101"/>
                </a:cubicBezTo>
                <a:lnTo>
                  <a:pt x="2160240" y="2235823"/>
                </a:lnTo>
                <a:cubicBezTo>
                  <a:pt x="2160240" y="2204900"/>
                  <a:pt x="2135172" y="2179832"/>
                  <a:pt x="2104249" y="2179832"/>
                </a:cubicBezTo>
                <a:close/>
                <a:moveTo>
                  <a:pt x="1358676" y="2179832"/>
                </a:moveTo>
                <a:cubicBezTo>
                  <a:pt x="1327753" y="2179832"/>
                  <a:pt x="1302685" y="2204900"/>
                  <a:pt x="1302685" y="2235823"/>
                </a:cubicBezTo>
                <a:lnTo>
                  <a:pt x="1302685" y="2459781"/>
                </a:lnTo>
                <a:cubicBezTo>
                  <a:pt x="1302685" y="2490704"/>
                  <a:pt x="1327753" y="2515772"/>
                  <a:pt x="1358676" y="2515772"/>
                </a:cubicBezTo>
                <a:lnTo>
                  <a:pt x="1582634" y="2515772"/>
                </a:lnTo>
                <a:cubicBezTo>
                  <a:pt x="1613557" y="2515772"/>
                  <a:pt x="1638625" y="2490704"/>
                  <a:pt x="1638625" y="2459781"/>
                </a:cubicBezTo>
                <a:lnTo>
                  <a:pt x="1638625" y="2235823"/>
                </a:lnTo>
                <a:cubicBezTo>
                  <a:pt x="1638625" y="2204900"/>
                  <a:pt x="1613557" y="2179832"/>
                  <a:pt x="1582634" y="2179832"/>
                </a:cubicBezTo>
                <a:close/>
                <a:moveTo>
                  <a:pt x="837062" y="2179832"/>
                </a:moveTo>
                <a:cubicBezTo>
                  <a:pt x="806139" y="2179832"/>
                  <a:pt x="781071" y="2204900"/>
                  <a:pt x="781071" y="2235823"/>
                </a:cubicBezTo>
                <a:lnTo>
                  <a:pt x="781071" y="2459781"/>
                </a:lnTo>
                <a:cubicBezTo>
                  <a:pt x="781071" y="2490704"/>
                  <a:pt x="806139" y="2515772"/>
                  <a:pt x="837062" y="2515772"/>
                </a:cubicBezTo>
                <a:lnTo>
                  <a:pt x="1061020" y="2515772"/>
                </a:lnTo>
                <a:cubicBezTo>
                  <a:pt x="1091943" y="2515772"/>
                  <a:pt x="1117011" y="2490704"/>
                  <a:pt x="1117011" y="2459781"/>
                </a:cubicBezTo>
                <a:lnTo>
                  <a:pt x="1117011" y="2235823"/>
                </a:lnTo>
                <a:cubicBezTo>
                  <a:pt x="1117011" y="2204900"/>
                  <a:pt x="1091943" y="2179832"/>
                  <a:pt x="1061020" y="2179832"/>
                </a:cubicBezTo>
                <a:close/>
                <a:moveTo>
                  <a:pt x="315448" y="2179832"/>
                </a:moveTo>
                <a:cubicBezTo>
                  <a:pt x="284525" y="2179832"/>
                  <a:pt x="259457" y="2204900"/>
                  <a:pt x="259457" y="2235823"/>
                </a:cubicBezTo>
                <a:lnTo>
                  <a:pt x="259457" y="2459781"/>
                </a:lnTo>
                <a:cubicBezTo>
                  <a:pt x="259457" y="2490704"/>
                  <a:pt x="284525" y="2515772"/>
                  <a:pt x="315448" y="2515772"/>
                </a:cubicBezTo>
                <a:lnTo>
                  <a:pt x="539406" y="2515772"/>
                </a:lnTo>
                <a:cubicBezTo>
                  <a:pt x="570329" y="2515772"/>
                  <a:pt x="595397" y="2490704"/>
                  <a:pt x="595397" y="2459781"/>
                </a:cubicBezTo>
                <a:lnTo>
                  <a:pt x="595397" y="2235823"/>
                </a:lnTo>
                <a:cubicBezTo>
                  <a:pt x="595397" y="2204900"/>
                  <a:pt x="570329" y="2179832"/>
                  <a:pt x="539406" y="2179832"/>
                </a:cubicBezTo>
                <a:close/>
                <a:moveTo>
                  <a:pt x="1880291" y="1683512"/>
                </a:moveTo>
                <a:cubicBezTo>
                  <a:pt x="1849368" y="1683512"/>
                  <a:pt x="1824300" y="1708580"/>
                  <a:pt x="1824300" y="1739503"/>
                </a:cubicBezTo>
                <a:lnTo>
                  <a:pt x="1824300" y="1963461"/>
                </a:lnTo>
                <a:cubicBezTo>
                  <a:pt x="1824300" y="1994384"/>
                  <a:pt x="1849368" y="2019452"/>
                  <a:pt x="1880291" y="2019452"/>
                </a:cubicBezTo>
                <a:lnTo>
                  <a:pt x="2104249" y="2019452"/>
                </a:lnTo>
                <a:cubicBezTo>
                  <a:pt x="2135172" y="2019452"/>
                  <a:pt x="2160240" y="1994384"/>
                  <a:pt x="2160240" y="1963461"/>
                </a:cubicBezTo>
                <a:lnTo>
                  <a:pt x="2160240" y="1739503"/>
                </a:lnTo>
                <a:cubicBezTo>
                  <a:pt x="2160240" y="1708580"/>
                  <a:pt x="2135172" y="1683512"/>
                  <a:pt x="2104249" y="1683512"/>
                </a:cubicBezTo>
                <a:close/>
                <a:moveTo>
                  <a:pt x="1358676" y="1683512"/>
                </a:moveTo>
                <a:cubicBezTo>
                  <a:pt x="1327753" y="1683512"/>
                  <a:pt x="1302685" y="1708580"/>
                  <a:pt x="1302685" y="1739503"/>
                </a:cubicBezTo>
                <a:lnTo>
                  <a:pt x="1302685" y="1963461"/>
                </a:lnTo>
                <a:cubicBezTo>
                  <a:pt x="1302685" y="1994384"/>
                  <a:pt x="1327753" y="2019452"/>
                  <a:pt x="1358676" y="2019452"/>
                </a:cubicBezTo>
                <a:lnTo>
                  <a:pt x="1582634" y="2019452"/>
                </a:lnTo>
                <a:cubicBezTo>
                  <a:pt x="1613557" y="2019452"/>
                  <a:pt x="1638625" y="1994384"/>
                  <a:pt x="1638625" y="1963461"/>
                </a:cubicBezTo>
                <a:lnTo>
                  <a:pt x="1638625" y="1739503"/>
                </a:lnTo>
                <a:cubicBezTo>
                  <a:pt x="1638625" y="1708580"/>
                  <a:pt x="1613557" y="1683512"/>
                  <a:pt x="1582634" y="1683512"/>
                </a:cubicBezTo>
                <a:close/>
                <a:moveTo>
                  <a:pt x="837062" y="1683512"/>
                </a:moveTo>
                <a:cubicBezTo>
                  <a:pt x="806139" y="1683512"/>
                  <a:pt x="781071" y="1708580"/>
                  <a:pt x="781071" y="1739503"/>
                </a:cubicBezTo>
                <a:lnTo>
                  <a:pt x="781071" y="1963461"/>
                </a:lnTo>
                <a:cubicBezTo>
                  <a:pt x="781071" y="1994384"/>
                  <a:pt x="806139" y="2019452"/>
                  <a:pt x="837062" y="2019452"/>
                </a:cubicBezTo>
                <a:lnTo>
                  <a:pt x="1061020" y="2019452"/>
                </a:lnTo>
                <a:cubicBezTo>
                  <a:pt x="1091943" y="2019452"/>
                  <a:pt x="1117011" y="1994384"/>
                  <a:pt x="1117011" y="1963461"/>
                </a:cubicBezTo>
                <a:lnTo>
                  <a:pt x="1117011" y="1739503"/>
                </a:lnTo>
                <a:cubicBezTo>
                  <a:pt x="1117011" y="1708580"/>
                  <a:pt x="1091943" y="1683512"/>
                  <a:pt x="1061020" y="1683512"/>
                </a:cubicBezTo>
                <a:close/>
                <a:moveTo>
                  <a:pt x="315448" y="1683512"/>
                </a:moveTo>
                <a:cubicBezTo>
                  <a:pt x="284525" y="1683512"/>
                  <a:pt x="259457" y="1708580"/>
                  <a:pt x="259457" y="1739503"/>
                </a:cubicBezTo>
                <a:lnTo>
                  <a:pt x="259457" y="1963461"/>
                </a:lnTo>
                <a:cubicBezTo>
                  <a:pt x="259457" y="1994384"/>
                  <a:pt x="284525" y="2019452"/>
                  <a:pt x="315448" y="2019452"/>
                </a:cubicBezTo>
                <a:lnTo>
                  <a:pt x="539406" y="2019452"/>
                </a:lnTo>
                <a:cubicBezTo>
                  <a:pt x="570329" y="2019452"/>
                  <a:pt x="595397" y="1994384"/>
                  <a:pt x="595397" y="1963461"/>
                </a:cubicBezTo>
                <a:lnTo>
                  <a:pt x="595397" y="1739503"/>
                </a:lnTo>
                <a:cubicBezTo>
                  <a:pt x="595397" y="1708580"/>
                  <a:pt x="570329" y="1683512"/>
                  <a:pt x="539406" y="1683512"/>
                </a:cubicBezTo>
                <a:close/>
                <a:moveTo>
                  <a:pt x="1880291" y="1187192"/>
                </a:moveTo>
                <a:cubicBezTo>
                  <a:pt x="1849368" y="1187192"/>
                  <a:pt x="1824300" y="1212260"/>
                  <a:pt x="1824300" y="1243183"/>
                </a:cubicBezTo>
                <a:lnTo>
                  <a:pt x="1824300" y="1467141"/>
                </a:lnTo>
                <a:cubicBezTo>
                  <a:pt x="1824300" y="1498064"/>
                  <a:pt x="1849368" y="1523132"/>
                  <a:pt x="1880291" y="1523132"/>
                </a:cubicBezTo>
                <a:lnTo>
                  <a:pt x="2104249" y="1523132"/>
                </a:lnTo>
                <a:cubicBezTo>
                  <a:pt x="2135172" y="1523132"/>
                  <a:pt x="2160240" y="1498064"/>
                  <a:pt x="2160240" y="1467141"/>
                </a:cubicBezTo>
                <a:lnTo>
                  <a:pt x="2160240" y="1243183"/>
                </a:lnTo>
                <a:cubicBezTo>
                  <a:pt x="2160240" y="1212260"/>
                  <a:pt x="2135172" y="1187192"/>
                  <a:pt x="2104249" y="1187192"/>
                </a:cubicBezTo>
                <a:close/>
                <a:moveTo>
                  <a:pt x="1358676" y="1187192"/>
                </a:moveTo>
                <a:cubicBezTo>
                  <a:pt x="1327753" y="1187192"/>
                  <a:pt x="1302685" y="1212260"/>
                  <a:pt x="1302685" y="1243183"/>
                </a:cubicBezTo>
                <a:lnTo>
                  <a:pt x="1302685" y="1467141"/>
                </a:lnTo>
                <a:cubicBezTo>
                  <a:pt x="1302685" y="1498064"/>
                  <a:pt x="1327753" y="1523132"/>
                  <a:pt x="1358676" y="1523132"/>
                </a:cubicBezTo>
                <a:lnTo>
                  <a:pt x="1582634" y="1523132"/>
                </a:lnTo>
                <a:cubicBezTo>
                  <a:pt x="1613557" y="1523132"/>
                  <a:pt x="1638625" y="1498064"/>
                  <a:pt x="1638625" y="1467141"/>
                </a:cubicBezTo>
                <a:lnTo>
                  <a:pt x="1638625" y="1243183"/>
                </a:lnTo>
                <a:cubicBezTo>
                  <a:pt x="1638625" y="1212260"/>
                  <a:pt x="1613557" y="1187192"/>
                  <a:pt x="1582634" y="1187192"/>
                </a:cubicBezTo>
                <a:close/>
                <a:moveTo>
                  <a:pt x="837062" y="1187192"/>
                </a:moveTo>
                <a:cubicBezTo>
                  <a:pt x="806139" y="1187192"/>
                  <a:pt x="781071" y="1212260"/>
                  <a:pt x="781071" y="1243183"/>
                </a:cubicBezTo>
                <a:lnTo>
                  <a:pt x="781071" y="1467141"/>
                </a:lnTo>
                <a:cubicBezTo>
                  <a:pt x="781071" y="1498064"/>
                  <a:pt x="806139" y="1523132"/>
                  <a:pt x="837062" y="1523132"/>
                </a:cubicBezTo>
                <a:lnTo>
                  <a:pt x="1061020" y="1523132"/>
                </a:lnTo>
                <a:cubicBezTo>
                  <a:pt x="1091943" y="1523132"/>
                  <a:pt x="1117011" y="1498064"/>
                  <a:pt x="1117011" y="1467141"/>
                </a:cubicBezTo>
                <a:lnTo>
                  <a:pt x="1117011" y="1243183"/>
                </a:lnTo>
                <a:cubicBezTo>
                  <a:pt x="1117011" y="1212260"/>
                  <a:pt x="1091943" y="1187192"/>
                  <a:pt x="1061020" y="1187192"/>
                </a:cubicBezTo>
                <a:close/>
                <a:moveTo>
                  <a:pt x="315448" y="1187192"/>
                </a:moveTo>
                <a:cubicBezTo>
                  <a:pt x="284525" y="1187192"/>
                  <a:pt x="259457" y="1212260"/>
                  <a:pt x="259457" y="1243183"/>
                </a:cubicBezTo>
                <a:lnTo>
                  <a:pt x="259457" y="1467141"/>
                </a:lnTo>
                <a:cubicBezTo>
                  <a:pt x="259457" y="1498064"/>
                  <a:pt x="284525" y="1523132"/>
                  <a:pt x="315448" y="1523132"/>
                </a:cubicBezTo>
                <a:lnTo>
                  <a:pt x="539406" y="1523132"/>
                </a:lnTo>
                <a:cubicBezTo>
                  <a:pt x="570329" y="1523132"/>
                  <a:pt x="595397" y="1498064"/>
                  <a:pt x="595397" y="1467141"/>
                </a:cubicBezTo>
                <a:lnTo>
                  <a:pt x="595397" y="1243183"/>
                </a:lnTo>
                <a:cubicBezTo>
                  <a:pt x="595397" y="1212260"/>
                  <a:pt x="570329" y="1187192"/>
                  <a:pt x="539406" y="1187192"/>
                </a:cubicBezTo>
                <a:close/>
                <a:moveTo>
                  <a:pt x="348041" y="163575"/>
                </a:moveTo>
                <a:cubicBezTo>
                  <a:pt x="275130" y="163575"/>
                  <a:pt x="216024" y="222681"/>
                  <a:pt x="216024" y="295592"/>
                </a:cubicBezTo>
                <a:lnTo>
                  <a:pt x="216024" y="823646"/>
                </a:lnTo>
                <a:cubicBezTo>
                  <a:pt x="216024" y="896557"/>
                  <a:pt x="275130" y="955663"/>
                  <a:pt x="348041" y="955663"/>
                </a:cubicBezTo>
                <a:lnTo>
                  <a:pt x="2100231" y="955663"/>
                </a:lnTo>
                <a:cubicBezTo>
                  <a:pt x="2173142" y="955663"/>
                  <a:pt x="2232248" y="896557"/>
                  <a:pt x="2232248" y="823646"/>
                </a:cubicBezTo>
                <a:lnTo>
                  <a:pt x="2232248" y="295592"/>
                </a:lnTo>
                <a:cubicBezTo>
                  <a:pt x="2232248" y="222681"/>
                  <a:pt x="2173142" y="163575"/>
                  <a:pt x="2100231" y="163575"/>
                </a:cubicBezTo>
                <a:close/>
                <a:moveTo>
                  <a:pt x="265172" y="0"/>
                </a:moveTo>
                <a:lnTo>
                  <a:pt x="2183100" y="0"/>
                </a:lnTo>
                <a:cubicBezTo>
                  <a:pt x="2329550" y="0"/>
                  <a:pt x="2448272" y="118722"/>
                  <a:pt x="2448272" y="265172"/>
                </a:cubicBezTo>
                <a:lnTo>
                  <a:pt x="2448272" y="2974828"/>
                </a:lnTo>
                <a:cubicBezTo>
                  <a:pt x="2448272" y="3121278"/>
                  <a:pt x="2329550" y="3240000"/>
                  <a:pt x="2183100" y="3240000"/>
                </a:cubicBezTo>
                <a:lnTo>
                  <a:pt x="265172" y="3240000"/>
                </a:lnTo>
                <a:cubicBezTo>
                  <a:pt x="118722" y="3240000"/>
                  <a:pt x="0" y="3121278"/>
                  <a:pt x="0" y="2974828"/>
                </a:cubicBezTo>
                <a:lnTo>
                  <a:pt x="0" y="265172"/>
                </a:lnTo>
                <a:cubicBezTo>
                  <a:pt x="0" y="118722"/>
                  <a:pt x="118722" y="0"/>
                  <a:pt x="26517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5604" tIns="37802" rIns="75604" bIns="37802" numCol="1" spcCol="0" rtlCol="0" fromWordArt="0" anchor="ctr" anchorCtr="0" forceAA="0" compatLnSpc="1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490" dirty="0"/>
          </a:p>
        </p:txBody>
      </p:sp>
      <p:grpSp>
        <p:nvGrpSpPr>
          <p:cNvPr id="8" name="Group 7"/>
          <p:cNvGrpSpPr/>
          <p:nvPr/>
        </p:nvGrpSpPr>
        <p:grpSpPr>
          <a:xfrm>
            <a:off x="6775450" y="1322070"/>
            <a:ext cx="2609850" cy="2105660"/>
            <a:chOff x="10670" y="1743"/>
            <a:chExt cx="4110" cy="3316"/>
          </a:xfrm>
        </p:grpSpPr>
        <p:grpSp>
          <p:nvGrpSpPr>
            <p:cNvPr id="32" name="Group 31"/>
            <p:cNvGrpSpPr/>
            <p:nvPr/>
          </p:nvGrpSpPr>
          <p:grpSpPr>
            <a:xfrm>
              <a:off x="10670" y="1903"/>
              <a:ext cx="2934" cy="469"/>
              <a:chOff x="5456569" y="1496337"/>
              <a:chExt cx="2253217" cy="360001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5456569" y="1513813"/>
                <a:ext cx="1887988" cy="325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r>
                  <a:rPr lang="en-ID" sz="1160" b="1" dirty="0">
                    <a:solidFill>
                      <a:schemeClr val="accent6"/>
                    </a:solidFill>
                    <a:cs typeface="Arial" panose="020B0604020202020204" pitchFamily="34" charset="0"/>
                  </a:rPr>
                  <a:t>Cultivathings</a:t>
                </a:r>
                <a:endParaRPr lang="en-ID" sz="1160" b="1" dirty="0">
                  <a:solidFill>
                    <a:schemeClr val="accent6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7350197" y="1496337"/>
                <a:ext cx="359589" cy="36000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  <a:noAutofit/>
              </a:bodyPr>
              <a:lstStyle/>
              <a:p>
                <a:pPr algn="r"/>
                <a:endParaRPr lang="ko-KR" altLang="en-US" sz="2230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7391709" y="1513307"/>
                <a:ext cx="276564" cy="325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16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5</a:t>
                </a:r>
                <a:endParaRPr lang="ko-KR" altLang="en-US" sz="116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52" name="Straight Connector 51"/>
            <p:cNvCxnSpPr>
              <a:stCxn id="9" idx="7"/>
              <a:endCxn id="10" idx="3"/>
            </p:cNvCxnSpPr>
            <p:nvPr/>
          </p:nvCxnSpPr>
          <p:spPr>
            <a:xfrm flipV="1">
              <a:off x="11158" y="3703"/>
              <a:ext cx="2875" cy="1356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 descr="152631703378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802" y="1743"/>
              <a:ext cx="701" cy="701"/>
            </a:xfrm>
            <a:prstGeom prst="rect">
              <a:avLst/>
            </a:prstGeom>
          </p:spPr>
        </p:pic>
        <p:pic>
          <p:nvPicPr>
            <p:cNvPr id="54" name="Picture 53" descr="offi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26" y="2449"/>
              <a:ext cx="1254" cy="1254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>
            <a:off x="5466080" y="2120265"/>
            <a:ext cx="2173605" cy="2110740"/>
            <a:chOff x="8608" y="3000"/>
            <a:chExt cx="3423" cy="3324"/>
          </a:xfrm>
        </p:grpSpPr>
        <p:grpSp>
          <p:nvGrpSpPr>
            <p:cNvPr id="27" name="Group 26"/>
            <p:cNvGrpSpPr/>
            <p:nvPr/>
          </p:nvGrpSpPr>
          <p:grpSpPr>
            <a:xfrm>
              <a:off x="9007" y="5856"/>
              <a:ext cx="3025" cy="469"/>
              <a:chOff x="3139020" y="3202670"/>
              <a:chExt cx="2323130" cy="360001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3139020" y="3220146"/>
                <a:ext cx="1957902" cy="325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r>
                  <a:rPr lang="en-ID" sz="1160" b="1" dirty="0">
                    <a:solidFill>
                      <a:schemeClr val="accent1"/>
                    </a:solidFill>
                    <a:cs typeface="Arial" panose="020B0604020202020204" pitchFamily="34" charset="0"/>
                  </a:rPr>
                  <a:t>Distributor 3</a:t>
                </a:r>
                <a:endParaRPr lang="en-ID" sz="1160" b="1" dirty="0">
                  <a:solidFill>
                    <a:schemeClr val="accent1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5102561" y="3202670"/>
                <a:ext cx="359589" cy="36000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  <a:noAutofit/>
              </a:bodyPr>
              <a:lstStyle/>
              <a:p>
                <a:pPr algn="r"/>
                <a:endParaRPr lang="ko-KR" altLang="en-US" sz="2230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5114885" y="3219856"/>
                <a:ext cx="334940" cy="325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16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4</a:t>
                </a:r>
                <a:endParaRPr lang="ko-KR" altLang="en-US" sz="116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49" name="Straight Connector 48"/>
            <p:cNvCxnSpPr>
              <a:stCxn id="9" idx="1"/>
              <a:endCxn id="6" idx="5"/>
            </p:cNvCxnSpPr>
            <p:nvPr/>
          </p:nvCxnSpPr>
          <p:spPr>
            <a:xfrm flipH="1" flipV="1">
              <a:off x="8608" y="3000"/>
              <a:ext cx="1887" cy="2059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2" name="Picture 41" descr="moving-truck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66" y="4261"/>
              <a:ext cx="1595" cy="1595"/>
            </a:xfrm>
            <a:prstGeom prst="rect">
              <a:avLst/>
            </a:prstGeom>
          </p:spPr>
        </p:pic>
      </p:grpSp>
      <p:grpSp>
        <p:nvGrpSpPr>
          <p:cNvPr id="2" name="Group 1"/>
          <p:cNvGrpSpPr/>
          <p:nvPr/>
        </p:nvGrpSpPr>
        <p:grpSpPr>
          <a:xfrm>
            <a:off x="585470" y="2738755"/>
            <a:ext cx="3529965" cy="1819910"/>
            <a:chOff x="922" y="3974"/>
            <a:chExt cx="5559" cy="2866"/>
          </a:xfrm>
        </p:grpSpPr>
        <p:grpSp>
          <p:nvGrpSpPr>
            <p:cNvPr id="12" name="Group 11"/>
            <p:cNvGrpSpPr/>
            <p:nvPr/>
          </p:nvGrpSpPr>
          <p:grpSpPr>
            <a:xfrm>
              <a:off x="922" y="4179"/>
              <a:ext cx="3029" cy="469"/>
              <a:chOff x="-243332" y="3137575"/>
              <a:chExt cx="2326137" cy="360001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-243332" y="3155051"/>
                <a:ext cx="1960908" cy="325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r>
                  <a:rPr lang="en-ID" altLang="ko-KR" sz="1160" b="1" dirty="0">
                    <a:solidFill>
                      <a:schemeClr val="accent3"/>
                    </a:solidFill>
                    <a:cs typeface="Arial" panose="020B0604020202020204" pitchFamily="34" charset="0"/>
                  </a:rPr>
                  <a:t>Distributor 1</a:t>
                </a:r>
                <a:endParaRPr lang="en-ID" altLang="ko-KR" sz="1160" b="1" dirty="0">
                  <a:solidFill>
                    <a:schemeClr val="accent3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1723216" y="3137575"/>
                <a:ext cx="359589" cy="36000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  <a:noAutofit/>
              </a:bodyPr>
              <a:lstStyle/>
              <a:p>
                <a:pPr algn="r"/>
                <a:endParaRPr lang="ko-KR" altLang="en-US" sz="223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1737207" y="3143526"/>
                <a:ext cx="334940" cy="325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16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2</a:t>
                </a:r>
                <a:endParaRPr lang="ko-KR" altLang="en-US" sz="116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44" name="Straight Connector 43"/>
            <p:cNvCxnSpPr>
              <a:stCxn id="8" idx="1"/>
              <a:endCxn id="7" idx="5"/>
            </p:cNvCxnSpPr>
            <p:nvPr/>
          </p:nvCxnSpPr>
          <p:spPr>
            <a:xfrm flipH="1" flipV="1">
              <a:off x="4905" y="5114"/>
              <a:ext cx="1577" cy="1726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 descr="moving-truck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3" y="3974"/>
              <a:ext cx="1595" cy="1595"/>
            </a:xfrm>
            <a:prstGeom prst="rect">
              <a:avLst/>
            </a:prstGeom>
          </p:spPr>
        </p:pic>
      </p:grpSp>
      <p:grpSp>
        <p:nvGrpSpPr>
          <p:cNvPr id="6" name="Group 5"/>
          <p:cNvGrpSpPr/>
          <p:nvPr/>
        </p:nvGrpSpPr>
        <p:grpSpPr>
          <a:xfrm>
            <a:off x="2846705" y="1468120"/>
            <a:ext cx="2872740" cy="1573530"/>
            <a:chOff x="4483" y="1973"/>
            <a:chExt cx="4524" cy="2478"/>
          </a:xfrm>
        </p:grpSpPr>
        <p:grpSp>
          <p:nvGrpSpPr>
            <p:cNvPr id="22" name="Group 21"/>
            <p:cNvGrpSpPr/>
            <p:nvPr/>
          </p:nvGrpSpPr>
          <p:grpSpPr>
            <a:xfrm>
              <a:off x="4483" y="1973"/>
              <a:ext cx="2928" cy="469"/>
              <a:chOff x="1380613" y="1640713"/>
              <a:chExt cx="2249033" cy="360001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1380613" y="1658189"/>
                <a:ext cx="1883803" cy="325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r"/>
                <a:r>
                  <a:rPr lang="en-ID" sz="1160" b="1" dirty="0">
                    <a:solidFill>
                      <a:schemeClr val="accent2"/>
                    </a:solidFill>
                    <a:cs typeface="Arial" panose="020B0604020202020204" pitchFamily="34" charset="0"/>
                  </a:rPr>
                  <a:t>Distributor 2</a:t>
                </a:r>
                <a:endParaRPr lang="en-ID" sz="1160" b="1" dirty="0">
                  <a:solidFill>
                    <a:schemeClr val="accent2"/>
                  </a:solidFill>
                  <a:cs typeface="Arial" panose="020B0604020202020204" pitchFamily="34" charset="0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3270057" y="1640713"/>
                <a:ext cx="359589" cy="36000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  <a:noAutofit/>
              </a:bodyPr>
              <a:lstStyle/>
              <a:p>
                <a:pPr algn="r"/>
                <a:endParaRPr lang="ko-KR" altLang="en-US" sz="2230"/>
              </a:p>
            </p:txBody>
          </p:sp>
          <p:sp>
            <p:nvSpPr>
              <p:cNvPr id="26" name="TextBox 25"/>
              <p:cNvSpPr txBox="1"/>
              <p:nvPr/>
            </p:nvSpPr>
            <p:spPr>
              <a:xfrm>
                <a:off x="3282381" y="1657897"/>
                <a:ext cx="334940" cy="32563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160" b="1" dirty="0">
                    <a:solidFill>
                      <a:schemeClr val="bg1"/>
                    </a:solidFill>
                    <a:cs typeface="Arial" panose="020B0604020202020204" pitchFamily="34" charset="0"/>
                  </a:rPr>
                  <a:t>3</a:t>
                </a:r>
                <a:endParaRPr lang="ko-KR" altLang="en-US" sz="1160" b="1" dirty="0">
                  <a:solidFill>
                    <a:schemeClr val="bg1"/>
                  </a:solidFill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46" name="Straight Connector 45"/>
            <p:cNvCxnSpPr>
              <a:stCxn id="7" idx="7"/>
              <a:endCxn id="6" idx="3"/>
            </p:cNvCxnSpPr>
            <p:nvPr/>
          </p:nvCxnSpPr>
          <p:spPr>
            <a:xfrm flipV="1">
              <a:off x="4905" y="3000"/>
              <a:ext cx="3040" cy="1451"/>
            </a:xfrm>
            <a:prstGeom prst="line">
              <a:avLst/>
            </a:prstGeom>
            <a:ln w="254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" name="Picture 4" descr="moving-truck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2" y="2088"/>
              <a:ext cx="1595" cy="1595"/>
            </a:xfrm>
            <a:prstGeom prst="rect">
              <a:avLst/>
            </a:prstGeom>
          </p:spPr>
        </p:pic>
      </p:grpSp>
      <p:pic>
        <p:nvPicPr>
          <p:cNvPr id="3" name="Picture 2" descr="factor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2980" y="3933825"/>
            <a:ext cx="1334135" cy="1334135"/>
          </a:xfrm>
          <a:prstGeom prst="rect">
            <a:avLst/>
          </a:prstGeom>
        </p:spPr>
      </p:pic>
      <p:sp>
        <p:nvSpPr>
          <p:cNvPr id="9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0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1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4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9" name="CustomShape 7"/>
          <p:cNvSpPr/>
          <p:nvPr/>
        </p:nvSpPr>
        <p:spPr>
          <a:xfrm rot="2735400">
            <a:off x="3344005" y="252000"/>
            <a:ext cx="86400" cy="119448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4" name="CustomShape 8"/>
          <p:cNvSpPr/>
          <p:nvPr/>
        </p:nvSpPr>
        <p:spPr>
          <a:xfrm rot="2735400">
            <a:off x="3945925" y="-114480"/>
            <a:ext cx="86400" cy="119448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9" name="CustomShape 1"/>
          <p:cNvSpPr/>
          <p:nvPr/>
        </p:nvSpPr>
        <p:spPr>
          <a:xfrm>
            <a:off x="1365885" y="511200"/>
            <a:ext cx="51188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b="1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  <a:sym typeface="+mn-ea"/>
              </a:rPr>
              <a:t>Manajemen Distribusi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8"/>
          <p:cNvGrpSpPr/>
          <p:nvPr/>
        </p:nvGrpSpPr>
        <p:grpSpPr>
          <a:xfrm>
            <a:off x="4" y="2517484"/>
            <a:ext cx="10080624" cy="959650"/>
            <a:chOff x="1" y="1412530"/>
            <a:chExt cx="12191999" cy="1160647"/>
          </a:xfrm>
        </p:grpSpPr>
        <p:sp>
          <p:nvSpPr>
            <p:cNvPr id="4" name="Rectangle 35"/>
            <p:cNvSpPr/>
            <p:nvPr/>
          </p:nvSpPr>
          <p:spPr>
            <a:xfrm>
              <a:off x="1" y="1412530"/>
              <a:ext cx="3032161" cy="1160647"/>
            </a:xfrm>
            <a:custGeom>
              <a:avLst/>
              <a:gdLst>
                <a:gd name="connsiteX0" fmla="*/ 215205 w 3079941"/>
                <a:gd name="connsiteY0" fmla="*/ 0 h 1160647"/>
                <a:gd name="connsiteX1" fmla="*/ 217231 w 3079941"/>
                <a:gd name="connsiteY1" fmla="*/ 246443 h 1160647"/>
                <a:gd name="connsiteX2" fmla="*/ 255738 w 3079941"/>
                <a:gd name="connsiteY2" fmla="*/ 326429 h 1160647"/>
                <a:gd name="connsiteX3" fmla="*/ 257765 w 3079941"/>
                <a:gd name="connsiteY3" fmla="*/ 326429 h 1160647"/>
                <a:gd name="connsiteX4" fmla="*/ 271952 w 3079941"/>
                <a:gd name="connsiteY4" fmla="*/ 326429 h 1160647"/>
                <a:gd name="connsiteX5" fmla="*/ 271952 w 3079941"/>
                <a:gd name="connsiteY5" fmla="*/ 350208 h 1160647"/>
                <a:gd name="connsiteX6" fmla="*/ 272459 w 3079941"/>
                <a:gd name="connsiteY6" fmla="*/ 351019 h 1160647"/>
                <a:gd name="connsiteX7" fmla="*/ 276005 w 3079941"/>
                <a:gd name="connsiteY7" fmla="*/ 356694 h 1160647"/>
                <a:gd name="connsiteX8" fmla="*/ 276005 w 3079941"/>
                <a:gd name="connsiteY8" fmla="*/ 471268 h 1160647"/>
                <a:gd name="connsiteX9" fmla="*/ 278285 w 3079941"/>
                <a:gd name="connsiteY9" fmla="*/ 471268 h 1160647"/>
                <a:gd name="connsiteX10" fmla="*/ 294246 w 3079941"/>
                <a:gd name="connsiteY10" fmla="*/ 471268 h 1160647"/>
                <a:gd name="connsiteX11" fmla="*/ 294246 w 3079941"/>
                <a:gd name="connsiteY11" fmla="*/ 611783 h 1160647"/>
                <a:gd name="connsiteX12" fmla="*/ 295766 w 3079941"/>
                <a:gd name="connsiteY12" fmla="*/ 611513 h 1160647"/>
                <a:gd name="connsiteX13" fmla="*/ 306406 w 3079941"/>
                <a:gd name="connsiteY13" fmla="*/ 609622 h 1160647"/>
                <a:gd name="connsiteX14" fmla="*/ 304379 w 3079941"/>
                <a:gd name="connsiteY14" fmla="*/ 698254 h 1160647"/>
                <a:gd name="connsiteX15" fmla="*/ 305899 w 3079941"/>
                <a:gd name="connsiteY15" fmla="*/ 698525 h 1160647"/>
                <a:gd name="connsiteX16" fmla="*/ 316539 w 3079941"/>
                <a:gd name="connsiteY16" fmla="*/ 700416 h 1160647"/>
                <a:gd name="connsiteX17" fmla="*/ 316792 w 3079941"/>
                <a:gd name="connsiteY17" fmla="*/ 701227 h 1160647"/>
                <a:gd name="connsiteX18" fmla="*/ 318566 w 3079941"/>
                <a:gd name="connsiteY18" fmla="*/ 706902 h 1160647"/>
                <a:gd name="connsiteX19" fmla="*/ 319326 w 3079941"/>
                <a:gd name="connsiteY19" fmla="*/ 704470 h 1160647"/>
                <a:gd name="connsiteX20" fmla="*/ 324646 w 3079941"/>
                <a:gd name="connsiteY20" fmla="*/ 687446 h 1160647"/>
                <a:gd name="connsiteX21" fmla="*/ 326419 w 3079941"/>
                <a:gd name="connsiteY21" fmla="*/ 687446 h 1160647"/>
                <a:gd name="connsiteX22" fmla="*/ 338833 w 3079941"/>
                <a:gd name="connsiteY22" fmla="*/ 687446 h 1160647"/>
                <a:gd name="connsiteX23" fmla="*/ 338833 w 3079941"/>
                <a:gd name="connsiteY23" fmla="*/ 719872 h 1160647"/>
                <a:gd name="connsiteX24" fmla="*/ 339846 w 3079941"/>
                <a:gd name="connsiteY24" fmla="*/ 720413 h 1160647"/>
                <a:gd name="connsiteX25" fmla="*/ 346940 w 3079941"/>
                <a:gd name="connsiteY25" fmla="*/ 724196 h 1160647"/>
                <a:gd name="connsiteX26" fmla="*/ 346940 w 3079941"/>
                <a:gd name="connsiteY26" fmla="*/ 725547 h 1160647"/>
                <a:gd name="connsiteX27" fmla="*/ 346940 w 3079941"/>
                <a:gd name="connsiteY27" fmla="*/ 735005 h 1160647"/>
                <a:gd name="connsiteX28" fmla="*/ 391527 w 3079941"/>
                <a:gd name="connsiteY28" fmla="*/ 735005 h 1160647"/>
                <a:gd name="connsiteX29" fmla="*/ 391527 w 3079941"/>
                <a:gd name="connsiteY29" fmla="*/ 736086 h 1160647"/>
                <a:gd name="connsiteX30" fmla="*/ 391527 w 3079941"/>
                <a:gd name="connsiteY30" fmla="*/ 743652 h 1160647"/>
                <a:gd name="connsiteX31" fmla="*/ 393553 w 3079941"/>
                <a:gd name="connsiteY31" fmla="*/ 743652 h 1160647"/>
                <a:gd name="connsiteX32" fmla="*/ 407740 w 3079941"/>
                <a:gd name="connsiteY32" fmla="*/ 743652 h 1160647"/>
                <a:gd name="connsiteX33" fmla="*/ 407740 w 3079941"/>
                <a:gd name="connsiteY33" fmla="*/ 713387 h 1160647"/>
                <a:gd name="connsiteX34" fmla="*/ 452327 w 3079941"/>
                <a:gd name="connsiteY34" fmla="*/ 713387 h 1160647"/>
                <a:gd name="connsiteX35" fmla="*/ 452327 w 3079941"/>
                <a:gd name="connsiteY35" fmla="*/ 712036 h 1160647"/>
                <a:gd name="connsiteX36" fmla="*/ 452327 w 3079941"/>
                <a:gd name="connsiteY36" fmla="*/ 702578 h 1160647"/>
                <a:gd name="connsiteX37" fmla="*/ 453341 w 3079941"/>
                <a:gd name="connsiteY37" fmla="*/ 702578 h 1160647"/>
                <a:gd name="connsiteX38" fmla="*/ 460434 w 3079941"/>
                <a:gd name="connsiteY38" fmla="*/ 702578 h 1160647"/>
                <a:gd name="connsiteX39" fmla="*/ 460434 w 3079941"/>
                <a:gd name="connsiteY39" fmla="*/ 700687 h 1160647"/>
                <a:gd name="connsiteX40" fmla="*/ 460434 w 3079941"/>
                <a:gd name="connsiteY40" fmla="*/ 687446 h 1160647"/>
                <a:gd name="connsiteX41" fmla="*/ 461194 w 3079941"/>
                <a:gd name="connsiteY41" fmla="*/ 687446 h 1160647"/>
                <a:gd name="connsiteX42" fmla="*/ 466514 w 3079941"/>
                <a:gd name="connsiteY42" fmla="*/ 687446 h 1160647"/>
                <a:gd name="connsiteX43" fmla="*/ 466514 w 3079941"/>
                <a:gd name="connsiteY43" fmla="*/ 686365 h 1160647"/>
                <a:gd name="connsiteX44" fmla="*/ 466514 w 3079941"/>
                <a:gd name="connsiteY44" fmla="*/ 678798 h 1160647"/>
                <a:gd name="connsiteX45" fmla="*/ 468541 w 3079941"/>
                <a:gd name="connsiteY45" fmla="*/ 678798 h 1160647"/>
                <a:gd name="connsiteX46" fmla="*/ 482728 w 3079941"/>
                <a:gd name="connsiteY46" fmla="*/ 678798 h 1160647"/>
                <a:gd name="connsiteX47" fmla="*/ 482728 w 3079941"/>
                <a:gd name="connsiteY47" fmla="*/ 679879 h 1160647"/>
                <a:gd name="connsiteX48" fmla="*/ 482728 w 3079941"/>
                <a:gd name="connsiteY48" fmla="*/ 687446 h 1160647"/>
                <a:gd name="connsiteX49" fmla="*/ 505021 w 3079941"/>
                <a:gd name="connsiteY49" fmla="*/ 687446 h 1160647"/>
                <a:gd name="connsiteX50" fmla="*/ 505021 w 3079941"/>
                <a:gd name="connsiteY50" fmla="*/ 685554 h 1160647"/>
                <a:gd name="connsiteX51" fmla="*/ 505021 w 3079941"/>
                <a:gd name="connsiteY51" fmla="*/ 672313 h 1160647"/>
                <a:gd name="connsiteX52" fmla="*/ 506795 w 3079941"/>
                <a:gd name="connsiteY52" fmla="*/ 672313 h 1160647"/>
                <a:gd name="connsiteX53" fmla="*/ 519208 w 3079941"/>
                <a:gd name="connsiteY53" fmla="*/ 672313 h 1160647"/>
                <a:gd name="connsiteX54" fmla="*/ 519208 w 3079941"/>
                <a:gd name="connsiteY54" fmla="*/ 696093 h 1160647"/>
                <a:gd name="connsiteX55" fmla="*/ 520222 w 3079941"/>
                <a:gd name="connsiteY55" fmla="*/ 696093 h 1160647"/>
                <a:gd name="connsiteX56" fmla="*/ 527315 w 3079941"/>
                <a:gd name="connsiteY56" fmla="*/ 696093 h 1160647"/>
                <a:gd name="connsiteX57" fmla="*/ 527315 w 3079941"/>
                <a:gd name="connsiteY57" fmla="*/ 695012 h 1160647"/>
                <a:gd name="connsiteX58" fmla="*/ 527315 w 3079941"/>
                <a:gd name="connsiteY58" fmla="*/ 687446 h 1160647"/>
                <a:gd name="connsiteX59" fmla="*/ 529088 w 3079941"/>
                <a:gd name="connsiteY59" fmla="*/ 687446 h 1160647"/>
                <a:gd name="connsiteX60" fmla="*/ 541502 w 3079941"/>
                <a:gd name="connsiteY60" fmla="*/ 687446 h 1160647"/>
                <a:gd name="connsiteX61" fmla="*/ 541502 w 3079941"/>
                <a:gd name="connsiteY61" fmla="*/ 713387 h 1160647"/>
                <a:gd name="connsiteX62" fmla="*/ 543529 w 3079941"/>
                <a:gd name="connsiteY62" fmla="*/ 713387 h 1160647"/>
                <a:gd name="connsiteX63" fmla="*/ 557715 w 3079941"/>
                <a:gd name="connsiteY63" fmla="*/ 713387 h 1160647"/>
                <a:gd name="connsiteX64" fmla="*/ 557715 w 3079941"/>
                <a:gd name="connsiteY64" fmla="*/ 715008 h 1160647"/>
                <a:gd name="connsiteX65" fmla="*/ 557715 w 3079941"/>
                <a:gd name="connsiteY65" fmla="*/ 726358 h 1160647"/>
                <a:gd name="connsiteX66" fmla="*/ 558475 w 3079941"/>
                <a:gd name="connsiteY66" fmla="*/ 726358 h 1160647"/>
                <a:gd name="connsiteX67" fmla="*/ 563796 w 3079941"/>
                <a:gd name="connsiteY67" fmla="*/ 726358 h 1160647"/>
                <a:gd name="connsiteX68" fmla="*/ 563796 w 3079941"/>
                <a:gd name="connsiteY68" fmla="*/ 725547 h 1160647"/>
                <a:gd name="connsiteX69" fmla="*/ 563796 w 3079941"/>
                <a:gd name="connsiteY69" fmla="*/ 719872 h 1160647"/>
                <a:gd name="connsiteX70" fmla="*/ 594196 w 3079941"/>
                <a:gd name="connsiteY70" fmla="*/ 719872 h 1160647"/>
                <a:gd name="connsiteX71" fmla="*/ 594196 w 3079941"/>
                <a:gd name="connsiteY71" fmla="*/ 743652 h 1160647"/>
                <a:gd name="connsiteX72" fmla="*/ 595209 w 3079941"/>
                <a:gd name="connsiteY72" fmla="*/ 743652 h 1160647"/>
                <a:gd name="connsiteX73" fmla="*/ 602303 w 3079941"/>
                <a:gd name="connsiteY73" fmla="*/ 743652 h 1160647"/>
                <a:gd name="connsiteX74" fmla="*/ 602303 w 3079941"/>
                <a:gd name="connsiteY74" fmla="*/ 744733 h 1160647"/>
                <a:gd name="connsiteX75" fmla="*/ 602303 w 3079941"/>
                <a:gd name="connsiteY75" fmla="*/ 752299 h 1160647"/>
                <a:gd name="connsiteX76" fmla="*/ 603063 w 3079941"/>
                <a:gd name="connsiteY76" fmla="*/ 752299 h 1160647"/>
                <a:gd name="connsiteX77" fmla="*/ 608383 w 3079941"/>
                <a:gd name="connsiteY77" fmla="*/ 752299 h 1160647"/>
                <a:gd name="connsiteX78" fmla="*/ 608383 w 3079941"/>
                <a:gd name="connsiteY78" fmla="*/ 750137 h 1160647"/>
                <a:gd name="connsiteX79" fmla="*/ 608383 w 3079941"/>
                <a:gd name="connsiteY79" fmla="*/ 735005 h 1160647"/>
                <a:gd name="connsiteX80" fmla="*/ 609396 w 3079941"/>
                <a:gd name="connsiteY80" fmla="*/ 735005 h 1160647"/>
                <a:gd name="connsiteX81" fmla="*/ 616490 w 3079941"/>
                <a:gd name="connsiteY81" fmla="*/ 735005 h 1160647"/>
                <a:gd name="connsiteX82" fmla="*/ 616490 w 3079941"/>
                <a:gd name="connsiteY82" fmla="*/ 736086 h 1160647"/>
                <a:gd name="connsiteX83" fmla="*/ 616490 w 3079941"/>
                <a:gd name="connsiteY83" fmla="*/ 743652 h 1160647"/>
                <a:gd name="connsiteX84" fmla="*/ 621810 w 3079941"/>
                <a:gd name="connsiteY84" fmla="*/ 741659 h 1160647"/>
                <a:gd name="connsiteX85" fmla="*/ 622570 w 3079941"/>
                <a:gd name="connsiteY85" fmla="*/ 740679 h 1160647"/>
                <a:gd name="connsiteX86" fmla="*/ 622570 w 3079941"/>
                <a:gd name="connsiteY86" fmla="*/ 735005 h 1160647"/>
                <a:gd name="connsiteX87" fmla="*/ 661077 w 3079941"/>
                <a:gd name="connsiteY87" fmla="*/ 735005 h 1160647"/>
                <a:gd name="connsiteX88" fmla="*/ 661077 w 3079941"/>
                <a:gd name="connsiteY88" fmla="*/ 758784 h 1160647"/>
                <a:gd name="connsiteX89" fmla="*/ 663103 w 3079941"/>
                <a:gd name="connsiteY89" fmla="*/ 758784 h 1160647"/>
                <a:gd name="connsiteX90" fmla="*/ 677290 w 3079941"/>
                <a:gd name="connsiteY90" fmla="*/ 758784 h 1160647"/>
                <a:gd name="connsiteX91" fmla="*/ 677290 w 3079941"/>
                <a:gd name="connsiteY91" fmla="*/ 759865 h 1160647"/>
                <a:gd name="connsiteX92" fmla="*/ 677290 w 3079941"/>
                <a:gd name="connsiteY92" fmla="*/ 767431 h 1160647"/>
                <a:gd name="connsiteX93" fmla="*/ 679064 w 3079941"/>
                <a:gd name="connsiteY93" fmla="*/ 767431 h 1160647"/>
                <a:gd name="connsiteX94" fmla="*/ 691477 w 3079941"/>
                <a:gd name="connsiteY94" fmla="*/ 767431 h 1160647"/>
                <a:gd name="connsiteX95" fmla="*/ 691477 w 3079941"/>
                <a:gd name="connsiteY95" fmla="*/ 743652 h 1160647"/>
                <a:gd name="connsiteX96" fmla="*/ 692490 w 3079941"/>
                <a:gd name="connsiteY96" fmla="*/ 743652 h 1160647"/>
                <a:gd name="connsiteX97" fmla="*/ 699584 w 3079941"/>
                <a:gd name="connsiteY97" fmla="*/ 743652 h 1160647"/>
                <a:gd name="connsiteX98" fmla="*/ 699584 w 3079941"/>
                <a:gd name="connsiteY98" fmla="*/ 711225 h 1160647"/>
                <a:gd name="connsiteX99" fmla="*/ 700597 w 3079941"/>
                <a:gd name="connsiteY99" fmla="*/ 711225 h 1160647"/>
                <a:gd name="connsiteX100" fmla="*/ 707691 w 3079941"/>
                <a:gd name="connsiteY100" fmla="*/ 711225 h 1160647"/>
                <a:gd name="connsiteX101" fmla="*/ 707691 w 3079941"/>
                <a:gd name="connsiteY101" fmla="*/ 709334 h 1160647"/>
                <a:gd name="connsiteX102" fmla="*/ 707691 w 3079941"/>
                <a:gd name="connsiteY102" fmla="*/ 696093 h 1160647"/>
                <a:gd name="connsiteX103" fmla="*/ 706424 w 3079941"/>
                <a:gd name="connsiteY103" fmla="*/ 694471 h 1160647"/>
                <a:gd name="connsiteX104" fmla="*/ 711744 w 3079941"/>
                <a:gd name="connsiteY104" fmla="*/ 683122 h 1160647"/>
                <a:gd name="connsiteX105" fmla="*/ 719851 w 3079941"/>
                <a:gd name="connsiteY105" fmla="*/ 711225 h 1160647"/>
                <a:gd name="connsiteX106" fmla="*/ 720611 w 3079941"/>
                <a:gd name="connsiteY106" fmla="*/ 711225 h 1160647"/>
                <a:gd name="connsiteX107" fmla="*/ 725931 w 3079941"/>
                <a:gd name="connsiteY107" fmla="*/ 711225 h 1160647"/>
                <a:gd name="connsiteX108" fmla="*/ 725931 w 3079941"/>
                <a:gd name="connsiteY108" fmla="*/ 605298 h 1160647"/>
                <a:gd name="connsiteX109" fmla="*/ 727451 w 3079941"/>
                <a:gd name="connsiteY109" fmla="*/ 605298 h 1160647"/>
                <a:gd name="connsiteX110" fmla="*/ 738091 w 3079941"/>
                <a:gd name="connsiteY110" fmla="*/ 605298 h 1160647"/>
                <a:gd name="connsiteX111" fmla="*/ 738091 w 3079941"/>
                <a:gd name="connsiteY111" fmla="*/ 557739 h 1160647"/>
                <a:gd name="connsiteX112" fmla="*/ 764438 w 3079941"/>
                <a:gd name="connsiteY112" fmla="*/ 557739 h 1160647"/>
                <a:gd name="connsiteX113" fmla="*/ 764438 w 3079941"/>
                <a:gd name="connsiteY113" fmla="*/ 536121 h 1160647"/>
                <a:gd name="connsiteX114" fmla="*/ 798892 w 3079941"/>
                <a:gd name="connsiteY114" fmla="*/ 536121 h 1160647"/>
                <a:gd name="connsiteX115" fmla="*/ 798892 w 3079941"/>
                <a:gd name="connsiteY115" fmla="*/ 538553 h 1160647"/>
                <a:gd name="connsiteX116" fmla="*/ 798892 w 3079941"/>
                <a:gd name="connsiteY116" fmla="*/ 555577 h 1160647"/>
                <a:gd name="connsiteX117" fmla="*/ 801172 w 3079941"/>
                <a:gd name="connsiteY117" fmla="*/ 555577 h 1160647"/>
                <a:gd name="connsiteX118" fmla="*/ 817132 w 3079941"/>
                <a:gd name="connsiteY118" fmla="*/ 555577 h 1160647"/>
                <a:gd name="connsiteX119" fmla="*/ 817132 w 3079941"/>
                <a:gd name="connsiteY119" fmla="*/ 603136 h 1160647"/>
                <a:gd name="connsiteX120" fmla="*/ 818145 w 3079941"/>
                <a:gd name="connsiteY120" fmla="*/ 603136 h 1160647"/>
                <a:gd name="connsiteX121" fmla="*/ 825239 w 3079941"/>
                <a:gd name="connsiteY121" fmla="*/ 603136 h 1160647"/>
                <a:gd name="connsiteX122" fmla="*/ 839426 w 3079941"/>
                <a:gd name="connsiteY122" fmla="*/ 607460 h 1160647"/>
                <a:gd name="connsiteX123" fmla="*/ 839426 w 3079941"/>
                <a:gd name="connsiteY123" fmla="*/ 646372 h 1160647"/>
                <a:gd name="connsiteX124" fmla="*/ 840439 w 3079941"/>
                <a:gd name="connsiteY124" fmla="*/ 646372 h 1160647"/>
                <a:gd name="connsiteX125" fmla="*/ 847532 w 3079941"/>
                <a:gd name="connsiteY125" fmla="*/ 646372 h 1160647"/>
                <a:gd name="connsiteX126" fmla="*/ 847532 w 3079941"/>
                <a:gd name="connsiteY126" fmla="*/ 647993 h 1160647"/>
                <a:gd name="connsiteX127" fmla="*/ 847532 w 3079941"/>
                <a:gd name="connsiteY127" fmla="*/ 659342 h 1160647"/>
                <a:gd name="connsiteX128" fmla="*/ 849559 w 3079941"/>
                <a:gd name="connsiteY128" fmla="*/ 659342 h 1160647"/>
                <a:gd name="connsiteX129" fmla="*/ 863746 w 3079941"/>
                <a:gd name="connsiteY129" fmla="*/ 659342 h 1160647"/>
                <a:gd name="connsiteX130" fmla="*/ 869826 w 3079941"/>
                <a:gd name="connsiteY130" fmla="*/ 665828 h 1160647"/>
                <a:gd name="connsiteX131" fmla="*/ 869826 w 3079941"/>
                <a:gd name="connsiteY131" fmla="*/ 687446 h 1160647"/>
                <a:gd name="connsiteX132" fmla="*/ 872106 w 3079941"/>
                <a:gd name="connsiteY132" fmla="*/ 687446 h 1160647"/>
                <a:gd name="connsiteX133" fmla="*/ 888066 w 3079941"/>
                <a:gd name="connsiteY133" fmla="*/ 687446 h 1160647"/>
                <a:gd name="connsiteX134" fmla="*/ 888066 w 3079941"/>
                <a:gd name="connsiteY134" fmla="*/ 688526 h 1160647"/>
                <a:gd name="connsiteX135" fmla="*/ 888066 w 3079941"/>
                <a:gd name="connsiteY135" fmla="*/ 696093 h 1160647"/>
                <a:gd name="connsiteX136" fmla="*/ 889333 w 3079941"/>
                <a:gd name="connsiteY136" fmla="*/ 696093 h 1160647"/>
                <a:gd name="connsiteX137" fmla="*/ 898200 w 3079941"/>
                <a:gd name="connsiteY137" fmla="*/ 696093 h 1160647"/>
                <a:gd name="connsiteX138" fmla="*/ 898200 w 3079941"/>
                <a:gd name="connsiteY138" fmla="*/ 698254 h 1160647"/>
                <a:gd name="connsiteX139" fmla="*/ 898200 w 3079941"/>
                <a:gd name="connsiteY139" fmla="*/ 713387 h 1160647"/>
                <a:gd name="connsiteX140" fmla="*/ 902253 w 3079941"/>
                <a:gd name="connsiteY140" fmla="*/ 711495 h 1160647"/>
                <a:gd name="connsiteX141" fmla="*/ 902253 w 3079941"/>
                <a:gd name="connsiteY141" fmla="*/ 698254 h 1160647"/>
                <a:gd name="connsiteX142" fmla="*/ 903266 w 3079941"/>
                <a:gd name="connsiteY142" fmla="*/ 698254 h 1160647"/>
                <a:gd name="connsiteX143" fmla="*/ 910360 w 3079941"/>
                <a:gd name="connsiteY143" fmla="*/ 698254 h 1160647"/>
                <a:gd name="connsiteX144" fmla="*/ 910360 w 3079941"/>
                <a:gd name="connsiteY144" fmla="*/ 699876 h 1160647"/>
                <a:gd name="connsiteX145" fmla="*/ 910360 w 3079941"/>
                <a:gd name="connsiteY145" fmla="*/ 711225 h 1160647"/>
                <a:gd name="connsiteX146" fmla="*/ 911120 w 3079941"/>
                <a:gd name="connsiteY146" fmla="*/ 711225 h 1160647"/>
                <a:gd name="connsiteX147" fmla="*/ 916440 w 3079941"/>
                <a:gd name="connsiteY147" fmla="*/ 711225 h 1160647"/>
                <a:gd name="connsiteX148" fmla="*/ 965080 w 3079941"/>
                <a:gd name="connsiteY148" fmla="*/ 706902 h 1160647"/>
                <a:gd name="connsiteX149" fmla="*/ 965080 w 3079941"/>
                <a:gd name="connsiteY149" fmla="*/ 708253 h 1160647"/>
                <a:gd name="connsiteX150" fmla="*/ 965080 w 3079941"/>
                <a:gd name="connsiteY150" fmla="*/ 717710 h 1160647"/>
                <a:gd name="connsiteX151" fmla="*/ 965840 w 3079941"/>
                <a:gd name="connsiteY151" fmla="*/ 717710 h 1160647"/>
                <a:gd name="connsiteX152" fmla="*/ 971161 w 3079941"/>
                <a:gd name="connsiteY152" fmla="*/ 717710 h 1160647"/>
                <a:gd name="connsiteX153" fmla="*/ 971161 w 3079941"/>
                <a:gd name="connsiteY153" fmla="*/ 719872 h 1160647"/>
                <a:gd name="connsiteX154" fmla="*/ 971161 w 3079941"/>
                <a:gd name="connsiteY154" fmla="*/ 735005 h 1160647"/>
                <a:gd name="connsiteX155" fmla="*/ 973187 w 3079941"/>
                <a:gd name="connsiteY155" fmla="*/ 733654 h 1160647"/>
                <a:gd name="connsiteX156" fmla="*/ 987374 w 3079941"/>
                <a:gd name="connsiteY156" fmla="*/ 724196 h 1160647"/>
                <a:gd name="connsiteX157" fmla="*/ 993454 w 3079941"/>
                <a:gd name="connsiteY157" fmla="*/ 683122 h 1160647"/>
                <a:gd name="connsiteX158" fmla="*/ 994214 w 3079941"/>
                <a:gd name="connsiteY158" fmla="*/ 682852 h 1160647"/>
                <a:gd name="connsiteX159" fmla="*/ 999534 w 3079941"/>
                <a:gd name="connsiteY159" fmla="*/ 680960 h 1160647"/>
                <a:gd name="connsiteX160" fmla="*/ 1001561 w 3079941"/>
                <a:gd name="connsiteY160" fmla="*/ 611783 h 1160647"/>
                <a:gd name="connsiteX161" fmla="*/ 1003588 w 3079941"/>
                <a:gd name="connsiteY161" fmla="*/ 680960 h 1160647"/>
                <a:gd name="connsiteX162" fmla="*/ 1004348 w 3079941"/>
                <a:gd name="connsiteY162" fmla="*/ 681230 h 1160647"/>
                <a:gd name="connsiteX163" fmla="*/ 1009668 w 3079941"/>
                <a:gd name="connsiteY163" fmla="*/ 683122 h 1160647"/>
                <a:gd name="connsiteX164" fmla="*/ 1009668 w 3079941"/>
                <a:gd name="connsiteY164" fmla="*/ 596651 h 1160647"/>
                <a:gd name="connsiteX165" fmla="*/ 1013721 w 3079941"/>
                <a:gd name="connsiteY165" fmla="*/ 564224 h 1160647"/>
                <a:gd name="connsiteX166" fmla="*/ 1052228 w 3079941"/>
                <a:gd name="connsiteY166" fmla="*/ 564224 h 1160647"/>
                <a:gd name="connsiteX167" fmla="*/ 1052228 w 3079941"/>
                <a:gd name="connsiteY167" fmla="*/ 596651 h 1160647"/>
                <a:gd name="connsiteX168" fmla="*/ 1052988 w 3079941"/>
                <a:gd name="connsiteY168" fmla="*/ 596651 h 1160647"/>
                <a:gd name="connsiteX169" fmla="*/ 1058308 w 3079941"/>
                <a:gd name="connsiteY169" fmla="*/ 596651 h 1160647"/>
                <a:gd name="connsiteX170" fmla="*/ 1058308 w 3079941"/>
                <a:gd name="connsiteY170" fmla="*/ 514503 h 1160647"/>
                <a:gd name="connsiteX171" fmla="*/ 1060082 w 3079941"/>
                <a:gd name="connsiteY171" fmla="*/ 514503 h 1160647"/>
                <a:gd name="connsiteX172" fmla="*/ 1072495 w 3079941"/>
                <a:gd name="connsiteY172" fmla="*/ 514503 h 1160647"/>
                <a:gd name="connsiteX173" fmla="*/ 1072495 w 3079941"/>
                <a:gd name="connsiteY173" fmla="*/ 512612 h 1160647"/>
                <a:gd name="connsiteX174" fmla="*/ 1072495 w 3079941"/>
                <a:gd name="connsiteY174" fmla="*/ 499371 h 1160647"/>
                <a:gd name="connsiteX175" fmla="*/ 1094789 w 3079941"/>
                <a:gd name="connsiteY175" fmla="*/ 499371 h 1160647"/>
                <a:gd name="connsiteX176" fmla="*/ 1094789 w 3079941"/>
                <a:gd name="connsiteY176" fmla="*/ 498290 h 1160647"/>
                <a:gd name="connsiteX177" fmla="*/ 1094789 w 3079941"/>
                <a:gd name="connsiteY177" fmla="*/ 490724 h 1160647"/>
                <a:gd name="connsiteX178" fmla="*/ 1096562 w 3079941"/>
                <a:gd name="connsiteY178" fmla="*/ 490724 h 1160647"/>
                <a:gd name="connsiteX179" fmla="*/ 1108976 w 3079941"/>
                <a:gd name="connsiteY179" fmla="*/ 490724 h 1160647"/>
                <a:gd name="connsiteX180" fmla="*/ 1108976 w 3079941"/>
                <a:gd name="connsiteY180" fmla="*/ 491805 h 1160647"/>
                <a:gd name="connsiteX181" fmla="*/ 1108976 w 3079941"/>
                <a:gd name="connsiteY181" fmla="*/ 499371 h 1160647"/>
                <a:gd name="connsiteX182" fmla="*/ 1109736 w 3079941"/>
                <a:gd name="connsiteY182" fmla="*/ 499371 h 1160647"/>
                <a:gd name="connsiteX183" fmla="*/ 1115056 w 3079941"/>
                <a:gd name="connsiteY183" fmla="*/ 499371 h 1160647"/>
                <a:gd name="connsiteX184" fmla="*/ 1125189 w 3079941"/>
                <a:gd name="connsiteY184" fmla="*/ 495047 h 1160647"/>
                <a:gd name="connsiteX185" fmla="*/ 1129242 w 3079941"/>
                <a:gd name="connsiteY185" fmla="*/ 498290 h 1160647"/>
                <a:gd name="connsiteX186" fmla="*/ 1129242 w 3079941"/>
                <a:gd name="connsiteY186" fmla="*/ 490724 h 1160647"/>
                <a:gd name="connsiteX187" fmla="*/ 1131522 w 3079941"/>
                <a:gd name="connsiteY187" fmla="*/ 490724 h 1160647"/>
                <a:gd name="connsiteX188" fmla="*/ 1147483 w 3079941"/>
                <a:gd name="connsiteY188" fmla="*/ 490724 h 1160647"/>
                <a:gd name="connsiteX189" fmla="*/ 1147483 w 3079941"/>
                <a:gd name="connsiteY189" fmla="*/ 491805 h 1160647"/>
                <a:gd name="connsiteX190" fmla="*/ 1147483 w 3079941"/>
                <a:gd name="connsiteY190" fmla="*/ 499371 h 1160647"/>
                <a:gd name="connsiteX191" fmla="*/ 1177883 w 3079941"/>
                <a:gd name="connsiteY191" fmla="*/ 499371 h 1160647"/>
                <a:gd name="connsiteX192" fmla="*/ 1177883 w 3079941"/>
                <a:gd name="connsiteY192" fmla="*/ 500992 h 1160647"/>
                <a:gd name="connsiteX193" fmla="*/ 1177883 w 3079941"/>
                <a:gd name="connsiteY193" fmla="*/ 512342 h 1160647"/>
                <a:gd name="connsiteX194" fmla="*/ 1204230 w 3079941"/>
                <a:gd name="connsiteY194" fmla="*/ 512342 h 1160647"/>
                <a:gd name="connsiteX195" fmla="*/ 1204230 w 3079941"/>
                <a:gd name="connsiteY195" fmla="*/ 542606 h 1160647"/>
                <a:gd name="connsiteX196" fmla="*/ 1204990 w 3079941"/>
                <a:gd name="connsiteY196" fmla="*/ 542606 h 1160647"/>
                <a:gd name="connsiteX197" fmla="*/ 1210310 w 3079941"/>
                <a:gd name="connsiteY197" fmla="*/ 542606 h 1160647"/>
                <a:gd name="connsiteX198" fmla="*/ 1210310 w 3079941"/>
                <a:gd name="connsiteY198" fmla="*/ 543687 h 1160647"/>
                <a:gd name="connsiteX199" fmla="*/ 1210310 w 3079941"/>
                <a:gd name="connsiteY199" fmla="*/ 551254 h 1160647"/>
                <a:gd name="connsiteX200" fmla="*/ 1214364 w 3079941"/>
                <a:gd name="connsiteY200" fmla="*/ 581518 h 1160647"/>
                <a:gd name="connsiteX201" fmla="*/ 1215124 w 3079941"/>
                <a:gd name="connsiteY201" fmla="*/ 581518 h 1160647"/>
                <a:gd name="connsiteX202" fmla="*/ 1220444 w 3079941"/>
                <a:gd name="connsiteY202" fmla="*/ 581518 h 1160647"/>
                <a:gd name="connsiteX203" fmla="*/ 1220444 w 3079941"/>
                <a:gd name="connsiteY203" fmla="*/ 582329 h 1160647"/>
                <a:gd name="connsiteX204" fmla="*/ 1220444 w 3079941"/>
                <a:gd name="connsiteY204" fmla="*/ 588004 h 1160647"/>
                <a:gd name="connsiteX205" fmla="*/ 1221457 w 3079941"/>
                <a:gd name="connsiteY205" fmla="*/ 588004 h 1160647"/>
                <a:gd name="connsiteX206" fmla="*/ 1228550 w 3079941"/>
                <a:gd name="connsiteY206" fmla="*/ 588004 h 1160647"/>
                <a:gd name="connsiteX207" fmla="*/ 1228550 w 3079941"/>
                <a:gd name="connsiteY207" fmla="*/ 618269 h 1160647"/>
                <a:gd name="connsiteX208" fmla="*/ 1230577 w 3079941"/>
                <a:gd name="connsiteY208" fmla="*/ 618269 h 1160647"/>
                <a:gd name="connsiteX209" fmla="*/ 1244764 w 3079941"/>
                <a:gd name="connsiteY209" fmla="*/ 618269 h 1160647"/>
                <a:gd name="connsiteX210" fmla="*/ 1244764 w 3079941"/>
                <a:gd name="connsiteY210" fmla="*/ 642048 h 1160647"/>
                <a:gd name="connsiteX211" fmla="*/ 1246791 w 3079941"/>
                <a:gd name="connsiteY211" fmla="*/ 643669 h 1160647"/>
                <a:gd name="connsiteX212" fmla="*/ 1246791 w 3079941"/>
                <a:gd name="connsiteY212" fmla="*/ 655019 h 1160647"/>
                <a:gd name="connsiteX213" fmla="*/ 1247551 w 3079941"/>
                <a:gd name="connsiteY213" fmla="*/ 655019 h 1160647"/>
                <a:gd name="connsiteX214" fmla="*/ 1252871 w 3079941"/>
                <a:gd name="connsiteY214" fmla="*/ 655019 h 1160647"/>
                <a:gd name="connsiteX215" fmla="*/ 1252871 w 3079941"/>
                <a:gd name="connsiteY215" fmla="*/ 678798 h 1160647"/>
                <a:gd name="connsiteX216" fmla="*/ 1254137 w 3079941"/>
                <a:gd name="connsiteY216" fmla="*/ 678798 h 1160647"/>
                <a:gd name="connsiteX217" fmla="*/ 1263004 w 3079941"/>
                <a:gd name="connsiteY217" fmla="*/ 678798 h 1160647"/>
                <a:gd name="connsiteX218" fmla="*/ 1265031 w 3079941"/>
                <a:gd name="connsiteY218" fmla="*/ 682852 h 1160647"/>
                <a:gd name="connsiteX219" fmla="*/ 1265031 w 3079941"/>
                <a:gd name="connsiteY219" fmla="*/ 696093 h 1160647"/>
                <a:gd name="connsiteX220" fmla="*/ 1266551 w 3079941"/>
                <a:gd name="connsiteY220" fmla="*/ 694201 h 1160647"/>
                <a:gd name="connsiteX221" fmla="*/ 1277191 w 3079941"/>
                <a:gd name="connsiteY221" fmla="*/ 680960 h 1160647"/>
                <a:gd name="connsiteX222" fmla="*/ 1305565 w 3079941"/>
                <a:gd name="connsiteY222" fmla="*/ 680960 h 1160647"/>
                <a:gd name="connsiteX223" fmla="*/ 1305565 w 3079941"/>
                <a:gd name="connsiteY223" fmla="*/ 767431 h 1160647"/>
                <a:gd name="connsiteX224" fmla="*/ 1306325 w 3079941"/>
                <a:gd name="connsiteY224" fmla="*/ 767431 h 1160647"/>
                <a:gd name="connsiteX225" fmla="*/ 1311645 w 3079941"/>
                <a:gd name="connsiteY225" fmla="*/ 767431 h 1160647"/>
                <a:gd name="connsiteX226" fmla="*/ 1312405 w 3079941"/>
                <a:gd name="connsiteY226" fmla="*/ 766080 h 1160647"/>
                <a:gd name="connsiteX227" fmla="*/ 1317725 w 3079941"/>
                <a:gd name="connsiteY227" fmla="*/ 756622 h 1160647"/>
                <a:gd name="connsiteX228" fmla="*/ 1317725 w 3079941"/>
                <a:gd name="connsiteY228" fmla="*/ 758514 h 1160647"/>
                <a:gd name="connsiteX229" fmla="*/ 1317725 w 3079941"/>
                <a:gd name="connsiteY229" fmla="*/ 771755 h 1160647"/>
                <a:gd name="connsiteX230" fmla="*/ 1321778 w 3079941"/>
                <a:gd name="connsiteY230" fmla="*/ 726358 h 1160647"/>
                <a:gd name="connsiteX231" fmla="*/ 1322538 w 3079941"/>
                <a:gd name="connsiteY231" fmla="*/ 726358 h 1160647"/>
                <a:gd name="connsiteX232" fmla="*/ 1327858 w 3079941"/>
                <a:gd name="connsiteY232" fmla="*/ 726358 h 1160647"/>
                <a:gd name="connsiteX233" fmla="*/ 1327858 w 3079941"/>
                <a:gd name="connsiteY233" fmla="*/ 661504 h 1160647"/>
                <a:gd name="connsiteX234" fmla="*/ 1328872 w 3079941"/>
                <a:gd name="connsiteY234" fmla="*/ 661504 h 1160647"/>
                <a:gd name="connsiteX235" fmla="*/ 1335965 w 3079941"/>
                <a:gd name="connsiteY235" fmla="*/ 661504 h 1160647"/>
                <a:gd name="connsiteX236" fmla="*/ 1348125 w 3079941"/>
                <a:gd name="connsiteY236" fmla="*/ 618269 h 1160647"/>
                <a:gd name="connsiteX237" fmla="*/ 1349392 w 3079941"/>
                <a:gd name="connsiteY237" fmla="*/ 618269 h 1160647"/>
                <a:gd name="connsiteX238" fmla="*/ 1358259 w 3079941"/>
                <a:gd name="connsiteY238" fmla="*/ 618269 h 1160647"/>
                <a:gd name="connsiteX239" fmla="*/ 1368392 w 3079941"/>
                <a:gd name="connsiteY239" fmla="*/ 661504 h 1160647"/>
                <a:gd name="connsiteX240" fmla="*/ 1369405 w 3079941"/>
                <a:gd name="connsiteY240" fmla="*/ 661504 h 1160647"/>
                <a:gd name="connsiteX241" fmla="*/ 1376499 w 3079941"/>
                <a:gd name="connsiteY241" fmla="*/ 661504 h 1160647"/>
                <a:gd name="connsiteX242" fmla="*/ 1376499 w 3079941"/>
                <a:gd name="connsiteY242" fmla="*/ 700416 h 1160647"/>
                <a:gd name="connsiteX243" fmla="*/ 1378272 w 3079941"/>
                <a:gd name="connsiteY243" fmla="*/ 700416 h 1160647"/>
                <a:gd name="connsiteX244" fmla="*/ 1390686 w 3079941"/>
                <a:gd name="connsiteY244" fmla="*/ 700416 h 1160647"/>
                <a:gd name="connsiteX245" fmla="*/ 1390686 w 3079941"/>
                <a:gd name="connsiteY245" fmla="*/ 702578 h 1160647"/>
                <a:gd name="connsiteX246" fmla="*/ 1390686 w 3079941"/>
                <a:gd name="connsiteY246" fmla="*/ 717710 h 1160647"/>
                <a:gd name="connsiteX247" fmla="*/ 1394739 w 3079941"/>
                <a:gd name="connsiteY247" fmla="*/ 715549 h 1160647"/>
                <a:gd name="connsiteX248" fmla="*/ 1394739 w 3079941"/>
                <a:gd name="connsiteY248" fmla="*/ 700416 h 1160647"/>
                <a:gd name="connsiteX249" fmla="*/ 1396259 w 3079941"/>
                <a:gd name="connsiteY249" fmla="*/ 700416 h 1160647"/>
                <a:gd name="connsiteX250" fmla="*/ 1406899 w 3079941"/>
                <a:gd name="connsiteY250" fmla="*/ 700416 h 1160647"/>
                <a:gd name="connsiteX251" fmla="*/ 1406899 w 3079941"/>
                <a:gd name="connsiteY251" fmla="*/ 702037 h 1160647"/>
                <a:gd name="connsiteX252" fmla="*/ 1406899 w 3079941"/>
                <a:gd name="connsiteY252" fmla="*/ 713387 h 1160647"/>
                <a:gd name="connsiteX253" fmla="*/ 1437300 w 3079941"/>
                <a:gd name="connsiteY253" fmla="*/ 713387 h 1160647"/>
                <a:gd name="connsiteX254" fmla="*/ 1437300 w 3079941"/>
                <a:gd name="connsiteY254" fmla="*/ 676637 h 1160647"/>
                <a:gd name="connsiteX255" fmla="*/ 1438566 w 3079941"/>
                <a:gd name="connsiteY255" fmla="*/ 676637 h 1160647"/>
                <a:gd name="connsiteX256" fmla="*/ 1447433 w 3079941"/>
                <a:gd name="connsiteY256" fmla="*/ 676637 h 1160647"/>
                <a:gd name="connsiteX257" fmla="*/ 1447433 w 3079941"/>
                <a:gd name="connsiteY257" fmla="*/ 698254 h 1160647"/>
                <a:gd name="connsiteX258" fmla="*/ 1449460 w 3079941"/>
                <a:gd name="connsiteY258" fmla="*/ 665828 h 1160647"/>
                <a:gd name="connsiteX259" fmla="*/ 1471753 w 3079941"/>
                <a:gd name="connsiteY259" fmla="*/ 665828 h 1160647"/>
                <a:gd name="connsiteX260" fmla="*/ 1471753 w 3079941"/>
                <a:gd name="connsiteY260" fmla="*/ 664206 h 1160647"/>
                <a:gd name="connsiteX261" fmla="*/ 1471753 w 3079941"/>
                <a:gd name="connsiteY261" fmla="*/ 652857 h 1160647"/>
                <a:gd name="connsiteX262" fmla="*/ 1472513 w 3079941"/>
                <a:gd name="connsiteY262" fmla="*/ 652857 h 1160647"/>
                <a:gd name="connsiteX263" fmla="*/ 1477833 w 3079941"/>
                <a:gd name="connsiteY263" fmla="*/ 652857 h 1160647"/>
                <a:gd name="connsiteX264" fmla="*/ 1477833 w 3079941"/>
                <a:gd name="connsiteY264" fmla="*/ 650966 h 1160647"/>
                <a:gd name="connsiteX265" fmla="*/ 1477833 w 3079941"/>
                <a:gd name="connsiteY265" fmla="*/ 637725 h 1160647"/>
                <a:gd name="connsiteX266" fmla="*/ 1481887 w 3079941"/>
                <a:gd name="connsiteY266" fmla="*/ 644210 h 1160647"/>
                <a:gd name="connsiteX267" fmla="*/ 1484167 w 3079941"/>
                <a:gd name="connsiteY267" fmla="*/ 644210 h 1160647"/>
                <a:gd name="connsiteX268" fmla="*/ 1500127 w 3079941"/>
                <a:gd name="connsiteY268" fmla="*/ 644210 h 1160647"/>
                <a:gd name="connsiteX269" fmla="*/ 1500127 w 3079941"/>
                <a:gd name="connsiteY269" fmla="*/ 643399 h 1160647"/>
                <a:gd name="connsiteX270" fmla="*/ 1500127 w 3079941"/>
                <a:gd name="connsiteY270" fmla="*/ 637725 h 1160647"/>
                <a:gd name="connsiteX271" fmla="*/ 1500887 w 3079941"/>
                <a:gd name="connsiteY271" fmla="*/ 637725 h 1160647"/>
                <a:gd name="connsiteX272" fmla="*/ 1506207 w 3079941"/>
                <a:gd name="connsiteY272" fmla="*/ 637725 h 1160647"/>
                <a:gd name="connsiteX273" fmla="*/ 1506207 w 3079941"/>
                <a:gd name="connsiteY273" fmla="*/ 639076 h 1160647"/>
                <a:gd name="connsiteX274" fmla="*/ 1506207 w 3079941"/>
                <a:gd name="connsiteY274" fmla="*/ 648534 h 1160647"/>
                <a:gd name="connsiteX275" fmla="*/ 1544714 w 3079941"/>
                <a:gd name="connsiteY275" fmla="*/ 648534 h 1160647"/>
                <a:gd name="connsiteX276" fmla="*/ 1544714 w 3079941"/>
                <a:gd name="connsiteY276" fmla="*/ 786887 h 1160647"/>
                <a:gd name="connsiteX277" fmla="*/ 1546234 w 3079941"/>
                <a:gd name="connsiteY277" fmla="*/ 786887 h 1160647"/>
                <a:gd name="connsiteX278" fmla="*/ 1556874 w 3079941"/>
                <a:gd name="connsiteY278" fmla="*/ 786887 h 1160647"/>
                <a:gd name="connsiteX279" fmla="*/ 1556874 w 3079941"/>
                <a:gd name="connsiteY279" fmla="*/ 773917 h 1160647"/>
                <a:gd name="connsiteX280" fmla="*/ 1560928 w 3079941"/>
                <a:gd name="connsiteY280" fmla="*/ 773917 h 1160647"/>
                <a:gd name="connsiteX281" fmla="*/ 1560928 w 3079941"/>
                <a:gd name="connsiteY281" fmla="*/ 786887 h 1160647"/>
                <a:gd name="connsiteX282" fmla="*/ 1591328 w 3079941"/>
                <a:gd name="connsiteY282" fmla="*/ 786887 h 1160647"/>
                <a:gd name="connsiteX283" fmla="*/ 1591328 w 3079941"/>
                <a:gd name="connsiteY283" fmla="*/ 756622 h 1160647"/>
                <a:gd name="connsiteX284" fmla="*/ 1603488 w 3079941"/>
                <a:gd name="connsiteY284" fmla="*/ 756622 h 1160647"/>
                <a:gd name="connsiteX285" fmla="*/ 1615648 w 3079941"/>
                <a:gd name="connsiteY285" fmla="*/ 754461 h 1160647"/>
                <a:gd name="connsiteX286" fmla="*/ 1619702 w 3079941"/>
                <a:gd name="connsiteY286" fmla="*/ 756622 h 1160647"/>
                <a:gd name="connsiteX287" fmla="*/ 1629835 w 3079941"/>
                <a:gd name="connsiteY287" fmla="*/ 756622 h 1160647"/>
                <a:gd name="connsiteX288" fmla="*/ 1629835 w 3079941"/>
                <a:gd name="connsiteY288" fmla="*/ 786887 h 1160647"/>
                <a:gd name="connsiteX289" fmla="*/ 1637942 w 3079941"/>
                <a:gd name="connsiteY289" fmla="*/ 786887 h 1160647"/>
                <a:gd name="connsiteX290" fmla="*/ 1637942 w 3079941"/>
                <a:gd name="connsiteY290" fmla="*/ 804182 h 1160647"/>
                <a:gd name="connsiteX291" fmla="*/ 1647278 w 3079941"/>
                <a:gd name="connsiteY291" fmla="*/ 805087 h 1160647"/>
                <a:gd name="connsiteX292" fmla="*/ 1660236 w 3079941"/>
                <a:gd name="connsiteY292" fmla="*/ 805087 h 1160647"/>
                <a:gd name="connsiteX293" fmla="*/ 1660236 w 3079941"/>
                <a:gd name="connsiteY293" fmla="*/ 789049 h 1160647"/>
                <a:gd name="connsiteX294" fmla="*/ 1728192 w 3079941"/>
                <a:gd name="connsiteY294" fmla="*/ 789049 h 1160647"/>
                <a:gd name="connsiteX295" fmla="*/ 1728192 w 3079941"/>
                <a:gd name="connsiteY295" fmla="*/ 703796 h 1160647"/>
                <a:gd name="connsiteX296" fmla="*/ 1800200 w 3079941"/>
                <a:gd name="connsiteY296" fmla="*/ 703796 h 1160647"/>
                <a:gd name="connsiteX297" fmla="*/ 1800200 w 3079941"/>
                <a:gd name="connsiteY297" fmla="*/ 782564 h 1160647"/>
                <a:gd name="connsiteX298" fmla="*/ 1802104 w 3079941"/>
                <a:gd name="connsiteY298" fmla="*/ 782564 h 1160647"/>
                <a:gd name="connsiteX299" fmla="*/ 1803346 w 3079941"/>
                <a:gd name="connsiteY299" fmla="*/ 805087 h 1160647"/>
                <a:gd name="connsiteX300" fmla="*/ 1813022 w 3079941"/>
                <a:gd name="connsiteY300" fmla="*/ 805087 h 1160647"/>
                <a:gd name="connsiteX301" fmla="*/ 1814264 w 3079941"/>
                <a:gd name="connsiteY301" fmla="*/ 782564 h 1160647"/>
                <a:gd name="connsiteX302" fmla="*/ 1820344 w 3079941"/>
                <a:gd name="connsiteY302" fmla="*/ 782564 h 1160647"/>
                <a:gd name="connsiteX303" fmla="*/ 1821586 w 3079941"/>
                <a:gd name="connsiteY303" fmla="*/ 805087 h 1160647"/>
                <a:gd name="connsiteX304" fmla="*/ 1872208 w 3079941"/>
                <a:gd name="connsiteY304" fmla="*/ 805087 h 1160647"/>
                <a:gd name="connsiteX305" fmla="*/ 1872208 w 3079941"/>
                <a:gd name="connsiteY305" fmla="*/ 642059 h 1160647"/>
                <a:gd name="connsiteX306" fmla="*/ 2069535 w 3079941"/>
                <a:gd name="connsiteY306" fmla="*/ 642059 h 1160647"/>
                <a:gd name="connsiteX307" fmla="*/ 2069535 w 3079941"/>
                <a:gd name="connsiteY307" fmla="*/ 805087 h 1160647"/>
                <a:gd name="connsiteX308" fmla="*/ 2088232 w 3079941"/>
                <a:gd name="connsiteY308" fmla="*/ 805087 h 1160647"/>
                <a:gd name="connsiteX309" fmla="*/ 2088232 w 3079941"/>
                <a:gd name="connsiteY309" fmla="*/ 722394 h 1160647"/>
                <a:gd name="connsiteX310" fmla="*/ 2183352 w 3079941"/>
                <a:gd name="connsiteY310" fmla="*/ 722394 h 1160647"/>
                <a:gd name="connsiteX311" fmla="*/ 2195282 w 3079941"/>
                <a:gd name="connsiteY311" fmla="*/ 404253 h 1160647"/>
                <a:gd name="connsiteX312" fmla="*/ 2183122 w 3079941"/>
                <a:gd name="connsiteY312" fmla="*/ 382635 h 1160647"/>
                <a:gd name="connsiteX313" fmla="*/ 2177042 w 3079941"/>
                <a:gd name="connsiteY313" fmla="*/ 378311 h 1160647"/>
                <a:gd name="connsiteX314" fmla="*/ 2185149 w 3079941"/>
                <a:gd name="connsiteY314" fmla="*/ 354532 h 1160647"/>
                <a:gd name="connsiteX315" fmla="*/ 2185149 w 3079941"/>
                <a:gd name="connsiteY315" fmla="*/ 337238 h 1160647"/>
                <a:gd name="connsiteX316" fmla="*/ 2199336 w 3079941"/>
                <a:gd name="connsiteY316" fmla="*/ 337238 h 1160647"/>
                <a:gd name="connsiteX317" fmla="*/ 2199336 w 3079941"/>
                <a:gd name="connsiteY317" fmla="*/ 315620 h 1160647"/>
                <a:gd name="connsiteX318" fmla="*/ 2201362 w 3079941"/>
                <a:gd name="connsiteY318" fmla="*/ 311296 h 1160647"/>
                <a:gd name="connsiteX319" fmla="*/ 2201362 w 3079941"/>
                <a:gd name="connsiteY319" fmla="*/ 233472 h 1160647"/>
                <a:gd name="connsiteX320" fmla="*/ 2199336 w 3079941"/>
                <a:gd name="connsiteY320" fmla="*/ 226987 h 1160647"/>
                <a:gd name="connsiteX321" fmla="*/ 2205416 w 3079941"/>
                <a:gd name="connsiteY321" fmla="*/ 220501 h 1160647"/>
                <a:gd name="connsiteX322" fmla="*/ 2205416 w 3079941"/>
                <a:gd name="connsiteY322" fmla="*/ 162133 h 1160647"/>
                <a:gd name="connsiteX323" fmla="*/ 2207442 w 3079941"/>
                <a:gd name="connsiteY323" fmla="*/ 157810 h 1160647"/>
                <a:gd name="connsiteX324" fmla="*/ 2207442 w 3079941"/>
                <a:gd name="connsiteY324" fmla="*/ 101604 h 1160647"/>
                <a:gd name="connsiteX325" fmla="*/ 2209469 w 3079941"/>
                <a:gd name="connsiteY325" fmla="*/ 82148 h 1160647"/>
                <a:gd name="connsiteX326" fmla="*/ 2213523 w 3079941"/>
                <a:gd name="connsiteY326" fmla="*/ 99442 h 1160647"/>
                <a:gd name="connsiteX327" fmla="*/ 2215549 w 3079941"/>
                <a:gd name="connsiteY327" fmla="*/ 157810 h 1160647"/>
                <a:gd name="connsiteX328" fmla="*/ 2217576 w 3079941"/>
                <a:gd name="connsiteY328" fmla="*/ 220501 h 1160647"/>
                <a:gd name="connsiteX329" fmla="*/ 2223656 w 3079941"/>
                <a:gd name="connsiteY329" fmla="*/ 226987 h 1160647"/>
                <a:gd name="connsiteX330" fmla="*/ 2221629 w 3079941"/>
                <a:gd name="connsiteY330" fmla="*/ 233472 h 1160647"/>
                <a:gd name="connsiteX331" fmla="*/ 2221629 w 3079941"/>
                <a:gd name="connsiteY331" fmla="*/ 311296 h 1160647"/>
                <a:gd name="connsiteX332" fmla="*/ 2223656 w 3079941"/>
                <a:gd name="connsiteY332" fmla="*/ 315620 h 1160647"/>
                <a:gd name="connsiteX333" fmla="*/ 2223656 w 3079941"/>
                <a:gd name="connsiteY333" fmla="*/ 337238 h 1160647"/>
                <a:gd name="connsiteX334" fmla="*/ 2237843 w 3079941"/>
                <a:gd name="connsiteY334" fmla="*/ 337238 h 1160647"/>
                <a:gd name="connsiteX335" fmla="*/ 2237843 w 3079941"/>
                <a:gd name="connsiteY335" fmla="*/ 354532 h 1160647"/>
                <a:gd name="connsiteX336" fmla="*/ 2245950 w 3079941"/>
                <a:gd name="connsiteY336" fmla="*/ 378311 h 1160647"/>
                <a:gd name="connsiteX337" fmla="*/ 2239870 w 3079941"/>
                <a:gd name="connsiteY337" fmla="*/ 382635 h 1160647"/>
                <a:gd name="connsiteX338" fmla="*/ 2227709 w 3079941"/>
                <a:gd name="connsiteY338" fmla="*/ 404253 h 1160647"/>
                <a:gd name="connsiteX339" fmla="*/ 2235816 w 3079941"/>
                <a:gd name="connsiteY339" fmla="*/ 657181 h 1160647"/>
                <a:gd name="connsiteX340" fmla="*/ 2300670 w 3079941"/>
                <a:gd name="connsiteY340" fmla="*/ 657181 h 1160647"/>
                <a:gd name="connsiteX341" fmla="*/ 2300670 w 3079941"/>
                <a:gd name="connsiteY341" fmla="*/ 732843 h 1160647"/>
                <a:gd name="connsiteX342" fmla="*/ 2308777 w 3079941"/>
                <a:gd name="connsiteY342" fmla="*/ 732843 h 1160647"/>
                <a:gd name="connsiteX343" fmla="*/ 2310804 w 3079941"/>
                <a:gd name="connsiteY343" fmla="*/ 726358 h 1160647"/>
                <a:gd name="connsiteX344" fmla="*/ 2316884 w 3079941"/>
                <a:gd name="connsiteY344" fmla="*/ 726358 h 1160647"/>
                <a:gd name="connsiteX345" fmla="*/ 2318911 w 3079941"/>
                <a:gd name="connsiteY345" fmla="*/ 735005 h 1160647"/>
                <a:gd name="connsiteX346" fmla="*/ 2331071 w 3079941"/>
                <a:gd name="connsiteY346" fmla="*/ 735005 h 1160647"/>
                <a:gd name="connsiteX347" fmla="*/ 2331071 w 3079941"/>
                <a:gd name="connsiteY347" fmla="*/ 728519 h 1160647"/>
                <a:gd name="connsiteX348" fmla="*/ 2353364 w 3079941"/>
                <a:gd name="connsiteY348" fmla="*/ 728519 h 1160647"/>
                <a:gd name="connsiteX349" fmla="*/ 2353364 w 3079941"/>
                <a:gd name="connsiteY349" fmla="*/ 735005 h 1160647"/>
                <a:gd name="connsiteX350" fmla="*/ 2373631 w 3079941"/>
                <a:gd name="connsiteY350" fmla="*/ 735005 h 1160647"/>
                <a:gd name="connsiteX351" fmla="*/ 2373631 w 3079941"/>
                <a:gd name="connsiteY351" fmla="*/ 780402 h 1160647"/>
                <a:gd name="connsiteX352" fmla="*/ 2387818 w 3079941"/>
                <a:gd name="connsiteY352" fmla="*/ 780402 h 1160647"/>
                <a:gd name="connsiteX353" fmla="*/ 2387818 w 3079941"/>
                <a:gd name="connsiteY353" fmla="*/ 767431 h 1160647"/>
                <a:gd name="connsiteX354" fmla="*/ 2404032 w 3079941"/>
                <a:gd name="connsiteY354" fmla="*/ 767431 h 1160647"/>
                <a:gd name="connsiteX355" fmla="*/ 2404032 w 3079941"/>
                <a:gd name="connsiteY355" fmla="*/ 588004 h 1160647"/>
                <a:gd name="connsiteX356" fmla="*/ 2410112 w 3079941"/>
                <a:gd name="connsiteY356" fmla="*/ 581518 h 1160647"/>
                <a:gd name="connsiteX357" fmla="*/ 2483073 w 3079941"/>
                <a:gd name="connsiteY357" fmla="*/ 581518 h 1160647"/>
                <a:gd name="connsiteX358" fmla="*/ 2483073 w 3079941"/>
                <a:gd name="connsiteY358" fmla="*/ 590166 h 1160647"/>
                <a:gd name="connsiteX359" fmla="*/ 2493206 w 3079941"/>
                <a:gd name="connsiteY359" fmla="*/ 590166 h 1160647"/>
                <a:gd name="connsiteX360" fmla="*/ 2493206 w 3079941"/>
                <a:gd name="connsiteY360" fmla="*/ 704740 h 1160647"/>
                <a:gd name="connsiteX361" fmla="*/ 2515500 w 3079941"/>
                <a:gd name="connsiteY361" fmla="*/ 704740 h 1160647"/>
                <a:gd name="connsiteX362" fmla="*/ 2515500 w 3079941"/>
                <a:gd name="connsiteY362" fmla="*/ 637725 h 1160647"/>
                <a:gd name="connsiteX363" fmla="*/ 2541847 w 3079941"/>
                <a:gd name="connsiteY363" fmla="*/ 637725 h 1160647"/>
                <a:gd name="connsiteX364" fmla="*/ 2545900 w 3079941"/>
                <a:gd name="connsiteY364" fmla="*/ 633401 h 1160647"/>
                <a:gd name="connsiteX365" fmla="*/ 2554007 w 3079941"/>
                <a:gd name="connsiteY365" fmla="*/ 633401 h 1160647"/>
                <a:gd name="connsiteX366" fmla="*/ 2558060 w 3079941"/>
                <a:gd name="connsiteY366" fmla="*/ 637725 h 1160647"/>
                <a:gd name="connsiteX367" fmla="*/ 2580354 w 3079941"/>
                <a:gd name="connsiteY367" fmla="*/ 637725 h 1160647"/>
                <a:gd name="connsiteX368" fmla="*/ 2580354 w 3079941"/>
                <a:gd name="connsiteY368" fmla="*/ 520989 h 1160647"/>
                <a:gd name="connsiteX369" fmla="*/ 2637101 w 3079941"/>
                <a:gd name="connsiteY369" fmla="*/ 510180 h 1160647"/>
                <a:gd name="connsiteX370" fmla="*/ 2637101 w 3079941"/>
                <a:gd name="connsiteY370" fmla="*/ 511261 h 1160647"/>
                <a:gd name="connsiteX371" fmla="*/ 2637101 w 3079941"/>
                <a:gd name="connsiteY371" fmla="*/ 518827 h 1160647"/>
                <a:gd name="connsiteX372" fmla="*/ 2663448 w 3079941"/>
                <a:gd name="connsiteY372" fmla="*/ 518827 h 1160647"/>
                <a:gd name="connsiteX373" fmla="*/ 2663448 w 3079941"/>
                <a:gd name="connsiteY373" fmla="*/ 773917 h 1160647"/>
                <a:gd name="connsiteX374" fmla="*/ 2685742 w 3079941"/>
                <a:gd name="connsiteY374" fmla="*/ 773917 h 1160647"/>
                <a:gd name="connsiteX375" fmla="*/ 2685742 w 3079941"/>
                <a:gd name="connsiteY375" fmla="*/ 769593 h 1160647"/>
                <a:gd name="connsiteX376" fmla="*/ 2697902 w 3079941"/>
                <a:gd name="connsiteY376" fmla="*/ 769593 h 1160647"/>
                <a:gd name="connsiteX377" fmla="*/ 2697902 w 3079941"/>
                <a:gd name="connsiteY377" fmla="*/ 773917 h 1160647"/>
                <a:gd name="connsiteX378" fmla="*/ 2722222 w 3079941"/>
                <a:gd name="connsiteY378" fmla="*/ 773917 h 1160647"/>
                <a:gd name="connsiteX379" fmla="*/ 2722222 w 3079941"/>
                <a:gd name="connsiteY379" fmla="*/ 760946 h 1160647"/>
                <a:gd name="connsiteX380" fmla="*/ 2750596 w 3079941"/>
                <a:gd name="connsiteY380" fmla="*/ 760946 h 1160647"/>
                <a:gd name="connsiteX381" fmla="*/ 2762756 w 3079941"/>
                <a:gd name="connsiteY381" fmla="*/ 756622 h 1160647"/>
                <a:gd name="connsiteX382" fmla="*/ 2783023 w 3079941"/>
                <a:gd name="connsiteY382" fmla="*/ 760946 h 1160647"/>
                <a:gd name="connsiteX383" fmla="*/ 2783023 w 3079941"/>
                <a:gd name="connsiteY383" fmla="*/ 743652 h 1160647"/>
                <a:gd name="connsiteX384" fmla="*/ 2791130 w 3079941"/>
                <a:gd name="connsiteY384" fmla="*/ 743652 h 1160647"/>
                <a:gd name="connsiteX385" fmla="*/ 2791130 w 3079941"/>
                <a:gd name="connsiteY385" fmla="*/ 730681 h 1160647"/>
                <a:gd name="connsiteX386" fmla="*/ 2847877 w 3079941"/>
                <a:gd name="connsiteY386" fmla="*/ 730681 h 1160647"/>
                <a:gd name="connsiteX387" fmla="*/ 2847877 w 3079941"/>
                <a:gd name="connsiteY387" fmla="*/ 700416 h 1160647"/>
                <a:gd name="connsiteX388" fmla="*/ 2866117 w 3079941"/>
                <a:gd name="connsiteY388" fmla="*/ 700416 h 1160647"/>
                <a:gd name="connsiteX389" fmla="*/ 2866117 w 3079941"/>
                <a:gd name="connsiteY389" fmla="*/ 693931 h 1160647"/>
                <a:gd name="connsiteX390" fmla="*/ 2878277 w 3079941"/>
                <a:gd name="connsiteY390" fmla="*/ 693931 h 1160647"/>
                <a:gd name="connsiteX391" fmla="*/ 2878277 w 3079941"/>
                <a:gd name="connsiteY391" fmla="*/ 700416 h 1160647"/>
                <a:gd name="connsiteX392" fmla="*/ 2894491 w 3079941"/>
                <a:gd name="connsiteY392" fmla="*/ 700416 h 1160647"/>
                <a:gd name="connsiteX393" fmla="*/ 2894491 w 3079941"/>
                <a:gd name="connsiteY393" fmla="*/ 750137 h 1160647"/>
                <a:gd name="connsiteX394" fmla="*/ 2926918 w 3079941"/>
                <a:gd name="connsiteY394" fmla="*/ 750137 h 1160647"/>
                <a:gd name="connsiteX395" fmla="*/ 2926918 w 3079941"/>
                <a:gd name="connsiteY395" fmla="*/ 724196 h 1160647"/>
                <a:gd name="connsiteX396" fmla="*/ 2965425 w 3079941"/>
                <a:gd name="connsiteY396" fmla="*/ 724196 h 1160647"/>
                <a:gd name="connsiteX397" fmla="*/ 2965425 w 3079941"/>
                <a:gd name="connsiteY397" fmla="*/ 693931 h 1160647"/>
                <a:gd name="connsiteX398" fmla="*/ 3014066 w 3079941"/>
                <a:gd name="connsiteY398" fmla="*/ 693931 h 1160647"/>
                <a:gd name="connsiteX399" fmla="*/ 3014066 w 3079941"/>
                <a:gd name="connsiteY399" fmla="*/ 805087 h 1160647"/>
                <a:gd name="connsiteX400" fmla="*/ 3014066 w 3079941"/>
                <a:gd name="connsiteY400" fmla="*/ 818866 h 1160647"/>
                <a:gd name="connsiteX401" fmla="*/ 3079941 w 3079941"/>
                <a:gd name="connsiteY401" fmla="*/ 818866 h 1160647"/>
                <a:gd name="connsiteX402" fmla="*/ 3079941 w 3079941"/>
                <a:gd name="connsiteY402" fmla="*/ 924638 h 1160647"/>
                <a:gd name="connsiteX403" fmla="*/ 3079941 w 3079941"/>
                <a:gd name="connsiteY403" fmla="*/ 1030409 h 1160647"/>
                <a:gd name="connsiteX404" fmla="*/ 3079941 w 3079941"/>
                <a:gd name="connsiteY404" fmla="*/ 1160647 h 1160647"/>
                <a:gd name="connsiteX405" fmla="*/ 2842946 w 3079941"/>
                <a:gd name="connsiteY405" fmla="*/ 1160647 h 1160647"/>
                <a:gd name="connsiteX406" fmla="*/ 200958 w 3079941"/>
                <a:gd name="connsiteY406" fmla="*/ 1160647 h 1160647"/>
                <a:gd name="connsiteX407" fmla="*/ 200958 w 3079941"/>
                <a:gd name="connsiteY407" fmla="*/ 1126882 h 1160647"/>
                <a:gd name="connsiteX408" fmla="*/ 0 w 3079941"/>
                <a:gd name="connsiteY408" fmla="*/ 1126882 h 1160647"/>
                <a:gd name="connsiteX409" fmla="*/ 0 w 3079941"/>
                <a:gd name="connsiteY409" fmla="*/ 915339 h 1160647"/>
                <a:gd name="connsiteX410" fmla="*/ 103377 w 3079941"/>
                <a:gd name="connsiteY410" fmla="*/ 915339 h 1160647"/>
                <a:gd name="connsiteX411" fmla="*/ 103377 w 3079941"/>
                <a:gd name="connsiteY411" fmla="*/ 886329 h 1160647"/>
                <a:gd name="connsiteX412" fmla="*/ 55096 w 3079941"/>
                <a:gd name="connsiteY412" fmla="*/ 886329 h 1160647"/>
                <a:gd name="connsiteX413" fmla="*/ 55096 w 3079941"/>
                <a:gd name="connsiteY413" fmla="*/ 724196 h 1160647"/>
                <a:gd name="connsiteX414" fmla="*/ 75363 w 3079941"/>
                <a:gd name="connsiteY414" fmla="*/ 724196 h 1160647"/>
                <a:gd name="connsiteX415" fmla="*/ 75870 w 3079941"/>
                <a:gd name="connsiteY415" fmla="*/ 723115 h 1160647"/>
                <a:gd name="connsiteX416" fmla="*/ 79416 w 3079941"/>
                <a:gd name="connsiteY416" fmla="*/ 715549 h 1160647"/>
                <a:gd name="connsiteX417" fmla="*/ 81190 w 3079941"/>
                <a:gd name="connsiteY417" fmla="*/ 715819 h 1160647"/>
                <a:gd name="connsiteX418" fmla="*/ 93603 w 3079941"/>
                <a:gd name="connsiteY418" fmla="*/ 717710 h 1160647"/>
                <a:gd name="connsiteX419" fmla="*/ 94110 w 3079941"/>
                <a:gd name="connsiteY419" fmla="*/ 719062 h 1160647"/>
                <a:gd name="connsiteX420" fmla="*/ 97656 w 3079941"/>
                <a:gd name="connsiteY420" fmla="*/ 728519 h 1160647"/>
                <a:gd name="connsiteX421" fmla="*/ 124003 w 3079941"/>
                <a:gd name="connsiteY421" fmla="*/ 730681 h 1160647"/>
                <a:gd name="connsiteX422" fmla="*/ 124003 w 3079941"/>
                <a:gd name="connsiteY422" fmla="*/ 607460 h 1160647"/>
                <a:gd name="connsiteX423" fmla="*/ 126030 w 3079941"/>
                <a:gd name="connsiteY423" fmla="*/ 607460 h 1160647"/>
                <a:gd name="connsiteX424" fmla="*/ 140217 w 3079941"/>
                <a:gd name="connsiteY424" fmla="*/ 607460 h 1160647"/>
                <a:gd name="connsiteX425" fmla="*/ 140217 w 3079941"/>
                <a:gd name="connsiteY425" fmla="*/ 471268 h 1160647"/>
                <a:gd name="connsiteX426" fmla="*/ 141990 w 3079941"/>
                <a:gd name="connsiteY426" fmla="*/ 471268 h 1160647"/>
                <a:gd name="connsiteX427" fmla="*/ 154404 w 3079941"/>
                <a:gd name="connsiteY427" fmla="*/ 471268 h 1160647"/>
                <a:gd name="connsiteX428" fmla="*/ 154404 w 3079941"/>
                <a:gd name="connsiteY428" fmla="*/ 356694 h 1160647"/>
                <a:gd name="connsiteX429" fmla="*/ 158457 w 3079941"/>
                <a:gd name="connsiteY429" fmla="*/ 328590 h 1160647"/>
                <a:gd name="connsiteX430" fmla="*/ 160484 w 3079941"/>
                <a:gd name="connsiteY430" fmla="*/ 328590 h 1160647"/>
                <a:gd name="connsiteX431" fmla="*/ 174671 w 3079941"/>
                <a:gd name="connsiteY431" fmla="*/ 328590 h 1160647"/>
                <a:gd name="connsiteX432" fmla="*/ 211151 w 3079941"/>
                <a:gd name="connsiteY432" fmla="*/ 246443 h 1160647"/>
                <a:gd name="connsiteX433" fmla="*/ 215205 w 3079941"/>
                <a:gd name="connsiteY433" fmla="*/ 0 h 1160647"/>
                <a:gd name="connsiteX0-1" fmla="*/ 215205 w 3079941"/>
                <a:gd name="connsiteY0-2" fmla="*/ 0 h 1160647"/>
                <a:gd name="connsiteX1-3" fmla="*/ 217231 w 3079941"/>
                <a:gd name="connsiteY1-4" fmla="*/ 246443 h 1160647"/>
                <a:gd name="connsiteX2-5" fmla="*/ 255738 w 3079941"/>
                <a:gd name="connsiteY2-6" fmla="*/ 326429 h 1160647"/>
                <a:gd name="connsiteX3-7" fmla="*/ 257765 w 3079941"/>
                <a:gd name="connsiteY3-8" fmla="*/ 326429 h 1160647"/>
                <a:gd name="connsiteX4-9" fmla="*/ 271952 w 3079941"/>
                <a:gd name="connsiteY4-10" fmla="*/ 326429 h 1160647"/>
                <a:gd name="connsiteX5-11" fmla="*/ 271952 w 3079941"/>
                <a:gd name="connsiteY5-12" fmla="*/ 350208 h 1160647"/>
                <a:gd name="connsiteX6-13" fmla="*/ 272459 w 3079941"/>
                <a:gd name="connsiteY6-14" fmla="*/ 351019 h 1160647"/>
                <a:gd name="connsiteX7-15" fmla="*/ 276005 w 3079941"/>
                <a:gd name="connsiteY7-16" fmla="*/ 356694 h 1160647"/>
                <a:gd name="connsiteX8-17" fmla="*/ 276005 w 3079941"/>
                <a:gd name="connsiteY8-18" fmla="*/ 471268 h 1160647"/>
                <a:gd name="connsiteX9-19" fmla="*/ 278285 w 3079941"/>
                <a:gd name="connsiteY9-20" fmla="*/ 471268 h 1160647"/>
                <a:gd name="connsiteX10-21" fmla="*/ 294246 w 3079941"/>
                <a:gd name="connsiteY10-22" fmla="*/ 471268 h 1160647"/>
                <a:gd name="connsiteX11-23" fmla="*/ 294246 w 3079941"/>
                <a:gd name="connsiteY11-24" fmla="*/ 611783 h 1160647"/>
                <a:gd name="connsiteX12-25" fmla="*/ 295766 w 3079941"/>
                <a:gd name="connsiteY12-26" fmla="*/ 611513 h 1160647"/>
                <a:gd name="connsiteX13-27" fmla="*/ 306406 w 3079941"/>
                <a:gd name="connsiteY13-28" fmla="*/ 609622 h 1160647"/>
                <a:gd name="connsiteX14-29" fmla="*/ 304379 w 3079941"/>
                <a:gd name="connsiteY14-30" fmla="*/ 698254 h 1160647"/>
                <a:gd name="connsiteX15-31" fmla="*/ 305899 w 3079941"/>
                <a:gd name="connsiteY15-32" fmla="*/ 698525 h 1160647"/>
                <a:gd name="connsiteX16-33" fmla="*/ 316539 w 3079941"/>
                <a:gd name="connsiteY16-34" fmla="*/ 700416 h 1160647"/>
                <a:gd name="connsiteX17-35" fmla="*/ 316792 w 3079941"/>
                <a:gd name="connsiteY17-36" fmla="*/ 701227 h 1160647"/>
                <a:gd name="connsiteX18-37" fmla="*/ 318566 w 3079941"/>
                <a:gd name="connsiteY18-38" fmla="*/ 706902 h 1160647"/>
                <a:gd name="connsiteX19-39" fmla="*/ 319326 w 3079941"/>
                <a:gd name="connsiteY19-40" fmla="*/ 704470 h 1160647"/>
                <a:gd name="connsiteX20-41" fmla="*/ 324646 w 3079941"/>
                <a:gd name="connsiteY20-42" fmla="*/ 687446 h 1160647"/>
                <a:gd name="connsiteX21-43" fmla="*/ 326419 w 3079941"/>
                <a:gd name="connsiteY21-44" fmla="*/ 687446 h 1160647"/>
                <a:gd name="connsiteX22-45" fmla="*/ 338833 w 3079941"/>
                <a:gd name="connsiteY22-46" fmla="*/ 687446 h 1160647"/>
                <a:gd name="connsiteX23-47" fmla="*/ 338833 w 3079941"/>
                <a:gd name="connsiteY23-48" fmla="*/ 719872 h 1160647"/>
                <a:gd name="connsiteX24-49" fmla="*/ 339846 w 3079941"/>
                <a:gd name="connsiteY24-50" fmla="*/ 720413 h 1160647"/>
                <a:gd name="connsiteX25-51" fmla="*/ 346940 w 3079941"/>
                <a:gd name="connsiteY25-52" fmla="*/ 724196 h 1160647"/>
                <a:gd name="connsiteX26-53" fmla="*/ 346940 w 3079941"/>
                <a:gd name="connsiteY26-54" fmla="*/ 725547 h 1160647"/>
                <a:gd name="connsiteX27-55" fmla="*/ 346940 w 3079941"/>
                <a:gd name="connsiteY27-56" fmla="*/ 735005 h 1160647"/>
                <a:gd name="connsiteX28-57" fmla="*/ 391527 w 3079941"/>
                <a:gd name="connsiteY28-58" fmla="*/ 735005 h 1160647"/>
                <a:gd name="connsiteX29-59" fmla="*/ 391527 w 3079941"/>
                <a:gd name="connsiteY29-60" fmla="*/ 736086 h 1160647"/>
                <a:gd name="connsiteX30-61" fmla="*/ 391527 w 3079941"/>
                <a:gd name="connsiteY30-62" fmla="*/ 743652 h 1160647"/>
                <a:gd name="connsiteX31-63" fmla="*/ 393553 w 3079941"/>
                <a:gd name="connsiteY31-64" fmla="*/ 743652 h 1160647"/>
                <a:gd name="connsiteX32-65" fmla="*/ 407740 w 3079941"/>
                <a:gd name="connsiteY32-66" fmla="*/ 743652 h 1160647"/>
                <a:gd name="connsiteX33-67" fmla="*/ 407740 w 3079941"/>
                <a:gd name="connsiteY33-68" fmla="*/ 713387 h 1160647"/>
                <a:gd name="connsiteX34-69" fmla="*/ 452327 w 3079941"/>
                <a:gd name="connsiteY34-70" fmla="*/ 713387 h 1160647"/>
                <a:gd name="connsiteX35-71" fmla="*/ 452327 w 3079941"/>
                <a:gd name="connsiteY35-72" fmla="*/ 712036 h 1160647"/>
                <a:gd name="connsiteX36-73" fmla="*/ 452327 w 3079941"/>
                <a:gd name="connsiteY36-74" fmla="*/ 702578 h 1160647"/>
                <a:gd name="connsiteX37-75" fmla="*/ 453341 w 3079941"/>
                <a:gd name="connsiteY37-76" fmla="*/ 702578 h 1160647"/>
                <a:gd name="connsiteX38-77" fmla="*/ 460434 w 3079941"/>
                <a:gd name="connsiteY38-78" fmla="*/ 702578 h 1160647"/>
                <a:gd name="connsiteX39-79" fmla="*/ 460434 w 3079941"/>
                <a:gd name="connsiteY39-80" fmla="*/ 700687 h 1160647"/>
                <a:gd name="connsiteX40-81" fmla="*/ 460434 w 3079941"/>
                <a:gd name="connsiteY40-82" fmla="*/ 687446 h 1160647"/>
                <a:gd name="connsiteX41-83" fmla="*/ 461194 w 3079941"/>
                <a:gd name="connsiteY41-84" fmla="*/ 687446 h 1160647"/>
                <a:gd name="connsiteX42-85" fmla="*/ 466514 w 3079941"/>
                <a:gd name="connsiteY42-86" fmla="*/ 687446 h 1160647"/>
                <a:gd name="connsiteX43-87" fmla="*/ 466514 w 3079941"/>
                <a:gd name="connsiteY43-88" fmla="*/ 686365 h 1160647"/>
                <a:gd name="connsiteX44-89" fmla="*/ 466514 w 3079941"/>
                <a:gd name="connsiteY44-90" fmla="*/ 678798 h 1160647"/>
                <a:gd name="connsiteX45-91" fmla="*/ 468541 w 3079941"/>
                <a:gd name="connsiteY45-92" fmla="*/ 678798 h 1160647"/>
                <a:gd name="connsiteX46-93" fmla="*/ 482728 w 3079941"/>
                <a:gd name="connsiteY46-94" fmla="*/ 678798 h 1160647"/>
                <a:gd name="connsiteX47-95" fmla="*/ 482728 w 3079941"/>
                <a:gd name="connsiteY47-96" fmla="*/ 679879 h 1160647"/>
                <a:gd name="connsiteX48-97" fmla="*/ 482728 w 3079941"/>
                <a:gd name="connsiteY48-98" fmla="*/ 687446 h 1160647"/>
                <a:gd name="connsiteX49-99" fmla="*/ 505021 w 3079941"/>
                <a:gd name="connsiteY49-100" fmla="*/ 687446 h 1160647"/>
                <a:gd name="connsiteX50-101" fmla="*/ 505021 w 3079941"/>
                <a:gd name="connsiteY50-102" fmla="*/ 685554 h 1160647"/>
                <a:gd name="connsiteX51-103" fmla="*/ 505021 w 3079941"/>
                <a:gd name="connsiteY51-104" fmla="*/ 672313 h 1160647"/>
                <a:gd name="connsiteX52-105" fmla="*/ 506795 w 3079941"/>
                <a:gd name="connsiteY52-106" fmla="*/ 672313 h 1160647"/>
                <a:gd name="connsiteX53-107" fmla="*/ 519208 w 3079941"/>
                <a:gd name="connsiteY53-108" fmla="*/ 672313 h 1160647"/>
                <a:gd name="connsiteX54-109" fmla="*/ 519208 w 3079941"/>
                <a:gd name="connsiteY54-110" fmla="*/ 696093 h 1160647"/>
                <a:gd name="connsiteX55-111" fmla="*/ 520222 w 3079941"/>
                <a:gd name="connsiteY55-112" fmla="*/ 696093 h 1160647"/>
                <a:gd name="connsiteX56-113" fmla="*/ 527315 w 3079941"/>
                <a:gd name="connsiteY56-114" fmla="*/ 696093 h 1160647"/>
                <a:gd name="connsiteX57-115" fmla="*/ 527315 w 3079941"/>
                <a:gd name="connsiteY57-116" fmla="*/ 695012 h 1160647"/>
                <a:gd name="connsiteX58-117" fmla="*/ 527315 w 3079941"/>
                <a:gd name="connsiteY58-118" fmla="*/ 687446 h 1160647"/>
                <a:gd name="connsiteX59-119" fmla="*/ 529088 w 3079941"/>
                <a:gd name="connsiteY59-120" fmla="*/ 687446 h 1160647"/>
                <a:gd name="connsiteX60-121" fmla="*/ 541502 w 3079941"/>
                <a:gd name="connsiteY60-122" fmla="*/ 687446 h 1160647"/>
                <a:gd name="connsiteX61-123" fmla="*/ 541502 w 3079941"/>
                <a:gd name="connsiteY61-124" fmla="*/ 713387 h 1160647"/>
                <a:gd name="connsiteX62-125" fmla="*/ 543529 w 3079941"/>
                <a:gd name="connsiteY62-126" fmla="*/ 713387 h 1160647"/>
                <a:gd name="connsiteX63-127" fmla="*/ 557715 w 3079941"/>
                <a:gd name="connsiteY63-128" fmla="*/ 713387 h 1160647"/>
                <a:gd name="connsiteX64-129" fmla="*/ 557715 w 3079941"/>
                <a:gd name="connsiteY64-130" fmla="*/ 715008 h 1160647"/>
                <a:gd name="connsiteX65-131" fmla="*/ 557715 w 3079941"/>
                <a:gd name="connsiteY65-132" fmla="*/ 726358 h 1160647"/>
                <a:gd name="connsiteX66-133" fmla="*/ 558475 w 3079941"/>
                <a:gd name="connsiteY66-134" fmla="*/ 726358 h 1160647"/>
                <a:gd name="connsiteX67-135" fmla="*/ 563796 w 3079941"/>
                <a:gd name="connsiteY67-136" fmla="*/ 726358 h 1160647"/>
                <a:gd name="connsiteX68-137" fmla="*/ 563796 w 3079941"/>
                <a:gd name="connsiteY68-138" fmla="*/ 725547 h 1160647"/>
                <a:gd name="connsiteX69-139" fmla="*/ 563796 w 3079941"/>
                <a:gd name="connsiteY69-140" fmla="*/ 719872 h 1160647"/>
                <a:gd name="connsiteX70-141" fmla="*/ 594196 w 3079941"/>
                <a:gd name="connsiteY70-142" fmla="*/ 719872 h 1160647"/>
                <a:gd name="connsiteX71-143" fmla="*/ 594196 w 3079941"/>
                <a:gd name="connsiteY71-144" fmla="*/ 743652 h 1160647"/>
                <a:gd name="connsiteX72-145" fmla="*/ 595209 w 3079941"/>
                <a:gd name="connsiteY72-146" fmla="*/ 743652 h 1160647"/>
                <a:gd name="connsiteX73-147" fmla="*/ 602303 w 3079941"/>
                <a:gd name="connsiteY73-148" fmla="*/ 743652 h 1160647"/>
                <a:gd name="connsiteX74-149" fmla="*/ 602303 w 3079941"/>
                <a:gd name="connsiteY74-150" fmla="*/ 744733 h 1160647"/>
                <a:gd name="connsiteX75-151" fmla="*/ 602303 w 3079941"/>
                <a:gd name="connsiteY75-152" fmla="*/ 752299 h 1160647"/>
                <a:gd name="connsiteX76-153" fmla="*/ 603063 w 3079941"/>
                <a:gd name="connsiteY76-154" fmla="*/ 752299 h 1160647"/>
                <a:gd name="connsiteX77-155" fmla="*/ 608383 w 3079941"/>
                <a:gd name="connsiteY77-156" fmla="*/ 752299 h 1160647"/>
                <a:gd name="connsiteX78-157" fmla="*/ 608383 w 3079941"/>
                <a:gd name="connsiteY78-158" fmla="*/ 750137 h 1160647"/>
                <a:gd name="connsiteX79-159" fmla="*/ 608383 w 3079941"/>
                <a:gd name="connsiteY79-160" fmla="*/ 735005 h 1160647"/>
                <a:gd name="connsiteX80-161" fmla="*/ 609396 w 3079941"/>
                <a:gd name="connsiteY80-162" fmla="*/ 735005 h 1160647"/>
                <a:gd name="connsiteX81-163" fmla="*/ 616490 w 3079941"/>
                <a:gd name="connsiteY81-164" fmla="*/ 735005 h 1160647"/>
                <a:gd name="connsiteX82-165" fmla="*/ 616490 w 3079941"/>
                <a:gd name="connsiteY82-166" fmla="*/ 736086 h 1160647"/>
                <a:gd name="connsiteX83-167" fmla="*/ 616490 w 3079941"/>
                <a:gd name="connsiteY83-168" fmla="*/ 743652 h 1160647"/>
                <a:gd name="connsiteX84-169" fmla="*/ 621810 w 3079941"/>
                <a:gd name="connsiteY84-170" fmla="*/ 741659 h 1160647"/>
                <a:gd name="connsiteX85-171" fmla="*/ 622570 w 3079941"/>
                <a:gd name="connsiteY85-172" fmla="*/ 740679 h 1160647"/>
                <a:gd name="connsiteX86-173" fmla="*/ 622570 w 3079941"/>
                <a:gd name="connsiteY86-174" fmla="*/ 735005 h 1160647"/>
                <a:gd name="connsiteX87-175" fmla="*/ 661077 w 3079941"/>
                <a:gd name="connsiteY87-176" fmla="*/ 735005 h 1160647"/>
                <a:gd name="connsiteX88-177" fmla="*/ 661077 w 3079941"/>
                <a:gd name="connsiteY88-178" fmla="*/ 758784 h 1160647"/>
                <a:gd name="connsiteX89-179" fmla="*/ 663103 w 3079941"/>
                <a:gd name="connsiteY89-180" fmla="*/ 758784 h 1160647"/>
                <a:gd name="connsiteX90-181" fmla="*/ 677290 w 3079941"/>
                <a:gd name="connsiteY90-182" fmla="*/ 758784 h 1160647"/>
                <a:gd name="connsiteX91-183" fmla="*/ 677290 w 3079941"/>
                <a:gd name="connsiteY91-184" fmla="*/ 759865 h 1160647"/>
                <a:gd name="connsiteX92-185" fmla="*/ 677290 w 3079941"/>
                <a:gd name="connsiteY92-186" fmla="*/ 767431 h 1160647"/>
                <a:gd name="connsiteX93-187" fmla="*/ 679064 w 3079941"/>
                <a:gd name="connsiteY93-188" fmla="*/ 767431 h 1160647"/>
                <a:gd name="connsiteX94-189" fmla="*/ 691477 w 3079941"/>
                <a:gd name="connsiteY94-190" fmla="*/ 767431 h 1160647"/>
                <a:gd name="connsiteX95-191" fmla="*/ 691477 w 3079941"/>
                <a:gd name="connsiteY95-192" fmla="*/ 743652 h 1160647"/>
                <a:gd name="connsiteX96-193" fmla="*/ 692490 w 3079941"/>
                <a:gd name="connsiteY96-194" fmla="*/ 743652 h 1160647"/>
                <a:gd name="connsiteX97-195" fmla="*/ 699584 w 3079941"/>
                <a:gd name="connsiteY97-196" fmla="*/ 743652 h 1160647"/>
                <a:gd name="connsiteX98-197" fmla="*/ 699584 w 3079941"/>
                <a:gd name="connsiteY98-198" fmla="*/ 711225 h 1160647"/>
                <a:gd name="connsiteX99-199" fmla="*/ 700597 w 3079941"/>
                <a:gd name="connsiteY99-200" fmla="*/ 711225 h 1160647"/>
                <a:gd name="connsiteX100-201" fmla="*/ 707691 w 3079941"/>
                <a:gd name="connsiteY100-202" fmla="*/ 711225 h 1160647"/>
                <a:gd name="connsiteX101-203" fmla="*/ 707691 w 3079941"/>
                <a:gd name="connsiteY101-204" fmla="*/ 709334 h 1160647"/>
                <a:gd name="connsiteX102-205" fmla="*/ 707691 w 3079941"/>
                <a:gd name="connsiteY102-206" fmla="*/ 696093 h 1160647"/>
                <a:gd name="connsiteX103-207" fmla="*/ 706424 w 3079941"/>
                <a:gd name="connsiteY103-208" fmla="*/ 694471 h 1160647"/>
                <a:gd name="connsiteX104-209" fmla="*/ 711744 w 3079941"/>
                <a:gd name="connsiteY104-210" fmla="*/ 683122 h 1160647"/>
                <a:gd name="connsiteX105-211" fmla="*/ 719851 w 3079941"/>
                <a:gd name="connsiteY105-212" fmla="*/ 711225 h 1160647"/>
                <a:gd name="connsiteX106-213" fmla="*/ 720611 w 3079941"/>
                <a:gd name="connsiteY106-214" fmla="*/ 711225 h 1160647"/>
                <a:gd name="connsiteX107-215" fmla="*/ 725931 w 3079941"/>
                <a:gd name="connsiteY107-216" fmla="*/ 711225 h 1160647"/>
                <a:gd name="connsiteX108-217" fmla="*/ 725931 w 3079941"/>
                <a:gd name="connsiteY108-218" fmla="*/ 605298 h 1160647"/>
                <a:gd name="connsiteX109-219" fmla="*/ 727451 w 3079941"/>
                <a:gd name="connsiteY109-220" fmla="*/ 605298 h 1160647"/>
                <a:gd name="connsiteX110-221" fmla="*/ 738091 w 3079941"/>
                <a:gd name="connsiteY110-222" fmla="*/ 605298 h 1160647"/>
                <a:gd name="connsiteX111-223" fmla="*/ 738091 w 3079941"/>
                <a:gd name="connsiteY111-224" fmla="*/ 557739 h 1160647"/>
                <a:gd name="connsiteX112-225" fmla="*/ 764438 w 3079941"/>
                <a:gd name="connsiteY112-226" fmla="*/ 557739 h 1160647"/>
                <a:gd name="connsiteX113-227" fmla="*/ 764438 w 3079941"/>
                <a:gd name="connsiteY113-228" fmla="*/ 536121 h 1160647"/>
                <a:gd name="connsiteX114-229" fmla="*/ 798892 w 3079941"/>
                <a:gd name="connsiteY114-230" fmla="*/ 536121 h 1160647"/>
                <a:gd name="connsiteX115-231" fmla="*/ 798892 w 3079941"/>
                <a:gd name="connsiteY115-232" fmla="*/ 538553 h 1160647"/>
                <a:gd name="connsiteX116-233" fmla="*/ 798892 w 3079941"/>
                <a:gd name="connsiteY116-234" fmla="*/ 555577 h 1160647"/>
                <a:gd name="connsiteX117-235" fmla="*/ 801172 w 3079941"/>
                <a:gd name="connsiteY117-236" fmla="*/ 555577 h 1160647"/>
                <a:gd name="connsiteX118-237" fmla="*/ 817132 w 3079941"/>
                <a:gd name="connsiteY118-238" fmla="*/ 555577 h 1160647"/>
                <a:gd name="connsiteX119-239" fmla="*/ 817132 w 3079941"/>
                <a:gd name="connsiteY119-240" fmla="*/ 603136 h 1160647"/>
                <a:gd name="connsiteX120-241" fmla="*/ 818145 w 3079941"/>
                <a:gd name="connsiteY120-242" fmla="*/ 603136 h 1160647"/>
                <a:gd name="connsiteX121-243" fmla="*/ 825239 w 3079941"/>
                <a:gd name="connsiteY121-244" fmla="*/ 603136 h 1160647"/>
                <a:gd name="connsiteX122-245" fmla="*/ 839426 w 3079941"/>
                <a:gd name="connsiteY122-246" fmla="*/ 607460 h 1160647"/>
                <a:gd name="connsiteX123-247" fmla="*/ 839426 w 3079941"/>
                <a:gd name="connsiteY123-248" fmla="*/ 646372 h 1160647"/>
                <a:gd name="connsiteX124-249" fmla="*/ 840439 w 3079941"/>
                <a:gd name="connsiteY124-250" fmla="*/ 646372 h 1160647"/>
                <a:gd name="connsiteX125-251" fmla="*/ 847532 w 3079941"/>
                <a:gd name="connsiteY125-252" fmla="*/ 646372 h 1160647"/>
                <a:gd name="connsiteX126-253" fmla="*/ 847532 w 3079941"/>
                <a:gd name="connsiteY126-254" fmla="*/ 647993 h 1160647"/>
                <a:gd name="connsiteX127-255" fmla="*/ 847532 w 3079941"/>
                <a:gd name="connsiteY127-256" fmla="*/ 659342 h 1160647"/>
                <a:gd name="connsiteX128-257" fmla="*/ 849559 w 3079941"/>
                <a:gd name="connsiteY128-258" fmla="*/ 659342 h 1160647"/>
                <a:gd name="connsiteX129-259" fmla="*/ 863746 w 3079941"/>
                <a:gd name="connsiteY129-260" fmla="*/ 659342 h 1160647"/>
                <a:gd name="connsiteX130-261" fmla="*/ 869826 w 3079941"/>
                <a:gd name="connsiteY130-262" fmla="*/ 665828 h 1160647"/>
                <a:gd name="connsiteX131-263" fmla="*/ 869826 w 3079941"/>
                <a:gd name="connsiteY131-264" fmla="*/ 687446 h 1160647"/>
                <a:gd name="connsiteX132-265" fmla="*/ 872106 w 3079941"/>
                <a:gd name="connsiteY132-266" fmla="*/ 687446 h 1160647"/>
                <a:gd name="connsiteX133-267" fmla="*/ 888066 w 3079941"/>
                <a:gd name="connsiteY133-268" fmla="*/ 687446 h 1160647"/>
                <a:gd name="connsiteX134-269" fmla="*/ 888066 w 3079941"/>
                <a:gd name="connsiteY134-270" fmla="*/ 688526 h 1160647"/>
                <a:gd name="connsiteX135-271" fmla="*/ 888066 w 3079941"/>
                <a:gd name="connsiteY135-272" fmla="*/ 696093 h 1160647"/>
                <a:gd name="connsiteX136-273" fmla="*/ 889333 w 3079941"/>
                <a:gd name="connsiteY136-274" fmla="*/ 696093 h 1160647"/>
                <a:gd name="connsiteX137-275" fmla="*/ 898200 w 3079941"/>
                <a:gd name="connsiteY137-276" fmla="*/ 696093 h 1160647"/>
                <a:gd name="connsiteX138-277" fmla="*/ 898200 w 3079941"/>
                <a:gd name="connsiteY138-278" fmla="*/ 698254 h 1160647"/>
                <a:gd name="connsiteX139-279" fmla="*/ 898200 w 3079941"/>
                <a:gd name="connsiteY139-280" fmla="*/ 713387 h 1160647"/>
                <a:gd name="connsiteX140-281" fmla="*/ 902253 w 3079941"/>
                <a:gd name="connsiteY140-282" fmla="*/ 711495 h 1160647"/>
                <a:gd name="connsiteX141-283" fmla="*/ 902253 w 3079941"/>
                <a:gd name="connsiteY141-284" fmla="*/ 698254 h 1160647"/>
                <a:gd name="connsiteX142-285" fmla="*/ 903266 w 3079941"/>
                <a:gd name="connsiteY142-286" fmla="*/ 698254 h 1160647"/>
                <a:gd name="connsiteX143-287" fmla="*/ 910360 w 3079941"/>
                <a:gd name="connsiteY143-288" fmla="*/ 698254 h 1160647"/>
                <a:gd name="connsiteX144-289" fmla="*/ 910360 w 3079941"/>
                <a:gd name="connsiteY144-290" fmla="*/ 699876 h 1160647"/>
                <a:gd name="connsiteX145-291" fmla="*/ 910360 w 3079941"/>
                <a:gd name="connsiteY145-292" fmla="*/ 711225 h 1160647"/>
                <a:gd name="connsiteX146-293" fmla="*/ 911120 w 3079941"/>
                <a:gd name="connsiteY146-294" fmla="*/ 711225 h 1160647"/>
                <a:gd name="connsiteX147-295" fmla="*/ 916440 w 3079941"/>
                <a:gd name="connsiteY147-296" fmla="*/ 711225 h 1160647"/>
                <a:gd name="connsiteX148-297" fmla="*/ 965080 w 3079941"/>
                <a:gd name="connsiteY148-298" fmla="*/ 706902 h 1160647"/>
                <a:gd name="connsiteX149-299" fmla="*/ 965080 w 3079941"/>
                <a:gd name="connsiteY149-300" fmla="*/ 708253 h 1160647"/>
                <a:gd name="connsiteX150-301" fmla="*/ 965080 w 3079941"/>
                <a:gd name="connsiteY150-302" fmla="*/ 717710 h 1160647"/>
                <a:gd name="connsiteX151-303" fmla="*/ 965840 w 3079941"/>
                <a:gd name="connsiteY151-304" fmla="*/ 717710 h 1160647"/>
                <a:gd name="connsiteX152-305" fmla="*/ 971161 w 3079941"/>
                <a:gd name="connsiteY152-306" fmla="*/ 717710 h 1160647"/>
                <a:gd name="connsiteX153-307" fmla="*/ 971161 w 3079941"/>
                <a:gd name="connsiteY153-308" fmla="*/ 719872 h 1160647"/>
                <a:gd name="connsiteX154-309" fmla="*/ 971161 w 3079941"/>
                <a:gd name="connsiteY154-310" fmla="*/ 735005 h 1160647"/>
                <a:gd name="connsiteX155-311" fmla="*/ 973187 w 3079941"/>
                <a:gd name="connsiteY155-312" fmla="*/ 733654 h 1160647"/>
                <a:gd name="connsiteX156-313" fmla="*/ 987374 w 3079941"/>
                <a:gd name="connsiteY156-314" fmla="*/ 724196 h 1160647"/>
                <a:gd name="connsiteX157-315" fmla="*/ 993454 w 3079941"/>
                <a:gd name="connsiteY157-316" fmla="*/ 683122 h 1160647"/>
                <a:gd name="connsiteX158-317" fmla="*/ 994214 w 3079941"/>
                <a:gd name="connsiteY158-318" fmla="*/ 682852 h 1160647"/>
                <a:gd name="connsiteX159-319" fmla="*/ 999534 w 3079941"/>
                <a:gd name="connsiteY159-320" fmla="*/ 680960 h 1160647"/>
                <a:gd name="connsiteX160-321" fmla="*/ 1001561 w 3079941"/>
                <a:gd name="connsiteY160-322" fmla="*/ 611783 h 1160647"/>
                <a:gd name="connsiteX161-323" fmla="*/ 1003588 w 3079941"/>
                <a:gd name="connsiteY161-324" fmla="*/ 680960 h 1160647"/>
                <a:gd name="connsiteX162-325" fmla="*/ 1004348 w 3079941"/>
                <a:gd name="connsiteY162-326" fmla="*/ 681230 h 1160647"/>
                <a:gd name="connsiteX163-327" fmla="*/ 1009668 w 3079941"/>
                <a:gd name="connsiteY163-328" fmla="*/ 683122 h 1160647"/>
                <a:gd name="connsiteX164-329" fmla="*/ 1009668 w 3079941"/>
                <a:gd name="connsiteY164-330" fmla="*/ 596651 h 1160647"/>
                <a:gd name="connsiteX165-331" fmla="*/ 1013721 w 3079941"/>
                <a:gd name="connsiteY165-332" fmla="*/ 564224 h 1160647"/>
                <a:gd name="connsiteX166-333" fmla="*/ 1052228 w 3079941"/>
                <a:gd name="connsiteY166-334" fmla="*/ 564224 h 1160647"/>
                <a:gd name="connsiteX167-335" fmla="*/ 1052228 w 3079941"/>
                <a:gd name="connsiteY167-336" fmla="*/ 596651 h 1160647"/>
                <a:gd name="connsiteX168-337" fmla="*/ 1052988 w 3079941"/>
                <a:gd name="connsiteY168-338" fmla="*/ 596651 h 1160647"/>
                <a:gd name="connsiteX169-339" fmla="*/ 1058308 w 3079941"/>
                <a:gd name="connsiteY169-340" fmla="*/ 596651 h 1160647"/>
                <a:gd name="connsiteX170-341" fmla="*/ 1058308 w 3079941"/>
                <a:gd name="connsiteY170-342" fmla="*/ 514503 h 1160647"/>
                <a:gd name="connsiteX171-343" fmla="*/ 1060082 w 3079941"/>
                <a:gd name="connsiteY171-344" fmla="*/ 514503 h 1160647"/>
                <a:gd name="connsiteX172-345" fmla="*/ 1072495 w 3079941"/>
                <a:gd name="connsiteY172-346" fmla="*/ 514503 h 1160647"/>
                <a:gd name="connsiteX173-347" fmla="*/ 1072495 w 3079941"/>
                <a:gd name="connsiteY173-348" fmla="*/ 512612 h 1160647"/>
                <a:gd name="connsiteX174-349" fmla="*/ 1072495 w 3079941"/>
                <a:gd name="connsiteY174-350" fmla="*/ 499371 h 1160647"/>
                <a:gd name="connsiteX175-351" fmla="*/ 1094789 w 3079941"/>
                <a:gd name="connsiteY175-352" fmla="*/ 499371 h 1160647"/>
                <a:gd name="connsiteX176-353" fmla="*/ 1094789 w 3079941"/>
                <a:gd name="connsiteY176-354" fmla="*/ 498290 h 1160647"/>
                <a:gd name="connsiteX177-355" fmla="*/ 1094789 w 3079941"/>
                <a:gd name="connsiteY177-356" fmla="*/ 490724 h 1160647"/>
                <a:gd name="connsiteX178-357" fmla="*/ 1096562 w 3079941"/>
                <a:gd name="connsiteY178-358" fmla="*/ 490724 h 1160647"/>
                <a:gd name="connsiteX179-359" fmla="*/ 1108976 w 3079941"/>
                <a:gd name="connsiteY179-360" fmla="*/ 490724 h 1160647"/>
                <a:gd name="connsiteX180-361" fmla="*/ 1108976 w 3079941"/>
                <a:gd name="connsiteY180-362" fmla="*/ 491805 h 1160647"/>
                <a:gd name="connsiteX181-363" fmla="*/ 1108976 w 3079941"/>
                <a:gd name="connsiteY181-364" fmla="*/ 499371 h 1160647"/>
                <a:gd name="connsiteX182-365" fmla="*/ 1109736 w 3079941"/>
                <a:gd name="connsiteY182-366" fmla="*/ 499371 h 1160647"/>
                <a:gd name="connsiteX183-367" fmla="*/ 1115056 w 3079941"/>
                <a:gd name="connsiteY183-368" fmla="*/ 499371 h 1160647"/>
                <a:gd name="connsiteX184-369" fmla="*/ 1125189 w 3079941"/>
                <a:gd name="connsiteY184-370" fmla="*/ 495047 h 1160647"/>
                <a:gd name="connsiteX185-371" fmla="*/ 1129242 w 3079941"/>
                <a:gd name="connsiteY185-372" fmla="*/ 498290 h 1160647"/>
                <a:gd name="connsiteX186-373" fmla="*/ 1129242 w 3079941"/>
                <a:gd name="connsiteY186-374" fmla="*/ 490724 h 1160647"/>
                <a:gd name="connsiteX187-375" fmla="*/ 1131522 w 3079941"/>
                <a:gd name="connsiteY187-376" fmla="*/ 490724 h 1160647"/>
                <a:gd name="connsiteX188-377" fmla="*/ 1147483 w 3079941"/>
                <a:gd name="connsiteY188-378" fmla="*/ 490724 h 1160647"/>
                <a:gd name="connsiteX189-379" fmla="*/ 1147483 w 3079941"/>
                <a:gd name="connsiteY189-380" fmla="*/ 491805 h 1160647"/>
                <a:gd name="connsiteX190-381" fmla="*/ 1147483 w 3079941"/>
                <a:gd name="connsiteY190-382" fmla="*/ 499371 h 1160647"/>
                <a:gd name="connsiteX191-383" fmla="*/ 1177883 w 3079941"/>
                <a:gd name="connsiteY191-384" fmla="*/ 499371 h 1160647"/>
                <a:gd name="connsiteX192-385" fmla="*/ 1177883 w 3079941"/>
                <a:gd name="connsiteY192-386" fmla="*/ 500992 h 1160647"/>
                <a:gd name="connsiteX193-387" fmla="*/ 1177883 w 3079941"/>
                <a:gd name="connsiteY193-388" fmla="*/ 512342 h 1160647"/>
                <a:gd name="connsiteX194-389" fmla="*/ 1204230 w 3079941"/>
                <a:gd name="connsiteY194-390" fmla="*/ 512342 h 1160647"/>
                <a:gd name="connsiteX195-391" fmla="*/ 1204230 w 3079941"/>
                <a:gd name="connsiteY195-392" fmla="*/ 542606 h 1160647"/>
                <a:gd name="connsiteX196-393" fmla="*/ 1204990 w 3079941"/>
                <a:gd name="connsiteY196-394" fmla="*/ 542606 h 1160647"/>
                <a:gd name="connsiteX197-395" fmla="*/ 1210310 w 3079941"/>
                <a:gd name="connsiteY197-396" fmla="*/ 542606 h 1160647"/>
                <a:gd name="connsiteX198-397" fmla="*/ 1210310 w 3079941"/>
                <a:gd name="connsiteY198-398" fmla="*/ 543687 h 1160647"/>
                <a:gd name="connsiteX199-399" fmla="*/ 1210310 w 3079941"/>
                <a:gd name="connsiteY199-400" fmla="*/ 551254 h 1160647"/>
                <a:gd name="connsiteX200-401" fmla="*/ 1214364 w 3079941"/>
                <a:gd name="connsiteY200-402" fmla="*/ 581518 h 1160647"/>
                <a:gd name="connsiteX201-403" fmla="*/ 1215124 w 3079941"/>
                <a:gd name="connsiteY201-404" fmla="*/ 581518 h 1160647"/>
                <a:gd name="connsiteX202-405" fmla="*/ 1220444 w 3079941"/>
                <a:gd name="connsiteY202-406" fmla="*/ 581518 h 1160647"/>
                <a:gd name="connsiteX203-407" fmla="*/ 1220444 w 3079941"/>
                <a:gd name="connsiteY203-408" fmla="*/ 582329 h 1160647"/>
                <a:gd name="connsiteX204-409" fmla="*/ 1220444 w 3079941"/>
                <a:gd name="connsiteY204-410" fmla="*/ 588004 h 1160647"/>
                <a:gd name="connsiteX205-411" fmla="*/ 1221457 w 3079941"/>
                <a:gd name="connsiteY205-412" fmla="*/ 588004 h 1160647"/>
                <a:gd name="connsiteX206-413" fmla="*/ 1228550 w 3079941"/>
                <a:gd name="connsiteY206-414" fmla="*/ 588004 h 1160647"/>
                <a:gd name="connsiteX207-415" fmla="*/ 1228550 w 3079941"/>
                <a:gd name="connsiteY207-416" fmla="*/ 618269 h 1160647"/>
                <a:gd name="connsiteX208-417" fmla="*/ 1230577 w 3079941"/>
                <a:gd name="connsiteY208-418" fmla="*/ 618269 h 1160647"/>
                <a:gd name="connsiteX209-419" fmla="*/ 1244764 w 3079941"/>
                <a:gd name="connsiteY209-420" fmla="*/ 618269 h 1160647"/>
                <a:gd name="connsiteX210-421" fmla="*/ 1244764 w 3079941"/>
                <a:gd name="connsiteY210-422" fmla="*/ 642048 h 1160647"/>
                <a:gd name="connsiteX211-423" fmla="*/ 1246791 w 3079941"/>
                <a:gd name="connsiteY211-424" fmla="*/ 643669 h 1160647"/>
                <a:gd name="connsiteX212-425" fmla="*/ 1246791 w 3079941"/>
                <a:gd name="connsiteY212-426" fmla="*/ 655019 h 1160647"/>
                <a:gd name="connsiteX213-427" fmla="*/ 1247551 w 3079941"/>
                <a:gd name="connsiteY213-428" fmla="*/ 655019 h 1160647"/>
                <a:gd name="connsiteX214-429" fmla="*/ 1252871 w 3079941"/>
                <a:gd name="connsiteY214-430" fmla="*/ 655019 h 1160647"/>
                <a:gd name="connsiteX215-431" fmla="*/ 1252871 w 3079941"/>
                <a:gd name="connsiteY215-432" fmla="*/ 678798 h 1160647"/>
                <a:gd name="connsiteX216-433" fmla="*/ 1254137 w 3079941"/>
                <a:gd name="connsiteY216-434" fmla="*/ 678798 h 1160647"/>
                <a:gd name="connsiteX217-435" fmla="*/ 1263004 w 3079941"/>
                <a:gd name="connsiteY217-436" fmla="*/ 678798 h 1160647"/>
                <a:gd name="connsiteX218-437" fmla="*/ 1265031 w 3079941"/>
                <a:gd name="connsiteY218-438" fmla="*/ 682852 h 1160647"/>
                <a:gd name="connsiteX219-439" fmla="*/ 1265031 w 3079941"/>
                <a:gd name="connsiteY219-440" fmla="*/ 696093 h 1160647"/>
                <a:gd name="connsiteX220-441" fmla="*/ 1266551 w 3079941"/>
                <a:gd name="connsiteY220-442" fmla="*/ 694201 h 1160647"/>
                <a:gd name="connsiteX221-443" fmla="*/ 1277191 w 3079941"/>
                <a:gd name="connsiteY221-444" fmla="*/ 680960 h 1160647"/>
                <a:gd name="connsiteX222-445" fmla="*/ 1305565 w 3079941"/>
                <a:gd name="connsiteY222-446" fmla="*/ 680960 h 1160647"/>
                <a:gd name="connsiteX223-447" fmla="*/ 1305565 w 3079941"/>
                <a:gd name="connsiteY223-448" fmla="*/ 767431 h 1160647"/>
                <a:gd name="connsiteX224-449" fmla="*/ 1306325 w 3079941"/>
                <a:gd name="connsiteY224-450" fmla="*/ 767431 h 1160647"/>
                <a:gd name="connsiteX225-451" fmla="*/ 1311645 w 3079941"/>
                <a:gd name="connsiteY225-452" fmla="*/ 767431 h 1160647"/>
                <a:gd name="connsiteX226-453" fmla="*/ 1312405 w 3079941"/>
                <a:gd name="connsiteY226-454" fmla="*/ 766080 h 1160647"/>
                <a:gd name="connsiteX227-455" fmla="*/ 1317725 w 3079941"/>
                <a:gd name="connsiteY227-456" fmla="*/ 756622 h 1160647"/>
                <a:gd name="connsiteX228-457" fmla="*/ 1317725 w 3079941"/>
                <a:gd name="connsiteY228-458" fmla="*/ 758514 h 1160647"/>
                <a:gd name="connsiteX229-459" fmla="*/ 1317725 w 3079941"/>
                <a:gd name="connsiteY229-460" fmla="*/ 771755 h 1160647"/>
                <a:gd name="connsiteX230-461" fmla="*/ 1321778 w 3079941"/>
                <a:gd name="connsiteY230-462" fmla="*/ 726358 h 1160647"/>
                <a:gd name="connsiteX231-463" fmla="*/ 1322538 w 3079941"/>
                <a:gd name="connsiteY231-464" fmla="*/ 726358 h 1160647"/>
                <a:gd name="connsiteX232-465" fmla="*/ 1327858 w 3079941"/>
                <a:gd name="connsiteY232-466" fmla="*/ 726358 h 1160647"/>
                <a:gd name="connsiteX233-467" fmla="*/ 1327858 w 3079941"/>
                <a:gd name="connsiteY233-468" fmla="*/ 661504 h 1160647"/>
                <a:gd name="connsiteX234-469" fmla="*/ 1328872 w 3079941"/>
                <a:gd name="connsiteY234-470" fmla="*/ 661504 h 1160647"/>
                <a:gd name="connsiteX235-471" fmla="*/ 1335965 w 3079941"/>
                <a:gd name="connsiteY235-472" fmla="*/ 661504 h 1160647"/>
                <a:gd name="connsiteX236-473" fmla="*/ 1348125 w 3079941"/>
                <a:gd name="connsiteY236-474" fmla="*/ 618269 h 1160647"/>
                <a:gd name="connsiteX237-475" fmla="*/ 1349392 w 3079941"/>
                <a:gd name="connsiteY237-476" fmla="*/ 618269 h 1160647"/>
                <a:gd name="connsiteX238-477" fmla="*/ 1358259 w 3079941"/>
                <a:gd name="connsiteY238-478" fmla="*/ 618269 h 1160647"/>
                <a:gd name="connsiteX239-479" fmla="*/ 1368392 w 3079941"/>
                <a:gd name="connsiteY239-480" fmla="*/ 661504 h 1160647"/>
                <a:gd name="connsiteX240-481" fmla="*/ 1369405 w 3079941"/>
                <a:gd name="connsiteY240-482" fmla="*/ 661504 h 1160647"/>
                <a:gd name="connsiteX241-483" fmla="*/ 1376499 w 3079941"/>
                <a:gd name="connsiteY241-484" fmla="*/ 661504 h 1160647"/>
                <a:gd name="connsiteX242-485" fmla="*/ 1376499 w 3079941"/>
                <a:gd name="connsiteY242-486" fmla="*/ 700416 h 1160647"/>
                <a:gd name="connsiteX243-487" fmla="*/ 1378272 w 3079941"/>
                <a:gd name="connsiteY243-488" fmla="*/ 700416 h 1160647"/>
                <a:gd name="connsiteX244-489" fmla="*/ 1390686 w 3079941"/>
                <a:gd name="connsiteY244-490" fmla="*/ 700416 h 1160647"/>
                <a:gd name="connsiteX245-491" fmla="*/ 1390686 w 3079941"/>
                <a:gd name="connsiteY245-492" fmla="*/ 702578 h 1160647"/>
                <a:gd name="connsiteX246-493" fmla="*/ 1390686 w 3079941"/>
                <a:gd name="connsiteY246-494" fmla="*/ 717710 h 1160647"/>
                <a:gd name="connsiteX247-495" fmla="*/ 1394739 w 3079941"/>
                <a:gd name="connsiteY247-496" fmla="*/ 715549 h 1160647"/>
                <a:gd name="connsiteX248-497" fmla="*/ 1394739 w 3079941"/>
                <a:gd name="connsiteY248-498" fmla="*/ 700416 h 1160647"/>
                <a:gd name="connsiteX249-499" fmla="*/ 1396259 w 3079941"/>
                <a:gd name="connsiteY249-500" fmla="*/ 700416 h 1160647"/>
                <a:gd name="connsiteX250-501" fmla="*/ 1406899 w 3079941"/>
                <a:gd name="connsiteY250-502" fmla="*/ 700416 h 1160647"/>
                <a:gd name="connsiteX251-503" fmla="*/ 1406899 w 3079941"/>
                <a:gd name="connsiteY251-504" fmla="*/ 702037 h 1160647"/>
                <a:gd name="connsiteX252-505" fmla="*/ 1406899 w 3079941"/>
                <a:gd name="connsiteY252-506" fmla="*/ 713387 h 1160647"/>
                <a:gd name="connsiteX253-507" fmla="*/ 1437300 w 3079941"/>
                <a:gd name="connsiteY253-508" fmla="*/ 713387 h 1160647"/>
                <a:gd name="connsiteX254-509" fmla="*/ 1437300 w 3079941"/>
                <a:gd name="connsiteY254-510" fmla="*/ 676637 h 1160647"/>
                <a:gd name="connsiteX255-511" fmla="*/ 1438566 w 3079941"/>
                <a:gd name="connsiteY255-512" fmla="*/ 676637 h 1160647"/>
                <a:gd name="connsiteX256-513" fmla="*/ 1447433 w 3079941"/>
                <a:gd name="connsiteY256-514" fmla="*/ 676637 h 1160647"/>
                <a:gd name="connsiteX257-515" fmla="*/ 1447433 w 3079941"/>
                <a:gd name="connsiteY257-516" fmla="*/ 698254 h 1160647"/>
                <a:gd name="connsiteX258-517" fmla="*/ 1449460 w 3079941"/>
                <a:gd name="connsiteY258-518" fmla="*/ 665828 h 1160647"/>
                <a:gd name="connsiteX259-519" fmla="*/ 1471753 w 3079941"/>
                <a:gd name="connsiteY259-520" fmla="*/ 665828 h 1160647"/>
                <a:gd name="connsiteX260-521" fmla="*/ 1471753 w 3079941"/>
                <a:gd name="connsiteY260-522" fmla="*/ 664206 h 1160647"/>
                <a:gd name="connsiteX261-523" fmla="*/ 1471753 w 3079941"/>
                <a:gd name="connsiteY261-524" fmla="*/ 652857 h 1160647"/>
                <a:gd name="connsiteX262-525" fmla="*/ 1472513 w 3079941"/>
                <a:gd name="connsiteY262-526" fmla="*/ 652857 h 1160647"/>
                <a:gd name="connsiteX263-527" fmla="*/ 1477833 w 3079941"/>
                <a:gd name="connsiteY263-528" fmla="*/ 652857 h 1160647"/>
                <a:gd name="connsiteX264-529" fmla="*/ 1477833 w 3079941"/>
                <a:gd name="connsiteY264-530" fmla="*/ 650966 h 1160647"/>
                <a:gd name="connsiteX265-531" fmla="*/ 1477833 w 3079941"/>
                <a:gd name="connsiteY265-532" fmla="*/ 637725 h 1160647"/>
                <a:gd name="connsiteX266-533" fmla="*/ 1481887 w 3079941"/>
                <a:gd name="connsiteY266-534" fmla="*/ 644210 h 1160647"/>
                <a:gd name="connsiteX267-535" fmla="*/ 1484167 w 3079941"/>
                <a:gd name="connsiteY267-536" fmla="*/ 644210 h 1160647"/>
                <a:gd name="connsiteX268-537" fmla="*/ 1500127 w 3079941"/>
                <a:gd name="connsiteY268-538" fmla="*/ 644210 h 1160647"/>
                <a:gd name="connsiteX269-539" fmla="*/ 1500127 w 3079941"/>
                <a:gd name="connsiteY269-540" fmla="*/ 643399 h 1160647"/>
                <a:gd name="connsiteX270-541" fmla="*/ 1500127 w 3079941"/>
                <a:gd name="connsiteY270-542" fmla="*/ 637725 h 1160647"/>
                <a:gd name="connsiteX271-543" fmla="*/ 1500887 w 3079941"/>
                <a:gd name="connsiteY271-544" fmla="*/ 637725 h 1160647"/>
                <a:gd name="connsiteX272-545" fmla="*/ 1506207 w 3079941"/>
                <a:gd name="connsiteY272-546" fmla="*/ 637725 h 1160647"/>
                <a:gd name="connsiteX273-547" fmla="*/ 1506207 w 3079941"/>
                <a:gd name="connsiteY273-548" fmla="*/ 639076 h 1160647"/>
                <a:gd name="connsiteX274-549" fmla="*/ 1506207 w 3079941"/>
                <a:gd name="connsiteY274-550" fmla="*/ 648534 h 1160647"/>
                <a:gd name="connsiteX275-551" fmla="*/ 1544714 w 3079941"/>
                <a:gd name="connsiteY275-552" fmla="*/ 648534 h 1160647"/>
                <a:gd name="connsiteX276-553" fmla="*/ 1544714 w 3079941"/>
                <a:gd name="connsiteY276-554" fmla="*/ 786887 h 1160647"/>
                <a:gd name="connsiteX277-555" fmla="*/ 1546234 w 3079941"/>
                <a:gd name="connsiteY277-556" fmla="*/ 786887 h 1160647"/>
                <a:gd name="connsiteX278-557" fmla="*/ 1556874 w 3079941"/>
                <a:gd name="connsiteY278-558" fmla="*/ 786887 h 1160647"/>
                <a:gd name="connsiteX279-559" fmla="*/ 1556874 w 3079941"/>
                <a:gd name="connsiteY279-560" fmla="*/ 773917 h 1160647"/>
                <a:gd name="connsiteX280-561" fmla="*/ 1560928 w 3079941"/>
                <a:gd name="connsiteY280-562" fmla="*/ 773917 h 1160647"/>
                <a:gd name="connsiteX281-563" fmla="*/ 1560928 w 3079941"/>
                <a:gd name="connsiteY281-564" fmla="*/ 786887 h 1160647"/>
                <a:gd name="connsiteX282-565" fmla="*/ 1591328 w 3079941"/>
                <a:gd name="connsiteY282-566" fmla="*/ 786887 h 1160647"/>
                <a:gd name="connsiteX283-567" fmla="*/ 1591328 w 3079941"/>
                <a:gd name="connsiteY283-568" fmla="*/ 756622 h 1160647"/>
                <a:gd name="connsiteX284-569" fmla="*/ 1603488 w 3079941"/>
                <a:gd name="connsiteY284-570" fmla="*/ 756622 h 1160647"/>
                <a:gd name="connsiteX285-571" fmla="*/ 1615648 w 3079941"/>
                <a:gd name="connsiteY285-572" fmla="*/ 754461 h 1160647"/>
                <a:gd name="connsiteX286-573" fmla="*/ 1619702 w 3079941"/>
                <a:gd name="connsiteY286-574" fmla="*/ 756622 h 1160647"/>
                <a:gd name="connsiteX287-575" fmla="*/ 1629835 w 3079941"/>
                <a:gd name="connsiteY287-576" fmla="*/ 756622 h 1160647"/>
                <a:gd name="connsiteX288-577" fmla="*/ 1629835 w 3079941"/>
                <a:gd name="connsiteY288-578" fmla="*/ 786887 h 1160647"/>
                <a:gd name="connsiteX289-579" fmla="*/ 1637942 w 3079941"/>
                <a:gd name="connsiteY289-580" fmla="*/ 786887 h 1160647"/>
                <a:gd name="connsiteX290-581" fmla="*/ 1637942 w 3079941"/>
                <a:gd name="connsiteY290-582" fmla="*/ 804182 h 1160647"/>
                <a:gd name="connsiteX291-583" fmla="*/ 1647278 w 3079941"/>
                <a:gd name="connsiteY291-584" fmla="*/ 805087 h 1160647"/>
                <a:gd name="connsiteX292-585" fmla="*/ 1660236 w 3079941"/>
                <a:gd name="connsiteY292-586" fmla="*/ 805087 h 1160647"/>
                <a:gd name="connsiteX293-587" fmla="*/ 1660236 w 3079941"/>
                <a:gd name="connsiteY293-588" fmla="*/ 789049 h 1160647"/>
                <a:gd name="connsiteX294-589" fmla="*/ 1728192 w 3079941"/>
                <a:gd name="connsiteY294-590" fmla="*/ 789049 h 1160647"/>
                <a:gd name="connsiteX295-591" fmla="*/ 1728192 w 3079941"/>
                <a:gd name="connsiteY295-592" fmla="*/ 703796 h 1160647"/>
                <a:gd name="connsiteX296-593" fmla="*/ 1800200 w 3079941"/>
                <a:gd name="connsiteY296-594" fmla="*/ 703796 h 1160647"/>
                <a:gd name="connsiteX297-595" fmla="*/ 1800200 w 3079941"/>
                <a:gd name="connsiteY297-596" fmla="*/ 782564 h 1160647"/>
                <a:gd name="connsiteX298-597" fmla="*/ 1802104 w 3079941"/>
                <a:gd name="connsiteY298-598" fmla="*/ 782564 h 1160647"/>
                <a:gd name="connsiteX299-599" fmla="*/ 1803346 w 3079941"/>
                <a:gd name="connsiteY299-600" fmla="*/ 805087 h 1160647"/>
                <a:gd name="connsiteX300-601" fmla="*/ 1813022 w 3079941"/>
                <a:gd name="connsiteY300-602" fmla="*/ 805087 h 1160647"/>
                <a:gd name="connsiteX301-603" fmla="*/ 1814264 w 3079941"/>
                <a:gd name="connsiteY301-604" fmla="*/ 782564 h 1160647"/>
                <a:gd name="connsiteX302-605" fmla="*/ 1820344 w 3079941"/>
                <a:gd name="connsiteY302-606" fmla="*/ 782564 h 1160647"/>
                <a:gd name="connsiteX303-607" fmla="*/ 1821586 w 3079941"/>
                <a:gd name="connsiteY303-608" fmla="*/ 805087 h 1160647"/>
                <a:gd name="connsiteX304-609" fmla="*/ 1872208 w 3079941"/>
                <a:gd name="connsiteY304-610" fmla="*/ 805087 h 1160647"/>
                <a:gd name="connsiteX305-611" fmla="*/ 1872208 w 3079941"/>
                <a:gd name="connsiteY305-612" fmla="*/ 642059 h 1160647"/>
                <a:gd name="connsiteX306-613" fmla="*/ 2069535 w 3079941"/>
                <a:gd name="connsiteY306-614" fmla="*/ 642059 h 1160647"/>
                <a:gd name="connsiteX307-615" fmla="*/ 2069535 w 3079941"/>
                <a:gd name="connsiteY307-616" fmla="*/ 805087 h 1160647"/>
                <a:gd name="connsiteX308-617" fmla="*/ 2088232 w 3079941"/>
                <a:gd name="connsiteY308-618" fmla="*/ 805087 h 1160647"/>
                <a:gd name="connsiteX309-619" fmla="*/ 2088232 w 3079941"/>
                <a:gd name="connsiteY309-620" fmla="*/ 722394 h 1160647"/>
                <a:gd name="connsiteX310-621" fmla="*/ 2183352 w 3079941"/>
                <a:gd name="connsiteY310-622" fmla="*/ 722394 h 1160647"/>
                <a:gd name="connsiteX311-623" fmla="*/ 2195282 w 3079941"/>
                <a:gd name="connsiteY311-624" fmla="*/ 404253 h 1160647"/>
                <a:gd name="connsiteX312-625" fmla="*/ 2183122 w 3079941"/>
                <a:gd name="connsiteY312-626" fmla="*/ 382635 h 1160647"/>
                <a:gd name="connsiteX313-627" fmla="*/ 2177042 w 3079941"/>
                <a:gd name="connsiteY313-628" fmla="*/ 378311 h 1160647"/>
                <a:gd name="connsiteX314-629" fmla="*/ 2185149 w 3079941"/>
                <a:gd name="connsiteY314-630" fmla="*/ 354532 h 1160647"/>
                <a:gd name="connsiteX315-631" fmla="*/ 2185149 w 3079941"/>
                <a:gd name="connsiteY315-632" fmla="*/ 337238 h 1160647"/>
                <a:gd name="connsiteX316-633" fmla="*/ 2199336 w 3079941"/>
                <a:gd name="connsiteY316-634" fmla="*/ 337238 h 1160647"/>
                <a:gd name="connsiteX317-635" fmla="*/ 2199336 w 3079941"/>
                <a:gd name="connsiteY317-636" fmla="*/ 315620 h 1160647"/>
                <a:gd name="connsiteX318-637" fmla="*/ 2201362 w 3079941"/>
                <a:gd name="connsiteY318-638" fmla="*/ 311296 h 1160647"/>
                <a:gd name="connsiteX319-639" fmla="*/ 2201362 w 3079941"/>
                <a:gd name="connsiteY319-640" fmla="*/ 233472 h 1160647"/>
                <a:gd name="connsiteX320-641" fmla="*/ 2199336 w 3079941"/>
                <a:gd name="connsiteY320-642" fmla="*/ 226987 h 1160647"/>
                <a:gd name="connsiteX321-643" fmla="*/ 2205416 w 3079941"/>
                <a:gd name="connsiteY321-644" fmla="*/ 220501 h 1160647"/>
                <a:gd name="connsiteX322-645" fmla="*/ 2205416 w 3079941"/>
                <a:gd name="connsiteY322-646" fmla="*/ 162133 h 1160647"/>
                <a:gd name="connsiteX323-647" fmla="*/ 2207442 w 3079941"/>
                <a:gd name="connsiteY323-648" fmla="*/ 157810 h 1160647"/>
                <a:gd name="connsiteX324-649" fmla="*/ 2207442 w 3079941"/>
                <a:gd name="connsiteY324-650" fmla="*/ 101604 h 1160647"/>
                <a:gd name="connsiteX325-651" fmla="*/ 2209469 w 3079941"/>
                <a:gd name="connsiteY325-652" fmla="*/ 82148 h 1160647"/>
                <a:gd name="connsiteX326-653" fmla="*/ 2213523 w 3079941"/>
                <a:gd name="connsiteY326-654" fmla="*/ 99442 h 1160647"/>
                <a:gd name="connsiteX327-655" fmla="*/ 2215549 w 3079941"/>
                <a:gd name="connsiteY327-656" fmla="*/ 157810 h 1160647"/>
                <a:gd name="connsiteX328-657" fmla="*/ 2217576 w 3079941"/>
                <a:gd name="connsiteY328-658" fmla="*/ 220501 h 1160647"/>
                <a:gd name="connsiteX329-659" fmla="*/ 2223656 w 3079941"/>
                <a:gd name="connsiteY329-660" fmla="*/ 226987 h 1160647"/>
                <a:gd name="connsiteX330-661" fmla="*/ 2221629 w 3079941"/>
                <a:gd name="connsiteY330-662" fmla="*/ 233472 h 1160647"/>
                <a:gd name="connsiteX331-663" fmla="*/ 2221629 w 3079941"/>
                <a:gd name="connsiteY331-664" fmla="*/ 311296 h 1160647"/>
                <a:gd name="connsiteX332-665" fmla="*/ 2223656 w 3079941"/>
                <a:gd name="connsiteY332-666" fmla="*/ 315620 h 1160647"/>
                <a:gd name="connsiteX333-667" fmla="*/ 2223656 w 3079941"/>
                <a:gd name="connsiteY333-668" fmla="*/ 337238 h 1160647"/>
                <a:gd name="connsiteX334-669" fmla="*/ 2237843 w 3079941"/>
                <a:gd name="connsiteY334-670" fmla="*/ 337238 h 1160647"/>
                <a:gd name="connsiteX335-671" fmla="*/ 2237843 w 3079941"/>
                <a:gd name="connsiteY335-672" fmla="*/ 354532 h 1160647"/>
                <a:gd name="connsiteX336-673" fmla="*/ 2245950 w 3079941"/>
                <a:gd name="connsiteY336-674" fmla="*/ 378311 h 1160647"/>
                <a:gd name="connsiteX337-675" fmla="*/ 2239870 w 3079941"/>
                <a:gd name="connsiteY337-676" fmla="*/ 382635 h 1160647"/>
                <a:gd name="connsiteX338-677" fmla="*/ 2227709 w 3079941"/>
                <a:gd name="connsiteY338-678" fmla="*/ 404253 h 1160647"/>
                <a:gd name="connsiteX339-679" fmla="*/ 2235816 w 3079941"/>
                <a:gd name="connsiteY339-680" fmla="*/ 657181 h 1160647"/>
                <a:gd name="connsiteX340-681" fmla="*/ 2300670 w 3079941"/>
                <a:gd name="connsiteY340-682" fmla="*/ 657181 h 1160647"/>
                <a:gd name="connsiteX341-683" fmla="*/ 2300670 w 3079941"/>
                <a:gd name="connsiteY341-684" fmla="*/ 732843 h 1160647"/>
                <a:gd name="connsiteX342-685" fmla="*/ 2308777 w 3079941"/>
                <a:gd name="connsiteY342-686" fmla="*/ 732843 h 1160647"/>
                <a:gd name="connsiteX343-687" fmla="*/ 2310804 w 3079941"/>
                <a:gd name="connsiteY343-688" fmla="*/ 726358 h 1160647"/>
                <a:gd name="connsiteX344-689" fmla="*/ 2316884 w 3079941"/>
                <a:gd name="connsiteY344-690" fmla="*/ 726358 h 1160647"/>
                <a:gd name="connsiteX345-691" fmla="*/ 2318911 w 3079941"/>
                <a:gd name="connsiteY345-692" fmla="*/ 735005 h 1160647"/>
                <a:gd name="connsiteX346-693" fmla="*/ 2331071 w 3079941"/>
                <a:gd name="connsiteY346-694" fmla="*/ 735005 h 1160647"/>
                <a:gd name="connsiteX347-695" fmla="*/ 2331071 w 3079941"/>
                <a:gd name="connsiteY347-696" fmla="*/ 728519 h 1160647"/>
                <a:gd name="connsiteX348-697" fmla="*/ 2353364 w 3079941"/>
                <a:gd name="connsiteY348-698" fmla="*/ 728519 h 1160647"/>
                <a:gd name="connsiteX349-699" fmla="*/ 2353364 w 3079941"/>
                <a:gd name="connsiteY349-700" fmla="*/ 735005 h 1160647"/>
                <a:gd name="connsiteX350-701" fmla="*/ 2373631 w 3079941"/>
                <a:gd name="connsiteY350-702" fmla="*/ 735005 h 1160647"/>
                <a:gd name="connsiteX351-703" fmla="*/ 2373631 w 3079941"/>
                <a:gd name="connsiteY351-704" fmla="*/ 780402 h 1160647"/>
                <a:gd name="connsiteX352-705" fmla="*/ 2387818 w 3079941"/>
                <a:gd name="connsiteY352-706" fmla="*/ 780402 h 1160647"/>
                <a:gd name="connsiteX353-707" fmla="*/ 2387818 w 3079941"/>
                <a:gd name="connsiteY353-708" fmla="*/ 767431 h 1160647"/>
                <a:gd name="connsiteX354-709" fmla="*/ 2404032 w 3079941"/>
                <a:gd name="connsiteY354-710" fmla="*/ 767431 h 1160647"/>
                <a:gd name="connsiteX355-711" fmla="*/ 2404032 w 3079941"/>
                <a:gd name="connsiteY355-712" fmla="*/ 588004 h 1160647"/>
                <a:gd name="connsiteX356-713" fmla="*/ 2410112 w 3079941"/>
                <a:gd name="connsiteY356-714" fmla="*/ 581518 h 1160647"/>
                <a:gd name="connsiteX357-715" fmla="*/ 2483073 w 3079941"/>
                <a:gd name="connsiteY357-716" fmla="*/ 581518 h 1160647"/>
                <a:gd name="connsiteX358-717" fmla="*/ 2483073 w 3079941"/>
                <a:gd name="connsiteY358-718" fmla="*/ 590166 h 1160647"/>
                <a:gd name="connsiteX359-719" fmla="*/ 2493206 w 3079941"/>
                <a:gd name="connsiteY359-720" fmla="*/ 590166 h 1160647"/>
                <a:gd name="connsiteX360-721" fmla="*/ 2493206 w 3079941"/>
                <a:gd name="connsiteY360-722" fmla="*/ 704740 h 1160647"/>
                <a:gd name="connsiteX361-723" fmla="*/ 2515500 w 3079941"/>
                <a:gd name="connsiteY361-724" fmla="*/ 704740 h 1160647"/>
                <a:gd name="connsiteX362-725" fmla="*/ 2515500 w 3079941"/>
                <a:gd name="connsiteY362-726" fmla="*/ 637725 h 1160647"/>
                <a:gd name="connsiteX363-727" fmla="*/ 2541847 w 3079941"/>
                <a:gd name="connsiteY363-728" fmla="*/ 637725 h 1160647"/>
                <a:gd name="connsiteX364-729" fmla="*/ 2545900 w 3079941"/>
                <a:gd name="connsiteY364-730" fmla="*/ 633401 h 1160647"/>
                <a:gd name="connsiteX365-731" fmla="*/ 2554007 w 3079941"/>
                <a:gd name="connsiteY365-732" fmla="*/ 633401 h 1160647"/>
                <a:gd name="connsiteX366-733" fmla="*/ 2558060 w 3079941"/>
                <a:gd name="connsiteY366-734" fmla="*/ 637725 h 1160647"/>
                <a:gd name="connsiteX367-735" fmla="*/ 2580354 w 3079941"/>
                <a:gd name="connsiteY367-736" fmla="*/ 637725 h 1160647"/>
                <a:gd name="connsiteX368-737" fmla="*/ 2580354 w 3079941"/>
                <a:gd name="connsiteY368-738" fmla="*/ 520989 h 1160647"/>
                <a:gd name="connsiteX369-739" fmla="*/ 2637101 w 3079941"/>
                <a:gd name="connsiteY369-740" fmla="*/ 510180 h 1160647"/>
                <a:gd name="connsiteX370-741" fmla="*/ 2637101 w 3079941"/>
                <a:gd name="connsiteY370-742" fmla="*/ 511261 h 1160647"/>
                <a:gd name="connsiteX371-743" fmla="*/ 2637101 w 3079941"/>
                <a:gd name="connsiteY371-744" fmla="*/ 518827 h 1160647"/>
                <a:gd name="connsiteX372-745" fmla="*/ 2663448 w 3079941"/>
                <a:gd name="connsiteY372-746" fmla="*/ 518827 h 1160647"/>
                <a:gd name="connsiteX373-747" fmla="*/ 2663448 w 3079941"/>
                <a:gd name="connsiteY373-748" fmla="*/ 773917 h 1160647"/>
                <a:gd name="connsiteX374-749" fmla="*/ 2685742 w 3079941"/>
                <a:gd name="connsiteY374-750" fmla="*/ 773917 h 1160647"/>
                <a:gd name="connsiteX375-751" fmla="*/ 2685742 w 3079941"/>
                <a:gd name="connsiteY375-752" fmla="*/ 769593 h 1160647"/>
                <a:gd name="connsiteX376-753" fmla="*/ 2697902 w 3079941"/>
                <a:gd name="connsiteY376-754" fmla="*/ 769593 h 1160647"/>
                <a:gd name="connsiteX377-755" fmla="*/ 2697902 w 3079941"/>
                <a:gd name="connsiteY377-756" fmla="*/ 773917 h 1160647"/>
                <a:gd name="connsiteX378-757" fmla="*/ 2722222 w 3079941"/>
                <a:gd name="connsiteY378-758" fmla="*/ 773917 h 1160647"/>
                <a:gd name="connsiteX379-759" fmla="*/ 2722222 w 3079941"/>
                <a:gd name="connsiteY379-760" fmla="*/ 760946 h 1160647"/>
                <a:gd name="connsiteX380-761" fmla="*/ 2750596 w 3079941"/>
                <a:gd name="connsiteY380-762" fmla="*/ 760946 h 1160647"/>
                <a:gd name="connsiteX381-763" fmla="*/ 2762756 w 3079941"/>
                <a:gd name="connsiteY381-764" fmla="*/ 756622 h 1160647"/>
                <a:gd name="connsiteX382-765" fmla="*/ 2783023 w 3079941"/>
                <a:gd name="connsiteY382-766" fmla="*/ 760946 h 1160647"/>
                <a:gd name="connsiteX383-767" fmla="*/ 2783023 w 3079941"/>
                <a:gd name="connsiteY383-768" fmla="*/ 743652 h 1160647"/>
                <a:gd name="connsiteX384-769" fmla="*/ 2791130 w 3079941"/>
                <a:gd name="connsiteY384-770" fmla="*/ 743652 h 1160647"/>
                <a:gd name="connsiteX385-771" fmla="*/ 2791130 w 3079941"/>
                <a:gd name="connsiteY385-772" fmla="*/ 730681 h 1160647"/>
                <a:gd name="connsiteX386-773" fmla="*/ 2847877 w 3079941"/>
                <a:gd name="connsiteY386-774" fmla="*/ 730681 h 1160647"/>
                <a:gd name="connsiteX387-775" fmla="*/ 2847877 w 3079941"/>
                <a:gd name="connsiteY387-776" fmla="*/ 700416 h 1160647"/>
                <a:gd name="connsiteX388-777" fmla="*/ 2866117 w 3079941"/>
                <a:gd name="connsiteY388-778" fmla="*/ 700416 h 1160647"/>
                <a:gd name="connsiteX389-779" fmla="*/ 2866117 w 3079941"/>
                <a:gd name="connsiteY389-780" fmla="*/ 693931 h 1160647"/>
                <a:gd name="connsiteX390-781" fmla="*/ 2878277 w 3079941"/>
                <a:gd name="connsiteY390-782" fmla="*/ 693931 h 1160647"/>
                <a:gd name="connsiteX391-783" fmla="*/ 2878277 w 3079941"/>
                <a:gd name="connsiteY391-784" fmla="*/ 700416 h 1160647"/>
                <a:gd name="connsiteX392-785" fmla="*/ 2894491 w 3079941"/>
                <a:gd name="connsiteY392-786" fmla="*/ 700416 h 1160647"/>
                <a:gd name="connsiteX393-787" fmla="*/ 2894491 w 3079941"/>
                <a:gd name="connsiteY393-788" fmla="*/ 750137 h 1160647"/>
                <a:gd name="connsiteX394-789" fmla="*/ 2926918 w 3079941"/>
                <a:gd name="connsiteY394-790" fmla="*/ 750137 h 1160647"/>
                <a:gd name="connsiteX395-791" fmla="*/ 2926918 w 3079941"/>
                <a:gd name="connsiteY395-792" fmla="*/ 724196 h 1160647"/>
                <a:gd name="connsiteX396-793" fmla="*/ 2965425 w 3079941"/>
                <a:gd name="connsiteY396-794" fmla="*/ 724196 h 1160647"/>
                <a:gd name="connsiteX397-795" fmla="*/ 2965425 w 3079941"/>
                <a:gd name="connsiteY397-796" fmla="*/ 693931 h 1160647"/>
                <a:gd name="connsiteX398-797" fmla="*/ 3014066 w 3079941"/>
                <a:gd name="connsiteY398-798" fmla="*/ 693931 h 1160647"/>
                <a:gd name="connsiteX399-799" fmla="*/ 3014066 w 3079941"/>
                <a:gd name="connsiteY399-800" fmla="*/ 805087 h 1160647"/>
                <a:gd name="connsiteX400-801" fmla="*/ 3014066 w 3079941"/>
                <a:gd name="connsiteY400-802" fmla="*/ 818866 h 1160647"/>
                <a:gd name="connsiteX401-803" fmla="*/ 3079941 w 3079941"/>
                <a:gd name="connsiteY401-804" fmla="*/ 818866 h 1160647"/>
                <a:gd name="connsiteX402-805" fmla="*/ 3079941 w 3079941"/>
                <a:gd name="connsiteY402-806" fmla="*/ 924638 h 1160647"/>
                <a:gd name="connsiteX403-807" fmla="*/ 3079941 w 3079941"/>
                <a:gd name="connsiteY403-808" fmla="*/ 1030409 h 1160647"/>
                <a:gd name="connsiteX404-809" fmla="*/ 3079941 w 3079941"/>
                <a:gd name="connsiteY404-810" fmla="*/ 1160647 h 1160647"/>
                <a:gd name="connsiteX405-811" fmla="*/ 200958 w 3079941"/>
                <a:gd name="connsiteY405-812" fmla="*/ 1160647 h 1160647"/>
                <a:gd name="connsiteX406-813" fmla="*/ 200958 w 3079941"/>
                <a:gd name="connsiteY406-814" fmla="*/ 1126882 h 1160647"/>
                <a:gd name="connsiteX407-815" fmla="*/ 0 w 3079941"/>
                <a:gd name="connsiteY407-816" fmla="*/ 1126882 h 1160647"/>
                <a:gd name="connsiteX408-817" fmla="*/ 0 w 3079941"/>
                <a:gd name="connsiteY408-818" fmla="*/ 915339 h 1160647"/>
                <a:gd name="connsiteX409-819" fmla="*/ 103377 w 3079941"/>
                <a:gd name="connsiteY409-820" fmla="*/ 915339 h 1160647"/>
                <a:gd name="connsiteX410-821" fmla="*/ 103377 w 3079941"/>
                <a:gd name="connsiteY410-822" fmla="*/ 886329 h 1160647"/>
                <a:gd name="connsiteX411-823" fmla="*/ 55096 w 3079941"/>
                <a:gd name="connsiteY411-824" fmla="*/ 886329 h 1160647"/>
                <a:gd name="connsiteX412-825" fmla="*/ 55096 w 3079941"/>
                <a:gd name="connsiteY412-826" fmla="*/ 724196 h 1160647"/>
                <a:gd name="connsiteX413-827" fmla="*/ 75363 w 3079941"/>
                <a:gd name="connsiteY413-828" fmla="*/ 724196 h 1160647"/>
                <a:gd name="connsiteX414-829" fmla="*/ 75870 w 3079941"/>
                <a:gd name="connsiteY414-830" fmla="*/ 723115 h 1160647"/>
                <a:gd name="connsiteX415-831" fmla="*/ 79416 w 3079941"/>
                <a:gd name="connsiteY415-832" fmla="*/ 715549 h 1160647"/>
                <a:gd name="connsiteX416-833" fmla="*/ 81190 w 3079941"/>
                <a:gd name="connsiteY416-834" fmla="*/ 715819 h 1160647"/>
                <a:gd name="connsiteX417-835" fmla="*/ 93603 w 3079941"/>
                <a:gd name="connsiteY417-836" fmla="*/ 717710 h 1160647"/>
                <a:gd name="connsiteX418-837" fmla="*/ 94110 w 3079941"/>
                <a:gd name="connsiteY418-838" fmla="*/ 719062 h 1160647"/>
                <a:gd name="connsiteX419-839" fmla="*/ 97656 w 3079941"/>
                <a:gd name="connsiteY419-840" fmla="*/ 728519 h 1160647"/>
                <a:gd name="connsiteX420-841" fmla="*/ 124003 w 3079941"/>
                <a:gd name="connsiteY420-842" fmla="*/ 730681 h 1160647"/>
                <a:gd name="connsiteX421-843" fmla="*/ 124003 w 3079941"/>
                <a:gd name="connsiteY421-844" fmla="*/ 607460 h 1160647"/>
                <a:gd name="connsiteX422-845" fmla="*/ 126030 w 3079941"/>
                <a:gd name="connsiteY422-846" fmla="*/ 607460 h 1160647"/>
                <a:gd name="connsiteX423-847" fmla="*/ 140217 w 3079941"/>
                <a:gd name="connsiteY423-848" fmla="*/ 607460 h 1160647"/>
                <a:gd name="connsiteX424-849" fmla="*/ 140217 w 3079941"/>
                <a:gd name="connsiteY424-850" fmla="*/ 471268 h 1160647"/>
                <a:gd name="connsiteX425-851" fmla="*/ 141990 w 3079941"/>
                <a:gd name="connsiteY425-852" fmla="*/ 471268 h 1160647"/>
                <a:gd name="connsiteX426-853" fmla="*/ 154404 w 3079941"/>
                <a:gd name="connsiteY426-854" fmla="*/ 471268 h 1160647"/>
                <a:gd name="connsiteX427-855" fmla="*/ 154404 w 3079941"/>
                <a:gd name="connsiteY427-856" fmla="*/ 356694 h 1160647"/>
                <a:gd name="connsiteX428-857" fmla="*/ 158457 w 3079941"/>
                <a:gd name="connsiteY428-858" fmla="*/ 328590 h 1160647"/>
                <a:gd name="connsiteX429-859" fmla="*/ 160484 w 3079941"/>
                <a:gd name="connsiteY429-860" fmla="*/ 328590 h 1160647"/>
                <a:gd name="connsiteX430-861" fmla="*/ 174671 w 3079941"/>
                <a:gd name="connsiteY430-862" fmla="*/ 328590 h 1160647"/>
                <a:gd name="connsiteX431-863" fmla="*/ 211151 w 3079941"/>
                <a:gd name="connsiteY431-864" fmla="*/ 246443 h 1160647"/>
                <a:gd name="connsiteX432-865" fmla="*/ 215205 w 3079941"/>
                <a:gd name="connsiteY432-866" fmla="*/ 0 h 1160647"/>
                <a:gd name="connsiteX0-867" fmla="*/ 215205 w 3079941"/>
                <a:gd name="connsiteY0-868" fmla="*/ 0 h 1160647"/>
                <a:gd name="connsiteX1-869" fmla="*/ 217231 w 3079941"/>
                <a:gd name="connsiteY1-870" fmla="*/ 246443 h 1160647"/>
                <a:gd name="connsiteX2-871" fmla="*/ 255738 w 3079941"/>
                <a:gd name="connsiteY2-872" fmla="*/ 326429 h 1160647"/>
                <a:gd name="connsiteX3-873" fmla="*/ 257765 w 3079941"/>
                <a:gd name="connsiteY3-874" fmla="*/ 326429 h 1160647"/>
                <a:gd name="connsiteX4-875" fmla="*/ 271952 w 3079941"/>
                <a:gd name="connsiteY4-876" fmla="*/ 326429 h 1160647"/>
                <a:gd name="connsiteX5-877" fmla="*/ 271952 w 3079941"/>
                <a:gd name="connsiteY5-878" fmla="*/ 350208 h 1160647"/>
                <a:gd name="connsiteX6-879" fmla="*/ 272459 w 3079941"/>
                <a:gd name="connsiteY6-880" fmla="*/ 351019 h 1160647"/>
                <a:gd name="connsiteX7-881" fmla="*/ 276005 w 3079941"/>
                <a:gd name="connsiteY7-882" fmla="*/ 356694 h 1160647"/>
                <a:gd name="connsiteX8-883" fmla="*/ 276005 w 3079941"/>
                <a:gd name="connsiteY8-884" fmla="*/ 471268 h 1160647"/>
                <a:gd name="connsiteX9-885" fmla="*/ 278285 w 3079941"/>
                <a:gd name="connsiteY9-886" fmla="*/ 471268 h 1160647"/>
                <a:gd name="connsiteX10-887" fmla="*/ 294246 w 3079941"/>
                <a:gd name="connsiteY10-888" fmla="*/ 471268 h 1160647"/>
                <a:gd name="connsiteX11-889" fmla="*/ 294246 w 3079941"/>
                <a:gd name="connsiteY11-890" fmla="*/ 611783 h 1160647"/>
                <a:gd name="connsiteX12-891" fmla="*/ 295766 w 3079941"/>
                <a:gd name="connsiteY12-892" fmla="*/ 611513 h 1160647"/>
                <a:gd name="connsiteX13-893" fmla="*/ 306406 w 3079941"/>
                <a:gd name="connsiteY13-894" fmla="*/ 609622 h 1160647"/>
                <a:gd name="connsiteX14-895" fmla="*/ 304379 w 3079941"/>
                <a:gd name="connsiteY14-896" fmla="*/ 698254 h 1160647"/>
                <a:gd name="connsiteX15-897" fmla="*/ 305899 w 3079941"/>
                <a:gd name="connsiteY15-898" fmla="*/ 698525 h 1160647"/>
                <a:gd name="connsiteX16-899" fmla="*/ 316539 w 3079941"/>
                <a:gd name="connsiteY16-900" fmla="*/ 700416 h 1160647"/>
                <a:gd name="connsiteX17-901" fmla="*/ 316792 w 3079941"/>
                <a:gd name="connsiteY17-902" fmla="*/ 701227 h 1160647"/>
                <a:gd name="connsiteX18-903" fmla="*/ 318566 w 3079941"/>
                <a:gd name="connsiteY18-904" fmla="*/ 706902 h 1160647"/>
                <a:gd name="connsiteX19-905" fmla="*/ 319326 w 3079941"/>
                <a:gd name="connsiteY19-906" fmla="*/ 704470 h 1160647"/>
                <a:gd name="connsiteX20-907" fmla="*/ 324646 w 3079941"/>
                <a:gd name="connsiteY20-908" fmla="*/ 687446 h 1160647"/>
                <a:gd name="connsiteX21-909" fmla="*/ 326419 w 3079941"/>
                <a:gd name="connsiteY21-910" fmla="*/ 687446 h 1160647"/>
                <a:gd name="connsiteX22-911" fmla="*/ 338833 w 3079941"/>
                <a:gd name="connsiteY22-912" fmla="*/ 687446 h 1160647"/>
                <a:gd name="connsiteX23-913" fmla="*/ 338833 w 3079941"/>
                <a:gd name="connsiteY23-914" fmla="*/ 719872 h 1160647"/>
                <a:gd name="connsiteX24-915" fmla="*/ 339846 w 3079941"/>
                <a:gd name="connsiteY24-916" fmla="*/ 720413 h 1160647"/>
                <a:gd name="connsiteX25-917" fmla="*/ 346940 w 3079941"/>
                <a:gd name="connsiteY25-918" fmla="*/ 724196 h 1160647"/>
                <a:gd name="connsiteX26-919" fmla="*/ 346940 w 3079941"/>
                <a:gd name="connsiteY26-920" fmla="*/ 725547 h 1160647"/>
                <a:gd name="connsiteX27-921" fmla="*/ 346940 w 3079941"/>
                <a:gd name="connsiteY27-922" fmla="*/ 735005 h 1160647"/>
                <a:gd name="connsiteX28-923" fmla="*/ 391527 w 3079941"/>
                <a:gd name="connsiteY28-924" fmla="*/ 735005 h 1160647"/>
                <a:gd name="connsiteX29-925" fmla="*/ 391527 w 3079941"/>
                <a:gd name="connsiteY29-926" fmla="*/ 736086 h 1160647"/>
                <a:gd name="connsiteX30-927" fmla="*/ 391527 w 3079941"/>
                <a:gd name="connsiteY30-928" fmla="*/ 743652 h 1160647"/>
                <a:gd name="connsiteX31-929" fmla="*/ 393553 w 3079941"/>
                <a:gd name="connsiteY31-930" fmla="*/ 743652 h 1160647"/>
                <a:gd name="connsiteX32-931" fmla="*/ 407740 w 3079941"/>
                <a:gd name="connsiteY32-932" fmla="*/ 743652 h 1160647"/>
                <a:gd name="connsiteX33-933" fmla="*/ 407740 w 3079941"/>
                <a:gd name="connsiteY33-934" fmla="*/ 713387 h 1160647"/>
                <a:gd name="connsiteX34-935" fmla="*/ 452327 w 3079941"/>
                <a:gd name="connsiteY34-936" fmla="*/ 713387 h 1160647"/>
                <a:gd name="connsiteX35-937" fmla="*/ 452327 w 3079941"/>
                <a:gd name="connsiteY35-938" fmla="*/ 712036 h 1160647"/>
                <a:gd name="connsiteX36-939" fmla="*/ 452327 w 3079941"/>
                <a:gd name="connsiteY36-940" fmla="*/ 702578 h 1160647"/>
                <a:gd name="connsiteX37-941" fmla="*/ 453341 w 3079941"/>
                <a:gd name="connsiteY37-942" fmla="*/ 702578 h 1160647"/>
                <a:gd name="connsiteX38-943" fmla="*/ 460434 w 3079941"/>
                <a:gd name="connsiteY38-944" fmla="*/ 702578 h 1160647"/>
                <a:gd name="connsiteX39-945" fmla="*/ 460434 w 3079941"/>
                <a:gd name="connsiteY39-946" fmla="*/ 700687 h 1160647"/>
                <a:gd name="connsiteX40-947" fmla="*/ 460434 w 3079941"/>
                <a:gd name="connsiteY40-948" fmla="*/ 687446 h 1160647"/>
                <a:gd name="connsiteX41-949" fmla="*/ 461194 w 3079941"/>
                <a:gd name="connsiteY41-950" fmla="*/ 687446 h 1160647"/>
                <a:gd name="connsiteX42-951" fmla="*/ 466514 w 3079941"/>
                <a:gd name="connsiteY42-952" fmla="*/ 687446 h 1160647"/>
                <a:gd name="connsiteX43-953" fmla="*/ 466514 w 3079941"/>
                <a:gd name="connsiteY43-954" fmla="*/ 686365 h 1160647"/>
                <a:gd name="connsiteX44-955" fmla="*/ 466514 w 3079941"/>
                <a:gd name="connsiteY44-956" fmla="*/ 678798 h 1160647"/>
                <a:gd name="connsiteX45-957" fmla="*/ 468541 w 3079941"/>
                <a:gd name="connsiteY45-958" fmla="*/ 678798 h 1160647"/>
                <a:gd name="connsiteX46-959" fmla="*/ 482728 w 3079941"/>
                <a:gd name="connsiteY46-960" fmla="*/ 678798 h 1160647"/>
                <a:gd name="connsiteX47-961" fmla="*/ 482728 w 3079941"/>
                <a:gd name="connsiteY47-962" fmla="*/ 679879 h 1160647"/>
                <a:gd name="connsiteX48-963" fmla="*/ 482728 w 3079941"/>
                <a:gd name="connsiteY48-964" fmla="*/ 687446 h 1160647"/>
                <a:gd name="connsiteX49-965" fmla="*/ 505021 w 3079941"/>
                <a:gd name="connsiteY49-966" fmla="*/ 687446 h 1160647"/>
                <a:gd name="connsiteX50-967" fmla="*/ 505021 w 3079941"/>
                <a:gd name="connsiteY50-968" fmla="*/ 685554 h 1160647"/>
                <a:gd name="connsiteX51-969" fmla="*/ 505021 w 3079941"/>
                <a:gd name="connsiteY51-970" fmla="*/ 672313 h 1160647"/>
                <a:gd name="connsiteX52-971" fmla="*/ 506795 w 3079941"/>
                <a:gd name="connsiteY52-972" fmla="*/ 672313 h 1160647"/>
                <a:gd name="connsiteX53-973" fmla="*/ 519208 w 3079941"/>
                <a:gd name="connsiteY53-974" fmla="*/ 672313 h 1160647"/>
                <a:gd name="connsiteX54-975" fmla="*/ 519208 w 3079941"/>
                <a:gd name="connsiteY54-976" fmla="*/ 696093 h 1160647"/>
                <a:gd name="connsiteX55-977" fmla="*/ 520222 w 3079941"/>
                <a:gd name="connsiteY55-978" fmla="*/ 696093 h 1160647"/>
                <a:gd name="connsiteX56-979" fmla="*/ 527315 w 3079941"/>
                <a:gd name="connsiteY56-980" fmla="*/ 696093 h 1160647"/>
                <a:gd name="connsiteX57-981" fmla="*/ 527315 w 3079941"/>
                <a:gd name="connsiteY57-982" fmla="*/ 695012 h 1160647"/>
                <a:gd name="connsiteX58-983" fmla="*/ 527315 w 3079941"/>
                <a:gd name="connsiteY58-984" fmla="*/ 687446 h 1160647"/>
                <a:gd name="connsiteX59-985" fmla="*/ 529088 w 3079941"/>
                <a:gd name="connsiteY59-986" fmla="*/ 687446 h 1160647"/>
                <a:gd name="connsiteX60-987" fmla="*/ 541502 w 3079941"/>
                <a:gd name="connsiteY60-988" fmla="*/ 687446 h 1160647"/>
                <a:gd name="connsiteX61-989" fmla="*/ 541502 w 3079941"/>
                <a:gd name="connsiteY61-990" fmla="*/ 713387 h 1160647"/>
                <a:gd name="connsiteX62-991" fmla="*/ 543529 w 3079941"/>
                <a:gd name="connsiteY62-992" fmla="*/ 713387 h 1160647"/>
                <a:gd name="connsiteX63-993" fmla="*/ 557715 w 3079941"/>
                <a:gd name="connsiteY63-994" fmla="*/ 713387 h 1160647"/>
                <a:gd name="connsiteX64-995" fmla="*/ 557715 w 3079941"/>
                <a:gd name="connsiteY64-996" fmla="*/ 715008 h 1160647"/>
                <a:gd name="connsiteX65-997" fmla="*/ 557715 w 3079941"/>
                <a:gd name="connsiteY65-998" fmla="*/ 726358 h 1160647"/>
                <a:gd name="connsiteX66-999" fmla="*/ 558475 w 3079941"/>
                <a:gd name="connsiteY66-1000" fmla="*/ 726358 h 1160647"/>
                <a:gd name="connsiteX67-1001" fmla="*/ 563796 w 3079941"/>
                <a:gd name="connsiteY67-1002" fmla="*/ 726358 h 1160647"/>
                <a:gd name="connsiteX68-1003" fmla="*/ 563796 w 3079941"/>
                <a:gd name="connsiteY68-1004" fmla="*/ 725547 h 1160647"/>
                <a:gd name="connsiteX69-1005" fmla="*/ 563796 w 3079941"/>
                <a:gd name="connsiteY69-1006" fmla="*/ 719872 h 1160647"/>
                <a:gd name="connsiteX70-1007" fmla="*/ 594196 w 3079941"/>
                <a:gd name="connsiteY70-1008" fmla="*/ 719872 h 1160647"/>
                <a:gd name="connsiteX71-1009" fmla="*/ 594196 w 3079941"/>
                <a:gd name="connsiteY71-1010" fmla="*/ 743652 h 1160647"/>
                <a:gd name="connsiteX72-1011" fmla="*/ 595209 w 3079941"/>
                <a:gd name="connsiteY72-1012" fmla="*/ 743652 h 1160647"/>
                <a:gd name="connsiteX73-1013" fmla="*/ 602303 w 3079941"/>
                <a:gd name="connsiteY73-1014" fmla="*/ 743652 h 1160647"/>
                <a:gd name="connsiteX74-1015" fmla="*/ 602303 w 3079941"/>
                <a:gd name="connsiteY74-1016" fmla="*/ 744733 h 1160647"/>
                <a:gd name="connsiteX75-1017" fmla="*/ 602303 w 3079941"/>
                <a:gd name="connsiteY75-1018" fmla="*/ 752299 h 1160647"/>
                <a:gd name="connsiteX76-1019" fmla="*/ 603063 w 3079941"/>
                <a:gd name="connsiteY76-1020" fmla="*/ 752299 h 1160647"/>
                <a:gd name="connsiteX77-1021" fmla="*/ 608383 w 3079941"/>
                <a:gd name="connsiteY77-1022" fmla="*/ 752299 h 1160647"/>
                <a:gd name="connsiteX78-1023" fmla="*/ 608383 w 3079941"/>
                <a:gd name="connsiteY78-1024" fmla="*/ 750137 h 1160647"/>
                <a:gd name="connsiteX79-1025" fmla="*/ 608383 w 3079941"/>
                <a:gd name="connsiteY79-1026" fmla="*/ 735005 h 1160647"/>
                <a:gd name="connsiteX80-1027" fmla="*/ 609396 w 3079941"/>
                <a:gd name="connsiteY80-1028" fmla="*/ 735005 h 1160647"/>
                <a:gd name="connsiteX81-1029" fmla="*/ 616490 w 3079941"/>
                <a:gd name="connsiteY81-1030" fmla="*/ 735005 h 1160647"/>
                <a:gd name="connsiteX82-1031" fmla="*/ 616490 w 3079941"/>
                <a:gd name="connsiteY82-1032" fmla="*/ 736086 h 1160647"/>
                <a:gd name="connsiteX83-1033" fmla="*/ 616490 w 3079941"/>
                <a:gd name="connsiteY83-1034" fmla="*/ 743652 h 1160647"/>
                <a:gd name="connsiteX84-1035" fmla="*/ 621810 w 3079941"/>
                <a:gd name="connsiteY84-1036" fmla="*/ 741659 h 1160647"/>
                <a:gd name="connsiteX85-1037" fmla="*/ 622570 w 3079941"/>
                <a:gd name="connsiteY85-1038" fmla="*/ 740679 h 1160647"/>
                <a:gd name="connsiteX86-1039" fmla="*/ 622570 w 3079941"/>
                <a:gd name="connsiteY86-1040" fmla="*/ 735005 h 1160647"/>
                <a:gd name="connsiteX87-1041" fmla="*/ 661077 w 3079941"/>
                <a:gd name="connsiteY87-1042" fmla="*/ 735005 h 1160647"/>
                <a:gd name="connsiteX88-1043" fmla="*/ 661077 w 3079941"/>
                <a:gd name="connsiteY88-1044" fmla="*/ 758784 h 1160647"/>
                <a:gd name="connsiteX89-1045" fmla="*/ 663103 w 3079941"/>
                <a:gd name="connsiteY89-1046" fmla="*/ 758784 h 1160647"/>
                <a:gd name="connsiteX90-1047" fmla="*/ 677290 w 3079941"/>
                <a:gd name="connsiteY90-1048" fmla="*/ 758784 h 1160647"/>
                <a:gd name="connsiteX91-1049" fmla="*/ 677290 w 3079941"/>
                <a:gd name="connsiteY91-1050" fmla="*/ 759865 h 1160647"/>
                <a:gd name="connsiteX92-1051" fmla="*/ 677290 w 3079941"/>
                <a:gd name="connsiteY92-1052" fmla="*/ 767431 h 1160647"/>
                <a:gd name="connsiteX93-1053" fmla="*/ 679064 w 3079941"/>
                <a:gd name="connsiteY93-1054" fmla="*/ 767431 h 1160647"/>
                <a:gd name="connsiteX94-1055" fmla="*/ 691477 w 3079941"/>
                <a:gd name="connsiteY94-1056" fmla="*/ 767431 h 1160647"/>
                <a:gd name="connsiteX95-1057" fmla="*/ 691477 w 3079941"/>
                <a:gd name="connsiteY95-1058" fmla="*/ 743652 h 1160647"/>
                <a:gd name="connsiteX96-1059" fmla="*/ 692490 w 3079941"/>
                <a:gd name="connsiteY96-1060" fmla="*/ 743652 h 1160647"/>
                <a:gd name="connsiteX97-1061" fmla="*/ 699584 w 3079941"/>
                <a:gd name="connsiteY97-1062" fmla="*/ 743652 h 1160647"/>
                <a:gd name="connsiteX98-1063" fmla="*/ 699584 w 3079941"/>
                <a:gd name="connsiteY98-1064" fmla="*/ 711225 h 1160647"/>
                <a:gd name="connsiteX99-1065" fmla="*/ 700597 w 3079941"/>
                <a:gd name="connsiteY99-1066" fmla="*/ 711225 h 1160647"/>
                <a:gd name="connsiteX100-1067" fmla="*/ 707691 w 3079941"/>
                <a:gd name="connsiteY100-1068" fmla="*/ 711225 h 1160647"/>
                <a:gd name="connsiteX101-1069" fmla="*/ 707691 w 3079941"/>
                <a:gd name="connsiteY101-1070" fmla="*/ 709334 h 1160647"/>
                <a:gd name="connsiteX102-1071" fmla="*/ 707691 w 3079941"/>
                <a:gd name="connsiteY102-1072" fmla="*/ 696093 h 1160647"/>
                <a:gd name="connsiteX103-1073" fmla="*/ 706424 w 3079941"/>
                <a:gd name="connsiteY103-1074" fmla="*/ 694471 h 1160647"/>
                <a:gd name="connsiteX104-1075" fmla="*/ 711744 w 3079941"/>
                <a:gd name="connsiteY104-1076" fmla="*/ 683122 h 1160647"/>
                <a:gd name="connsiteX105-1077" fmla="*/ 719851 w 3079941"/>
                <a:gd name="connsiteY105-1078" fmla="*/ 711225 h 1160647"/>
                <a:gd name="connsiteX106-1079" fmla="*/ 720611 w 3079941"/>
                <a:gd name="connsiteY106-1080" fmla="*/ 711225 h 1160647"/>
                <a:gd name="connsiteX107-1081" fmla="*/ 725931 w 3079941"/>
                <a:gd name="connsiteY107-1082" fmla="*/ 711225 h 1160647"/>
                <a:gd name="connsiteX108-1083" fmla="*/ 725931 w 3079941"/>
                <a:gd name="connsiteY108-1084" fmla="*/ 605298 h 1160647"/>
                <a:gd name="connsiteX109-1085" fmla="*/ 727451 w 3079941"/>
                <a:gd name="connsiteY109-1086" fmla="*/ 605298 h 1160647"/>
                <a:gd name="connsiteX110-1087" fmla="*/ 738091 w 3079941"/>
                <a:gd name="connsiteY110-1088" fmla="*/ 605298 h 1160647"/>
                <a:gd name="connsiteX111-1089" fmla="*/ 738091 w 3079941"/>
                <a:gd name="connsiteY111-1090" fmla="*/ 557739 h 1160647"/>
                <a:gd name="connsiteX112-1091" fmla="*/ 764438 w 3079941"/>
                <a:gd name="connsiteY112-1092" fmla="*/ 557739 h 1160647"/>
                <a:gd name="connsiteX113-1093" fmla="*/ 764438 w 3079941"/>
                <a:gd name="connsiteY113-1094" fmla="*/ 536121 h 1160647"/>
                <a:gd name="connsiteX114-1095" fmla="*/ 798892 w 3079941"/>
                <a:gd name="connsiteY114-1096" fmla="*/ 536121 h 1160647"/>
                <a:gd name="connsiteX115-1097" fmla="*/ 798892 w 3079941"/>
                <a:gd name="connsiteY115-1098" fmla="*/ 538553 h 1160647"/>
                <a:gd name="connsiteX116-1099" fmla="*/ 798892 w 3079941"/>
                <a:gd name="connsiteY116-1100" fmla="*/ 555577 h 1160647"/>
                <a:gd name="connsiteX117-1101" fmla="*/ 801172 w 3079941"/>
                <a:gd name="connsiteY117-1102" fmla="*/ 555577 h 1160647"/>
                <a:gd name="connsiteX118-1103" fmla="*/ 817132 w 3079941"/>
                <a:gd name="connsiteY118-1104" fmla="*/ 555577 h 1160647"/>
                <a:gd name="connsiteX119-1105" fmla="*/ 817132 w 3079941"/>
                <a:gd name="connsiteY119-1106" fmla="*/ 603136 h 1160647"/>
                <a:gd name="connsiteX120-1107" fmla="*/ 818145 w 3079941"/>
                <a:gd name="connsiteY120-1108" fmla="*/ 603136 h 1160647"/>
                <a:gd name="connsiteX121-1109" fmla="*/ 825239 w 3079941"/>
                <a:gd name="connsiteY121-1110" fmla="*/ 603136 h 1160647"/>
                <a:gd name="connsiteX122-1111" fmla="*/ 839426 w 3079941"/>
                <a:gd name="connsiteY122-1112" fmla="*/ 607460 h 1160647"/>
                <a:gd name="connsiteX123-1113" fmla="*/ 839426 w 3079941"/>
                <a:gd name="connsiteY123-1114" fmla="*/ 646372 h 1160647"/>
                <a:gd name="connsiteX124-1115" fmla="*/ 840439 w 3079941"/>
                <a:gd name="connsiteY124-1116" fmla="*/ 646372 h 1160647"/>
                <a:gd name="connsiteX125-1117" fmla="*/ 847532 w 3079941"/>
                <a:gd name="connsiteY125-1118" fmla="*/ 646372 h 1160647"/>
                <a:gd name="connsiteX126-1119" fmla="*/ 847532 w 3079941"/>
                <a:gd name="connsiteY126-1120" fmla="*/ 647993 h 1160647"/>
                <a:gd name="connsiteX127-1121" fmla="*/ 847532 w 3079941"/>
                <a:gd name="connsiteY127-1122" fmla="*/ 659342 h 1160647"/>
                <a:gd name="connsiteX128-1123" fmla="*/ 849559 w 3079941"/>
                <a:gd name="connsiteY128-1124" fmla="*/ 659342 h 1160647"/>
                <a:gd name="connsiteX129-1125" fmla="*/ 863746 w 3079941"/>
                <a:gd name="connsiteY129-1126" fmla="*/ 659342 h 1160647"/>
                <a:gd name="connsiteX130-1127" fmla="*/ 869826 w 3079941"/>
                <a:gd name="connsiteY130-1128" fmla="*/ 665828 h 1160647"/>
                <a:gd name="connsiteX131-1129" fmla="*/ 869826 w 3079941"/>
                <a:gd name="connsiteY131-1130" fmla="*/ 687446 h 1160647"/>
                <a:gd name="connsiteX132-1131" fmla="*/ 872106 w 3079941"/>
                <a:gd name="connsiteY132-1132" fmla="*/ 687446 h 1160647"/>
                <a:gd name="connsiteX133-1133" fmla="*/ 888066 w 3079941"/>
                <a:gd name="connsiteY133-1134" fmla="*/ 687446 h 1160647"/>
                <a:gd name="connsiteX134-1135" fmla="*/ 888066 w 3079941"/>
                <a:gd name="connsiteY134-1136" fmla="*/ 688526 h 1160647"/>
                <a:gd name="connsiteX135-1137" fmla="*/ 888066 w 3079941"/>
                <a:gd name="connsiteY135-1138" fmla="*/ 696093 h 1160647"/>
                <a:gd name="connsiteX136-1139" fmla="*/ 889333 w 3079941"/>
                <a:gd name="connsiteY136-1140" fmla="*/ 696093 h 1160647"/>
                <a:gd name="connsiteX137-1141" fmla="*/ 898200 w 3079941"/>
                <a:gd name="connsiteY137-1142" fmla="*/ 696093 h 1160647"/>
                <a:gd name="connsiteX138-1143" fmla="*/ 898200 w 3079941"/>
                <a:gd name="connsiteY138-1144" fmla="*/ 698254 h 1160647"/>
                <a:gd name="connsiteX139-1145" fmla="*/ 898200 w 3079941"/>
                <a:gd name="connsiteY139-1146" fmla="*/ 713387 h 1160647"/>
                <a:gd name="connsiteX140-1147" fmla="*/ 902253 w 3079941"/>
                <a:gd name="connsiteY140-1148" fmla="*/ 711495 h 1160647"/>
                <a:gd name="connsiteX141-1149" fmla="*/ 902253 w 3079941"/>
                <a:gd name="connsiteY141-1150" fmla="*/ 698254 h 1160647"/>
                <a:gd name="connsiteX142-1151" fmla="*/ 903266 w 3079941"/>
                <a:gd name="connsiteY142-1152" fmla="*/ 698254 h 1160647"/>
                <a:gd name="connsiteX143-1153" fmla="*/ 910360 w 3079941"/>
                <a:gd name="connsiteY143-1154" fmla="*/ 698254 h 1160647"/>
                <a:gd name="connsiteX144-1155" fmla="*/ 910360 w 3079941"/>
                <a:gd name="connsiteY144-1156" fmla="*/ 699876 h 1160647"/>
                <a:gd name="connsiteX145-1157" fmla="*/ 910360 w 3079941"/>
                <a:gd name="connsiteY145-1158" fmla="*/ 711225 h 1160647"/>
                <a:gd name="connsiteX146-1159" fmla="*/ 911120 w 3079941"/>
                <a:gd name="connsiteY146-1160" fmla="*/ 711225 h 1160647"/>
                <a:gd name="connsiteX147-1161" fmla="*/ 916440 w 3079941"/>
                <a:gd name="connsiteY147-1162" fmla="*/ 711225 h 1160647"/>
                <a:gd name="connsiteX148-1163" fmla="*/ 965080 w 3079941"/>
                <a:gd name="connsiteY148-1164" fmla="*/ 706902 h 1160647"/>
                <a:gd name="connsiteX149-1165" fmla="*/ 965080 w 3079941"/>
                <a:gd name="connsiteY149-1166" fmla="*/ 708253 h 1160647"/>
                <a:gd name="connsiteX150-1167" fmla="*/ 965080 w 3079941"/>
                <a:gd name="connsiteY150-1168" fmla="*/ 717710 h 1160647"/>
                <a:gd name="connsiteX151-1169" fmla="*/ 965840 w 3079941"/>
                <a:gd name="connsiteY151-1170" fmla="*/ 717710 h 1160647"/>
                <a:gd name="connsiteX152-1171" fmla="*/ 971161 w 3079941"/>
                <a:gd name="connsiteY152-1172" fmla="*/ 717710 h 1160647"/>
                <a:gd name="connsiteX153-1173" fmla="*/ 971161 w 3079941"/>
                <a:gd name="connsiteY153-1174" fmla="*/ 719872 h 1160647"/>
                <a:gd name="connsiteX154-1175" fmla="*/ 971161 w 3079941"/>
                <a:gd name="connsiteY154-1176" fmla="*/ 735005 h 1160647"/>
                <a:gd name="connsiteX155-1177" fmla="*/ 973187 w 3079941"/>
                <a:gd name="connsiteY155-1178" fmla="*/ 733654 h 1160647"/>
                <a:gd name="connsiteX156-1179" fmla="*/ 987374 w 3079941"/>
                <a:gd name="connsiteY156-1180" fmla="*/ 724196 h 1160647"/>
                <a:gd name="connsiteX157-1181" fmla="*/ 993454 w 3079941"/>
                <a:gd name="connsiteY157-1182" fmla="*/ 683122 h 1160647"/>
                <a:gd name="connsiteX158-1183" fmla="*/ 994214 w 3079941"/>
                <a:gd name="connsiteY158-1184" fmla="*/ 682852 h 1160647"/>
                <a:gd name="connsiteX159-1185" fmla="*/ 999534 w 3079941"/>
                <a:gd name="connsiteY159-1186" fmla="*/ 680960 h 1160647"/>
                <a:gd name="connsiteX160-1187" fmla="*/ 1001561 w 3079941"/>
                <a:gd name="connsiteY160-1188" fmla="*/ 611783 h 1160647"/>
                <a:gd name="connsiteX161-1189" fmla="*/ 1003588 w 3079941"/>
                <a:gd name="connsiteY161-1190" fmla="*/ 680960 h 1160647"/>
                <a:gd name="connsiteX162-1191" fmla="*/ 1004348 w 3079941"/>
                <a:gd name="connsiteY162-1192" fmla="*/ 681230 h 1160647"/>
                <a:gd name="connsiteX163-1193" fmla="*/ 1009668 w 3079941"/>
                <a:gd name="connsiteY163-1194" fmla="*/ 683122 h 1160647"/>
                <a:gd name="connsiteX164-1195" fmla="*/ 1009668 w 3079941"/>
                <a:gd name="connsiteY164-1196" fmla="*/ 596651 h 1160647"/>
                <a:gd name="connsiteX165-1197" fmla="*/ 1013721 w 3079941"/>
                <a:gd name="connsiteY165-1198" fmla="*/ 564224 h 1160647"/>
                <a:gd name="connsiteX166-1199" fmla="*/ 1052228 w 3079941"/>
                <a:gd name="connsiteY166-1200" fmla="*/ 564224 h 1160647"/>
                <a:gd name="connsiteX167-1201" fmla="*/ 1052228 w 3079941"/>
                <a:gd name="connsiteY167-1202" fmla="*/ 596651 h 1160647"/>
                <a:gd name="connsiteX168-1203" fmla="*/ 1052988 w 3079941"/>
                <a:gd name="connsiteY168-1204" fmla="*/ 596651 h 1160647"/>
                <a:gd name="connsiteX169-1205" fmla="*/ 1058308 w 3079941"/>
                <a:gd name="connsiteY169-1206" fmla="*/ 596651 h 1160647"/>
                <a:gd name="connsiteX170-1207" fmla="*/ 1058308 w 3079941"/>
                <a:gd name="connsiteY170-1208" fmla="*/ 514503 h 1160647"/>
                <a:gd name="connsiteX171-1209" fmla="*/ 1060082 w 3079941"/>
                <a:gd name="connsiteY171-1210" fmla="*/ 514503 h 1160647"/>
                <a:gd name="connsiteX172-1211" fmla="*/ 1072495 w 3079941"/>
                <a:gd name="connsiteY172-1212" fmla="*/ 514503 h 1160647"/>
                <a:gd name="connsiteX173-1213" fmla="*/ 1072495 w 3079941"/>
                <a:gd name="connsiteY173-1214" fmla="*/ 512612 h 1160647"/>
                <a:gd name="connsiteX174-1215" fmla="*/ 1072495 w 3079941"/>
                <a:gd name="connsiteY174-1216" fmla="*/ 499371 h 1160647"/>
                <a:gd name="connsiteX175-1217" fmla="*/ 1094789 w 3079941"/>
                <a:gd name="connsiteY175-1218" fmla="*/ 499371 h 1160647"/>
                <a:gd name="connsiteX176-1219" fmla="*/ 1094789 w 3079941"/>
                <a:gd name="connsiteY176-1220" fmla="*/ 498290 h 1160647"/>
                <a:gd name="connsiteX177-1221" fmla="*/ 1094789 w 3079941"/>
                <a:gd name="connsiteY177-1222" fmla="*/ 490724 h 1160647"/>
                <a:gd name="connsiteX178-1223" fmla="*/ 1096562 w 3079941"/>
                <a:gd name="connsiteY178-1224" fmla="*/ 490724 h 1160647"/>
                <a:gd name="connsiteX179-1225" fmla="*/ 1108976 w 3079941"/>
                <a:gd name="connsiteY179-1226" fmla="*/ 490724 h 1160647"/>
                <a:gd name="connsiteX180-1227" fmla="*/ 1108976 w 3079941"/>
                <a:gd name="connsiteY180-1228" fmla="*/ 491805 h 1160647"/>
                <a:gd name="connsiteX181-1229" fmla="*/ 1108976 w 3079941"/>
                <a:gd name="connsiteY181-1230" fmla="*/ 499371 h 1160647"/>
                <a:gd name="connsiteX182-1231" fmla="*/ 1109736 w 3079941"/>
                <a:gd name="connsiteY182-1232" fmla="*/ 499371 h 1160647"/>
                <a:gd name="connsiteX183-1233" fmla="*/ 1115056 w 3079941"/>
                <a:gd name="connsiteY183-1234" fmla="*/ 499371 h 1160647"/>
                <a:gd name="connsiteX184-1235" fmla="*/ 1125189 w 3079941"/>
                <a:gd name="connsiteY184-1236" fmla="*/ 495047 h 1160647"/>
                <a:gd name="connsiteX185-1237" fmla="*/ 1129242 w 3079941"/>
                <a:gd name="connsiteY185-1238" fmla="*/ 498290 h 1160647"/>
                <a:gd name="connsiteX186-1239" fmla="*/ 1129242 w 3079941"/>
                <a:gd name="connsiteY186-1240" fmla="*/ 490724 h 1160647"/>
                <a:gd name="connsiteX187-1241" fmla="*/ 1131522 w 3079941"/>
                <a:gd name="connsiteY187-1242" fmla="*/ 490724 h 1160647"/>
                <a:gd name="connsiteX188-1243" fmla="*/ 1147483 w 3079941"/>
                <a:gd name="connsiteY188-1244" fmla="*/ 490724 h 1160647"/>
                <a:gd name="connsiteX189-1245" fmla="*/ 1147483 w 3079941"/>
                <a:gd name="connsiteY189-1246" fmla="*/ 491805 h 1160647"/>
                <a:gd name="connsiteX190-1247" fmla="*/ 1147483 w 3079941"/>
                <a:gd name="connsiteY190-1248" fmla="*/ 499371 h 1160647"/>
                <a:gd name="connsiteX191-1249" fmla="*/ 1177883 w 3079941"/>
                <a:gd name="connsiteY191-1250" fmla="*/ 499371 h 1160647"/>
                <a:gd name="connsiteX192-1251" fmla="*/ 1177883 w 3079941"/>
                <a:gd name="connsiteY192-1252" fmla="*/ 500992 h 1160647"/>
                <a:gd name="connsiteX193-1253" fmla="*/ 1177883 w 3079941"/>
                <a:gd name="connsiteY193-1254" fmla="*/ 512342 h 1160647"/>
                <a:gd name="connsiteX194-1255" fmla="*/ 1204230 w 3079941"/>
                <a:gd name="connsiteY194-1256" fmla="*/ 512342 h 1160647"/>
                <a:gd name="connsiteX195-1257" fmla="*/ 1204230 w 3079941"/>
                <a:gd name="connsiteY195-1258" fmla="*/ 542606 h 1160647"/>
                <a:gd name="connsiteX196-1259" fmla="*/ 1204990 w 3079941"/>
                <a:gd name="connsiteY196-1260" fmla="*/ 542606 h 1160647"/>
                <a:gd name="connsiteX197-1261" fmla="*/ 1210310 w 3079941"/>
                <a:gd name="connsiteY197-1262" fmla="*/ 542606 h 1160647"/>
                <a:gd name="connsiteX198-1263" fmla="*/ 1210310 w 3079941"/>
                <a:gd name="connsiteY198-1264" fmla="*/ 543687 h 1160647"/>
                <a:gd name="connsiteX199-1265" fmla="*/ 1210310 w 3079941"/>
                <a:gd name="connsiteY199-1266" fmla="*/ 551254 h 1160647"/>
                <a:gd name="connsiteX200-1267" fmla="*/ 1214364 w 3079941"/>
                <a:gd name="connsiteY200-1268" fmla="*/ 581518 h 1160647"/>
                <a:gd name="connsiteX201-1269" fmla="*/ 1215124 w 3079941"/>
                <a:gd name="connsiteY201-1270" fmla="*/ 581518 h 1160647"/>
                <a:gd name="connsiteX202-1271" fmla="*/ 1220444 w 3079941"/>
                <a:gd name="connsiteY202-1272" fmla="*/ 581518 h 1160647"/>
                <a:gd name="connsiteX203-1273" fmla="*/ 1220444 w 3079941"/>
                <a:gd name="connsiteY203-1274" fmla="*/ 582329 h 1160647"/>
                <a:gd name="connsiteX204-1275" fmla="*/ 1220444 w 3079941"/>
                <a:gd name="connsiteY204-1276" fmla="*/ 588004 h 1160647"/>
                <a:gd name="connsiteX205-1277" fmla="*/ 1221457 w 3079941"/>
                <a:gd name="connsiteY205-1278" fmla="*/ 588004 h 1160647"/>
                <a:gd name="connsiteX206-1279" fmla="*/ 1228550 w 3079941"/>
                <a:gd name="connsiteY206-1280" fmla="*/ 588004 h 1160647"/>
                <a:gd name="connsiteX207-1281" fmla="*/ 1228550 w 3079941"/>
                <a:gd name="connsiteY207-1282" fmla="*/ 618269 h 1160647"/>
                <a:gd name="connsiteX208-1283" fmla="*/ 1230577 w 3079941"/>
                <a:gd name="connsiteY208-1284" fmla="*/ 618269 h 1160647"/>
                <a:gd name="connsiteX209-1285" fmla="*/ 1244764 w 3079941"/>
                <a:gd name="connsiteY209-1286" fmla="*/ 618269 h 1160647"/>
                <a:gd name="connsiteX210-1287" fmla="*/ 1244764 w 3079941"/>
                <a:gd name="connsiteY210-1288" fmla="*/ 642048 h 1160647"/>
                <a:gd name="connsiteX211-1289" fmla="*/ 1246791 w 3079941"/>
                <a:gd name="connsiteY211-1290" fmla="*/ 643669 h 1160647"/>
                <a:gd name="connsiteX212-1291" fmla="*/ 1246791 w 3079941"/>
                <a:gd name="connsiteY212-1292" fmla="*/ 655019 h 1160647"/>
                <a:gd name="connsiteX213-1293" fmla="*/ 1247551 w 3079941"/>
                <a:gd name="connsiteY213-1294" fmla="*/ 655019 h 1160647"/>
                <a:gd name="connsiteX214-1295" fmla="*/ 1252871 w 3079941"/>
                <a:gd name="connsiteY214-1296" fmla="*/ 655019 h 1160647"/>
                <a:gd name="connsiteX215-1297" fmla="*/ 1252871 w 3079941"/>
                <a:gd name="connsiteY215-1298" fmla="*/ 678798 h 1160647"/>
                <a:gd name="connsiteX216-1299" fmla="*/ 1254137 w 3079941"/>
                <a:gd name="connsiteY216-1300" fmla="*/ 678798 h 1160647"/>
                <a:gd name="connsiteX217-1301" fmla="*/ 1263004 w 3079941"/>
                <a:gd name="connsiteY217-1302" fmla="*/ 678798 h 1160647"/>
                <a:gd name="connsiteX218-1303" fmla="*/ 1265031 w 3079941"/>
                <a:gd name="connsiteY218-1304" fmla="*/ 682852 h 1160647"/>
                <a:gd name="connsiteX219-1305" fmla="*/ 1265031 w 3079941"/>
                <a:gd name="connsiteY219-1306" fmla="*/ 696093 h 1160647"/>
                <a:gd name="connsiteX220-1307" fmla="*/ 1266551 w 3079941"/>
                <a:gd name="connsiteY220-1308" fmla="*/ 694201 h 1160647"/>
                <a:gd name="connsiteX221-1309" fmla="*/ 1277191 w 3079941"/>
                <a:gd name="connsiteY221-1310" fmla="*/ 680960 h 1160647"/>
                <a:gd name="connsiteX222-1311" fmla="*/ 1305565 w 3079941"/>
                <a:gd name="connsiteY222-1312" fmla="*/ 680960 h 1160647"/>
                <a:gd name="connsiteX223-1313" fmla="*/ 1305565 w 3079941"/>
                <a:gd name="connsiteY223-1314" fmla="*/ 767431 h 1160647"/>
                <a:gd name="connsiteX224-1315" fmla="*/ 1306325 w 3079941"/>
                <a:gd name="connsiteY224-1316" fmla="*/ 767431 h 1160647"/>
                <a:gd name="connsiteX225-1317" fmla="*/ 1311645 w 3079941"/>
                <a:gd name="connsiteY225-1318" fmla="*/ 767431 h 1160647"/>
                <a:gd name="connsiteX226-1319" fmla="*/ 1312405 w 3079941"/>
                <a:gd name="connsiteY226-1320" fmla="*/ 766080 h 1160647"/>
                <a:gd name="connsiteX227-1321" fmla="*/ 1317725 w 3079941"/>
                <a:gd name="connsiteY227-1322" fmla="*/ 756622 h 1160647"/>
                <a:gd name="connsiteX228-1323" fmla="*/ 1317725 w 3079941"/>
                <a:gd name="connsiteY228-1324" fmla="*/ 758514 h 1160647"/>
                <a:gd name="connsiteX229-1325" fmla="*/ 1317725 w 3079941"/>
                <a:gd name="connsiteY229-1326" fmla="*/ 771755 h 1160647"/>
                <a:gd name="connsiteX230-1327" fmla="*/ 1321778 w 3079941"/>
                <a:gd name="connsiteY230-1328" fmla="*/ 726358 h 1160647"/>
                <a:gd name="connsiteX231-1329" fmla="*/ 1322538 w 3079941"/>
                <a:gd name="connsiteY231-1330" fmla="*/ 726358 h 1160647"/>
                <a:gd name="connsiteX232-1331" fmla="*/ 1327858 w 3079941"/>
                <a:gd name="connsiteY232-1332" fmla="*/ 726358 h 1160647"/>
                <a:gd name="connsiteX233-1333" fmla="*/ 1327858 w 3079941"/>
                <a:gd name="connsiteY233-1334" fmla="*/ 661504 h 1160647"/>
                <a:gd name="connsiteX234-1335" fmla="*/ 1328872 w 3079941"/>
                <a:gd name="connsiteY234-1336" fmla="*/ 661504 h 1160647"/>
                <a:gd name="connsiteX235-1337" fmla="*/ 1335965 w 3079941"/>
                <a:gd name="connsiteY235-1338" fmla="*/ 661504 h 1160647"/>
                <a:gd name="connsiteX236-1339" fmla="*/ 1348125 w 3079941"/>
                <a:gd name="connsiteY236-1340" fmla="*/ 618269 h 1160647"/>
                <a:gd name="connsiteX237-1341" fmla="*/ 1349392 w 3079941"/>
                <a:gd name="connsiteY237-1342" fmla="*/ 618269 h 1160647"/>
                <a:gd name="connsiteX238-1343" fmla="*/ 1358259 w 3079941"/>
                <a:gd name="connsiteY238-1344" fmla="*/ 618269 h 1160647"/>
                <a:gd name="connsiteX239-1345" fmla="*/ 1368392 w 3079941"/>
                <a:gd name="connsiteY239-1346" fmla="*/ 661504 h 1160647"/>
                <a:gd name="connsiteX240-1347" fmla="*/ 1369405 w 3079941"/>
                <a:gd name="connsiteY240-1348" fmla="*/ 661504 h 1160647"/>
                <a:gd name="connsiteX241-1349" fmla="*/ 1376499 w 3079941"/>
                <a:gd name="connsiteY241-1350" fmla="*/ 661504 h 1160647"/>
                <a:gd name="connsiteX242-1351" fmla="*/ 1376499 w 3079941"/>
                <a:gd name="connsiteY242-1352" fmla="*/ 700416 h 1160647"/>
                <a:gd name="connsiteX243-1353" fmla="*/ 1378272 w 3079941"/>
                <a:gd name="connsiteY243-1354" fmla="*/ 700416 h 1160647"/>
                <a:gd name="connsiteX244-1355" fmla="*/ 1390686 w 3079941"/>
                <a:gd name="connsiteY244-1356" fmla="*/ 700416 h 1160647"/>
                <a:gd name="connsiteX245-1357" fmla="*/ 1390686 w 3079941"/>
                <a:gd name="connsiteY245-1358" fmla="*/ 702578 h 1160647"/>
                <a:gd name="connsiteX246-1359" fmla="*/ 1390686 w 3079941"/>
                <a:gd name="connsiteY246-1360" fmla="*/ 717710 h 1160647"/>
                <a:gd name="connsiteX247-1361" fmla="*/ 1394739 w 3079941"/>
                <a:gd name="connsiteY247-1362" fmla="*/ 715549 h 1160647"/>
                <a:gd name="connsiteX248-1363" fmla="*/ 1394739 w 3079941"/>
                <a:gd name="connsiteY248-1364" fmla="*/ 700416 h 1160647"/>
                <a:gd name="connsiteX249-1365" fmla="*/ 1396259 w 3079941"/>
                <a:gd name="connsiteY249-1366" fmla="*/ 700416 h 1160647"/>
                <a:gd name="connsiteX250-1367" fmla="*/ 1406899 w 3079941"/>
                <a:gd name="connsiteY250-1368" fmla="*/ 700416 h 1160647"/>
                <a:gd name="connsiteX251-1369" fmla="*/ 1406899 w 3079941"/>
                <a:gd name="connsiteY251-1370" fmla="*/ 702037 h 1160647"/>
                <a:gd name="connsiteX252-1371" fmla="*/ 1406899 w 3079941"/>
                <a:gd name="connsiteY252-1372" fmla="*/ 713387 h 1160647"/>
                <a:gd name="connsiteX253-1373" fmla="*/ 1437300 w 3079941"/>
                <a:gd name="connsiteY253-1374" fmla="*/ 713387 h 1160647"/>
                <a:gd name="connsiteX254-1375" fmla="*/ 1437300 w 3079941"/>
                <a:gd name="connsiteY254-1376" fmla="*/ 676637 h 1160647"/>
                <a:gd name="connsiteX255-1377" fmla="*/ 1438566 w 3079941"/>
                <a:gd name="connsiteY255-1378" fmla="*/ 676637 h 1160647"/>
                <a:gd name="connsiteX256-1379" fmla="*/ 1447433 w 3079941"/>
                <a:gd name="connsiteY256-1380" fmla="*/ 676637 h 1160647"/>
                <a:gd name="connsiteX257-1381" fmla="*/ 1447433 w 3079941"/>
                <a:gd name="connsiteY257-1382" fmla="*/ 698254 h 1160647"/>
                <a:gd name="connsiteX258-1383" fmla="*/ 1449460 w 3079941"/>
                <a:gd name="connsiteY258-1384" fmla="*/ 665828 h 1160647"/>
                <a:gd name="connsiteX259-1385" fmla="*/ 1471753 w 3079941"/>
                <a:gd name="connsiteY259-1386" fmla="*/ 665828 h 1160647"/>
                <a:gd name="connsiteX260-1387" fmla="*/ 1471753 w 3079941"/>
                <a:gd name="connsiteY260-1388" fmla="*/ 664206 h 1160647"/>
                <a:gd name="connsiteX261-1389" fmla="*/ 1471753 w 3079941"/>
                <a:gd name="connsiteY261-1390" fmla="*/ 652857 h 1160647"/>
                <a:gd name="connsiteX262-1391" fmla="*/ 1472513 w 3079941"/>
                <a:gd name="connsiteY262-1392" fmla="*/ 652857 h 1160647"/>
                <a:gd name="connsiteX263-1393" fmla="*/ 1477833 w 3079941"/>
                <a:gd name="connsiteY263-1394" fmla="*/ 652857 h 1160647"/>
                <a:gd name="connsiteX264-1395" fmla="*/ 1477833 w 3079941"/>
                <a:gd name="connsiteY264-1396" fmla="*/ 650966 h 1160647"/>
                <a:gd name="connsiteX265-1397" fmla="*/ 1477833 w 3079941"/>
                <a:gd name="connsiteY265-1398" fmla="*/ 637725 h 1160647"/>
                <a:gd name="connsiteX266-1399" fmla="*/ 1481887 w 3079941"/>
                <a:gd name="connsiteY266-1400" fmla="*/ 644210 h 1160647"/>
                <a:gd name="connsiteX267-1401" fmla="*/ 1484167 w 3079941"/>
                <a:gd name="connsiteY267-1402" fmla="*/ 644210 h 1160647"/>
                <a:gd name="connsiteX268-1403" fmla="*/ 1500127 w 3079941"/>
                <a:gd name="connsiteY268-1404" fmla="*/ 644210 h 1160647"/>
                <a:gd name="connsiteX269-1405" fmla="*/ 1500127 w 3079941"/>
                <a:gd name="connsiteY269-1406" fmla="*/ 643399 h 1160647"/>
                <a:gd name="connsiteX270-1407" fmla="*/ 1500127 w 3079941"/>
                <a:gd name="connsiteY270-1408" fmla="*/ 637725 h 1160647"/>
                <a:gd name="connsiteX271-1409" fmla="*/ 1500887 w 3079941"/>
                <a:gd name="connsiteY271-1410" fmla="*/ 637725 h 1160647"/>
                <a:gd name="connsiteX272-1411" fmla="*/ 1506207 w 3079941"/>
                <a:gd name="connsiteY272-1412" fmla="*/ 637725 h 1160647"/>
                <a:gd name="connsiteX273-1413" fmla="*/ 1506207 w 3079941"/>
                <a:gd name="connsiteY273-1414" fmla="*/ 639076 h 1160647"/>
                <a:gd name="connsiteX274-1415" fmla="*/ 1506207 w 3079941"/>
                <a:gd name="connsiteY274-1416" fmla="*/ 648534 h 1160647"/>
                <a:gd name="connsiteX275-1417" fmla="*/ 1544714 w 3079941"/>
                <a:gd name="connsiteY275-1418" fmla="*/ 648534 h 1160647"/>
                <a:gd name="connsiteX276-1419" fmla="*/ 1544714 w 3079941"/>
                <a:gd name="connsiteY276-1420" fmla="*/ 786887 h 1160647"/>
                <a:gd name="connsiteX277-1421" fmla="*/ 1546234 w 3079941"/>
                <a:gd name="connsiteY277-1422" fmla="*/ 786887 h 1160647"/>
                <a:gd name="connsiteX278-1423" fmla="*/ 1556874 w 3079941"/>
                <a:gd name="connsiteY278-1424" fmla="*/ 786887 h 1160647"/>
                <a:gd name="connsiteX279-1425" fmla="*/ 1556874 w 3079941"/>
                <a:gd name="connsiteY279-1426" fmla="*/ 773917 h 1160647"/>
                <a:gd name="connsiteX280-1427" fmla="*/ 1560928 w 3079941"/>
                <a:gd name="connsiteY280-1428" fmla="*/ 773917 h 1160647"/>
                <a:gd name="connsiteX281-1429" fmla="*/ 1560928 w 3079941"/>
                <a:gd name="connsiteY281-1430" fmla="*/ 786887 h 1160647"/>
                <a:gd name="connsiteX282-1431" fmla="*/ 1591328 w 3079941"/>
                <a:gd name="connsiteY282-1432" fmla="*/ 786887 h 1160647"/>
                <a:gd name="connsiteX283-1433" fmla="*/ 1591328 w 3079941"/>
                <a:gd name="connsiteY283-1434" fmla="*/ 756622 h 1160647"/>
                <a:gd name="connsiteX284-1435" fmla="*/ 1603488 w 3079941"/>
                <a:gd name="connsiteY284-1436" fmla="*/ 756622 h 1160647"/>
                <a:gd name="connsiteX285-1437" fmla="*/ 1615648 w 3079941"/>
                <a:gd name="connsiteY285-1438" fmla="*/ 754461 h 1160647"/>
                <a:gd name="connsiteX286-1439" fmla="*/ 1619702 w 3079941"/>
                <a:gd name="connsiteY286-1440" fmla="*/ 756622 h 1160647"/>
                <a:gd name="connsiteX287-1441" fmla="*/ 1629835 w 3079941"/>
                <a:gd name="connsiteY287-1442" fmla="*/ 756622 h 1160647"/>
                <a:gd name="connsiteX288-1443" fmla="*/ 1629835 w 3079941"/>
                <a:gd name="connsiteY288-1444" fmla="*/ 786887 h 1160647"/>
                <a:gd name="connsiteX289-1445" fmla="*/ 1637942 w 3079941"/>
                <a:gd name="connsiteY289-1446" fmla="*/ 786887 h 1160647"/>
                <a:gd name="connsiteX290-1447" fmla="*/ 1637942 w 3079941"/>
                <a:gd name="connsiteY290-1448" fmla="*/ 804182 h 1160647"/>
                <a:gd name="connsiteX291-1449" fmla="*/ 1647278 w 3079941"/>
                <a:gd name="connsiteY291-1450" fmla="*/ 805087 h 1160647"/>
                <a:gd name="connsiteX292-1451" fmla="*/ 1660236 w 3079941"/>
                <a:gd name="connsiteY292-1452" fmla="*/ 805087 h 1160647"/>
                <a:gd name="connsiteX293-1453" fmla="*/ 1660236 w 3079941"/>
                <a:gd name="connsiteY293-1454" fmla="*/ 789049 h 1160647"/>
                <a:gd name="connsiteX294-1455" fmla="*/ 1728192 w 3079941"/>
                <a:gd name="connsiteY294-1456" fmla="*/ 789049 h 1160647"/>
                <a:gd name="connsiteX295-1457" fmla="*/ 1728192 w 3079941"/>
                <a:gd name="connsiteY295-1458" fmla="*/ 703796 h 1160647"/>
                <a:gd name="connsiteX296-1459" fmla="*/ 1800200 w 3079941"/>
                <a:gd name="connsiteY296-1460" fmla="*/ 703796 h 1160647"/>
                <a:gd name="connsiteX297-1461" fmla="*/ 1800200 w 3079941"/>
                <a:gd name="connsiteY297-1462" fmla="*/ 782564 h 1160647"/>
                <a:gd name="connsiteX298-1463" fmla="*/ 1802104 w 3079941"/>
                <a:gd name="connsiteY298-1464" fmla="*/ 782564 h 1160647"/>
                <a:gd name="connsiteX299-1465" fmla="*/ 1803346 w 3079941"/>
                <a:gd name="connsiteY299-1466" fmla="*/ 805087 h 1160647"/>
                <a:gd name="connsiteX300-1467" fmla="*/ 1813022 w 3079941"/>
                <a:gd name="connsiteY300-1468" fmla="*/ 805087 h 1160647"/>
                <a:gd name="connsiteX301-1469" fmla="*/ 1814264 w 3079941"/>
                <a:gd name="connsiteY301-1470" fmla="*/ 782564 h 1160647"/>
                <a:gd name="connsiteX302-1471" fmla="*/ 1820344 w 3079941"/>
                <a:gd name="connsiteY302-1472" fmla="*/ 782564 h 1160647"/>
                <a:gd name="connsiteX303-1473" fmla="*/ 1821586 w 3079941"/>
                <a:gd name="connsiteY303-1474" fmla="*/ 805087 h 1160647"/>
                <a:gd name="connsiteX304-1475" fmla="*/ 1872208 w 3079941"/>
                <a:gd name="connsiteY304-1476" fmla="*/ 805087 h 1160647"/>
                <a:gd name="connsiteX305-1477" fmla="*/ 1872208 w 3079941"/>
                <a:gd name="connsiteY305-1478" fmla="*/ 642059 h 1160647"/>
                <a:gd name="connsiteX306-1479" fmla="*/ 2069535 w 3079941"/>
                <a:gd name="connsiteY306-1480" fmla="*/ 642059 h 1160647"/>
                <a:gd name="connsiteX307-1481" fmla="*/ 2069535 w 3079941"/>
                <a:gd name="connsiteY307-1482" fmla="*/ 805087 h 1160647"/>
                <a:gd name="connsiteX308-1483" fmla="*/ 2088232 w 3079941"/>
                <a:gd name="connsiteY308-1484" fmla="*/ 805087 h 1160647"/>
                <a:gd name="connsiteX309-1485" fmla="*/ 2088232 w 3079941"/>
                <a:gd name="connsiteY309-1486" fmla="*/ 722394 h 1160647"/>
                <a:gd name="connsiteX310-1487" fmla="*/ 2183352 w 3079941"/>
                <a:gd name="connsiteY310-1488" fmla="*/ 722394 h 1160647"/>
                <a:gd name="connsiteX311-1489" fmla="*/ 2195282 w 3079941"/>
                <a:gd name="connsiteY311-1490" fmla="*/ 404253 h 1160647"/>
                <a:gd name="connsiteX312-1491" fmla="*/ 2183122 w 3079941"/>
                <a:gd name="connsiteY312-1492" fmla="*/ 382635 h 1160647"/>
                <a:gd name="connsiteX313-1493" fmla="*/ 2177042 w 3079941"/>
                <a:gd name="connsiteY313-1494" fmla="*/ 378311 h 1160647"/>
                <a:gd name="connsiteX314-1495" fmla="*/ 2185149 w 3079941"/>
                <a:gd name="connsiteY314-1496" fmla="*/ 354532 h 1160647"/>
                <a:gd name="connsiteX315-1497" fmla="*/ 2185149 w 3079941"/>
                <a:gd name="connsiteY315-1498" fmla="*/ 337238 h 1160647"/>
                <a:gd name="connsiteX316-1499" fmla="*/ 2199336 w 3079941"/>
                <a:gd name="connsiteY316-1500" fmla="*/ 337238 h 1160647"/>
                <a:gd name="connsiteX317-1501" fmla="*/ 2199336 w 3079941"/>
                <a:gd name="connsiteY317-1502" fmla="*/ 315620 h 1160647"/>
                <a:gd name="connsiteX318-1503" fmla="*/ 2201362 w 3079941"/>
                <a:gd name="connsiteY318-1504" fmla="*/ 311296 h 1160647"/>
                <a:gd name="connsiteX319-1505" fmla="*/ 2201362 w 3079941"/>
                <a:gd name="connsiteY319-1506" fmla="*/ 233472 h 1160647"/>
                <a:gd name="connsiteX320-1507" fmla="*/ 2199336 w 3079941"/>
                <a:gd name="connsiteY320-1508" fmla="*/ 226987 h 1160647"/>
                <a:gd name="connsiteX321-1509" fmla="*/ 2205416 w 3079941"/>
                <a:gd name="connsiteY321-1510" fmla="*/ 220501 h 1160647"/>
                <a:gd name="connsiteX322-1511" fmla="*/ 2205416 w 3079941"/>
                <a:gd name="connsiteY322-1512" fmla="*/ 162133 h 1160647"/>
                <a:gd name="connsiteX323-1513" fmla="*/ 2207442 w 3079941"/>
                <a:gd name="connsiteY323-1514" fmla="*/ 157810 h 1160647"/>
                <a:gd name="connsiteX324-1515" fmla="*/ 2207442 w 3079941"/>
                <a:gd name="connsiteY324-1516" fmla="*/ 101604 h 1160647"/>
                <a:gd name="connsiteX325-1517" fmla="*/ 2209469 w 3079941"/>
                <a:gd name="connsiteY325-1518" fmla="*/ 82148 h 1160647"/>
                <a:gd name="connsiteX326-1519" fmla="*/ 2213523 w 3079941"/>
                <a:gd name="connsiteY326-1520" fmla="*/ 99442 h 1160647"/>
                <a:gd name="connsiteX327-1521" fmla="*/ 2215549 w 3079941"/>
                <a:gd name="connsiteY327-1522" fmla="*/ 157810 h 1160647"/>
                <a:gd name="connsiteX328-1523" fmla="*/ 2217576 w 3079941"/>
                <a:gd name="connsiteY328-1524" fmla="*/ 220501 h 1160647"/>
                <a:gd name="connsiteX329-1525" fmla="*/ 2223656 w 3079941"/>
                <a:gd name="connsiteY329-1526" fmla="*/ 226987 h 1160647"/>
                <a:gd name="connsiteX330-1527" fmla="*/ 2221629 w 3079941"/>
                <a:gd name="connsiteY330-1528" fmla="*/ 233472 h 1160647"/>
                <a:gd name="connsiteX331-1529" fmla="*/ 2221629 w 3079941"/>
                <a:gd name="connsiteY331-1530" fmla="*/ 311296 h 1160647"/>
                <a:gd name="connsiteX332-1531" fmla="*/ 2223656 w 3079941"/>
                <a:gd name="connsiteY332-1532" fmla="*/ 315620 h 1160647"/>
                <a:gd name="connsiteX333-1533" fmla="*/ 2223656 w 3079941"/>
                <a:gd name="connsiteY333-1534" fmla="*/ 337238 h 1160647"/>
                <a:gd name="connsiteX334-1535" fmla="*/ 2237843 w 3079941"/>
                <a:gd name="connsiteY334-1536" fmla="*/ 337238 h 1160647"/>
                <a:gd name="connsiteX335-1537" fmla="*/ 2237843 w 3079941"/>
                <a:gd name="connsiteY335-1538" fmla="*/ 354532 h 1160647"/>
                <a:gd name="connsiteX336-1539" fmla="*/ 2245950 w 3079941"/>
                <a:gd name="connsiteY336-1540" fmla="*/ 378311 h 1160647"/>
                <a:gd name="connsiteX337-1541" fmla="*/ 2239870 w 3079941"/>
                <a:gd name="connsiteY337-1542" fmla="*/ 382635 h 1160647"/>
                <a:gd name="connsiteX338-1543" fmla="*/ 2227709 w 3079941"/>
                <a:gd name="connsiteY338-1544" fmla="*/ 404253 h 1160647"/>
                <a:gd name="connsiteX339-1545" fmla="*/ 2235816 w 3079941"/>
                <a:gd name="connsiteY339-1546" fmla="*/ 657181 h 1160647"/>
                <a:gd name="connsiteX340-1547" fmla="*/ 2300670 w 3079941"/>
                <a:gd name="connsiteY340-1548" fmla="*/ 657181 h 1160647"/>
                <a:gd name="connsiteX341-1549" fmla="*/ 2300670 w 3079941"/>
                <a:gd name="connsiteY341-1550" fmla="*/ 732843 h 1160647"/>
                <a:gd name="connsiteX342-1551" fmla="*/ 2308777 w 3079941"/>
                <a:gd name="connsiteY342-1552" fmla="*/ 732843 h 1160647"/>
                <a:gd name="connsiteX343-1553" fmla="*/ 2310804 w 3079941"/>
                <a:gd name="connsiteY343-1554" fmla="*/ 726358 h 1160647"/>
                <a:gd name="connsiteX344-1555" fmla="*/ 2316884 w 3079941"/>
                <a:gd name="connsiteY344-1556" fmla="*/ 726358 h 1160647"/>
                <a:gd name="connsiteX345-1557" fmla="*/ 2318911 w 3079941"/>
                <a:gd name="connsiteY345-1558" fmla="*/ 735005 h 1160647"/>
                <a:gd name="connsiteX346-1559" fmla="*/ 2331071 w 3079941"/>
                <a:gd name="connsiteY346-1560" fmla="*/ 735005 h 1160647"/>
                <a:gd name="connsiteX347-1561" fmla="*/ 2331071 w 3079941"/>
                <a:gd name="connsiteY347-1562" fmla="*/ 728519 h 1160647"/>
                <a:gd name="connsiteX348-1563" fmla="*/ 2353364 w 3079941"/>
                <a:gd name="connsiteY348-1564" fmla="*/ 728519 h 1160647"/>
                <a:gd name="connsiteX349-1565" fmla="*/ 2353364 w 3079941"/>
                <a:gd name="connsiteY349-1566" fmla="*/ 735005 h 1160647"/>
                <a:gd name="connsiteX350-1567" fmla="*/ 2373631 w 3079941"/>
                <a:gd name="connsiteY350-1568" fmla="*/ 735005 h 1160647"/>
                <a:gd name="connsiteX351-1569" fmla="*/ 2373631 w 3079941"/>
                <a:gd name="connsiteY351-1570" fmla="*/ 780402 h 1160647"/>
                <a:gd name="connsiteX352-1571" fmla="*/ 2387818 w 3079941"/>
                <a:gd name="connsiteY352-1572" fmla="*/ 780402 h 1160647"/>
                <a:gd name="connsiteX353-1573" fmla="*/ 2387818 w 3079941"/>
                <a:gd name="connsiteY353-1574" fmla="*/ 767431 h 1160647"/>
                <a:gd name="connsiteX354-1575" fmla="*/ 2404032 w 3079941"/>
                <a:gd name="connsiteY354-1576" fmla="*/ 767431 h 1160647"/>
                <a:gd name="connsiteX355-1577" fmla="*/ 2404032 w 3079941"/>
                <a:gd name="connsiteY355-1578" fmla="*/ 588004 h 1160647"/>
                <a:gd name="connsiteX356-1579" fmla="*/ 2410112 w 3079941"/>
                <a:gd name="connsiteY356-1580" fmla="*/ 581518 h 1160647"/>
                <a:gd name="connsiteX357-1581" fmla="*/ 2483073 w 3079941"/>
                <a:gd name="connsiteY357-1582" fmla="*/ 581518 h 1160647"/>
                <a:gd name="connsiteX358-1583" fmla="*/ 2483073 w 3079941"/>
                <a:gd name="connsiteY358-1584" fmla="*/ 590166 h 1160647"/>
                <a:gd name="connsiteX359-1585" fmla="*/ 2493206 w 3079941"/>
                <a:gd name="connsiteY359-1586" fmla="*/ 590166 h 1160647"/>
                <a:gd name="connsiteX360-1587" fmla="*/ 2493206 w 3079941"/>
                <a:gd name="connsiteY360-1588" fmla="*/ 704740 h 1160647"/>
                <a:gd name="connsiteX361-1589" fmla="*/ 2515500 w 3079941"/>
                <a:gd name="connsiteY361-1590" fmla="*/ 704740 h 1160647"/>
                <a:gd name="connsiteX362-1591" fmla="*/ 2515500 w 3079941"/>
                <a:gd name="connsiteY362-1592" fmla="*/ 637725 h 1160647"/>
                <a:gd name="connsiteX363-1593" fmla="*/ 2541847 w 3079941"/>
                <a:gd name="connsiteY363-1594" fmla="*/ 637725 h 1160647"/>
                <a:gd name="connsiteX364-1595" fmla="*/ 2545900 w 3079941"/>
                <a:gd name="connsiteY364-1596" fmla="*/ 633401 h 1160647"/>
                <a:gd name="connsiteX365-1597" fmla="*/ 2554007 w 3079941"/>
                <a:gd name="connsiteY365-1598" fmla="*/ 633401 h 1160647"/>
                <a:gd name="connsiteX366-1599" fmla="*/ 2558060 w 3079941"/>
                <a:gd name="connsiteY366-1600" fmla="*/ 637725 h 1160647"/>
                <a:gd name="connsiteX367-1601" fmla="*/ 2580354 w 3079941"/>
                <a:gd name="connsiteY367-1602" fmla="*/ 637725 h 1160647"/>
                <a:gd name="connsiteX368-1603" fmla="*/ 2580354 w 3079941"/>
                <a:gd name="connsiteY368-1604" fmla="*/ 520989 h 1160647"/>
                <a:gd name="connsiteX369-1605" fmla="*/ 2637101 w 3079941"/>
                <a:gd name="connsiteY369-1606" fmla="*/ 510180 h 1160647"/>
                <a:gd name="connsiteX370-1607" fmla="*/ 2637101 w 3079941"/>
                <a:gd name="connsiteY370-1608" fmla="*/ 511261 h 1160647"/>
                <a:gd name="connsiteX371-1609" fmla="*/ 2637101 w 3079941"/>
                <a:gd name="connsiteY371-1610" fmla="*/ 518827 h 1160647"/>
                <a:gd name="connsiteX372-1611" fmla="*/ 2663448 w 3079941"/>
                <a:gd name="connsiteY372-1612" fmla="*/ 518827 h 1160647"/>
                <a:gd name="connsiteX373-1613" fmla="*/ 2663448 w 3079941"/>
                <a:gd name="connsiteY373-1614" fmla="*/ 773917 h 1160647"/>
                <a:gd name="connsiteX374-1615" fmla="*/ 2685742 w 3079941"/>
                <a:gd name="connsiteY374-1616" fmla="*/ 773917 h 1160647"/>
                <a:gd name="connsiteX375-1617" fmla="*/ 2685742 w 3079941"/>
                <a:gd name="connsiteY375-1618" fmla="*/ 769593 h 1160647"/>
                <a:gd name="connsiteX376-1619" fmla="*/ 2697902 w 3079941"/>
                <a:gd name="connsiteY376-1620" fmla="*/ 769593 h 1160647"/>
                <a:gd name="connsiteX377-1621" fmla="*/ 2697902 w 3079941"/>
                <a:gd name="connsiteY377-1622" fmla="*/ 773917 h 1160647"/>
                <a:gd name="connsiteX378-1623" fmla="*/ 2722222 w 3079941"/>
                <a:gd name="connsiteY378-1624" fmla="*/ 773917 h 1160647"/>
                <a:gd name="connsiteX379-1625" fmla="*/ 2722222 w 3079941"/>
                <a:gd name="connsiteY379-1626" fmla="*/ 760946 h 1160647"/>
                <a:gd name="connsiteX380-1627" fmla="*/ 2750596 w 3079941"/>
                <a:gd name="connsiteY380-1628" fmla="*/ 760946 h 1160647"/>
                <a:gd name="connsiteX381-1629" fmla="*/ 2762756 w 3079941"/>
                <a:gd name="connsiteY381-1630" fmla="*/ 756622 h 1160647"/>
                <a:gd name="connsiteX382-1631" fmla="*/ 2783023 w 3079941"/>
                <a:gd name="connsiteY382-1632" fmla="*/ 760946 h 1160647"/>
                <a:gd name="connsiteX383-1633" fmla="*/ 2783023 w 3079941"/>
                <a:gd name="connsiteY383-1634" fmla="*/ 743652 h 1160647"/>
                <a:gd name="connsiteX384-1635" fmla="*/ 2791130 w 3079941"/>
                <a:gd name="connsiteY384-1636" fmla="*/ 743652 h 1160647"/>
                <a:gd name="connsiteX385-1637" fmla="*/ 2791130 w 3079941"/>
                <a:gd name="connsiteY385-1638" fmla="*/ 730681 h 1160647"/>
                <a:gd name="connsiteX386-1639" fmla="*/ 2847877 w 3079941"/>
                <a:gd name="connsiteY386-1640" fmla="*/ 730681 h 1160647"/>
                <a:gd name="connsiteX387-1641" fmla="*/ 2847877 w 3079941"/>
                <a:gd name="connsiteY387-1642" fmla="*/ 700416 h 1160647"/>
                <a:gd name="connsiteX388-1643" fmla="*/ 2866117 w 3079941"/>
                <a:gd name="connsiteY388-1644" fmla="*/ 700416 h 1160647"/>
                <a:gd name="connsiteX389-1645" fmla="*/ 2866117 w 3079941"/>
                <a:gd name="connsiteY389-1646" fmla="*/ 693931 h 1160647"/>
                <a:gd name="connsiteX390-1647" fmla="*/ 2878277 w 3079941"/>
                <a:gd name="connsiteY390-1648" fmla="*/ 693931 h 1160647"/>
                <a:gd name="connsiteX391-1649" fmla="*/ 2878277 w 3079941"/>
                <a:gd name="connsiteY391-1650" fmla="*/ 700416 h 1160647"/>
                <a:gd name="connsiteX392-1651" fmla="*/ 2894491 w 3079941"/>
                <a:gd name="connsiteY392-1652" fmla="*/ 700416 h 1160647"/>
                <a:gd name="connsiteX393-1653" fmla="*/ 2894491 w 3079941"/>
                <a:gd name="connsiteY393-1654" fmla="*/ 750137 h 1160647"/>
                <a:gd name="connsiteX394-1655" fmla="*/ 2926918 w 3079941"/>
                <a:gd name="connsiteY394-1656" fmla="*/ 750137 h 1160647"/>
                <a:gd name="connsiteX395-1657" fmla="*/ 2926918 w 3079941"/>
                <a:gd name="connsiteY395-1658" fmla="*/ 724196 h 1160647"/>
                <a:gd name="connsiteX396-1659" fmla="*/ 2965425 w 3079941"/>
                <a:gd name="connsiteY396-1660" fmla="*/ 724196 h 1160647"/>
                <a:gd name="connsiteX397-1661" fmla="*/ 2965425 w 3079941"/>
                <a:gd name="connsiteY397-1662" fmla="*/ 693931 h 1160647"/>
                <a:gd name="connsiteX398-1663" fmla="*/ 3014066 w 3079941"/>
                <a:gd name="connsiteY398-1664" fmla="*/ 693931 h 1160647"/>
                <a:gd name="connsiteX399-1665" fmla="*/ 3014066 w 3079941"/>
                <a:gd name="connsiteY399-1666" fmla="*/ 805087 h 1160647"/>
                <a:gd name="connsiteX400-1667" fmla="*/ 3014066 w 3079941"/>
                <a:gd name="connsiteY400-1668" fmla="*/ 818866 h 1160647"/>
                <a:gd name="connsiteX401-1669" fmla="*/ 3079941 w 3079941"/>
                <a:gd name="connsiteY401-1670" fmla="*/ 818866 h 1160647"/>
                <a:gd name="connsiteX402-1671" fmla="*/ 3079941 w 3079941"/>
                <a:gd name="connsiteY402-1672" fmla="*/ 1030409 h 1160647"/>
                <a:gd name="connsiteX403-1673" fmla="*/ 3079941 w 3079941"/>
                <a:gd name="connsiteY403-1674" fmla="*/ 1160647 h 1160647"/>
                <a:gd name="connsiteX404-1675" fmla="*/ 200958 w 3079941"/>
                <a:gd name="connsiteY404-1676" fmla="*/ 1160647 h 1160647"/>
                <a:gd name="connsiteX405-1677" fmla="*/ 200958 w 3079941"/>
                <a:gd name="connsiteY405-1678" fmla="*/ 1126882 h 1160647"/>
                <a:gd name="connsiteX406-1679" fmla="*/ 0 w 3079941"/>
                <a:gd name="connsiteY406-1680" fmla="*/ 1126882 h 1160647"/>
                <a:gd name="connsiteX407-1681" fmla="*/ 0 w 3079941"/>
                <a:gd name="connsiteY407-1682" fmla="*/ 915339 h 1160647"/>
                <a:gd name="connsiteX408-1683" fmla="*/ 103377 w 3079941"/>
                <a:gd name="connsiteY408-1684" fmla="*/ 915339 h 1160647"/>
                <a:gd name="connsiteX409-1685" fmla="*/ 103377 w 3079941"/>
                <a:gd name="connsiteY409-1686" fmla="*/ 886329 h 1160647"/>
                <a:gd name="connsiteX410-1687" fmla="*/ 55096 w 3079941"/>
                <a:gd name="connsiteY410-1688" fmla="*/ 886329 h 1160647"/>
                <a:gd name="connsiteX411-1689" fmla="*/ 55096 w 3079941"/>
                <a:gd name="connsiteY411-1690" fmla="*/ 724196 h 1160647"/>
                <a:gd name="connsiteX412-1691" fmla="*/ 75363 w 3079941"/>
                <a:gd name="connsiteY412-1692" fmla="*/ 724196 h 1160647"/>
                <a:gd name="connsiteX413-1693" fmla="*/ 75870 w 3079941"/>
                <a:gd name="connsiteY413-1694" fmla="*/ 723115 h 1160647"/>
                <a:gd name="connsiteX414-1695" fmla="*/ 79416 w 3079941"/>
                <a:gd name="connsiteY414-1696" fmla="*/ 715549 h 1160647"/>
                <a:gd name="connsiteX415-1697" fmla="*/ 81190 w 3079941"/>
                <a:gd name="connsiteY415-1698" fmla="*/ 715819 h 1160647"/>
                <a:gd name="connsiteX416-1699" fmla="*/ 93603 w 3079941"/>
                <a:gd name="connsiteY416-1700" fmla="*/ 717710 h 1160647"/>
                <a:gd name="connsiteX417-1701" fmla="*/ 94110 w 3079941"/>
                <a:gd name="connsiteY417-1702" fmla="*/ 719062 h 1160647"/>
                <a:gd name="connsiteX418-1703" fmla="*/ 97656 w 3079941"/>
                <a:gd name="connsiteY418-1704" fmla="*/ 728519 h 1160647"/>
                <a:gd name="connsiteX419-1705" fmla="*/ 124003 w 3079941"/>
                <a:gd name="connsiteY419-1706" fmla="*/ 730681 h 1160647"/>
                <a:gd name="connsiteX420-1707" fmla="*/ 124003 w 3079941"/>
                <a:gd name="connsiteY420-1708" fmla="*/ 607460 h 1160647"/>
                <a:gd name="connsiteX421-1709" fmla="*/ 126030 w 3079941"/>
                <a:gd name="connsiteY421-1710" fmla="*/ 607460 h 1160647"/>
                <a:gd name="connsiteX422-1711" fmla="*/ 140217 w 3079941"/>
                <a:gd name="connsiteY422-1712" fmla="*/ 607460 h 1160647"/>
                <a:gd name="connsiteX423-1713" fmla="*/ 140217 w 3079941"/>
                <a:gd name="connsiteY423-1714" fmla="*/ 471268 h 1160647"/>
                <a:gd name="connsiteX424-1715" fmla="*/ 141990 w 3079941"/>
                <a:gd name="connsiteY424-1716" fmla="*/ 471268 h 1160647"/>
                <a:gd name="connsiteX425-1717" fmla="*/ 154404 w 3079941"/>
                <a:gd name="connsiteY425-1718" fmla="*/ 471268 h 1160647"/>
                <a:gd name="connsiteX426-1719" fmla="*/ 154404 w 3079941"/>
                <a:gd name="connsiteY426-1720" fmla="*/ 356694 h 1160647"/>
                <a:gd name="connsiteX427-1721" fmla="*/ 158457 w 3079941"/>
                <a:gd name="connsiteY427-1722" fmla="*/ 328590 h 1160647"/>
                <a:gd name="connsiteX428-1723" fmla="*/ 160484 w 3079941"/>
                <a:gd name="connsiteY428-1724" fmla="*/ 328590 h 1160647"/>
                <a:gd name="connsiteX429-1725" fmla="*/ 174671 w 3079941"/>
                <a:gd name="connsiteY429-1726" fmla="*/ 328590 h 1160647"/>
                <a:gd name="connsiteX430-1727" fmla="*/ 211151 w 3079941"/>
                <a:gd name="connsiteY430-1728" fmla="*/ 246443 h 1160647"/>
                <a:gd name="connsiteX431-1729" fmla="*/ 215205 w 3079941"/>
                <a:gd name="connsiteY431-1730" fmla="*/ 0 h 1160647"/>
                <a:gd name="connsiteX0-1731" fmla="*/ 215205 w 3079941"/>
                <a:gd name="connsiteY0-1732" fmla="*/ 0 h 1160647"/>
                <a:gd name="connsiteX1-1733" fmla="*/ 217231 w 3079941"/>
                <a:gd name="connsiteY1-1734" fmla="*/ 246443 h 1160647"/>
                <a:gd name="connsiteX2-1735" fmla="*/ 255738 w 3079941"/>
                <a:gd name="connsiteY2-1736" fmla="*/ 326429 h 1160647"/>
                <a:gd name="connsiteX3-1737" fmla="*/ 257765 w 3079941"/>
                <a:gd name="connsiteY3-1738" fmla="*/ 326429 h 1160647"/>
                <a:gd name="connsiteX4-1739" fmla="*/ 271952 w 3079941"/>
                <a:gd name="connsiteY4-1740" fmla="*/ 326429 h 1160647"/>
                <a:gd name="connsiteX5-1741" fmla="*/ 271952 w 3079941"/>
                <a:gd name="connsiteY5-1742" fmla="*/ 350208 h 1160647"/>
                <a:gd name="connsiteX6-1743" fmla="*/ 272459 w 3079941"/>
                <a:gd name="connsiteY6-1744" fmla="*/ 351019 h 1160647"/>
                <a:gd name="connsiteX7-1745" fmla="*/ 276005 w 3079941"/>
                <a:gd name="connsiteY7-1746" fmla="*/ 356694 h 1160647"/>
                <a:gd name="connsiteX8-1747" fmla="*/ 276005 w 3079941"/>
                <a:gd name="connsiteY8-1748" fmla="*/ 471268 h 1160647"/>
                <a:gd name="connsiteX9-1749" fmla="*/ 278285 w 3079941"/>
                <a:gd name="connsiteY9-1750" fmla="*/ 471268 h 1160647"/>
                <a:gd name="connsiteX10-1751" fmla="*/ 294246 w 3079941"/>
                <a:gd name="connsiteY10-1752" fmla="*/ 471268 h 1160647"/>
                <a:gd name="connsiteX11-1753" fmla="*/ 294246 w 3079941"/>
                <a:gd name="connsiteY11-1754" fmla="*/ 611783 h 1160647"/>
                <a:gd name="connsiteX12-1755" fmla="*/ 295766 w 3079941"/>
                <a:gd name="connsiteY12-1756" fmla="*/ 611513 h 1160647"/>
                <a:gd name="connsiteX13-1757" fmla="*/ 306406 w 3079941"/>
                <a:gd name="connsiteY13-1758" fmla="*/ 609622 h 1160647"/>
                <a:gd name="connsiteX14-1759" fmla="*/ 304379 w 3079941"/>
                <a:gd name="connsiteY14-1760" fmla="*/ 698254 h 1160647"/>
                <a:gd name="connsiteX15-1761" fmla="*/ 305899 w 3079941"/>
                <a:gd name="connsiteY15-1762" fmla="*/ 698525 h 1160647"/>
                <a:gd name="connsiteX16-1763" fmla="*/ 316539 w 3079941"/>
                <a:gd name="connsiteY16-1764" fmla="*/ 700416 h 1160647"/>
                <a:gd name="connsiteX17-1765" fmla="*/ 316792 w 3079941"/>
                <a:gd name="connsiteY17-1766" fmla="*/ 701227 h 1160647"/>
                <a:gd name="connsiteX18-1767" fmla="*/ 318566 w 3079941"/>
                <a:gd name="connsiteY18-1768" fmla="*/ 706902 h 1160647"/>
                <a:gd name="connsiteX19-1769" fmla="*/ 319326 w 3079941"/>
                <a:gd name="connsiteY19-1770" fmla="*/ 704470 h 1160647"/>
                <a:gd name="connsiteX20-1771" fmla="*/ 324646 w 3079941"/>
                <a:gd name="connsiteY20-1772" fmla="*/ 687446 h 1160647"/>
                <a:gd name="connsiteX21-1773" fmla="*/ 326419 w 3079941"/>
                <a:gd name="connsiteY21-1774" fmla="*/ 687446 h 1160647"/>
                <a:gd name="connsiteX22-1775" fmla="*/ 338833 w 3079941"/>
                <a:gd name="connsiteY22-1776" fmla="*/ 687446 h 1160647"/>
                <a:gd name="connsiteX23-1777" fmla="*/ 338833 w 3079941"/>
                <a:gd name="connsiteY23-1778" fmla="*/ 719872 h 1160647"/>
                <a:gd name="connsiteX24-1779" fmla="*/ 339846 w 3079941"/>
                <a:gd name="connsiteY24-1780" fmla="*/ 720413 h 1160647"/>
                <a:gd name="connsiteX25-1781" fmla="*/ 346940 w 3079941"/>
                <a:gd name="connsiteY25-1782" fmla="*/ 724196 h 1160647"/>
                <a:gd name="connsiteX26-1783" fmla="*/ 346940 w 3079941"/>
                <a:gd name="connsiteY26-1784" fmla="*/ 725547 h 1160647"/>
                <a:gd name="connsiteX27-1785" fmla="*/ 346940 w 3079941"/>
                <a:gd name="connsiteY27-1786" fmla="*/ 735005 h 1160647"/>
                <a:gd name="connsiteX28-1787" fmla="*/ 391527 w 3079941"/>
                <a:gd name="connsiteY28-1788" fmla="*/ 735005 h 1160647"/>
                <a:gd name="connsiteX29-1789" fmla="*/ 391527 w 3079941"/>
                <a:gd name="connsiteY29-1790" fmla="*/ 736086 h 1160647"/>
                <a:gd name="connsiteX30-1791" fmla="*/ 391527 w 3079941"/>
                <a:gd name="connsiteY30-1792" fmla="*/ 743652 h 1160647"/>
                <a:gd name="connsiteX31-1793" fmla="*/ 393553 w 3079941"/>
                <a:gd name="connsiteY31-1794" fmla="*/ 743652 h 1160647"/>
                <a:gd name="connsiteX32-1795" fmla="*/ 407740 w 3079941"/>
                <a:gd name="connsiteY32-1796" fmla="*/ 743652 h 1160647"/>
                <a:gd name="connsiteX33-1797" fmla="*/ 407740 w 3079941"/>
                <a:gd name="connsiteY33-1798" fmla="*/ 713387 h 1160647"/>
                <a:gd name="connsiteX34-1799" fmla="*/ 452327 w 3079941"/>
                <a:gd name="connsiteY34-1800" fmla="*/ 713387 h 1160647"/>
                <a:gd name="connsiteX35-1801" fmla="*/ 452327 w 3079941"/>
                <a:gd name="connsiteY35-1802" fmla="*/ 712036 h 1160647"/>
                <a:gd name="connsiteX36-1803" fmla="*/ 452327 w 3079941"/>
                <a:gd name="connsiteY36-1804" fmla="*/ 702578 h 1160647"/>
                <a:gd name="connsiteX37-1805" fmla="*/ 453341 w 3079941"/>
                <a:gd name="connsiteY37-1806" fmla="*/ 702578 h 1160647"/>
                <a:gd name="connsiteX38-1807" fmla="*/ 460434 w 3079941"/>
                <a:gd name="connsiteY38-1808" fmla="*/ 702578 h 1160647"/>
                <a:gd name="connsiteX39-1809" fmla="*/ 460434 w 3079941"/>
                <a:gd name="connsiteY39-1810" fmla="*/ 700687 h 1160647"/>
                <a:gd name="connsiteX40-1811" fmla="*/ 460434 w 3079941"/>
                <a:gd name="connsiteY40-1812" fmla="*/ 687446 h 1160647"/>
                <a:gd name="connsiteX41-1813" fmla="*/ 461194 w 3079941"/>
                <a:gd name="connsiteY41-1814" fmla="*/ 687446 h 1160647"/>
                <a:gd name="connsiteX42-1815" fmla="*/ 466514 w 3079941"/>
                <a:gd name="connsiteY42-1816" fmla="*/ 687446 h 1160647"/>
                <a:gd name="connsiteX43-1817" fmla="*/ 466514 w 3079941"/>
                <a:gd name="connsiteY43-1818" fmla="*/ 686365 h 1160647"/>
                <a:gd name="connsiteX44-1819" fmla="*/ 466514 w 3079941"/>
                <a:gd name="connsiteY44-1820" fmla="*/ 678798 h 1160647"/>
                <a:gd name="connsiteX45-1821" fmla="*/ 468541 w 3079941"/>
                <a:gd name="connsiteY45-1822" fmla="*/ 678798 h 1160647"/>
                <a:gd name="connsiteX46-1823" fmla="*/ 482728 w 3079941"/>
                <a:gd name="connsiteY46-1824" fmla="*/ 678798 h 1160647"/>
                <a:gd name="connsiteX47-1825" fmla="*/ 482728 w 3079941"/>
                <a:gd name="connsiteY47-1826" fmla="*/ 679879 h 1160647"/>
                <a:gd name="connsiteX48-1827" fmla="*/ 482728 w 3079941"/>
                <a:gd name="connsiteY48-1828" fmla="*/ 687446 h 1160647"/>
                <a:gd name="connsiteX49-1829" fmla="*/ 505021 w 3079941"/>
                <a:gd name="connsiteY49-1830" fmla="*/ 687446 h 1160647"/>
                <a:gd name="connsiteX50-1831" fmla="*/ 505021 w 3079941"/>
                <a:gd name="connsiteY50-1832" fmla="*/ 685554 h 1160647"/>
                <a:gd name="connsiteX51-1833" fmla="*/ 505021 w 3079941"/>
                <a:gd name="connsiteY51-1834" fmla="*/ 672313 h 1160647"/>
                <a:gd name="connsiteX52-1835" fmla="*/ 506795 w 3079941"/>
                <a:gd name="connsiteY52-1836" fmla="*/ 672313 h 1160647"/>
                <a:gd name="connsiteX53-1837" fmla="*/ 519208 w 3079941"/>
                <a:gd name="connsiteY53-1838" fmla="*/ 672313 h 1160647"/>
                <a:gd name="connsiteX54-1839" fmla="*/ 519208 w 3079941"/>
                <a:gd name="connsiteY54-1840" fmla="*/ 696093 h 1160647"/>
                <a:gd name="connsiteX55-1841" fmla="*/ 520222 w 3079941"/>
                <a:gd name="connsiteY55-1842" fmla="*/ 696093 h 1160647"/>
                <a:gd name="connsiteX56-1843" fmla="*/ 527315 w 3079941"/>
                <a:gd name="connsiteY56-1844" fmla="*/ 696093 h 1160647"/>
                <a:gd name="connsiteX57-1845" fmla="*/ 527315 w 3079941"/>
                <a:gd name="connsiteY57-1846" fmla="*/ 695012 h 1160647"/>
                <a:gd name="connsiteX58-1847" fmla="*/ 527315 w 3079941"/>
                <a:gd name="connsiteY58-1848" fmla="*/ 687446 h 1160647"/>
                <a:gd name="connsiteX59-1849" fmla="*/ 529088 w 3079941"/>
                <a:gd name="connsiteY59-1850" fmla="*/ 687446 h 1160647"/>
                <a:gd name="connsiteX60-1851" fmla="*/ 541502 w 3079941"/>
                <a:gd name="connsiteY60-1852" fmla="*/ 687446 h 1160647"/>
                <a:gd name="connsiteX61-1853" fmla="*/ 541502 w 3079941"/>
                <a:gd name="connsiteY61-1854" fmla="*/ 713387 h 1160647"/>
                <a:gd name="connsiteX62-1855" fmla="*/ 543529 w 3079941"/>
                <a:gd name="connsiteY62-1856" fmla="*/ 713387 h 1160647"/>
                <a:gd name="connsiteX63-1857" fmla="*/ 557715 w 3079941"/>
                <a:gd name="connsiteY63-1858" fmla="*/ 713387 h 1160647"/>
                <a:gd name="connsiteX64-1859" fmla="*/ 557715 w 3079941"/>
                <a:gd name="connsiteY64-1860" fmla="*/ 715008 h 1160647"/>
                <a:gd name="connsiteX65-1861" fmla="*/ 557715 w 3079941"/>
                <a:gd name="connsiteY65-1862" fmla="*/ 726358 h 1160647"/>
                <a:gd name="connsiteX66-1863" fmla="*/ 558475 w 3079941"/>
                <a:gd name="connsiteY66-1864" fmla="*/ 726358 h 1160647"/>
                <a:gd name="connsiteX67-1865" fmla="*/ 563796 w 3079941"/>
                <a:gd name="connsiteY67-1866" fmla="*/ 726358 h 1160647"/>
                <a:gd name="connsiteX68-1867" fmla="*/ 563796 w 3079941"/>
                <a:gd name="connsiteY68-1868" fmla="*/ 725547 h 1160647"/>
                <a:gd name="connsiteX69-1869" fmla="*/ 563796 w 3079941"/>
                <a:gd name="connsiteY69-1870" fmla="*/ 719872 h 1160647"/>
                <a:gd name="connsiteX70-1871" fmla="*/ 594196 w 3079941"/>
                <a:gd name="connsiteY70-1872" fmla="*/ 719872 h 1160647"/>
                <a:gd name="connsiteX71-1873" fmla="*/ 594196 w 3079941"/>
                <a:gd name="connsiteY71-1874" fmla="*/ 743652 h 1160647"/>
                <a:gd name="connsiteX72-1875" fmla="*/ 595209 w 3079941"/>
                <a:gd name="connsiteY72-1876" fmla="*/ 743652 h 1160647"/>
                <a:gd name="connsiteX73-1877" fmla="*/ 602303 w 3079941"/>
                <a:gd name="connsiteY73-1878" fmla="*/ 743652 h 1160647"/>
                <a:gd name="connsiteX74-1879" fmla="*/ 602303 w 3079941"/>
                <a:gd name="connsiteY74-1880" fmla="*/ 744733 h 1160647"/>
                <a:gd name="connsiteX75-1881" fmla="*/ 602303 w 3079941"/>
                <a:gd name="connsiteY75-1882" fmla="*/ 752299 h 1160647"/>
                <a:gd name="connsiteX76-1883" fmla="*/ 603063 w 3079941"/>
                <a:gd name="connsiteY76-1884" fmla="*/ 752299 h 1160647"/>
                <a:gd name="connsiteX77-1885" fmla="*/ 608383 w 3079941"/>
                <a:gd name="connsiteY77-1886" fmla="*/ 752299 h 1160647"/>
                <a:gd name="connsiteX78-1887" fmla="*/ 608383 w 3079941"/>
                <a:gd name="connsiteY78-1888" fmla="*/ 750137 h 1160647"/>
                <a:gd name="connsiteX79-1889" fmla="*/ 608383 w 3079941"/>
                <a:gd name="connsiteY79-1890" fmla="*/ 735005 h 1160647"/>
                <a:gd name="connsiteX80-1891" fmla="*/ 609396 w 3079941"/>
                <a:gd name="connsiteY80-1892" fmla="*/ 735005 h 1160647"/>
                <a:gd name="connsiteX81-1893" fmla="*/ 616490 w 3079941"/>
                <a:gd name="connsiteY81-1894" fmla="*/ 735005 h 1160647"/>
                <a:gd name="connsiteX82-1895" fmla="*/ 616490 w 3079941"/>
                <a:gd name="connsiteY82-1896" fmla="*/ 736086 h 1160647"/>
                <a:gd name="connsiteX83-1897" fmla="*/ 616490 w 3079941"/>
                <a:gd name="connsiteY83-1898" fmla="*/ 743652 h 1160647"/>
                <a:gd name="connsiteX84-1899" fmla="*/ 621810 w 3079941"/>
                <a:gd name="connsiteY84-1900" fmla="*/ 741659 h 1160647"/>
                <a:gd name="connsiteX85-1901" fmla="*/ 622570 w 3079941"/>
                <a:gd name="connsiteY85-1902" fmla="*/ 740679 h 1160647"/>
                <a:gd name="connsiteX86-1903" fmla="*/ 622570 w 3079941"/>
                <a:gd name="connsiteY86-1904" fmla="*/ 735005 h 1160647"/>
                <a:gd name="connsiteX87-1905" fmla="*/ 661077 w 3079941"/>
                <a:gd name="connsiteY87-1906" fmla="*/ 735005 h 1160647"/>
                <a:gd name="connsiteX88-1907" fmla="*/ 661077 w 3079941"/>
                <a:gd name="connsiteY88-1908" fmla="*/ 758784 h 1160647"/>
                <a:gd name="connsiteX89-1909" fmla="*/ 663103 w 3079941"/>
                <a:gd name="connsiteY89-1910" fmla="*/ 758784 h 1160647"/>
                <a:gd name="connsiteX90-1911" fmla="*/ 677290 w 3079941"/>
                <a:gd name="connsiteY90-1912" fmla="*/ 758784 h 1160647"/>
                <a:gd name="connsiteX91-1913" fmla="*/ 677290 w 3079941"/>
                <a:gd name="connsiteY91-1914" fmla="*/ 759865 h 1160647"/>
                <a:gd name="connsiteX92-1915" fmla="*/ 677290 w 3079941"/>
                <a:gd name="connsiteY92-1916" fmla="*/ 767431 h 1160647"/>
                <a:gd name="connsiteX93-1917" fmla="*/ 679064 w 3079941"/>
                <a:gd name="connsiteY93-1918" fmla="*/ 767431 h 1160647"/>
                <a:gd name="connsiteX94-1919" fmla="*/ 691477 w 3079941"/>
                <a:gd name="connsiteY94-1920" fmla="*/ 767431 h 1160647"/>
                <a:gd name="connsiteX95-1921" fmla="*/ 691477 w 3079941"/>
                <a:gd name="connsiteY95-1922" fmla="*/ 743652 h 1160647"/>
                <a:gd name="connsiteX96-1923" fmla="*/ 692490 w 3079941"/>
                <a:gd name="connsiteY96-1924" fmla="*/ 743652 h 1160647"/>
                <a:gd name="connsiteX97-1925" fmla="*/ 699584 w 3079941"/>
                <a:gd name="connsiteY97-1926" fmla="*/ 743652 h 1160647"/>
                <a:gd name="connsiteX98-1927" fmla="*/ 699584 w 3079941"/>
                <a:gd name="connsiteY98-1928" fmla="*/ 711225 h 1160647"/>
                <a:gd name="connsiteX99-1929" fmla="*/ 700597 w 3079941"/>
                <a:gd name="connsiteY99-1930" fmla="*/ 711225 h 1160647"/>
                <a:gd name="connsiteX100-1931" fmla="*/ 707691 w 3079941"/>
                <a:gd name="connsiteY100-1932" fmla="*/ 711225 h 1160647"/>
                <a:gd name="connsiteX101-1933" fmla="*/ 707691 w 3079941"/>
                <a:gd name="connsiteY101-1934" fmla="*/ 709334 h 1160647"/>
                <a:gd name="connsiteX102-1935" fmla="*/ 707691 w 3079941"/>
                <a:gd name="connsiteY102-1936" fmla="*/ 696093 h 1160647"/>
                <a:gd name="connsiteX103-1937" fmla="*/ 706424 w 3079941"/>
                <a:gd name="connsiteY103-1938" fmla="*/ 694471 h 1160647"/>
                <a:gd name="connsiteX104-1939" fmla="*/ 711744 w 3079941"/>
                <a:gd name="connsiteY104-1940" fmla="*/ 683122 h 1160647"/>
                <a:gd name="connsiteX105-1941" fmla="*/ 719851 w 3079941"/>
                <a:gd name="connsiteY105-1942" fmla="*/ 711225 h 1160647"/>
                <a:gd name="connsiteX106-1943" fmla="*/ 720611 w 3079941"/>
                <a:gd name="connsiteY106-1944" fmla="*/ 711225 h 1160647"/>
                <a:gd name="connsiteX107-1945" fmla="*/ 725931 w 3079941"/>
                <a:gd name="connsiteY107-1946" fmla="*/ 711225 h 1160647"/>
                <a:gd name="connsiteX108-1947" fmla="*/ 725931 w 3079941"/>
                <a:gd name="connsiteY108-1948" fmla="*/ 605298 h 1160647"/>
                <a:gd name="connsiteX109-1949" fmla="*/ 727451 w 3079941"/>
                <a:gd name="connsiteY109-1950" fmla="*/ 605298 h 1160647"/>
                <a:gd name="connsiteX110-1951" fmla="*/ 738091 w 3079941"/>
                <a:gd name="connsiteY110-1952" fmla="*/ 605298 h 1160647"/>
                <a:gd name="connsiteX111-1953" fmla="*/ 738091 w 3079941"/>
                <a:gd name="connsiteY111-1954" fmla="*/ 557739 h 1160647"/>
                <a:gd name="connsiteX112-1955" fmla="*/ 764438 w 3079941"/>
                <a:gd name="connsiteY112-1956" fmla="*/ 557739 h 1160647"/>
                <a:gd name="connsiteX113-1957" fmla="*/ 764438 w 3079941"/>
                <a:gd name="connsiteY113-1958" fmla="*/ 536121 h 1160647"/>
                <a:gd name="connsiteX114-1959" fmla="*/ 798892 w 3079941"/>
                <a:gd name="connsiteY114-1960" fmla="*/ 536121 h 1160647"/>
                <a:gd name="connsiteX115-1961" fmla="*/ 798892 w 3079941"/>
                <a:gd name="connsiteY115-1962" fmla="*/ 538553 h 1160647"/>
                <a:gd name="connsiteX116-1963" fmla="*/ 798892 w 3079941"/>
                <a:gd name="connsiteY116-1964" fmla="*/ 555577 h 1160647"/>
                <a:gd name="connsiteX117-1965" fmla="*/ 801172 w 3079941"/>
                <a:gd name="connsiteY117-1966" fmla="*/ 555577 h 1160647"/>
                <a:gd name="connsiteX118-1967" fmla="*/ 817132 w 3079941"/>
                <a:gd name="connsiteY118-1968" fmla="*/ 555577 h 1160647"/>
                <a:gd name="connsiteX119-1969" fmla="*/ 817132 w 3079941"/>
                <a:gd name="connsiteY119-1970" fmla="*/ 603136 h 1160647"/>
                <a:gd name="connsiteX120-1971" fmla="*/ 818145 w 3079941"/>
                <a:gd name="connsiteY120-1972" fmla="*/ 603136 h 1160647"/>
                <a:gd name="connsiteX121-1973" fmla="*/ 825239 w 3079941"/>
                <a:gd name="connsiteY121-1974" fmla="*/ 603136 h 1160647"/>
                <a:gd name="connsiteX122-1975" fmla="*/ 839426 w 3079941"/>
                <a:gd name="connsiteY122-1976" fmla="*/ 607460 h 1160647"/>
                <a:gd name="connsiteX123-1977" fmla="*/ 839426 w 3079941"/>
                <a:gd name="connsiteY123-1978" fmla="*/ 646372 h 1160647"/>
                <a:gd name="connsiteX124-1979" fmla="*/ 840439 w 3079941"/>
                <a:gd name="connsiteY124-1980" fmla="*/ 646372 h 1160647"/>
                <a:gd name="connsiteX125-1981" fmla="*/ 847532 w 3079941"/>
                <a:gd name="connsiteY125-1982" fmla="*/ 646372 h 1160647"/>
                <a:gd name="connsiteX126-1983" fmla="*/ 847532 w 3079941"/>
                <a:gd name="connsiteY126-1984" fmla="*/ 647993 h 1160647"/>
                <a:gd name="connsiteX127-1985" fmla="*/ 847532 w 3079941"/>
                <a:gd name="connsiteY127-1986" fmla="*/ 659342 h 1160647"/>
                <a:gd name="connsiteX128-1987" fmla="*/ 849559 w 3079941"/>
                <a:gd name="connsiteY128-1988" fmla="*/ 659342 h 1160647"/>
                <a:gd name="connsiteX129-1989" fmla="*/ 863746 w 3079941"/>
                <a:gd name="connsiteY129-1990" fmla="*/ 659342 h 1160647"/>
                <a:gd name="connsiteX130-1991" fmla="*/ 869826 w 3079941"/>
                <a:gd name="connsiteY130-1992" fmla="*/ 665828 h 1160647"/>
                <a:gd name="connsiteX131-1993" fmla="*/ 869826 w 3079941"/>
                <a:gd name="connsiteY131-1994" fmla="*/ 687446 h 1160647"/>
                <a:gd name="connsiteX132-1995" fmla="*/ 872106 w 3079941"/>
                <a:gd name="connsiteY132-1996" fmla="*/ 687446 h 1160647"/>
                <a:gd name="connsiteX133-1997" fmla="*/ 888066 w 3079941"/>
                <a:gd name="connsiteY133-1998" fmla="*/ 687446 h 1160647"/>
                <a:gd name="connsiteX134-1999" fmla="*/ 888066 w 3079941"/>
                <a:gd name="connsiteY134-2000" fmla="*/ 688526 h 1160647"/>
                <a:gd name="connsiteX135-2001" fmla="*/ 888066 w 3079941"/>
                <a:gd name="connsiteY135-2002" fmla="*/ 696093 h 1160647"/>
                <a:gd name="connsiteX136-2003" fmla="*/ 889333 w 3079941"/>
                <a:gd name="connsiteY136-2004" fmla="*/ 696093 h 1160647"/>
                <a:gd name="connsiteX137-2005" fmla="*/ 898200 w 3079941"/>
                <a:gd name="connsiteY137-2006" fmla="*/ 696093 h 1160647"/>
                <a:gd name="connsiteX138-2007" fmla="*/ 898200 w 3079941"/>
                <a:gd name="connsiteY138-2008" fmla="*/ 698254 h 1160647"/>
                <a:gd name="connsiteX139-2009" fmla="*/ 898200 w 3079941"/>
                <a:gd name="connsiteY139-2010" fmla="*/ 713387 h 1160647"/>
                <a:gd name="connsiteX140-2011" fmla="*/ 902253 w 3079941"/>
                <a:gd name="connsiteY140-2012" fmla="*/ 711495 h 1160647"/>
                <a:gd name="connsiteX141-2013" fmla="*/ 902253 w 3079941"/>
                <a:gd name="connsiteY141-2014" fmla="*/ 698254 h 1160647"/>
                <a:gd name="connsiteX142-2015" fmla="*/ 903266 w 3079941"/>
                <a:gd name="connsiteY142-2016" fmla="*/ 698254 h 1160647"/>
                <a:gd name="connsiteX143-2017" fmla="*/ 910360 w 3079941"/>
                <a:gd name="connsiteY143-2018" fmla="*/ 698254 h 1160647"/>
                <a:gd name="connsiteX144-2019" fmla="*/ 910360 w 3079941"/>
                <a:gd name="connsiteY144-2020" fmla="*/ 699876 h 1160647"/>
                <a:gd name="connsiteX145-2021" fmla="*/ 910360 w 3079941"/>
                <a:gd name="connsiteY145-2022" fmla="*/ 711225 h 1160647"/>
                <a:gd name="connsiteX146-2023" fmla="*/ 911120 w 3079941"/>
                <a:gd name="connsiteY146-2024" fmla="*/ 711225 h 1160647"/>
                <a:gd name="connsiteX147-2025" fmla="*/ 916440 w 3079941"/>
                <a:gd name="connsiteY147-2026" fmla="*/ 711225 h 1160647"/>
                <a:gd name="connsiteX148-2027" fmla="*/ 965080 w 3079941"/>
                <a:gd name="connsiteY148-2028" fmla="*/ 706902 h 1160647"/>
                <a:gd name="connsiteX149-2029" fmla="*/ 965080 w 3079941"/>
                <a:gd name="connsiteY149-2030" fmla="*/ 708253 h 1160647"/>
                <a:gd name="connsiteX150-2031" fmla="*/ 965080 w 3079941"/>
                <a:gd name="connsiteY150-2032" fmla="*/ 717710 h 1160647"/>
                <a:gd name="connsiteX151-2033" fmla="*/ 965840 w 3079941"/>
                <a:gd name="connsiteY151-2034" fmla="*/ 717710 h 1160647"/>
                <a:gd name="connsiteX152-2035" fmla="*/ 971161 w 3079941"/>
                <a:gd name="connsiteY152-2036" fmla="*/ 717710 h 1160647"/>
                <a:gd name="connsiteX153-2037" fmla="*/ 971161 w 3079941"/>
                <a:gd name="connsiteY153-2038" fmla="*/ 719872 h 1160647"/>
                <a:gd name="connsiteX154-2039" fmla="*/ 971161 w 3079941"/>
                <a:gd name="connsiteY154-2040" fmla="*/ 735005 h 1160647"/>
                <a:gd name="connsiteX155-2041" fmla="*/ 973187 w 3079941"/>
                <a:gd name="connsiteY155-2042" fmla="*/ 733654 h 1160647"/>
                <a:gd name="connsiteX156-2043" fmla="*/ 987374 w 3079941"/>
                <a:gd name="connsiteY156-2044" fmla="*/ 724196 h 1160647"/>
                <a:gd name="connsiteX157-2045" fmla="*/ 993454 w 3079941"/>
                <a:gd name="connsiteY157-2046" fmla="*/ 683122 h 1160647"/>
                <a:gd name="connsiteX158-2047" fmla="*/ 994214 w 3079941"/>
                <a:gd name="connsiteY158-2048" fmla="*/ 682852 h 1160647"/>
                <a:gd name="connsiteX159-2049" fmla="*/ 999534 w 3079941"/>
                <a:gd name="connsiteY159-2050" fmla="*/ 680960 h 1160647"/>
                <a:gd name="connsiteX160-2051" fmla="*/ 1001561 w 3079941"/>
                <a:gd name="connsiteY160-2052" fmla="*/ 611783 h 1160647"/>
                <a:gd name="connsiteX161-2053" fmla="*/ 1003588 w 3079941"/>
                <a:gd name="connsiteY161-2054" fmla="*/ 680960 h 1160647"/>
                <a:gd name="connsiteX162-2055" fmla="*/ 1004348 w 3079941"/>
                <a:gd name="connsiteY162-2056" fmla="*/ 681230 h 1160647"/>
                <a:gd name="connsiteX163-2057" fmla="*/ 1009668 w 3079941"/>
                <a:gd name="connsiteY163-2058" fmla="*/ 683122 h 1160647"/>
                <a:gd name="connsiteX164-2059" fmla="*/ 1009668 w 3079941"/>
                <a:gd name="connsiteY164-2060" fmla="*/ 596651 h 1160647"/>
                <a:gd name="connsiteX165-2061" fmla="*/ 1013721 w 3079941"/>
                <a:gd name="connsiteY165-2062" fmla="*/ 564224 h 1160647"/>
                <a:gd name="connsiteX166-2063" fmla="*/ 1052228 w 3079941"/>
                <a:gd name="connsiteY166-2064" fmla="*/ 564224 h 1160647"/>
                <a:gd name="connsiteX167-2065" fmla="*/ 1052228 w 3079941"/>
                <a:gd name="connsiteY167-2066" fmla="*/ 596651 h 1160647"/>
                <a:gd name="connsiteX168-2067" fmla="*/ 1052988 w 3079941"/>
                <a:gd name="connsiteY168-2068" fmla="*/ 596651 h 1160647"/>
                <a:gd name="connsiteX169-2069" fmla="*/ 1058308 w 3079941"/>
                <a:gd name="connsiteY169-2070" fmla="*/ 596651 h 1160647"/>
                <a:gd name="connsiteX170-2071" fmla="*/ 1058308 w 3079941"/>
                <a:gd name="connsiteY170-2072" fmla="*/ 514503 h 1160647"/>
                <a:gd name="connsiteX171-2073" fmla="*/ 1060082 w 3079941"/>
                <a:gd name="connsiteY171-2074" fmla="*/ 514503 h 1160647"/>
                <a:gd name="connsiteX172-2075" fmla="*/ 1072495 w 3079941"/>
                <a:gd name="connsiteY172-2076" fmla="*/ 514503 h 1160647"/>
                <a:gd name="connsiteX173-2077" fmla="*/ 1072495 w 3079941"/>
                <a:gd name="connsiteY173-2078" fmla="*/ 512612 h 1160647"/>
                <a:gd name="connsiteX174-2079" fmla="*/ 1072495 w 3079941"/>
                <a:gd name="connsiteY174-2080" fmla="*/ 499371 h 1160647"/>
                <a:gd name="connsiteX175-2081" fmla="*/ 1094789 w 3079941"/>
                <a:gd name="connsiteY175-2082" fmla="*/ 499371 h 1160647"/>
                <a:gd name="connsiteX176-2083" fmla="*/ 1094789 w 3079941"/>
                <a:gd name="connsiteY176-2084" fmla="*/ 498290 h 1160647"/>
                <a:gd name="connsiteX177-2085" fmla="*/ 1094789 w 3079941"/>
                <a:gd name="connsiteY177-2086" fmla="*/ 490724 h 1160647"/>
                <a:gd name="connsiteX178-2087" fmla="*/ 1096562 w 3079941"/>
                <a:gd name="connsiteY178-2088" fmla="*/ 490724 h 1160647"/>
                <a:gd name="connsiteX179-2089" fmla="*/ 1108976 w 3079941"/>
                <a:gd name="connsiteY179-2090" fmla="*/ 490724 h 1160647"/>
                <a:gd name="connsiteX180-2091" fmla="*/ 1108976 w 3079941"/>
                <a:gd name="connsiteY180-2092" fmla="*/ 491805 h 1160647"/>
                <a:gd name="connsiteX181-2093" fmla="*/ 1108976 w 3079941"/>
                <a:gd name="connsiteY181-2094" fmla="*/ 499371 h 1160647"/>
                <a:gd name="connsiteX182-2095" fmla="*/ 1109736 w 3079941"/>
                <a:gd name="connsiteY182-2096" fmla="*/ 499371 h 1160647"/>
                <a:gd name="connsiteX183-2097" fmla="*/ 1115056 w 3079941"/>
                <a:gd name="connsiteY183-2098" fmla="*/ 499371 h 1160647"/>
                <a:gd name="connsiteX184-2099" fmla="*/ 1125189 w 3079941"/>
                <a:gd name="connsiteY184-2100" fmla="*/ 495047 h 1160647"/>
                <a:gd name="connsiteX185-2101" fmla="*/ 1129242 w 3079941"/>
                <a:gd name="connsiteY185-2102" fmla="*/ 498290 h 1160647"/>
                <a:gd name="connsiteX186-2103" fmla="*/ 1129242 w 3079941"/>
                <a:gd name="connsiteY186-2104" fmla="*/ 490724 h 1160647"/>
                <a:gd name="connsiteX187-2105" fmla="*/ 1131522 w 3079941"/>
                <a:gd name="connsiteY187-2106" fmla="*/ 490724 h 1160647"/>
                <a:gd name="connsiteX188-2107" fmla="*/ 1147483 w 3079941"/>
                <a:gd name="connsiteY188-2108" fmla="*/ 490724 h 1160647"/>
                <a:gd name="connsiteX189-2109" fmla="*/ 1147483 w 3079941"/>
                <a:gd name="connsiteY189-2110" fmla="*/ 491805 h 1160647"/>
                <a:gd name="connsiteX190-2111" fmla="*/ 1147483 w 3079941"/>
                <a:gd name="connsiteY190-2112" fmla="*/ 499371 h 1160647"/>
                <a:gd name="connsiteX191-2113" fmla="*/ 1177883 w 3079941"/>
                <a:gd name="connsiteY191-2114" fmla="*/ 499371 h 1160647"/>
                <a:gd name="connsiteX192-2115" fmla="*/ 1177883 w 3079941"/>
                <a:gd name="connsiteY192-2116" fmla="*/ 500992 h 1160647"/>
                <a:gd name="connsiteX193-2117" fmla="*/ 1177883 w 3079941"/>
                <a:gd name="connsiteY193-2118" fmla="*/ 512342 h 1160647"/>
                <a:gd name="connsiteX194-2119" fmla="*/ 1204230 w 3079941"/>
                <a:gd name="connsiteY194-2120" fmla="*/ 512342 h 1160647"/>
                <a:gd name="connsiteX195-2121" fmla="*/ 1204230 w 3079941"/>
                <a:gd name="connsiteY195-2122" fmla="*/ 542606 h 1160647"/>
                <a:gd name="connsiteX196-2123" fmla="*/ 1204990 w 3079941"/>
                <a:gd name="connsiteY196-2124" fmla="*/ 542606 h 1160647"/>
                <a:gd name="connsiteX197-2125" fmla="*/ 1210310 w 3079941"/>
                <a:gd name="connsiteY197-2126" fmla="*/ 542606 h 1160647"/>
                <a:gd name="connsiteX198-2127" fmla="*/ 1210310 w 3079941"/>
                <a:gd name="connsiteY198-2128" fmla="*/ 543687 h 1160647"/>
                <a:gd name="connsiteX199-2129" fmla="*/ 1210310 w 3079941"/>
                <a:gd name="connsiteY199-2130" fmla="*/ 551254 h 1160647"/>
                <a:gd name="connsiteX200-2131" fmla="*/ 1214364 w 3079941"/>
                <a:gd name="connsiteY200-2132" fmla="*/ 581518 h 1160647"/>
                <a:gd name="connsiteX201-2133" fmla="*/ 1215124 w 3079941"/>
                <a:gd name="connsiteY201-2134" fmla="*/ 581518 h 1160647"/>
                <a:gd name="connsiteX202-2135" fmla="*/ 1220444 w 3079941"/>
                <a:gd name="connsiteY202-2136" fmla="*/ 581518 h 1160647"/>
                <a:gd name="connsiteX203-2137" fmla="*/ 1220444 w 3079941"/>
                <a:gd name="connsiteY203-2138" fmla="*/ 582329 h 1160647"/>
                <a:gd name="connsiteX204-2139" fmla="*/ 1220444 w 3079941"/>
                <a:gd name="connsiteY204-2140" fmla="*/ 588004 h 1160647"/>
                <a:gd name="connsiteX205-2141" fmla="*/ 1221457 w 3079941"/>
                <a:gd name="connsiteY205-2142" fmla="*/ 588004 h 1160647"/>
                <a:gd name="connsiteX206-2143" fmla="*/ 1228550 w 3079941"/>
                <a:gd name="connsiteY206-2144" fmla="*/ 588004 h 1160647"/>
                <a:gd name="connsiteX207-2145" fmla="*/ 1228550 w 3079941"/>
                <a:gd name="connsiteY207-2146" fmla="*/ 618269 h 1160647"/>
                <a:gd name="connsiteX208-2147" fmla="*/ 1230577 w 3079941"/>
                <a:gd name="connsiteY208-2148" fmla="*/ 618269 h 1160647"/>
                <a:gd name="connsiteX209-2149" fmla="*/ 1244764 w 3079941"/>
                <a:gd name="connsiteY209-2150" fmla="*/ 618269 h 1160647"/>
                <a:gd name="connsiteX210-2151" fmla="*/ 1244764 w 3079941"/>
                <a:gd name="connsiteY210-2152" fmla="*/ 642048 h 1160647"/>
                <a:gd name="connsiteX211-2153" fmla="*/ 1246791 w 3079941"/>
                <a:gd name="connsiteY211-2154" fmla="*/ 643669 h 1160647"/>
                <a:gd name="connsiteX212-2155" fmla="*/ 1246791 w 3079941"/>
                <a:gd name="connsiteY212-2156" fmla="*/ 655019 h 1160647"/>
                <a:gd name="connsiteX213-2157" fmla="*/ 1247551 w 3079941"/>
                <a:gd name="connsiteY213-2158" fmla="*/ 655019 h 1160647"/>
                <a:gd name="connsiteX214-2159" fmla="*/ 1252871 w 3079941"/>
                <a:gd name="connsiteY214-2160" fmla="*/ 655019 h 1160647"/>
                <a:gd name="connsiteX215-2161" fmla="*/ 1252871 w 3079941"/>
                <a:gd name="connsiteY215-2162" fmla="*/ 678798 h 1160647"/>
                <a:gd name="connsiteX216-2163" fmla="*/ 1254137 w 3079941"/>
                <a:gd name="connsiteY216-2164" fmla="*/ 678798 h 1160647"/>
                <a:gd name="connsiteX217-2165" fmla="*/ 1263004 w 3079941"/>
                <a:gd name="connsiteY217-2166" fmla="*/ 678798 h 1160647"/>
                <a:gd name="connsiteX218-2167" fmla="*/ 1265031 w 3079941"/>
                <a:gd name="connsiteY218-2168" fmla="*/ 682852 h 1160647"/>
                <a:gd name="connsiteX219-2169" fmla="*/ 1265031 w 3079941"/>
                <a:gd name="connsiteY219-2170" fmla="*/ 696093 h 1160647"/>
                <a:gd name="connsiteX220-2171" fmla="*/ 1266551 w 3079941"/>
                <a:gd name="connsiteY220-2172" fmla="*/ 694201 h 1160647"/>
                <a:gd name="connsiteX221-2173" fmla="*/ 1277191 w 3079941"/>
                <a:gd name="connsiteY221-2174" fmla="*/ 680960 h 1160647"/>
                <a:gd name="connsiteX222-2175" fmla="*/ 1305565 w 3079941"/>
                <a:gd name="connsiteY222-2176" fmla="*/ 680960 h 1160647"/>
                <a:gd name="connsiteX223-2177" fmla="*/ 1305565 w 3079941"/>
                <a:gd name="connsiteY223-2178" fmla="*/ 767431 h 1160647"/>
                <a:gd name="connsiteX224-2179" fmla="*/ 1306325 w 3079941"/>
                <a:gd name="connsiteY224-2180" fmla="*/ 767431 h 1160647"/>
                <a:gd name="connsiteX225-2181" fmla="*/ 1311645 w 3079941"/>
                <a:gd name="connsiteY225-2182" fmla="*/ 767431 h 1160647"/>
                <a:gd name="connsiteX226-2183" fmla="*/ 1312405 w 3079941"/>
                <a:gd name="connsiteY226-2184" fmla="*/ 766080 h 1160647"/>
                <a:gd name="connsiteX227-2185" fmla="*/ 1317725 w 3079941"/>
                <a:gd name="connsiteY227-2186" fmla="*/ 756622 h 1160647"/>
                <a:gd name="connsiteX228-2187" fmla="*/ 1317725 w 3079941"/>
                <a:gd name="connsiteY228-2188" fmla="*/ 758514 h 1160647"/>
                <a:gd name="connsiteX229-2189" fmla="*/ 1317725 w 3079941"/>
                <a:gd name="connsiteY229-2190" fmla="*/ 771755 h 1160647"/>
                <a:gd name="connsiteX230-2191" fmla="*/ 1321778 w 3079941"/>
                <a:gd name="connsiteY230-2192" fmla="*/ 726358 h 1160647"/>
                <a:gd name="connsiteX231-2193" fmla="*/ 1322538 w 3079941"/>
                <a:gd name="connsiteY231-2194" fmla="*/ 726358 h 1160647"/>
                <a:gd name="connsiteX232-2195" fmla="*/ 1327858 w 3079941"/>
                <a:gd name="connsiteY232-2196" fmla="*/ 726358 h 1160647"/>
                <a:gd name="connsiteX233-2197" fmla="*/ 1327858 w 3079941"/>
                <a:gd name="connsiteY233-2198" fmla="*/ 661504 h 1160647"/>
                <a:gd name="connsiteX234-2199" fmla="*/ 1328872 w 3079941"/>
                <a:gd name="connsiteY234-2200" fmla="*/ 661504 h 1160647"/>
                <a:gd name="connsiteX235-2201" fmla="*/ 1335965 w 3079941"/>
                <a:gd name="connsiteY235-2202" fmla="*/ 661504 h 1160647"/>
                <a:gd name="connsiteX236-2203" fmla="*/ 1348125 w 3079941"/>
                <a:gd name="connsiteY236-2204" fmla="*/ 618269 h 1160647"/>
                <a:gd name="connsiteX237-2205" fmla="*/ 1349392 w 3079941"/>
                <a:gd name="connsiteY237-2206" fmla="*/ 618269 h 1160647"/>
                <a:gd name="connsiteX238-2207" fmla="*/ 1358259 w 3079941"/>
                <a:gd name="connsiteY238-2208" fmla="*/ 618269 h 1160647"/>
                <a:gd name="connsiteX239-2209" fmla="*/ 1368392 w 3079941"/>
                <a:gd name="connsiteY239-2210" fmla="*/ 661504 h 1160647"/>
                <a:gd name="connsiteX240-2211" fmla="*/ 1369405 w 3079941"/>
                <a:gd name="connsiteY240-2212" fmla="*/ 661504 h 1160647"/>
                <a:gd name="connsiteX241-2213" fmla="*/ 1376499 w 3079941"/>
                <a:gd name="connsiteY241-2214" fmla="*/ 661504 h 1160647"/>
                <a:gd name="connsiteX242-2215" fmla="*/ 1376499 w 3079941"/>
                <a:gd name="connsiteY242-2216" fmla="*/ 700416 h 1160647"/>
                <a:gd name="connsiteX243-2217" fmla="*/ 1378272 w 3079941"/>
                <a:gd name="connsiteY243-2218" fmla="*/ 700416 h 1160647"/>
                <a:gd name="connsiteX244-2219" fmla="*/ 1390686 w 3079941"/>
                <a:gd name="connsiteY244-2220" fmla="*/ 700416 h 1160647"/>
                <a:gd name="connsiteX245-2221" fmla="*/ 1390686 w 3079941"/>
                <a:gd name="connsiteY245-2222" fmla="*/ 702578 h 1160647"/>
                <a:gd name="connsiteX246-2223" fmla="*/ 1390686 w 3079941"/>
                <a:gd name="connsiteY246-2224" fmla="*/ 717710 h 1160647"/>
                <a:gd name="connsiteX247-2225" fmla="*/ 1394739 w 3079941"/>
                <a:gd name="connsiteY247-2226" fmla="*/ 715549 h 1160647"/>
                <a:gd name="connsiteX248-2227" fmla="*/ 1394739 w 3079941"/>
                <a:gd name="connsiteY248-2228" fmla="*/ 700416 h 1160647"/>
                <a:gd name="connsiteX249-2229" fmla="*/ 1396259 w 3079941"/>
                <a:gd name="connsiteY249-2230" fmla="*/ 700416 h 1160647"/>
                <a:gd name="connsiteX250-2231" fmla="*/ 1406899 w 3079941"/>
                <a:gd name="connsiteY250-2232" fmla="*/ 700416 h 1160647"/>
                <a:gd name="connsiteX251-2233" fmla="*/ 1406899 w 3079941"/>
                <a:gd name="connsiteY251-2234" fmla="*/ 702037 h 1160647"/>
                <a:gd name="connsiteX252-2235" fmla="*/ 1406899 w 3079941"/>
                <a:gd name="connsiteY252-2236" fmla="*/ 713387 h 1160647"/>
                <a:gd name="connsiteX253-2237" fmla="*/ 1437300 w 3079941"/>
                <a:gd name="connsiteY253-2238" fmla="*/ 713387 h 1160647"/>
                <a:gd name="connsiteX254-2239" fmla="*/ 1437300 w 3079941"/>
                <a:gd name="connsiteY254-2240" fmla="*/ 676637 h 1160647"/>
                <a:gd name="connsiteX255-2241" fmla="*/ 1438566 w 3079941"/>
                <a:gd name="connsiteY255-2242" fmla="*/ 676637 h 1160647"/>
                <a:gd name="connsiteX256-2243" fmla="*/ 1447433 w 3079941"/>
                <a:gd name="connsiteY256-2244" fmla="*/ 676637 h 1160647"/>
                <a:gd name="connsiteX257-2245" fmla="*/ 1447433 w 3079941"/>
                <a:gd name="connsiteY257-2246" fmla="*/ 698254 h 1160647"/>
                <a:gd name="connsiteX258-2247" fmla="*/ 1449460 w 3079941"/>
                <a:gd name="connsiteY258-2248" fmla="*/ 665828 h 1160647"/>
                <a:gd name="connsiteX259-2249" fmla="*/ 1471753 w 3079941"/>
                <a:gd name="connsiteY259-2250" fmla="*/ 665828 h 1160647"/>
                <a:gd name="connsiteX260-2251" fmla="*/ 1471753 w 3079941"/>
                <a:gd name="connsiteY260-2252" fmla="*/ 664206 h 1160647"/>
                <a:gd name="connsiteX261-2253" fmla="*/ 1471753 w 3079941"/>
                <a:gd name="connsiteY261-2254" fmla="*/ 652857 h 1160647"/>
                <a:gd name="connsiteX262-2255" fmla="*/ 1472513 w 3079941"/>
                <a:gd name="connsiteY262-2256" fmla="*/ 652857 h 1160647"/>
                <a:gd name="connsiteX263-2257" fmla="*/ 1477833 w 3079941"/>
                <a:gd name="connsiteY263-2258" fmla="*/ 652857 h 1160647"/>
                <a:gd name="connsiteX264-2259" fmla="*/ 1477833 w 3079941"/>
                <a:gd name="connsiteY264-2260" fmla="*/ 650966 h 1160647"/>
                <a:gd name="connsiteX265-2261" fmla="*/ 1477833 w 3079941"/>
                <a:gd name="connsiteY265-2262" fmla="*/ 637725 h 1160647"/>
                <a:gd name="connsiteX266-2263" fmla="*/ 1481887 w 3079941"/>
                <a:gd name="connsiteY266-2264" fmla="*/ 644210 h 1160647"/>
                <a:gd name="connsiteX267-2265" fmla="*/ 1484167 w 3079941"/>
                <a:gd name="connsiteY267-2266" fmla="*/ 644210 h 1160647"/>
                <a:gd name="connsiteX268-2267" fmla="*/ 1500127 w 3079941"/>
                <a:gd name="connsiteY268-2268" fmla="*/ 644210 h 1160647"/>
                <a:gd name="connsiteX269-2269" fmla="*/ 1500127 w 3079941"/>
                <a:gd name="connsiteY269-2270" fmla="*/ 643399 h 1160647"/>
                <a:gd name="connsiteX270-2271" fmla="*/ 1500127 w 3079941"/>
                <a:gd name="connsiteY270-2272" fmla="*/ 637725 h 1160647"/>
                <a:gd name="connsiteX271-2273" fmla="*/ 1500887 w 3079941"/>
                <a:gd name="connsiteY271-2274" fmla="*/ 637725 h 1160647"/>
                <a:gd name="connsiteX272-2275" fmla="*/ 1506207 w 3079941"/>
                <a:gd name="connsiteY272-2276" fmla="*/ 637725 h 1160647"/>
                <a:gd name="connsiteX273-2277" fmla="*/ 1506207 w 3079941"/>
                <a:gd name="connsiteY273-2278" fmla="*/ 639076 h 1160647"/>
                <a:gd name="connsiteX274-2279" fmla="*/ 1506207 w 3079941"/>
                <a:gd name="connsiteY274-2280" fmla="*/ 648534 h 1160647"/>
                <a:gd name="connsiteX275-2281" fmla="*/ 1544714 w 3079941"/>
                <a:gd name="connsiteY275-2282" fmla="*/ 648534 h 1160647"/>
                <a:gd name="connsiteX276-2283" fmla="*/ 1544714 w 3079941"/>
                <a:gd name="connsiteY276-2284" fmla="*/ 786887 h 1160647"/>
                <a:gd name="connsiteX277-2285" fmla="*/ 1546234 w 3079941"/>
                <a:gd name="connsiteY277-2286" fmla="*/ 786887 h 1160647"/>
                <a:gd name="connsiteX278-2287" fmla="*/ 1556874 w 3079941"/>
                <a:gd name="connsiteY278-2288" fmla="*/ 786887 h 1160647"/>
                <a:gd name="connsiteX279-2289" fmla="*/ 1556874 w 3079941"/>
                <a:gd name="connsiteY279-2290" fmla="*/ 773917 h 1160647"/>
                <a:gd name="connsiteX280-2291" fmla="*/ 1560928 w 3079941"/>
                <a:gd name="connsiteY280-2292" fmla="*/ 773917 h 1160647"/>
                <a:gd name="connsiteX281-2293" fmla="*/ 1560928 w 3079941"/>
                <a:gd name="connsiteY281-2294" fmla="*/ 786887 h 1160647"/>
                <a:gd name="connsiteX282-2295" fmla="*/ 1591328 w 3079941"/>
                <a:gd name="connsiteY282-2296" fmla="*/ 786887 h 1160647"/>
                <a:gd name="connsiteX283-2297" fmla="*/ 1591328 w 3079941"/>
                <a:gd name="connsiteY283-2298" fmla="*/ 756622 h 1160647"/>
                <a:gd name="connsiteX284-2299" fmla="*/ 1603488 w 3079941"/>
                <a:gd name="connsiteY284-2300" fmla="*/ 756622 h 1160647"/>
                <a:gd name="connsiteX285-2301" fmla="*/ 1615648 w 3079941"/>
                <a:gd name="connsiteY285-2302" fmla="*/ 754461 h 1160647"/>
                <a:gd name="connsiteX286-2303" fmla="*/ 1619702 w 3079941"/>
                <a:gd name="connsiteY286-2304" fmla="*/ 756622 h 1160647"/>
                <a:gd name="connsiteX287-2305" fmla="*/ 1629835 w 3079941"/>
                <a:gd name="connsiteY287-2306" fmla="*/ 756622 h 1160647"/>
                <a:gd name="connsiteX288-2307" fmla="*/ 1629835 w 3079941"/>
                <a:gd name="connsiteY288-2308" fmla="*/ 786887 h 1160647"/>
                <a:gd name="connsiteX289-2309" fmla="*/ 1637942 w 3079941"/>
                <a:gd name="connsiteY289-2310" fmla="*/ 786887 h 1160647"/>
                <a:gd name="connsiteX290-2311" fmla="*/ 1637942 w 3079941"/>
                <a:gd name="connsiteY290-2312" fmla="*/ 804182 h 1160647"/>
                <a:gd name="connsiteX291-2313" fmla="*/ 1647278 w 3079941"/>
                <a:gd name="connsiteY291-2314" fmla="*/ 805087 h 1160647"/>
                <a:gd name="connsiteX292-2315" fmla="*/ 1660236 w 3079941"/>
                <a:gd name="connsiteY292-2316" fmla="*/ 805087 h 1160647"/>
                <a:gd name="connsiteX293-2317" fmla="*/ 1660236 w 3079941"/>
                <a:gd name="connsiteY293-2318" fmla="*/ 789049 h 1160647"/>
                <a:gd name="connsiteX294-2319" fmla="*/ 1728192 w 3079941"/>
                <a:gd name="connsiteY294-2320" fmla="*/ 789049 h 1160647"/>
                <a:gd name="connsiteX295-2321" fmla="*/ 1728192 w 3079941"/>
                <a:gd name="connsiteY295-2322" fmla="*/ 703796 h 1160647"/>
                <a:gd name="connsiteX296-2323" fmla="*/ 1800200 w 3079941"/>
                <a:gd name="connsiteY296-2324" fmla="*/ 703796 h 1160647"/>
                <a:gd name="connsiteX297-2325" fmla="*/ 1800200 w 3079941"/>
                <a:gd name="connsiteY297-2326" fmla="*/ 782564 h 1160647"/>
                <a:gd name="connsiteX298-2327" fmla="*/ 1802104 w 3079941"/>
                <a:gd name="connsiteY298-2328" fmla="*/ 782564 h 1160647"/>
                <a:gd name="connsiteX299-2329" fmla="*/ 1803346 w 3079941"/>
                <a:gd name="connsiteY299-2330" fmla="*/ 805087 h 1160647"/>
                <a:gd name="connsiteX300-2331" fmla="*/ 1813022 w 3079941"/>
                <a:gd name="connsiteY300-2332" fmla="*/ 805087 h 1160647"/>
                <a:gd name="connsiteX301-2333" fmla="*/ 1814264 w 3079941"/>
                <a:gd name="connsiteY301-2334" fmla="*/ 782564 h 1160647"/>
                <a:gd name="connsiteX302-2335" fmla="*/ 1820344 w 3079941"/>
                <a:gd name="connsiteY302-2336" fmla="*/ 782564 h 1160647"/>
                <a:gd name="connsiteX303-2337" fmla="*/ 1821586 w 3079941"/>
                <a:gd name="connsiteY303-2338" fmla="*/ 805087 h 1160647"/>
                <a:gd name="connsiteX304-2339" fmla="*/ 1872208 w 3079941"/>
                <a:gd name="connsiteY304-2340" fmla="*/ 805087 h 1160647"/>
                <a:gd name="connsiteX305-2341" fmla="*/ 1872208 w 3079941"/>
                <a:gd name="connsiteY305-2342" fmla="*/ 642059 h 1160647"/>
                <a:gd name="connsiteX306-2343" fmla="*/ 2069535 w 3079941"/>
                <a:gd name="connsiteY306-2344" fmla="*/ 642059 h 1160647"/>
                <a:gd name="connsiteX307-2345" fmla="*/ 2069535 w 3079941"/>
                <a:gd name="connsiteY307-2346" fmla="*/ 805087 h 1160647"/>
                <a:gd name="connsiteX308-2347" fmla="*/ 2088232 w 3079941"/>
                <a:gd name="connsiteY308-2348" fmla="*/ 805087 h 1160647"/>
                <a:gd name="connsiteX309-2349" fmla="*/ 2088232 w 3079941"/>
                <a:gd name="connsiteY309-2350" fmla="*/ 722394 h 1160647"/>
                <a:gd name="connsiteX310-2351" fmla="*/ 2183352 w 3079941"/>
                <a:gd name="connsiteY310-2352" fmla="*/ 722394 h 1160647"/>
                <a:gd name="connsiteX311-2353" fmla="*/ 2195282 w 3079941"/>
                <a:gd name="connsiteY311-2354" fmla="*/ 404253 h 1160647"/>
                <a:gd name="connsiteX312-2355" fmla="*/ 2183122 w 3079941"/>
                <a:gd name="connsiteY312-2356" fmla="*/ 382635 h 1160647"/>
                <a:gd name="connsiteX313-2357" fmla="*/ 2177042 w 3079941"/>
                <a:gd name="connsiteY313-2358" fmla="*/ 378311 h 1160647"/>
                <a:gd name="connsiteX314-2359" fmla="*/ 2185149 w 3079941"/>
                <a:gd name="connsiteY314-2360" fmla="*/ 354532 h 1160647"/>
                <a:gd name="connsiteX315-2361" fmla="*/ 2185149 w 3079941"/>
                <a:gd name="connsiteY315-2362" fmla="*/ 337238 h 1160647"/>
                <a:gd name="connsiteX316-2363" fmla="*/ 2199336 w 3079941"/>
                <a:gd name="connsiteY316-2364" fmla="*/ 337238 h 1160647"/>
                <a:gd name="connsiteX317-2365" fmla="*/ 2199336 w 3079941"/>
                <a:gd name="connsiteY317-2366" fmla="*/ 315620 h 1160647"/>
                <a:gd name="connsiteX318-2367" fmla="*/ 2201362 w 3079941"/>
                <a:gd name="connsiteY318-2368" fmla="*/ 311296 h 1160647"/>
                <a:gd name="connsiteX319-2369" fmla="*/ 2201362 w 3079941"/>
                <a:gd name="connsiteY319-2370" fmla="*/ 233472 h 1160647"/>
                <a:gd name="connsiteX320-2371" fmla="*/ 2199336 w 3079941"/>
                <a:gd name="connsiteY320-2372" fmla="*/ 226987 h 1160647"/>
                <a:gd name="connsiteX321-2373" fmla="*/ 2205416 w 3079941"/>
                <a:gd name="connsiteY321-2374" fmla="*/ 220501 h 1160647"/>
                <a:gd name="connsiteX322-2375" fmla="*/ 2205416 w 3079941"/>
                <a:gd name="connsiteY322-2376" fmla="*/ 162133 h 1160647"/>
                <a:gd name="connsiteX323-2377" fmla="*/ 2207442 w 3079941"/>
                <a:gd name="connsiteY323-2378" fmla="*/ 157810 h 1160647"/>
                <a:gd name="connsiteX324-2379" fmla="*/ 2207442 w 3079941"/>
                <a:gd name="connsiteY324-2380" fmla="*/ 101604 h 1160647"/>
                <a:gd name="connsiteX325-2381" fmla="*/ 2209469 w 3079941"/>
                <a:gd name="connsiteY325-2382" fmla="*/ 82148 h 1160647"/>
                <a:gd name="connsiteX326-2383" fmla="*/ 2213523 w 3079941"/>
                <a:gd name="connsiteY326-2384" fmla="*/ 99442 h 1160647"/>
                <a:gd name="connsiteX327-2385" fmla="*/ 2215549 w 3079941"/>
                <a:gd name="connsiteY327-2386" fmla="*/ 157810 h 1160647"/>
                <a:gd name="connsiteX328-2387" fmla="*/ 2217576 w 3079941"/>
                <a:gd name="connsiteY328-2388" fmla="*/ 220501 h 1160647"/>
                <a:gd name="connsiteX329-2389" fmla="*/ 2223656 w 3079941"/>
                <a:gd name="connsiteY329-2390" fmla="*/ 226987 h 1160647"/>
                <a:gd name="connsiteX330-2391" fmla="*/ 2221629 w 3079941"/>
                <a:gd name="connsiteY330-2392" fmla="*/ 233472 h 1160647"/>
                <a:gd name="connsiteX331-2393" fmla="*/ 2221629 w 3079941"/>
                <a:gd name="connsiteY331-2394" fmla="*/ 311296 h 1160647"/>
                <a:gd name="connsiteX332-2395" fmla="*/ 2223656 w 3079941"/>
                <a:gd name="connsiteY332-2396" fmla="*/ 315620 h 1160647"/>
                <a:gd name="connsiteX333-2397" fmla="*/ 2223656 w 3079941"/>
                <a:gd name="connsiteY333-2398" fmla="*/ 337238 h 1160647"/>
                <a:gd name="connsiteX334-2399" fmla="*/ 2237843 w 3079941"/>
                <a:gd name="connsiteY334-2400" fmla="*/ 337238 h 1160647"/>
                <a:gd name="connsiteX335-2401" fmla="*/ 2237843 w 3079941"/>
                <a:gd name="connsiteY335-2402" fmla="*/ 354532 h 1160647"/>
                <a:gd name="connsiteX336-2403" fmla="*/ 2245950 w 3079941"/>
                <a:gd name="connsiteY336-2404" fmla="*/ 378311 h 1160647"/>
                <a:gd name="connsiteX337-2405" fmla="*/ 2239870 w 3079941"/>
                <a:gd name="connsiteY337-2406" fmla="*/ 382635 h 1160647"/>
                <a:gd name="connsiteX338-2407" fmla="*/ 2227709 w 3079941"/>
                <a:gd name="connsiteY338-2408" fmla="*/ 404253 h 1160647"/>
                <a:gd name="connsiteX339-2409" fmla="*/ 2235816 w 3079941"/>
                <a:gd name="connsiteY339-2410" fmla="*/ 657181 h 1160647"/>
                <a:gd name="connsiteX340-2411" fmla="*/ 2300670 w 3079941"/>
                <a:gd name="connsiteY340-2412" fmla="*/ 657181 h 1160647"/>
                <a:gd name="connsiteX341-2413" fmla="*/ 2300670 w 3079941"/>
                <a:gd name="connsiteY341-2414" fmla="*/ 732843 h 1160647"/>
                <a:gd name="connsiteX342-2415" fmla="*/ 2308777 w 3079941"/>
                <a:gd name="connsiteY342-2416" fmla="*/ 732843 h 1160647"/>
                <a:gd name="connsiteX343-2417" fmla="*/ 2310804 w 3079941"/>
                <a:gd name="connsiteY343-2418" fmla="*/ 726358 h 1160647"/>
                <a:gd name="connsiteX344-2419" fmla="*/ 2316884 w 3079941"/>
                <a:gd name="connsiteY344-2420" fmla="*/ 726358 h 1160647"/>
                <a:gd name="connsiteX345-2421" fmla="*/ 2318911 w 3079941"/>
                <a:gd name="connsiteY345-2422" fmla="*/ 735005 h 1160647"/>
                <a:gd name="connsiteX346-2423" fmla="*/ 2331071 w 3079941"/>
                <a:gd name="connsiteY346-2424" fmla="*/ 735005 h 1160647"/>
                <a:gd name="connsiteX347-2425" fmla="*/ 2331071 w 3079941"/>
                <a:gd name="connsiteY347-2426" fmla="*/ 728519 h 1160647"/>
                <a:gd name="connsiteX348-2427" fmla="*/ 2353364 w 3079941"/>
                <a:gd name="connsiteY348-2428" fmla="*/ 728519 h 1160647"/>
                <a:gd name="connsiteX349-2429" fmla="*/ 2353364 w 3079941"/>
                <a:gd name="connsiteY349-2430" fmla="*/ 735005 h 1160647"/>
                <a:gd name="connsiteX350-2431" fmla="*/ 2373631 w 3079941"/>
                <a:gd name="connsiteY350-2432" fmla="*/ 735005 h 1160647"/>
                <a:gd name="connsiteX351-2433" fmla="*/ 2373631 w 3079941"/>
                <a:gd name="connsiteY351-2434" fmla="*/ 780402 h 1160647"/>
                <a:gd name="connsiteX352-2435" fmla="*/ 2387818 w 3079941"/>
                <a:gd name="connsiteY352-2436" fmla="*/ 780402 h 1160647"/>
                <a:gd name="connsiteX353-2437" fmla="*/ 2387818 w 3079941"/>
                <a:gd name="connsiteY353-2438" fmla="*/ 767431 h 1160647"/>
                <a:gd name="connsiteX354-2439" fmla="*/ 2404032 w 3079941"/>
                <a:gd name="connsiteY354-2440" fmla="*/ 767431 h 1160647"/>
                <a:gd name="connsiteX355-2441" fmla="*/ 2404032 w 3079941"/>
                <a:gd name="connsiteY355-2442" fmla="*/ 588004 h 1160647"/>
                <a:gd name="connsiteX356-2443" fmla="*/ 2410112 w 3079941"/>
                <a:gd name="connsiteY356-2444" fmla="*/ 581518 h 1160647"/>
                <a:gd name="connsiteX357-2445" fmla="*/ 2483073 w 3079941"/>
                <a:gd name="connsiteY357-2446" fmla="*/ 581518 h 1160647"/>
                <a:gd name="connsiteX358-2447" fmla="*/ 2483073 w 3079941"/>
                <a:gd name="connsiteY358-2448" fmla="*/ 590166 h 1160647"/>
                <a:gd name="connsiteX359-2449" fmla="*/ 2493206 w 3079941"/>
                <a:gd name="connsiteY359-2450" fmla="*/ 590166 h 1160647"/>
                <a:gd name="connsiteX360-2451" fmla="*/ 2493206 w 3079941"/>
                <a:gd name="connsiteY360-2452" fmla="*/ 704740 h 1160647"/>
                <a:gd name="connsiteX361-2453" fmla="*/ 2515500 w 3079941"/>
                <a:gd name="connsiteY361-2454" fmla="*/ 704740 h 1160647"/>
                <a:gd name="connsiteX362-2455" fmla="*/ 2515500 w 3079941"/>
                <a:gd name="connsiteY362-2456" fmla="*/ 637725 h 1160647"/>
                <a:gd name="connsiteX363-2457" fmla="*/ 2541847 w 3079941"/>
                <a:gd name="connsiteY363-2458" fmla="*/ 637725 h 1160647"/>
                <a:gd name="connsiteX364-2459" fmla="*/ 2545900 w 3079941"/>
                <a:gd name="connsiteY364-2460" fmla="*/ 633401 h 1160647"/>
                <a:gd name="connsiteX365-2461" fmla="*/ 2554007 w 3079941"/>
                <a:gd name="connsiteY365-2462" fmla="*/ 633401 h 1160647"/>
                <a:gd name="connsiteX366-2463" fmla="*/ 2558060 w 3079941"/>
                <a:gd name="connsiteY366-2464" fmla="*/ 637725 h 1160647"/>
                <a:gd name="connsiteX367-2465" fmla="*/ 2580354 w 3079941"/>
                <a:gd name="connsiteY367-2466" fmla="*/ 637725 h 1160647"/>
                <a:gd name="connsiteX368-2467" fmla="*/ 2580354 w 3079941"/>
                <a:gd name="connsiteY368-2468" fmla="*/ 520989 h 1160647"/>
                <a:gd name="connsiteX369-2469" fmla="*/ 2637101 w 3079941"/>
                <a:gd name="connsiteY369-2470" fmla="*/ 510180 h 1160647"/>
                <a:gd name="connsiteX370-2471" fmla="*/ 2637101 w 3079941"/>
                <a:gd name="connsiteY370-2472" fmla="*/ 511261 h 1160647"/>
                <a:gd name="connsiteX371-2473" fmla="*/ 2637101 w 3079941"/>
                <a:gd name="connsiteY371-2474" fmla="*/ 518827 h 1160647"/>
                <a:gd name="connsiteX372-2475" fmla="*/ 2663448 w 3079941"/>
                <a:gd name="connsiteY372-2476" fmla="*/ 518827 h 1160647"/>
                <a:gd name="connsiteX373-2477" fmla="*/ 2663448 w 3079941"/>
                <a:gd name="connsiteY373-2478" fmla="*/ 773917 h 1160647"/>
                <a:gd name="connsiteX374-2479" fmla="*/ 2685742 w 3079941"/>
                <a:gd name="connsiteY374-2480" fmla="*/ 773917 h 1160647"/>
                <a:gd name="connsiteX375-2481" fmla="*/ 2685742 w 3079941"/>
                <a:gd name="connsiteY375-2482" fmla="*/ 769593 h 1160647"/>
                <a:gd name="connsiteX376-2483" fmla="*/ 2697902 w 3079941"/>
                <a:gd name="connsiteY376-2484" fmla="*/ 769593 h 1160647"/>
                <a:gd name="connsiteX377-2485" fmla="*/ 2697902 w 3079941"/>
                <a:gd name="connsiteY377-2486" fmla="*/ 773917 h 1160647"/>
                <a:gd name="connsiteX378-2487" fmla="*/ 2722222 w 3079941"/>
                <a:gd name="connsiteY378-2488" fmla="*/ 773917 h 1160647"/>
                <a:gd name="connsiteX379-2489" fmla="*/ 2722222 w 3079941"/>
                <a:gd name="connsiteY379-2490" fmla="*/ 760946 h 1160647"/>
                <a:gd name="connsiteX380-2491" fmla="*/ 2750596 w 3079941"/>
                <a:gd name="connsiteY380-2492" fmla="*/ 760946 h 1160647"/>
                <a:gd name="connsiteX381-2493" fmla="*/ 2762756 w 3079941"/>
                <a:gd name="connsiteY381-2494" fmla="*/ 756622 h 1160647"/>
                <a:gd name="connsiteX382-2495" fmla="*/ 2783023 w 3079941"/>
                <a:gd name="connsiteY382-2496" fmla="*/ 760946 h 1160647"/>
                <a:gd name="connsiteX383-2497" fmla="*/ 2783023 w 3079941"/>
                <a:gd name="connsiteY383-2498" fmla="*/ 743652 h 1160647"/>
                <a:gd name="connsiteX384-2499" fmla="*/ 2791130 w 3079941"/>
                <a:gd name="connsiteY384-2500" fmla="*/ 743652 h 1160647"/>
                <a:gd name="connsiteX385-2501" fmla="*/ 2791130 w 3079941"/>
                <a:gd name="connsiteY385-2502" fmla="*/ 730681 h 1160647"/>
                <a:gd name="connsiteX386-2503" fmla="*/ 2847877 w 3079941"/>
                <a:gd name="connsiteY386-2504" fmla="*/ 730681 h 1160647"/>
                <a:gd name="connsiteX387-2505" fmla="*/ 2847877 w 3079941"/>
                <a:gd name="connsiteY387-2506" fmla="*/ 700416 h 1160647"/>
                <a:gd name="connsiteX388-2507" fmla="*/ 2866117 w 3079941"/>
                <a:gd name="connsiteY388-2508" fmla="*/ 700416 h 1160647"/>
                <a:gd name="connsiteX389-2509" fmla="*/ 2866117 w 3079941"/>
                <a:gd name="connsiteY389-2510" fmla="*/ 693931 h 1160647"/>
                <a:gd name="connsiteX390-2511" fmla="*/ 2878277 w 3079941"/>
                <a:gd name="connsiteY390-2512" fmla="*/ 693931 h 1160647"/>
                <a:gd name="connsiteX391-2513" fmla="*/ 2878277 w 3079941"/>
                <a:gd name="connsiteY391-2514" fmla="*/ 700416 h 1160647"/>
                <a:gd name="connsiteX392-2515" fmla="*/ 2894491 w 3079941"/>
                <a:gd name="connsiteY392-2516" fmla="*/ 700416 h 1160647"/>
                <a:gd name="connsiteX393-2517" fmla="*/ 2894491 w 3079941"/>
                <a:gd name="connsiteY393-2518" fmla="*/ 750137 h 1160647"/>
                <a:gd name="connsiteX394-2519" fmla="*/ 2926918 w 3079941"/>
                <a:gd name="connsiteY394-2520" fmla="*/ 750137 h 1160647"/>
                <a:gd name="connsiteX395-2521" fmla="*/ 2926918 w 3079941"/>
                <a:gd name="connsiteY395-2522" fmla="*/ 724196 h 1160647"/>
                <a:gd name="connsiteX396-2523" fmla="*/ 2965425 w 3079941"/>
                <a:gd name="connsiteY396-2524" fmla="*/ 724196 h 1160647"/>
                <a:gd name="connsiteX397-2525" fmla="*/ 2965425 w 3079941"/>
                <a:gd name="connsiteY397-2526" fmla="*/ 693931 h 1160647"/>
                <a:gd name="connsiteX398-2527" fmla="*/ 3014066 w 3079941"/>
                <a:gd name="connsiteY398-2528" fmla="*/ 693931 h 1160647"/>
                <a:gd name="connsiteX399-2529" fmla="*/ 3014066 w 3079941"/>
                <a:gd name="connsiteY399-2530" fmla="*/ 805087 h 1160647"/>
                <a:gd name="connsiteX400-2531" fmla="*/ 3014066 w 3079941"/>
                <a:gd name="connsiteY400-2532" fmla="*/ 818866 h 1160647"/>
                <a:gd name="connsiteX401-2533" fmla="*/ 3079941 w 3079941"/>
                <a:gd name="connsiteY401-2534" fmla="*/ 818866 h 1160647"/>
                <a:gd name="connsiteX402-2535" fmla="*/ 3079941 w 3079941"/>
                <a:gd name="connsiteY402-2536" fmla="*/ 1160647 h 1160647"/>
                <a:gd name="connsiteX403-2537" fmla="*/ 200958 w 3079941"/>
                <a:gd name="connsiteY403-2538" fmla="*/ 1160647 h 1160647"/>
                <a:gd name="connsiteX404-2539" fmla="*/ 200958 w 3079941"/>
                <a:gd name="connsiteY404-2540" fmla="*/ 1126882 h 1160647"/>
                <a:gd name="connsiteX405-2541" fmla="*/ 0 w 3079941"/>
                <a:gd name="connsiteY405-2542" fmla="*/ 1126882 h 1160647"/>
                <a:gd name="connsiteX406-2543" fmla="*/ 0 w 3079941"/>
                <a:gd name="connsiteY406-2544" fmla="*/ 915339 h 1160647"/>
                <a:gd name="connsiteX407-2545" fmla="*/ 103377 w 3079941"/>
                <a:gd name="connsiteY407-2546" fmla="*/ 915339 h 1160647"/>
                <a:gd name="connsiteX408-2547" fmla="*/ 103377 w 3079941"/>
                <a:gd name="connsiteY408-2548" fmla="*/ 886329 h 1160647"/>
                <a:gd name="connsiteX409-2549" fmla="*/ 55096 w 3079941"/>
                <a:gd name="connsiteY409-2550" fmla="*/ 886329 h 1160647"/>
                <a:gd name="connsiteX410-2551" fmla="*/ 55096 w 3079941"/>
                <a:gd name="connsiteY410-2552" fmla="*/ 724196 h 1160647"/>
                <a:gd name="connsiteX411-2553" fmla="*/ 75363 w 3079941"/>
                <a:gd name="connsiteY411-2554" fmla="*/ 724196 h 1160647"/>
                <a:gd name="connsiteX412-2555" fmla="*/ 75870 w 3079941"/>
                <a:gd name="connsiteY412-2556" fmla="*/ 723115 h 1160647"/>
                <a:gd name="connsiteX413-2557" fmla="*/ 79416 w 3079941"/>
                <a:gd name="connsiteY413-2558" fmla="*/ 715549 h 1160647"/>
                <a:gd name="connsiteX414-2559" fmla="*/ 81190 w 3079941"/>
                <a:gd name="connsiteY414-2560" fmla="*/ 715819 h 1160647"/>
                <a:gd name="connsiteX415-2561" fmla="*/ 93603 w 3079941"/>
                <a:gd name="connsiteY415-2562" fmla="*/ 717710 h 1160647"/>
                <a:gd name="connsiteX416-2563" fmla="*/ 94110 w 3079941"/>
                <a:gd name="connsiteY416-2564" fmla="*/ 719062 h 1160647"/>
                <a:gd name="connsiteX417-2565" fmla="*/ 97656 w 3079941"/>
                <a:gd name="connsiteY417-2566" fmla="*/ 728519 h 1160647"/>
                <a:gd name="connsiteX418-2567" fmla="*/ 124003 w 3079941"/>
                <a:gd name="connsiteY418-2568" fmla="*/ 730681 h 1160647"/>
                <a:gd name="connsiteX419-2569" fmla="*/ 124003 w 3079941"/>
                <a:gd name="connsiteY419-2570" fmla="*/ 607460 h 1160647"/>
                <a:gd name="connsiteX420-2571" fmla="*/ 126030 w 3079941"/>
                <a:gd name="connsiteY420-2572" fmla="*/ 607460 h 1160647"/>
                <a:gd name="connsiteX421-2573" fmla="*/ 140217 w 3079941"/>
                <a:gd name="connsiteY421-2574" fmla="*/ 607460 h 1160647"/>
                <a:gd name="connsiteX422-2575" fmla="*/ 140217 w 3079941"/>
                <a:gd name="connsiteY422-2576" fmla="*/ 471268 h 1160647"/>
                <a:gd name="connsiteX423-2577" fmla="*/ 141990 w 3079941"/>
                <a:gd name="connsiteY423-2578" fmla="*/ 471268 h 1160647"/>
                <a:gd name="connsiteX424-2579" fmla="*/ 154404 w 3079941"/>
                <a:gd name="connsiteY424-2580" fmla="*/ 471268 h 1160647"/>
                <a:gd name="connsiteX425-2581" fmla="*/ 154404 w 3079941"/>
                <a:gd name="connsiteY425-2582" fmla="*/ 356694 h 1160647"/>
                <a:gd name="connsiteX426-2583" fmla="*/ 158457 w 3079941"/>
                <a:gd name="connsiteY426-2584" fmla="*/ 328590 h 1160647"/>
                <a:gd name="connsiteX427-2585" fmla="*/ 160484 w 3079941"/>
                <a:gd name="connsiteY427-2586" fmla="*/ 328590 h 1160647"/>
                <a:gd name="connsiteX428-2587" fmla="*/ 174671 w 3079941"/>
                <a:gd name="connsiteY428-2588" fmla="*/ 328590 h 1160647"/>
                <a:gd name="connsiteX429-2589" fmla="*/ 211151 w 3079941"/>
                <a:gd name="connsiteY429-2590" fmla="*/ 246443 h 1160647"/>
                <a:gd name="connsiteX430-2591" fmla="*/ 215205 w 3079941"/>
                <a:gd name="connsiteY430-2592" fmla="*/ 0 h 1160647"/>
                <a:gd name="connsiteX0-2593" fmla="*/ 215205 w 3079941"/>
                <a:gd name="connsiteY0-2594" fmla="*/ 0 h 1160647"/>
                <a:gd name="connsiteX1-2595" fmla="*/ 217231 w 3079941"/>
                <a:gd name="connsiteY1-2596" fmla="*/ 246443 h 1160647"/>
                <a:gd name="connsiteX2-2597" fmla="*/ 255738 w 3079941"/>
                <a:gd name="connsiteY2-2598" fmla="*/ 326429 h 1160647"/>
                <a:gd name="connsiteX3-2599" fmla="*/ 257765 w 3079941"/>
                <a:gd name="connsiteY3-2600" fmla="*/ 326429 h 1160647"/>
                <a:gd name="connsiteX4-2601" fmla="*/ 271952 w 3079941"/>
                <a:gd name="connsiteY4-2602" fmla="*/ 326429 h 1160647"/>
                <a:gd name="connsiteX5-2603" fmla="*/ 271952 w 3079941"/>
                <a:gd name="connsiteY5-2604" fmla="*/ 350208 h 1160647"/>
                <a:gd name="connsiteX6-2605" fmla="*/ 272459 w 3079941"/>
                <a:gd name="connsiteY6-2606" fmla="*/ 351019 h 1160647"/>
                <a:gd name="connsiteX7-2607" fmla="*/ 276005 w 3079941"/>
                <a:gd name="connsiteY7-2608" fmla="*/ 356694 h 1160647"/>
                <a:gd name="connsiteX8-2609" fmla="*/ 276005 w 3079941"/>
                <a:gd name="connsiteY8-2610" fmla="*/ 471268 h 1160647"/>
                <a:gd name="connsiteX9-2611" fmla="*/ 278285 w 3079941"/>
                <a:gd name="connsiteY9-2612" fmla="*/ 471268 h 1160647"/>
                <a:gd name="connsiteX10-2613" fmla="*/ 294246 w 3079941"/>
                <a:gd name="connsiteY10-2614" fmla="*/ 471268 h 1160647"/>
                <a:gd name="connsiteX11-2615" fmla="*/ 294246 w 3079941"/>
                <a:gd name="connsiteY11-2616" fmla="*/ 611783 h 1160647"/>
                <a:gd name="connsiteX12-2617" fmla="*/ 295766 w 3079941"/>
                <a:gd name="connsiteY12-2618" fmla="*/ 611513 h 1160647"/>
                <a:gd name="connsiteX13-2619" fmla="*/ 306406 w 3079941"/>
                <a:gd name="connsiteY13-2620" fmla="*/ 609622 h 1160647"/>
                <a:gd name="connsiteX14-2621" fmla="*/ 304379 w 3079941"/>
                <a:gd name="connsiteY14-2622" fmla="*/ 698254 h 1160647"/>
                <a:gd name="connsiteX15-2623" fmla="*/ 305899 w 3079941"/>
                <a:gd name="connsiteY15-2624" fmla="*/ 698525 h 1160647"/>
                <a:gd name="connsiteX16-2625" fmla="*/ 316539 w 3079941"/>
                <a:gd name="connsiteY16-2626" fmla="*/ 700416 h 1160647"/>
                <a:gd name="connsiteX17-2627" fmla="*/ 316792 w 3079941"/>
                <a:gd name="connsiteY17-2628" fmla="*/ 701227 h 1160647"/>
                <a:gd name="connsiteX18-2629" fmla="*/ 318566 w 3079941"/>
                <a:gd name="connsiteY18-2630" fmla="*/ 706902 h 1160647"/>
                <a:gd name="connsiteX19-2631" fmla="*/ 319326 w 3079941"/>
                <a:gd name="connsiteY19-2632" fmla="*/ 704470 h 1160647"/>
                <a:gd name="connsiteX20-2633" fmla="*/ 324646 w 3079941"/>
                <a:gd name="connsiteY20-2634" fmla="*/ 687446 h 1160647"/>
                <a:gd name="connsiteX21-2635" fmla="*/ 326419 w 3079941"/>
                <a:gd name="connsiteY21-2636" fmla="*/ 687446 h 1160647"/>
                <a:gd name="connsiteX22-2637" fmla="*/ 338833 w 3079941"/>
                <a:gd name="connsiteY22-2638" fmla="*/ 687446 h 1160647"/>
                <a:gd name="connsiteX23-2639" fmla="*/ 338833 w 3079941"/>
                <a:gd name="connsiteY23-2640" fmla="*/ 719872 h 1160647"/>
                <a:gd name="connsiteX24-2641" fmla="*/ 339846 w 3079941"/>
                <a:gd name="connsiteY24-2642" fmla="*/ 720413 h 1160647"/>
                <a:gd name="connsiteX25-2643" fmla="*/ 346940 w 3079941"/>
                <a:gd name="connsiteY25-2644" fmla="*/ 724196 h 1160647"/>
                <a:gd name="connsiteX26-2645" fmla="*/ 346940 w 3079941"/>
                <a:gd name="connsiteY26-2646" fmla="*/ 725547 h 1160647"/>
                <a:gd name="connsiteX27-2647" fmla="*/ 346940 w 3079941"/>
                <a:gd name="connsiteY27-2648" fmla="*/ 735005 h 1160647"/>
                <a:gd name="connsiteX28-2649" fmla="*/ 391527 w 3079941"/>
                <a:gd name="connsiteY28-2650" fmla="*/ 735005 h 1160647"/>
                <a:gd name="connsiteX29-2651" fmla="*/ 391527 w 3079941"/>
                <a:gd name="connsiteY29-2652" fmla="*/ 736086 h 1160647"/>
                <a:gd name="connsiteX30-2653" fmla="*/ 391527 w 3079941"/>
                <a:gd name="connsiteY30-2654" fmla="*/ 743652 h 1160647"/>
                <a:gd name="connsiteX31-2655" fmla="*/ 393553 w 3079941"/>
                <a:gd name="connsiteY31-2656" fmla="*/ 743652 h 1160647"/>
                <a:gd name="connsiteX32-2657" fmla="*/ 407740 w 3079941"/>
                <a:gd name="connsiteY32-2658" fmla="*/ 743652 h 1160647"/>
                <a:gd name="connsiteX33-2659" fmla="*/ 407740 w 3079941"/>
                <a:gd name="connsiteY33-2660" fmla="*/ 713387 h 1160647"/>
                <a:gd name="connsiteX34-2661" fmla="*/ 452327 w 3079941"/>
                <a:gd name="connsiteY34-2662" fmla="*/ 713387 h 1160647"/>
                <a:gd name="connsiteX35-2663" fmla="*/ 452327 w 3079941"/>
                <a:gd name="connsiteY35-2664" fmla="*/ 712036 h 1160647"/>
                <a:gd name="connsiteX36-2665" fmla="*/ 452327 w 3079941"/>
                <a:gd name="connsiteY36-2666" fmla="*/ 702578 h 1160647"/>
                <a:gd name="connsiteX37-2667" fmla="*/ 453341 w 3079941"/>
                <a:gd name="connsiteY37-2668" fmla="*/ 702578 h 1160647"/>
                <a:gd name="connsiteX38-2669" fmla="*/ 460434 w 3079941"/>
                <a:gd name="connsiteY38-2670" fmla="*/ 702578 h 1160647"/>
                <a:gd name="connsiteX39-2671" fmla="*/ 460434 w 3079941"/>
                <a:gd name="connsiteY39-2672" fmla="*/ 700687 h 1160647"/>
                <a:gd name="connsiteX40-2673" fmla="*/ 460434 w 3079941"/>
                <a:gd name="connsiteY40-2674" fmla="*/ 687446 h 1160647"/>
                <a:gd name="connsiteX41-2675" fmla="*/ 461194 w 3079941"/>
                <a:gd name="connsiteY41-2676" fmla="*/ 687446 h 1160647"/>
                <a:gd name="connsiteX42-2677" fmla="*/ 466514 w 3079941"/>
                <a:gd name="connsiteY42-2678" fmla="*/ 687446 h 1160647"/>
                <a:gd name="connsiteX43-2679" fmla="*/ 466514 w 3079941"/>
                <a:gd name="connsiteY43-2680" fmla="*/ 686365 h 1160647"/>
                <a:gd name="connsiteX44-2681" fmla="*/ 466514 w 3079941"/>
                <a:gd name="connsiteY44-2682" fmla="*/ 678798 h 1160647"/>
                <a:gd name="connsiteX45-2683" fmla="*/ 468541 w 3079941"/>
                <a:gd name="connsiteY45-2684" fmla="*/ 678798 h 1160647"/>
                <a:gd name="connsiteX46-2685" fmla="*/ 482728 w 3079941"/>
                <a:gd name="connsiteY46-2686" fmla="*/ 678798 h 1160647"/>
                <a:gd name="connsiteX47-2687" fmla="*/ 482728 w 3079941"/>
                <a:gd name="connsiteY47-2688" fmla="*/ 679879 h 1160647"/>
                <a:gd name="connsiteX48-2689" fmla="*/ 482728 w 3079941"/>
                <a:gd name="connsiteY48-2690" fmla="*/ 687446 h 1160647"/>
                <a:gd name="connsiteX49-2691" fmla="*/ 505021 w 3079941"/>
                <a:gd name="connsiteY49-2692" fmla="*/ 687446 h 1160647"/>
                <a:gd name="connsiteX50-2693" fmla="*/ 505021 w 3079941"/>
                <a:gd name="connsiteY50-2694" fmla="*/ 685554 h 1160647"/>
                <a:gd name="connsiteX51-2695" fmla="*/ 505021 w 3079941"/>
                <a:gd name="connsiteY51-2696" fmla="*/ 672313 h 1160647"/>
                <a:gd name="connsiteX52-2697" fmla="*/ 506795 w 3079941"/>
                <a:gd name="connsiteY52-2698" fmla="*/ 672313 h 1160647"/>
                <a:gd name="connsiteX53-2699" fmla="*/ 519208 w 3079941"/>
                <a:gd name="connsiteY53-2700" fmla="*/ 672313 h 1160647"/>
                <a:gd name="connsiteX54-2701" fmla="*/ 519208 w 3079941"/>
                <a:gd name="connsiteY54-2702" fmla="*/ 696093 h 1160647"/>
                <a:gd name="connsiteX55-2703" fmla="*/ 520222 w 3079941"/>
                <a:gd name="connsiteY55-2704" fmla="*/ 696093 h 1160647"/>
                <a:gd name="connsiteX56-2705" fmla="*/ 527315 w 3079941"/>
                <a:gd name="connsiteY56-2706" fmla="*/ 696093 h 1160647"/>
                <a:gd name="connsiteX57-2707" fmla="*/ 527315 w 3079941"/>
                <a:gd name="connsiteY57-2708" fmla="*/ 695012 h 1160647"/>
                <a:gd name="connsiteX58-2709" fmla="*/ 527315 w 3079941"/>
                <a:gd name="connsiteY58-2710" fmla="*/ 687446 h 1160647"/>
                <a:gd name="connsiteX59-2711" fmla="*/ 529088 w 3079941"/>
                <a:gd name="connsiteY59-2712" fmla="*/ 687446 h 1160647"/>
                <a:gd name="connsiteX60-2713" fmla="*/ 541502 w 3079941"/>
                <a:gd name="connsiteY60-2714" fmla="*/ 687446 h 1160647"/>
                <a:gd name="connsiteX61-2715" fmla="*/ 541502 w 3079941"/>
                <a:gd name="connsiteY61-2716" fmla="*/ 713387 h 1160647"/>
                <a:gd name="connsiteX62-2717" fmla="*/ 543529 w 3079941"/>
                <a:gd name="connsiteY62-2718" fmla="*/ 713387 h 1160647"/>
                <a:gd name="connsiteX63-2719" fmla="*/ 557715 w 3079941"/>
                <a:gd name="connsiteY63-2720" fmla="*/ 713387 h 1160647"/>
                <a:gd name="connsiteX64-2721" fmla="*/ 557715 w 3079941"/>
                <a:gd name="connsiteY64-2722" fmla="*/ 715008 h 1160647"/>
                <a:gd name="connsiteX65-2723" fmla="*/ 557715 w 3079941"/>
                <a:gd name="connsiteY65-2724" fmla="*/ 726358 h 1160647"/>
                <a:gd name="connsiteX66-2725" fmla="*/ 558475 w 3079941"/>
                <a:gd name="connsiteY66-2726" fmla="*/ 726358 h 1160647"/>
                <a:gd name="connsiteX67-2727" fmla="*/ 563796 w 3079941"/>
                <a:gd name="connsiteY67-2728" fmla="*/ 726358 h 1160647"/>
                <a:gd name="connsiteX68-2729" fmla="*/ 563796 w 3079941"/>
                <a:gd name="connsiteY68-2730" fmla="*/ 725547 h 1160647"/>
                <a:gd name="connsiteX69-2731" fmla="*/ 563796 w 3079941"/>
                <a:gd name="connsiteY69-2732" fmla="*/ 719872 h 1160647"/>
                <a:gd name="connsiteX70-2733" fmla="*/ 594196 w 3079941"/>
                <a:gd name="connsiteY70-2734" fmla="*/ 719872 h 1160647"/>
                <a:gd name="connsiteX71-2735" fmla="*/ 594196 w 3079941"/>
                <a:gd name="connsiteY71-2736" fmla="*/ 743652 h 1160647"/>
                <a:gd name="connsiteX72-2737" fmla="*/ 595209 w 3079941"/>
                <a:gd name="connsiteY72-2738" fmla="*/ 743652 h 1160647"/>
                <a:gd name="connsiteX73-2739" fmla="*/ 602303 w 3079941"/>
                <a:gd name="connsiteY73-2740" fmla="*/ 743652 h 1160647"/>
                <a:gd name="connsiteX74-2741" fmla="*/ 602303 w 3079941"/>
                <a:gd name="connsiteY74-2742" fmla="*/ 744733 h 1160647"/>
                <a:gd name="connsiteX75-2743" fmla="*/ 602303 w 3079941"/>
                <a:gd name="connsiteY75-2744" fmla="*/ 752299 h 1160647"/>
                <a:gd name="connsiteX76-2745" fmla="*/ 603063 w 3079941"/>
                <a:gd name="connsiteY76-2746" fmla="*/ 752299 h 1160647"/>
                <a:gd name="connsiteX77-2747" fmla="*/ 608383 w 3079941"/>
                <a:gd name="connsiteY77-2748" fmla="*/ 752299 h 1160647"/>
                <a:gd name="connsiteX78-2749" fmla="*/ 608383 w 3079941"/>
                <a:gd name="connsiteY78-2750" fmla="*/ 750137 h 1160647"/>
                <a:gd name="connsiteX79-2751" fmla="*/ 608383 w 3079941"/>
                <a:gd name="connsiteY79-2752" fmla="*/ 735005 h 1160647"/>
                <a:gd name="connsiteX80-2753" fmla="*/ 609396 w 3079941"/>
                <a:gd name="connsiteY80-2754" fmla="*/ 735005 h 1160647"/>
                <a:gd name="connsiteX81-2755" fmla="*/ 616490 w 3079941"/>
                <a:gd name="connsiteY81-2756" fmla="*/ 735005 h 1160647"/>
                <a:gd name="connsiteX82-2757" fmla="*/ 616490 w 3079941"/>
                <a:gd name="connsiteY82-2758" fmla="*/ 736086 h 1160647"/>
                <a:gd name="connsiteX83-2759" fmla="*/ 616490 w 3079941"/>
                <a:gd name="connsiteY83-2760" fmla="*/ 743652 h 1160647"/>
                <a:gd name="connsiteX84-2761" fmla="*/ 621810 w 3079941"/>
                <a:gd name="connsiteY84-2762" fmla="*/ 741659 h 1160647"/>
                <a:gd name="connsiteX85-2763" fmla="*/ 622570 w 3079941"/>
                <a:gd name="connsiteY85-2764" fmla="*/ 740679 h 1160647"/>
                <a:gd name="connsiteX86-2765" fmla="*/ 622570 w 3079941"/>
                <a:gd name="connsiteY86-2766" fmla="*/ 735005 h 1160647"/>
                <a:gd name="connsiteX87-2767" fmla="*/ 661077 w 3079941"/>
                <a:gd name="connsiteY87-2768" fmla="*/ 735005 h 1160647"/>
                <a:gd name="connsiteX88-2769" fmla="*/ 661077 w 3079941"/>
                <a:gd name="connsiteY88-2770" fmla="*/ 758784 h 1160647"/>
                <a:gd name="connsiteX89-2771" fmla="*/ 663103 w 3079941"/>
                <a:gd name="connsiteY89-2772" fmla="*/ 758784 h 1160647"/>
                <a:gd name="connsiteX90-2773" fmla="*/ 677290 w 3079941"/>
                <a:gd name="connsiteY90-2774" fmla="*/ 758784 h 1160647"/>
                <a:gd name="connsiteX91-2775" fmla="*/ 677290 w 3079941"/>
                <a:gd name="connsiteY91-2776" fmla="*/ 759865 h 1160647"/>
                <a:gd name="connsiteX92-2777" fmla="*/ 677290 w 3079941"/>
                <a:gd name="connsiteY92-2778" fmla="*/ 767431 h 1160647"/>
                <a:gd name="connsiteX93-2779" fmla="*/ 679064 w 3079941"/>
                <a:gd name="connsiteY93-2780" fmla="*/ 767431 h 1160647"/>
                <a:gd name="connsiteX94-2781" fmla="*/ 691477 w 3079941"/>
                <a:gd name="connsiteY94-2782" fmla="*/ 767431 h 1160647"/>
                <a:gd name="connsiteX95-2783" fmla="*/ 691477 w 3079941"/>
                <a:gd name="connsiteY95-2784" fmla="*/ 743652 h 1160647"/>
                <a:gd name="connsiteX96-2785" fmla="*/ 692490 w 3079941"/>
                <a:gd name="connsiteY96-2786" fmla="*/ 743652 h 1160647"/>
                <a:gd name="connsiteX97-2787" fmla="*/ 699584 w 3079941"/>
                <a:gd name="connsiteY97-2788" fmla="*/ 743652 h 1160647"/>
                <a:gd name="connsiteX98-2789" fmla="*/ 699584 w 3079941"/>
                <a:gd name="connsiteY98-2790" fmla="*/ 711225 h 1160647"/>
                <a:gd name="connsiteX99-2791" fmla="*/ 700597 w 3079941"/>
                <a:gd name="connsiteY99-2792" fmla="*/ 711225 h 1160647"/>
                <a:gd name="connsiteX100-2793" fmla="*/ 707691 w 3079941"/>
                <a:gd name="connsiteY100-2794" fmla="*/ 711225 h 1160647"/>
                <a:gd name="connsiteX101-2795" fmla="*/ 707691 w 3079941"/>
                <a:gd name="connsiteY101-2796" fmla="*/ 709334 h 1160647"/>
                <a:gd name="connsiteX102-2797" fmla="*/ 707691 w 3079941"/>
                <a:gd name="connsiteY102-2798" fmla="*/ 696093 h 1160647"/>
                <a:gd name="connsiteX103-2799" fmla="*/ 706424 w 3079941"/>
                <a:gd name="connsiteY103-2800" fmla="*/ 694471 h 1160647"/>
                <a:gd name="connsiteX104-2801" fmla="*/ 711744 w 3079941"/>
                <a:gd name="connsiteY104-2802" fmla="*/ 683122 h 1160647"/>
                <a:gd name="connsiteX105-2803" fmla="*/ 719851 w 3079941"/>
                <a:gd name="connsiteY105-2804" fmla="*/ 711225 h 1160647"/>
                <a:gd name="connsiteX106-2805" fmla="*/ 720611 w 3079941"/>
                <a:gd name="connsiteY106-2806" fmla="*/ 711225 h 1160647"/>
                <a:gd name="connsiteX107-2807" fmla="*/ 725931 w 3079941"/>
                <a:gd name="connsiteY107-2808" fmla="*/ 711225 h 1160647"/>
                <a:gd name="connsiteX108-2809" fmla="*/ 725931 w 3079941"/>
                <a:gd name="connsiteY108-2810" fmla="*/ 605298 h 1160647"/>
                <a:gd name="connsiteX109-2811" fmla="*/ 727451 w 3079941"/>
                <a:gd name="connsiteY109-2812" fmla="*/ 605298 h 1160647"/>
                <a:gd name="connsiteX110-2813" fmla="*/ 738091 w 3079941"/>
                <a:gd name="connsiteY110-2814" fmla="*/ 605298 h 1160647"/>
                <a:gd name="connsiteX111-2815" fmla="*/ 738091 w 3079941"/>
                <a:gd name="connsiteY111-2816" fmla="*/ 557739 h 1160647"/>
                <a:gd name="connsiteX112-2817" fmla="*/ 764438 w 3079941"/>
                <a:gd name="connsiteY112-2818" fmla="*/ 557739 h 1160647"/>
                <a:gd name="connsiteX113-2819" fmla="*/ 764438 w 3079941"/>
                <a:gd name="connsiteY113-2820" fmla="*/ 536121 h 1160647"/>
                <a:gd name="connsiteX114-2821" fmla="*/ 798892 w 3079941"/>
                <a:gd name="connsiteY114-2822" fmla="*/ 536121 h 1160647"/>
                <a:gd name="connsiteX115-2823" fmla="*/ 798892 w 3079941"/>
                <a:gd name="connsiteY115-2824" fmla="*/ 538553 h 1160647"/>
                <a:gd name="connsiteX116-2825" fmla="*/ 798892 w 3079941"/>
                <a:gd name="connsiteY116-2826" fmla="*/ 555577 h 1160647"/>
                <a:gd name="connsiteX117-2827" fmla="*/ 801172 w 3079941"/>
                <a:gd name="connsiteY117-2828" fmla="*/ 555577 h 1160647"/>
                <a:gd name="connsiteX118-2829" fmla="*/ 817132 w 3079941"/>
                <a:gd name="connsiteY118-2830" fmla="*/ 555577 h 1160647"/>
                <a:gd name="connsiteX119-2831" fmla="*/ 817132 w 3079941"/>
                <a:gd name="connsiteY119-2832" fmla="*/ 603136 h 1160647"/>
                <a:gd name="connsiteX120-2833" fmla="*/ 818145 w 3079941"/>
                <a:gd name="connsiteY120-2834" fmla="*/ 603136 h 1160647"/>
                <a:gd name="connsiteX121-2835" fmla="*/ 825239 w 3079941"/>
                <a:gd name="connsiteY121-2836" fmla="*/ 603136 h 1160647"/>
                <a:gd name="connsiteX122-2837" fmla="*/ 839426 w 3079941"/>
                <a:gd name="connsiteY122-2838" fmla="*/ 607460 h 1160647"/>
                <a:gd name="connsiteX123-2839" fmla="*/ 839426 w 3079941"/>
                <a:gd name="connsiteY123-2840" fmla="*/ 646372 h 1160647"/>
                <a:gd name="connsiteX124-2841" fmla="*/ 840439 w 3079941"/>
                <a:gd name="connsiteY124-2842" fmla="*/ 646372 h 1160647"/>
                <a:gd name="connsiteX125-2843" fmla="*/ 847532 w 3079941"/>
                <a:gd name="connsiteY125-2844" fmla="*/ 646372 h 1160647"/>
                <a:gd name="connsiteX126-2845" fmla="*/ 847532 w 3079941"/>
                <a:gd name="connsiteY126-2846" fmla="*/ 647993 h 1160647"/>
                <a:gd name="connsiteX127-2847" fmla="*/ 847532 w 3079941"/>
                <a:gd name="connsiteY127-2848" fmla="*/ 659342 h 1160647"/>
                <a:gd name="connsiteX128-2849" fmla="*/ 849559 w 3079941"/>
                <a:gd name="connsiteY128-2850" fmla="*/ 659342 h 1160647"/>
                <a:gd name="connsiteX129-2851" fmla="*/ 863746 w 3079941"/>
                <a:gd name="connsiteY129-2852" fmla="*/ 659342 h 1160647"/>
                <a:gd name="connsiteX130-2853" fmla="*/ 869826 w 3079941"/>
                <a:gd name="connsiteY130-2854" fmla="*/ 665828 h 1160647"/>
                <a:gd name="connsiteX131-2855" fmla="*/ 869826 w 3079941"/>
                <a:gd name="connsiteY131-2856" fmla="*/ 687446 h 1160647"/>
                <a:gd name="connsiteX132-2857" fmla="*/ 872106 w 3079941"/>
                <a:gd name="connsiteY132-2858" fmla="*/ 687446 h 1160647"/>
                <a:gd name="connsiteX133-2859" fmla="*/ 888066 w 3079941"/>
                <a:gd name="connsiteY133-2860" fmla="*/ 687446 h 1160647"/>
                <a:gd name="connsiteX134-2861" fmla="*/ 888066 w 3079941"/>
                <a:gd name="connsiteY134-2862" fmla="*/ 688526 h 1160647"/>
                <a:gd name="connsiteX135-2863" fmla="*/ 888066 w 3079941"/>
                <a:gd name="connsiteY135-2864" fmla="*/ 696093 h 1160647"/>
                <a:gd name="connsiteX136-2865" fmla="*/ 889333 w 3079941"/>
                <a:gd name="connsiteY136-2866" fmla="*/ 696093 h 1160647"/>
                <a:gd name="connsiteX137-2867" fmla="*/ 898200 w 3079941"/>
                <a:gd name="connsiteY137-2868" fmla="*/ 696093 h 1160647"/>
                <a:gd name="connsiteX138-2869" fmla="*/ 898200 w 3079941"/>
                <a:gd name="connsiteY138-2870" fmla="*/ 698254 h 1160647"/>
                <a:gd name="connsiteX139-2871" fmla="*/ 898200 w 3079941"/>
                <a:gd name="connsiteY139-2872" fmla="*/ 713387 h 1160647"/>
                <a:gd name="connsiteX140-2873" fmla="*/ 902253 w 3079941"/>
                <a:gd name="connsiteY140-2874" fmla="*/ 711495 h 1160647"/>
                <a:gd name="connsiteX141-2875" fmla="*/ 902253 w 3079941"/>
                <a:gd name="connsiteY141-2876" fmla="*/ 698254 h 1160647"/>
                <a:gd name="connsiteX142-2877" fmla="*/ 903266 w 3079941"/>
                <a:gd name="connsiteY142-2878" fmla="*/ 698254 h 1160647"/>
                <a:gd name="connsiteX143-2879" fmla="*/ 910360 w 3079941"/>
                <a:gd name="connsiteY143-2880" fmla="*/ 698254 h 1160647"/>
                <a:gd name="connsiteX144-2881" fmla="*/ 910360 w 3079941"/>
                <a:gd name="connsiteY144-2882" fmla="*/ 699876 h 1160647"/>
                <a:gd name="connsiteX145-2883" fmla="*/ 910360 w 3079941"/>
                <a:gd name="connsiteY145-2884" fmla="*/ 711225 h 1160647"/>
                <a:gd name="connsiteX146-2885" fmla="*/ 911120 w 3079941"/>
                <a:gd name="connsiteY146-2886" fmla="*/ 711225 h 1160647"/>
                <a:gd name="connsiteX147-2887" fmla="*/ 916440 w 3079941"/>
                <a:gd name="connsiteY147-2888" fmla="*/ 711225 h 1160647"/>
                <a:gd name="connsiteX148-2889" fmla="*/ 965080 w 3079941"/>
                <a:gd name="connsiteY148-2890" fmla="*/ 706902 h 1160647"/>
                <a:gd name="connsiteX149-2891" fmla="*/ 965080 w 3079941"/>
                <a:gd name="connsiteY149-2892" fmla="*/ 708253 h 1160647"/>
                <a:gd name="connsiteX150-2893" fmla="*/ 965080 w 3079941"/>
                <a:gd name="connsiteY150-2894" fmla="*/ 717710 h 1160647"/>
                <a:gd name="connsiteX151-2895" fmla="*/ 965840 w 3079941"/>
                <a:gd name="connsiteY151-2896" fmla="*/ 717710 h 1160647"/>
                <a:gd name="connsiteX152-2897" fmla="*/ 971161 w 3079941"/>
                <a:gd name="connsiteY152-2898" fmla="*/ 717710 h 1160647"/>
                <a:gd name="connsiteX153-2899" fmla="*/ 971161 w 3079941"/>
                <a:gd name="connsiteY153-2900" fmla="*/ 719872 h 1160647"/>
                <a:gd name="connsiteX154-2901" fmla="*/ 971161 w 3079941"/>
                <a:gd name="connsiteY154-2902" fmla="*/ 735005 h 1160647"/>
                <a:gd name="connsiteX155-2903" fmla="*/ 973187 w 3079941"/>
                <a:gd name="connsiteY155-2904" fmla="*/ 733654 h 1160647"/>
                <a:gd name="connsiteX156-2905" fmla="*/ 987374 w 3079941"/>
                <a:gd name="connsiteY156-2906" fmla="*/ 724196 h 1160647"/>
                <a:gd name="connsiteX157-2907" fmla="*/ 993454 w 3079941"/>
                <a:gd name="connsiteY157-2908" fmla="*/ 683122 h 1160647"/>
                <a:gd name="connsiteX158-2909" fmla="*/ 994214 w 3079941"/>
                <a:gd name="connsiteY158-2910" fmla="*/ 682852 h 1160647"/>
                <a:gd name="connsiteX159-2911" fmla="*/ 999534 w 3079941"/>
                <a:gd name="connsiteY159-2912" fmla="*/ 680960 h 1160647"/>
                <a:gd name="connsiteX160-2913" fmla="*/ 1001561 w 3079941"/>
                <a:gd name="connsiteY160-2914" fmla="*/ 611783 h 1160647"/>
                <a:gd name="connsiteX161-2915" fmla="*/ 1003588 w 3079941"/>
                <a:gd name="connsiteY161-2916" fmla="*/ 680960 h 1160647"/>
                <a:gd name="connsiteX162-2917" fmla="*/ 1004348 w 3079941"/>
                <a:gd name="connsiteY162-2918" fmla="*/ 681230 h 1160647"/>
                <a:gd name="connsiteX163-2919" fmla="*/ 1009668 w 3079941"/>
                <a:gd name="connsiteY163-2920" fmla="*/ 683122 h 1160647"/>
                <a:gd name="connsiteX164-2921" fmla="*/ 1009668 w 3079941"/>
                <a:gd name="connsiteY164-2922" fmla="*/ 596651 h 1160647"/>
                <a:gd name="connsiteX165-2923" fmla="*/ 1013721 w 3079941"/>
                <a:gd name="connsiteY165-2924" fmla="*/ 564224 h 1160647"/>
                <a:gd name="connsiteX166-2925" fmla="*/ 1052228 w 3079941"/>
                <a:gd name="connsiteY166-2926" fmla="*/ 564224 h 1160647"/>
                <a:gd name="connsiteX167-2927" fmla="*/ 1052228 w 3079941"/>
                <a:gd name="connsiteY167-2928" fmla="*/ 596651 h 1160647"/>
                <a:gd name="connsiteX168-2929" fmla="*/ 1052988 w 3079941"/>
                <a:gd name="connsiteY168-2930" fmla="*/ 596651 h 1160647"/>
                <a:gd name="connsiteX169-2931" fmla="*/ 1058308 w 3079941"/>
                <a:gd name="connsiteY169-2932" fmla="*/ 596651 h 1160647"/>
                <a:gd name="connsiteX170-2933" fmla="*/ 1058308 w 3079941"/>
                <a:gd name="connsiteY170-2934" fmla="*/ 514503 h 1160647"/>
                <a:gd name="connsiteX171-2935" fmla="*/ 1060082 w 3079941"/>
                <a:gd name="connsiteY171-2936" fmla="*/ 514503 h 1160647"/>
                <a:gd name="connsiteX172-2937" fmla="*/ 1072495 w 3079941"/>
                <a:gd name="connsiteY172-2938" fmla="*/ 514503 h 1160647"/>
                <a:gd name="connsiteX173-2939" fmla="*/ 1072495 w 3079941"/>
                <a:gd name="connsiteY173-2940" fmla="*/ 512612 h 1160647"/>
                <a:gd name="connsiteX174-2941" fmla="*/ 1072495 w 3079941"/>
                <a:gd name="connsiteY174-2942" fmla="*/ 499371 h 1160647"/>
                <a:gd name="connsiteX175-2943" fmla="*/ 1094789 w 3079941"/>
                <a:gd name="connsiteY175-2944" fmla="*/ 499371 h 1160647"/>
                <a:gd name="connsiteX176-2945" fmla="*/ 1094789 w 3079941"/>
                <a:gd name="connsiteY176-2946" fmla="*/ 498290 h 1160647"/>
                <a:gd name="connsiteX177-2947" fmla="*/ 1094789 w 3079941"/>
                <a:gd name="connsiteY177-2948" fmla="*/ 490724 h 1160647"/>
                <a:gd name="connsiteX178-2949" fmla="*/ 1096562 w 3079941"/>
                <a:gd name="connsiteY178-2950" fmla="*/ 490724 h 1160647"/>
                <a:gd name="connsiteX179-2951" fmla="*/ 1108976 w 3079941"/>
                <a:gd name="connsiteY179-2952" fmla="*/ 490724 h 1160647"/>
                <a:gd name="connsiteX180-2953" fmla="*/ 1108976 w 3079941"/>
                <a:gd name="connsiteY180-2954" fmla="*/ 491805 h 1160647"/>
                <a:gd name="connsiteX181-2955" fmla="*/ 1108976 w 3079941"/>
                <a:gd name="connsiteY181-2956" fmla="*/ 499371 h 1160647"/>
                <a:gd name="connsiteX182-2957" fmla="*/ 1109736 w 3079941"/>
                <a:gd name="connsiteY182-2958" fmla="*/ 499371 h 1160647"/>
                <a:gd name="connsiteX183-2959" fmla="*/ 1115056 w 3079941"/>
                <a:gd name="connsiteY183-2960" fmla="*/ 499371 h 1160647"/>
                <a:gd name="connsiteX184-2961" fmla="*/ 1125189 w 3079941"/>
                <a:gd name="connsiteY184-2962" fmla="*/ 495047 h 1160647"/>
                <a:gd name="connsiteX185-2963" fmla="*/ 1129242 w 3079941"/>
                <a:gd name="connsiteY185-2964" fmla="*/ 498290 h 1160647"/>
                <a:gd name="connsiteX186-2965" fmla="*/ 1129242 w 3079941"/>
                <a:gd name="connsiteY186-2966" fmla="*/ 490724 h 1160647"/>
                <a:gd name="connsiteX187-2967" fmla="*/ 1131522 w 3079941"/>
                <a:gd name="connsiteY187-2968" fmla="*/ 490724 h 1160647"/>
                <a:gd name="connsiteX188-2969" fmla="*/ 1147483 w 3079941"/>
                <a:gd name="connsiteY188-2970" fmla="*/ 490724 h 1160647"/>
                <a:gd name="connsiteX189-2971" fmla="*/ 1147483 w 3079941"/>
                <a:gd name="connsiteY189-2972" fmla="*/ 491805 h 1160647"/>
                <a:gd name="connsiteX190-2973" fmla="*/ 1147483 w 3079941"/>
                <a:gd name="connsiteY190-2974" fmla="*/ 499371 h 1160647"/>
                <a:gd name="connsiteX191-2975" fmla="*/ 1177883 w 3079941"/>
                <a:gd name="connsiteY191-2976" fmla="*/ 499371 h 1160647"/>
                <a:gd name="connsiteX192-2977" fmla="*/ 1177883 w 3079941"/>
                <a:gd name="connsiteY192-2978" fmla="*/ 500992 h 1160647"/>
                <a:gd name="connsiteX193-2979" fmla="*/ 1177883 w 3079941"/>
                <a:gd name="connsiteY193-2980" fmla="*/ 512342 h 1160647"/>
                <a:gd name="connsiteX194-2981" fmla="*/ 1204230 w 3079941"/>
                <a:gd name="connsiteY194-2982" fmla="*/ 512342 h 1160647"/>
                <a:gd name="connsiteX195-2983" fmla="*/ 1204230 w 3079941"/>
                <a:gd name="connsiteY195-2984" fmla="*/ 542606 h 1160647"/>
                <a:gd name="connsiteX196-2985" fmla="*/ 1204990 w 3079941"/>
                <a:gd name="connsiteY196-2986" fmla="*/ 542606 h 1160647"/>
                <a:gd name="connsiteX197-2987" fmla="*/ 1210310 w 3079941"/>
                <a:gd name="connsiteY197-2988" fmla="*/ 542606 h 1160647"/>
                <a:gd name="connsiteX198-2989" fmla="*/ 1210310 w 3079941"/>
                <a:gd name="connsiteY198-2990" fmla="*/ 543687 h 1160647"/>
                <a:gd name="connsiteX199-2991" fmla="*/ 1210310 w 3079941"/>
                <a:gd name="connsiteY199-2992" fmla="*/ 551254 h 1160647"/>
                <a:gd name="connsiteX200-2993" fmla="*/ 1214364 w 3079941"/>
                <a:gd name="connsiteY200-2994" fmla="*/ 581518 h 1160647"/>
                <a:gd name="connsiteX201-2995" fmla="*/ 1215124 w 3079941"/>
                <a:gd name="connsiteY201-2996" fmla="*/ 581518 h 1160647"/>
                <a:gd name="connsiteX202-2997" fmla="*/ 1220444 w 3079941"/>
                <a:gd name="connsiteY202-2998" fmla="*/ 581518 h 1160647"/>
                <a:gd name="connsiteX203-2999" fmla="*/ 1220444 w 3079941"/>
                <a:gd name="connsiteY203-3000" fmla="*/ 582329 h 1160647"/>
                <a:gd name="connsiteX204-3001" fmla="*/ 1220444 w 3079941"/>
                <a:gd name="connsiteY204-3002" fmla="*/ 588004 h 1160647"/>
                <a:gd name="connsiteX205-3003" fmla="*/ 1221457 w 3079941"/>
                <a:gd name="connsiteY205-3004" fmla="*/ 588004 h 1160647"/>
                <a:gd name="connsiteX206-3005" fmla="*/ 1228550 w 3079941"/>
                <a:gd name="connsiteY206-3006" fmla="*/ 588004 h 1160647"/>
                <a:gd name="connsiteX207-3007" fmla="*/ 1228550 w 3079941"/>
                <a:gd name="connsiteY207-3008" fmla="*/ 618269 h 1160647"/>
                <a:gd name="connsiteX208-3009" fmla="*/ 1230577 w 3079941"/>
                <a:gd name="connsiteY208-3010" fmla="*/ 618269 h 1160647"/>
                <a:gd name="connsiteX209-3011" fmla="*/ 1244764 w 3079941"/>
                <a:gd name="connsiteY209-3012" fmla="*/ 618269 h 1160647"/>
                <a:gd name="connsiteX210-3013" fmla="*/ 1244764 w 3079941"/>
                <a:gd name="connsiteY210-3014" fmla="*/ 642048 h 1160647"/>
                <a:gd name="connsiteX211-3015" fmla="*/ 1246791 w 3079941"/>
                <a:gd name="connsiteY211-3016" fmla="*/ 643669 h 1160647"/>
                <a:gd name="connsiteX212-3017" fmla="*/ 1246791 w 3079941"/>
                <a:gd name="connsiteY212-3018" fmla="*/ 655019 h 1160647"/>
                <a:gd name="connsiteX213-3019" fmla="*/ 1247551 w 3079941"/>
                <a:gd name="connsiteY213-3020" fmla="*/ 655019 h 1160647"/>
                <a:gd name="connsiteX214-3021" fmla="*/ 1252871 w 3079941"/>
                <a:gd name="connsiteY214-3022" fmla="*/ 655019 h 1160647"/>
                <a:gd name="connsiteX215-3023" fmla="*/ 1252871 w 3079941"/>
                <a:gd name="connsiteY215-3024" fmla="*/ 678798 h 1160647"/>
                <a:gd name="connsiteX216-3025" fmla="*/ 1254137 w 3079941"/>
                <a:gd name="connsiteY216-3026" fmla="*/ 678798 h 1160647"/>
                <a:gd name="connsiteX217-3027" fmla="*/ 1263004 w 3079941"/>
                <a:gd name="connsiteY217-3028" fmla="*/ 678798 h 1160647"/>
                <a:gd name="connsiteX218-3029" fmla="*/ 1265031 w 3079941"/>
                <a:gd name="connsiteY218-3030" fmla="*/ 682852 h 1160647"/>
                <a:gd name="connsiteX219-3031" fmla="*/ 1265031 w 3079941"/>
                <a:gd name="connsiteY219-3032" fmla="*/ 696093 h 1160647"/>
                <a:gd name="connsiteX220-3033" fmla="*/ 1266551 w 3079941"/>
                <a:gd name="connsiteY220-3034" fmla="*/ 694201 h 1160647"/>
                <a:gd name="connsiteX221-3035" fmla="*/ 1277191 w 3079941"/>
                <a:gd name="connsiteY221-3036" fmla="*/ 680960 h 1160647"/>
                <a:gd name="connsiteX222-3037" fmla="*/ 1305565 w 3079941"/>
                <a:gd name="connsiteY222-3038" fmla="*/ 680960 h 1160647"/>
                <a:gd name="connsiteX223-3039" fmla="*/ 1305565 w 3079941"/>
                <a:gd name="connsiteY223-3040" fmla="*/ 767431 h 1160647"/>
                <a:gd name="connsiteX224-3041" fmla="*/ 1306325 w 3079941"/>
                <a:gd name="connsiteY224-3042" fmla="*/ 767431 h 1160647"/>
                <a:gd name="connsiteX225-3043" fmla="*/ 1311645 w 3079941"/>
                <a:gd name="connsiteY225-3044" fmla="*/ 767431 h 1160647"/>
                <a:gd name="connsiteX226-3045" fmla="*/ 1312405 w 3079941"/>
                <a:gd name="connsiteY226-3046" fmla="*/ 766080 h 1160647"/>
                <a:gd name="connsiteX227-3047" fmla="*/ 1317725 w 3079941"/>
                <a:gd name="connsiteY227-3048" fmla="*/ 756622 h 1160647"/>
                <a:gd name="connsiteX228-3049" fmla="*/ 1317725 w 3079941"/>
                <a:gd name="connsiteY228-3050" fmla="*/ 758514 h 1160647"/>
                <a:gd name="connsiteX229-3051" fmla="*/ 1317725 w 3079941"/>
                <a:gd name="connsiteY229-3052" fmla="*/ 771755 h 1160647"/>
                <a:gd name="connsiteX230-3053" fmla="*/ 1321778 w 3079941"/>
                <a:gd name="connsiteY230-3054" fmla="*/ 726358 h 1160647"/>
                <a:gd name="connsiteX231-3055" fmla="*/ 1322538 w 3079941"/>
                <a:gd name="connsiteY231-3056" fmla="*/ 726358 h 1160647"/>
                <a:gd name="connsiteX232-3057" fmla="*/ 1327858 w 3079941"/>
                <a:gd name="connsiteY232-3058" fmla="*/ 726358 h 1160647"/>
                <a:gd name="connsiteX233-3059" fmla="*/ 1327858 w 3079941"/>
                <a:gd name="connsiteY233-3060" fmla="*/ 661504 h 1160647"/>
                <a:gd name="connsiteX234-3061" fmla="*/ 1328872 w 3079941"/>
                <a:gd name="connsiteY234-3062" fmla="*/ 661504 h 1160647"/>
                <a:gd name="connsiteX235-3063" fmla="*/ 1335965 w 3079941"/>
                <a:gd name="connsiteY235-3064" fmla="*/ 661504 h 1160647"/>
                <a:gd name="connsiteX236-3065" fmla="*/ 1348125 w 3079941"/>
                <a:gd name="connsiteY236-3066" fmla="*/ 618269 h 1160647"/>
                <a:gd name="connsiteX237-3067" fmla="*/ 1349392 w 3079941"/>
                <a:gd name="connsiteY237-3068" fmla="*/ 618269 h 1160647"/>
                <a:gd name="connsiteX238-3069" fmla="*/ 1358259 w 3079941"/>
                <a:gd name="connsiteY238-3070" fmla="*/ 618269 h 1160647"/>
                <a:gd name="connsiteX239-3071" fmla="*/ 1368392 w 3079941"/>
                <a:gd name="connsiteY239-3072" fmla="*/ 661504 h 1160647"/>
                <a:gd name="connsiteX240-3073" fmla="*/ 1369405 w 3079941"/>
                <a:gd name="connsiteY240-3074" fmla="*/ 661504 h 1160647"/>
                <a:gd name="connsiteX241-3075" fmla="*/ 1376499 w 3079941"/>
                <a:gd name="connsiteY241-3076" fmla="*/ 661504 h 1160647"/>
                <a:gd name="connsiteX242-3077" fmla="*/ 1376499 w 3079941"/>
                <a:gd name="connsiteY242-3078" fmla="*/ 700416 h 1160647"/>
                <a:gd name="connsiteX243-3079" fmla="*/ 1378272 w 3079941"/>
                <a:gd name="connsiteY243-3080" fmla="*/ 700416 h 1160647"/>
                <a:gd name="connsiteX244-3081" fmla="*/ 1390686 w 3079941"/>
                <a:gd name="connsiteY244-3082" fmla="*/ 700416 h 1160647"/>
                <a:gd name="connsiteX245-3083" fmla="*/ 1390686 w 3079941"/>
                <a:gd name="connsiteY245-3084" fmla="*/ 702578 h 1160647"/>
                <a:gd name="connsiteX246-3085" fmla="*/ 1390686 w 3079941"/>
                <a:gd name="connsiteY246-3086" fmla="*/ 717710 h 1160647"/>
                <a:gd name="connsiteX247-3087" fmla="*/ 1394739 w 3079941"/>
                <a:gd name="connsiteY247-3088" fmla="*/ 715549 h 1160647"/>
                <a:gd name="connsiteX248-3089" fmla="*/ 1394739 w 3079941"/>
                <a:gd name="connsiteY248-3090" fmla="*/ 700416 h 1160647"/>
                <a:gd name="connsiteX249-3091" fmla="*/ 1396259 w 3079941"/>
                <a:gd name="connsiteY249-3092" fmla="*/ 700416 h 1160647"/>
                <a:gd name="connsiteX250-3093" fmla="*/ 1406899 w 3079941"/>
                <a:gd name="connsiteY250-3094" fmla="*/ 700416 h 1160647"/>
                <a:gd name="connsiteX251-3095" fmla="*/ 1406899 w 3079941"/>
                <a:gd name="connsiteY251-3096" fmla="*/ 702037 h 1160647"/>
                <a:gd name="connsiteX252-3097" fmla="*/ 1406899 w 3079941"/>
                <a:gd name="connsiteY252-3098" fmla="*/ 713387 h 1160647"/>
                <a:gd name="connsiteX253-3099" fmla="*/ 1437300 w 3079941"/>
                <a:gd name="connsiteY253-3100" fmla="*/ 713387 h 1160647"/>
                <a:gd name="connsiteX254-3101" fmla="*/ 1437300 w 3079941"/>
                <a:gd name="connsiteY254-3102" fmla="*/ 676637 h 1160647"/>
                <a:gd name="connsiteX255-3103" fmla="*/ 1438566 w 3079941"/>
                <a:gd name="connsiteY255-3104" fmla="*/ 676637 h 1160647"/>
                <a:gd name="connsiteX256-3105" fmla="*/ 1447433 w 3079941"/>
                <a:gd name="connsiteY256-3106" fmla="*/ 676637 h 1160647"/>
                <a:gd name="connsiteX257-3107" fmla="*/ 1447433 w 3079941"/>
                <a:gd name="connsiteY257-3108" fmla="*/ 698254 h 1160647"/>
                <a:gd name="connsiteX258-3109" fmla="*/ 1449460 w 3079941"/>
                <a:gd name="connsiteY258-3110" fmla="*/ 665828 h 1160647"/>
                <a:gd name="connsiteX259-3111" fmla="*/ 1471753 w 3079941"/>
                <a:gd name="connsiteY259-3112" fmla="*/ 665828 h 1160647"/>
                <a:gd name="connsiteX260-3113" fmla="*/ 1471753 w 3079941"/>
                <a:gd name="connsiteY260-3114" fmla="*/ 664206 h 1160647"/>
                <a:gd name="connsiteX261-3115" fmla="*/ 1471753 w 3079941"/>
                <a:gd name="connsiteY261-3116" fmla="*/ 652857 h 1160647"/>
                <a:gd name="connsiteX262-3117" fmla="*/ 1472513 w 3079941"/>
                <a:gd name="connsiteY262-3118" fmla="*/ 652857 h 1160647"/>
                <a:gd name="connsiteX263-3119" fmla="*/ 1477833 w 3079941"/>
                <a:gd name="connsiteY263-3120" fmla="*/ 652857 h 1160647"/>
                <a:gd name="connsiteX264-3121" fmla="*/ 1477833 w 3079941"/>
                <a:gd name="connsiteY264-3122" fmla="*/ 650966 h 1160647"/>
                <a:gd name="connsiteX265-3123" fmla="*/ 1477833 w 3079941"/>
                <a:gd name="connsiteY265-3124" fmla="*/ 637725 h 1160647"/>
                <a:gd name="connsiteX266-3125" fmla="*/ 1481887 w 3079941"/>
                <a:gd name="connsiteY266-3126" fmla="*/ 644210 h 1160647"/>
                <a:gd name="connsiteX267-3127" fmla="*/ 1484167 w 3079941"/>
                <a:gd name="connsiteY267-3128" fmla="*/ 644210 h 1160647"/>
                <a:gd name="connsiteX268-3129" fmla="*/ 1500127 w 3079941"/>
                <a:gd name="connsiteY268-3130" fmla="*/ 644210 h 1160647"/>
                <a:gd name="connsiteX269-3131" fmla="*/ 1500127 w 3079941"/>
                <a:gd name="connsiteY269-3132" fmla="*/ 643399 h 1160647"/>
                <a:gd name="connsiteX270-3133" fmla="*/ 1500127 w 3079941"/>
                <a:gd name="connsiteY270-3134" fmla="*/ 637725 h 1160647"/>
                <a:gd name="connsiteX271-3135" fmla="*/ 1500887 w 3079941"/>
                <a:gd name="connsiteY271-3136" fmla="*/ 637725 h 1160647"/>
                <a:gd name="connsiteX272-3137" fmla="*/ 1506207 w 3079941"/>
                <a:gd name="connsiteY272-3138" fmla="*/ 637725 h 1160647"/>
                <a:gd name="connsiteX273-3139" fmla="*/ 1506207 w 3079941"/>
                <a:gd name="connsiteY273-3140" fmla="*/ 639076 h 1160647"/>
                <a:gd name="connsiteX274-3141" fmla="*/ 1506207 w 3079941"/>
                <a:gd name="connsiteY274-3142" fmla="*/ 648534 h 1160647"/>
                <a:gd name="connsiteX275-3143" fmla="*/ 1544714 w 3079941"/>
                <a:gd name="connsiteY275-3144" fmla="*/ 648534 h 1160647"/>
                <a:gd name="connsiteX276-3145" fmla="*/ 1544714 w 3079941"/>
                <a:gd name="connsiteY276-3146" fmla="*/ 786887 h 1160647"/>
                <a:gd name="connsiteX277-3147" fmla="*/ 1546234 w 3079941"/>
                <a:gd name="connsiteY277-3148" fmla="*/ 786887 h 1160647"/>
                <a:gd name="connsiteX278-3149" fmla="*/ 1556874 w 3079941"/>
                <a:gd name="connsiteY278-3150" fmla="*/ 786887 h 1160647"/>
                <a:gd name="connsiteX279-3151" fmla="*/ 1556874 w 3079941"/>
                <a:gd name="connsiteY279-3152" fmla="*/ 773917 h 1160647"/>
                <a:gd name="connsiteX280-3153" fmla="*/ 1560928 w 3079941"/>
                <a:gd name="connsiteY280-3154" fmla="*/ 773917 h 1160647"/>
                <a:gd name="connsiteX281-3155" fmla="*/ 1560928 w 3079941"/>
                <a:gd name="connsiteY281-3156" fmla="*/ 786887 h 1160647"/>
                <a:gd name="connsiteX282-3157" fmla="*/ 1591328 w 3079941"/>
                <a:gd name="connsiteY282-3158" fmla="*/ 786887 h 1160647"/>
                <a:gd name="connsiteX283-3159" fmla="*/ 1591328 w 3079941"/>
                <a:gd name="connsiteY283-3160" fmla="*/ 756622 h 1160647"/>
                <a:gd name="connsiteX284-3161" fmla="*/ 1603488 w 3079941"/>
                <a:gd name="connsiteY284-3162" fmla="*/ 756622 h 1160647"/>
                <a:gd name="connsiteX285-3163" fmla="*/ 1615648 w 3079941"/>
                <a:gd name="connsiteY285-3164" fmla="*/ 754461 h 1160647"/>
                <a:gd name="connsiteX286-3165" fmla="*/ 1619702 w 3079941"/>
                <a:gd name="connsiteY286-3166" fmla="*/ 756622 h 1160647"/>
                <a:gd name="connsiteX287-3167" fmla="*/ 1629835 w 3079941"/>
                <a:gd name="connsiteY287-3168" fmla="*/ 756622 h 1160647"/>
                <a:gd name="connsiteX288-3169" fmla="*/ 1629835 w 3079941"/>
                <a:gd name="connsiteY288-3170" fmla="*/ 786887 h 1160647"/>
                <a:gd name="connsiteX289-3171" fmla="*/ 1637942 w 3079941"/>
                <a:gd name="connsiteY289-3172" fmla="*/ 786887 h 1160647"/>
                <a:gd name="connsiteX290-3173" fmla="*/ 1637942 w 3079941"/>
                <a:gd name="connsiteY290-3174" fmla="*/ 804182 h 1160647"/>
                <a:gd name="connsiteX291-3175" fmla="*/ 1647278 w 3079941"/>
                <a:gd name="connsiteY291-3176" fmla="*/ 805087 h 1160647"/>
                <a:gd name="connsiteX292-3177" fmla="*/ 1660236 w 3079941"/>
                <a:gd name="connsiteY292-3178" fmla="*/ 805087 h 1160647"/>
                <a:gd name="connsiteX293-3179" fmla="*/ 1660236 w 3079941"/>
                <a:gd name="connsiteY293-3180" fmla="*/ 789049 h 1160647"/>
                <a:gd name="connsiteX294-3181" fmla="*/ 1728192 w 3079941"/>
                <a:gd name="connsiteY294-3182" fmla="*/ 789049 h 1160647"/>
                <a:gd name="connsiteX295-3183" fmla="*/ 1728192 w 3079941"/>
                <a:gd name="connsiteY295-3184" fmla="*/ 703796 h 1160647"/>
                <a:gd name="connsiteX296-3185" fmla="*/ 1800200 w 3079941"/>
                <a:gd name="connsiteY296-3186" fmla="*/ 703796 h 1160647"/>
                <a:gd name="connsiteX297-3187" fmla="*/ 1800200 w 3079941"/>
                <a:gd name="connsiteY297-3188" fmla="*/ 782564 h 1160647"/>
                <a:gd name="connsiteX298-3189" fmla="*/ 1802104 w 3079941"/>
                <a:gd name="connsiteY298-3190" fmla="*/ 782564 h 1160647"/>
                <a:gd name="connsiteX299-3191" fmla="*/ 1803346 w 3079941"/>
                <a:gd name="connsiteY299-3192" fmla="*/ 805087 h 1160647"/>
                <a:gd name="connsiteX300-3193" fmla="*/ 1813022 w 3079941"/>
                <a:gd name="connsiteY300-3194" fmla="*/ 805087 h 1160647"/>
                <a:gd name="connsiteX301-3195" fmla="*/ 1814264 w 3079941"/>
                <a:gd name="connsiteY301-3196" fmla="*/ 782564 h 1160647"/>
                <a:gd name="connsiteX302-3197" fmla="*/ 1820344 w 3079941"/>
                <a:gd name="connsiteY302-3198" fmla="*/ 782564 h 1160647"/>
                <a:gd name="connsiteX303-3199" fmla="*/ 1821586 w 3079941"/>
                <a:gd name="connsiteY303-3200" fmla="*/ 805087 h 1160647"/>
                <a:gd name="connsiteX304-3201" fmla="*/ 1872208 w 3079941"/>
                <a:gd name="connsiteY304-3202" fmla="*/ 805087 h 1160647"/>
                <a:gd name="connsiteX305-3203" fmla="*/ 1872208 w 3079941"/>
                <a:gd name="connsiteY305-3204" fmla="*/ 642059 h 1160647"/>
                <a:gd name="connsiteX306-3205" fmla="*/ 2069535 w 3079941"/>
                <a:gd name="connsiteY306-3206" fmla="*/ 642059 h 1160647"/>
                <a:gd name="connsiteX307-3207" fmla="*/ 2069535 w 3079941"/>
                <a:gd name="connsiteY307-3208" fmla="*/ 805087 h 1160647"/>
                <a:gd name="connsiteX308-3209" fmla="*/ 2088232 w 3079941"/>
                <a:gd name="connsiteY308-3210" fmla="*/ 805087 h 1160647"/>
                <a:gd name="connsiteX309-3211" fmla="*/ 2088232 w 3079941"/>
                <a:gd name="connsiteY309-3212" fmla="*/ 722394 h 1160647"/>
                <a:gd name="connsiteX310-3213" fmla="*/ 2183352 w 3079941"/>
                <a:gd name="connsiteY310-3214" fmla="*/ 722394 h 1160647"/>
                <a:gd name="connsiteX311-3215" fmla="*/ 2195282 w 3079941"/>
                <a:gd name="connsiteY311-3216" fmla="*/ 404253 h 1160647"/>
                <a:gd name="connsiteX312-3217" fmla="*/ 2183122 w 3079941"/>
                <a:gd name="connsiteY312-3218" fmla="*/ 382635 h 1160647"/>
                <a:gd name="connsiteX313-3219" fmla="*/ 2177042 w 3079941"/>
                <a:gd name="connsiteY313-3220" fmla="*/ 378311 h 1160647"/>
                <a:gd name="connsiteX314-3221" fmla="*/ 2185149 w 3079941"/>
                <a:gd name="connsiteY314-3222" fmla="*/ 354532 h 1160647"/>
                <a:gd name="connsiteX315-3223" fmla="*/ 2185149 w 3079941"/>
                <a:gd name="connsiteY315-3224" fmla="*/ 337238 h 1160647"/>
                <a:gd name="connsiteX316-3225" fmla="*/ 2199336 w 3079941"/>
                <a:gd name="connsiteY316-3226" fmla="*/ 337238 h 1160647"/>
                <a:gd name="connsiteX317-3227" fmla="*/ 2199336 w 3079941"/>
                <a:gd name="connsiteY317-3228" fmla="*/ 315620 h 1160647"/>
                <a:gd name="connsiteX318-3229" fmla="*/ 2201362 w 3079941"/>
                <a:gd name="connsiteY318-3230" fmla="*/ 311296 h 1160647"/>
                <a:gd name="connsiteX319-3231" fmla="*/ 2201362 w 3079941"/>
                <a:gd name="connsiteY319-3232" fmla="*/ 233472 h 1160647"/>
                <a:gd name="connsiteX320-3233" fmla="*/ 2199336 w 3079941"/>
                <a:gd name="connsiteY320-3234" fmla="*/ 226987 h 1160647"/>
                <a:gd name="connsiteX321-3235" fmla="*/ 2205416 w 3079941"/>
                <a:gd name="connsiteY321-3236" fmla="*/ 220501 h 1160647"/>
                <a:gd name="connsiteX322-3237" fmla="*/ 2205416 w 3079941"/>
                <a:gd name="connsiteY322-3238" fmla="*/ 162133 h 1160647"/>
                <a:gd name="connsiteX323-3239" fmla="*/ 2207442 w 3079941"/>
                <a:gd name="connsiteY323-3240" fmla="*/ 157810 h 1160647"/>
                <a:gd name="connsiteX324-3241" fmla="*/ 2207442 w 3079941"/>
                <a:gd name="connsiteY324-3242" fmla="*/ 101604 h 1160647"/>
                <a:gd name="connsiteX325-3243" fmla="*/ 2209469 w 3079941"/>
                <a:gd name="connsiteY325-3244" fmla="*/ 82148 h 1160647"/>
                <a:gd name="connsiteX326-3245" fmla="*/ 2213523 w 3079941"/>
                <a:gd name="connsiteY326-3246" fmla="*/ 99442 h 1160647"/>
                <a:gd name="connsiteX327-3247" fmla="*/ 2215549 w 3079941"/>
                <a:gd name="connsiteY327-3248" fmla="*/ 157810 h 1160647"/>
                <a:gd name="connsiteX328-3249" fmla="*/ 2217576 w 3079941"/>
                <a:gd name="connsiteY328-3250" fmla="*/ 220501 h 1160647"/>
                <a:gd name="connsiteX329-3251" fmla="*/ 2223656 w 3079941"/>
                <a:gd name="connsiteY329-3252" fmla="*/ 226987 h 1160647"/>
                <a:gd name="connsiteX330-3253" fmla="*/ 2221629 w 3079941"/>
                <a:gd name="connsiteY330-3254" fmla="*/ 233472 h 1160647"/>
                <a:gd name="connsiteX331-3255" fmla="*/ 2221629 w 3079941"/>
                <a:gd name="connsiteY331-3256" fmla="*/ 311296 h 1160647"/>
                <a:gd name="connsiteX332-3257" fmla="*/ 2223656 w 3079941"/>
                <a:gd name="connsiteY332-3258" fmla="*/ 315620 h 1160647"/>
                <a:gd name="connsiteX333-3259" fmla="*/ 2223656 w 3079941"/>
                <a:gd name="connsiteY333-3260" fmla="*/ 337238 h 1160647"/>
                <a:gd name="connsiteX334-3261" fmla="*/ 2237843 w 3079941"/>
                <a:gd name="connsiteY334-3262" fmla="*/ 337238 h 1160647"/>
                <a:gd name="connsiteX335-3263" fmla="*/ 2237843 w 3079941"/>
                <a:gd name="connsiteY335-3264" fmla="*/ 354532 h 1160647"/>
                <a:gd name="connsiteX336-3265" fmla="*/ 2245950 w 3079941"/>
                <a:gd name="connsiteY336-3266" fmla="*/ 378311 h 1160647"/>
                <a:gd name="connsiteX337-3267" fmla="*/ 2239870 w 3079941"/>
                <a:gd name="connsiteY337-3268" fmla="*/ 382635 h 1160647"/>
                <a:gd name="connsiteX338-3269" fmla="*/ 2227709 w 3079941"/>
                <a:gd name="connsiteY338-3270" fmla="*/ 404253 h 1160647"/>
                <a:gd name="connsiteX339-3271" fmla="*/ 2235816 w 3079941"/>
                <a:gd name="connsiteY339-3272" fmla="*/ 657181 h 1160647"/>
                <a:gd name="connsiteX340-3273" fmla="*/ 2300670 w 3079941"/>
                <a:gd name="connsiteY340-3274" fmla="*/ 657181 h 1160647"/>
                <a:gd name="connsiteX341-3275" fmla="*/ 2300670 w 3079941"/>
                <a:gd name="connsiteY341-3276" fmla="*/ 732843 h 1160647"/>
                <a:gd name="connsiteX342-3277" fmla="*/ 2308777 w 3079941"/>
                <a:gd name="connsiteY342-3278" fmla="*/ 732843 h 1160647"/>
                <a:gd name="connsiteX343-3279" fmla="*/ 2310804 w 3079941"/>
                <a:gd name="connsiteY343-3280" fmla="*/ 726358 h 1160647"/>
                <a:gd name="connsiteX344-3281" fmla="*/ 2316884 w 3079941"/>
                <a:gd name="connsiteY344-3282" fmla="*/ 726358 h 1160647"/>
                <a:gd name="connsiteX345-3283" fmla="*/ 2318911 w 3079941"/>
                <a:gd name="connsiteY345-3284" fmla="*/ 735005 h 1160647"/>
                <a:gd name="connsiteX346-3285" fmla="*/ 2331071 w 3079941"/>
                <a:gd name="connsiteY346-3286" fmla="*/ 735005 h 1160647"/>
                <a:gd name="connsiteX347-3287" fmla="*/ 2331071 w 3079941"/>
                <a:gd name="connsiteY347-3288" fmla="*/ 728519 h 1160647"/>
                <a:gd name="connsiteX348-3289" fmla="*/ 2353364 w 3079941"/>
                <a:gd name="connsiteY348-3290" fmla="*/ 728519 h 1160647"/>
                <a:gd name="connsiteX349-3291" fmla="*/ 2353364 w 3079941"/>
                <a:gd name="connsiteY349-3292" fmla="*/ 735005 h 1160647"/>
                <a:gd name="connsiteX350-3293" fmla="*/ 2373631 w 3079941"/>
                <a:gd name="connsiteY350-3294" fmla="*/ 735005 h 1160647"/>
                <a:gd name="connsiteX351-3295" fmla="*/ 2373631 w 3079941"/>
                <a:gd name="connsiteY351-3296" fmla="*/ 780402 h 1160647"/>
                <a:gd name="connsiteX352-3297" fmla="*/ 2387818 w 3079941"/>
                <a:gd name="connsiteY352-3298" fmla="*/ 780402 h 1160647"/>
                <a:gd name="connsiteX353-3299" fmla="*/ 2387818 w 3079941"/>
                <a:gd name="connsiteY353-3300" fmla="*/ 767431 h 1160647"/>
                <a:gd name="connsiteX354-3301" fmla="*/ 2404032 w 3079941"/>
                <a:gd name="connsiteY354-3302" fmla="*/ 767431 h 1160647"/>
                <a:gd name="connsiteX355-3303" fmla="*/ 2404032 w 3079941"/>
                <a:gd name="connsiteY355-3304" fmla="*/ 588004 h 1160647"/>
                <a:gd name="connsiteX356-3305" fmla="*/ 2410112 w 3079941"/>
                <a:gd name="connsiteY356-3306" fmla="*/ 581518 h 1160647"/>
                <a:gd name="connsiteX357-3307" fmla="*/ 2483073 w 3079941"/>
                <a:gd name="connsiteY357-3308" fmla="*/ 581518 h 1160647"/>
                <a:gd name="connsiteX358-3309" fmla="*/ 2483073 w 3079941"/>
                <a:gd name="connsiteY358-3310" fmla="*/ 590166 h 1160647"/>
                <a:gd name="connsiteX359-3311" fmla="*/ 2493206 w 3079941"/>
                <a:gd name="connsiteY359-3312" fmla="*/ 590166 h 1160647"/>
                <a:gd name="connsiteX360-3313" fmla="*/ 2493206 w 3079941"/>
                <a:gd name="connsiteY360-3314" fmla="*/ 704740 h 1160647"/>
                <a:gd name="connsiteX361-3315" fmla="*/ 2515500 w 3079941"/>
                <a:gd name="connsiteY361-3316" fmla="*/ 704740 h 1160647"/>
                <a:gd name="connsiteX362-3317" fmla="*/ 2515500 w 3079941"/>
                <a:gd name="connsiteY362-3318" fmla="*/ 637725 h 1160647"/>
                <a:gd name="connsiteX363-3319" fmla="*/ 2541847 w 3079941"/>
                <a:gd name="connsiteY363-3320" fmla="*/ 637725 h 1160647"/>
                <a:gd name="connsiteX364-3321" fmla="*/ 2545900 w 3079941"/>
                <a:gd name="connsiteY364-3322" fmla="*/ 633401 h 1160647"/>
                <a:gd name="connsiteX365-3323" fmla="*/ 2554007 w 3079941"/>
                <a:gd name="connsiteY365-3324" fmla="*/ 633401 h 1160647"/>
                <a:gd name="connsiteX366-3325" fmla="*/ 2558060 w 3079941"/>
                <a:gd name="connsiteY366-3326" fmla="*/ 637725 h 1160647"/>
                <a:gd name="connsiteX367-3327" fmla="*/ 2580354 w 3079941"/>
                <a:gd name="connsiteY367-3328" fmla="*/ 637725 h 1160647"/>
                <a:gd name="connsiteX368-3329" fmla="*/ 2580354 w 3079941"/>
                <a:gd name="connsiteY368-3330" fmla="*/ 520989 h 1160647"/>
                <a:gd name="connsiteX369-3331" fmla="*/ 2637101 w 3079941"/>
                <a:gd name="connsiteY369-3332" fmla="*/ 510180 h 1160647"/>
                <a:gd name="connsiteX370-3333" fmla="*/ 2637101 w 3079941"/>
                <a:gd name="connsiteY370-3334" fmla="*/ 511261 h 1160647"/>
                <a:gd name="connsiteX371-3335" fmla="*/ 2637101 w 3079941"/>
                <a:gd name="connsiteY371-3336" fmla="*/ 518827 h 1160647"/>
                <a:gd name="connsiteX372-3337" fmla="*/ 2663448 w 3079941"/>
                <a:gd name="connsiteY372-3338" fmla="*/ 518827 h 1160647"/>
                <a:gd name="connsiteX373-3339" fmla="*/ 2663448 w 3079941"/>
                <a:gd name="connsiteY373-3340" fmla="*/ 773917 h 1160647"/>
                <a:gd name="connsiteX374-3341" fmla="*/ 2685742 w 3079941"/>
                <a:gd name="connsiteY374-3342" fmla="*/ 773917 h 1160647"/>
                <a:gd name="connsiteX375-3343" fmla="*/ 2685742 w 3079941"/>
                <a:gd name="connsiteY375-3344" fmla="*/ 769593 h 1160647"/>
                <a:gd name="connsiteX376-3345" fmla="*/ 2697902 w 3079941"/>
                <a:gd name="connsiteY376-3346" fmla="*/ 769593 h 1160647"/>
                <a:gd name="connsiteX377-3347" fmla="*/ 2697902 w 3079941"/>
                <a:gd name="connsiteY377-3348" fmla="*/ 773917 h 1160647"/>
                <a:gd name="connsiteX378-3349" fmla="*/ 2722222 w 3079941"/>
                <a:gd name="connsiteY378-3350" fmla="*/ 773917 h 1160647"/>
                <a:gd name="connsiteX379-3351" fmla="*/ 2722222 w 3079941"/>
                <a:gd name="connsiteY379-3352" fmla="*/ 760946 h 1160647"/>
                <a:gd name="connsiteX380-3353" fmla="*/ 2750596 w 3079941"/>
                <a:gd name="connsiteY380-3354" fmla="*/ 760946 h 1160647"/>
                <a:gd name="connsiteX381-3355" fmla="*/ 2762756 w 3079941"/>
                <a:gd name="connsiteY381-3356" fmla="*/ 756622 h 1160647"/>
                <a:gd name="connsiteX382-3357" fmla="*/ 2783023 w 3079941"/>
                <a:gd name="connsiteY382-3358" fmla="*/ 760946 h 1160647"/>
                <a:gd name="connsiteX383-3359" fmla="*/ 2783023 w 3079941"/>
                <a:gd name="connsiteY383-3360" fmla="*/ 743652 h 1160647"/>
                <a:gd name="connsiteX384-3361" fmla="*/ 2791130 w 3079941"/>
                <a:gd name="connsiteY384-3362" fmla="*/ 743652 h 1160647"/>
                <a:gd name="connsiteX385-3363" fmla="*/ 2791130 w 3079941"/>
                <a:gd name="connsiteY385-3364" fmla="*/ 730681 h 1160647"/>
                <a:gd name="connsiteX386-3365" fmla="*/ 2847877 w 3079941"/>
                <a:gd name="connsiteY386-3366" fmla="*/ 730681 h 1160647"/>
                <a:gd name="connsiteX387-3367" fmla="*/ 2847877 w 3079941"/>
                <a:gd name="connsiteY387-3368" fmla="*/ 700416 h 1160647"/>
                <a:gd name="connsiteX388-3369" fmla="*/ 2866117 w 3079941"/>
                <a:gd name="connsiteY388-3370" fmla="*/ 700416 h 1160647"/>
                <a:gd name="connsiteX389-3371" fmla="*/ 2866117 w 3079941"/>
                <a:gd name="connsiteY389-3372" fmla="*/ 693931 h 1160647"/>
                <a:gd name="connsiteX390-3373" fmla="*/ 2878277 w 3079941"/>
                <a:gd name="connsiteY390-3374" fmla="*/ 693931 h 1160647"/>
                <a:gd name="connsiteX391-3375" fmla="*/ 2878277 w 3079941"/>
                <a:gd name="connsiteY391-3376" fmla="*/ 700416 h 1160647"/>
                <a:gd name="connsiteX392-3377" fmla="*/ 2894491 w 3079941"/>
                <a:gd name="connsiteY392-3378" fmla="*/ 700416 h 1160647"/>
                <a:gd name="connsiteX393-3379" fmla="*/ 2894491 w 3079941"/>
                <a:gd name="connsiteY393-3380" fmla="*/ 750137 h 1160647"/>
                <a:gd name="connsiteX394-3381" fmla="*/ 2926918 w 3079941"/>
                <a:gd name="connsiteY394-3382" fmla="*/ 750137 h 1160647"/>
                <a:gd name="connsiteX395-3383" fmla="*/ 2926918 w 3079941"/>
                <a:gd name="connsiteY395-3384" fmla="*/ 724196 h 1160647"/>
                <a:gd name="connsiteX396-3385" fmla="*/ 2965425 w 3079941"/>
                <a:gd name="connsiteY396-3386" fmla="*/ 724196 h 1160647"/>
                <a:gd name="connsiteX397-3387" fmla="*/ 2965425 w 3079941"/>
                <a:gd name="connsiteY397-3388" fmla="*/ 693931 h 1160647"/>
                <a:gd name="connsiteX398-3389" fmla="*/ 3014066 w 3079941"/>
                <a:gd name="connsiteY398-3390" fmla="*/ 693931 h 1160647"/>
                <a:gd name="connsiteX399-3391" fmla="*/ 3014066 w 3079941"/>
                <a:gd name="connsiteY399-3392" fmla="*/ 805087 h 1160647"/>
                <a:gd name="connsiteX400-3393" fmla="*/ 3014066 w 3079941"/>
                <a:gd name="connsiteY400-3394" fmla="*/ 818866 h 1160647"/>
                <a:gd name="connsiteX401-3395" fmla="*/ 3079941 w 3079941"/>
                <a:gd name="connsiteY401-3396" fmla="*/ 818866 h 1160647"/>
                <a:gd name="connsiteX402-3397" fmla="*/ 3079941 w 3079941"/>
                <a:gd name="connsiteY402-3398" fmla="*/ 1160647 h 1160647"/>
                <a:gd name="connsiteX403-3399" fmla="*/ 200958 w 3079941"/>
                <a:gd name="connsiteY403-3400" fmla="*/ 1160647 h 1160647"/>
                <a:gd name="connsiteX404-3401" fmla="*/ 0 w 3079941"/>
                <a:gd name="connsiteY404-3402" fmla="*/ 1126882 h 1160647"/>
                <a:gd name="connsiteX405-3403" fmla="*/ 0 w 3079941"/>
                <a:gd name="connsiteY405-3404" fmla="*/ 915339 h 1160647"/>
                <a:gd name="connsiteX406-3405" fmla="*/ 103377 w 3079941"/>
                <a:gd name="connsiteY406-3406" fmla="*/ 915339 h 1160647"/>
                <a:gd name="connsiteX407-3407" fmla="*/ 103377 w 3079941"/>
                <a:gd name="connsiteY407-3408" fmla="*/ 886329 h 1160647"/>
                <a:gd name="connsiteX408-3409" fmla="*/ 55096 w 3079941"/>
                <a:gd name="connsiteY408-3410" fmla="*/ 886329 h 1160647"/>
                <a:gd name="connsiteX409-3411" fmla="*/ 55096 w 3079941"/>
                <a:gd name="connsiteY409-3412" fmla="*/ 724196 h 1160647"/>
                <a:gd name="connsiteX410-3413" fmla="*/ 75363 w 3079941"/>
                <a:gd name="connsiteY410-3414" fmla="*/ 724196 h 1160647"/>
                <a:gd name="connsiteX411-3415" fmla="*/ 75870 w 3079941"/>
                <a:gd name="connsiteY411-3416" fmla="*/ 723115 h 1160647"/>
                <a:gd name="connsiteX412-3417" fmla="*/ 79416 w 3079941"/>
                <a:gd name="connsiteY412-3418" fmla="*/ 715549 h 1160647"/>
                <a:gd name="connsiteX413-3419" fmla="*/ 81190 w 3079941"/>
                <a:gd name="connsiteY413-3420" fmla="*/ 715819 h 1160647"/>
                <a:gd name="connsiteX414-3421" fmla="*/ 93603 w 3079941"/>
                <a:gd name="connsiteY414-3422" fmla="*/ 717710 h 1160647"/>
                <a:gd name="connsiteX415-3423" fmla="*/ 94110 w 3079941"/>
                <a:gd name="connsiteY415-3424" fmla="*/ 719062 h 1160647"/>
                <a:gd name="connsiteX416-3425" fmla="*/ 97656 w 3079941"/>
                <a:gd name="connsiteY416-3426" fmla="*/ 728519 h 1160647"/>
                <a:gd name="connsiteX417-3427" fmla="*/ 124003 w 3079941"/>
                <a:gd name="connsiteY417-3428" fmla="*/ 730681 h 1160647"/>
                <a:gd name="connsiteX418-3429" fmla="*/ 124003 w 3079941"/>
                <a:gd name="connsiteY418-3430" fmla="*/ 607460 h 1160647"/>
                <a:gd name="connsiteX419-3431" fmla="*/ 126030 w 3079941"/>
                <a:gd name="connsiteY419-3432" fmla="*/ 607460 h 1160647"/>
                <a:gd name="connsiteX420-3433" fmla="*/ 140217 w 3079941"/>
                <a:gd name="connsiteY420-3434" fmla="*/ 607460 h 1160647"/>
                <a:gd name="connsiteX421-3435" fmla="*/ 140217 w 3079941"/>
                <a:gd name="connsiteY421-3436" fmla="*/ 471268 h 1160647"/>
                <a:gd name="connsiteX422-3437" fmla="*/ 141990 w 3079941"/>
                <a:gd name="connsiteY422-3438" fmla="*/ 471268 h 1160647"/>
                <a:gd name="connsiteX423-3439" fmla="*/ 154404 w 3079941"/>
                <a:gd name="connsiteY423-3440" fmla="*/ 471268 h 1160647"/>
                <a:gd name="connsiteX424-3441" fmla="*/ 154404 w 3079941"/>
                <a:gd name="connsiteY424-3442" fmla="*/ 356694 h 1160647"/>
                <a:gd name="connsiteX425-3443" fmla="*/ 158457 w 3079941"/>
                <a:gd name="connsiteY425-3444" fmla="*/ 328590 h 1160647"/>
                <a:gd name="connsiteX426-3445" fmla="*/ 160484 w 3079941"/>
                <a:gd name="connsiteY426-3446" fmla="*/ 328590 h 1160647"/>
                <a:gd name="connsiteX427-3447" fmla="*/ 174671 w 3079941"/>
                <a:gd name="connsiteY427-3448" fmla="*/ 328590 h 1160647"/>
                <a:gd name="connsiteX428-3449" fmla="*/ 211151 w 3079941"/>
                <a:gd name="connsiteY428-3450" fmla="*/ 246443 h 1160647"/>
                <a:gd name="connsiteX429-3451" fmla="*/ 215205 w 3079941"/>
                <a:gd name="connsiteY429-3452" fmla="*/ 0 h 1160647"/>
                <a:gd name="connsiteX0-3453" fmla="*/ 215205 w 3079941"/>
                <a:gd name="connsiteY0-3454" fmla="*/ 0 h 1160647"/>
                <a:gd name="connsiteX1-3455" fmla="*/ 217231 w 3079941"/>
                <a:gd name="connsiteY1-3456" fmla="*/ 246443 h 1160647"/>
                <a:gd name="connsiteX2-3457" fmla="*/ 255738 w 3079941"/>
                <a:gd name="connsiteY2-3458" fmla="*/ 326429 h 1160647"/>
                <a:gd name="connsiteX3-3459" fmla="*/ 257765 w 3079941"/>
                <a:gd name="connsiteY3-3460" fmla="*/ 326429 h 1160647"/>
                <a:gd name="connsiteX4-3461" fmla="*/ 271952 w 3079941"/>
                <a:gd name="connsiteY4-3462" fmla="*/ 326429 h 1160647"/>
                <a:gd name="connsiteX5-3463" fmla="*/ 271952 w 3079941"/>
                <a:gd name="connsiteY5-3464" fmla="*/ 350208 h 1160647"/>
                <a:gd name="connsiteX6-3465" fmla="*/ 272459 w 3079941"/>
                <a:gd name="connsiteY6-3466" fmla="*/ 351019 h 1160647"/>
                <a:gd name="connsiteX7-3467" fmla="*/ 276005 w 3079941"/>
                <a:gd name="connsiteY7-3468" fmla="*/ 356694 h 1160647"/>
                <a:gd name="connsiteX8-3469" fmla="*/ 276005 w 3079941"/>
                <a:gd name="connsiteY8-3470" fmla="*/ 471268 h 1160647"/>
                <a:gd name="connsiteX9-3471" fmla="*/ 278285 w 3079941"/>
                <a:gd name="connsiteY9-3472" fmla="*/ 471268 h 1160647"/>
                <a:gd name="connsiteX10-3473" fmla="*/ 294246 w 3079941"/>
                <a:gd name="connsiteY10-3474" fmla="*/ 471268 h 1160647"/>
                <a:gd name="connsiteX11-3475" fmla="*/ 294246 w 3079941"/>
                <a:gd name="connsiteY11-3476" fmla="*/ 611783 h 1160647"/>
                <a:gd name="connsiteX12-3477" fmla="*/ 295766 w 3079941"/>
                <a:gd name="connsiteY12-3478" fmla="*/ 611513 h 1160647"/>
                <a:gd name="connsiteX13-3479" fmla="*/ 306406 w 3079941"/>
                <a:gd name="connsiteY13-3480" fmla="*/ 609622 h 1160647"/>
                <a:gd name="connsiteX14-3481" fmla="*/ 304379 w 3079941"/>
                <a:gd name="connsiteY14-3482" fmla="*/ 698254 h 1160647"/>
                <a:gd name="connsiteX15-3483" fmla="*/ 305899 w 3079941"/>
                <a:gd name="connsiteY15-3484" fmla="*/ 698525 h 1160647"/>
                <a:gd name="connsiteX16-3485" fmla="*/ 316539 w 3079941"/>
                <a:gd name="connsiteY16-3486" fmla="*/ 700416 h 1160647"/>
                <a:gd name="connsiteX17-3487" fmla="*/ 316792 w 3079941"/>
                <a:gd name="connsiteY17-3488" fmla="*/ 701227 h 1160647"/>
                <a:gd name="connsiteX18-3489" fmla="*/ 318566 w 3079941"/>
                <a:gd name="connsiteY18-3490" fmla="*/ 706902 h 1160647"/>
                <a:gd name="connsiteX19-3491" fmla="*/ 319326 w 3079941"/>
                <a:gd name="connsiteY19-3492" fmla="*/ 704470 h 1160647"/>
                <a:gd name="connsiteX20-3493" fmla="*/ 324646 w 3079941"/>
                <a:gd name="connsiteY20-3494" fmla="*/ 687446 h 1160647"/>
                <a:gd name="connsiteX21-3495" fmla="*/ 326419 w 3079941"/>
                <a:gd name="connsiteY21-3496" fmla="*/ 687446 h 1160647"/>
                <a:gd name="connsiteX22-3497" fmla="*/ 338833 w 3079941"/>
                <a:gd name="connsiteY22-3498" fmla="*/ 687446 h 1160647"/>
                <a:gd name="connsiteX23-3499" fmla="*/ 338833 w 3079941"/>
                <a:gd name="connsiteY23-3500" fmla="*/ 719872 h 1160647"/>
                <a:gd name="connsiteX24-3501" fmla="*/ 339846 w 3079941"/>
                <a:gd name="connsiteY24-3502" fmla="*/ 720413 h 1160647"/>
                <a:gd name="connsiteX25-3503" fmla="*/ 346940 w 3079941"/>
                <a:gd name="connsiteY25-3504" fmla="*/ 724196 h 1160647"/>
                <a:gd name="connsiteX26-3505" fmla="*/ 346940 w 3079941"/>
                <a:gd name="connsiteY26-3506" fmla="*/ 725547 h 1160647"/>
                <a:gd name="connsiteX27-3507" fmla="*/ 346940 w 3079941"/>
                <a:gd name="connsiteY27-3508" fmla="*/ 735005 h 1160647"/>
                <a:gd name="connsiteX28-3509" fmla="*/ 391527 w 3079941"/>
                <a:gd name="connsiteY28-3510" fmla="*/ 735005 h 1160647"/>
                <a:gd name="connsiteX29-3511" fmla="*/ 391527 w 3079941"/>
                <a:gd name="connsiteY29-3512" fmla="*/ 736086 h 1160647"/>
                <a:gd name="connsiteX30-3513" fmla="*/ 391527 w 3079941"/>
                <a:gd name="connsiteY30-3514" fmla="*/ 743652 h 1160647"/>
                <a:gd name="connsiteX31-3515" fmla="*/ 393553 w 3079941"/>
                <a:gd name="connsiteY31-3516" fmla="*/ 743652 h 1160647"/>
                <a:gd name="connsiteX32-3517" fmla="*/ 407740 w 3079941"/>
                <a:gd name="connsiteY32-3518" fmla="*/ 743652 h 1160647"/>
                <a:gd name="connsiteX33-3519" fmla="*/ 407740 w 3079941"/>
                <a:gd name="connsiteY33-3520" fmla="*/ 713387 h 1160647"/>
                <a:gd name="connsiteX34-3521" fmla="*/ 452327 w 3079941"/>
                <a:gd name="connsiteY34-3522" fmla="*/ 713387 h 1160647"/>
                <a:gd name="connsiteX35-3523" fmla="*/ 452327 w 3079941"/>
                <a:gd name="connsiteY35-3524" fmla="*/ 712036 h 1160647"/>
                <a:gd name="connsiteX36-3525" fmla="*/ 452327 w 3079941"/>
                <a:gd name="connsiteY36-3526" fmla="*/ 702578 h 1160647"/>
                <a:gd name="connsiteX37-3527" fmla="*/ 453341 w 3079941"/>
                <a:gd name="connsiteY37-3528" fmla="*/ 702578 h 1160647"/>
                <a:gd name="connsiteX38-3529" fmla="*/ 460434 w 3079941"/>
                <a:gd name="connsiteY38-3530" fmla="*/ 702578 h 1160647"/>
                <a:gd name="connsiteX39-3531" fmla="*/ 460434 w 3079941"/>
                <a:gd name="connsiteY39-3532" fmla="*/ 700687 h 1160647"/>
                <a:gd name="connsiteX40-3533" fmla="*/ 460434 w 3079941"/>
                <a:gd name="connsiteY40-3534" fmla="*/ 687446 h 1160647"/>
                <a:gd name="connsiteX41-3535" fmla="*/ 461194 w 3079941"/>
                <a:gd name="connsiteY41-3536" fmla="*/ 687446 h 1160647"/>
                <a:gd name="connsiteX42-3537" fmla="*/ 466514 w 3079941"/>
                <a:gd name="connsiteY42-3538" fmla="*/ 687446 h 1160647"/>
                <a:gd name="connsiteX43-3539" fmla="*/ 466514 w 3079941"/>
                <a:gd name="connsiteY43-3540" fmla="*/ 686365 h 1160647"/>
                <a:gd name="connsiteX44-3541" fmla="*/ 466514 w 3079941"/>
                <a:gd name="connsiteY44-3542" fmla="*/ 678798 h 1160647"/>
                <a:gd name="connsiteX45-3543" fmla="*/ 468541 w 3079941"/>
                <a:gd name="connsiteY45-3544" fmla="*/ 678798 h 1160647"/>
                <a:gd name="connsiteX46-3545" fmla="*/ 482728 w 3079941"/>
                <a:gd name="connsiteY46-3546" fmla="*/ 678798 h 1160647"/>
                <a:gd name="connsiteX47-3547" fmla="*/ 482728 w 3079941"/>
                <a:gd name="connsiteY47-3548" fmla="*/ 679879 h 1160647"/>
                <a:gd name="connsiteX48-3549" fmla="*/ 482728 w 3079941"/>
                <a:gd name="connsiteY48-3550" fmla="*/ 687446 h 1160647"/>
                <a:gd name="connsiteX49-3551" fmla="*/ 505021 w 3079941"/>
                <a:gd name="connsiteY49-3552" fmla="*/ 687446 h 1160647"/>
                <a:gd name="connsiteX50-3553" fmla="*/ 505021 w 3079941"/>
                <a:gd name="connsiteY50-3554" fmla="*/ 685554 h 1160647"/>
                <a:gd name="connsiteX51-3555" fmla="*/ 505021 w 3079941"/>
                <a:gd name="connsiteY51-3556" fmla="*/ 672313 h 1160647"/>
                <a:gd name="connsiteX52-3557" fmla="*/ 506795 w 3079941"/>
                <a:gd name="connsiteY52-3558" fmla="*/ 672313 h 1160647"/>
                <a:gd name="connsiteX53-3559" fmla="*/ 519208 w 3079941"/>
                <a:gd name="connsiteY53-3560" fmla="*/ 672313 h 1160647"/>
                <a:gd name="connsiteX54-3561" fmla="*/ 519208 w 3079941"/>
                <a:gd name="connsiteY54-3562" fmla="*/ 696093 h 1160647"/>
                <a:gd name="connsiteX55-3563" fmla="*/ 520222 w 3079941"/>
                <a:gd name="connsiteY55-3564" fmla="*/ 696093 h 1160647"/>
                <a:gd name="connsiteX56-3565" fmla="*/ 527315 w 3079941"/>
                <a:gd name="connsiteY56-3566" fmla="*/ 696093 h 1160647"/>
                <a:gd name="connsiteX57-3567" fmla="*/ 527315 w 3079941"/>
                <a:gd name="connsiteY57-3568" fmla="*/ 695012 h 1160647"/>
                <a:gd name="connsiteX58-3569" fmla="*/ 527315 w 3079941"/>
                <a:gd name="connsiteY58-3570" fmla="*/ 687446 h 1160647"/>
                <a:gd name="connsiteX59-3571" fmla="*/ 529088 w 3079941"/>
                <a:gd name="connsiteY59-3572" fmla="*/ 687446 h 1160647"/>
                <a:gd name="connsiteX60-3573" fmla="*/ 541502 w 3079941"/>
                <a:gd name="connsiteY60-3574" fmla="*/ 687446 h 1160647"/>
                <a:gd name="connsiteX61-3575" fmla="*/ 541502 w 3079941"/>
                <a:gd name="connsiteY61-3576" fmla="*/ 713387 h 1160647"/>
                <a:gd name="connsiteX62-3577" fmla="*/ 543529 w 3079941"/>
                <a:gd name="connsiteY62-3578" fmla="*/ 713387 h 1160647"/>
                <a:gd name="connsiteX63-3579" fmla="*/ 557715 w 3079941"/>
                <a:gd name="connsiteY63-3580" fmla="*/ 713387 h 1160647"/>
                <a:gd name="connsiteX64-3581" fmla="*/ 557715 w 3079941"/>
                <a:gd name="connsiteY64-3582" fmla="*/ 715008 h 1160647"/>
                <a:gd name="connsiteX65-3583" fmla="*/ 557715 w 3079941"/>
                <a:gd name="connsiteY65-3584" fmla="*/ 726358 h 1160647"/>
                <a:gd name="connsiteX66-3585" fmla="*/ 558475 w 3079941"/>
                <a:gd name="connsiteY66-3586" fmla="*/ 726358 h 1160647"/>
                <a:gd name="connsiteX67-3587" fmla="*/ 563796 w 3079941"/>
                <a:gd name="connsiteY67-3588" fmla="*/ 726358 h 1160647"/>
                <a:gd name="connsiteX68-3589" fmla="*/ 563796 w 3079941"/>
                <a:gd name="connsiteY68-3590" fmla="*/ 725547 h 1160647"/>
                <a:gd name="connsiteX69-3591" fmla="*/ 563796 w 3079941"/>
                <a:gd name="connsiteY69-3592" fmla="*/ 719872 h 1160647"/>
                <a:gd name="connsiteX70-3593" fmla="*/ 594196 w 3079941"/>
                <a:gd name="connsiteY70-3594" fmla="*/ 719872 h 1160647"/>
                <a:gd name="connsiteX71-3595" fmla="*/ 594196 w 3079941"/>
                <a:gd name="connsiteY71-3596" fmla="*/ 743652 h 1160647"/>
                <a:gd name="connsiteX72-3597" fmla="*/ 595209 w 3079941"/>
                <a:gd name="connsiteY72-3598" fmla="*/ 743652 h 1160647"/>
                <a:gd name="connsiteX73-3599" fmla="*/ 602303 w 3079941"/>
                <a:gd name="connsiteY73-3600" fmla="*/ 743652 h 1160647"/>
                <a:gd name="connsiteX74-3601" fmla="*/ 602303 w 3079941"/>
                <a:gd name="connsiteY74-3602" fmla="*/ 744733 h 1160647"/>
                <a:gd name="connsiteX75-3603" fmla="*/ 602303 w 3079941"/>
                <a:gd name="connsiteY75-3604" fmla="*/ 752299 h 1160647"/>
                <a:gd name="connsiteX76-3605" fmla="*/ 603063 w 3079941"/>
                <a:gd name="connsiteY76-3606" fmla="*/ 752299 h 1160647"/>
                <a:gd name="connsiteX77-3607" fmla="*/ 608383 w 3079941"/>
                <a:gd name="connsiteY77-3608" fmla="*/ 752299 h 1160647"/>
                <a:gd name="connsiteX78-3609" fmla="*/ 608383 w 3079941"/>
                <a:gd name="connsiteY78-3610" fmla="*/ 750137 h 1160647"/>
                <a:gd name="connsiteX79-3611" fmla="*/ 608383 w 3079941"/>
                <a:gd name="connsiteY79-3612" fmla="*/ 735005 h 1160647"/>
                <a:gd name="connsiteX80-3613" fmla="*/ 609396 w 3079941"/>
                <a:gd name="connsiteY80-3614" fmla="*/ 735005 h 1160647"/>
                <a:gd name="connsiteX81-3615" fmla="*/ 616490 w 3079941"/>
                <a:gd name="connsiteY81-3616" fmla="*/ 735005 h 1160647"/>
                <a:gd name="connsiteX82-3617" fmla="*/ 616490 w 3079941"/>
                <a:gd name="connsiteY82-3618" fmla="*/ 736086 h 1160647"/>
                <a:gd name="connsiteX83-3619" fmla="*/ 616490 w 3079941"/>
                <a:gd name="connsiteY83-3620" fmla="*/ 743652 h 1160647"/>
                <a:gd name="connsiteX84-3621" fmla="*/ 621810 w 3079941"/>
                <a:gd name="connsiteY84-3622" fmla="*/ 741659 h 1160647"/>
                <a:gd name="connsiteX85-3623" fmla="*/ 622570 w 3079941"/>
                <a:gd name="connsiteY85-3624" fmla="*/ 740679 h 1160647"/>
                <a:gd name="connsiteX86-3625" fmla="*/ 622570 w 3079941"/>
                <a:gd name="connsiteY86-3626" fmla="*/ 735005 h 1160647"/>
                <a:gd name="connsiteX87-3627" fmla="*/ 661077 w 3079941"/>
                <a:gd name="connsiteY87-3628" fmla="*/ 735005 h 1160647"/>
                <a:gd name="connsiteX88-3629" fmla="*/ 661077 w 3079941"/>
                <a:gd name="connsiteY88-3630" fmla="*/ 758784 h 1160647"/>
                <a:gd name="connsiteX89-3631" fmla="*/ 663103 w 3079941"/>
                <a:gd name="connsiteY89-3632" fmla="*/ 758784 h 1160647"/>
                <a:gd name="connsiteX90-3633" fmla="*/ 677290 w 3079941"/>
                <a:gd name="connsiteY90-3634" fmla="*/ 758784 h 1160647"/>
                <a:gd name="connsiteX91-3635" fmla="*/ 677290 w 3079941"/>
                <a:gd name="connsiteY91-3636" fmla="*/ 759865 h 1160647"/>
                <a:gd name="connsiteX92-3637" fmla="*/ 677290 w 3079941"/>
                <a:gd name="connsiteY92-3638" fmla="*/ 767431 h 1160647"/>
                <a:gd name="connsiteX93-3639" fmla="*/ 679064 w 3079941"/>
                <a:gd name="connsiteY93-3640" fmla="*/ 767431 h 1160647"/>
                <a:gd name="connsiteX94-3641" fmla="*/ 691477 w 3079941"/>
                <a:gd name="connsiteY94-3642" fmla="*/ 767431 h 1160647"/>
                <a:gd name="connsiteX95-3643" fmla="*/ 691477 w 3079941"/>
                <a:gd name="connsiteY95-3644" fmla="*/ 743652 h 1160647"/>
                <a:gd name="connsiteX96-3645" fmla="*/ 692490 w 3079941"/>
                <a:gd name="connsiteY96-3646" fmla="*/ 743652 h 1160647"/>
                <a:gd name="connsiteX97-3647" fmla="*/ 699584 w 3079941"/>
                <a:gd name="connsiteY97-3648" fmla="*/ 743652 h 1160647"/>
                <a:gd name="connsiteX98-3649" fmla="*/ 699584 w 3079941"/>
                <a:gd name="connsiteY98-3650" fmla="*/ 711225 h 1160647"/>
                <a:gd name="connsiteX99-3651" fmla="*/ 700597 w 3079941"/>
                <a:gd name="connsiteY99-3652" fmla="*/ 711225 h 1160647"/>
                <a:gd name="connsiteX100-3653" fmla="*/ 707691 w 3079941"/>
                <a:gd name="connsiteY100-3654" fmla="*/ 711225 h 1160647"/>
                <a:gd name="connsiteX101-3655" fmla="*/ 707691 w 3079941"/>
                <a:gd name="connsiteY101-3656" fmla="*/ 709334 h 1160647"/>
                <a:gd name="connsiteX102-3657" fmla="*/ 707691 w 3079941"/>
                <a:gd name="connsiteY102-3658" fmla="*/ 696093 h 1160647"/>
                <a:gd name="connsiteX103-3659" fmla="*/ 706424 w 3079941"/>
                <a:gd name="connsiteY103-3660" fmla="*/ 694471 h 1160647"/>
                <a:gd name="connsiteX104-3661" fmla="*/ 711744 w 3079941"/>
                <a:gd name="connsiteY104-3662" fmla="*/ 683122 h 1160647"/>
                <a:gd name="connsiteX105-3663" fmla="*/ 719851 w 3079941"/>
                <a:gd name="connsiteY105-3664" fmla="*/ 711225 h 1160647"/>
                <a:gd name="connsiteX106-3665" fmla="*/ 720611 w 3079941"/>
                <a:gd name="connsiteY106-3666" fmla="*/ 711225 h 1160647"/>
                <a:gd name="connsiteX107-3667" fmla="*/ 725931 w 3079941"/>
                <a:gd name="connsiteY107-3668" fmla="*/ 711225 h 1160647"/>
                <a:gd name="connsiteX108-3669" fmla="*/ 725931 w 3079941"/>
                <a:gd name="connsiteY108-3670" fmla="*/ 605298 h 1160647"/>
                <a:gd name="connsiteX109-3671" fmla="*/ 727451 w 3079941"/>
                <a:gd name="connsiteY109-3672" fmla="*/ 605298 h 1160647"/>
                <a:gd name="connsiteX110-3673" fmla="*/ 738091 w 3079941"/>
                <a:gd name="connsiteY110-3674" fmla="*/ 605298 h 1160647"/>
                <a:gd name="connsiteX111-3675" fmla="*/ 738091 w 3079941"/>
                <a:gd name="connsiteY111-3676" fmla="*/ 557739 h 1160647"/>
                <a:gd name="connsiteX112-3677" fmla="*/ 764438 w 3079941"/>
                <a:gd name="connsiteY112-3678" fmla="*/ 557739 h 1160647"/>
                <a:gd name="connsiteX113-3679" fmla="*/ 764438 w 3079941"/>
                <a:gd name="connsiteY113-3680" fmla="*/ 536121 h 1160647"/>
                <a:gd name="connsiteX114-3681" fmla="*/ 798892 w 3079941"/>
                <a:gd name="connsiteY114-3682" fmla="*/ 536121 h 1160647"/>
                <a:gd name="connsiteX115-3683" fmla="*/ 798892 w 3079941"/>
                <a:gd name="connsiteY115-3684" fmla="*/ 538553 h 1160647"/>
                <a:gd name="connsiteX116-3685" fmla="*/ 798892 w 3079941"/>
                <a:gd name="connsiteY116-3686" fmla="*/ 555577 h 1160647"/>
                <a:gd name="connsiteX117-3687" fmla="*/ 801172 w 3079941"/>
                <a:gd name="connsiteY117-3688" fmla="*/ 555577 h 1160647"/>
                <a:gd name="connsiteX118-3689" fmla="*/ 817132 w 3079941"/>
                <a:gd name="connsiteY118-3690" fmla="*/ 555577 h 1160647"/>
                <a:gd name="connsiteX119-3691" fmla="*/ 817132 w 3079941"/>
                <a:gd name="connsiteY119-3692" fmla="*/ 603136 h 1160647"/>
                <a:gd name="connsiteX120-3693" fmla="*/ 818145 w 3079941"/>
                <a:gd name="connsiteY120-3694" fmla="*/ 603136 h 1160647"/>
                <a:gd name="connsiteX121-3695" fmla="*/ 825239 w 3079941"/>
                <a:gd name="connsiteY121-3696" fmla="*/ 603136 h 1160647"/>
                <a:gd name="connsiteX122-3697" fmla="*/ 839426 w 3079941"/>
                <a:gd name="connsiteY122-3698" fmla="*/ 607460 h 1160647"/>
                <a:gd name="connsiteX123-3699" fmla="*/ 839426 w 3079941"/>
                <a:gd name="connsiteY123-3700" fmla="*/ 646372 h 1160647"/>
                <a:gd name="connsiteX124-3701" fmla="*/ 840439 w 3079941"/>
                <a:gd name="connsiteY124-3702" fmla="*/ 646372 h 1160647"/>
                <a:gd name="connsiteX125-3703" fmla="*/ 847532 w 3079941"/>
                <a:gd name="connsiteY125-3704" fmla="*/ 646372 h 1160647"/>
                <a:gd name="connsiteX126-3705" fmla="*/ 847532 w 3079941"/>
                <a:gd name="connsiteY126-3706" fmla="*/ 647993 h 1160647"/>
                <a:gd name="connsiteX127-3707" fmla="*/ 847532 w 3079941"/>
                <a:gd name="connsiteY127-3708" fmla="*/ 659342 h 1160647"/>
                <a:gd name="connsiteX128-3709" fmla="*/ 849559 w 3079941"/>
                <a:gd name="connsiteY128-3710" fmla="*/ 659342 h 1160647"/>
                <a:gd name="connsiteX129-3711" fmla="*/ 863746 w 3079941"/>
                <a:gd name="connsiteY129-3712" fmla="*/ 659342 h 1160647"/>
                <a:gd name="connsiteX130-3713" fmla="*/ 869826 w 3079941"/>
                <a:gd name="connsiteY130-3714" fmla="*/ 665828 h 1160647"/>
                <a:gd name="connsiteX131-3715" fmla="*/ 869826 w 3079941"/>
                <a:gd name="connsiteY131-3716" fmla="*/ 687446 h 1160647"/>
                <a:gd name="connsiteX132-3717" fmla="*/ 872106 w 3079941"/>
                <a:gd name="connsiteY132-3718" fmla="*/ 687446 h 1160647"/>
                <a:gd name="connsiteX133-3719" fmla="*/ 888066 w 3079941"/>
                <a:gd name="connsiteY133-3720" fmla="*/ 687446 h 1160647"/>
                <a:gd name="connsiteX134-3721" fmla="*/ 888066 w 3079941"/>
                <a:gd name="connsiteY134-3722" fmla="*/ 688526 h 1160647"/>
                <a:gd name="connsiteX135-3723" fmla="*/ 888066 w 3079941"/>
                <a:gd name="connsiteY135-3724" fmla="*/ 696093 h 1160647"/>
                <a:gd name="connsiteX136-3725" fmla="*/ 889333 w 3079941"/>
                <a:gd name="connsiteY136-3726" fmla="*/ 696093 h 1160647"/>
                <a:gd name="connsiteX137-3727" fmla="*/ 898200 w 3079941"/>
                <a:gd name="connsiteY137-3728" fmla="*/ 696093 h 1160647"/>
                <a:gd name="connsiteX138-3729" fmla="*/ 898200 w 3079941"/>
                <a:gd name="connsiteY138-3730" fmla="*/ 698254 h 1160647"/>
                <a:gd name="connsiteX139-3731" fmla="*/ 898200 w 3079941"/>
                <a:gd name="connsiteY139-3732" fmla="*/ 713387 h 1160647"/>
                <a:gd name="connsiteX140-3733" fmla="*/ 902253 w 3079941"/>
                <a:gd name="connsiteY140-3734" fmla="*/ 711495 h 1160647"/>
                <a:gd name="connsiteX141-3735" fmla="*/ 902253 w 3079941"/>
                <a:gd name="connsiteY141-3736" fmla="*/ 698254 h 1160647"/>
                <a:gd name="connsiteX142-3737" fmla="*/ 903266 w 3079941"/>
                <a:gd name="connsiteY142-3738" fmla="*/ 698254 h 1160647"/>
                <a:gd name="connsiteX143-3739" fmla="*/ 910360 w 3079941"/>
                <a:gd name="connsiteY143-3740" fmla="*/ 698254 h 1160647"/>
                <a:gd name="connsiteX144-3741" fmla="*/ 910360 w 3079941"/>
                <a:gd name="connsiteY144-3742" fmla="*/ 699876 h 1160647"/>
                <a:gd name="connsiteX145-3743" fmla="*/ 910360 w 3079941"/>
                <a:gd name="connsiteY145-3744" fmla="*/ 711225 h 1160647"/>
                <a:gd name="connsiteX146-3745" fmla="*/ 911120 w 3079941"/>
                <a:gd name="connsiteY146-3746" fmla="*/ 711225 h 1160647"/>
                <a:gd name="connsiteX147-3747" fmla="*/ 916440 w 3079941"/>
                <a:gd name="connsiteY147-3748" fmla="*/ 711225 h 1160647"/>
                <a:gd name="connsiteX148-3749" fmla="*/ 965080 w 3079941"/>
                <a:gd name="connsiteY148-3750" fmla="*/ 706902 h 1160647"/>
                <a:gd name="connsiteX149-3751" fmla="*/ 965080 w 3079941"/>
                <a:gd name="connsiteY149-3752" fmla="*/ 708253 h 1160647"/>
                <a:gd name="connsiteX150-3753" fmla="*/ 965080 w 3079941"/>
                <a:gd name="connsiteY150-3754" fmla="*/ 717710 h 1160647"/>
                <a:gd name="connsiteX151-3755" fmla="*/ 965840 w 3079941"/>
                <a:gd name="connsiteY151-3756" fmla="*/ 717710 h 1160647"/>
                <a:gd name="connsiteX152-3757" fmla="*/ 971161 w 3079941"/>
                <a:gd name="connsiteY152-3758" fmla="*/ 717710 h 1160647"/>
                <a:gd name="connsiteX153-3759" fmla="*/ 971161 w 3079941"/>
                <a:gd name="connsiteY153-3760" fmla="*/ 719872 h 1160647"/>
                <a:gd name="connsiteX154-3761" fmla="*/ 971161 w 3079941"/>
                <a:gd name="connsiteY154-3762" fmla="*/ 735005 h 1160647"/>
                <a:gd name="connsiteX155-3763" fmla="*/ 973187 w 3079941"/>
                <a:gd name="connsiteY155-3764" fmla="*/ 733654 h 1160647"/>
                <a:gd name="connsiteX156-3765" fmla="*/ 987374 w 3079941"/>
                <a:gd name="connsiteY156-3766" fmla="*/ 724196 h 1160647"/>
                <a:gd name="connsiteX157-3767" fmla="*/ 993454 w 3079941"/>
                <a:gd name="connsiteY157-3768" fmla="*/ 683122 h 1160647"/>
                <a:gd name="connsiteX158-3769" fmla="*/ 994214 w 3079941"/>
                <a:gd name="connsiteY158-3770" fmla="*/ 682852 h 1160647"/>
                <a:gd name="connsiteX159-3771" fmla="*/ 999534 w 3079941"/>
                <a:gd name="connsiteY159-3772" fmla="*/ 680960 h 1160647"/>
                <a:gd name="connsiteX160-3773" fmla="*/ 1001561 w 3079941"/>
                <a:gd name="connsiteY160-3774" fmla="*/ 611783 h 1160647"/>
                <a:gd name="connsiteX161-3775" fmla="*/ 1003588 w 3079941"/>
                <a:gd name="connsiteY161-3776" fmla="*/ 680960 h 1160647"/>
                <a:gd name="connsiteX162-3777" fmla="*/ 1004348 w 3079941"/>
                <a:gd name="connsiteY162-3778" fmla="*/ 681230 h 1160647"/>
                <a:gd name="connsiteX163-3779" fmla="*/ 1009668 w 3079941"/>
                <a:gd name="connsiteY163-3780" fmla="*/ 683122 h 1160647"/>
                <a:gd name="connsiteX164-3781" fmla="*/ 1009668 w 3079941"/>
                <a:gd name="connsiteY164-3782" fmla="*/ 596651 h 1160647"/>
                <a:gd name="connsiteX165-3783" fmla="*/ 1013721 w 3079941"/>
                <a:gd name="connsiteY165-3784" fmla="*/ 564224 h 1160647"/>
                <a:gd name="connsiteX166-3785" fmla="*/ 1052228 w 3079941"/>
                <a:gd name="connsiteY166-3786" fmla="*/ 564224 h 1160647"/>
                <a:gd name="connsiteX167-3787" fmla="*/ 1052228 w 3079941"/>
                <a:gd name="connsiteY167-3788" fmla="*/ 596651 h 1160647"/>
                <a:gd name="connsiteX168-3789" fmla="*/ 1052988 w 3079941"/>
                <a:gd name="connsiteY168-3790" fmla="*/ 596651 h 1160647"/>
                <a:gd name="connsiteX169-3791" fmla="*/ 1058308 w 3079941"/>
                <a:gd name="connsiteY169-3792" fmla="*/ 596651 h 1160647"/>
                <a:gd name="connsiteX170-3793" fmla="*/ 1058308 w 3079941"/>
                <a:gd name="connsiteY170-3794" fmla="*/ 514503 h 1160647"/>
                <a:gd name="connsiteX171-3795" fmla="*/ 1060082 w 3079941"/>
                <a:gd name="connsiteY171-3796" fmla="*/ 514503 h 1160647"/>
                <a:gd name="connsiteX172-3797" fmla="*/ 1072495 w 3079941"/>
                <a:gd name="connsiteY172-3798" fmla="*/ 514503 h 1160647"/>
                <a:gd name="connsiteX173-3799" fmla="*/ 1072495 w 3079941"/>
                <a:gd name="connsiteY173-3800" fmla="*/ 512612 h 1160647"/>
                <a:gd name="connsiteX174-3801" fmla="*/ 1072495 w 3079941"/>
                <a:gd name="connsiteY174-3802" fmla="*/ 499371 h 1160647"/>
                <a:gd name="connsiteX175-3803" fmla="*/ 1094789 w 3079941"/>
                <a:gd name="connsiteY175-3804" fmla="*/ 499371 h 1160647"/>
                <a:gd name="connsiteX176-3805" fmla="*/ 1094789 w 3079941"/>
                <a:gd name="connsiteY176-3806" fmla="*/ 498290 h 1160647"/>
                <a:gd name="connsiteX177-3807" fmla="*/ 1094789 w 3079941"/>
                <a:gd name="connsiteY177-3808" fmla="*/ 490724 h 1160647"/>
                <a:gd name="connsiteX178-3809" fmla="*/ 1096562 w 3079941"/>
                <a:gd name="connsiteY178-3810" fmla="*/ 490724 h 1160647"/>
                <a:gd name="connsiteX179-3811" fmla="*/ 1108976 w 3079941"/>
                <a:gd name="connsiteY179-3812" fmla="*/ 490724 h 1160647"/>
                <a:gd name="connsiteX180-3813" fmla="*/ 1108976 w 3079941"/>
                <a:gd name="connsiteY180-3814" fmla="*/ 491805 h 1160647"/>
                <a:gd name="connsiteX181-3815" fmla="*/ 1108976 w 3079941"/>
                <a:gd name="connsiteY181-3816" fmla="*/ 499371 h 1160647"/>
                <a:gd name="connsiteX182-3817" fmla="*/ 1109736 w 3079941"/>
                <a:gd name="connsiteY182-3818" fmla="*/ 499371 h 1160647"/>
                <a:gd name="connsiteX183-3819" fmla="*/ 1115056 w 3079941"/>
                <a:gd name="connsiteY183-3820" fmla="*/ 499371 h 1160647"/>
                <a:gd name="connsiteX184-3821" fmla="*/ 1125189 w 3079941"/>
                <a:gd name="connsiteY184-3822" fmla="*/ 495047 h 1160647"/>
                <a:gd name="connsiteX185-3823" fmla="*/ 1129242 w 3079941"/>
                <a:gd name="connsiteY185-3824" fmla="*/ 498290 h 1160647"/>
                <a:gd name="connsiteX186-3825" fmla="*/ 1129242 w 3079941"/>
                <a:gd name="connsiteY186-3826" fmla="*/ 490724 h 1160647"/>
                <a:gd name="connsiteX187-3827" fmla="*/ 1131522 w 3079941"/>
                <a:gd name="connsiteY187-3828" fmla="*/ 490724 h 1160647"/>
                <a:gd name="connsiteX188-3829" fmla="*/ 1147483 w 3079941"/>
                <a:gd name="connsiteY188-3830" fmla="*/ 490724 h 1160647"/>
                <a:gd name="connsiteX189-3831" fmla="*/ 1147483 w 3079941"/>
                <a:gd name="connsiteY189-3832" fmla="*/ 491805 h 1160647"/>
                <a:gd name="connsiteX190-3833" fmla="*/ 1147483 w 3079941"/>
                <a:gd name="connsiteY190-3834" fmla="*/ 499371 h 1160647"/>
                <a:gd name="connsiteX191-3835" fmla="*/ 1177883 w 3079941"/>
                <a:gd name="connsiteY191-3836" fmla="*/ 499371 h 1160647"/>
                <a:gd name="connsiteX192-3837" fmla="*/ 1177883 w 3079941"/>
                <a:gd name="connsiteY192-3838" fmla="*/ 500992 h 1160647"/>
                <a:gd name="connsiteX193-3839" fmla="*/ 1177883 w 3079941"/>
                <a:gd name="connsiteY193-3840" fmla="*/ 512342 h 1160647"/>
                <a:gd name="connsiteX194-3841" fmla="*/ 1204230 w 3079941"/>
                <a:gd name="connsiteY194-3842" fmla="*/ 512342 h 1160647"/>
                <a:gd name="connsiteX195-3843" fmla="*/ 1204230 w 3079941"/>
                <a:gd name="connsiteY195-3844" fmla="*/ 542606 h 1160647"/>
                <a:gd name="connsiteX196-3845" fmla="*/ 1204990 w 3079941"/>
                <a:gd name="connsiteY196-3846" fmla="*/ 542606 h 1160647"/>
                <a:gd name="connsiteX197-3847" fmla="*/ 1210310 w 3079941"/>
                <a:gd name="connsiteY197-3848" fmla="*/ 542606 h 1160647"/>
                <a:gd name="connsiteX198-3849" fmla="*/ 1210310 w 3079941"/>
                <a:gd name="connsiteY198-3850" fmla="*/ 543687 h 1160647"/>
                <a:gd name="connsiteX199-3851" fmla="*/ 1210310 w 3079941"/>
                <a:gd name="connsiteY199-3852" fmla="*/ 551254 h 1160647"/>
                <a:gd name="connsiteX200-3853" fmla="*/ 1214364 w 3079941"/>
                <a:gd name="connsiteY200-3854" fmla="*/ 581518 h 1160647"/>
                <a:gd name="connsiteX201-3855" fmla="*/ 1215124 w 3079941"/>
                <a:gd name="connsiteY201-3856" fmla="*/ 581518 h 1160647"/>
                <a:gd name="connsiteX202-3857" fmla="*/ 1220444 w 3079941"/>
                <a:gd name="connsiteY202-3858" fmla="*/ 581518 h 1160647"/>
                <a:gd name="connsiteX203-3859" fmla="*/ 1220444 w 3079941"/>
                <a:gd name="connsiteY203-3860" fmla="*/ 582329 h 1160647"/>
                <a:gd name="connsiteX204-3861" fmla="*/ 1220444 w 3079941"/>
                <a:gd name="connsiteY204-3862" fmla="*/ 588004 h 1160647"/>
                <a:gd name="connsiteX205-3863" fmla="*/ 1221457 w 3079941"/>
                <a:gd name="connsiteY205-3864" fmla="*/ 588004 h 1160647"/>
                <a:gd name="connsiteX206-3865" fmla="*/ 1228550 w 3079941"/>
                <a:gd name="connsiteY206-3866" fmla="*/ 588004 h 1160647"/>
                <a:gd name="connsiteX207-3867" fmla="*/ 1228550 w 3079941"/>
                <a:gd name="connsiteY207-3868" fmla="*/ 618269 h 1160647"/>
                <a:gd name="connsiteX208-3869" fmla="*/ 1230577 w 3079941"/>
                <a:gd name="connsiteY208-3870" fmla="*/ 618269 h 1160647"/>
                <a:gd name="connsiteX209-3871" fmla="*/ 1244764 w 3079941"/>
                <a:gd name="connsiteY209-3872" fmla="*/ 618269 h 1160647"/>
                <a:gd name="connsiteX210-3873" fmla="*/ 1244764 w 3079941"/>
                <a:gd name="connsiteY210-3874" fmla="*/ 642048 h 1160647"/>
                <a:gd name="connsiteX211-3875" fmla="*/ 1246791 w 3079941"/>
                <a:gd name="connsiteY211-3876" fmla="*/ 643669 h 1160647"/>
                <a:gd name="connsiteX212-3877" fmla="*/ 1246791 w 3079941"/>
                <a:gd name="connsiteY212-3878" fmla="*/ 655019 h 1160647"/>
                <a:gd name="connsiteX213-3879" fmla="*/ 1247551 w 3079941"/>
                <a:gd name="connsiteY213-3880" fmla="*/ 655019 h 1160647"/>
                <a:gd name="connsiteX214-3881" fmla="*/ 1252871 w 3079941"/>
                <a:gd name="connsiteY214-3882" fmla="*/ 655019 h 1160647"/>
                <a:gd name="connsiteX215-3883" fmla="*/ 1252871 w 3079941"/>
                <a:gd name="connsiteY215-3884" fmla="*/ 678798 h 1160647"/>
                <a:gd name="connsiteX216-3885" fmla="*/ 1254137 w 3079941"/>
                <a:gd name="connsiteY216-3886" fmla="*/ 678798 h 1160647"/>
                <a:gd name="connsiteX217-3887" fmla="*/ 1263004 w 3079941"/>
                <a:gd name="connsiteY217-3888" fmla="*/ 678798 h 1160647"/>
                <a:gd name="connsiteX218-3889" fmla="*/ 1265031 w 3079941"/>
                <a:gd name="connsiteY218-3890" fmla="*/ 682852 h 1160647"/>
                <a:gd name="connsiteX219-3891" fmla="*/ 1265031 w 3079941"/>
                <a:gd name="connsiteY219-3892" fmla="*/ 696093 h 1160647"/>
                <a:gd name="connsiteX220-3893" fmla="*/ 1266551 w 3079941"/>
                <a:gd name="connsiteY220-3894" fmla="*/ 694201 h 1160647"/>
                <a:gd name="connsiteX221-3895" fmla="*/ 1277191 w 3079941"/>
                <a:gd name="connsiteY221-3896" fmla="*/ 680960 h 1160647"/>
                <a:gd name="connsiteX222-3897" fmla="*/ 1305565 w 3079941"/>
                <a:gd name="connsiteY222-3898" fmla="*/ 680960 h 1160647"/>
                <a:gd name="connsiteX223-3899" fmla="*/ 1305565 w 3079941"/>
                <a:gd name="connsiteY223-3900" fmla="*/ 767431 h 1160647"/>
                <a:gd name="connsiteX224-3901" fmla="*/ 1306325 w 3079941"/>
                <a:gd name="connsiteY224-3902" fmla="*/ 767431 h 1160647"/>
                <a:gd name="connsiteX225-3903" fmla="*/ 1311645 w 3079941"/>
                <a:gd name="connsiteY225-3904" fmla="*/ 767431 h 1160647"/>
                <a:gd name="connsiteX226-3905" fmla="*/ 1312405 w 3079941"/>
                <a:gd name="connsiteY226-3906" fmla="*/ 766080 h 1160647"/>
                <a:gd name="connsiteX227-3907" fmla="*/ 1317725 w 3079941"/>
                <a:gd name="connsiteY227-3908" fmla="*/ 756622 h 1160647"/>
                <a:gd name="connsiteX228-3909" fmla="*/ 1317725 w 3079941"/>
                <a:gd name="connsiteY228-3910" fmla="*/ 758514 h 1160647"/>
                <a:gd name="connsiteX229-3911" fmla="*/ 1317725 w 3079941"/>
                <a:gd name="connsiteY229-3912" fmla="*/ 771755 h 1160647"/>
                <a:gd name="connsiteX230-3913" fmla="*/ 1321778 w 3079941"/>
                <a:gd name="connsiteY230-3914" fmla="*/ 726358 h 1160647"/>
                <a:gd name="connsiteX231-3915" fmla="*/ 1322538 w 3079941"/>
                <a:gd name="connsiteY231-3916" fmla="*/ 726358 h 1160647"/>
                <a:gd name="connsiteX232-3917" fmla="*/ 1327858 w 3079941"/>
                <a:gd name="connsiteY232-3918" fmla="*/ 726358 h 1160647"/>
                <a:gd name="connsiteX233-3919" fmla="*/ 1327858 w 3079941"/>
                <a:gd name="connsiteY233-3920" fmla="*/ 661504 h 1160647"/>
                <a:gd name="connsiteX234-3921" fmla="*/ 1328872 w 3079941"/>
                <a:gd name="connsiteY234-3922" fmla="*/ 661504 h 1160647"/>
                <a:gd name="connsiteX235-3923" fmla="*/ 1335965 w 3079941"/>
                <a:gd name="connsiteY235-3924" fmla="*/ 661504 h 1160647"/>
                <a:gd name="connsiteX236-3925" fmla="*/ 1348125 w 3079941"/>
                <a:gd name="connsiteY236-3926" fmla="*/ 618269 h 1160647"/>
                <a:gd name="connsiteX237-3927" fmla="*/ 1349392 w 3079941"/>
                <a:gd name="connsiteY237-3928" fmla="*/ 618269 h 1160647"/>
                <a:gd name="connsiteX238-3929" fmla="*/ 1358259 w 3079941"/>
                <a:gd name="connsiteY238-3930" fmla="*/ 618269 h 1160647"/>
                <a:gd name="connsiteX239-3931" fmla="*/ 1368392 w 3079941"/>
                <a:gd name="connsiteY239-3932" fmla="*/ 661504 h 1160647"/>
                <a:gd name="connsiteX240-3933" fmla="*/ 1369405 w 3079941"/>
                <a:gd name="connsiteY240-3934" fmla="*/ 661504 h 1160647"/>
                <a:gd name="connsiteX241-3935" fmla="*/ 1376499 w 3079941"/>
                <a:gd name="connsiteY241-3936" fmla="*/ 661504 h 1160647"/>
                <a:gd name="connsiteX242-3937" fmla="*/ 1376499 w 3079941"/>
                <a:gd name="connsiteY242-3938" fmla="*/ 700416 h 1160647"/>
                <a:gd name="connsiteX243-3939" fmla="*/ 1378272 w 3079941"/>
                <a:gd name="connsiteY243-3940" fmla="*/ 700416 h 1160647"/>
                <a:gd name="connsiteX244-3941" fmla="*/ 1390686 w 3079941"/>
                <a:gd name="connsiteY244-3942" fmla="*/ 700416 h 1160647"/>
                <a:gd name="connsiteX245-3943" fmla="*/ 1390686 w 3079941"/>
                <a:gd name="connsiteY245-3944" fmla="*/ 702578 h 1160647"/>
                <a:gd name="connsiteX246-3945" fmla="*/ 1390686 w 3079941"/>
                <a:gd name="connsiteY246-3946" fmla="*/ 717710 h 1160647"/>
                <a:gd name="connsiteX247-3947" fmla="*/ 1394739 w 3079941"/>
                <a:gd name="connsiteY247-3948" fmla="*/ 715549 h 1160647"/>
                <a:gd name="connsiteX248-3949" fmla="*/ 1394739 w 3079941"/>
                <a:gd name="connsiteY248-3950" fmla="*/ 700416 h 1160647"/>
                <a:gd name="connsiteX249-3951" fmla="*/ 1396259 w 3079941"/>
                <a:gd name="connsiteY249-3952" fmla="*/ 700416 h 1160647"/>
                <a:gd name="connsiteX250-3953" fmla="*/ 1406899 w 3079941"/>
                <a:gd name="connsiteY250-3954" fmla="*/ 700416 h 1160647"/>
                <a:gd name="connsiteX251-3955" fmla="*/ 1406899 w 3079941"/>
                <a:gd name="connsiteY251-3956" fmla="*/ 702037 h 1160647"/>
                <a:gd name="connsiteX252-3957" fmla="*/ 1406899 w 3079941"/>
                <a:gd name="connsiteY252-3958" fmla="*/ 713387 h 1160647"/>
                <a:gd name="connsiteX253-3959" fmla="*/ 1437300 w 3079941"/>
                <a:gd name="connsiteY253-3960" fmla="*/ 713387 h 1160647"/>
                <a:gd name="connsiteX254-3961" fmla="*/ 1437300 w 3079941"/>
                <a:gd name="connsiteY254-3962" fmla="*/ 676637 h 1160647"/>
                <a:gd name="connsiteX255-3963" fmla="*/ 1438566 w 3079941"/>
                <a:gd name="connsiteY255-3964" fmla="*/ 676637 h 1160647"/>
                <a:gd name="connsiteX256-3965" fmla="*/ 1447433 w 3079941"/>
                <a:gd name="connsiteY256-3966" fmla="*/ 676637 h 1160647"/>
                <a:gd name="connsiteX257-3967" fmla="*/ 1447433 w 3079941"/>
                <a:gd name="connsiteY257-3968" fmla="*/ 698254 h 1160647"/>
                <a:gd name="connsiteX258-3969" fmla="*/ 1449460 w 3079941"/>
                <a:gd name="connsiteY258-3970" fmla="*/ 665828 h 1160647"/>
                <a:gd name="connsiteX259-3971" fmla="*/ 1471753 w 3079941"/>
                <a:gd name="connsiteY259-3972" fmla="*/ 665828 h 1160647"/>
                <a:gd name="connsiteX260-3973" fmla="*/ 1471753 w 3079941"/>
                <a:gd name="connsiteY260-3974" fmla="*/ 664206 h 1160647"/>
                <a:gd name="connsiteX261-3975" fmla="*/ 1471753 w 3079941"/>
                <a:gd name="connsiteY261-3976" fmla="*/ 652857 h 1160647"/>
                <a:gd name="connsiteX262-3977" fmla="*/ 1472513 w 3079941"/>
                <a:gd name="connsiteY262-3978" fmla="*/ 652857 h 1160647"/>
                <a:gd name="connsiteX263-3979" fmla="*/ 1477833 w 3079941"/>
                <a:gd name="connsiteY263-3980" fmla="*/ 652857 h 1160647"/>
                <a:gd name="connsiteX264-3981" fmla="*/ 1477833 w 3079941"/>
                <a:gd name="connsiteY264-3982" fmla="*/ 650966 h 1160647"/>
                <a:gd name="connsiteX265-3983" fmla="*/ 1477833 w 3079941"/>
                <a:gd name="connsiteY265-3984" fmla="*/ 637725 h 1160647"/>
                <a:gd name="connsiteX266-3985" fmla="*/ 1481887 w 3079941"/>
                <a:gd name="connsiteY266-3986" fmla="*/ 644210 h 1160647"/>
                <a:gd name="connsiteX267-3987" fmla="*/ 1484167 w 3079941"/>
                <a:gd name="connsiteY267-3988" fmla="*/ 644210 h 1160647"/>
                <a:gd name="connsiteX268-3989" fmla="*/ 1500127 w 3079941"/>
                <a:gd name="connsiteY268-3990" fmla="*/ 644210 h 1160647"/>
                <a:gd name="connsiteX269-3991" fmla="*/ 1500127 w 3079941"/>
                <a:gd name="connsiteY269-3992" fmla="*/ 643399 h 1160647"/>
                <a:gd name="connsiteX270-3993" fmla="*/ 1500127 w 3079941"/>
                <a:gd name="connsiteY270-3994" fmla="*/ 637725 h 1160647"/>
                <a:gd name="connsiteX271-3995" fmla="*/ 1500887 w 3079941"/>
                <a:gd name="connsiteY271-3996" fmla="*/ 637725 h 1160647"/>
                <a:gd name="connsiteX272-3997" fmla="*/ 1506207 w 3079941"/>
                <a:gd name="connsiteY272-3998" fmla="*/ 637725 h 1160647"/>
                <a:gd name="connsiteX273-3999" fmla="*/ 1506207 w 3079941"/>
                <a:gd name="connsiteY273-4000" fmla="*/ 639076 h 1160647"/>
                <a:gd name="connsiteX274-4001" fmla="*/ 1506207 w 3079941"/>
                <a:gd name="connsiteY274-4002" fmla="*/ 648534 h 1160647"/>
                <a:gd name="connsiteX275-4003" fmla="*/ 1544714 w 3079941"/>
                <a:gd name="connsiteY275-4004" fmla="*/ 648534 h 1160647"/>
                <a:gd name="connsiteX276-4005" fmla="*/ 1544714 w 3079941"/>
                <a:gd name="connsiteY276-4006" fmla="*/ 786887 h 1160647"/>
                <a:gd name="connsiteX277-4007" fmla="*/ 1546234 w 3079941"/>
                <a:gd name="connsiteY277-4008" fmla="*/ 786887 h 1160647"/>
                <a:gd name="connsiteX278-4009" fmla="*/ 1556874 w 3079941"/>
                <a:gd name="connsiteY278-4010" fmla="*/ 786887 h 1160647"/>
                <a:gd name="connsiteX279-4011" fmla="*/ 1556874 w 3079941"/>
                <a:gd name="connsiteY279-4012" fmla="*/ 773917 h 1160647"/>
                <a:gd name="connsiteX280-4013" fmla="*/ 1560928 w 3079941"/>
                <a:gd name="connsiteY280-4014" fmla="*/ 773917 h 1160647"/>
                <a:gd name="connsiteX281-4015" fmla="*/ 1560928 w 3079941"/>
                <a:gd name="connsiteY281-4016" fmla="*/ 786887 h 1160647"/>
                <a:gd name="connsiteX282-4017" fmla="*/ 1591328 w 3079941"/>
                <a:gd name="connsiteY282-4018" fmla="*/ 786887 h 1160647"/>
                <a:gd name="connsiteX283-4019" fmla="*/ 1591328 w 3079941"/>
                <a:gd name="connsiteY283-4020" fmla="*/ 756622 h 1160647"/>
                <a:gd name="connsiteX284-4021" fmla="*/ 1603488 w 3079941"/>
                <a:gd name="connsiteY284-4022" fmla="*/ 756622 h 1160647"/>
                <a:gd name="connsiteX285-4023" fmla="*/ 1615648 w 3079941"/>
                <a:gd name="connsiteY285-4024" fmla="*/ 754461 h 1160647"/>
                <a:gd name="connsiteX286-4025" fmla="*/ 1619702 w 3079941"/>
                <a:gd name="connsiteY286-4026" fmla="*/ 756622 h 1160647"/>
                <a:gd name="connsiteX287-4027" fmla="*/ 1629835 w 3079941"/>
                <a:gd name="connsiteY287-4028" fmla="*/ 756622 h 1160647"/>
                <a:gd name="connsiteX288-4029" fmla="*/ 1629835 w 3079941"/>
                <a:gd name="connsiteY288-4030" fmla="*/ 786887 h 1160647"/>
                <a:gd name="connsiteX289-4031" fmla="*/ 1637942 w 3079941"/>
                <a:gd name="connsiteY289-4032" fmla="*/ 786887 h 1160647"/>
                <a:gd name="connsiteX290-4033" fmla="*/ 1637942 w 3079941"/>
                <a:gd name="connsiteY290-4034" fmla="*/ 804182 h 1160647"/>
                <a:gd name="connsiteX291-4035" fmla="*/ 1647278 w 3079941"/>
                <a:gd name="connsiteY291-4036" fmla="*/ 805087 h 1160647"/>
                <a:gd name="connsiteX292-4037" fmla="*/ 1660236 w 3079941"/>
                <a:gd name="connsiteY292-4038" fmla="*/ 805087 h 1160647"/>
                <a:gd name="connsiteX293-4039" fmla="*/ 1660236 w 3079941"/>
                <a:gd name="connsiteY293-4040" fmla="*/ 789049 h 1160647"/>
                <a:gd name="connsiteX294-4041" fmla="*/ 1728192 w 3079941"/>
                <a:gd name="connsiteY294-4042" fmla="*/ 789049 h 1160647"/>
                <a:gd name="connsiteX295-4043" fmla="*/ 1728192 w 3079941"/>
                <a:gd name="connsiteY295-4044" fmla="*/ 703796 h 1160647"/>
                <a:gd name="connsiteX296-4045" fmla="*/ 1800200 w 3079941"/>
                <a:gd name="connsiteY296-4046" fmla="*/ 703796 h 1160647"/>
                <a:gd name="connsiteX297-4047" fmla="*/ 1800200 w 3079941"/>
                <a:gd name="connsiteY297-4048" fmla="*/ 782564 h 1160647"/>
                <a:gd name="connsiteX298-4049" fmla="*/ 1802104 w 3079941"/>
                <a:gd name="connsiteY298-4050" fmla="*/ 782564 h 1160647"/>
                <a:gd name="connsiteX299-4051" fmla="*/ 1803346 w 3079941"/>
                <a:gd name="connsiteY299-4052" fmla="*/ 805087 h 1160647"/>
                <a:gd name="connsiteX300-4053" fmla="*/ 1813022 w 3079941"/>
                <a:gd name="connsiteY300-4054" fmla="*/ 805087 h 1160647"/>
                <a:gd name="connsiteX301-4055" fmla="*/ 1814264 w 3079941"/>
                <a:gd name="connsiteY301-4056" fmla="*/ 782564 h 1160647"/>
                <a:gd name="connsiteX302-4057" fmla="*/ 1820344 w 3079941"/>
                <a:gd name="connsiteY302-4058" fmla="*/ 782564 h 1160647"/>
                <a:gd name="connsiteX303-4059" fmla="*/ 1821586 w 3079941"/>
                <a:gd name="connsiteY303-4060" fmla="*/ 805087 h 1160647"/>
                <a:gd name="connsiteX304-4061" fmla="*/ 1872208 w 3079941"/>
                <a:gd name="connsiteY304-4062" fmla="*/ 805087 h 1160647"/>
                <a:gd name="connsiteX305-4063" fmla="*/ 1872208 w 3079941"/>
                <a:gd name="connsiteY305-4064" fmla="*/ 642059 h 1160647"/>
                <a:gd name="connsiteX306-4065" fmla="*/ 2069535 w 3079941"/>
                <a:gd name="connsiteY306-4066" fmla="*/ 642059 h 1160647"/>
                <a:gd name="connsiteX307-4067" fmla="*/ 2069535 w 3079941"/>
                <a:gd name="connsiteY307-4068" fmla="*/ 805087 h 1160647"/>
                <a:gd name="connsiteX308-4069" fmla="*/ 2088232 w 3079941"/>
                <a:gd name="connsiteY308-4070" fmla="*/ 805087 h 1160647"/>
                <a:gd name="connsiteX309-4071" fmla="*/ 2088232 w 3079941"/>
                <a:gd name="connsiteY309-4072" fmla="*/ 722394 h 1160647"/>
                <a:gd name="connsiteX310-4073" fmla="*/ 2183352 w 3079941"/>
                <a:gd name="connsiteY310-4074" fmla="*/ 722394 h 1160647"/>
                <a:gd name="connsiteX311-4075" fmla="*/ 2195282 w 3079941"/>
                <a:gd name="connsiteY311-4076" fmla="*/ 404253 h 1160647"/>
                <a:gd name="connsiteX312-4077" fmla="*/ 2183122 w 3079941"/>
                <a:gd name="connsiteY312-4078" fmla="*/ 382635 h 1160647"/>
                <a:gd name="connsiteX313-4079" fmla="*/ 2177042 w 3079941"/>
                <a:gd name="connsiteY313-4080" fmla="*/ 378311 h 1160647"/>
                <a:gd name="connsiteX314-4081" fmla="*/ 2185149 w 3079941"/>
                <a:gd name="connsiteY314-4082" fmla="*/ 354532 h 1160647"/>
                <a:gd name="connsiteX315-4083" fmla="*/ 2185149 w 3079941"/>
                <a:gd name="connsiteY315-4084" fmla="*/ 337238 h 1160647"/>
                <a:gd name="connsiteX316-4085" fmla="*/ 2199336 w 3079941"/>
                <a:gd name="connsiteY316-4086" fmla="*/ 337238 h 1160647"/>
                <a:gd name="connsiteX317-4087" fmla="*/ 2199336 w 3079941"/>
                <a:gd name="connsiteY317-4088" fmla="*/ 315620 h 1160647"/>
                <a:gd name="connsiteX318-4089" fmla="*/ 2201362 w 3079941"/>
                <a:gd name="connsiteY318-4090" fmla="*/ 311296 h 1160647"/>
                <a:gd name="connsiteX319-4091" fmla="*/ 2201362 w 3079941"/>
                <a:gd name="connsiteY319-4092" fmla="*/ 233472 h 1160647"/>
                <a:gd name="connsiteX320-4093" fmla="*/ 2199336 w 3079941"/>
                <a:gd name="connsiteY320-4094" fmla="*/ 226987 h 1160647"/>
                <a:gd name="connsiteX321-4095" fmla="*/ 2205416 w 3079941"/>
                <a:gd name="connsiteY321-4096" fmla="*/ 220501 h 1160647"/>
                <a:gd name="connsiteX322-4097" fmla="*/ 2205416 w 3079941"/>
                <a:gd name="connsiteY322-4098" fmla="*/ 162133 h 1160647"/>
                <a:gd name="connsiteX323-4099" fmla="*/ 2207442 w 3079941"/>
                <a:gd name="connsiteY323-4100" fmla="*/ 157810 h 1160647"/>
                <a:gd name="connsiteX324-4101" fmla="*/ 2207442 w 3079941"/>
                <a:gd name="connsiteY324-4102" fmla="*/ 101604 h 1160647"/>
                <a:gd name="connsiteX325-4103" fmla="*/ 2209469 w 3079941"/>
                <a:gd name="connsiteY325-4104" fmla="*/ 82148 h 1160647"/>
                <a:gd name="connsiteX326-4105" fmla="*/ 2213523 w 3079941"/>
                <a:gd name="connsiteY326-4106" fmla="*/ 99442 h 1160647"/>
                <a:gd name="connsiteX327-4107" fmla="*/ 2215549 w 3079941"/>
                <a:gd name="connsiteY327-4108" fmla="*/ 157810 h 1160647"/>
                <a:gd name="connsiteX328-4109" fmla="*/ 2217576 w 3079941"/>
                <a:gd name="connsiteY328-4110" fmla="*/ 220501 h 1160647"/>
                <a:gd name="connsiteX329-4111" fmla="*/ 2223656 w 3079941"/>
                <a:gd name="connsiteY329-4112" fmla="*/ 226987 h 1160647"/>
                <a:gd name="connsiteX330-4113" fmla="*/ 2221629 w 3079941"/>
                <a:gd name="connsiteY330-4114" fmla="*/ 233472 h 1160647"/>
                <a:gd name="connsiteX331-4115" fmla="*/ 2221629 w 3079941"/>
                <a:gd name="connsiteY331-4116" fmla="*/ 311296 h 1160647"/>
                <a:gd name="connsiteX332-4117" fmla="*/ 2223656 w 3079941"/>
                <a:gd name="connsiteY332-4118" fmla="*/ 315620 h 1160647"/>
                <a:gd name="connsiteX333-4119" fmla="*/ 2223656 w 3079941"/>
                <a:gd name="connsiteY333-4120" fmla="*/ 337238 h 1160647"/>
                <a:gd name="connsiteX334-4121" fmla="*/ 2237843 w 3079941"/>
                <a:gd name="connsiteY334-4122" fmla="*/ 337238 h 1160647"/>
                <a:gd name="connsiteX335-4123" fmla="*/ 2237843 w 3079941"/>
                <a:gd name="connsiteY335-4124" fmla="*/ 354532 h 1160647"/>
                <a:gd name="connsiteX336-4125" fmla="*/ 2245950 w 3079941"/>
                <a:gd name="connsiteY336-4126" fmla="*/ 378311 h 1160647"/>
                <a:gd name="connsiteX337-4127" fmla="*/ 2239870 w 3079941"/>
                <a:gd name="connsiteY337-4128" fmla="*/ 382635 h 1160647"/>
                <a:gd name="connsiteX338-4129" fmla="*/ 2227709 w 3079941"/>
                <a:gd name="connsiteY338-4130" fmla="*/ 404253 h 1160647"/>
                <a:gd name="connsiteX339-4131" fmla="*/ 2235816 w 3079941"/>
                <a:gd name="connsiteY339-4132" fmla="*/ 657181 h 1160647"/>
                <a:gd name="connsiteX340-4133" fmla="*/ 2300670 w 3079941"/>
                <a:gd name="connsiteY340-4134" fmla="*/ 657181 h 1160647"/>
                <a:gd name="connsiteX341-4135" fmla="*/ 2300670 w 3079941"/>
                <a:gd name="connsiteY341-4136" fmla="*/ 732843 h 1160647"/>
                <a:gd name="connsiteX342-4137" fmla="*/ 2308777 w 3079941"/>
                <a:gd name="connsiteY342-4138" fmla="*/ 732843 h 1160647"/>
                <a:gd name="connsiteX343-4139" fmla="*/ 2310804 w 3079941"/>
                <a:gd name="connsiteY343-4140" fmla="*/ 726358 h 1160647"/>
                <a:gd name="connsiteX344-4141" fmla="*/ 2316884 w 3079941"/>
                <a:gd name="connsiteY344-4142" fmla="*/ 726358 h 1160647"/>
                <a:gd name="connsiteX345-4143" fmla="*/ 2318911 w 3079941"/>
                <a:gd name="connsiteY345-4144" fmla="*/ 735005 h 1160647"/>
                <a:gd name="connsiteX346-4145" fmla="*/ 2331071 w 3079941"/>
                <a:gd name="connsiteY346-4146" fmla="*/ 735005 h 1160647"/>
                <a:gd name="connsiteX347-4147" fmla="*/ 2331071 w 3079941"/>
                <a:gd name="connsiteY347-4148" fmla="*/ 728519 h 1160647"/>
                <a:gd name="connsiteX348-4149" fmla="*/ 2353364 w 3079941"/>
                <a:gd name="connsiteY348-4150" fmla="*/ 728519 h 1160647"/>
                <a:gd name="connsiteX349-4151" fmla="*/ 2353364 w 3079941"/>
                <a:gd name="connsiteY349-4152" fmla="*/ 735005 h 1160647"/>
                <a:gd name="connsiteX350-4153" fmla="*/ 2373631 w 3079941"/>
                <a:gd name="connsiteY350-4154" fmla="*/ 735005 h 1160647"/>
                <a:gd name="connsiteX351-4155" fmla="*/ 2373631 w 3079941"/>
                <a:gd name="connsiteY351-4156" fmla="*/ 780402 h 1160647"/>
                <a:gd name="connsiteX352-4157" fmla="*/ 2387818 w 3079941"/>
                <a:gd name="connsiteY352-4158" fmla="*/ 780402 h 1160647"/>
                <a:gd name="connsiteX353-4159" fmla="*/ 2387818 w 3079941"/>
                <a:gd name="connsiteY353-4160" fmla="*/ 767431 h 1160647"/>
                <a:gd name="connsiteX354-4161" fmla="*/ 2404032 w 3079941"/>
                <a:gd name="connsiteY354-4162" fmla="*/ 767431 h 1160647"/>
                <a:gd name="connsiteX355-4163" fmla="*/ 2404032 w 3079941"/>
                <a:gd name="connsiteY355-4164" fmla="*/ 588004 h 1160647"/>
                <a:gd name="connsiteX356-4165" fmla="*/ 2410112 w 3079941"/>
                <a:gd name="connsiteY356-4166" fmla="*/ 581518 h 1160647"/>
                <a:gd name="connsiteX357-4167" fmla="*/ 2483073 w 3079941"/>
                <a:gd name="connsiteY357-4168" fmla="*/ 581518 h 1160647"/>
                <a:gd name="connsiteX358-4169" fmla="*/ 2483073 w 3079941"/>
                <a:gd name="connsiteY358-4170" fmla="*/ 590166 h 1160647"/>
                <a:gd name="connsiteX359-4171" fmla="*/ 2493206 w 3079941"/>
                <a:gd name="connsiteY359-4172" fmla="*/ 590166 h 1160647"/>
                <a:gd name="connsiteX360-4173" fmla="*/ 2493206 w 3079941"/>
                <a:gd name="connsiteY360-4174" fmla="*/ 704740 h 1160647"/>
                <a:gd name="connsiteX361-4175" fmla="*/ 2515500 w 3079941"/>
                <a:gd name="connsiteY361-4176" fmla="*/ 704740 h 1160647"/>
                <a:gd name="connsiteX362-4177" fmla="*/ 2515500 w 3079941"/>
                <a:gd name="connsiteY362-4178" fmla="*/ 637725 h 1160647"/>
                <a:gd name="connsiteX363-4179" fmla="*/ 2541847 w 3079941"/>
                <a:gd name="connsiteY363-4180" fmla="*/ 637725 h 1160647"/>
                <a:gd name="connsiteX364-4181" fmla="*/ 2545900 w 3079941"/>
                <a:gd name="connsiteY364-4182" fmla="*/ 633401 h 1160647"/>
                <a:gd name="connsiteX365-4183" fmla="*/ 2554007 w 3079941"/>
                <a:gd name="connsiteY365-4184" fmla="*/ 633401 h 1160647"/>
                <a:gd name="connsiteX366-4185" fmla="*/ 2558060 w 3079941"/>
                <a:gd name="connsiteY366-4186" fmla="*/ 637725 h 1160647"/>
                <a:gd name="connsiteX367-4187" fmla="*/ 2580354 w 3079941"/>
                <a:gd name="connsiteY367-4188" fmla="*/ 637725 h 1160647"/>
                <a:gd name="connsiteX368-4189" fmla="*/ 2580354 w 3079941"/>
                <a:gd name="connsiteY368-4190" fmla="*/ 520989 h 1160647"/>
                <a:gd name="connsiteX369-4191" fmla="*/ 2637101 w 3079941"/>
                <a:gd name="connsiteY369-4192" fmla="*/ 510180 h 1160647"/>
                <a:gd name="connsiteX370-4193" fmla="*/ 2637101 w 3079941"/>
                <a:gd name="connsiteY370-4194" fmla="*/ 511261 h 1160647"/>
                <a:gd name="connsiteX371-4195" fmla="*/ 2637101 w 3079941"/>
                <a:gd name="connsiteY371-4196" fmla="*/ 518827 h 1160647"/>
                <a:gd name="connsiteX372-4197" fmla="*/ 2663448 w 3079941"/>
                <a:gd name="connsiteY372-4198" fmla="*/ 518827 h 1160647"/>
                <a:gd name="connsiteX373-4199" fmla="*/ 2663448 w 3079941"/>
                <a:gd name="connsiteY373-4200" fmla="*/ 773917 h 1160647"/>
                <a:gd name="connsiteX374-4201" fmla="*/ 2685742 w 3079941"/>
                <a:gd name="connsiteY374-4202" fmla="*/ 773917 h 1160647"/>
                <a:gd name="connsiteX375-4203" fmla="*/ 2685742 w 3079941"/>
                <a:gd name="connsiteY375-4204" fmla="*/ 769593 h 1160647"/>
                <a:gd name="connsiteX376-4205" fmla="*/ 2697902 w 3079941"/>
                <a:gd name="connsiteY376-4206" fmla="*/ 769593 h 1160647"/>
                <a:gd name="connsiteX377-4207" fmla="*/ 2697902 w 3079941"/>
                <a:gd name="connsiteY377-4208" fmla="*/ 773917 h 1160647"/>
                <a:gd name="connsiteX378-4209" fmla="*/ 2722222 w 3079941"/>
                <a:gd name="connsiteY378-4210" fmla="*/ 773917 h 1160647"/>
                <a:gd name="connsiteX379-4211" fmla="*/ 2722222 w 3079941"/>
                <a:gd name="connsiteY379-4212" fmla="*/ 760946 h 1160647"/>
                <a:gd name="connsiteX380-4213" fmla="*/ 2750596 w 3079941"/>
                <a:gd name="connsiteY380-4214" fmla="*/ 760946 h 1160647"/>
                <a:gd name="connsiteX381-4215" fmla="*/ 2762756 w 3079941"/>
                <a:gd name="connsiteY381-4216" fmla="*/ 756622 h 1160647"/>
                <a:gd name="connsiteX382-4217" fmla="*/ 2783023 w 3079941"/>
                <a:gd name="connsiteY382-4218" fmla="*/ 760946 h 1160647"/>
                <a:gd name="connsiteX383-4219" fmla="*/ 2783023 w 3079941"/>
                <a:gd name="connsiteY383-4220" fmla="*/ 743652 h 1160647"/>
                <a:gd name="connsiteX384-4221" fmla="*/ 2791130 w 3079941"/>
                <a:gd name="connsiteY384-4222" fmla="*/ 743652 h 1160647"/>
                <a:gd name="connsiteX385-4223" fmla="*/ 2791130 w 3079941"/>
                <a:gd name="connsiteY385-4224" fmla="*/ 730681 h 1160647"/>
                <a:gd name="connsiteX386-4225" fmla="*/ 2847877 w 3079941"/>
                <a:gd name="connsiteY386-4226" fmla="*/ 730681 h 1160647"/>
                <a:gd name="connsiteX387-4227" fmla="*/ 2847877 w 3079941"/>
                <a:gd name="connsiteY387-4228" fmla="*/ 700416 h 1160647"/>
                <a:gd name="connsiteX388-4229" fmla="*/ 2866117 w 3079941"/>
                <a:gd name="connsiteY388-4230" fmla="*/ 700416 h 1160647"/>
                <a:gd name="connsiteX389-4231" fmla="*/ 2866117 w 3079941"/>
                <a:gd name="connsiteY389-4232" fmla="*/ 693931 h 1160647"/>
                <a:gd name="connsiteX390-4233" fmla="*/ 2878277 w 3079941"/>
                <a:gd name="connsiteY390-4234" fmla="*/ 693931 h 1160647"/>
                <a:gd name="connsiteX391-4235" fmla="*/ 2878277 w 3079941"/>
                <a:gd name="connsiteY391-4236" fmla="*/ 700416 h 1160647"/>
                <a:gd name="connsiteX392-4237" fmla="*/ 2894491 w 3079941"/>
                <a:gd name="connsiteY392-4238" fmla="*/ 700416 h 1160647"/>
                <a:gd name="connsiteX393-4239" fmla="*/ 2894491 w 3079941"/>
                <a:gd name="connsiteY393-4240" fmla="*/ 750137 h 1160647"/>
                <a:gd name="connsiteX394-4241" fmla="*/ 2926918 w 3079941"/>
                <a:gd name="connsiteY394-4242" fmla="*/ 750137 h 1160647"/>
                <a:gd name="connsiteX395-4243" fmla="*/ 2926918 w 3079941"/>
                <a:gd name="connsiteY395-4244" fmla="*/ 724196 h 1160647"/>
                <a:gd name="connsiteX396-4245" fmla="*/ 2965425 w 3079941"/>
                <a:gd name="connsiteY396-4246" fmla="*/ 724196 h 1160647"/>
                <a:gd name="connsiteX397-4247" fmla="*/ 2965425 w 3079941"/>
                <a:gd name="connsiteY397-4248" fmla="*/ 693931 h 1160647"/>
                <a:gd name="connsiteX398-4249" fmla="*/ 3014066 w 3079941"/>
                <a:gd name="connsiteY398-4250" fmla="*/ 693931 h 1160647"/>
                <a:gd name="connsiteX399-4251" fmla="*/ 3014066 w 3079941"/>
                <a:gd name="connsiteY399-4252" fmla="*/ 805087 h 1160647"/>
                <a:gd name="connsiteX400-4253" fmla="*/ 3014066 w 3079941"/>
                <a:gd name="connsiteY400-4254" fmla="*/ 818866 h 1160647"/>
                <a:gd name="connsiteX401-4255" fmla="*/ 3079941 w 3079941"/>
                <a:gd name="connsiteY401-4256" fmla="*/ 818866 h 1160647"/>
                <a:gd name="connsiteX402-4257" fmla="*/ 3079941 w 3079941"/>
                <a:gd name="connsiteY402-4258" fmla="*/ 1160647 h 1160647"/>
                <a:gd name="connsiteX403-4259" fmla="*/ 200958 w 3079941"/>
                <a:gd name="connsiteY403-4260" fmla="*/ 1160647 h 1160647"/>
                <a:gd name="connsiteX404-4261" fmla="*/ 0 w 3079941"/>
                <a:gd name="connsiteY404-4262" fmla="*/ 1126882 h 1160647"/>
                <a:gd name="connsiteX405-4263" fmla="*/ 0 w 3079941"/>
                <a:gd name="connsiteY405-4264" fmla="*/ 915339 h 1160647"/>
                <a:gd name="connsiteX406-4265" fmla="*/ 103377 w 3079941"/>
                <a:gd name="connsiteY406-4266" fmla="*/ 915339 h 1160647"/>
                <a:gd name="connsiteX407-4267" fmla="*/ 55096 w 3079941"/>
                <a:gd name="connsiteY407-4268" fmla="*/ 886329 h 1160647"/>
                <a:gd name="connsiteX408-4269" fmla="*/ 55096 w 3079941"/>
                <a:gd name="connsiteY408-4270" fmla="*/ 724196 h 1160647"/>
                <a:gd name="connsiteX409-4271" fmla="*/ 75363 w 3079941"/>
                <a:gd name="connsiteY409-4272" fmla="*/ 724196 h 1160647"/>
                <a:gd name="connsiteX410-4273" fmla="*/ 75870 w 3079941"/>
                <a:gd name="connsiteY410-4274" fmla="*/ 723115 h 1160647"/>
                <a:gd name="connsiteX411-4275" fmla="*/ 79416 w 3079941"/>
                <a:gd name="connsiteY411-4276" fmla="*/ 715549 h 1160647"/>
                <a:gd name="connsiteX412-4277" fmla="*/ 81190 w 3079941"/>
                <a:gd name="connsiteY412-4278" fmla="*/ 715819 h 1160647"/>
                <a:gd name="connsiteX413-4279" fmla="*/ 93603 w 3079941"/>
                <a:gd name="connsiteY413-4280" fmla="*/ 717710 h 1160647"/>
                <a:gd name="connsiteX414-4281" fmla="*/ 94110 w 3079941"/>
                <a:gd name="connsiteY414-4282" fmla="*/ 719062 h 1160647"/>
                <a:gd name="connsiteX415-4283" fmla="*/ 97656 w 3079941"/>
                <a:gd name="connsiteY415-4284" fmla="*/ 728519 h 1160647"/>
                <a:gd name="connsiteX416-4285" fmla="*/ 124003 w 3079941"/>
                <a:gd name="connsiteY416-4286" fmla="*/ 730681 h 1160647"/>
                <a:gd name="connsiteX417-4287" fmla="*/ 124003 w 3079941"/>
                <a:gd name="connsiteY417-4288" fmla="*/ 607460 h 1160647"/>
                <a:gd name="connsiteX418-4289" fmla="*/ 126030 w 3079941"/>
                <a:gd name="connsiteY418-4290" fmla="*/ 607460 h 1160647"/>
                <a:gd name="connsiteX419-4291" fmla="*/ 140217 w 3079941"/>
                <a:gd name="connsiteY419-4292" fmla="*/ 607460 h 1160647"/>
                <a:gd name="connsiteX420-4293" fmla="*/ 140217 w 3079941"/>
                <a:gd name="connsiteY420-4294" fmla="*/ 471268 h 1160647"/>
                <a:gd name="connsiteX421-4295" fmla="*/ 141990 w 3079941"/>
                <a:gd name="connsiteY421-4296" fmla="*/ 471268 h 1160647"/>
                <a:gd name="connsiteX422-4297" fmla="*/ 154404 w 3079941"/>
                <a:gd name="connsiteY422-4298" fmla="*/ 471268 h 1160647"/>
                <a:gd name="connsiteX423-4299" fmla="*/ 154404 w 3079941"/>
                <a:gd name="connsiteY423-4300" fmla="*/ 356694 h 1160647"/>
                <a:gd name="connsiteX424-4301" fmla="*/ 158457 w 3079941"/>
                <a:gd name="connsiteY424-4302" fmla="*/ 328590 h 1160647"/>
                <a:gd name="connsiteX425-4303" fmla="*/ 160484 w 3079941"/>
                <a:gd name="connsiteY425-4304" fmla="*/ 328590 h 1160647"/>
                <a:gd name="connsiteX426-4305" fmla="*/ 174671 w 3079941"/>
                <a:gd name="connsiteY426-4306" fmla="*/ 328590 h 1160647"/>
                <a:gd name="connsiteX427-4307" fmla="*/ 211151 w 3079941"/>
                <a:gd name="connsiteY427-4308" fmla="*/ 246443 h 1160647"/>
                <a:gd name="connsiteX428-4309" fmla="*/ 215205 w 3079941"/>
                <a:gd name="connsiteY428-4310" fmla="*/ 0 h 1160647"/>
                <a:gd name="connsiteX0-4311" fmla="*/ 215205 w 3079941"/>
                <a:gd name="connsiteY0-4312" fmla="*/ 0 h 1160647"/>
                <a:gd name="connsiteX1-4313" fmla="*/ 217231 w 3079941"/>
                <a:gd name="connsiteY1-4314" fmla="*/ 246443 h 1160647"/>
                <a:gd name="connsiteX2-4315" fmla="*/ 255738 w 3079941"/>
                <a:gd name="connsiteY2-4316" fmla="*/ 326429 h 1160647"/>
                <a:gd name="connsiteX3-4317" fmla="*/ 257765 w 3079941"/>
                <a:gd name="connsiteY3-4318" fmla="*/ 326429 h 1160647"/>
                <a:gd name="connsiteX4-4319" fmla="*/ 271952 w 3079941"/>
                <a:gd name="connsiteY4-4320" fmla="*/ 326429 h 1160647"/>
                <a:gd name="connsiteX5-4321" fmla="*/ 271952 w 3079941"/>
                <a:gd name="connsiteY5-4322" fmla="*/ 350208 h 1160647"/>
                <a:gd name="connsiteX6-4323" fmla="*/ 272459 w 3079941"/>
                <a:gd name="connsiteY6-4324" fmla="*/ 351019 h 1160647"/>
                <a:gd name="connsiteX7-4325" fmla="*/ 276005 w 3079941"/>
                <a:gd name="connsiteY7-4326" fmla="*/ 356694 h 1160647"/>
                <a:gd name="connsiteX8-4327" fmla="*/ 276005 w 3079941"/>
                <a:gd name="connsiteY8-4328" fmla="*/ 471268 h 1160647"/>
                <a:gd name="connsiteX9-4329" fmla="*/ 278285 w 3079941"/>
                <a:gd name="connsiteY9-4330" fmla="*/ 471268 h 1160647"/>
                <a:gd name="connsiteX10-4331" fmla="*/ 294246 w 3079941"/>
                <a:gd name="connsiteY10-4332" fmla="*/ 471268 h 1160647"/>
                <a:gd name="connsiteX11-4333" fmla="*/ 294246 w 3079941"/>
                <a:gd name="connsiteY11-4334" fmla="*/ 611783 h 1160647"/>
                <a:gd name="connsiteX12-4335" fmla="*/ 295766 w 3079941"/>
                <a:gd name="connsiteY12-4336" fmla="*/ 611513 h 1160647"/>
                <a:gd name="connsiteX13-4337" fmla="*/ 306406 w 3079941"/>
                <a:gd name="connsiteY13-4338" fmla="*/ 609622 h 1160647"/>
                <a:gd name="connsiteX14-4339" fmla="*/ 304379 w 3079941"/>
                <a:gd name="connsiteY14-4340" fmla="*/ 698254 h 1160647"/>
                <a:gd name="connsiteX15-4341" fmla="*/ 305899 w 3079941"/>
                <a:gd name="connsiteY15-4342" fmla="*/ 698525 h 1160647"/>
                <a:gd name="connsiteX16-4343" fmla="*/ 316539 w 3079941"/>
                <a:gd name="connsiteY16-4344" fmla="*/ 700416 h 1160647"/>
                <a:gd name="connsiteX17-4345" fmla="*/ 316792 w 3079941"/>
                <a:gd name="connsiteY17-4346" fmla="*/ 701227 h 1160647"/>
                <a:gd name="connsiteX18-4347" fmla="*/ 318566 w 3079941"/>
                <a:gd name="connsiteY18-4348" fmla="*/ 706902 h 1160647"/>
                <a:gd name="connsiteX19-4349" fmla="*/ 319326 w 3079941"/>
                <a:gd name="connsiteY19-4350" fmla="*/ 704470 h 1160647"/>
                <a:gd name="connsiteX20-4351" fmla="*/ 324646 w 3079941"/>
                <a:gd name="connsiteY20-4352" fmla="*/ 687446 h 1160647"/>
                <a:gd name="connsiteX21-4353" fmla="*/ 326419 w 3079941"/>
                <a:gd name="connsiteY21-4354" fmla="*/ 687446 h 1160647"/>
                <a:gd name="connsiteX22-4355" fmla="*/ 338833 w 3079941"/>
                <a:gd name="connsiteY22-4356" fmla="*/ 687446 h 1160647"/>
                <a:gd name="connsiteX23-4357" fmla="*/ 338833 w 3079941"/>
                <a:gd name="connsiteY23-4358" fmla="*/ 719872 h 1160647"/>
                <a:gd name="connsiteX24-4359" fmla="*/ 339846 w 3079941"/>
                <a:gd name="connsiteY24-4360" fmla="*/ 720413 h 1160647"/>
                <a:gd name="connsiteX25-4361" fmla="*/ 346940 w 3079941"/>
                <a:gd name="connsiteY25-4362" fmla="*/ 724196 h 1160647"/>
                <a:gd name="connsiteX26-4363" fmla="*/ 346940 w 3079941"/>
                <a:gd name="connsiteY26-4364" fmla="*/ 725547 h 1160647"/>
                <a:gd name="connsiteX27-4365" fmla="*/ 346940 w 3079941"/>
                <a:gd name="connsiteY27-4366" fmla="*/ 735005 h 1160647"/>
                <a:gd name="connsiteX28-4367" fmla="*/ 391527 w 3079941"/>
                <a:gd name="connsiteY28-4368" fmla="*/ 735005 h 1160647"/>
                <a:gd name="connsiteX29-4369" fmla="*/ 391527 w 3079941"/>
                <a:gd name="connsiteY29-4370" fmla="*/ 736086 h 1160647"/>
                <a:gd name="connsiteX30-4371" fmla="*/ 391527 w 3079941"/>
                <a:gd name="connsiteY30-4372" fmla="*/ 743652 h 1160647"/>
                <a:gd name="connsiteX31-4373" fmla="*/ 393553 w 3079941"/>
                <a:gd name="connsiteY31-4374" fmla="*/ 743652 h 1160647"/>
                <a:gd name="connsiteX32-4375" fmla="*/ 407740 w 3079941"/>
                <a:gd name="connsiteY32-4376" fmla="*/ 743652 h 1160647"/>
                <a:gd name="connsiteX33-4377" fmla="*/ 407740 w 3079941"/>
                <a:gd name="connsiteY33-4378" fmla="*/ 713387 h 1160647"/>
                <a:gd name="connsiteX34-4379" fmla="*/ 452327 w 3079941"/>
                <a:gd name="connsiteY34-4380" fmla="*/ 713387 h 1160647"/>
                <a:gd name="connsiteX35-4381" fmla="*/ 452327 w 3079941"/>
                <a:gd name="connsiteY35-4382" fmla="*/ 712036 h 1160647"/>
                <a:gd name="connsiteX36-4383" fmla="*/ 452327 w 3079941"/>
                <a:gd name="connsiteY36-4384" fmla="*/ 702578 h 1160647"/>
                <a:gd name="connsiteX37-4385" fmla="*/ 453341 w 3079941"/>
                <a:gd name="connsiteY37-4386" fmla="*/ 702578 h 1160647"/>
                <a:gd name="connsiteX38-4387" fmla="*/ 460434 w 3079941"/>
                <a:gd name="connsiteY38-4388" fmla="*/ 702578 h 1160647"/>
                <a:gd name="connsiteX39-4389" fmla="*/ 460434 w 3079941"/>
                <a:gd name="connsiteY39-4390" fmla="*/ 700687 h 1160647"/>
                <a:gd name="connsiteX40-4391" fmla="*/ 460434 w 3079941"/>
                <a:gd name="connsiteY40-4392" fmla="*/ 687446 h 1160647"/>
                <a:gd name="connsiteX41-4393" fmla="*/ 461194 w 3079941"/>
                <a:gd name="connsiteY41-4394" fmla="*/ 687446 h 1160647"/>
                <a:gd name="connsiteX42-4395" fmla="*/ 466514 w 3079941"/>
                <a:gd name="connsiteY42-4396" fmla="*/ 687446 h 1160647"/>
                <a:gd name="connsiteX43-4397" fmla="*/ 466514 w 3079941"/>
                <a:gd name="connsiteY43-4398" fmla="*/ 686365 h 1160647"/>
                <a:gd name="connsiteX44-4399" fmla="*/ 466514 w 3079941"/>
                <a:gd name="connsiteY44-4400" fmla="*/ 678798 h 1160647"/>
                <a:gd name="connsiteX45-4401" fmla="*/ 468541 w 3079941"/>
                <a:gd name="connsiteY45-4402" fmla="*/ 678798 h 1160647"/>
                <a:gd name="connsiteX46-4403" fmla="*/ 482728 w 3079941"/>
                <a:gd name="connsiteY46-4404" fmla="*/ 678798 h 1160647"/>
                <a:gd name="connsiteX47-4405" fmla="*/ 482728 w 3079941"/>
                <a:gd name="connsiteY47-4406" fmla="*/ 679879 h 1160647"/>
                <a:gd name="connsiteX48-4407" fmla="*/ 482728 w 3079941"/>
                <a:gd name="connsiteY48-4408" fmla="*/ 687446 h 1160647"/>
                <a:gd name="connsiteX49-4409" fmla="*/ 505021 w 3079941"/>
                <a:gd name="connsiteY49-4410" fmla="*/ 687446 h 1160647"/>
                <a:gd name="connsiteX50-4411" fmla="*/ 505021 w 3079941"/>
                <a:gd name="connsiteY50-4412" fmla="*/ 685554 h 1160647"/>
                <a:gd name="connsiteX51-4413" fmla="*/ 505021 w 3079941"/>
                <a:gd name="connsiteY51-4414" fmla="*/ 672313 h 1160647"/>
                <a:gd name="connsiteX52-4415" fmla="*/ 506795 w 3079941"/>
                <a:gd name="connsiteY52-4416" fmla="*/ 672313 h 1160647"/>
                <a:gd name="connsiteX53-4417" fmla="*/ 519208 w 3079941"/>
                <a:gd name="connsiteY53-4418" fmla="*/ 672313 h 1160647"/>
                <a:gd name="connsiteX54-4419" fmla="*/ 519208 w 3079941"/>
                <a:gd name="connsiteY54-4420" fmla="*/ 696093 h 1160647"/>
                <a:gd name="connsiteX55-4421" fmla="*/ 520222 w 3079941"/>
                <a:gd name="connsiteY55-4422" fmla="*/ 696093 h 1160647"/>
                <a:gd name="connsiteX56-4423" fmla="*/ 527315 w 3079941"/>
                <a:gd name="connsiteY56-4424" fmla="*/ 696093 h 1160647"/>
                <a:gd name="connsiteX57-4425" fmla="*/ 527315 w 3079941"/>
                <a:gd name="connsiteY57-4426" fmla="*/ 695012 h 1160647"/>
                <a:gd name="connsiteX58-4427" fmla="*/ 527315 w 3079941"/>
                <a:gd name="connsiteY58-4428" fmla="*/ 687446 h 1160647"/>
                <a:gd name="connsiteX59-4429" fmla="*/ 529088 w 3079941"/>
                <a:gd name="connsiteY59-4430" fmla="*/ 687446 h 1160647"/>
                <a:gd name="connsiteX60-4431" fmla="*/ 541502 w 3079941"/>
                <a:gd name="connsiteY60-4432" fmla="*/ 687446 h 1160647"/>
                <a:gd name="connsiteX61-4433" fmla="*/ 541502 w 3079941"/>
                <a:gd name="connsiteY61-4434" fmla="*/ 713387 h 1160647"/>
                <a:gd name="connsiteX62-4435" fmla="*/ 543529 w 3079941"/>
                <a:gd name="connsiteY62-4436" fmla="*/ 713387 h 1160647"/>
                <a:gd name="connsiteX63-4437" fmla="*/ 557715 w 3079941"/>
                <a:gd name="connsiteY63-4438" fmla="*/ 713387 h 1160647"/>
                <a:gd name="connsiteX64-4439" fmla="*/ 557715 w 3079941"/>
                <a:gd name="connsiteY64-4440" fmla="*/ 715008 h 1160647"/>
                <a:gd name="connsiteX65-4441" fmla="*/ 557715 w 3079941"/>
                <a:gd name="connsiteY65-4442" fmla="*/ 726358 h 1160647"/>
                <a:gd name="connsiteX66-4443" fmla="*/ 558475 w 3079941"/>
                <a:gd name="connsiteY66-4444" fmla="*/ 726358 h 1160647"/>
                <a:gd name="connsiteX67-4445" fmla="*/ 563796 w 3079941"/>
                <a:gd name="connsiteY67-4446" fmla="*/ 726358 h 1160647"/>
                <a:gd name="connsiteX68-4447" fmla="*/ 563796 w 3079941"/>
                <a:gd name="connsiteY68-4448" fmla="*/ 725547 h 1160647"/>
                <a:gd name="connsiteX69-4449" fmla="*/ 563796 w 3079941"/>
                <a:gd name="connsiteY69-4450" fmla="*/ 719872 h 1160647"/>
                <a:gd name="connsiteX70-4451" fmla="*/ 594196 w 3079941"/>
                <a:gd name="connsiteY70-4452" fmla="*/ 719872 h 1160647"/>
                <a:gd name="connsiteX71-4453" fmla="*/ 594196 w 3079941"/>
                <a:gd name="connsiteY71-4454" fmla="*/ 743652 h 1160647"/>
                <a:gd name="connsiteX72-4455" fmla="*/ 595209 w 3079941"/>
                <a:gd name="connsiteY72-4456" fmla="*/ 743652 h 1160647"/>
                <a:gd name="connsiteX73-4457" fmla="*/ 602303 w 3079941"/>
                <a:gd name="connsiteY73-4458" fmla="*/ 743652 h 1160647"/>
                <a:gd name="connsiteX74-4459" fmla="*/ 602303 w 3079941"/>
                <a:gd name="connsiteY74-4460" fmla="*/ 744733 h 1160647"/>
                <a:gd name="connsiteX75-4461" fmla="*/ 602303 w 3079941"/>
                <a:gd name="connsiteY75-4462" fmla="*/ 752299 h 1160647"/>
                <a:gd name="connsiteX76-4463" fmla="*/ 603063 w 3079941"/>
                <a:gd name="connsiteY76-4464" fmla="*/ 752299 h 1160647"/>
                <a:gd name="connsiteX77-4465" fmla="*/ 608383 w 3079941"/>
                <a:gd name="connsiteY77-4466" fmla="*/ 752299 h 1160647"/>
                <a:gd name="connsiteX78-4467" fmla="*/ 608383 w 3079941"/>
                <a:gd name="connsiteY78-4468" fmla="*/ 750137 h 1160647"/>
                <a:gd name="connsiteX79-4469" fmla="*/ 608383 w 3079941"/>
                <a:gd name="connsiteY79-4470" fmla="*/ 735005 h 1160647"/>
                <a:gd name="connsiteX80-4471" fmla="*/ 609396 w 3079941"/>
                <a:gd name="connsiteY80-4472" fmla="*/ 735005 h 1160647"/>
                <a:gd name="connsiteX81-4473" fmla="*/ 616490 w 3079941"/>
                <a:gd name="connsiteY81-4474" fmla="*/ 735005 h 1160647"/>
                <a:gd name="connsiteX82-4475" fmla="*/ 616490 w 3079941"/>
                <a:gd name="connsiteY82-4476" fmla="*/ 736086 h 1160647"/>
                <a:gd name="connsiteX83-4477" fmla="*/ 616490 w 3079941"/>
                <a:gd name="connsiteY83-4478" fmla="*/ 743652 h 1160647"/>
                <a:gd name="connsiteX84-4479" fmla="*/ 621810 w 3079941"/>
                <a:gd name="connsiteY84-4480" fmla="*/ 741659 h 1160647"/>
                <a:gd name="connsiteX85-4481" fmla="*/ 622570 w 3079941"/>
                <a:gd name="connsiteY85-4482" fmla="*/ 740679 h 1160647"/>
                <a:gd name="connsiteX86-4483" fmla="*/ 622570 w 3079941"/>
                <a:gd name="connsiteY86-4484" fmla="*/ 735005 h 1160647"/>
                <a:gd name="connsiteX87-4485" fmla="*/ 661077 w 3079941"/>
                <a:gd name="connsiteY87-4486" fmla="*/ 735005 h 1160647"/>
                <a:gd name="connsiteX88-4487" fmla="*/ 661077 w 3079941"/>
                <a:gd name="connsiteY88-4488" fmla="*/ 758784 h 1160647"/>
                <a:gd name="connsiteX89-4489" fmla="*/ 663103 w 3079941"/>
                <a:gd name="connsiteY89-4490" fmla="*/ 758784 h 1160647"/>
                <a:gd name="connsiteX90-4491" fmla="*/ 677290 w 3079941"/>
                <a:gd name="connsiteY90-4492" fmla="*/ 758784 h 1160647"/>
                <a:gd name="connsiteX91-4493" fmla="*/ 677290 w 3079941"/>
                <a:gd name="connsiteY91-4494" fmla="*/ 759865 h 1160647"/>
                <a:gd name="connsiteX92-4495" fmla="*/ 677290 w 3079941"/>
                <a:gd name="connsiteY92-4496" fmla="*/ 767431 h 1160647"/>
                <a:gd name="connsiteX93-4497" fmla="*/ 679064 w 3079941"/>
                <a:gd name="connsiteY93-4498" fmla="*/ 767431 h 1160647"/>
                <a:gd name="connsiteX94-4499" fmla="*/ 691477 w 3079941"/>
                <a:gd name="connsiteY94-4500" fmla="*/ 767431 h 1160647"/>
                <a:gd name="connsiteX95-4501" fmla="*/ 691477 w 3079941"/>
                <a:gd name="connsiteY95-4502" fmla="*/ 743652 h 1160647"/>
                <a:gd name="connsiteX96-4503" fmla="*/ 692490 w 3079941"/>
                <a:gd name="connsiteY96-4504" fmla="*/ 743652 h 1160647"/>
                <a:gd name="connsiteX97-4505" fmla="*/ 699584 w 3079941"/>
                <a:gd name="connsiteY97-4506" fmla="*/ 743652 h 1160647"/>
                <a:gd name="connsiteX98-4507" fmla="*/ 699584 w 3079941"/>
                <a:gd name="connsiteY98-4508" fmla="*/ 711225 h 1160647"/>
                <a:gd name="connsiteX99-4509" fmla="*/ 700597 w 3079941"/>
                <a:gd name="connsiteY99-4510" fmla="*/ 711225 h 1160647"/>
                <a:gd name="connsiteX100-4511" fmla="*/ 707691 w 3079941"/>
                <a:gd name="connsiteY100-4512" fmla="*/ 711225 h 1160647"/>
                <a:gd name="connsiteX101-4513" fmla="*/ 707691 w 3079941"/>
                <a:gd name="connsiteY101-4514" fmla="*/ 709334 h 1160647"/>
                <a:gd name="connsiteX102-4515" fmla="*/ 707691 w 3079941"/>
                <a:gd name="connsiteY102-4516" fmla="*/ 696093 h 1160647"/>
                <a:gd name="connsiteX103-4517" fmla="*/ 706424 w 3079941"/>
                <a:gd name="connsiteY103-4518" fmla="*/ 694471 h 1160647"/>
                <a:gd name="connsiteX104-4519" fmla="*/ 711744 w 3079941"/>
                <a:gd name="connsiteY104-4520" fmla="*/ 683122 h 1160647"/>
                <a:gd name="connsiteX105-4521" fmla="*/ 719851 w 3079941"/>
                <a:gd name="connsiteY105-4522" fmla="*/ 711225 h 1160647"/>
                <a:gd name="connsiteX106-4523" fmla="*/ 720611 w 3079941"/>
                <a:gd name="connsiteY106-4524" fmla="*/ 711225 h 1160647"/>
                <a:gd name="connsiteX107-4525" fmla="*/ 725931 w 3079941"/>
                <a:gd name="connsiteY107-4526" fmla="*/ 711225 h 1160647"/>
                <a:gd name="connsiteX108-4527" fmla="*/ 725931 w 3079941"/>
                <a:gd name="connsiteY108-4528" fmla="*/ 605298 h 1160647"/>
                <a:gd name="connsiteX109-4529" fmla="*/ 727451 w 3079941"/>
                <a:gd name="connsiteY109-4530" fmla="*/ 605298 h 1160647"/>
                <a:gd name="connsiteX110-4531" fmla="*/ 738091 w 3079941"/>
                <a:gd name="connsiteY110-4532" fmla="*/ 605298 h 1160647"/>
                <a:gd name="connsiteX111-4533" fmla="*/ 738091 w 3079941"/>
                <a:gd name="connsiteY111-4534" fmla="*/ 557739 h 1160647"/>
                <a:gd name="connsiteX112-4535" fmla="*/ 764438 w 3079941"/>
                <a:gd name="connsiteY112-4536" fmla="*/ 557739 h 1160647"/>
                <a:gd name="connsiteX113-4537" fmla="*/ 764438 w 3079941"/>
                <a:gd name="connsiteY113-4538" fmla="*/ 536121 h 1160647"/>
                <a:gd name="connsiteX114-4539" fmla="*/ 798892 w 3079941"/>
                <a:gd name="connsiteY114-4540" fmla="*/ 536121 h 1160647"/>
                <a:gd name="connsiteX115-4541" fmla="*/ 798892 w 3079941"/>
                <a:gd name="connsiteY115-4542" fmla="*/ 538553 h 1160647"/>
                <a:gd name="connsiteX116-4543" fmla="*/ 798892 w 3079941"/>
                <a:gd name="connsiteY116-4544" fmla="*/ 555577 h 1160647"/>
                <a:gd name="connsiteX117-4545" fmla="*/ 801172 w 3079941"/>
                <a:gd name="connsiteY117-4546" fmla="*/ 555577 h 1160647"/>
                <a:gd name="connsiteX118-4547" fmla="*/ 817132 w 3079941"/>
                <a:gd name="connsiteY118-4548" fmla="*/ 555577 h 1160647"/>
                <a:gd name="connsiteX119-4549" fmla="*/ 817132 w 3079941"/>
                <a:gd name="connsiteY119-4550" fmla="*/ 603136 h 1160647"/>
                <a:gd name="connsiteX120-4551" fmla="*/ 818145 w 3079941"/>
                <a:gd name="connsiteY120-4552" fmla="*/ 603136 h 1160647"/>
                <a:gd name="connsiteX121-4553" fmla="*/ 825239 w 3079941"/>
                <a:gd name="connsiteY121-4554" fmla="*/ 603136 h 1160647"/>
                <a:gd name="connsiteX122-4555" fmla="*/ 839426 w 3079941"/>
                <a:gd name="connsiteY122-4556" fmla="*/ 607460 h 1160647"/>
                <a:gd name="connsiteX123-4557" fmla="*/ 839426 w 3079941"/>
                <a:gd name="connsiteY123-4558" fmla="*/ 646372 h 1160647"/>
                <a:gd name="connsiteX124-4559" fmla="*/ 840439 w 3079941"/>
                <a:gd name="connsiteY124-4560" fmla="*/ 646372 h 1160647"/>
                <a:gd name="connsiteX125-4561" fmla="*/ 847532 w 3079941"/>
                <a:gd name="connsiteY125-4562" fmla="*/ 646372 h 1160647"/>
                <a:gd name="connsiteX126-4563" fmla="*/ 847532 w 3079941"/>
                <a:gd name="connsiteY126-4564" fmla="*/ 647993 h 1160647"/>
                <a:gd name="connsiteX127-4565" fmla="*/ 847532 w 3079941"/>
                <a:gd name="connsiteY127-4566" fmla="*/ 659342 h 1160647"/>
                <a:gd name="connsiteX128-4567" fmla="*/ 849559 w 3079941"/>
                <a:gd name="connsiteY128-4568" fmla="*/ 659342 h 1160647"/>
                <a:gd name="connsiteX129-4569" fmla="*/ 863746 w 3079941"/>
                <a:gd name="connsiteY129-4570" fmla="*/ 659342 h 1160647"/>
                <a:gd name="connsiteX130-4571" fmla="*/ 869826 w 3079941"/>
                <a:gd name="connsiteY130-4572" fmla="*/ 665828 h 1160647"/>
                <a:gd name="connsiteX131-4573" fmla="*/ 869826 w 3079941"/>
                <a:gd name="connsiteY131-4574" fmla="*/ 687446 h 1160647"/>
                <a:gd name="connsiteX132-4575" fmla="*/ 872106 w 3079941"/>
                <a:gd name="connsiteY132-4576" fmla="*/ 687446 h 1160647"/>
                <a:gd name="connsiteX133-4577" fmla="*/ 888066 w 3079941"/>
                <a:gd name="connsiteY133-4578" fmla="*/ 687446 h 1160647"/>
                <a:gd name="connsiteX134-4579" fmla="*/ 888066 w 3079941"/>
                <a:gd name="connsiteY134-4580" fmla="*/ 688526 h 1160647"/>
                <a:gd name="connsiteX135-4581" fmla="*/ 888066 w 3079941"/>
                <a:gd name="connsiteY135-4582" fmla="*/ 696093 h 1160647"/>
                <a:gd name="connsiteX136-4583" fmla="*/ 889333 w 3079941"/>
                <a:gd name="connsiteY136-4584" fmla="*/ 696093 h 1160647"/>
                <a:gd name="connsiteX137-4585" fmla="*/ 898200 w 3079941"/>
                <a:gd name="connsiteY137-4586" fmla="*/ 696093 h 1160647"/>
                <a:gd name="connsiteX138-4587" fmla="*/ 898200 w 3079941"/>
                <a:gd name="connsiteY138-4588" fmla="*/ 698254 h 1160647"/>
                <a:gd name="connsiteX139-4589" fmla="*/ 898200 w 3079941"/>
                <a:gd name="connsiteY139-4590" fmla="*/ 713387 h 1160647"/>
                <a:gd name="connsiteX140-4591" fmla="*/ 902253 w 3079941"/>
                <a:gd name="connsiteY140-4592" fmla="*/ 711495 h 1160647"/>
                <a:gd name="connsiteX141-4593" fmla="*/ 902253 w 3079941"/>
                <a:gd name="connsiteY141-4594" fmla="*/ 698254 h 1160647"/>
                <a:gd name="connsiteX142-4595" fmla="*/ 903266 w 3079941"/>
                <a:gd name="connsiteY142-4596" fmla="*/ 698254 h 1160647"/>
                <a:gd name="connsiteX143-4597" fmla="*/ 910360 w 3079941"/>
                <a:gd name="connsiteY143-4598" fmla="*/ 698254 h 1160647"/>
                <a:gd name="connsiteX144-4599" fmla="*/ 910360 w 3079941"/>
                <a:gd name="connsiteY144-4600" fmla="*/ 699876 h 1160647"/>
                <a:gd name="connsiteX145-4601" fmla="*/ 910360 w 3079941"/>
                <a:gd name="connsiteY145-4602" fmla="*/ 711225 h 1160647"/>
                <a:gd name="connsiteX146-4603" fmla="*/ 911120 w 3079941"/>
                <a:gd name="connsiteY146-4604" fmla="*/ 711225 h 1160647"/>
                <a:gd name="connsiteX147-4605" fmla="*/ 916440 w 3079941"/>
                <a:gd name="connsiteY147-4606" fmla="*/ 711225 h 1160647"/>
                <a:gd name="connsiteX148-4607" fmla="*/ 965080 w 3079941"/>
                <a:gd name="connsiteY148-4608" fmla="*/ 706902 h 1160647"/>
                <a:gd name="connsiteX149-4609" fmla="*/ 965080 w 3079941"/>
                <a:gd name="connsiteY149-4610" fmla="*/ 708253 h 1160647"/>
                <a:gd name="connsiteX150-4611" fmla="*/ 965080 w 3079941"/>
                <a:gd name="connsiteY150-4612" fmla="*/ 717710 h 1160647"/>
                <a:gd name="connsiteX151-4613" fmla="*/ 965840 w 3079941"/>
                <a:gd name="connsiteY151-4614" fmla="*/ 717710 h 1160647"/>
                <a:gd name="connsiteX152-4615" fmla="*/ 971161 w 3079941"/>
                <a:gd name="connsiteY152-4616" fmla="*/ 717710 h 1160647"/>
                <a:gd name="connsiteX153-4617" fmla="*/ 971161 w 3079941"/>
                <a:gd name="connsiteY153-4618" fmla="*/ 719872 h 1160647"/>
                <a:gd name="connsiteX154-4619" fmla="*/ 971161 w 3079941"/>
                <a:gd name="connsiteY154-4620" fmla="*/ 735005 h 1160647"/>
                <a:gd name="connsiteX155-4621" fmla="*/ 973187 w 3079941"/>
                <a:gd name="connsiteY155-4622" fmla="*/ 733654 h 1160647"/>
                <a:gd name="connsiteX156-4623" fmla="*/ 987374 w 3079941"/>
                <a:gd name="connsiteY156-4624" fmla="*/ 724196 h 1160647"/>
                <a:gd name="connsiteX157-4625" fmla="*/ 993454 w 3079941"/>
                <a:gd name="connsiteY157-4626" fmla="*/ 683122 h 1160647"/>
                <a:gd name="connsiteX158-4627" fmla="*/ 994214 w 3079941"/>
                <a:gd name="connsiteY158-4628" fmla="*/ 682852 h 1160647"/>
                <a:gd name="connsiteX159-4629" fmla="*/ 999534 w 3079941"/>
                <a:gd name="connsiteY159-4630" fmla="*/ 680960 h 1160647"/>
                <a:gd name="connsiteX160-4631" fmla="*/ 1001561 w 3079941"/>
                <a:gd name="connsiteY160-4632" fmla="*/ 611783 h 1160647"/>
                <a:gd name="connsiteX161-4633" fmla="*/ 1003588 w 3079941"/>
                <a:gd name="connsiteY161-4634" fmla="*/ 680960 h 1160647"/>
                <a:gd name="connsiteX162-4635" fmla="*/ 1004348 w 3079941"/>
                <a:gd name="connsiteY162-4636" fmla="*/ 681230 h 1160647"/>
                <a:gd name="connsiteX163-4637" fmla="*/ 1009668 w 3079941"/>
                <a:gd name="connsiteY163-4638" fmla="*/ 683122 h 1160647"/>
                <a:gd name="connsiteX164-4639" fmla="*/ 1009668 w 3079941"/>
                <a:gd name="connsiteY164-4640" fmla="*/ 596651 h 1160647"/>
                <a:gd name="connsiteX165-4641" fmla="*/ 1013721 w 3079941"/>
                <a:gd name="connsiteY165-4642" fmla="*/ 564224 h 1160647"/>
                <a:gd name="connsiteX166-4643" fmla="*/ 1052228 w 3079941"/>
                <a:gd name="connsiteY166-4644" fmla="*/ 564224 h 1160647"/>
                <a:gd name="connsiteX167-4645" fmla="*/ 1052228 w 3079941"/>
                <a:gd name="connsiteY167-4646" fmla="*/ 596651 h 1160647"/>
                <a:gd name="connsiteX168-4647" fmla="*/ 1052988 w 3079941"/>
                <a:gd name="connsiteY168-4648" fmla="*/ 596651 h 1160647"/>
                <a:gd name="connsiteX169-4649" fmla="*/ 1058308 w 3079941"/>
                <a:gd name="connsiteY169-4650" fmla="*/ 596651 h 1160647"/>
                <a:gd name="connsiteX170-4651" fmla="*/ 1058308 w 3079941"/>
                <a:gd name="connsiteY170-4652" fmla="*/ 514503 h 1160647"/>
                <a:gd name="connsiteX171-4653" fmla="*/ 1060082 w 3079941"/>
                <a:gd name="connsiteY171-4654" fmla="*/ 514503 h 1160647"/>
                <a:gd name="connsiteX172-4655" fmla="*/ 1072495 w 3079941"/>
                <a:gd name="connsiteY172-4656" fmla="*/ 514503 h 1160647"/>
                <a:gd name="connsiteX173-4657" fmla="*/ 1072495 w 3079941"/>
                <a:gd name="connsiteY173-4658" fmla="*/ 512612 h 1160647"/>
                <a:gd name="connsiteX174-4659" fmla="*/ 1072495 w 3079941"/>
                <a:gd name="connsiteY174-4660" fmla="*/ 499371 h 1160647"/>
                <a:gd name="connsiteX175-4661" fmla="*/ 1094789 w 3079941"/>
                <a:gd name="connsiteY175-4662" fmla="*/ 499371 h 1160647"/>
                <a:gd name="connsiteX176-4663" fmla="*/ 1094789 w 3079941"/>
                <a:gd name="connsiteY176-4664" fmla="*/ 498290 h 1160647"/>
                <a:gd name="connsiteX177-4665" fmla="*/ 1094789 w 3079941"/>
                <a:gd name="connsiteY177-4666" fmla="*/ 490724 h 1160647"/>
                <a:gd name="connsiteX178-4667" fmla="*/ 1096562 w 3079941"/>
                <a:gd name="connsiteY178-4668" fmla="*/ 490724 h 1160647"/>
                <a:gd name="connsiteX179-4669" fmla="*/ 1108976 w 3079941"/>
                <a:gd name="connsiteY179-4670" fmla="*/ 490724 h 1160647"/>
                <a:gd name="connsiteX180-4671" fmla="*/ 1108976 w 3079941"/>
                <a:gd name="connsiteY180-4672" fmla="*/ 491805 h 1160647"/>
                <a:gd name="connsiteX181-4673" fmla="*/ 1108976 w 3079941"/>
                <a:gd name="connsiteY181-4674" fmla="*/ 499371 h 1160647"/>
                <a:gd name="connsiteX182-4675" fmla="*/ 1109736 w 3079941"/>
                <a:gd name="connsiteY182-4676" fmla="*/ 499371 h 1160647"/>
                <a:gd name="connsiteX183-4677" fmla="*/ 1115056 w 3079941"/>
                <a:gd name="connsiteY183-4678" fmla="*/ 499371 h 1160647"/>
                <a:gd name="connsiteX184-4679" fmla="*/ 1125189 w 3079941"/>
                <a:gd name="connsiteY184-4680" fmla="*/ 495047 h 1160647"/>
                <a:gd name="connsiteX185-4681" fmla="*/ 1129242 w 3079941"/>
                <a:gd name="connsiteY185-4682" fmla="*/ 498290 h 1160647"/>
                <a:gd name="connsiteX186-4683" fmla="*/ 1129242 w 3079941"/>
                <a:gd name="connsiteY186-4684" fmla="*/ 490724 h 1160647"/>
                <a:gd name="connsiteX187-4685" fmla="*/ 1131522 w 3079941"/>
                <a:gd name="connsiteY187-4686" fmla="*/ 490724 h 1160647"/>
                <a:gd name="connsiteX188-4687" fmla="*/ 1147483 w 3079941"/>
                <a:gd name="connsiteY188-4688" fmla="*/ 490724 h 1160647"/>
                <a:gd name="connsiteX189-4689" fmla="*/ 1147483 w 3079941"/>
                <a:gd name="connsiteY189-4690" fmla="*/ 491805 h 1160647"/>
                <a:gd name="connsiteX190-4691" fmla="*/ 1147483 w 3079941"/>
                <a:gd name="connsiteY190-4692" fmla="*/ 499371 h 1160647"/>
                <a:gd name="connsiteX191-4693" fmla="*/ 1177883 w 3079941"/>
                <a:gd name="connsiteY191-4694" fmla="*/ 499371 h 1160647"/>
                <a:gd name="connsiteX192-4695" fmla="*/ 1177883 w 3079941"/>
                <a:gd name="connsiteY192-4696" fmla="*/ 500992 h 1160647"/>
                <a:gd name="connsiteX193-4697" fmla="*/ 1177883 w 3079941"/>
                <a:gd name="connsiteY193-4698" fmla="*/ 512342 h 1160647"/>
                <a:gd name="connsiteX194-4699" fmla="*/ 1204230 w 3079941"/>
                <a:gd name="connsiteY194-4700" fmla="*/ 512342 h 1160647"/>
                <a:gd name="connsiteX195-4701" fmla="*/ 1204230 w 3079941"/>
                <a:gd name="connsiteY195-4702" fmla="*/ 542606 h 1160647"/>
                <a:gd name="connsiteX196-4703" fmla="*/ 1204990 w 3079941"/>
                <a:gd name="connsiteY196-4704" fmla="*/ 542606 h 1160647"/>
                <a:gd name="connsiteX197-4705" fmla="*/ 1210310 w 3079941"/>
                <a:gd name="connsiteY197-4706" fmla="*/ 542606 h 1160647"/>
                <a:gd name="connsiteX198-4707" fmla="*/ 1210310 w 3079941"/>
                <a:gd name="connsiteY198-4708" fmla="*/ 543687 h 1160647"/>
                <a:gd name="connsiteX199-4709" fmla="*/ 1210310 w 3079941"/>
                <a:gd name="connsiteY199-4710" fmla="*/ 551254 h 1160647"/>
                <a:gd name="connsiteX200-4711" fmla="*/ 1214364 w 3079941"/>
                <a:gd name="connsiteY200-4712" fmla="*/ 581518 h 1160647"/>
                <a:gd name="connsiteX201-4713" fmla="*/ 1215124 w 3079941"/>
                <a:gd name="connsiteY201-4714" fmla="*/ 581518 h 1160647"/>
                <a:gd name="connsiteX202-4715" fmla="*/ 1220444 w 3079941"/>
                <a:gd name="connsiteY202-4716" fmla="*/ 581518 h 1160647"/>
                <a:gd name="connsiteX203-4717" fmla="*/ 1220444 w 3079941"/>
                <a:gd name="connsiteY203-4718" fmla="*/ 582329 h 1160647"/>
                <a:gd name="connsiteX204-4719" fmla="*/ 1220444 w 3079941"/>
                <a:gd name="connsiteY204-4720" fmla="*/ 588004 h 1160647"/>
                <a:gd name="connsiteX205-4721" fmla="*/ 1221457 w 3079941"/>
                <a:gd name="connsiteY205-4722" fmla="*/ 588004 h 1160647"/>
                <a:gd name="connsiteX206-4723" fmla="*/ 1228550 w 3079941"/>
                <a:gd name="connsiteY206-4724" fmla="*/ 588004 h 1160647"/>
                <a:gd name="connsiteX207-4725" fmla="*/ 1228550 w 3079941"/>
                <a:gd name="connsiteY207-4726" fmla="*/ 618269 h 1160647"/>
                <a:gd name="connsiteX208-4727" fmla="*/ 1230577 w 3079941"/>
                <a:gd name="connsiteY208-4728" fmla="*/ 618269 h 1160647"/>
                <a:gd name="connsiteX209-4729" fmla="*/ 1244764 w 3079941"/>
                <a:gd name="connsiteY209-4730" fmla="*/ 618269 h 1160647"/>
                <a:gd name="connsiteX210-4731" fmla="*/ 1244764 w 3079941"/>
                <a:gd name="connsiteY210-4732" fmla="*/ 642048 h 1160647"/>
                <a:gd name="connsiteX211-4733" fmla="*/ 1246791 w 3079941"/>
                <a:gd name="connsiteY211-4734" fmla="*/ 643669 h 1160647"/>
                <a:gd name="connsiteX212-4735" fmla="*/ 1246791 w 3079941"/>
                <a:gd name="connsiteY212-4736" fmla="*/ 655019 h 1160647"/>
                <a:gd name="connsiteX213-4737" fmla="*/ 1247551 w 3079941"/>
                <a:gd name="connsiteY213-4738" fmla="*/ 655019 h 1160647"/>
                <a:gd name="connsiteX214-4739" fmla="*/ 1252871 w 3079941"/>
                <a:gd name="connsiteY214-4740" fmla="*/ 655019 h 1160647"/>
                <a:gd name="connsiteX215-4741" fmla="*/ 1252871 w 3079941"/>
                <a:gd name="connsiteY215-4742" fmla="*/ 678798 h 1160647"/>
                <a:gd name="connsiteX216-4743" fmla="*/ 1254137 w 3079941"/>
                <a:gd name="connsiteY216-4744" fmla="*/ 678798 h 1160647"/>
                <a:gd name="connsiteX217-4745" fmla="*/ 1263004 w 3079941"/>
                <a:gd name="connsiteY217-4746" fmla="*/ 678798 h 1160647"/>
                <a:gd name="connsiteX218-4747" fmla="*/ 1265031 w 3079941"/>
                <a:gd name="connsiteY218-4748" fmla="*/ 682852 h 1160647"/>
                <a:gd name="connsiteX219-4749" fmla="*/ 1265031 w 3079941"/>
                <a:gd name="connsiteY219-4750" fmla="*/ 696093 h 1160647"/>
                <a:gd name="connsiteX220-4751" fmla="*/ 1266551 w 3079941"/>
                <a:gd name="connsiteY220-4752" fmla="*/ 694201 h 1160647"/>
                <a:gd name="connsiteX221-4753" fmla="*/ 1277191 w 3079941"/>
                <a:gd name="connsiteY221-4754" fmla="*/ 680960 h 1160647"/>
                <a:gd name="connsiteX222-4755" fmla="*/ 1305565 w 3079941"/>
                <a:gd name="connsiteY222-4756" fmla="*/ 680960 h 1160647"/>
                <a:gd name="connsiteX223-4757" fmla="*/ 1305565 w 3079941"/>
                <a:gd name="connsiteY223-4758" fmla="*/ 767431 h 1160647"/>
                <a:gd name="connsiteX224-4759" fmla="*/ 1306325 w 3079941"/>
                <a:gd name="connsiteY224-4760" fmla="*/ 767431 h 1160647"/>
                <a:gd name="connsiteX225-4761" fmla="*/ 1311645 w 3079941"/>
                <a:gd name="connsiteY225-4762" fmla="*/ 767431 h 1160647"/>
                <a:gd name="connsiteX226-4763" fmla="*/ 1312405 w 3079941"/>
                <a:gd name="connsiteY226-4764" fmla="*/ 766080 h 1160647"/>
                <a:gd name="connsiteX227-4765" fmla="*/ 1317725 w 3079941"/>
                <a:gd name="connsiteY227-4766" fmla="*/ 756622 h 1160647"/>
                <a:gd name="connsiteX228-4767" fmla="*/ 1317725 w 3079941"/>
                <a:gd name="connsiteY228-4768" fmla="*/ 758514 h 1160647"/>
                <a:gd name="connsiteX229-4769" fmla="*/ 1317725 w 3079941"/>
                <a:gd name="connsiteY229-4770" fmla="*/ 771755 h 1160647"/>
                <a:gd name="connsiteX230-4771" fmla="*/ 1321778 w 3079941"/>
                <a:gd name="connsiteY230-4772" fmla="*/ 726358 h 1160647"/>
                <a:gd name="connsiteX231-4773" fmla="*/ 1322538 w 3079941"/>
                <a:gd name="connsiteY231-4774" fmla="*/ 726358 h 1160647"/>
                <a:gd name="connsiteX232-4775" fmla="*/ 1327858 w 3079941"/>
                <a:gd name="connsiteY232-4776" fmla="*/ 726358 h 1160647"/>
                <a:gd name="connsiteX233-4777" fmla="*/ 1327858 w 3079941"/>
                <a:gd name="connsiteY233-4778" fmla="*/ 661504 h 1160647"/>
                <a:gd name="connsiteX234-4779" fmla="*/ 1328872 w 3079941"/>
                <a:gd name="connsiteY234-4780" fmla="*/ 661504 h 1160647"/>
                <a:gd name="connsiteX235-4781" fmla="*/ 1335965 w 3079941"/>
                <a:gd name="connsiteY235-4782" fmla="*/ 661504 h 1160647"/>
                <a:gd name="connsiteX236-4783" fmla="*/ 1348125 w 3079941"/>
                <a:gd name="connsiteY236-4784" fmla="*/ 618269 h 1160647"/>
                <a:gd name="connsiteX237-4785" fmla="*/ 1349392 w 3079941"/>
                <a:gd name="connsiteY237-4786" fmla="*/ 618269 h 1160647"/>
                <a:gd name="connsiteX238-4787" fmla="*/ 1358259 w 3079941"/>
                <a:gd name="connsiteY238-4788" fmla="*/ 618269 h 1160647"/>
                <a:gd name="connsiteX239-4789" fmla="*/ 1368392 w 3079941"/>
                <a:gd name="connsiteY239-4790" fmla="*/ 661504 h 1160647"/>
                <a:gd name="connsiteX240-4791" fmla="*/ 1369405 w 3079941"/>
                <a:gd name="connsiteY240-4792" fmla="*/ 661504 h 1160647"/>
                <a:gd name="connsiteX241-4793" fmla="*/ 1376499 w 3079941"/>
                <a:gd name="connsiteY241-4794" fmla="*/ 661504 h 1160647"/>
                <a:gd name="connsiteX242-4795" fmla="*/ 1376499 w 3079941"/>
                <a:gd name="connsiteY242-4796" fmla="*/ 700416 h 1160647"/>
                <a:gd name="connsiteX243-4797" fmla="*/ 1378272 w 3079941"/>
                <a:gd name="connsiteY243-4798" fmla="*/ 700416 h 1160647"/>
                <a:gd name="connsiteX244-4799" fmla="*/ 1390686 w 3079941"/>
                <a:gd name="connsiteY244-4800" fmla="*/ 700416 h 1160647"/>
                <a:gd name="connsiteX245-4801" fmla="*/ 1390686 w 3079941"/>
                <a:gd name="connsiteY245-4802" fmla="*/ 702578 h 1160647"/>
                <a:gd name="connsiteX246-4803" fmla="*/ 1390686 w 3079941"/>
                <a:gd name="connsiteY246-4804" fmla="*/ 717710 h 1160647"/>
                <a:gd name="connsiteX247-4805" fmla="*/ 1394739 w 3079941"/>
                <a:gd name="connsiteY247-4806" fmla="*/ 715549 h 1160647"/>
                <a:gd name="connsiteX248-4807" fmla="*/ 1394739 w 3079941"/>
                <a:gd name="connsiteY248-4808" fmla="*/ 700416 h 1160647"/>
                <a:gd name="connsiteX249-4809" fmla="*/ 1396259 w 3079941"/>
                <a:gd name="connsiteY249-4810" fmla="*/ 700416 h 1160647"/>
                <a:gd name="connsiteX250-4811" fmla="*/ 1406899 w 3079941"/>
                <a:gd name="connsiteY250-4812" fmla="*/ 700416 h 1160647"/>
                <a:gd name="connsiteX251-4813" fmla="*/ 1406899 w 3079941"/>
                <a:gd name="connsiteY251-4814" fmla="*/ 702037 h 1160647"/>
                <a:gd name="connsiteX252-4815" fmla="*/ 1406899 w 3079941"/>
                <a:gd name="connsiteY252-4816" fmla="*/ 713387 h 1160647"/>
                <a:gd name="connsiteX253-4817" fmla="*/ 1437300 w 3079941"/>
                <a:gd name="connsiteY253-4818" fmla="*/ 713387 h 1160647"/>
                <a:gd name="connsiteX254-4819" fmla="*/ 1437300 w 3079941"/>
                <a:gd name="connsiteY254-4820" fmla="*/ 676637 h 1160647"/>
                <a:gd name="connsiteX255-4821" fmla="*/ 1438566 w 3079941"/>
                <a:gd name="connsiteY255-4822" fmla="*/ 676637 h 1160647"/>
                <a:gd name="connsiteX256-4823" fmla="*/ 1447433 w 3079941"/>
                <a:gd name="connsiteY256-4824" fmla="*/ 676637 h 1160647"/>
                <a:gd name="connsiteX257-4825" fmla="*/ 1447433 w 3079941"/>
                <a:gd name="connsiteY257-4826" fmla="*/ 698254 h 1160647"/>
                <a:gd name="connsiteX258-4827" fmla="*/ 1449460 w 3079941"/>
                <a:gd name="connsiteY258-4828" fmla="*/ 665828 h 1160647"/>
                <a:gd name="connsiteX259-4829" fmla="*/ 1471753 w 3079941"/>
                <a:gd name="connsiteY259-4830" fmla="*/ 665828 h 1160647"/>
                <a:gd name="connsiteX260-4831" fmla="*/ 1471753 w 3079941"/>
                <a:gd name="connsiteY260-4832" fmla="*/ 664206 h 1160647"/>
                <a:gd name="connsiteX261-4833" fmla="*/ 1471753 w 3079941"/>
                <a:gd name="connsiteY261-4834" fmla="*/ 652857 h 1160647"/>
                <a:gd name="connsiteX262-4835" fmla="*/ 1472513 w 3079941"/>
                <a:gd name="connsiteY262-4836" fmla="*/ 652857 h 1160647"/>
                <a:gd name="connsiteX263-4837" fmla="*/ 1477833 w 3079941"/>
                <a:gd name="connsiteY263-4838" fmla="*/ 652857 h 1160647"/>
                <a:gd name="connsiteX264-4839" fmla="*/ 1477833 w 3079941"/>
                <a:gd name="connsiteY264-4840" fmla="*/ 650966 h 1160647"/>
                <a:gd name="connsiteX265-4841" fmla="*/ 1477833 w 3079941"/>
                <a:gd name="connsiteY265-4842" fmla="*/ 637725 h 1160647"/>
                <a:gd name="connsiteX266-4843" fmla="*/ 1481887 w 3079941"/>
                <a:gd name="connsiteY266-4844" fmla="*/ 644210 h 1160647"/>
                <a:gd name="connsiteX267-4845" fmla="*/ 1484167 w 3079941"/>
                <a:gd name="connsiteY267-4846" fmla="*/ 644210 h 1160647"/>
                <a:gd name="connsiteX268-4847" fmla="*/ 1500127 w 3079941"/>
                <a:gd name="connsiteY268-4848" fmla="*/ 644210 h 1160647"/>
                <a:gd name="connsiteX269-4849" fmla="*/ 1500127 w 3079941"/>
                <a:gd name="connsiteY269-4850" fmla="*/ 643399 h 1160647"/>
                <a:gd name="connsiteX270-4851" fmla="*/ 1500127 w 3079941"/>
                <a:gd name="connsiteY270-4852" fmla="*/ 637725 h 1160647"/>
                <a:gd name="connsiteX271-4853" fmla="*/ 1500887 w 3079941"/>
                <a:gd name="connsiteY271-4854" fmla="*/ 637725 h 1160647"/>
                <a:gd name="connsiteX272-4855" fmla="*/ 1506207 w 3079941"/>
                <a:gd name="connsiteY272-4856" fmla="*/ 637725 h 1160647"/>
                <a:gd name="connsiteX273-4857" fmla="*/ 1506207 w 3079941"/>
                <a:gd name="connsiteY273-4858" fmla="*/ 639076 h 1160647"/>
                <a:gd name="connsiteX274-4859" fmla="*/ 1506207 w 3079941"/>
                <a:gd name="connsiteY274-4860" fmla="*/ 648534 h 1160647"/>
                <a:gd name="connsiteX275-4861" fmla="*/ 1544714 w 3079941"/>
                <a:gd name="connsiteY275-4862" fmla="*/ 648534 h 1160647"/>
                <a:gd name="connsiteX276-4863" fmla="*/ 1544714 w 3079941"/>
                <a:gd name="connsiteY276-4864" fmla="*/ 786887 h 1160647"/>
                <a:gd name="connsiteX277-4865" fmla="*/ 1546234 w 3079941"/>
                <a:gd name="connsiteY277-4866" fmla="*/ 786887 h 1160647"/>
                <a:gd name="connsiteX278-4867" fmla="*/ 1556874 w 3079941"/>
                <a:gd name="connsiteY278-4868" fmla="*/ 786887 h 1160647"/>
                <a:gd name="connsiteX279-4869" fmla="*/ 1556874 w 3079941"/>
                <a:gd name="connsiteY279-4870" fmla="*/ 773917 h 1160647"/>
                <a:gd name="connsiteX280-4871" fmla="*/ 1560928 w 3079941"/>
                <a:gd name="connsiteY280-4872" fmla="*/ 773917 h 1160647"/>
                <a:gd name="connsiteX281-4873" fmla="*/ 1560928 w 3079941"/>
                <a:gd name="connsiteY281-4874" fmla="*/ 786887 h 1160647"/>
                <a:gd name="connsiteX282-4875" fmla="*/ 1591328 w 3079941"/>
                <a:gd name="connsiteY282-4876" fmla="*/ 786887 h 1160647"/>
                <a:gd name="connsiteX283-4877" fmla="*/ 1591328 w 3079941"/>
                <a:gd name="connsiteY283-4878" fmla="*/ 756622 h 1160647"/>
                <a:gd name="connsiteX284-4879" fmla="*/ 1603488 w 3079941"/>
                <a:gd name="connsiteY284-4880" fmla="*/ 756622 h 1160647"/>
                <a:gd name="connsiteX285-4881" fmla="*/ 1615648 w 3079941"/>
                <a:gd name="connsiteY285-4882" fmla="*/ 754461 h 1160647"/>
                <a:gd name="connsiteX286-4883" fmla="*/ 1619702 w 3079941"/>
                <a:gd name="connsiteY286-4884" fmla="*/ 756622 h 1160647"/>
                <a:gd name="connsiteX287-4885" fmla="*/ 1629835 w 3079941"/>
                <a:gd name="connsiteY287-4886" fmla="*/ 756622 h 1160647"/>
                <a:gd name="connsiteX288-4887" fmla="*/ 1629835 w 3079941"/>
                <a:gd name="connsiteY288-4888" fmla="*/ 786887 h 1160647"/>
                <a:gd name="connsiteX289-4889" fmla="*/ 1637942 w 3079941"/>
                <a:gd name="connsiteY289-4890" fmla="*/ 786887 h 1160647"/>
                <a:gd name="connsiteX290-4891" fmla="*/ 1637942 w 3079941"/>
                <a:gd name="connsiteY290-4892" fmla="*/ 804182 h 1160647"/>
                <a:gd name="connsiteX291-4893" fmla="*/ 1647278 w 3079941"/>
                <a:gd name="connsiteY291-4894" fmla="*/ 805087 h 1160647"/>
                <a:gd name="connsiteX292-4895" fmla="*/ 1660236 w 3079941"/>
                <a:gd name="connsiteY292-4896" fmla="*/ 805087 h 1160647"/>
                <a:gd name="connsiteX293-4897" fmla="*/ 1660236 w 3079941"/>
                <a:gd name="connsiteY293-4898" fmla="*/ 789049 h 1160647"/>
                <a:gd name="connsiteX294-4899" fmla="*/ 1728192 w 3079941"/>
                <a:gd name="connsiteY294-4900" fmla="*/ 789049 h 1160647"/>
                <a:gd name="connsiteX295-4901" fmla="*/ 1728192 w 3079941"/>
                <a:gd name="connsiteY295-4902" fmla="*/ 703796 h 1160647"/>
                <a:gd name="connsiteX296-4903" fmla="*/ 1800200 w 3079941"/>
                <a:gd name="connsiteY296-4904" fmla="*/ 703796 h 1160647"/>
                <a:gd name="connsiteX297-4905" fmla="*/ 1800200 w 3079941"/>
                <a:gd name="connsiteY297-4906" fmla="*/ 782564 h 1160647"/>
                <a:gd name="connsiteX298-4907" fmla="*/ 1802104 w 3079941"/>
                <a:gd name="connsiteY298-4908" fmla="*/ 782564 h 1160647"/>
                <a:gd name="connsiteX299-4909" fmla="*/ 1803346 w 3079941"/>
                <a:gd name="connsiteY299-4910" fmla="*/ 805087 h 1160647"/>
                <a:gd name="connsiteX300-4911" fmla="*/ 1813022 w 3079941"/>
                <a:gd name="connsiteY300-4912" fmla="*/ 805087 h 1160647"/>
                <a:gd name="connsiteX301-4913" fmla="*/ 1814264 w 3079941"/>
                <a:gd name="connsiteY301-4914" fmla="*/ 782564 h 1160647"/>
                <a:gd name="connsiteX302-4915" fmla="*/ 1820344 w 3079941"/>
                <a:gd name="connsiteY302-4916" fmla="*/ 782564 h 1160647"/>
                <a:gd name="connsiteX303-4917" fmla="*/ 1821586 w 3079941"/>
                <a:gd name="connsiteY303-4918" fmla="*/ 805087 h 1160647"/>
                <a:gd name="connsiteX304-4919" fmla="*/ 1872208 w 3079941"/>
                <a:gd name="connsiteY304-4920" fmla="*/ 805087 h 1160647"/>
                <a:gd name="connsiteX305-4921" fmla="*/ 1872208 w 3079941"/>
                <a:gd name="connsiteY305-4922" fmla="*/ 642059 h 1160647"/>
                <a:gd name="connsiteX306-4923" fmla="*/ 2069535 w 3079941"/>
                <a:gd name="connsiteY306-4924" fmla="*/ 642059 h 1160647"/>
                <a:gd name="connsiteX307-4925" fmla="*/ 2069535 w 3079941"/>
                <a:gd name="connsiteY307-4926" fmla="*/ 805087 h 1160647"/>
                <a:gd name="connsiteX308-4927" fmla="*/ 2088232 w 3079941"/>
                <a:gd name="connsiteY308-4928" fmla="*/ 805087 h 1160647"/>
                <a:gd name="connsiteX309-4929" fmla="*/ 2088232 w 3079941"/>
                <a:gd name="connsiteY309-4930" fmla="*/ 722394 h 1160647"/>
                <a:gd name="connsiteX310-4931" fmla="*/ 2183352 w 3079941"/>
                <a:gd name="connsiteY310-4932" fmla="*/ 722394 h 1160647"/>
                <a:gd name="connsiteX311-4933" fmla="*/ 2195282 w 3079941"/>
                <a:gd name="connsiteY311-4934" fmla="*/ 404253 h 1160647"/>
                <a:gd name="connsiteX312-4935" fmla="*/ 2183122 w 3079941"/>
                <a:gd name="connsiteY312-4936" fmla="*/ 382635 h 1160647"/>
                <a:gd name="connsiteX313-4937" fmla="*/ 2177042 w 3079941"/>
                <a:gd name="connsiteY313-4938" fmla="*/ 378311 h 1160647"/>
                <a:gd name="connsiteX314-4939" fmla="*/ 2185149 w 3079941"/>
                <a:gd name="connsiteY314-4940" fmla="*/ 354532 h 1160647"/>
                <a:gd name="connsiteX315-4941" fmla="*/ 2185149 w 3079941"/>
                <a:gd name="connsiteY315-4942" fmla="*/ 337238 h 1160647"/>
                <a:gd name="connsiteX316-4943" fmla="*/ 2199336 w 3079941"/>
                <a:gd name="connsiteY316-4944" fmla="*/ 337238 h 1160647"/>
                <a:gd name="connsiteX317-4945" fmla="*/ 2199336 w 3079941"/>
                <a:gd name="connsiteY317-4946" fmla="*/ 315620 h 1160647"/>
                <a:gd name="connsiteX318-4947" fmla="*/ 2201362 w 3079941"/>
                <a:gd name="connsiteY318-4948" fmla="*/ 311296 h 1160647"/>
                <a:gd name="connsiteX319-4949" fmla="*/ 2201362 w 3079941"/>
                <a:gd name="connsiteY319-4950" fmla="*/ 233472 h 1160647"/>
                <a:gd name="connsiteX320-4951" fmla="*/ 2199336 w 3079941"/>
                <a:gd name="connsiteY320-4952" fmla="*/ 226987 h 1160647"/>
                <a:gd name="connsiteX321-4953" fmla="*/ 2205416 w 3079941"/>
                <a:gd name="connsiteY321-4954" fmla="*/ 220501 h 1160647"/>
                <a:gd name="connsiteX322-4955" fmla="*/ 2205416 w 3079941"/>
                <a:gd name="connsiteY322-4956" fmla="*/ 162133 h 1160647"/>
                <a:gd name="connsiteX323-4957" fmla="*/ 2207442 w 3079941"/>
                <a:gd name="connsiteY323-4958" fmla="*/ 157810 h 1160647"/>
                <a:gd name="connsiteX324-4959" fmla="*/ 2207442 w 3079941"/>
                <a:gd name="connsiteY324-4960" fmla="*/ 101604 h 1160647"/>
                <a:gd name="connsiteX325-4961" fmla="*/ 2209469 w 3079941"/>
                <a:gd name="connsiteY325-4962" fmla="*/ 82148 h 1160647"/>
                <a:gd name="connsiteX326-4963" fmla="*/ 2213523 w 3079941"/>
                <a:gd name="connsiteY326-4964" fmla="*/ 99442 h 1160647"/>
                <a:gd name="connsiteX327-4965" fmla="*/ 2215549 w 3079941"/>
                <a:gd name="connsiteY327-4966" fmla="*/ 157810 h 1160647"/>
                <a:gd name="connsiteX328-4967" fmla="*/ 2217576 w 3079941"/>
                <a:gd name="connsiteY328-4968" fmla="*/ 220501 h 1160647"/>
                <a:gd name="connsiteX329-4969" fmla="*/ 2223656 w 3079941"/>
                <a:gd name="connsiteY329-4970" fmla="*/ 226987 h 1160647"/>
                <a:gd name="connsiteX330-4971" fmla="*/ 2221629 w 3079941"/>
                <a:gd name="connsiteY330-4972" fmla="*/ 233472 h 1160647"/>
                <a:gd name="connsiteX331-4973" fmla="*/ 2221629 w 3079941"/>
                <a:gd name="connsiteY331-4974" fmla="*/ 311296 h 1160647"/>
                <a:gd name="connsiteX332-4975" fmla="*/ 2223656 w 3079941"/>
                <a:gd name="connsiteY332-4976" fmla="*/ 315620 h 1160647"/>
                <a:gd name="connsiteX333-4977" fmla="*/ 2223656 w 3079941"/>
                <a:gd name="connsiteY333-4978" fmla="*/ 337238 h 1160647"/>
                <a:gd name="connsiteX334-4979" fmla="*/ 2237843 w 3079941"/>
                <a:gd name="connsiteY334-4980" fmla="*/ 337238 h 1160647"/>
                <a:gd name="connsiteX335-4981" fmla="*/ 2237843 w 3079941"/>
                <a:gd name="connsiteY335-4982" fmla="*/ 354532 h 1160647"/>
                <a:gd name="connsiteX336-4983" fmla="*/ 2245950 w 3079941"/>
                <a:gd name="connsiteY336-4984" fmla="*/ 378311 h 1160647"/>
                <a:gd name="connsiteX337-4985" fmla="*/ 2239870 w 3079941"/>
                <a:gd name="connsiteY337-4986" fmla="*/ 382635 h 1160647"/>
                <a:gd name="connsiteX338-4987" fmla="*/ 2227709 w 3079941"/>
                <a:gd name="connsiteY338-4988" fmla="*/ 404253 h 1160647"/>
                <a:gd name="connsiteX339-4989" fmla="*/ 2235816 w 3079941"/>
                <a:gd name="connsiteY339-4990" fmla="*/ 657181 h 1160647"/>
                <a:gd name="connsiteX340-4991" fmla="*/ 2300670 w 3079941"/>
                <a:gd name="connsiteY340-4992" fmla="*/ 657181 h 1160647"/>
                <a:gd name="connsiteX341-4993" fmla="*/ 2300670 w 3079941"/>
                <a:gd name="connsiteY341-4994" fmla="*/ 732843 h 1160647"/>
                <a:gd name="connsiteX342-4995" fmla="*/ 2308777 w 3079941"/>
                <a:gd name="connsiteY342-4996" fmla="*/ 732843 h 1160647"/>
                <a:gd name="connsiteX343-4997" fmla="*/ 2310804 w 3079941"/>
                <a:gd name="connsiteY343-4998" fmla="*/ 726358 h 1160647"/>
                <a:gd name="connsiteX344-4999" fmla="*/ 2316884 w 3079941"/>
                <a:gd name="connsiteY344-5000" fmla="*/ 726358 h 1160647"/>
                <a:gd name="connsiteX345-5001" fmla="*/ 2318911 w 3079941"/>
                <a:gd name="connsiteY345-5002" fmla="*/ 735005 h 1160647"/>
                <a:gd name="connsiteX346-5003" fmla="*/ 2331071 w 3079941"/>
                <a:gd name="connsiteY346-5004" fmla="*/ 735005 h 1160647"/>
                <a:gd name="connsiteX347-5005" fmla="*/ 2331071 w 3079941"/>
                <a:gd name="connsiteY347-5006" fmla="*/ 728519 h 1160647"/>
                <a:gd name="connsiteX348-5007" fmla="*/ 2353364 w 3079941"/>
                <a:gd name="connsiteY348-5008" fmla="*/ 728519 h 1160647"/>
                <a:gd name="connsiteX349-5009" fmla="*/ 2353364 w 3079941"/>
                <a:gd name="connsiteY349-5010" fmla="*/ 735005 h 1160647"/>
                <a:gd name="connsiteX350-5011" fmla="*/ 2373631 w 3079941"/>
                <a:gd name="connsiteY350-5012" fmla="*/ 735005 h 1160647"/>
                <a:gd name="connsiteX351-5013" fmla="*/ 2373631 w 3079941"/>
                <a:gd name="connsiteY351-5014" fmla="*/ 780402 h 1160647"/>
                <a:gd name="connsiteX352-5015" fmla="*/ 2387818 w 3079941"/>
                <a:gd name="connsiteY352-5016" fmla="*/ 780402 h 1160647"/>
                <a:gd name="connsiteX353-5017" fmla="*/ 2387818 w 3079941"/>
                <a:gd name="connsiteY353-5018" fmla="*/ 767431 h 1160647"/>
                <a:gd name="connsiteX354-5019" fmla="*/ 2404032 w 3079941"/>
                <a:gd name="connsiteY354-5020" fmla="*/ 767431 h 1160647"/>
                <a:gd name="connsiteX355-5021" fmla="*/ 2404032 w 3079941"/>
                <a:gd name="connsiteY355-5022" fmla="*/ 588004 h 1160647"/>
                <a:gd name="connsiteX356-5023" fmla="*/ 2410112 w 3079941"/>
                <a:gd name="connsiteY356-5024" fmla="*/ 581518 h 1160647"/>
                <a:gd name="connsiteX357-5025" fmla="*/ 2483073 w 3079941"/>
                <a:gd name="connsiteY357-5026" fmla="*/ 581518 h 1160647"/>
                <a:gd name="connsiteX358-5027" fmla="*/ 2483073 w 3079941"/>
                <a:gd name="connsiteY358-5028" fmla="*/ 590166 h 1160647"/>
                <a:gd name="connsiteX359-5029" fmla="*/ 2493206 w 3079941"/>
                <a:gd name="connsiteY359-5030" fmla="*/ 590166 h 1160647"/>
                <a:gd name="connsiteX360-5031" fmla="*/ 2493206 w 3079941"/>
                <a:gd name="connsiteY360-5032" fmla="*/ 704740 h 1160647"/>
                <a:gd name="connsiteX361-5033" fmla="*/ 2515500 w 3079941"/>
                <a:gd name="connsiteY361-5034" fmla="*/ 704740 h 1160647"/>
                <a:gd name="connsiteX362-5035" fmla="*/ 2515500 w 3079941"/>
                <a:gd name="connsiteY362-5036" fmla="*/ 637725 h 1160647"/>
                <a:gd name="connsiteX363-5037" fmla="*/ 2541847 w 3079941"/>
                <a:gd name="connsiteY363-5038" fmla="*/ 637725 h 1160647"/>
                <a:gd name="connsiteX364-5039" fmla="*/ 2545900 w 3079941"/>
                <a:gd name="connsiteY364-5040" fmla="*/ 633401 h 1160647"/>
                <a:gd name="connsiteX365-5041" fmla="*/ 2554007 w 3079941"/>
                <a:gd name="connsiteY365-5042" fmla="*/ 633401 h 1160647"/>
                <a:gd name="connsiteX366-5043" fmla="*/ 2558060 w 3079941"/>
                <a:gd name="connsiteY366-5044" fmla="*/ 637725 h 1160647"/>
                <a:gd name="connsiteX367-5045" fmla="*/ 2580354 w 3079941"/>
                <a:gd name="connsiteY367-5046" fmla="*/ 637725 h 1160647"/>
                <a:gd name="connsiteX368-5047" fmla="*/ 2580354 w 3079941"/>
                <a:gd name="connsiteY368-5048" fmla="*/ 520989 h 1160647"/>
                <a:gd name="connsiteX369-5049" fmla="*/ 2637101 w 3079941"/>
                <a:gd name="connsiteY369-5050" fmla="*/ 510180 h 1160647"/>
                <a:gd name="connsiteX370-5051" fmla="*/ 2637101 w 3079941"/>
                <a:gd name="connsiteY370-5052" fmla="*/ 511261 h 1160647"/>
                <a:gd name="connsiteX371-5053" fmla="*/ 2637101 w 3079941"/>
                <a:gd name="connsiteY371-5054" fmla="*/ 518827 h 1160647"/>
                <a:gd name="connsiteX372-5055" fmla="*/ 2663448 w 3079941"/>
                <a:gd name="connsiteY372-5056" fmla="*/ 518827 h 1160647"/>
                <a:gd name="connsiteX373-5057" fmla="*/ 2663448 w 3079941"/>
                <a:gd name="connsiteY373-5058" fmla="*/ 773917 h 1160647"/>
                <a:gd name="connsiteX374-5059" fmla="*/ 2685742 w 3079941"/>
                <a:gd name="connsiteY374-5060" fmla="*/ 773917 h 1160647"/>
                <a:gd name="connsiteX375-5061" fmla="*/ 2685742 w 3079941"/>
                <a:gd name="connsiteY375-5062" fmla="*/ 769593 h 1160647"/>
                <a:gd name="connsiteX376-5063" fmla="*/ 2697902 w 3079941"/>
                <a:gd name="connsiteY376-5064" fmla="*/ 769593 h 1160647"/>
                <a:gd name="connsiteX377-5065" fmla="*/ 2697902 w 3079941"/>
                <a:gd name="connsiteY377-5066" fmla="*/ 773917 h 1160647"/>
                <a:gd name="connsiteX378-5067" fmla="*/ 2722222 w 3079941"/>
                <a:gd name="connsiteY378-5068" fmla="*/ 773917 h 1160647"/>
                <a:gd name="connsiteX379-5069" fmla="*/ 2722222 w 3079941"/>
                <a:gd name="connsiteY379-5070" fmla="*/ 760946 h 1160647"/>
                <a:gd name="connsiteX380-5071" fmla="*/ 2750596 w 3079941"/>
                <a:gd name="connsiteY380-5072" fmla="*/ 760946 h 1160647"/>
                <a:gd name="connsiteX381-5073" fmla="*/ 2762756 w 3079941"/>
                <a:gd name="connsiteY381-5074" fmla="*/ 756622 h 1160647"/>
                <a:gd name="connsiteX382-5075" fmla="*/ 2783023 w 3079941"/>
                <a:gd name="connsiteY382-5076" fmla="*/ 760946 h 1160647"/>
                <a:gd name="connsiteX383-5077" fmla="*/ 2783023 w 3079941"/>
                <a:gd name="connsiteY383-5078" fmla="*/ 743652 h 1160647"/>
                <a:gd name="connsiteX384-5079" fmla="*/ 2791130 w 3079941"/>
                <a:gd name="connsiteY384-5080" fmla="*/ 743652 h 1160647"/>
                <a:gd name="connsiteX385-5081" fmla="*/ 2791130 w 3079941"/>
                <a:gd name="connsiteY385-5082" fmla="*/ 730681 h 1160647"/>
                <a:gd name="connsiteX386-5083" fmla="*/ 2847877 w 3079941"/>
                <a:gd name="connsiteY386-5084" fmla="*/ 730681 h 1160647"/>
                <a:gd name="connsiteX387-5085" fmla="*/ 2847877 w 3079941"/>
                <a:gd name="connsiteY387-5086" fmla="*/ 700416 h 1160647"/>
                <a:gd name="connsiteX388-5087" fmla="*/ 2866117 w 3079941"/>
                <a:gd name="connsiteY388-5088" fmla="*/ 700416 h 1160647"/>
                <a:gd name="connsiteX389-5089" fmla="*/ 2866117 w 3079941"/>
                <a:gd name="connsiteY389-5090" fmla="*/ 693931 h 1160647"/>
                <a:gd name="connsiteX390-5091" fmla="*/ 2878277 w 3079941"/>
                <a:gd name="connsiteY390-5092" fmla="*/ 693931 h 1160647"/>
                <a:gd name="connsiteX391-5093" fmla="*/ 2878277 w 3079941"/>
                <a:gd name="connsiteY391-5094" fmla="*/ 700416 h 1160647"/>
                <a:gd name="connsiteX392-5095" fmla="*/ 2894491 w 3079941"/>
                <a:gd name="connsiteY392-5096" fmla="*/ 700416 h 1160647"/>
                <a:gd name="connsiteX393-5097" fmla="*/ 2894491 w 3079941"/>
                <a:gd name="connsiteY393-5098" fmla="*/ 750137 h 1160647"/>
                <a:gd name="connsiteX394-5099" fmla="*/ 2926918 w 3079941"/>
                <a:gd name="connsiteY394-5100" fmla="*/ 750137 h 1160647"/>
                <a:gd name="connsiteX395-5101" fmla="*/ 2926918 w 3079941"/>
                <a:gd name="connsiteY395-5102" fmla="*/ 724196 h 1160647"/>
                <a:gd name="connsiteX396-5103" fmla="*/ 2965425 w 3079941"/>
                <a:gd name="connsiteY396-5104" fmla="*/ 724196 h 1160647"/>
                <a:gd name="connsiteX397-5105" fmla="*/ 2965425 w 3079941"/>
                <a:gd name="connsiteY397-5106" fmla="*/ 693931 h 1160647"/>
                <a:gd name="connsiteX398-5107" fmla="*/ 3014066 w 3079941"/>
                <a:gd name="connsiteY398-5108" fmla="*/ 693931 h 1160647"/>
                <a:gd name="connsiteX399-5109" fmla="*/ 3014066 w 3079941"/>
                <a:gd name="connsiteY399-5110" fmla="*/ 805087 h 1160647"/>
                <a:gd name="connsiteX400-5111" fmla="*/ 3014066 w 3079941"/>
                <a:gd name="connsiteY400-5112" fmla="*/ 818866 h 1160647"/>
                <a:gd name="connsiteX401-5113" fmla="*/ 3079941 w 3079941"/>
                <a:gd name="connsiteY401-5114" fmla="*/ 818866 h 1160647"/>
                <a:gd name="connsiteX402-5115" fmla="*/ 3079941 w 3079941"/>
                <a:gd name="connsiteY402-5116" fmla="*/ 1160647 h 1160647"/>
                <a:gd name="connsiteX403-5117" fmla="*/ 200958 w 3079941"/>
                <a:gd name="connsiteY403-5118" fmla="*/ 1160647 h 1160647"/>
                <a:gd name="connsiteX404-5119" fmla="*/ 0 w 3079941"/>
                <a:gd name="connsiteY404-5120" fmla="*/ 1126882 h 1160647"/>
                <a:gd name="connsiteX405-5121" fmla="*/ 0 w 3079941"/>
                <a:gd name="connsiteY405-5122" fmla="*/ 915339 h 1160647"/>
                <a:gd name="connsiteX406-5123" fmla="*/ 55096 w 3079941"/>
                <a:gd name="connsiteY406-5124" fmla="*/ 886329 h 1160647"/>
                <a:gd name="connsiteX407-5125" fmla="*/ 55096 w 3079941"/>
                <a:gd name="connsiteY407-5126" fmla="*/ 724196 h 1160647"/>
                <a:gd name="connsiteX408-5127" fmla="*/ 75363 w 3079941"/>
                <a:gd name="connsiteY408-5128" fmla="*/ 724196 h 1160647"/>
                <a:gd name="connsiteX409-5129" fmla="*/ 75870 w 3079941"/>
                <a:gd name="connsiteY409-5130" fmla="*/ 723115 h 1160647"/>
                <a:gd name="connsiteX410-5131" fmla="*/ 79416 w 3079941"/>
                <a:gd name="connsiteY410-5132" fmla="*/ 715549 h 1160647"/>
                <a:gd name="connsiteX411-5133" fmla="*/ 81190 w 3079941"/>
                <a:gd name="connsiteY411-5134" fmla="*/ 715819 h 1160647"/>
                <a:gd name="connsiteX412-5135" fmla="*/ 93603 w 3079941"/>
                <a:gd name="connsiteY412-5136" fmla="*/ 717710 h 1160647"/>
                <a:gd name="connsiteX413-5137" fmla="*/ 94110 w 3079941"/>
                <a:gd name="connsiteY413-5138" fmla="*/ 719062 h 1160647"/>
                <a:gd name="connsiteX414-5139" fmla="*/ 97656 w 3079941"/>
                <a:gd name="connsiteY414-5140" fmla="*/ 728519 h 1160647"/>
                <a:gd name="connsiteX415-5141" fmla="*/ 124003 w 3079941"/>
                <a:gd name="connsiteY415-5142" fmla="*/ 730681 h 1160647"/>
                <a:gd name="connsiteX416-5143" fmla="*/ 124003 w 3079941"/>
                <a:gd name="connsiteY416-5144" fmla="*/ 607460 h 1160647"/>
                <a:gd name="connsiteX417-5145" fmla="*/ 126030 w 3079941"/>
                <a:gd name="connsiteY417-5146" fmla="*/ 607460 h 1160647"/>
                <a:gd name="connsiteX418-5147" fmla="*/ 140217 w 3079941"/>
                <a:gd name="connsiteY418-5148" fmla="*/ 607460 h 1160647"/>
                <a:gd name="connsiteX419-5149" fmla="*/ 140217 w 3079941"/>
                <a:gd name="connsiteY419-5150" fmla="*/ 471268 h 1160647"/>
                <a:gd name="connsiteX420-5151" fmla="*/ 141990 w 3079941"/>
                <a:gd name="connsiteY420-5152" fmla="*/ 471268 h 1160647"/>
                <a:gd name="connsiteX421-5153" fmla="*/ 154404 w 3079941"/>
                <a:gd name="connsiteY421-5154" fmla="*/ 471268 h 1160647"/>
                <a:gd name="connsiteX422-5155" fmla="*/ 154404 w 3079941"/>
                <a:gd name="connsiteY422-5156" fmla="*/ 356694 h 1160647"/>
                <a:gd name="connsiteX423-5157" fmla="*/ 158457 w 3079941"/>
                <a:gd name="connsiteY423-5158" fmla="*/ 328590 h 1160647"/>
                <a:gd name="connsiteX424-5159" fmla="*/ 160484 w 3079941"/>
                <a:gd name="connsiteY424-5160" fmla="*/ 328590 h 1160647"/>
                <a:gd name="connsiteX425-5161" fmla="*/ 174671 w 3079941"/>
                <a:gd name="connsiteY425-5162" fmla="*/ 328590 h 1160647"/>
                <a:gd name="connsiteX426-5163" fmla="*/ 211151 w 3079941"/>
                <a:gd name="connsiteY426-5164" fmla="*/ 246443 h 1160647"/>
                <a:gd name="connsiteX427-5165" fmla="*/ 215205 w 3079941"/>
                <a:gd name="connsiteY427-5166" fmla="*/ 0 h 1160647"/>
                <a:gd name="connsiteX0-5167" fmla="*/ 215205 w 3079941"/>
                <a:gd name="connsiteY0-5168" fmla="*/ 0 h 1160647"/>
                <a:gd name="connsiteX1-5169" fmla="*/ 217231 w 3079941"/>
                <a:gd name="connsiteY1-5170" fmla="*/ 246443 h 1160647"/>
                <a:gd name="connsiteX2-5171" fmla="*/ 255738 w 3079941"/>
                <a:gd name="connsiteY2-5172" fmla="*/ 326429 h 1160647"/>
                <a:gd name="connsiteX3-5173" fmla="*/ 257765 w 3079941"/>
                <a:gd name="connsiteY3-5174" fmla="*/ 326429 h 1160647"/>
                <a:gd name="connsiteX4-5175" fmla="*/ 271952 w 3079941"/>
                <a:gd name="connsiteY4-5176" fmla="*/ 326429 h 1160647"/>
                <a:gd name="connsiteX5-5177" fmla="*/ 271952 w 3079941"/>
                <a:gd name="connsiteY5-5178" fmla="*/ 350208 h 1160647"/>
                <a:gd name="connsiteX6-5179" fmla="*/ 272459 w 3079941"/>
                <a:gd name="connsiteY6-5180" fmla="*/ 351019 h 1160647"/>
                <a:gd name="connsiteX7-5181" fmla="*/ 276005 w 3079941"/>
                <a:gd name="connsiteY7-5182" fmla="*/ 356694 h 1160647"/>
                <a:gd name="connsiteX8-5183" fmla="*/ 276005 w 3079941"/>
                <a:gd name="connsiteY8-5184" fmla="*/ 471268 h 1160647"/>
                <a:gd name="connsiteX9-5185" fmla="*/ 278285 w 3079941"/>
                <a:gd name="connsiteY9-5186" fmla="*/ 471268 h 1160647"/>
                <a:gd name="connsiteX10-5187" fmla="*/ 294246 w 3079941"/>
                <a:gd name="connsiteY10-5188" fmla="*/ 471268 h 1160647"/>
                <a:gd name="connsiteX11-5189" fmla="*/ 294246 w 3079941"/>
                <a:gd name="connsiteY11-5190" fmla="*/ 611783 h 1160647"/>
                <a:gd name="connsiteX12-5191" fmla="*/ 295766 w 3079941"/>
                <a:gd name="connsiteY12-5192" fmla="*/ 611513 h 1160647"/>
                <a:gd name="connsiteX13-5193" fmla="*/ 306406 w 3079941"/>
                <a:gd name="connsiteY13-5194" fmla="*/ 609622 h 1160647"/>
                <a:gd name="connsiteX14-5195" fmla="*/ 304379 w 3079941"/>
                <a:gd name="connsiteY14-5196" fmla="*/ 698254 h 1160647"/>
                <a:gd name="connsiteX15-5197" fmla="*/ 305899 w 3079941"/>
                <a:gd name="connsiteY15-5198" fmla="*/ 698525 h 1160647"/>
                <a:gd name="connsiteX16-5199" fmla="*/ 316539 w 3079941"/>
                <a:gd name="connsiteY16-5200" fmla="*/ 700416 h 1160647"/>
                <a:gd name="connsiteX17-5201" fmla="*/ 316792 w 3079941"/>
                <a:gd name="connsiteY17-5202" fmla="*/ 701227 h 1160647"/>
                <a:gd name="connsiteX18-5203" fmla="*/ 318566 w 3079941"/>
                <a:gd name="connsiteY18-5204" fmla="*/ 706902 h 1160647"/>
                <a:gd name="connsiteX19-5205" fmla="*/ 319326 w 3079941"/>
                <a:gd name="connsiteY19-5206" fmla="*/ 704470 h 1160647"/>
                <a:gd name="connsiteX20-5207" fmla="*/ 324646 w 3079941"/>
                <a:gd name="connsiteY20-5208" fmla="*/ 687446 h 1160647"/>
                <a:gd name="connsiteX21-5209" fmla="*/ 326419 w 3079941"/>
                <a:gd name="connsiteY21-5210" fmla="*/ 687446 h 1160647"/>
                <a:gd name="connsiteX22-5211" fmla="*/ 338833 w 3079941"/>
                <a:gd name="connsiteY22-5212" fmla="*/ 687446 h 1160647"/>
                <a:gd name="connsiteX23-5213" fmla="*/ 338833 w 3079941"/>
                <a:gd name="connsiteY23-5214" fmla="*/ 719872 h 1160647"/>
                <a:gd name="connsiteX24-5215" fmla="*/ 339846 w 3079941"/>
                <a:gd name="connsiteY24-5216" fmla="*/ 720413 h 1160647"/>
                <a:gd name="connsiteX25-5217" fmla="*/ 346940 w 3079941"/>
                <a:gd name="connsiteY25-5218" fmla="*/ 724196 h 1160647"/>
                <a:gd name="connsiteX26-5219" fmla="*/ 346940 w 3079941"/>
                <a:gd name="connsiteY26-5220" fmla="*/ 725547 h 1160647"/>
                <a:gd name="connsiteX27-5221" fmla="*/ 346940 w 3079941"/>
                <a:gd name="connsiteY27-5222" fmla="*/ 735005 h 1160647"/>
                <a:gd name="connsiteX28-5223" fmla="*/ 391527 w 3079941"/>
                <a:gd name="connsiteY28-5224" fmla="*/ 735005 h 1160647"/>
                <a:gd name="connsiteX29-5225" fmla="*/ 391527 w 3079941"/>
                <a:gd name="connsiteY29-5226" fmla="*/ 736086 h 1160647"/>
                <a:gd name="connsiteX30-5227" fmla="*/ 391527 w 3079941"/>
                <a:gd name="connsiteY30-5228" fmla="*/ 743652 h 1160647"/>
                <a:gd name="connsiteX31-5229" fmla="*/ 393553 w 3079941"/>
                <a:gd name="connsiteY31-5230" fmla="*/ 743652 h 1160647"/>
                <a:gd name="connsiteX32-5231" fmla="*/ 407740 w 3079941"/>
                <a:gd name="connsiteY32-5232" fmla="*/ 743652 h 1160647"/>
                <a:gd name="connsiteX33-5233" fmla="*/ 407740 w 3079941"/>
                <a:gd name="connsiteY33-5234" fmla="*/ 713387 h 1160647"/>
                <a:gd name="connsiteX34-5235" fmla="*/ 452327 w 3079941"/>
                <a:gd name="connsiteY34-5236" fmla="*/ 713387 h 1160647"/>
                <a:gd name="connsiteX35-5237" fmla="*/ 452327 w 3079941"/>
                <a:gd name="connsiteY35-5238" fmla="*/ 712036 h 1160647"/>
                <a:gd name="connsiteX36-5239" fmla="*/ 452327 w 3079941"/>
                <a:gd name="connsiteY36-5240" fmla="*/ 702578 h 1160647"/>
                <a:gd name="connsiteX37-5241" fmla="*/ 453341 w 3079941"/>
                <a:gd name="connsiteY37-5242" fmla="*/ 702578 h 1160647"/>
                <a:gd name="connsiteX38-5243" fmla="*/ 460434 w 3079941"/>
                <a:gd name="connsiteY38-5244" fmla="*/ 702578 h 1160647"/>
                <a:gd name="connsiteX39-5245" fmla="*/ 460434 w 3079941"/>
                <a:gd name="connsiteY39-5246" fmla="*/ 700687 h 1160647"/>
                <a:gd name="connsiteX40-5247" fmla="*/ 460434 w 3079941"/>
                <a:gd name="connsiteY40-5248" fmla="*/ 687446 h 1160647"/>
                <a:gd name="connsiteX41-5249" fmla="*/ 461194 w 3079941"/>
                <a:gd name="connsiteY41-5250" fmla="*/ 687446 h 1160647"/>
                <a:gd name="connsiteX42-5251" fmla="*/ 466514 w 3079941"/>
                <a:gd name="connsiteY42-5252" fmla="*/ 687446 h 1160647"/>
                <a:gd name="connsiteX43-5253" fmla="*/ 466514 w 3079941"/>
                <a:gd name="connsiteY43-5254" fmla="*/ 686365 h 1160647"/>
                <a:gd name="connsiteX44-5255" fmla="*/ 466514 w 3079941"/>
                <a:gd name="connsiteY44-5256" fmla="*/ 678798 h 1160647"/>
                <a:gd name="connsiteX45-5257" fmla="*/ 468541 w 3079941"/>
                <a:gd name="connsiteY45-5258" fmla="*/ 678798 h 1160647"/>
                <a:gd name="connsiteX46-5259" fmla="*/ 482728 w 3079941"/>
                <a:gd name="connsiteY46-5260" fmla="*/ 678798 h 1160647"/>
                <a:gd name="connsiteX47-5261" fmla="*/ 482728 w 3079941"/>
                <a:gd name="connsiteY47-5262" fmla="*/ 679879 h 1160647"/>
                <a:gd name="connsiteX48-5263" fmla="*/ 482728 w 3079941"/>
                <a:gd name="connsiteY48-5264" fmla="*/ 687446 h 1160647"/>
                <a:gd name="connsiteX49-5265" fmla="*/ 505021 w 3079941"/>
                <a:gd name="connsiteY49-5266" fmla="*/ 687446 h 1160647"/>
                <a:gd name="connsiteX50-5267" fmla="*/ 505021 w 3079941"/>
                <a:gd name="connsiteY50-5268" fmla="*/ 685554 h 1160647"/>
                <a:gd name="connsiteX51-5269" fmla="*/ 505021 w 3079941"/>
                <a:gd name="connsiteY51-5270" fmla="*/ 672313 h 1160647"/>
                <a:gd name="connsiteX52-5271" fmla="*/ 506795 w 3079941"/>
                <a:gd name="connsiteY52-5272" fmla="*/ 672313 h 1160647"/>
                <a:gd name="connsiteX53-5273" fmla="*/ 519208 w 3079941"/>
                <a:gd name="connsiteY53-5274" fmla="*/ 672313 h 1160647"/>
                <a:gd name="connsiteX54-5275" fmla="*/ 519208 w 3079941"/>
                <a:gd name="connsiteY54-5276" fmla="*/ 696093 h 1160647"/>
                <a:gd name="connsiteX55-5277" fmla="*/ 520222 w 3079941"/>
                <a:gd name="connsiteY55-5278" fmla="*/ 696093 h 1160647"/>
                <a:gd name="connsiteX56-5279" fmla="*/ 527315 w 3079941"/>
                <a:gd name="connsiteY56-5280" fmla="*/ 696093 h 1160647"/>
                <a:gd name="connsiteX57-5281" fmla="*/ 527315 w 3079941"/>
                <a:gd name="connsiteY57-5282" fmla="*/ 695012 h 1160647"/>
                <a:gd name="connsiteX58-5283" fmla="*/ 527315 w 3079941"/>
                <a:gd name="connsiteY58-5284" fmla="*/ 687446 h 1160647"/>
                <a:gd name="connsiteX59-5285" fmla="*/ 529088 w 3079941"/>
                <a:gd name="connsiteY59-5286" fmla="*/ 687446 h 1160647"/>
                <a:gd name="connsiteX60-5287" fmla="*/ 541502 w 3079941"/>
                <a:gd name="connsiteY60-5288" fmla="*/ 687446 h 1160647"/>
                <a:gd name="connsiteX61-5289" fmla="*/ 541502 w 3079941"/>
                <a:gd name="connsiteY61-5290" fmla="*/ 713387 h 1160647"/>
                <a:gd name="connsiteX62-5291" fmla="*/ 543529 w 3079941"/>
                <a:gd name="connsiteY62-5292" fmla="*/ 713387 h 1160647"/>
                <a:gd name="connsiteX63-5293" fmla="*/ 557715 w 3079941"/>
                <a:gd name="connsiteY63-5294" fmla="*/ 713387 h 1160647"/>
                <a:gd name="connsiteX64-5295" fmla="*/ 557715 w 3079941"/>
                <a:gd name="connsiteY64-5296" fmla="*/ 715008 h 1160647"/>
                <a:gd name="connsiteX65-5297" fmla="*/ 557715 w 3079941"/>
                <a:gd name="connsiteY65-5298" fmla="*/ 726358 h 1160647"/>
                <a:gd name="connsiteX66-5299" fmla="*/ 558475 w 3079941"/>
                <a:gd name="connsiteY66-5300" fmla="*/ 726358 h 1160647"/>
                <a:gd name="connsiteX67-5301" fmla="*/ 563796 w 3079941"/>
                <a:gd name="connsiteY67-5302" fmla="*/ 726358 h 1160647"/>
                <a:gd name="connsiteX68-5303" fmla="*/ 563796 w 3079941"/>
                <a:gd name="connsiteY68-5304" fmla="*/ 725547 h 1160647"/>
                <a:gd name="connsiteX69-5305" fmla="*/ 563796 w 3079941"/>
                <a:gd name="connsiteY69-5306" fmla="*/ 719872 h 1160647"/>
                <a:gd name="connsiteX70-5307" fmla="*/ 594196 w 3079941"/>
                <a:gd name="connsiteY70-5308" fmla="*/ 719872 h 1160647"/>
                <a:gd name="connsiteX71-5309" fmla="*/ 594196 w 3079941"/>
                <a:gd name="connsiteY71-5310" fmla="*/ 743652 h 1160647"/>
                <a:gd name="connsiteX72-5311" fmla="*/ 595209 w 3079941"/>
                <a:gd name="connsiteY72-5312" fmla="*/ 743652 h 1160647"/>
                <a:gd name="connsiteX73-5313" fmla="*/ 602303 w 3079941"/>
                <a:gd name="connsiteY73-5314" fmla="*/ 743652 h 1160647"/>
                <a:gd name="connsiteX74-5315" fmla="*/ 602303 w 3079941"/>
                <a:gd name="connsiteY74-5316" fmla="*/ 744733 h 1160647"/>
                <a:gd name="connsiteX75-5317" fmla="*/ 602303 w 3079941"/>
                <a:gd name="connsiteY75-5318" fmla="*/ 752299 h 1160647"/>
                <a:gd name="connsiteX76-5319" fmla="*/ 603063 w 3079941"/>
                <a:gd name="connsiteY76-5320" fmla="*/ 752299 h 1160647"/>
                <a:gd name="connsiteX77-5321" fmla="*/ 608383 w 3079941"/>
                <a:gd name="connsiteY77-5322" fmla="*/ 752299 h 1160647"/>
                <a:gd name="connsiteX78-5323" fmla="*/ 608383 w 3079941"/>
                <a:gd name="connsiteY78-5324" fmla="*/ 750137 h 1160647"/>
                <a:gd name="connsiteX79-5325" fmla="*/ 608383 w 3079941"/>
                <a:gd name="connsiteY79-5326" fmla="*/ 735005 h 1160647"/>
                <a:gd name="connsiteX80-5327" fmla="*/ 609396 w 3079941"/>
                <a:gd name="connsiteY80-5328" fmla="*/ 735005 h 1160647"/>
                <a:gd name="connsiteX81-5329" fmla="*/ 616490 w 3079941"/>
                <a:gd name="connsiteY81-5330" fmla="*/ 735005 h 1160647"/>
                <a:gd name="connsiteX82-5331" fmla="*/ 616490 w 3079941"/>
                <a:gd name="connsiteY82-5332" fmla="*/ 736086 h 1160647"/>
                <a:gd name="connsiteX83-5333" fmla="*/ 616490 w 3079941"/>
                <a:gd name="connsiteY83-5334" fmla="*/ 743652 h 1160647"/>
                <a:gd name="connsiteX84-5335" fmla="*/ 621810 w 3079941"/>
                <a:gd name="connsiteY84-5336" fmla="*/ 741659 h 1160647"/>
                <a:gd name="connsiteX85-5337" fmla="*/ 622570 w 3079941"/>
                <a:gd name="connsiteY85-5338" fmla="*/ 740679 h 1160647"/>
                <a:gd name="connsiteX86-5339" fmla="*/ 622570 w 3079941"/>
                <a:gd name="connsiteY86-5340" fmla="*/ 735005 h 1160647"/>
                <a:gd name="connsiteX87-5341" fmla="*/ 661077 w 3079941"/>
                <a:gd name="connsiteY87-5342" fmla="*/ 735005 h 1160647"/>
                <a:gd name="connsiteX88-5343" fmla="*/ 661077 w 3079941"/>
                <a:gd name="connsiteY88-5344" fmla="*/ 758784 h 1160647"/>
                <a:gd name="connsiteX89-5345" fmla="*/ 663103 w 3079941"/>
                <a:gd name="connsiteY89-5346" fmla="*/ 758784 h 1160647"/>
                <a:gd name="connsiteX90-5347" fmla="*/ 677290 w 3079941"/>
                <a:gd name="connsiteY90-5348" fmla="*/ 758784 h 1160647"/>
                <a:gd name="connsiteX91-5349" fmla="*/ 677290 w 3079941"/>
                <a:gd name="connsiteY91-5350" fmla="*/ 759865 h 1160647"/>
                <a:gd name="connsiteX92-5351" fmla="*/ 677290 w 3079941"/>
                <a:gd name="connsiteY92-5352" fmla="*/ 767431 h 1160647"/>
                <a:gd name="connsiteX93-5353" fmla="*/ 679064 w 3079941"/>
                <a:gd name="connsiteY93-5354" fmla="*/ 767431 h 1160647"/>
                <a:gd name="connsiteX94-5355" fmla="*/ 691477 w 3079941"/>
                <a:gd name="connsiteY94-5356" fmla="*/ 767431 h 1160647"/>
                <a:gd name="connsiteX95-5357" fmla="*/ 691477 w 3079941"/>
                <a:gd name="connsiteY95-5358" fmla="*/ 743652 h 1160647"/>
                <a:gd name="connsiteX96-5359" fmla="*/ 692490 w 3079941"/>
                <a:gd name="connsiteY96-5360" fmla="*/ 743652 h 1160647"/>
                <a:gd name="connsiteX97-5361" fmla="*/ 699584 w 3079941"/>
                <a:gd name="connsiteY97-5362" fmla="*/ 743652 h 1160647"/>
                <a:gd name="connsiteX98-5363" fmla="*/ 699584 w 3079941"/>
                <a:gd name="connsiteY98-5364" fmla="*/ 711225 h 1160647"/>
                <a:gd name="connsiteX99-5365" fmla="*/ 700597 w 3079941"/>
                <a:gd name="connsiteY99-5366" fmla="*/ 711225 h 1160647"/>
                <a:gd name="connsiteX100-5367" fmla="*/ 707691 w 3079941"/>
                <a:gd name="connsiteY100-5368" fmla="*/ 711225 h 1160647"/>
                <a:gd name="connsiteX101-5369" fmla="*/ 707691 w 3079941"/>
                <a:gd name="connsiteY101-5370" fmla="*/ 709334 h 1160647"/>
                <a:gd name="connsiteX102-5371" fmla="*/ 707691 w 3079941"/>
                <a:gd name="connsiteY102-5372" fmla="*/ 696093 h 1160647"/>
                <a:gd name="connsiteX103-5373" fmla="*/ 706424 w 3079941"/>
                <a:gd name="connsiteY103-5374" fmla="*/ 694471 h 1160647"/>
                <a:gd name="connsiteX104-5375" fmla="*/ 711744 w 3079941"/>
                <a:gd name="connsiteY104-5376" fmla="*/ 683122 h 1160647"/>
                <a:gd name="connsiteX105-5377" fmla="*/ 719851 w 3079941"/>
                <a:gd name="connsiteY105-5378" fmla="*/ 711225 h 1160647"/>
                <a:gd name="connsiteX106-5379" fmla="*/ 720611 w 3079941"/>
                <a:gd name="connsiteY106-5380" fmla="*/ 711225 h 1160647"/>
                <a:gd name="connsiteX107-5381" fmla="*/ 725931 w 3079941"/>
                <a:gd name="connsiteY107-5382" fmla="*/ 711225 h 1160647"/>
                <a:gd name="connsiteX108-5383" fmla="*/ 725931 w 3079941"/>
                <a:gd name="connsiteY108-5384" fmla="*/ 605298 h 1160647"/>
                <a:gd name="connsiteX109-5385" fmla="*/ 727451 w 3079941"/>
                <a:gd name="connsiteY109-5386" fmla="*/ 605298 h 1160647"/>
                <a:gd name="connsiteX110-5387" fmla="*/ 738091 w 3079941"/>
                <a:gd name="connsiteY110-5388" fmla="*/ 605298 h 1160647"/>
                <a:gd name="connsiteX111-5389" fmla="*/ 738091 w 3079941"/>
                <a:gd name="connsiteY111-5390" fmla="*/ 557739 h 1160647"/>
                <a:gd name="connsiteX112-5391" fmla="*/ 764438 w 3079941"/>
                <a:gd name="connsiteY112-5392" fmla="*/ 557739 h 1160647"/>
                <a:gd name="connsiteX113-5393" fmla="*/ 764438 w 3079941"/>
                <a:gd name="connsiteY113-5394" fmla="*/ 536121 h 1160647"/>
                <a:gd name="connsiteX114-5395" fmla="*/ 798892 w 3079941"/>
                <a:gd name="connsiteY114-5396" fmla="*/ 536121 h 1160647"/>
                <a:gd name="connsiteX115-5397" fmla="*/ 798892 w 3079941"/>
                <a:gd name="connsiteY115-5398" fmla="*/ 538553 h 1160647"/>
                <a:gd name="connsiteX116-5399" fmla="*/ 798892 w 3079941"/>
                <a:gd name="connsiteY116-5400" fmla="*/ 555577 h 1160647"/>
                <a:gd name="connsiteX117-5401" fmla="*/ 801172 w 3079941"/>
                <a:gd name="connsiteY117-5402" fmla="*/ 555577 h 1160647"/>
                <a:gd name="connsiteX118-5403" fmla="*/ 817132 w 3079941"/>
                <a:gd name="connsiteY118-5404" fmla="*/ 555577 h 1160647"/>
                <a:gd name="connsiteX119-5405" fmla="*/ 817132 w 3079941"/>
                <a:gd name="connsiteY119-5406" fmla="*/ 603136 h 1160647"/>
                <a:gd name="connsiteX120-5407" fmla="*/ 818145 w 3079941"/>
                <a:gd name="connsiteY120-5408" fmla="*/ 603136 h 1160647"/>
                <a:gd name="connsiteX121-5409" fmla="*/ 825239 w 3079941"/>
                <a:gd name="connsiteY121-5410" fmla="*/ 603136 h 1160647"/>
                <a:gd name="connsiteX122-5411" fmla="*/ 839426 w 3079941"/>
                <a:gd name="connsiteY122-5412" fmla="*/ 607460 h 1160647"/>
                <a:gd name="connsiteX123-5413" fmla="*/ 839426 w 3079941"/>
                <a:gd name="connsiteY123-5414" fmla="*/ 646372 h 1160647"/>
                <a:gd name="connsiteX124-5415" fmla="*/ 840439 w 3079941"/>
                <a:gd name="connsiteY124-5416" fmla="*/ 646372 h 1160647"/>
                <a:gd name="connsiteX125-5417" fmla="*/ 847532 w 3079941"/>
                <a:gd name="connsiteY125-5418" fmla="*/ 646372 h 1160647"/>
                <a:gd name="connsiteX126-5419" fmla="*/ 847532 w 3079941"/>
                <a:gd name="connsiteY126-5420" fmla="*/ 647993 h 1160647"/>
                <a:gd name="connsiteX127-5421" fmla="*/ 847532 w 3079941"/>
                <a:gd name="connsiteY127-5422" fmla="*/ 659342 h 1160647"/>
                <a:gd name="connsiteX128-5423" fmla="*/ 849559 w 3079941"/>
                <a:gd name="connsiteY128-5424" fmla="*/ 659342 h 1160647"/>
                <a:gd name="connsiteX129-5425" fmla="*/ 863746 w 3079941"/>
                <a:gd name="connsiteY129-5426" fmla="*/ 659342 h 1160647"/>
                <a:gd name="connsiteX130-5427" fmla="*/ 869826 w 3079941"/>
                <a:gd name="connsiteY130-5428" fmla="*/ 665828 h 1160647"/>
                <a:gd name="connsiteX131-5429" fmla="*/ 869826 w 3079941"/>
                <a:gd name="connsiteY131-5430" fmla="*/ 687446 h 1160647"/>
                <a:gd name="connsiteX132-5431" fmla="*/ 872106 w 3079941"/>
                <a:gd name="connsiteY132-5432" fmla="*/ 687446 h 1160647"/>
                <a:gd name="connsiteX133-5433" fmla="*/ 888066 w 3079941"/>
                <a:gd name="connsiteY133-5434" fmla="*/ 687446 h 1160647"/>
                <a:gd name="connsiteX134-5435" fmla="*/ 888066 w 3079941"/>
                <a:gd name="connsiteY134-5436" fmla="*/ 688526 h 1160647"/>
                <a:gd name="connsiteX135-5437" fmla="*/ 888066 w 3079941"/>
                <a:gd name="connsiteY135-5438" fmla="*/ 696093 h 1160647"/>
                <a:gd name="connsiteX136-5439" fmla="*/ 889333 w 3079941"/>
                <a:gd name="connsiteY136-5440" fmla="*/ 696093 h 1160647"/>
                <a:gd name="connsiteX137-5441" fmla="*/ 898200 w 3079941"/>
                <a:gd name="connsiteY137-5442" fmla="*/ 696093 h 1160647"/>
                <a:gd name="connsiteX138-5443" fmla="*/ 898200 w 3079941"/>
                <a:gd name="connsiteY138-5444" fmla="*/ 698254 h 1160647"/>
                <a:gd name="connsiteX139-5445" fmla="*/ 898200 w 3079941"/>
                <a:gd name="connsiteY139-5446" fmla="*/ 713387 h 1160647"/>
                <a:gd name="connsiteX140-5447" fmla="*/ 902253 w 3079941"/>
                <a:gd name="connsiteY140-5448" fmla="*/ 711495 h 1160647"/>
                <a:gd name="connsiteX141-5449" fmla="*/ 902253 w 3079941"/>
                <a:gd name="connsiteY141-5450" fmla="*/ 698254 h 1160647"/>
                <a:gd name="connsiteX142-5451" fmla="*/ 903266 w 3079941"/>
                <a:gd name="connsiteY142-5452" fmla="*/ 698254 h 1160647"/>
                <a:gd name="connsiteX143-5453" fmla="*/ 910360 w 3079941"/>
                <a:gd name="connsiteY143-5454" fmla="*/ 698254 h 1160647"/>
                <a:gd name="connsiteX144-5455" fmla="*/ 910360 w 3079941"/>
                <a:gd name="connsiteY144-5456" fmla="*/ 699876 h 1160647"/>
                <a:gd name="connsiteX145-5457" fmla="*/ 910360 w 3079941"/>
                <a:gd name="connsiteY145-5458" fmla="*/ 711225 h 1160647"/>
                <a:gd name="connsiteX146-5459" fmla="*/ 911120 w 3079941"/>
                <a:gd name="connsiteY146-5460" fmla="*/ 711225 h 1160647"/>
                <a:gd name="connsiteX147-5461" fmla="*/ 916440 w 3079941"/>
                <a:gd name="connsiteY147-5462" fmla="*/ 711225 h 1160647"/>
                <a:gd name="connsiteX148-5463" fmla="*/ 965080 w 3079941"/>
                <a:gd name="connsiteY148-5464" fmla="*/ 706902 h 1160647"/>
                <a:gd name="connsiteX149-5465" fmla="*/ 965080 w 3079941"/>
                <a:gd name="connsiteY149-5466" fmla="*/ 708253 h 1160647"/>
                <a:gd name="connsiteX150-5467" fmla="*/ 965080 w 3079941"/>
                <a:gd name="connsiteY150-5468" fmla="*/ 717710 h 1160647"/>
                <a:gd name="connsiteX151-5469" fmla="*/ 965840 w 3079941"/>
                <a:gd name="connsiteY151-5470" fmla="*/ 717710 h 1160647"/>
                <a:gd name="connsiteX152-5471" fmla="*/ 971161 w 3079941"/>
                <a:gd name="connsiteY152-5472" fmla="*/ 717710 h 1160647"/>
                <a:gd name="connsiteX153-5473" fmla="*/ 971161 w 3079941"/>
                <a:gd name="connsiteY153-5474" fmla="*/ 719872 h 1160647"/>
                <a:gd name="connsiteX154-5475" fmla="*/ 971161 w 3079941"/>
                <a:gd name="connsiteY154-5476" fmla="*/ 735005 h 1160647"/>
                <a:gd name="connsiteX155-5477" fmla="*/ 973187 w 3079941"/>
                <a:gd name="connsiteY155-5478" fmla="*/ 733654 h 1160647"/>
                <a:gd name="connsiteX156-5479" fmla="*/ 987374 w 3079941"/>
                <a:gd name="connsiteY156-5480" fmla="*/ 724196 h 1160647"/>
                <a:gd name="connsiteX157-5481" fmla="*/ 993454 w 3079941"/>
                <a:gd name="connsiteY157-5482" fmla="*/ 683122 h 1160647"/>
                <a:gd name="connsiteX158-5483" fmla="*/ 994214 w 3079941"/>
                <a:gd name="connsiteY158-5484" fmla="*/ 682852 h 1160647"/>
                <a:gd name="connsiteX159-5485" fmla="*/ 999534 w 3079941"/>
                <a:gd name="connsiteY159-5486" fmla="*/ 680960 h 1160647"/>
                <a:gd name="connsiteX160-5487" fmla="*/ 1001561 w 3079941"/>
                <a:gd name="connsiteY160-5488" fmla="*/ 611783 h 1160647"/>
                <a:gd name="connsiteX161-5489" fmla="*/ 1003588 w 3079941"/>
                <a:gd name="connsiteY161-5490" fmla="*/ 680960 h 1160647"/>
                <a:gd name="connsiteX162-5491" fmla="*/ 1004348 w 3079941"/>
                <a:gd name="connsiteY162-5492" fmla="*/ 681230 h 1160647"/>
                <a:gd name="connsiteX163-5493" fmla="*/ 1009668 w 3079941"/>
                <a:gd name="connsiteY163-5494" fmla="*/ 683122 h 1160647"/>
                <a:gd name="connsiteX164-5495" fmla="*/ 1009668 w 3079941"/>
                <a:gd name="connsiteY164-5496" fmla="*/ 596651 h 1160647"/>
                <a:gd name="connsiteX165-5497" fmla="*/ 1013721 w 3079941"/>
                <a:gd name="connsiteY165-5498" fmla="*/ 564224 h 1160647"/>
                <a:gd name="connsiteX166-5499" fmla="*/ 1052228 w 3079941"/>
                <a:gd name="connsiteY166-5500" fmla="*/ 564224 h 1160647"/>
                <a:gd name="connsiteX167-5501" fmla="*/ 1052228 w 3079941"/>
                <a:gd name="connsiteY167-5502" fmla="*/ 596651 h 1160647"/>
                <a:gd name="connsiteX168-5503" fmla="*/ 1052988 w 3079941"/>
                <a:gd name="connsiteY168-5504" fmla="*/ 596651 h 1160647"/>
                <a:gd name="connsiteX169-5505" fmla="*/ 1058308 w 3079941"/>
                <a:gd name="connsiteY169-5506" fmla="*/ 596651 h 1160647"/>
                <a:gd name="connsiteX170-5507" fmla="*/ 1058308 w 3079941"/>
                <a:gd name="connsiteY170-5508" fmla="*/ 514503 h 1160647"/>
                <a:gd name="connsiteX171-5509" fmla="*/ 1060082 w 3079941"/>
                <a:gd name="connsiteY171-5510" fmla="*/ 514503 h 1160647"/>
                <a:gd name="connsiteX172-5511" fmla="*/ 1072495 w 3079941"/>
                <a:gd name="connsiteY172-5512" fmla="*/ 514503 h 1160647"/>
                <a:gd name="connsiteX173-5513" fmla="*/ 1072495 w 3079941"/>
                <a:gd name="connsiteY173-5514" fmla="*/ 512612 h 1160647"/>
                <a:gd name="connsiteX174-5515" fmla="*/ 1072495 w 3079941"/>
                <a:gd name="connsiteY174-5516" fmla="*/ 499371 h 1160647"/>
                <a:gd name="connsiteX175-5517" fmla="*/ 1094789 w 3079941"/>
                <a:gd name="connsiteY175-5518" fmla="*/ 499371 h 1160647"/>
                <a:gd name="connsiteX176-5519" fmla="*/ 1094789 w 3079941"/>
                <a:gd name="connsiteY176-5520" fmla="*/ 498290 h 1160647"/>
                <a:gd name="connsiteX177-5521" fmla="*/ 1094789 w 3079941"/>
                <a:gd name="connsiteY177-5522" fmla="*/ 490724 h 1160647"/>
                <a:gd name="connsiteX178-5523" fmla="*/ 1096562 w 3079941"/>
                <a:gd name="connsiteY178-5524" fmla="*/ 490724 h 1160647"/>
                <a:gd name="connsiteX179-5525" fmla="*/ 1108976 w 3079941"/>
                <a:gd name="connsiteY179-5526" fmla="*/ 490724 h 1160647"/>
                <a:gd name="connsiteX180-5527" fmla="*/ 1108976 w 3079941"/>
                <a:gd name="connsiteY180-5528" fmla="*/ 491805 h 1160647"/>
                <a:gd name="connsiteX181-5529" fmla="*/ 1108976 w 3079941"/>
                <a:gd name="connsiteY181-5530" fmla="*/ 499371 h 1160647"/>
                <a:gd name="connsiteX182-5531" fmla="*/ 1109736 w 3079941"/>
                <a:gd name="connsiteY182-5532" fmla="*/ 499371 h 1160647"/>
                <a:gd name="connsiteX183-5533" fmla="*/ 1115056 w 3079941"/>
                <a:gd name="connsiteY183-5534" fmla="*/ 499371 h 1160647"/>
                <a:gd name="connsiteX184-5535" fmla="*/ 1125189 w 3079941"/>
                <a:gd name="connsiteY184-5536" fmla="*/ 495047 h 1160647"/>
                <a:gd name="connsiteX185-5537" fmla="*/ 1129242 w 3079941"/>
                <a:gd name="connsiteY185-5538" fmla="*/ 498290 h 1160647"/>
                <a:gd name="connsiteX186-5539" fmla="*/ 1129242 w 3079941"/>
                <a:gd name="connsiteY186-5540" fmla="*/ 490724 h 1160647"/>
                <a:gd name="connsiteX187-5541" fmla="*/ 1131522 w 3079941"/>
                <a:gd name="connsiteY187-5542" fmla="*/ 490724 h 1160647"/>
                <a:gd name="connsiteX188-5543" fmla="*/ 1147483 w 3079941"/>
                <a:gd name="connsiteY188-5544" fmla="*/ 490724 h 1160647"/>
                <a:gd name="connsiteX189-5545" fmla="*/ 1147483 w 3079941"/>
                <a:gd name="connsiteY189-5546" fmla="*/ 491805 h 1160647"/>
                <a:gd name="connsiteX190-5547" fmla="*/ 1147483 w 3079941"/>
                <a:gd name="connsiteY190-5548" fmla="*/ 499371 h 1160647"/>
                <a:gd name="connsiteX191-5549" fmla="*/ 1177883 w 3079941"/>
                <a:gd name="connsiteY191-5550" fmla="*/ 499371 h 1160647"/>
                <a:gd name="connsiteX192-5551" fmla="*/ 1177883 w 3079941"/>
                <a:gd name="connsiteY192-5552" fmla="*/ 500992 h 1160647"/>
                <a:gd name="connsiteX193-5553" fmla="*/ 1177883 w 3079941"/>
                <a:gd name="connsiteY193-5554" fmla="*/ 512342 h 1160647"/>
                <a:gd name="connsiteX194-5555" fmla="*/ 1204230 w 3079941"/>
                <a:gd name="connsiteY194-5556" fmla="*/ 512342 h 1160647"/>
                <a:gd name="connsiteX195-5557" fmla="*/ 1204230 w 3079941"/>
                <a:gd name="connsiteY195-5558" fmla="*/ 542606 h 1160647"/>
                <a:gd name="connsiteX196-5559" fmla="*/ 1204990 w 3079941"/>
                <a:gd name="connsiteY196-5560" fmla="*/ 542606 h 1160647"/>
                <a:gd name="connsiteX197-5561" fmla="*/ 1210310 w 3079941"/>
                <a:gd name="connsiteY197-5562" fmla="*/ 542606 h 1160647"/>
                <a:gd name="connsiteX198-5563" fmla="*/ 1210310 w 3079941"/>
                <a:gd name="connsiteY198-5564" fmla="*/ 543687 h 1160647"/>
                <a:gd name="connsiteX199-5565" fmla="*/ 1210310 w 3079941"/>
                <a:gd name="connsiteY199-5566" fmla="*/ 551254 h 1160647"/>
                <a:gd name="connsiteX200-5567" fmla="*/ 1214364 w 3079941"/>
                <a:gd name="connsiteY200-5568" fmla="*/ 581518 h 1160647"/>
                <a:gd name="connsiteX201-5569" fmla="*/ 1215124 w 3079941"/>
                <a:gd name="connsiteY201-5570" fmla="*/ 581518 h 1160647"/>
                <a:gd name="connsiteX202-5571" fmla="*/ 1220444 w 3079941"/>
                <a:gd name="connsiteY202-5572" fmla="*/ 581518 h 1160647"/>
                <a:gd name="connsiteX203-5573" fmla="*/ 1220444 w 3079941"/>
                <a:gd name="connsiteY203-5574" fmla="*/ 582329 h 1160647"/>
                <a:gd name="connsiteX204-5575" fmla="*/ 1220444 w 3079941"/>
                <a:gd name="connsiteY204-5576" fmla="*/ 588004 h 1160647"/>
                <a:gd name="connsiteX205-5577" fmla="*/ 1221457 w 3079941"/>
                <a:gd name="connsiteY205-5578" fmla="*/ 588004 h 1160647"/>
                <a:gd name="connsiteX206-5579" fmla="*/ 1228550 w 3079941"/>
                <a:gd name="connsiteY206-5580" fmla="*/ 588004 h 1160647"/>
                <a:gd name="connsiteX207-5581" fmla="*/ 1228550 w 3079941"/>
                <a:gd name="connsiteY207-5582" fmla="*/ 618269 h 1160647"/>
                <a:gd name="connsiteX208-5583" fmla="*/ 1230577 w 3079941"/>
                <a:gd name="connsiteY208-5584" fmla="*/ 618269 h 1160647"/>
                <a:gd name="connsiteX209-5585" fmla="*/ 1244764 w 3079941"/>
                <a:gd name="connsiteY209-5586" fmla="*/ 618269 h 1160647"/>
                <a:gd name="connsiteX210-5587" fmla="*/ 1244764 w 3079941"/>
                <a:gd name="connsiteY210-5588" fmla="*/ 642048 h 1160647"/>
                <a:gd name="connsiteX211-5589" fmla="*/ 1246791 w 3079941"/>
                <a:gd name="connsiteY211-5590" fmla="*/ 643669 h 1160647"/>
                <a:gd name="connsiteX212-5591" fmla="*/ 1246791 w 3079941"/>
                <a:gd name="connsiteY212-5592" fmla="*/ 655019 h 1160647"/>
                <a:gd name="connsiteX213-5593" fmla="*/ 1247551 w 3079941"/>
                <a:gd name="connsiteY213-5594" fmla="*/ 655019 h 1160647"/>
                <a:gd name="connsiteX214-5595" fmla="*/ 1252871 w 3079941"/>
                <a:gd name="connsiteY214-5596" fmla="*/ 655019 h 1160647"/>
                <a:gd name="connsiteX215-5597" fmla="*/ 1252871 w 3079941"/>
                <a:gd name="connsiteY215-5598" fmla="*/ 678798 h 1160647"/>
                <a:gd name="connsiteX216-5599" fmla="*/ 1254137 w 3079941"/>
                <a:gd name="connsiteY216-5600" fmla="*/ 678798 h 1160647"/>
                <a:gd name="connsiteX217-5601" fmla="*/ 1263004 w 3079941"/>
                <a:gd name="connsiteY217-5602" fmla="*/ 678798 h 1160647"/>
                <a:gd name="connsiteX218-5603" fmla="*/ 1265031 w 3079941"/>
                <a:gd name="connsiteY218-5604" fmla="*/ 682852 h 1160647"/>
                <a:gd name="connsiteX219-5605" fmla="*/ 1265031 w 3079941"/>
                <a:gd name="connsiteY219-5606" fmla="*/ 696093 h 1160647"/>
                <a:gd name="connsiteX220-5607" fmla="*/ 1266551 w 3079941"/>
                <a:gd name="connsiteY220-5608" fmla="*/ 694201 h 1160647"/>
                <a:gd name="connsiteX221-5609" fmla="*/ 1277191 w 3079941"/>
                <a:gd name="connsiteY221-5610" fmla="*/ 680960 h 1160647"/>
                <a:gd name="connsiteX222-5611" fmla="*/ 1305565 w 3079941"/>
                <a:gd name="connsiteY222-5612" fmla="*/ 680960 h 1160647"/>
                <a:gd name="connsiteX223-5613" fmla="*/ 1305565 w 3079941"/>
                <a:gd name="connsiteY223-5614" fmla="*/ 767431 h 1160647"/>
                <a:gd name="connsiteX224-5615" fmla="*/ 1306325 w 3079941"/>
                <a:gd name="connsiteY224-5616" fmla="*/ 767431 h 1160647"/>
                <a:gd name="connsiteX225-5617" fmla="*/ 1311645 w 3079941"/>
                <a:gd name="connsiteY225-5618" fmla="*/ 767431 h 1160647"/>
                <a:gd name="connsiteX226-5619" fmla="*/ 1312405 w 3079941"/>
                <a:gd name="connsiteY226-5620" fmla="*/ 766080 h 1160647"/>
                <a:gd name="connsiteX227-5621" fmla="*/ 1317725 w 3079941"/>
                <a:gd name="connsiteY227-5622" fmla="*/ 756622 h 1160647"/>
                <a:gd name="connsiteX228-5623" fmla="*/ 1317725 w 3079941"/>
                <a:gd name="connsiteY228-5624" fmla="*/ 758514 h 1160647"/>
                <a:gd name="connsiteX229-5625" fmla="*/ 1317725 w 3079941"/>
                <a:gd name="connsiteY229-5626" fmla="*/ 771755 h 1160647"/>
                <a:gd name="connsiteX230-5627" fmla="*/ 1321778 w 3079941"/>
                <a:gd name="connsiteY230-5628" fmla="*/ 726358 h 1160647"/>
                <a:gd name="connsiteX231-5629" fmla="*/ 1322538 w 3079941"/>
                <a:gd name="connsiteY231-5630" fmla="*/ 726358 h 1160647"/>
                <a:gd name="connsiteX232-5631" fmla="*/ 1327858 w 3079941"/>
                <a:gd name="connsiteY232-5632" fmla="*/ 726358 h 1160647"/>
                <a:gd name="connsiteX233-5633" fmla="*/ 1327858 w 3079941"/>
                <a:gd name="connsiteY233-5634" fmla="*/ 661504 h 1160647"/>
                <a:gd name="connsiteX234-5635" fmla="*/ 1328872 w 3079941"/>
                <a:gd name="connsiteY234-5636" fmla="*/ 661504 h 1160647"/>
                <a:gd name="connsiteX235-5637" fmla="*/ 1335965 w 3079941"/>
                <a:gd name="connsiteY235-5638" fmla="*/ 661504 h 1160647"/>
                <a:gd name="connsiteX236-5639" fmla="*/ 1348125 w 3079941"/>
                <a:gd name="connsiteY236-5640" fmla="*/ 618269 h 1160647"/>
                <a:gd name="connsiteX237-5641" fmla="*/ 1349392 w 3079941"/>
                <a:gd name="connsiteY237-5642" fmla="*/ 618269 h 1160647"/>
                <a:gd name="connsiteX238-5643" fmla="*/ 1358259 w 3079941"/>
                <a:gd name="connsiteY238-5644" fmla="*/ 618269 h 1160647"/>
                <a:gd name="connsiteX239-5645" fmla="*/ 1368392 w 3079941"/>
                <a:gd name="connsiteY239-5646" fmla="*/ 661504 h 1160647"/>
                <a:gd name="connsiteX240-5647" fmla="*/ 1369405 w 3079941"/>
                <a:gd name="connsiteY240-5648" fmla="*/ 661504 h 1160647"/>
                <a:gd name="connsiteX241-5649" fmla="*/ 1376499 w 3079941"/>
                <a:gd name="connsiteY241-5650" fmla="*/ 661504 h 1160647"/>
                <a:gd name="connsiteX242-5651" fmla="*/ 1376499 w 3079941"/>
                <a:gd name="connsiteY242-5652" fmla="*/ 700416 h 1160647"/>
                <a:gd name="connsiteX243-5653" fmla="*/ 1378272 w 3079941"/>
                <a:gd name="connsiteY243-5654" fmla="*/ 700416 h 1160647"/>
                <a:gd name="connsiteX244-5655" fmla="*/ 1390686 w 3079941"/>
                <a:gd name="connsiteY244-5656" fmla="*/ 700416 h 1160647"/>
                <a:gd name="connsiteX245-5657" fmla="*/ 1390686 w 3079941"/>
                <a:gd name="connsiteY245-5658" fmla="*/ 702578 h 1160647"/>
                <a:gd name="connsiteX246-5659" fmla="*/ 1390686 w 3079941"/>
                <a:gd name="connsiteY246-5660" fmla="*/ 717710 h 1160647"/>
                <a:gd name="connsiteX247-5661" fmla="*/ 1394739 w 3079941"/>
                <a:gd name="connsiteY247-5662" fmla="*/ 715549 h 1160647"/>
                <a:gd name="connsiteX248-5663" fmla="*/ 1394739 w 3079941"/>
                <a:gd name="connsiteY248-5664" fmla="*/ 700416 h 1160647"/>
                <a:gd name="connsiteX249-5665" fmla="*/ 1396259 w 3079941"/>
                <a:gd name="connsiteY249-5666" fmla="*/ 700416 h 1160647"/>
                <a:gd name="connsiteX250-5667" fmla="*/ 1406899 w 3079941"/>
                <a:gd name="connsiteY250-5668" fmla="*/ 700416 h 1160647"/>
                <a:gd name="connsiteX251-5669" fmla="*/ 1406899 w 3079941"/>
                <a:gd name="connsiteY251-5670" fmla="*/ 702037 h 1160647"/>
                <a:gd name="connsiteX252-5671" fmla="*/ 1406899 w 3079941"/>
                <a:gd name="connsiteY252-5672" fmla="*/ 713387 h 1160647"/>
                <a:gd name="connsiteX253-5673" fmla="*/ 1437300 w 3079941"/>
                <a:gd name="connsiteY253-5674" fmla="*/ 713387 h 1160647"/>
                <a:gd name="connsiteX254-5675" fmla="*/ 1437300 w 3079941"/>
                <a:gd name="connsiteY254-5676" fmla="*/ 676637 h 1160647"/>
                <a:gd name="connsiteX255-5677" fmla="*/ 1438566 w 3079941"/>
                <a:gd name="connsiteY255-5678" fmla="*/ 676637 h 1160647"/>
                <a:gd name="connsiteX256-5679" fmla="*/ 1447433 w 3079941"/>
                <a:gd name="connsiteY256-5680" fmla="*/ 676637 h 1160647"/>
                <a:gd name="connsiteX257-5681" fmla="*/ 1447433 w 3079941"/>
                <a:gd name="connsiteY257-5682" fmla="*/ 698254 h 1160647"/>
                <a:gd name="connsiteX258-5683" fmla="*/ 1449460 w 3079941"/>
                <a:gd name="connsiteY258-5684" fmla="*/ 665828 h 1160647"/>
                <a:gd name="connsiteX259-5685" fmla="*/ 1471753 w 3079941"/>
                <a:gd name="connsiteY259-5686" fmla="*/ 665828 h 1160647"/>
                <a:gd name="connsiteX260-5687" fmla="*/ 1471753 w 3079941"/>
                <a:gd name="connsiteY260-5688" fmla="*/ 664206 h 1160647"/>
                <a:gd name="connsiteX261-5689" fmla="*/ 1471753 w 3079941"/>
                <a:gd name="connsiteY261-5690" fmla="*/ 652857 h 1160647"/>
                <a:gd name="connsiteX262-5691" fmla="*/ 1472513 w 3079941"/>
                <a:gd name="connsiteY262-5692" fmla="*/ 652857 h 1160647"/>
                <a:gd name="connsiteX263-5693" fmla="*/ 1477833 w 3079941"/>
                <a:gd name="connsiteY263-5694" fmla="*/ 652857 h 1160647"/>
                <a:gd name="connsiteX264-5695" fmla="*/ 1477833 w 3079941"/>
                <a:gd name="connsiteY264-5696" fmla="*/ 650966 h 1160647"/>
                <a:gd name="connsiteX265-5697" fmla="*/ 1477833 w 3079941"/>
                <a:gd name="connsiteY265-5698" fmla="*/ 637725 h 1160647"/>
                <a:gd name="connsiteX266-5699" fmla="*/ 1481887 w 3079941"/>
                <a:gd name="connsiteY266-5700" fmla="*/ 644210 h 1160647"/>
                <a:gd name="connsiteX267-5701" fmla="*/ 1484167 w 3079941"/>
                <a:gd name="connsiteY267-5702" fmla="*/ 644210 h 1160647"/>
                <a:gd name="connsiteX268-5703" fmla="*/ 1500127 w 3079941"/>
                <a:gd name="connsiteY268-5704" fmla="*/ 644210 h 1160647"/>
                <a:gd name="connsiteX269-5705" fmla="*/ 1500127 w 3079941"/>
                <a:gd name="connsiteY269-5706" fmla="*/ 643399 h 1160647"/>
                <a:gd name="connsiteX270-5707" fmla="*/ 1500127 w 3079941"/>
                <a:gd name="connsiteY270-5708" fmla="*/ 637725 h 1160647"/>
                <a:gd name="connsiteX271-5709" fmla="*/ 1500887 w 3079941"/>
                <a:gd name="connsiteY271-5710" fmla="*/ 637725 h 1160647"/>
                <a:gd name="connsiteX272-5711" fmla="*/ 1506207 w 3079941"/>
                <a:gd name="connsiteY272-5712" fmla="*/ 637725 h 1160647"/>
                <a:gd name="connsiteX273-5713" fmla="*/ 1506207 w 3079941"/>
                <a:gd name="connsiteY273-5714" fmla="*/ 639076 h 1160647"/>
                <a:gd name="connsiteX274-5715" fmla="*/ 1506207 w 3079941"/>
                <a:gd name="connsiteY274-5716" fmla="*/ 648534 h 1160647"/>
                <a:gd name="connsiteX275-5717" fmla="*/ 1544714 w 3079941"/>
                <a:gd name="connsiteY275-5718" fmla="*/ 648534 h 1160647"/>
                <a:gd name="connsiteX276-5719" fmla="*/ 1544714 w 3079941"/>
                <a:gd name="connsiteY276-5720" fmla="*/ 786887 h 1160647"/>
                <a:gd name="connsiteX277-5721" fmla="*/ 1546234 w 3079941"/>
                <a:gd name="connsiteY277-5722" fmla="*/ 786887 h 1160647"/>
                <a:gd name="connsiteX278-5723" fmla="*/ 1556874 w 3079941"/>
                <a:gd name="connsiteY278-5724" fmla="*/ 786887 h 1160647"/>
                <a:gd name="connsiteX279-5725" fmla="*/ 1556874 w 3079941"/>
                <a:gd name="connsiteY279-5726" fmla="*/ 773917 h 1160647"/>
                <a:gd name="connsiteX280-5727" fmla="*/ 1560928 w 3079941"/>
                <a:gd name="connsiteY280-5728" fmla="*/ 773917 h 1160647"/>
                <a:gd name="connsiteX281-5729" fmla="*/ 1560928 w 3079941"/>
                <a:gd name="connsiteY281-5730" fmla="*/ 786887 h 1160647"/>
                <a:gd name="connsiteX282-5731" fmla="*/ 1591328 w 3079941"/>
                <a:gd name="connsiteY282-5732" fmla="*/ 786887 h 1160647"/>
                <a:gd name="connsiteX283-5733" fmla="*/ 1591328 w 3079941"/>
                <a:gd name="connsiteY283-5734" fmla="*/ 756622 h 1160647"/>
                <a:gd name="connsiteX284-5735" fmla="*/ 1603488 w 3079941"/>
                <a:gd name="connsiteY284-5736" fmla="*/ 756622 h 1160647"/>
                <a:gd name="connsiteX285-5737" fmla="*/ 1615648 w 3079941"/>
                <a:gd name="connsiteY285-5738" fmla="*/ 754461 h 1160647"/>
                <a:gd name="connsiteX286-5739" fmla="*/ 1619702 w 3079941"/>
                <a:gd name="connsiteY286-5740" fmla="*/ 756622 h 1160647"/>
                <a:gd name="connsiteX287-5741" fmla="*/ 1629835 w 3079941"/>
                <a:gd name="connsiteY287-5742" fmla="*/ 756622 h 1160647"/>
                <a:gd name="connsiteX288-5743" fmla="*/ 1629835 w 3079941"/>
                <a:gd name="connsiteY288-5744" fmla="*/ 786887 h 1160647"/>
                <a:gd name="connsiteX289-5745" fmla="*/ 1637942 w 3079941"/>
                <a:gd name="connsiteY289-5746" fmla="*/ 786887 h 1160647"/>
                <a:gd name="connsiteX290-5747" fmla="*/ 1637942 w 3079941"/>
                <a:gd name="connsiteY290-5748" fmla="*/ 804182 h 1160647"/>
                <a:gd name="connsiteX291-5749" fmla="*/ 1647278 w 3079941"/>
                <a:gd name="connsiteY291-5750" fmla="*/ 805087 h 1160647"/>
                <a:gd name="connsiteX292-5751" fmla="*/ 1660236 w 3079941"/>
                <a:gd name="connsiteY292-5752" fmla="*/ 805087 h 1160647"/>
                <a:gd name="connsiteX293-5753" fmla="*/ 1660236 w 3079941"/>
                <a:gd name="connsiteY293-5754" fmla="*/ 789049 h 1160647"/>
                <a:gd name="connsiteX294-5755" fmla="*/ 1728192 w 3079941"/>
                <a:gd name="connsiteY294-5756" fmla="*/ 789049 h 1160647"/>
                <a:gd name="connsiteX295-5757" fmla="*/ 1728192 w 3079941"/>
                <a:gd name="connsiteY295-5758" fmla="*/ 703796 h 1160647"/>
                <a:gd name="connsiteX296-5759" fmla="*/ 1800200 w 3079941"/>
                <a:gd name="connsiteY296-5760" fmla="*/ 703796 h 1160647"/>
                <a:gd name="connsiteX297-5761" fmla="*/ 1800200 w 3079941"/>
                <a:gd name="connsiteY297-5762" fmla="*/ 782564 h 1160647"/>
                <a:gd name="connsiteX298-5763" fmla="*/ 1802104 w 3079941"/>
                <a:gd name="connsiteY298-5764" fmla="*/ 782564 h 1160647"/>
                <a:gd name="connsiteX299-5765" fmla="*/ 1803346 w 3079941"/>
                <a:gd name="connsiteY299-5766" fmla="*/ 805087 h 1160647"/>
                <a:gd name="connsiteX300-5767" fmla="*/ 1813022 w 3079941"/>
                <a:gd name="connsiteY300-5768" fmla="*/ 805087 h 1160647"/>
                <a:gd name="connsiteX301-5769" fmla="*/ 1814264 w 3079941"/>
                <a:gd name="connsiteY301-5770" fmla="*/ 782564 h 1160647"/>
                <a:gd name="connsiteX302-5771" fmla="*/ 1820344 w 3079941"/>
                <a:gd name="connsiteY302-5772" fmla="*/ 782564 h 1160647"/>
                <a:gd name="connsiteX303-5773" fmla="*/ 1821586 w 3079941"/>
                <a:gd name="connsiteY303-5774" fmla="*/ 805087 h 1160647"/>
                <a:gd name="connsiteX304-5775" fmla="*/ 1872208 w 3079941"/>
                <a:gd name="connsiteY304-5776" fmla="*/ 805087 h 1160647"/>
                <a:gd name="connsiteX305-5777" fmla="*/ 1872208 w 3079941"/>
                <a:gd name="connsiteY305-5778" fmla="*/ 642059 h 1160647"/>
                <a:gd name="connsiteX306-5779" fmla="*/ 2069535 w 3079941"/>
                <a:gd name="connsiteY306-5780" fmla="*/ 642059 h 1160647"/>
                <a:gd name="connsiteX307-5781" fmla="*/ 2069535 w 3079941"/>
                <a:gd name="connsiteY307-5782" fmla="*/ 805087 h 1160647"/>
                <a:gd name="connsiteX308-5783" fmla="*/ 2088232 w 3079941"/>
                <a:gd name="connsiteY308-5784" fmla="*/ 805087 h 1160647"/>
                <a:gd name="connsiteX309-5785" fmla="*/ 2088232 w 3079941"/>
                <a:gd name="connsiteY309-5786" fmla="*/ 722394 h 1160647"/>
                <a:gd name="connsiteX310-5787" fmla="*/ 2183352 w 3079941"/>
                <a:gd name="connsiteY310-5788" fmla="*/ 722394 h 1160647"/>
                <a:gd name="connsiteX311-5789" fmla="*/ 2195282 w 3079941"/>
                <a:gd name="connsiteY311-5790" fmla="*/ 404253 h 1160647"/>
                <a:gd name="connsiteX312-5791" fmla="*/ 2183122 w 3079941"/>
                <a:gd name="connsiteY312-5792" fmla="*/ 382635 h 1160647"/>
                <a:gd name="connsiteX313-5793" fmla="*/ 2177042 w 3079941"/>
                <a:gd name="connsiteY313-5794" fmla="*/ 378311 h 1160647"/>
                <a:gd name="connsiteX314-5795" fmla="*/ 2185149 w 3079941"/>
                <a:gd name="connsiteY314-5796" fmla="*/ 354532 h 1160647"/>
                <a:gd name="connsiteX315-5797" fmla="*/ 2185149 w 3079941"/>
                <a:gd name="connsiteY315-5798" fmla="*/ 337238 h 1160647"/>
                <a:gd name="connsiteX316-5799" fmla="*/ 2199336 w 3079941"/>
                <a:gd name="connsiteY316-5800" fmla="*/ 337238 h 1160647"/>
                <a:gd name="connsiteX317-5801" fmla="*/ 2199336 w 3079941"/>
                <a:gd name="connsiteY317-5802" fmla="*/ 315620 h 1160647"/>
                <a:gd name="connsiteX318-5803" fmla="*/ 2201362 w 3079941"/>
                <a:gd name="connsiteY318-5804" fmla="*/ 311296 h 1160647"/>
                <a:gd name="connsiteX319-5805" fmla="*/ 2201362 w 3079941"/>
                <a:gd name="connsiteY319-5806" fmla="*/ 233472 h 1160647"/>
                <a:gd name="connsiteX320-5807" fmla="*/ 2199336 w 3079941"/>
                <a:gd name="connsiteY320-5808" fmla="*/ 226987 h 1160647"/>
                <a:gd name="connsiteX321-5809" fmla="*/ 2205416 w 3079941"/>
                <a:gd name="connsiteY321-5810" fmla="*/ 220501 h 1160647"/>
                <a:gd name="connsiteX322-5811" fmla="*/ 2205416 w 3079941"/>
                <a:gd name="connsiteY322-5812" fmla="*/ 162133 h 1160647"/>
                <a:gd name="connsiteX323-5813" fmla="*/ 2207442 w 3079941"/>
                <a:gd name="connsiteY323-5814" fmla="*/ 157810 h 1160647"/>
                <a:gd name="connsiteX324-5815" fmla="*/ 2207442 w 3079941"/>
                <a:gd name="connsiteY324-5816" fmla="*/ 101604 h 1160647"/>
                <a:gd name="connsiteX325-5817" fmla="*/ 2209469 w 3079941"/>
                <a:gd name="connsiteY325-5818" fmla="*/ 82148 h 1160647"/>
                <a:gd name="connsiteX326-5819" fmla="*/ 2213523 w 3079941"/>
                <a:gd name="connsiteY326-5820" fmla="*/ 99442 h 1160647"/>
                <a:gd name="connsiteX327-5821" fmla="*/ 2215549 w 3079941"/>
                <a:gd name="connsiteY327-5822" fmla="*/ 157810 h 1160647"/>
                <a:gd name="connsiteX328-5823" fmla="*/ 2217576 w 3079941"/>
                <a:gd name="connsiteY328-5824" fmla="*/ 220501 h 1160647"/>
                <a:gd name="connsiteX329-5825" fmla="*/ 2223656 w 3079941"/>
                <a:gd name="connsiteY329-5826" fmla="*/ 226987 h 1160647"/>
                <a:gd name="connsiteX330-5827" fmla="*/ 2221629 w 3079941"/>
                <a:gd name="connsiteY330-5828" fmla="*/ 233472 h 1160647"/>
                <a:gd name="connsiteX331-5829" fmla="*/ 2221629 w 3079941"/>
                <a:gd name="connsiteY331-5830" fmla="*/ 311296 h 1160647"/>
                <a:gd name="connsiteX332-5831" fmla="*/ 2223656 w 3079941"/>
                <a:gd name="connsiteY332-5832" fmla="*/ 315620 h 1160647"/>
                <a:gd name="connsiteX333-5833" fmla="*/ 2223656 w 3079941"/>
                <a:gd name="connsiteY333-5834" fmla="*/ 337238 h 1160647"/>
                <a:gd name="connsiteX334-5835" fmla="*/ 2237843 w 3079941"/>
                <a:gd name="connsiteY334-5836" fmla="*/ 337238 h 1160647"/>
                <a:gd name="connsiteX335-5837" fmla="*/ 2237843 w 3079941"/>
                <a:gd name="connsiteY335-5838" fmla="*/ 354532 h 1160647"/>
                <a:gd name="connsiteX336-5839" fmla="*/ 2245950 w 3079941"/>
                <a:gd name="connsiteY336-5840" fmla="*/ 378311 h 1160647"/>
                <a:gd name="connsiteX337-5841" fmla="*/ 2239870 w 3079941"/>
                <a:gd name="connsiteY337-5842" fmla="*/ 382635 h 1160647"/>
                <a:gd name="connsiteX338-5843" fmla="*/ 2227709 w 3079941"/>
                <a:gd name="connsiteY338-5844" fmla="*/ 404253 h 1160647"/>
                <a:gd name="connsiteX339-5845" fmla="*/ 2235816 w 3079941"/>
                <a:gd name="connsiteY339-5846" fmla="*/ 657181 h 1160647"/>
                <a:gd name="connsiteX340-5847" fmla="*/ 2300670 w 3079941"/>
                <a:gd name="connsiteY340-5848" fmla="*/ 657181 h 1160647"/>
                <a:gd name="connsiteX341-5849" fmla="*/ 2300670 w 3079941"/>
                <a:gd name="connsiteY341-5850" fmla="*/ 732843 h 1160647"/>
                <a:gd name="connsiteX342-5851" fmla="*/ 2308777 w 3079941"/>
                <a:gd name="connsiteY342-5852" fmla="*/ 732843 h 1160647"/>
                <a:gd name="connsiteX343-5853" fmla="*/ 2310804 w 3079941"/>
                <a:gd name="connsiteY343-5854" fmla="*/ 726358 h 1160647"/>
                <a:gd name="connsiteX344-5855" fmla="*/ 2316884 w 3079941"/>
                <a:gd name="connsiteY344-5856" fmla="*/ 726358 h 1160647"/>
                <a:gd name="connsiteX345-5857" fmla="*/ 2318911 w 3079941"/>
                <a:gd name="connsiteY345-5858" fmla="*/ 735005 h 1160647"/>
                <a:gd name="connsiteX346-5859" fmla="*/ 2331071 w 3079941"/>
                <a:gd name="connsiteY346-5860" fmla="*/ 735005 h 1160647"/>
                <a:gd name="connsiteX347-5861" fmla="*/ 2331071 w 3079941"/>
                <a:gd name="connsiteY347-5862" fmla="*/ 728519 h 1160647"/>
                <a:gd name="connsiteX348-5863" fmla="*/ 2353364 w 3079941"/>
                <a:gd name="connsiteY348-5864" fmla="*/ 728519 h 1160647"/>
                <a:gd name="connsiteX349-5865" fmla="*/ 2353364 w 3079941"/>
                <a:gd name="connsiteY349-5866" fmla="*/ 735005 h 1160647"/>
                <a:gd name="connsiteX350-5867" fmla="*/ 2373631 w 3079941"/>
                <a:gd name="connsiteY350-5868" fmla="*/ 735005 h 1160647"/>
                <a:gd name="connsiteX351-5869" fmla="*/ 2373631 w 3079941"/>
                <a:gd name="connsiteY351-5870" fmla="*/ 780402 h 1160647"/>
                <a:gd name="connsiteX352-5871" fmla="*/ 2387818 w 3079941"/>
                <a:gd name="connsiteY352-5872" fmla="*/ 780402 h 1160647"/>
                <a:gd name="connsiteX353-5873" fmla="*/ 2387818 w 3079941"/>
                <a:gd name="connsiteY353-5874" fmla="*/ 767431 h 1160647"/>
                <a:gd name="connsiteX354-5875" fmla="*/ 2404032 w 3079941"/>
                <a:gd name="connsiteY354-5876" fmla="*/ 767431 h 1160647"/>
                <a:gd name="connsiteX355-5877" fmla="*/ 2404032 w 3079941"/>
                <a:gd name="connsiteY355-5878" fmla="*/ 588004 h 1160647"/>
                <a:gd name="connsiteX356-5879" fmla="*/ 2410112 w 3079941"/>
                <a:gd name="connsiteY356-5880" fmla="*/ 581518 h 1160647"/>
                <a:gd name="connsiteX357-5881" fmla="*/ 2483073 w 3079941"/>
                <a:gd name="connsiteY357-5882" fmla="*/ 581518 h 1160647"/>
                <a:gd name="connsiteX358-5883" fmla="*/ 2483073 w 3079941"/>
                <a:gd name="connsiteY358-5884" fmla="*/ 590166 h 1160647"/>
                <a:gd name="connsiteX359-5885" fmla="*/ 2493206 w 3079941"/>
                <a:gd name="connsiteY359-5886" fmla="*/ 590166 h 1160647"/>
                <a:gd name="connsiteX360-5887" fmla="*/ 2493206 w 3079941"/>
                <a:gd name="connsiteY360-5888" fmla="*/ 704740 h 1160647"/>
                <a:gd name="connsiteX361-5889" fmla="*/ 2515500 w 3079941"/>
                <a:gd name="connsiteY361-5890" fmla="*/ 704740 h 1160647"/>
                <a:gd name="connsiteX362-5891" fmla="*/ 2515500 w 3079941"/>
                <a:gd name="connsiteY362-5892" fmla="*/ 637725 h 1160647"/>
                <a:gd name="connsiteX363-5893" fmla="*/ 2541847 w 3079941"/>
                <a:gd name="connsiteY363-5894" fmla="*/ 637725 h 1160647"/>
                <a:gd name="connsiteX364-5895" fmla="*/ 2545900 w 3079941"/>
                <a:gd name="connsiteY364-5896" fmla="*/ 633401 h 1160647"/>
                <a:gd name="connsiteX365-5897" fmla="*/ 2554007 w 3079941"/>
                <a:gd name="connsiteY365-5898" fmla="*/ 633401 h 1160647"/>
                <a:gd name="connsiteX366-5899" fmla="*/ 2558060 w 3079941"/>
                <a:gd name="connsiteY366-5900" fmla="*/ 637725 h 1160647"/>
                <a:gd name="connsiteX367-5901" fmla="*/ 2580354 w 3079941"/>
                <a:gd name="connsiteY367-5902" fmla="*/ 637725 h 1160647"/>
                <a:gd name="connsiteX368-5903" fmla="*/ 2580354 w 3079941"/>
                <a:gd name="connsiteY368-5904" fmla="*/ 520989 h 1160647"/>
                <a:gd name="connsiteX369-5905" fmla="*/ 2637101 w 3079941"/>
                <a:gd name="connsiteY369-5906" fmla="*/ 510180 h 1160647"/>
                <a:gd name="connsiteX370-5907" fmla="*/ 2637101 w 3079941"/>
                <a:gd name="connsiteY370-5908" fmla="*/ 511261 h 1160647"/>
                <a:gd name="connsiteX371-5909" fmla="*/ 2637101 w 3079941"/>
                <a:gd name="connsiteY371-5910" fmla="*/ 518827 h 1160647"/>
                <a:gd name="connsiteX372-5911" fmla="*/ 2663448 w 3079941"/>
                <a:gd name="connsiteY372-5912" fmla="*/ 518827 h 1160647"/>
                <a:gd name="connsiteX373-5913" fmla="*/ 2663448 w 3079941"/>
                <a:gd name="connsiteY373-5914" fmla="*/ 773917 h 1160647"/>
                <a:gd name="connsiteX374-5915" fmla="*/ 2685742 w 3079941"/>
                <a:gd name="connsiteY374-5916" fmla="*/ 773917 h 1160647"/>
                <a:gd name="connsiteX375-5917" fmla="*/ 2685742 w 3079941"/>
                <a:gd name="connsiteY375-5918" fmla="*/ 769593 h 1160647"/>
                <a:gd name="connsiteX376-5919" fmla="*/ 2697902 w 3079941"/>
                <a:gd name="connsiteY376-5920" fmla="*/ 769593 h 1160647"/>
                <a:gd name="connsiteX377-5921" fmla="*/ 2697902 w 3079941"/>
                <a:gd name="connsiteY377-5922" fmla="*/ 773917 h 1160647"/>
                <a:gd name="connsiteX378-5923" fmla="*/ 2722222 w 3079941"/>
                <a:gd name="connsiteY378-5924" fmla="*/ 773917 h 1160647"/>
                <a:gd name="connsiteX379-5925" fmla="*/ 2722222 w 3079941"/>
                <a:gd name="connsiteY379-5926" fmla="*/ 760946 h 1160647"/>
                <a:gd name="connsiteX380-5927" fmla="*/ 2750596 w 3079941"/>
                <a:gd name="connsiteY380-5928" fmla="*/ 760946 h 1160647"/>
                <a:gd name="connsiteX381-5929" fmla="*/ 2762756 w 3079941"/>
                <a:gd name="connsiteY381-5930" fmla="*/ 756622 h 1160647"/>
                <a:gd name="connsiteX382-5931" fmla="*/ 2783023 w 3079941"/>
                <a:gd name="connsiteY382-5932" fmla="*/ 760946 h 1160647"/>
                <a:gd name="connsiteX383-5933" fmla="*/ 2783023 w 3079941"/>
                <a:gd name="connsiteY383-5934" fmla="*/ 743652 h 1160647"/>
                <a:gd name="connsiteX384-5935" fmla="*/ 2791130 w 3079941"/>
                <a:gd name="connsiteY384-5936" fmla="*/ 743652 h 1160647"/>
                <a:gd name="connsiteX385-5937" fmla="*/ 2791130 w 3079941"/>
                <a:gd name="connsiteY385-5938" fmla="*/ 730681 h 1160647"/>
                <a:gd name="connsiteX386-5939" fmla="*/ 2847877 w 3079941"/>
                <a:gd name="connsiteY386-5940" fmla="*/ 730681 h 1160647"/>
                <a:gd name="connsiteX387-5941" fmla="*/ 2847877 w 3079941"/>
                <a:gd name="connsiteY387-5942" fmla="*/ 700416 h 1160647"/>
                <a:gd name="connsiteX388-5943" fmla="*/ 2866117 w 3079941"/>
                <a:gd name="connsiteY388-5944" fmla="*/ 700416 h 1160647"/>
                <a:gd name="connsiteX389-5945" fmla="*/ 2866117 w 3079941"/>
                <a:gd name="connsiteY389-5946" fmla="*/ 693931 h 1160647"/>
                <a:gd name="connsiteX390-5947" fmla="*/ 2878277 w 3079941"/>
                <a:gd name="connsiteY390-5948" fmla="*/ 693931 h 1160647"/>
                <a:gd name="connsiteX391-5949" fmla="*/ 2878277 w 3079941"/>
                <a:gd name="connsiteY391-5950" fmla="*/ 700416 h 1160647"/>
                <a:gd name="connsiteX392-5951" fmla="*/ 2894491 w 3079941"/>
                <a:gd name="connsiteY392-5952" fmla="*/ 700416 h 1160647"/>
                <a:gd name="connsiteX393-5953" fmla="*/ 2894491 w 3079941"/>
                <a:gd name="connsiteY393-5954" fmla="*/ 750137 h 1160647"/>
                <a:gd name="connsiteX394-5955" fmla="*/ 2926918 w 3079941"/>
                <a:gd name="connsiteY394-5956" fmla="*/ 750137 h 1160647"/>
                <a:gd name="connsiteX395-5957" fmla="*/ 2926918 w 3079941"/>
                <a:gd name="connsiteY395-5958" fmla="*/ 724196 h 1160647"/>
                <a:gd name="connsiteX396-5959" fmla="*/ 2965425 w 3079941"/>
                <a:gd name="connsiteY396-5960" fmla="*/ 724196 h 1160647"/>
                <a:gd name="connsiteX397-5961" fmla="*/ 2965425 w 3079941"/>
                <a:gd name="connsiteY397-5962" fmla="*/ 693931 h 1160647"/>
                <a:gd name="connsiteX398-5963" fmla="*/ 3014066 w 3079941"/>
                <a:gd name="connsiteY398-5964" fmla="*/ 693931 h 1160647"/>
                <a:gd name="connsiteX399-5965" fmla="*/ 3014066 w 3079941"/>
                <a:gd name="connsiteY399-5966" fmla="*/ 805087 h 1160647"/>
                <a:gd name="connsiteX400-5967" fmla="*/ 3014066 w 3079941"/>
                <a:gd name="connsiteY400-5968" fmla="*/ 818866 h 1160647"/>
                <a:gd name="connsiteX401-5969" fmla="*/ 3079941 w 3079941"/>
                <a:gd name="connsiteY401-5970" fmla="*/ 818866 h 1160647"/>
                <a:gd name="connsiteX402-5971" fmla="*/ 3079941 w 3079941"/>
                <a:gd name="connsiteY402-5972" fmla="*/ 1160647 h 1160647"/>
                <a:gd name="connsiteX403-5973" fmla="*/ 200958 w 3079941"/>
                <a:gd name="connsiteY403-5974" fmla="*/ 1160647 h 1160647"/>
                <a:gd name="connsiteX404-5975" fmla="*/ 0 w 3079941"/>
                <a:gd name="connsiteY404-5976" fmla="*/ 1126882 h 1160647"/>
                <a:gd name="connsiteX405-5977" fmla="*/ 55096 w 3079941"/>
                <a:gd name="connsiteY405-5978" fmla="*/ 886329 h 1160647"/>
                <a:gd name="connsiteX406-5979" fmla="*/ 55096 w 3079941"/>
                <a:gd name="connsiteY406-5980" fmla="*/ 724196 h 1160647"/>
                <a:gd name="connsiteX407-5981" fmla="*/ 75363 w 3079941"/>
                <a:gd name="connsiteY407-5982" fmla="*/ 724196 h 1160647"/>
                <a:gd name="connsiteX408-5983" fmla="*/ 75870 w 3079941"/>
                <a:gd name="connsiteY408-5984" fmla="*/ 723115 h 1160647"/>
                <a:gd name="connsiteX409-5985" fmla="*/ 79416 w 3079941"/>
                <a:gd name="connsiteY409-5986" fmla="*/ 715549 h 1160647"/>
                <a:gd name="connsiteX410-5987" fmla="*/ 81190 w 3079941"/>
                <a:gd name="connsiteY410-5988" fmla="*/ 715819 h 1160647"/>
                <a:gd name="connsiteX411-5989" fmla="*/ 93603 w 3079941"/>
                <a:gd name="connsiteY411-5990" fmla="*/ 717710 h 1160647"/>
                <a:gd name="connsiteX412-5991" fmla="*/ 94110 w 3079941"/>
                <a:gd name="connsiteY412-5992" fmla="*/ 719062 h 1160647"/>
                <a:gd name="connsiteX413-5993" fmla="*/ 97656 w 3079941"/>
                <a:gd name="connsiteY413-5994" fmla="*/ 728519 h 1160647"/>
                <a:gd name="connsiteX414-5995" fmla="*/ 124003 w 3079941"/>
                <a:gd name="connsiteY414-5996" fmla="*/ 730681 h 1160647"/>
                <a:gd name="connsiteX415-5997" fmla="*/ 124003 w 3079941"/>
                <a:gd name="connsiteY415-5998" fmla="*/ 607460 h 1160647"/>
                <a:gd name="connsiteX416-5999" fmla="*/ 126030 w 3079941"/>
                <a:gd name="connsiteY416-6000" fmla="*/ 607460 h 1160647"/>
                <a:gd name="connsiteX417-6001" fmla="*/ 140217 w 3079941"/>
                <a:gd name="connsiteY417-6002" fmla="*/ 607460 h 1160647"/>
                <a:gd name="connsiteX418-6003" fmla="*/ 140217 w 3079941"/>
                <a:gd name="connsiteY418-6004" fmla="*/ 471268 h 1160647"/>
                <a:gd name="connsiteX419-6005" fmla="*/ 141990 w 3079941"/>
                <a:gd name="connsiteY419-6006" fmla="*/ 471268 h 1160647"/>
                <a:gd name="connsiteX420-6007" fmla="*/ 154404 w 3079941"/>
                <a:gd name="connsiteY420-6008" fmla="*/ 471268 h 1160647"/>
                <a:gd name="connsiteX421-6009" fmla="*/ 154404 w 3079941"/>
                <a:gd name="connsiteY421-6010" fmla="*/ 356694 h 1160647"/>
                <a:gd name="connsiteX422-6011" fmla="*/ 158457 w 3079941"/>
                <a:gd name="connsiteY422-6012" fmla="*/ 328590 h 1160647"/>
                <a:gd name="connsiteX423-6013" fmla="*/ 160484 w 3079941"/>
                <a:gd name="connsiteY423-6014" fmla="*/ 328590 h 1160647"/>
                <a:gd name="connsiteX424-6015" fmla="*/ 174671 w 3079941"/>
                <a:gd name="connsiteY424-6016" fmla="*/ 328590 h 1160647"/>
                <a:gd name="connsiteX425-6017" fmla="*/ 211151 w 3079941"/>
                <a:gd name="connsiteY425-6018" fmla="*/ 246443 h 1160647"/>
                <a:gd name="connsiteX426-6019" fmla="*/ 215205 w 3079941"/>
                <a:gd name="connsiteY426-6020" fmla="*/ 0 h 1160647"/>
                <a:gd name="connsiteX0-6021" fmla="*/ 215205 w 3079941"/>
                <a:gd name="connsiteY0-6022" fmla="*/ 0 h 1160647"/>
                <a:gd name="connsiteX1-6023" fmla="*/ 217231 w 3079941"/>
                <a:gd name="connsiteY1-6024" fmla="*/ 246443 h 1160647"/>
                <a:gd name="connsiteX2-6025" fmla="*/ 255738 w 3079941"/>
                <a:gd name="connsiteY2-6026" fmla="*/ 326429 h 1160647"/>
                <a:gd name="connsiteX3-6027" fmla="*/ 257765 w 3079941"/>
                <a:gd name="connsiteY3-6028" fmla="*/ 326429 h 1160647"/>
                <a:gd name="connsiteX4-6029" fmla="*/ 271952 w 3079941"/>
                <a:gd name="connsiteY4-6030" fmla="*/ 326429 h 1160647"/>
                <a:gd name="connsiteX5-6031" fmla="*/ 271952 w 3079941"/>
                <a:gd name="connsiteY5-6032" fmla="*/ 350208 h 1160647"/>
                <a:gd name="connsiteX6-6033" fmla="*/ 272459 w 3079941"/>
                <a:gd name="connsiteY6-6034" fmla="*/ 351019 h 1160647"/>
                <a:gd name="connsiteX7-6035" fmla="*/ 276005 w 3079941"/>
                <a:gd name="connsiteY7-6036" fmla="*/ 356694 h 1160647"/>
                <a:gd name="connsiteX8-6037" fmla="*/ 276005 w 3079941"/>
                <a:gd name="connsiteY8-6038" fmla="*/ 471268 h 1160647"/>
                <a:gd name="connsiteX9-6039" fmla="*/ 278285 w 3079941"/>
                <a:gd name="connsiteY9-6040" fmla="*/ 471268 h 1160647"/>
                <a:gd name="connsiteX10-6041" fmla="*/ 294246 w 3079941"/>
                <a:gd name="connsiteY10-6042" fmla="*/ 471268 h 1160647"/>
                <a:gd name="connsiteX11-6043" fmla="*/ 294246 w 3079941"/>
                <a:gd name="connsiteY11-6044" fmla="*/ 611783 h 1160647"/>
                <a:gd name="connsiteX12-6045" fmla="*/ 295766 w 3079941"/>
                <a:gd name="connsiteY12-6046" fmla="*/ 611513 h 1160647"/>
                <a:gd name="connsiteX13-6047" fmla="*/ 306406 w 3079941"/>
                <a:gd name="connsiteY13-6048" fmla="*/ 609622 h 1160647"/>
                <a:gd name="connsiteX14-6049" fmla="*/ 304379 w 3079941"/>
                <a:gd name="connsiteY14-6050" fmla="*/ 698254 h 1160647"/>
                <a:gd name="connsiteX15-6051" fmla="*/ 305899 w 3079941"/>
                <a:gd name="connsiteY15-6052" fmla="*/ 698525 h 1160647"/>
                <a:gd name="connsiteX16-6053" fmla="*/ 316539 w 3079941"/>
                <a:gd name="connsiteY16-6054" fmla="*/ 700416 h 1160647"/>
                <a:gd name="connsiteX17-6055" fmla="*/ 316792 w 3079941"/>
                <a:gd name="connsiteY17-6056" fmla="*/ 701227 h 1160647"/>
                <a:gd name="connsiteX18-6057" fmla="*/ 318566 w 3079941"/>
                <a:gd name="connsiteY18-6058" fmla="*/ 706902 h 1160647"/>
                <a:gd name="connsiteX19-6059" fmla="*/ 319326 w 3079941"/>
                <a:gd name="connsiteY19-6060" fmla="*/ 704470 h 1160647"/>
                <a:gd name="connsiteX20-6061" fmla="*/ 324646 w 3079941"/>
                <a:gd name="connsiteY20-6062" fmla="*/ 687446 h 1160647"/>
                <a:gd name="connsiteX21-6063" fmla="*/ 326419 w 3079941"/>
                <a:gd name="connsiteY21-6064" fmla="*/ 687446 h 1160647"/>
                <a:gd name="connsiteX22-6065" fmla="*/ 338833 w 3079941"/>
                <a:gd name="connsiteY22-6066" fmla="*/ 687446 h 1160647"/>
                <a:gd name="connsiteX23-6067" fmla="*/ 338833 w 3079941"/>
                <a:gd name="connsiteY23-6068" fmla="*/ 719872 h 1160647"/>
                <a:gd name="connsiteX24-6069" fmla="*/ 339846 w 3079941"/>
                <a:gd name="connsiteY24-6070" fmla="*/ 720413 h 1160647"/>
                <a:gd name="connsiteX25-6071" fmla="*/ 346940 w 3079941"/>
                <a:gd name="connsiteY25-6072" fmla="*/ 724196 h 1160647"/>
                <a:gd name="connsiteX26-6073" fmla="*/ 346940 w 3079941"/>
                <a:gd name="connsiteY26-6074" fmla="*/ 725547 h 1160647"/>
                <a:gd name="connsiteX27-6075" fmla="*/ 346940 w 3079941"/>
                <a:gd name="connsiteY27-6076" fmla="*/ 735005 h 1160647"/>
                <a:gd name="connsiteX28-6077" fmla="*/ 391527 w 3079941"/>
                <a:gd name="connsiteY28-6078" fmla="*/ 735005 h 1160647"/>
                <a:gd name="connsiteX29-6079" fmla="*/ 391527 w 3079941"/>
                <a:gd name="connsiteY29-6080" fmla="*/ 736086 h 1160647"/>
                <a:gd name="connsiteX30-6081" fmla="*/ 391527 w 3079941"/>
                <a:gd name="connsiteY30-6082" fmla="*/ 743652 h 1160647"/>
                <a:gd name="connsiteX31-6083" fmla="*/ 393553 w 3079941"/>
                <a:gd name="connsiteY31-6084" fmla="*/ 743652 h 1160647"/>
                <a:gd name="connsiteX32-6085" fmla="*/ 407740 w 3079941"/>
                <a:gd name="connsiteY32-6086" fmla="*/ 743652 h 1160647"/>
                <a:gd name="connsiteX33-6087" fmla="*/ 407740 w 3079941"/>
                <a:gd name="connsiteY33-6088" fmla="*/ 713387 h 1160647"/>
                <a:gd name="connsiteX34-6089" fmla="*/ 452327 w 3079941"/>
                <a:gd name="connsiteY34-6090" fmla="*/ 713387 h 1160647"/>
                <a:gd name="connsiteX35-6091" fmla="*/ 452327 w 3079941"/>
                <a:gd name="connsiteY35-6092" fmla="*/ 712036 h 1160647"/>
                <a:gd name="connsiteX36-6093" fmla="*/ 452327 w 3079941"/>
                <a:gd name="connsiteY36-6094" fmla="*/ 702578 h 1160647"/>
                <a:gd name="connsiteX37-6095" fmla="*/ 453341 w 3079941"/>
                <a:gd name="connsiteY37-6096" fmla="*/ 702578 h 1160647"/>
                <a:gd name="connsiteX38-6097" fmla="*/ 460434 w 3079941"/>
                <a:gd name="connsiteY38-6098" fmla="*/ 702578 h 1160647"/>
                <a:gd name="connsiteX39-6099" fmla="*/ 460434 w 3079941"/>
                <a:gd name="connsiteY39-6100" fmla="*/ 700687 h 1160647"/>
                <a:gd name="connsiteX40-6101" fmla="*/ 460434 w 3079941"/>
                <a:gd name="connsiteY40-6102" fmla="*/ 687446 h 1160647"/>
                <a:gd name="connsiteX41-6103" fmla="*/ 461194 w 3079941"/>
                <a:gd name="connsiteY41-6104" fmla="*/ 687446 h 1160647"/>
                <a:gd name="connsiteX42-6105" fmla="*/ 466514 w 3079941"/>
                <a:gd name="connsiteY42-6106" fmla="*/ 687446 h 1160647"/>
                <a:gd name="connsiteX43-6107" fmla="*/ 466514 w 3079941"/>
                <a:gd name="connsiteY43-6108" fmla="*/ 686365 h 1160647"/>
                <a:gd name="connsiteX44-6109" fmla="*/ 466514 w 3079941"/>
                <a:gd name="connsiteY44-6110" fmla="*/ 678798 h 1160647"/>
                <a:gd name="connsiteX45-6111" fmla="*/ 468541 w 3079941"/>
                <a:gd name="connsiteY45-6112" fmla="*/ 678798 h 1160647"/>
                <a:gd name="connsiteX46-6113" fmla="*/ 482728 w 3079941"/>
                <a:gd name="connsiteY46-6114" fmla="*/ 678798 h 1160647"/>
                <a:gd name="connsiteX47-6115" fmla="*/ 482728 w 3079941"/>
                <a:gd name="connsiteY47-6116" fmla="*/ 679879 h 1160647"/>
                <a:gd name="connsiteX48-6117" fmla="*/ 482728 w 3079941"/>
                <a:gd name="connsiteY48-6118" fmla="*/ 687446 h 1160647"/>
                <a:gd name="connsiteX49-6119" fmla="*/ 505021 w 3079941"/>
                <a:gd name="connsiteY49-6120" fmla="*/ 687446 h 1160647"/>
                <a:gd name="connsiteX50-6121" fmla="*/ 505021 w 3079941"/>
                <a:gd name="connsiteY50-6122" fmla="*/ 685554 h 1160647"/>
                <a:gd name="connsiteX51-6123" fmla="*/ 505021 w 3079941"/>
                <a:gd name="connsiteY51-6124" fmla="*/ 672313 h 1160647"/>
                <a:gd name="connsiteX52-6125" fmla="*/ 506795 w 3079941"/>
                <a:gd name="connsiteY52-6126" fmla="*/ 672313 h 1160647"/>
                <a:gd name="connsiteX53-6127" fmla="*/ 519208 w 3079941"/>
                <a:gd name="connsiteY53-6128" fmla="*/ 672313 h 1160647"/>
                <a:gd name="connsiteX54-6129" fmla="*/ 519208 w 3079941"/>
                <a:gd name="connsiteY54-6130" fmla="*/ 696093 h 1160647"/>
                <a:gd name="connsiteX55-6131" fmla="*/ 520222 w 3079941"/>
                <a:gd name="connsiteY55-6132" fmla="*/ 696093 h 1160647"/>
                <a:gd name="connsiteX56-6133" fmla="*/ 527315 w 3079941"/>
                <a:gd name="connsiteY56-6134" fmla="*/ 696093 h 1160647"/>
                <a:gd name="connsiteX57-6135" fmla="*/ 527315 w 3079941"/>
                <a:gd name="connsiteY57-6136" fmla="*/ 695012 h 1160647"/>
                <a:gd name="connsiteX58-6137" fmla="*/ 527315 w 3079941"/>
                <a:gd name="connsiteY58-6138" fmla="*/ 687446 h 1160647"/>
                <a:gd name="connsiteX59-6139" fmla="*/ 529088 w 3079941"/>
                <a:gd name="connsiteY59-6140" fmla="*/ 687446 h 1160647"/>
                <a:gd name="connsiteX60-6141" fmla="*/ 541502 w 3079941"/>
                <a:gd name="connsiteY60-6142" fmla="*/ 687446 h 1160647"/>
                <a:gd name="connsiteX61-6143" fmla="*/ 541502 w 3079941"/>
                <a:gd name="connsiteY61-6144" fmla="*/ 713387 h 1160647"/>
                <a:gd name="connsiteX62-6145" fmla="*/ 543529 w 3079941"/>
                <a:gd name="connsiteY62-6146" fmla="*/ 713387 h 1160647"/>
                <a:gd name="connsiteX63-6147" fmla="*/ 557715 w 3079941"/>
                <a:gd name="connsiteY63-6148" fmla="*/ 713387 h 1160647"/>
                <a:gd name="connsiteX64-6149" fmla="*/ 557715 w 3079941"/>
                <a:gd name="connsiteY64-6150" fmla="*/ 715008 h 1160647"/>
                <a:gd name="connsiteX65-6151" fmla="*/ 557715 w 3079941"/>
                <a:gd name="connsiteY65-6152" fmla="*/ 726358 h 1160647"/>
                <a:gd name="connsiteX66-6153" fmla="*/ 558475 w 3079941"/>
                <a:gd name="connsiteY66-6154" fmla="*/ 726358 h 1160647"/>
                <a:gd name="connsiteX67-6155" fmla="*/ 563796 w 3079941"/>
                <a:gd name="connsiteY67-6156" fmla="*/ 726358 h 1160647"/>
                <a:gd name="connsiteX68-6157" fmla="*/ 563796 w 3079941"/>
                <a:gd name="connsiteY68-6158" fmla="*/ 725547 h 1160647"/>
                <a:gd name="connsiteX69-6159" fmla="*/ 563796 w 3079941"/>
                <a:gd name="connsiteY69-6160" fmla="*/ 719872 h 1160647"/>
                <a:gd name="connsiteX70-6161" fmla="*/ 594196 w 3079941"/>
                <a:gd name="connsiteY70-6162" fmla="*/ 719872 h 1160647"/>
                <a:gd name="connsiteX71-6163" fmla="*/ 594196 w 3079941"/>
                <a:gd name="connsiteY71-6164" fmla="*/ 743652 h 1160647"/>
                <a:gd name="connsiteX72-6165" fmla="*/ 595209 w 3079941"/>
                <a:gd name="connsiteY72-6166" fmla="*/ 743652 h 1160647"/>
                <a:gd name="connsiteX73-6167" fmla="*/ 602303 w 3079941"/>
                <a:gd name="connsiteY73-6168" fmla="*/ 743652 h 1160647"/>
                <a:gd name="connsiteX74-6169" fmla="*/ 602303 w 3079941"/>
                <a:gd name="connsiteY74-6170" fmla="*/ 744733 h 1160647"/>
                <a:gd name="connsiteX75-6171" fmla="*/ 602303 w 3079941"/>
                <a:gd name="connsiteY75-6172" fmla="*/ 752299 h 1160647"/>
                <a:gd name="connsiteX76-6173" fmla="*/ 603063 w 3079941"/>
                <a:gd name="connsiteY76-6174" fmla="*/ 752299 h 1160647"/>
                <a:gd name="connsiteX77-6175" fmla="*/ 608383 w 3079941"/>
                <a:gd name="connsiteY77-6176" fmla="*/ 752299 h 1160647"/>
                <a:gd name="connsiteX78-6177" fmla="*/ 608383 w 3079941"/>
                <a:gd name="connsiteY78-6178" fmla="*/ 750137 h 1160647"/>
                <a:gd name="connsiteX79-6179" fmla="*/ 608383 w 3079941"/>
                <a:gd name="connsiteY79-6180" fmla="*/ 735005 h 1160647"/>
                <a:gd name="connsiteX80-6181" fmla="*/ 609396 w 3079941"/>
                <a:gd name="connsiteY80-6182" fmla="*/ 735005 h 1160647"/>
                <a:gd name="connsiteX81-6183" fmla="*/ 616490 w 3079941"/>
                <a:gd name="connsiteY81-6184" fmla="*/ 735005 h 1160647"/>
                <a:gd name="connsiteX82-6185" fmla="*/ 616490 w 3079941"/>
                <a:gd name="connsiteY82-6186" fmla="*/ 736086 h 1160647"/>
                <a:gd name="connsiteX83-6187" fmla="*/ 616490 w 3079941"/>
                <a:gd name="connsiteY83-6188" fmla="*/ 743652 h 1160647"/>
                <a:gd name="connsiteX84-6189" fmla="*/ 621810 w 3079941"/>
                <a:gd name="connsiteY84-6190" fmla="*/ 741659 h 1160647"/>
                <a:gd name="connsiteX85-6191" fmla="*/ 622570 w 3079941"/>
                <a:gd name="connsiteY85-6192" fmla="*/ 740679 h 1160647"/>
                <a:gd name="connsiteX86-6193" fmla="*/ 622570 w 3079941"/>
                <a:gd name="connsiteY86-6194" fmla="*/ 735005 h 1160647"/>
                <a:gd name="connsiteX87-6195" fmla="*/ 661077 w 3079941"/>
                <a:gd name="connsiteY87-6196" fmla="*/ 735005 h 1160647"/>
                <a:gd name="connsiteX88-6197" fmla="*/ 661077 w 3079941"/>
                <a:gd name="connsiteY88-6198" fmla="*/ 758784 h 1160647"/>
                <a:gd name="connsiteX89-6199" fmla="*/ 663103 w 3079941"/>
                <a:gd name="connsiteY89-6200" fmla="*/ 758784 h 1160647"/>
                <a:gd name="connsiteX90-6201" fmla="*/ 677290 w 3079941"/>
                <a:gd name="connsiteY90-6202" fmla="*/ 758784 h 1160647"/>
                <a:gd name="connsiteX91-6203" fmla="*/ 677290 w 3079941"/>
                <a:gd name="connsiteY91-6204" fmla="*/ 759865 h 1160647"/>
                <a:gd name="connsiteX92-6205" fmla="*/ 677290 w 3079941"/>
                <a:gd name="connsiteY92-6206" fmla="*/ 767431 h 1160647"/>
                <a:gd name="connsiteX93-6207" fmla="*/ 679064 w 3079941"/>
                <a:gd name="connsiteY93-6208" fmla="*/ 767431 h 1160647"/>
                <a:gd name="connsiteX94-6209" fmla="*/ 691477 w 3079941"/>
                <a:gd name="connsiteY94-6210" fmla="*/ 767431 h 1160647"/>
                <a:gd name="connsiteX95-6211" fmla="*/ 691477 w 3079941"/>
                <a:gd name="connsiteY95-6212" fmla="*/ 743652 h 1160647"/>
                <a:gd name="connsiteX96-6213" fmla="*/ 692490 w 3079941"/>
                <a:gd name="connsiteY96-6214" fmla="*/ 743652 h 1160647"/>
                <a:gd name="connsiteX97-6215" fmla="*/ 699584 w 3079941"/>
                <a:gd name="connsiteY97-6216" fmla="*/ 743652 h 1160647"/>
                <a:gd name="connsiteX98-6217" fmla="*/ 699584 w 3079941"/>
                <a:gd name="connsiteY98-6218" fmla="*/ 711225 h 1160647"/>
                <a:gd name="connsiteX99-6219" fmla="*/ 700597 w 3079941"/>
                <a:gd name="connsiteY99-6220" fmla="*/ 711225 h 1160647"/>
                <a:gd name="connsiteX100-6221" fmla="*/ 707691 w 3079941"/>
                <a:gd name="connsiteY100-6222" fmla="*/ 711225 h 1160647"/>
                <a:gd name="connsiteX101-6223" fmla="*/ 707691 w 3079941"/>
                <a:gd name="connsiteY101-6224" fmla="*/ 709334 h 1160647"/>
                <a:gd name="connsiteX102-6225" fmla="*/ 707691 w 3079941"/>
                <a:gd name="connsiteY102-6226" fmla="*/ 696093 h 1160647"/>
                <a:gd name="connsiteX103-6227" fmla="*/ 706424 w 3079941"/>
                <a:gd name="connsiteY103-6228" fmla="*/ 694471 h 1160647"/>
                <a:gd name="connsiteX104-6229" fmla="*/ 711744 w 3079941"/>
                <a:gd name="connsiteY104-6230" fmla="*/ 683122 h 1160647"/>
                <a:gd name="connsiteX105-6231" fmla="*/ 719851 w 3079941"/>
                <a:gd name="connsiteY105-6232" fmla="*/ 711225 h 1160647"/>
                <a:gd name="connsiteX106-6233" fmla="*/ 720611 w 3079941"/>
                <a:gd name="connsiteY106-6234" fmla="*/ 711225 h 1160647"/>
                <a:gd name="connsiteX107-6235" fmla="*/ 725931 w 3079941"/>
                <a:gd name="connsiteY107-6236" fmla="*/ 711225 h 1160647"/>
                <a:gd name="connsiteX108-6237" fmla="*/ 725931 w 3079941"/>
                <a:gd name="connsiteY108-6238" fmla="*/ 605298 h 1160647"/>
                <a:gd name="connsiteX109-6239" fmla="*/ 727451 w 3079941"/>
                <a:gd name="connsiteY109-6240" fmla="*/ 605298 h 1160647"/>
                <a:gd name="connsiteX110-6241" fmla="*/ 738091 w 3079941"/>
                <a:gd name="connsiteY110-6242" fmla="*/ 605298 h 1160647"/>
                <a:gd name="connsiteX111-6243" fmla="*/ 738091 w 3079941"/>
                <a:gd name="connsiteY111-6244" fmla="*/ 557739 h 1160647"/>
                <a:gd name="connsiteX112-6245" fmla="*/ 764438 w 3079941"/>
                <a:gd name="connsiteY112-6246" fmla="*/ 557739 h 1160647"/>
                <a:gd name="connsiteX113-6247" fmla="*/ 764438 w 3079941"/>
                <a:gd name="connsiteY113-6248" fmla="*/ 536121 h 1160647"/>
                <a:gd name="connsiteX114-6249" fmla="*/ 798892 w 3079941"/>
                <a:gd name="connsiteY114-6250" fmla="*/ 536121 h 1160647"/>
                <a:gd name="connsiteX115-6251" fmla="*/ 798892 w 3079941"/>
                <a:gd name="connsiteY115-6252" fmla="*/ 538553 h 1160647"/>
                <a:gd name="connsiteX116-6253" fmla="*/ 798892 w 3079941"/>
                <a:gd name="connsiteY116-6254" fmla="*/ 555577 h 1160647"/>
                <a:gd name="connsiteX117-6255" fmla="*/ 801172 w 3079941"/>
                <a:gd name="connsiteY117-6256" fmla="*/ 555577 h 1160647"/>
                <a:gd name="connsiteX118-6257" fmla="*/ 817132 w 3079941"/>
                <a:gd name="connsiteY118-6258" fmla="*/ 555577 h 1160647"/>
                <a:gd name="connsiteX119-6259" fmla="*/ 817132 w 3079941"/>
                <a:gd name="connsiteY119-6260" fmla="*/ 603136 h 1160647"/>
                <a:gd name="connsiteX120-6261" fmla="*/ 818145 w 3079941"/>
                <a:gd name="connsiteY120-6262" fmla="*/ 603136 h 1160647"/>
                <a:gd name="connsiteX121-6263" fmla="*/ 825239 w 3079941"/>
                <a:gd name="connsiteY121-6264" fmla="*/ 603136 h 1160647"/>
                <a:gd name="connsiteX122-6265" fmla="*/ 839426 w 3079941"/>
                <a:gd name="connsiteY122-6266" fmla="*/ 607460 h 1160647"/>
                <a:gd name="connsiteX123-6267" fmla="*/ 839426 w 3079941"/>
                <a:gd name="connsiteY123-6268" fmla="*/ 646372 h 1160647"/>
                <a:gd name="connsiteX124-6269" fmla="*/ 840439 w 3079941"/>
                <a:gd name="connsiteY124-6270" fmla="*/ 646372 h 1160647"/>
                <a:gd name="connsiteX125-6271" fmla="*/ 847532 w 3079941"/>
                <a:gd name="connsiteY125-6272" fmla="*/ 646372 h 1160647"/>
                <a:gd name="connsiteX126-6273" fmla="*/ 847532 w 3079941"/>
                <a:gd name="connsiteY126-6274" fmla="*/ 647993 h 1160647"/>
                <a:gd name="connsiteX127-6275" fmla="*/ 847532 w 3079941"/>
                <a:gd name="connsiteY127-6276" fmla="*/ 659342 h 1160647"/>
                <a:gd name="connsiteX128-6277" fmla="*/ 849559 w 3079941"/>
                <a:gd name="connsiteY128-6278" fmla="*/ 659342 h 1160647"/>
                <a:gd name="connsiteX129-6279" fmla="*/ 863746 w 3079941"/>
                <a:gd name="connsiteY129-6280" fmla="*/ 659342 h 1160647"/>
                <a:gd name="connsiteX130-6281" fmla="*/ 869826 w 3079941"/>
                <a:gd name="connsiteY130-6282" fmla="*/ 665828 h 1160647"/>
                <a:gd name="connsiteX131-6283" fmla="*/ 869826 w 3079941"/>
                <a:gd name="connsiteY131-6284" fmla="*/ 687446 h 1160647"/>
                <a:gd name="connsiteX132-6285" fmla="*/ 872106 w 3079941"/>
                <a:gd name="connsiteY132-6286" fmla="*/ 687446 h 1160647"/>
                <a:gd name="connsiteX133-6287" fmla="*/ 888066 w 3079941"/>
                <a:gd name="connsiteY133-6288" fmla="*/ 687446 h 1160647"/>
                <a:gd name="connsiteX134-6289" fmla="*/ 888066 w 3079941"/>
                <a:gd name="connsiteY134-6290" fmla="*/ 688526 h 1160647"/>
                <a:gd name="connsiteX135-6291" fmla="*/ 888066 w 3079941"/>
                <a:gd name="connsiteY135-6292" fmla="*/ 696093 h 1160647"/>
                <a:gd name="connsiteX136-6293" fmla="*/ 889333 w 3079941"/>
                <a:gd name="connsiteY136-6294" fmla="*/ 696093 h 1160647"/>
                <a:gd name="connsiteX137-6295" fmla="*/ 898200 w 3079941"/>
                <a:gd name="connsiteY137-6296" fmla="*/ 696093 h 1160647"/>
                <a:gd name="connsiteX138-6297" fmla="*/ 898200 w 3079941"/>
                <a:gd name="connsiteY138-6298" fmla="*/ 698254 h 1160647"/>
                <a:gd name="connsiteX139-6299" fmla="*/ 898200 w 3079941"/>
                <a:gd name="connsiteY139-6300" fmla="*/ 713387 h 1160647"/>
                <a:gd name="connsiteX140-6301" fmla="*/ 902253 w 3079941"/>
                <a:gd name="connsiteY140-6302" fmla="*/ 711495 h 1160647"/>
                <a:gd name="connsiteX141-6303" fmla="*/ 902253 w 3079941"/>
                <a:gd name="connsiteY141-6304" fmla="*/ 698254 h 1160647"/>
                <a:gd name="connsiteX142-6305" fmla="*/ 903266 w 3079941"/>
                <a:gd name="connsiteY142-6306" fmla="*/ 698254 h 1160647"/>
                <a:gd name="connsiteX143-6307" fmla="*/ 910360 w 3079941"/>
                <a:gd name="connsiteY143-6308" fmla="*/ 698254 h 1160647"/>
                <a:gd name="connsiteX144-6309" fmla="*/ 910360 w 3079941"/>
                <a:gd name="connsiteY144-6310" fmla="*/ 699876 h 1160647"/>
                <a:gd name="connsiteX145-6311" fmla="*/ 910360 w 3079941"/>
                <a:gd name="connsiteY145-6312" fmla="*/ 711225 h 1160647"/>
                <a:gd name="connsiteX146-6313" fmla="*/ 911120 w 3079941"/>
                <a:gd name="connsiteY146-6314" fmla="*/ 711225 h 1160647"/>
                <a:gd name="connsiteX147-6315" fmla="*/ 916440 w 3079941"/>
                <a:gd name="connsiteY147-6316" fmla="*/ 711225 h 1160647"/>
                <a:gd name="connsiteX148-6317" fmla="*/ 965080 w 3079941"/>
                <a:gd name="connsiteY148-6318" fmla="*/ 706902 h 1160647"/>
                <a:gd name="connsiteX149-6319" fmla="*/ 965080 w 3079941"/>
                <a:gd name="connsiteY149-6320" fmla="*/ 708253 h 1160647"/>
                <a:gd name="connsiteX150-6321" fmla="*/ 965080 w 3079941"/>
                <a:gd name="connsiteY150-6322" fmla="*/ 717710 h 1160647"/>
                <a:gd name="connsiteX151-6323" fmla="*/ 965840 w 3079941"/>
                <a:gd name="connsiteY151-6324" fmla="*/ 717710 h 1160647"/>
                <a:gd name="connsiteX152-6325" fmla="*/ 971161 w 3079941"/>
                <a:gd name="connsiteY152-6326" fmla="*/ 717710 h 1160647"/>
                <a:gd name="connsiteX153-6327" fmla="*/ 971161 w 3079941"/>
                <a:gd name="connsiteY153-6328" fmla="*/ 719872 h 1160647"/>
                <a:gd name="connsiteX154-6329" fmla="*/ 971161 w 3079941"/>
                <a:gd name="connsiteY154-6330" fmla="*/ 735005 h 1160647"/>
                <a:gd name="connsiteX155-6331" fmla="*/ 973187 w 3079941"/>
                <a:gd name="connsiteY155-6332" fmla="*/ 733654 h 1160647"/>
                <a:gd name="connsiteX156-6333" fmla="*/ 987374 w 3079941"/>
                <a:gd name="connsiteY156-6334" fmla="*/ 724196 h 1160647"/>
                <a:gd name="connsiteX157-6335" fmla="*/ 993454 w 3079941"/>
                <a:gd name="connsiteY157-6336" fmla="*/ 683122 h 1160647"/>
                <a:gd name="connsiteX158-6337" fmla="*/ 994214 w 3079941"/>
                <a:gd name="connsiteY158-6338" fmla="*/ 682852 h 1160647"/>
                <a:gd name="connsiteX159-6339" fmla="*/ 999534 w 3079941"/>
                <a:gd name="connsiteY159-6340" fmla="*/ 680960 h 1160647"/>
                <a:gd name="connsiteX160-6341" fmla="*/ 1001561 w 3079941"/>
                <a:gd name="connsiteY160-6342" fmla="*/ 611783 h 1160647"/>
                <a:gd name="connsiteX161-6343" fmla="*/ 1003588 w 3079941"/>
                <a:gd name="connsiteY161-6344" fmla="*/ 680960 h 1160647"/>
                <a:gd name="connsiteX162-6345" fmla="*/ 1004348 w 3079941"/>
                <a:gd name="connsiteY162-6346" fmla="*/ 681230 h 1160647"/>
                <a:gd name="connsiteX163-6347" fmla="*/ 1009668 w 3079941"/>
                <a:gd name="connsiteY163-6348" fmla="*/ 683122 h 1160647"/>
                <a:gd name="connsiteX164-6349" fmla="*/ 1009668 w 3079941"/>
                <a:gd name="connsiteY164-6350" fmla="*/ 596651 h 1160647"/>
                <a:gd name="connsiteX165-6351" fmla="*/ 1013721 w 3079941"/>
                <a:gd name="connsiteY165-6352" fmla="*/ 564224 h 1160647"/>
                <a:gd name="connsiteX166-6353" fmla="*/ 1052228 w 3079941"/>
                <a:gd name="connsiteY166-6354" fmla="*/ 564224 h 1160647"/>
                <a:gd name="connsiteX167-6355" fmla="*/ 1052228 w 3079941"/>
                <a:gd name="connsiteY167-6356" fmla="*/ 596651 h 1160647"/>
                <a:gd name="connsiteX168-6357" fmla="*/ 1052988 w 3079941"/>
                <a:gd name="connsiteY168-6358" fmla="*/ 596651 h 1160647"/>
                <a:gd name="connsiteX169-6359" fmla="*/ 1058308 w 3079941"/>
                <a:gd name="connsiteY169-6360" fmla="*/ 596651 h 1160647"/>
                <a:gd name="connsiteX170-6361" fmla="*/ 1058308 w 3079941"/>
                <a:gd name="connsiteY170-6362" fmla="*/ 514503 h 1160647"/>
                <a:gd name="connsiteX171-6363" fmla="*/ 1060082 w 3079941"/>
                <a:gd name="connsiteY171-6364" fmla="*/ 514503 h 1160647"/>
                <a:gd name="connsiteX172-6365" fmla="*/ 1072495 w 3079941"/>
                <a:gd name="connsiteY172-6366" fmla="*/ 514503 h 1160647"/>
                <a:gd name="connsiteX173-6367" fmla="*/ 1072495 w 3079941"/>
                <a:gd name="connsiteY173-6368" fmla="*/ 512612 h 1160647"/>
                <a:gd name="connsiteX174-6369" fmla="*/ 1072495 w 3079941"/>
                <a:gd name="connsiteY174-6370" fmla="*/ 499371 h 1160647"/>
                <a:gd name="connsiteX175-6371" fmla="*/ 1094789 w 3079941"/>
                <a:gd name="connsiteY175-6372" fmla="*/ 499371 h 1160647"/>
                <a:gd name="connsiteX176-6373" fmla="*/ 1094789 w 3079941"/>
                <a:gd name="connsiteY176-6374" fmla="*/ 498290 h 1160647"/>
                <a:gd name="connsiteX177-6375" fmla="*/ 1094789 w 3079941"/>
                <a:gd name="connsiteY177-6376" fmla="*/ 490724 h 1160647"/>
                <a:gd name="connsiteX178-6377" fmla="*/ 1096562 w 3079941"/>
                <a:gd name="connsiteY178-6378" fmla="*/ 490724 h 1160647"/>
                <a:gd name="connsiteX179-6379" fmla="*/ 1108976 w 3079941"/>
                <a:gd name="connsiteY179-6380" fmla="*/ 490724 h 1160647"/>
                <a:gd name="connsiteX180-6381" fmla="*/ 1108976 w 3079941"/>
                <a:gd name="connsiteY180-6382" fmla="*/ 491805 h 1160647"/>
                <a:gd name="connsiteX181-6383" fmla="*/ 1108976 w 3079941"/>
                <a:gd name="connsiteY181-6384" fmla="*/ 499371 h 1160647"/>
                <a:gd name="connsiteX182-6385" fmla="*/ 1109736 w 3079941"/>
                <a:gd name="connsiteY182-6386" fmla="*/ 499371 h 1160647"/>
                <a:gd name="connsiteX183-6387" fmla="*/ 1115056 w 3079941"/>
                <a:gd name="connsiteY183-6388" fmla="*/ 499371 h 1160647"/>
                <a:gd name="connsiteX184-6389" fmla="*/ 1125189 w 3079941"/>
                <a:gd name="connsiteY184-6390" fmla="*/ 495047 h 1160647"/>
                <a:gd name="connsiteX185-6391" fmla="*/ 1129242 w 3079941"/>
                <a:gd name="connsiteY185-6392" fmla="*/ 498290 h 1160647"/>
                <a:gd name="connsiteX186-6393" fmla="*/ 1129242 w 3079941"/>
                <a:gd name="connsiteY186-6394" fmla="*/ 490724 h 1160647"/>
                <a:gd name="connsiteX187-6395" fmla="*/ 1131522 w 3079941"/>
                <a:gd name="connsiteY187-6396" fmla="*/ 490724 h 1160647"/>
                <a:gd name="connsiteX188-6397" fmla="*/ 1147483 w 3079941"/>
                <a:gd name="connsiteY188-6398" fmla="*/ 490724 h 1160647"/>
                <a:gd name="connsiteX189-6399" fmla="*/ 1147483 w 3079941"/>
                <a:gd name="connsiteY189-6400" fmla="*/ 491805 h 1160647"/>
                <a:gd name="connsiteX190-6401" fmla="*/ 1147483 w 3079941"/>
                <a:gd name="connsiteY190-6402" fmla="*/ 499371 h 1160647"/>
                <a:gd name="connsiteX191-6403" fmla="*/ 1177883 w 3079941"/>
                <a:gd name="connsiteY191-6404" fmla="*/ 499371 h 1160647"/>
                <a:gd name="connsiteX192-6405" fmla="*/ 1177883 w 3079941"/>
                <a:gd name="connsiteY192-6406" fmla="*/ 500992 h 1160647"/>
                <a:gd name="connsiteX193-6407" fmla="*/ 1177883 w 3079941"/>
                <a:gd name="connsiteY193-6408" fmla="*/ 512342 h 1160647"/>
                <a:gd name="connsiteX194-6409" fmla="*/ 1204230 w 3079941"/>
                <a:gd name="connsiteY194-6410" fmla="*/ 512342 h 1160647"/>
                <a:gd name="connsiteX195-6411" fmla="*/ 1204230 w 3079941"/>
                <a:gd name="connsiteY195-6412" fmla="*/ 542606 h 1160647"/>
                <a:gd name="connsiteX196-6413" fmla="*/ 1204990 w 3079941"/>
                <a:gd name="connsiteY196-6414" fmla="*/ 542606 h 1160647"/>
                <a:gd name="connsiteX197-6415" fmla="*/ 1210310 w 3079941"/>
                <a:gd name="connsiteY197-6416" fmla="*/ 542606 h 1160647"/>
                <a:gd name="connsiteX198-6417" fmla="*/ 1210310 w 3079941"/>
                <a:gd name="connsiteY198-6418" fmla="*/ 543687 h 1160647"/>
                <a:gd name="connsiteX199-6419" fmla="*/ 1210310 w 3079941"/>
                <a:gd name="connsiteY199-6420" fmla="*/ 551254 h 1160647"/>
                <a:gd name="connsiteX200-6421" fmla="*/ 1214364 w 3079941"/>
                <a:gd name="connsiteY200-6422" fmla="*/ 581518 h 1160647"/>
                <a:gd name="connsiteX201-6423" fmla="*/ 1215124 w 3079941"/>
                <a:gd name="connsiteY201-6424" fmla="*/ 581518 h 1160647"/>
                <a:gd name="connsiteX202-6425" fmla="*/ 1220444 w 3079941"/>
                <a:gd name="connsiteY202-6426" fmla="*/ 581518 h 1160647"/>
                <a:gd name="connsiteX203-6427" fmla="*/ 1220444 w 3079941"/>
                <a:gd name="connsiteY203-6428" fmla="*/ 582329 h 1160647"/>
                <a:gd name="connsiteX204-6429" fmla="*/ 1220444 w 3079941"/>
                <a:gd name="connsiteY204-6430" fmla="*/ 588004 h 1160647"/>
                <a:gd name="connsiteX205-6431" fmla="*/ 1221457 w 3079941"/>
                <a:gd name="connsiteY205-6432" fmla="*/ 588004 h 1160647"/>
                <a:gd name="connsiteX206-6433" fmla="*/ 1228550 w 3079941"/>
                <a:gd name="connsiteY206-6434" fmla="*/ 588004 h 1160647"/>
                <a:gd name="connsiteX207-6435" fmla="*/ 1228550 w 3079941"/>
                <a:gd name="connsiteY207-6436" fmla="*/ 618269 h 1160647"/>
                <a:gd name="connsiteX208-6437" fmla="*/ 1230577 w 3079941"/>
                <a:gd name="connsiteY208-6438" fmla="*/ 618269 h 1160647"/>
                <a:gd name="connsiteX209-6439" fmla="*/ 1244764 w 3079941"/>
                <a:gd name="connsiteY209-6440" fmla="*/ 618269 h 1160647"/>
                <a:gd name="connsiteX210-6441" fmla="*/ 1244764 w 3079941"/>
                <a:gd name="connsiteY210-6442" fmla="*/ 642048 h 1160647"/>
                <a:gd name="connsiteX211-6443" fmla="*/ 1246791 w 3079941"/>
                <a:gd name="connsiteY211-6444" fmla="*/ 643669 h 1160647"/>
                <a:gd name="connsiteX212-6445" fmla="*/ 1246791 w 3079941"/>
                <a:gd name="connsiteY212-6446" fmla="*/ 655019 h 1160647"/>
                <a:gd name="connsiteX213-6447" fmla="*/ 1247551 w 3079941"/>
                <a:gd name="connsiteY213-6448" fmla="*/ 655019 h 1160647"/>
                <a:gd name="connsiteX214-6449" fmla="*/ 1252871 w 3079941"/>
                <a:gd name="connsiteY214-6450" fmla="*/ 655019 h 1160647"/>
                <a:gd name="connsiteX215-6451" fmla="*/ 1252871 w 3079941"/>
                <a:gd name="connsiteY215-6452" fmla="*/ 678798 h 1160647"/>
                <a:gd name="connsiteX216-6453" fmla="*/ 1254137 w 3079941"/>
                <a:gd name="connsiteY216-6454" fmla="*/ 678798 h 1160647"/>
                <a:gd name="connsiteX217-6455" fmla="*/ 1263004 w 3079941"/>
                <a:gd name="connsiteY217-6456" fmla="*/ 678798 h 1160647"/>
                <a:gd name="connsiteX218-6457" fmla="*/ 1265031 w 3079941"/>
                <a:gd name="connsiteY218-6458" fmla="*/ 682852 h 1160647"/>
                <a:gd name="connsiteX219-6459" fmla="*/ 1265031 w 3079941"/>
                <a:gd name="connsiteY219-6460" fmla="*/ 696093 h 1160647"/>
                <a:gd name="connsiteX220-6461" fmla="*/ 1266551 w 3079941"/>
                <a:gd name="connsiteY220-6462" fmla="*/ 694201 h 1160647"/>
                <a:gd name="connsiteX221-6463" fmla="*/ 1277191 w 3079941"/>
                <a:gd name="connsiteY221-6464" fmla="*/ 680960 h 1160647"/>
                <a:gd name="connsiteX222-6465" fmla="*/ 1305565 w 3079941"/>
                <a:gd name="connsiteY222-6466" fmla="*/ 680960 h 1160647"/>
                <a:gd name="connsiteX223-6467" fmla="*/ 1305565 w 3079941"/>
                <a:gd name="connsiteY223-6468" fmla="*/ 767431 h 1160647"/>
                <a:gd name="connsiteX224-6469" fmla="*/ 1306325 w 3079941"/>
                <a:gd name="connsiteY224-6470" fmla="*/ 767431 h 1160647"/>
                <a:gd name="connsiteX225-6471" fmla="*/ 1311645 w 3079941"/>
                <a:gd name="connsiteY225-6472" fmla="*/ 767431 h 1160647"/>
                <a:gd name="connsiteX226-6473" fmla="*/ 1312405 w 3079941"/>
                <a:gd name="connsiteY226-6474" fmla="*/ 766080 h 1160647"/>
                <a:gd name="connsiteX227-6475" fmla="*/ 1317725 w 3079941"/>
                <a:gd name="connsiteY227-6476" fmla="*/ 756622 h 1160647"/>
                <a:gd name="connsiteX228-6477" fmla="*/ 1317725 w 3079941"/>
                <a:gd name="connsiteY228-6478" fmla="*/ 758514 h 1160647"/>
                <a:gd name="connsiteX229-6479" fmla="*/ 1317725 w 3079941"/>
                <a:gd name="connsiteY229-6480" fmla="*/ 771755 h 1160647"/>
                <a:gd name="connsiteX230-6481" fmla="*/ 1321778 w 3079941"/>
                <a:gd name="connsiteY230-6482" fmla="*/ 726358 h 1160647"/>
                <a:gd name="connsiteX231-6483" fmla="*/ 1322538 w 3079941"/>
                <a:gd name="connsiteY231-6484" fmla="*/ 726358 h 1160647"/>
                <a:gd name="connsiteX232-6485" fmla="*/ 1327858 w 3079941"/>
                <a:gd name="connsiteY232-6486" fmla="*/ 726358 h 1160647"/>
                <a:gd name="connsiteX233-6487" fmla="*/ 1327858 w 3079941"/>
                <a:gd name="connsiteY233-6488" fmla="*/ 661504 h 1160647"/>
                <a:gd name="connsiteX234-6489" fmla="*/ 1328872 w 3079941"/>
                <a:gd name="connsiteY234-6490" fmla="*/ 661504 h 1160647"/>
                <a:gd name="connsiteX235-6491" fmla="*/ 1335965 w 3079941"/>
                <a:gd name="connsiteY235-6492" fmla="*/ 661504 h 1160647"/>
                <a:gd name="connsiteX236-6493" fmla="*/ 1348125 w 3079941"/>
                <a:gd name="connsiteY236-6494" fmla="*/ 618269 h 1160647"/>
                <a:gd name="connsiteX237-6495" fmla="*/ 1349392 w 3079941"/>
                <a:gd name="connsiteY237-6496" fmla="*/ 618269 h 1160647"/>
                <a:gd name="connsiteX238-6497" fmla="*/ 1358259 w 3079941"/>
                <a:gd name="connsiteY238-6498" fmla="*/ 618269 h 1160647"/>
                <a:gd name="connsiteX239-6499" fmla="*/ 1368392 w 3079941"/>
                <a:gd name="connsiteY239-6500" fmla="*/ 661504 h 1160647"/>
                <a:gd name="connsiteX240-6501" fmla="*/ 1369405 w 3079941"/>
                <a:gd name="connsiteY240-6502" fmla="*/ 661504 h 1160647"/>
                <a:gd name="connsiteX241-6503" fmla="*/ 1376499 w 3079941"/>
                <a:gd name="connsiteY241-6504" fmla="*/ 661504 h 1160647"/>
                <a:gd name="connsiteX242-6505" fmla="*/ 1376499 w 3079941"/>
                <a:gd name="connsiteY242-6506" fmla="*/ 700416 h 1160647"/>
                <a:gd name="connsiteX243-6507" fmla="*/ 1378272 w 3079941"/>
                <a:gd name="connsiteY243-6508" fmla="*/ 700416 h 1160647"/>
                <a:gd name="connsiteX244-6509" fmla="*/ 1390686 w 3079941"/>
                <a:gd name="connsiteY244-6510" fmla="*/ 700416 h 1160647"/>
                <a:gd name="connsiteX245-6511" fmla="*/ 1390686 w 3079941"/>
                <a:gd name="connsiteY245-6512" fmla="*/ 702578 h 1160647"/>
                <a:gd name="connsiteX246-6513" fmla="*/ 1390686 w 3079941"/>
                <a:gd name="connsiteY246-6514" fmla="*/ 717710 h 1160647"/>
                <a:gd name="connsiteX247-6515" fmla="*/ 1394739 w 3079941"/>
                <a:gd name="connsiteY247-6516" fmla="*/ 715549 h 1160647"/>
                <a:gd name="connsiteX248-6517" fmla="*/ 1394739 w 3079941"/>
                <a:gd name="connsiteY248-6518" fmla="*/ 700416 h 1160647"/>
                <a:gd name="connsiteX249-6519" fmla="*/ 1396259 w 3079941"/>
                <a:gd name="connsiteY249-6520" fmla="*/ 700416 h 1160647"/>
                <a:gd name="connsiteX250-6521" fmla="*/ 1406899 w 3079941"/>
                <a:gd name="connsiteY250-6522" fmla="*/ 700416 h 1160647"/>
                <a:gd name="connsiteX251-6523" fmla="*/ 1406899 w 3079941"/>
                <a:gd name="connsiteY251-6524" fmla="*/ 702037 h 1160647"/>
                <a:gd name="connsiteX252-6525" fmla="*/ 1406899 w 3079941"/>
                <a:gd name="connsiteY252-6526" fmla="*/ 713387 h 1160647"/>
                <a:gd name="connsiteX253-6527" fmla="*/ 1437300 w 3079941"/>
                <a:gd name="connsiteY253-6528" fmla="*/ 713387 h 1160647"/>
                <a:gd name="connsiteX254-6529" fmla="*/ 1437300 w 3079941"/>
                <a:gd name="connsiteY254-6530" fmla="*/ 676637 h 1160647"/>
                <a:gd name="connsiteX255-6531" fmla="*/ 1438566 w 3079941"/>
                <a:gd name="connsiteY255-6532" fmla="*/ 676637 h 1160647"/>
                <a:gd name="connsiteX256-6533" fmla="*/ 1447433 w 3079941"/>
                <a:gd name="connsiteY256-6534" fmla="*/ 676637 h 1160647"/>
                <a:gd name="connsiteX257-6535" fmla="*/ 1447433 w 3079941"/>
                <a:gd name="connsiteY257-6536" fmla="*/ 698254 h 1160647"/>
                <a:gd name="connsiteX258-6537" fmla="*/ 1449460 w 3079941"/>
                <a:gd name="connsiteY258-6538" fmla="*/ 665828 h 1160647"/>
                <a:gd name="connsiteX259-6539" fmla="*/ 1471753 w 3079941"/>
                <a:gd name="connsiteY259-6540" fmla="*/ 665828 h 1160647"/>
                <a:gd name="connsiteX260-6541" fmla="*/ 1471753 w 3079941"/>
                <a:gd name="connsiteY260-6542" fmla="*/ 664206 h 1160647"/>
                <a:gd name="connsiteX261-6543" fmla="*/ 1471753 w 3079941"/>
                <a:gd name="connsiteY261-6544" fmla="*/ 652857 h 1160647"/>
                <a:gd name="connsiteX262-6545" fmla="*/ 1472513 w 3079941"/>
                <a:gd name="connsiteY262-6546" fmla="*/ 652857 h 1160647"/>
                <a:gd name="connsiteX263-6547" fmla="*/ 1477833 w 3079941"/>
                <a:gd name="connsiteY263-6548" fmla="*/ 652857 h 1160647"/>
                <a:gd name="connsiteX264-6549" fmla="*/ 1477833 w 3079941"/>
                <a:gd name="connsiteY264-6550" fmla="*/ 650966 h 1160647"/>
                <a:gd name="connsiteX265-6551" fmla="*/ 1477833 w 3079941"/>
                <a:gd name="connsiteY265-6552" fmla="*/ 637725 h 1160647"/>
                <a:gd name="connsiteX266-6553" fmla="*/ 1481887 w 3079941"/>
                <a:gd name="connsiteY266-6554" fmla="*/ 644210 h 1160647"/>
                <a:gd name="connsiteX267-6555" fmla="*/ 1484167 w 3079941"/>
                <a:gd name="connsiteY267-6556" fmla="*/ 644210 h 1160647"/>
                <a:gd name="connsiteX268-6557" fmla="*/ 1500127 w 3079941"/>
                <a:gd name="connsiteY268-6558" fmla="*/ 644210 h 1160647"/>
                <a:gd name="connsiteX269-6559" fmla="*/ 1500127 w 3079941"/>
                <a:gd name="connsiteY269-6560" fmla="*/ 643399 h 1160647"/>
                <a:gd name="connsiteX270-6561" fmla="*/ 1500127 w 3079941"/>
                <a:gd name="connsiteY270-6562" fmla="*/ 637725 h 1160647"/>
                <a:gd name="connsiteX271-6563" fmla="*/ 1500887 w 3079941"/>
                <a:gd name="connsiteY271-6564" fmla="*/ 637725 h 1160647"/>
                <a:gd name="connsiteX272-6565" fmla="*/ 1506207 w 3079941"/>
                <a:gd name="connsiteY272-6566" fmla="*/ 637725 h 1160647"/>
                <a:gd name="connsiteX273-6567" fmla="*/ 1506207 w 3079941"/>
                <a:gd name="connsiteY273-6568" fmla="*/ 639076 h 1160647"/>
                <a:gd name="connsiteX274-6569" fmla="*/ 1506207 w 3079941"/>
                <a:gd name="connsiteY274-6570" fmla="*/ 648534 h 1160647"/>
                <a:gd name="connsiteX275-6571" fmla="*/ 1544714 w 3079941"/>
                <a:gd name="connsiteY275-6572" fmla="*/ 648534 h 1160647"/>
                <a:gd name="connsiteX276-6573" fmla="*/ 1544714 w 3079941"/>
                <a:gd name="connsiteY276-6574" fmla="*/ 786887 h 1160647"/>
                <a:gd name="connsiteX277-6575" fmla="*/ 1546234 w 3079941"/>
                <a:gd name="connsiteY277-6576" fmla="*/ 786887 h 1160647"/>
                <a:gd name="connsiteX278-6577" fmla="*/ 1556874 w 3079941"/>
                <a:gd name="connsiteY278-6578" fmla="*/ 786887 h 1160647"/>
                <a:gd name="connsiteX279-6579" fmla="*/ 1556874 w 3079941"/>
                <a:gd name="connsiteY279-6580" fmla="*/ 773917 h 1160647"/>
                <a:gd name="connsiteX280-6581" fmla="*/ 1560928 w 3079941"/>
                <a:gd name="connsiteY280-6582" fmla="*/ 773917 h 1160647"/>
                <a:gd name="connsiteX281-6583" fmla="*/ 1560928 w 3079941"/>
                <a:gd name="connsiteY281-6584" fmla="*/ 786887 h 1160647"/>
                <a:gd name="connsiteX282-6585" fmla="*/ 1591328 w 3079941"/>
                <a:gd name="connsiteY282-6586" fmla="*/ 786887 h 1160647"/>
                <a:gd name="connsiteX283-6587" fmla="*/ 1591328 w 3079941"/>
                <a:gd name="connsiteY283-6588" fmla="*/ 756622 h 1160647"/>
                <a:gd name="connsiteX284-6589" fmla="*/ 1603488 w 3079941"/>
                <a:gd name="connsiteY284-6590" fmla="*/ 756622 h 1160647"/>
                <a:gd name="connsiteX285-6591" fmla="*/ 1615648 w 3079941"/>
                <a:gd name="connsiteY285-6592" fmla="*/ 754461 h 1160647"/>
                <a:gd name="connsiteX286-6593" fmla="*/ 1619702 w 3079941"/>
                <a:gd name="connsiteY286-6594" fmla="*/ 756622 h 1160647"/>
                <a:gd name="connsiteX287-6595" fmla="*/ 1629835 w 3079941"/>
                <a:gd name="connsiteY287-6596" fmla="*/ 756622 h 1160647"/>
                <a:gd name="connsiteX288-6597" fmla="*/ 1629835 w 3079941"/>
                <a:gd name="connsiteY288-6598" fmla="*/ 786887 h 1160647"/>
                <a:gd name="connsiteX289-6599" fmla="*/ 1637942 w 3079941"/>
                <a:gd name="connsiteY289-6600" fmla="*/ 786887 h 1160647"/>
                <a:gd name="connsiteX290-6601" fmla="*/ 1637942 w 3079941"/>
                <a:gd name="connsiteY290-6602" fmla="*/ 804182 h 1160647"/>
                <a:gd name="connsiteX291-6603" fmla="*/ 1647278 w 3079941"/>
                <a:gd name="connsiteY291-6604" fmla="*/ 805087 h 1160647"/>
                <a:gd name="connsiteX292-6605" fmla="*/ 1660236 w 3079941"/>
                <a:gd name="connsiteY292-6606" fmla="*/ 805087 h 1160647"/>
                <a:gd name="connsiteX293-6607" fmla="*/ 1660236 w 3079941"/>
                <a:gd name="connsiteY293-6608" fmla="*/ 789049 h 1160647"/>
                <a:gd name="connsiteX294-6609" fmla="*/ 1728192 w 3079941"/>
                <a:gd name="connsiteY294-6610" fmla="*/ 789049 h 1160647"/>
                <a:gd name="connsiteX295-6611" fmla="*/ 1728192 w 3079941"/>
                <a:gd name="connsiteY295-6612" fmla="*/ 703796 h 1160647"/>
                <a:gd name="connsiteX296-6613" fmla="*/ 1800200 w 3079941"/>
                <a:gd name="connsiteY296-6614" fmla="*/ 703796 h 1160647"/>
                <a:gd name="connsiteX297-6615" fmla="*/ 1800200 w 3079941"/>
                <a:gd name="connsiteY297-6616" fmla="*/ 782564 h 1160647"/>
                <a:gd name="connsiteX298-6617" fmla="*/ 1802104 w 3079941"/>
                <a:gd name="connsiteY298-6618" fmla="*/ 782564 h 1160647"/>
                <a:gd name="connsiteX299-6619" fmla="*/ 1803346 w 3079941"/>
                <a:gd name="connsiteY299-6620" fmla="*/ 805087 h 1160647"/>
                <a:gd name="connsiteX300-6621" fmla="*/ 1813022 w 3079941"/>
                <a:gd name="connsiteY300-6622" fmla="*/ 805087 h 1160647"/>
                <a:gd name="connsiteX301-6623" fmla="*/ 1814264 w 3079941"/>
                <a:gd name="connsiteY301-6624" fmla="*/ 782564 h 1160647"/>
                <a:gd name="connsiteX302-6625" fmla="*/ 1820344 w 3079941"/>
                <a:gd name="connsiteY302-6626" fmla="*/ 782564 h 1160647"/>
                <a:gd name="connsiteX303-6627" fmla="*/ 1821586 w 3079941"/>
                <a:gd name="connsiteY303-6628" fmla="*/ 805087 h 1160647"/>
                <a:gd name="connsiteX304-6629" fmla="*/ 1872208 w 3079941"/>
                <a:gd name="connsiteY304-6630" fmla="*/ 805087 h 1160647"/>
                <a:gd name="connsiteX305-6631" fmla="*/ 1872208 w 3079941"/>
                <a:gd name="connsiteY305-6632" fmla="*/ 642059 h 1160647"/>
                <a:gd name="connsiteX306-6633" fmla="*/ 2069535 w 3079941"/>
                <a:gd name="connsiteY306-6634" fmla="*/ 642059 h 1160647"/>
                <a:gd name="connsiteX307-6635" fmla="*/ 2069535 w 3079941"/>
                <a:gd name="connsiteY307-6636" fmla="*/ 805087 h 1160647"/>
                <a:gd name="connsiteX308-6637" fmla="*/ 2088232 w 3079941"/>
                <a:gd name="connsiteY308-6638" fmla="*/ 805087 h 1160647"/>
                <a:gd name="connsiteX309-6639" fmla="*/ 2088232 w 3079941"/>
                <a:gd name="connsiteY309-6640" fmla="*/ 722394 h 1160647"/>
                <a:gd name="connsiteX310-6641" fmla="*/ 2183352 w 3079941"/>
                <a:gd name="connsiteY310-6642" fmla="*/ 722394 h 1160647"/>
                <a:gd name="connsiteX311-6643" fmla="*/ 2195282 w 3079941"/>
                <a:gd name="connsiteY311-6644" fmla="*/ 404253 h 1160647"/>
                <a:gd name="connsiteX312-6645" fmla="*/ 2183122 w 3079941"/>
                <a:gd name="connsiteY312-6646" fmla="*/ 382635 h 1160647"/>
                <a:gd name="connsiteX313-6647" fmla="*/ 2177042 w 3079941"/>
                <a:gd name="connsiteY313-6648" fmla="*/ 378311 h 1160647"/>
                <a:gd name="connsiteX314-6649" fmla="*/ 2185149 w 3079941"/>
                <a:gd name="connsiteY314-6650" fmla="*/ 354532 h 1160647"/>
                <a:gd name="connsiteX315-6651" fmla="*/ 2185149 w 3079941"/>
                <a:gd name="connsiteY315-6652" fmla="*/ 337238 h 1160647"/>
                <a:gd name="connsiteX316-6653" fmla="*/ 2199336 w 3079941"/>
                <a:gd name="connsiteY316-6654" fmla="*/ 337238 h 1160647"/>
                <a:gd name="connsiteX317-6655" fmla="*/ 2199336 w 3079941"/>
                <a:gd name="connsiteY317-6656" fmla="*/ 315620 h 1160647"/>
                <a:gd name="connsiteX318-6657" fmla="*/ 2201362 w 3079941"/>
                <a:gd name="connsiteY318-6658" fmla="*/ 311296 h 1160647"/>
                <a:gd name="connsiteX319-6659" fmla="*/ 2201362 w 3079941"/>
                <a:gd name="connsiteY319-6660" fmla="*/ 233472 h 1160647"/>
                <a:gd name="connsiteX320-6661" fmla="*/ 2199336 w 3079941"/>
                <a:gd name="connsiteY320-6662" fmla="*/ 226987 h 1160647"/>
                <a:gd name="connsiteX321-6663" fmla="*/ 2205416 w 3079941"/>
                <a:gd name="connsiteY321-6664" fmla="*/ 220501 h 1160647"/>
                <a:gd name="connsiteX322-6665" fmla="*/ 2205416 w 3079941"/>
                <a:gd name="connsiteY322-6666" fmla="*/ 162133 h 1160647"/>
                <a:gd name="connsiteX323-6667" fmla="*/ 2207442 w 3079941"/>
                <a:gd name="connsiteY323-6668" fmla="*/ 157810 h 1160647"/>
                <a:gd name="connsiteX324-6669" fmla="*/ 2207442 w 3079941"/>
                <a:gd name="connsiteY324-6670" fmla="*/ 101604 h 1160647"/>
                <a:gd name="connsiteX325-6671" fmla="*/ 2209469 w 3079941"/>
                <a:gd name="connsiteY325-6672" fmla="*/ 82148 h 1160647"/>
                <a:gd name="connsiteX326-6673" fmla="*/ 2213523 w 3079941"/>
                <a:gd name="connsiteY326-6674" fmla="*/ 99442 h 1160647"/>
                <a:gd name="connsiteX327-6675" fmla="*/ 2215549 w 3079941"/>
                <a:gd name="connsiteY327-6676" fmla="*/ 157810 h 1160647"/>
                <a:gd name="connsiteX328-6677" fmla="*/ 2217576 w 3079941"/>
                <a:gd name="connsiteY328-6678" fmla="*/ 220501 h 1160647"/>
                <a:gd name="connsiteX329-6679" fmla="*/ 2223656 w 3079941"/>
                <a:gd name="connsiteY329-6680" fmla="*/ 226987 h 1160647"/>
                <a:gd name="connsiteX330-6681" fmla="*/ 2221629 w 3079941"/>
                <a:gd name="connsiteY330-6682" fmla="*/ 233472 h 1160647"/>
                <a:gd name="connsiteX331-6683" fmla="*/ 2221629 w 3079941"/>
                <a:gd name="connsiteY331-6684" fmla="*/ 311296 h 1160647"/>
                <a:gd name="connsiteX332-6685" fmla="*/ 2223656 w 3079941"/>
                <a:gd name="connsiteY332-6686" fmla="*/ 315620 h 1160647"/>
                <a:gd name="connsiteX333-6687" fmla="*/ 2223656 w 3079941"/>
                <a:gd name="connsiteY333-6688" fmla="*/ 337238 h 1160647"/>
                <a:gd name="connsiteX334-6689" fmla="*/ 2237843 w 3079941"/>
                <a:gd name="connsiteY334-6690" fmla="*/ 337238 h 1160647"/>
                <a:gd name="connsiteX335-6691" fmla="*/ 2237843 w 3079941"/>
                <a:gd name="connsiteY335-6692" fmla="*/ 354532 h 1160647"/>
                <a:gd name="connsiteX336-6693" fmla="*/ 2245950 w 3079941"/>
                <a:gd name="connsiteY336-6694" fmla="*/ 378311 h 1160647"/>
                <a:gd name="connsiteX337-6695" fmla="*/ 2239870 w 3079941"/>
                <a:gd name="connsiteY337-6696" fmla="*/ 382635 h 1160647"/>
                <a:gd name="connsiteX338-6697" fmla="*/ 2227709 w 3079941"/>
                <a:gd name="connsiteY338-6698" fmla="*/ 404253 h 1160647"/>
                <a:gd name="connsiteX339-6699" fmla="*/ 2235816 w 3079941"/>
                <a:gd name="connsiteY339-6700" fmla="*/ 657181 h 1160647"/>
                <a:gd name="connsiteX340-6701" fmla="*/ 2300670 w 3079941"/>
                <a:gd name="connsiteY340-6702" fmla="*/ 657181 h 1160647"/>
                <a:gd name="connsiteX341-6703" fmla="*/ 2300670 w 3079941"/>
                <a:gd name="connsiteY341-6704" fmla="*/ 732843 h 1160647"/>
                <a:gd name="connsiteX342-6705" fmla="*/ 2308777 w 3079941"/>
                <a:gd name="connsiteY342-6706" fmla="*/ 732843 h 1160647"/>
                <a:gd name="connsiteX343-6707" fmla="*/ 2310804 w 3079941"/>
                <a:gd name="connsiteY343-6708" fmla="*/ 726358 h 1160647"/>
                <a:gd name="connsiteX344-6709" fmla="*/ 2316884 w 3079941"/>
                <a:gd name="connsiteY344-6710" fmla="*/ 726358 h 1160647"/>
                <a:gd name="connsiteX345-6711" fmla="*/ 2318911 w 3079941"/>
                <a:gd name="connsiteY345-6712" fmla="*/ 735005 h 1160647"/>
                <a:gd name="connsiteX346-6713" fmla="*/ 2331071 w 3079941"/>
                <a:gd name="connsiteY346-6714" fmla="*/ 735005 h 1160647"/>
                <a:gd name="connsiteX347-6715" fmla="*/ 2331071 w 3079941"/>
                <a:gd name="connsiteY347-6716" fmla="*/ 728519 h 1160647"/>
                <a:gd name="connsiteX348-6717" fmla="*/ 2353364 w 3079941"/>
                <a:gd name="connsiteY348-6718" fmla="*/ 728519 h 1160647"/>
                <a:gd name="connsiteX349-6719" fmla="*/ 2353364 w 3079941"/>
                <a:gd name="connsiteY349-6720" fmla="*/ 735005 h 1160647"/>
                <a:gd name="connsiteX350-6721" fmla="*/ 2373631 w 3079941"/>
                <a:gd name="connsiteY350-6722" fmla="*/ 735005 h 1160647"/>
                <a:gd name="connsiteX351-6723" fmla="*/ 2373631 w 3079941"/>
                <a:gd name="connsiteY351-6724" fmla="*/ 780402 h 1160647"/>
                <a:gd name="connsiteX352-6725" fmla="*/ 2387818 w 3079941"/>
                <a:gd name="connsiteY352-6726" fmla="*/ 780402 h 1160647"/>
                <a:gd name="connsiteX353-6727" fmla="*/ 2387818 w 3079941"/>
                <a:gd name="connsiteY353-6728" fmla="*/ 767431 h 1160647"/>
                <a:gd name="connsiteX354-6729" fmla="*/ 2404032 w 3079941"/>
                <a:gd name="connsiteY354-6730" fmla="*/ 767431 h 1160647"/>
                <a:gd name="connsiteX355-6731" fmla="*/ 2404032 w 3079941"/>
                <a:gd name="connsiteY355-6732" fmla="*/ 588004 h 1160647"/>
                <a:gd name="connsiteX356-6733" fmla="*/ 2410112 w 3079941"/>
                <a:gd name="connsiteY356-6734" fmla="*/ 581518 h 1160647"/>
                <a:gd name="connsiteX357-6735" fmla="*/ 2483073 w 3079941"/>
                <a:gd name="connsiteY357-6736" fmla="*/ 581518 h 1160647"/>
                <a:gd name="connsiteX358-6737" fmla="*/ 2483073 w 3079941"/>
                <a:gd name="connsiteY358-6738" fmla="*/ 590166 h 1160647"/>
                <a:gd name="connsiteX359-6739" fmla="*/ 2493206 w 3079941"/>
                <a:gd name="connsiteY359-6740" fmla="*/ 590166 h 1160647"/>
                <a:gd name="connsiteX360-6741" fmla="*/ 2493206 w 3079941"/>
                <a:gd name="connsiteY360-6742" fmla="*/ 704740 h 1160647"/>
                <a:gd name="connsiteX361-6743" fmla="*/ 2515500 w 3079941"/>
                <a:gd name="connsiteY361-6744" fmla="*/ 704740 h 1160647"/>
                <a:gd name="connsiteX362-6745" fmla="*/ 2515500 w 3079941"/>
                <a:gd name="connsiteY362-6746" fmla="*/ 637725 h 1160647"/>
                <a:gd name="connsiteX363-6747" fmla="*/ 2541847 w 3079941"/>
                <a:gd name="connsiteY363-6748" fmla="*/ 637725 h 1160647"/>
                <a:gd name="connsiteX364-6749" fmla="*/ 2545900 w 3079941"/>
                <a:gd name="connsiteY364-6750" fmla="*/ 633401 h 1160647"/>
                <a:gd name="connsiteX365-6751" fmla="*/ 2554007 w 3079941"/>
                <a:gd name="connsiteY365-6752" fmla="*/ 633401 h 1160647"/>
                <a:gd name="connsiteX366-6753" fmla="*/ 2558060 w 3079941"/>
                <a:gd name="connsiteY366-6754" fmla="*/ 637725 h 1160647"/>
                <a:gd name="connsiteX367-6755" fmla="*/ 2580354 w 3079941"/>
                <a:gd name="connsiteY367-6756" fmla="*/ 637725 h 1160647"/>
                <a:gd name="connsiteX368-6757" fmla="*/ 2580354 w 3079941"/>
                <a:gd name="connsiteY368-6758" fmla="*/ 520989 h 1160647"/>
                <a:gd name="connsiteX369-6759" fmla="*/ 2637101 w 3079941"/>
                <a:gd name="connsiteY369-6760" fmla="*/ 510180 h 1160647"/>
                <a:gd name="connsiteX370-6761" fmla="*/ 2637101 w 3079941"/>
                <a:gd name="connsiteY370-6762" fmla="*/ 511261 h 1160647"/>
                <a:gd name="connsiteX371-6763" fmla="*/ 2637101 w 3079941"/>
                <a:gd name="connsiteY371-6764" fmla="*/ 518827 h 1160647"/>
                <a:gd name="connsiteX372-6765" fmla="*/ 2663448 w 3079941"/>
                <a:gd name="connsiteY372-6766" fmla="*/ 518827 h 1160647"/>
                <a:gd name="connsiteX373-6767" fmla="*/ 2663448 w 3079941"/>
                <a:gd name="connsiteY373-6768" fmla="*/ 773917 h 1160647"/>
                <a:gd name="connsiteX374-6769" fmla="*/ 2685742 w 3079941"/>
                <a:gd name="connsiteY374-6770" fmla="*/ 773917 h 1160647"/>
                <a:gd name="connsiteX375-6771" fmla="*/ 2685742 w 3079941"/>
                <a:gd name="connsiteY375-6772" fmla="*/ 769593 h 1160647"/>
                <a:gd name="connsiteX376-6773" fmla="*/ 2697902 w 3079941"/>
                <a:gd name="connsiteY376-6774" fmla="*/ 769593 h 1160647"/>
                <a:gd name="connsiteX377-6775" fmla="*/ 2697902 w 3079941"/>
                <a:gd name="connsiteY377-6776" fmla="*/ 773917 h 1160647"/>
                <a:gd name="connsiteX378-6777" fmla="*/ 2722222 w 3079941"/>
                <a:gd name="connsiteY378-6778" fmla="*/ 773917 h 1160647"/>
                <a:gd name="connsiteX379-6779" fmla="*/ 2722222 w 3079941"/>
                <a:gd name="connsiteY379-6780" fmla="*/ 760946 h 1160647"/>
                <a:gd name="connsiteX380-6781" fmla="*/ 2750596 w 3079941"/>
                <a:gd name="connsiteY380-6782" fmla="*/ 760946 h 1160647"/>
                <a:gd name="connsiteX381-6783" fmla="*/ 2762756 w 3079941"/>
                <a:gd name="connsiteY381-6784" fmla="*/ 756622 h 1160647"/>
                <a:gd name="connsiteX382-6785" fmla="*/ 2783023 w 3079941"/>
                <a:gd name="connsiteY382-6786" fmla="*/ 760946 h 1160647"/>
                <a:gd name="connsiteX383-6787" fmla="*/ 2783023 w 3079941"/>
                <a:gd name="connsiteY383-6788" fmla="*/ 743652 h 1160647"/>
                <a:gd name="connsiteX384-6789" fmla="*/ 2791130 w 3079941"/>
                <a:gd name="connsiteY384-6790" fmla="*/ 743652 h 1160647"/>
                <a:gd name="connsiteX385-6791" fmla="*/ 2791130 w 3079941"/>
                <a:gd name="connsiteY385-6792" fmla="*/ 730681 h 1160647"/>
                <a:gd name="connsiteX386-6793" fmla="*/ 2847877 w 3079941"/>
                <a:gd name="connsiteY386-6794" fmla="*/ 730681 h 1160647"/>
                <a:gd name="connsiteX387-6795" fmla="*/ 2847877 w 3079941"/>
                <a:gd name="connsiteY387-6796" fmla="*/ 700416 h 1160647"/>
                <a:gd name="connsiteX388-6797" fmla="*/ 2866117 w 3079941"/>
                <a:gd name="connsiteY388-6798" fmla="*/ 700416 h 1160647"/>
                <a:gd name="connsiteX389-6799" fmla="*/ 2866117 w 3079941"/>
                <a:gd name="connsiteY389-6800" fmla="*/ 693931 h 1160647"/>
                <a:gd name="connsiteX390-6801" fmla="*/ 2878277 w 3079941"/>
                <a:gd name="connsiteY390-6802" fmla="*/ 693931 h 1160647"/>
                <a:gd name="connsiteX391-6803" fmla="*/ 2878277 w 3079941"/>
                <a:gd name="connsiteY391-6804" fmla="*/ 700416 h 1160647"/>
                <a:gd name="connsiteX392-6805" fmla="*/ 2894491 w 3079941"/>
                <a:gd name="connsiteY392-6806" fmla="*/ 700416 h 1160647"/>
                <a:gd name="connsiteX393-6807" fmla="*/ 2894491 w 3079941"/>
                <a:gd name="connsiteY393-6808" fmla="*/ 750137 h 1160647"/>
                <a:gd name="connsiteX394-6809" fmla="*/ 2926918 w 3079941"/>
                <a:gd name="connsiteY394-6810" fmla="*/ 750137 h 1160647"/>
                <a:gd name="connsiteX395-6811" fmla="*/ 2926918 w 3079941"/>
                <a:gd name="connsiteY395-6812" fmla="*/ 724196 h 1160647"/>
                <a:gd name="connsiteX396-6813" fmla="*/ 2965425 w 3079941"/>
                <a:gd name="connsiteY396-6814" fmla="*/ 724196 h 1160647"/>
                <a:gd name="connsiteX397-6815" fmla="*/ 2965425 w 3079941"/>
                <a:gd name="connsiteY397-6816" fmla="*/ 693931 h 1160647"/>
                <a:gd name="connsiteX398-6817" fmla="*/ 3014066 w 3079941"/>
                <a:gd name="connsiteY398-6818" fmla="*/ 693931 h 1160647"/>
                <a:gd name="connsiteX399-6819" fmla="*/ 3014066 w 3079941"/>
                <a:gd name="connsiteY399-6820" fmla="*/ 805087 h 1160647"/>
                <a:gd name="connsiteX400-6821" fmla="*/ 3014066 w 3079941"/>
                <a:gd name="connsiteY400-6822" fmla="*/ 818866 h 1160647"/>
                <a:gd name="connsiteX401-6823" fmla="*/ 3079941 w 3079941"/>
                <a:gd name="connsiteY401-6824" fmla="*/ 818866 h 1160647"/>
                <a:gd name="connsiteX402-6825" fmla="*/ 3079941 w 3079941"/>
                <a:gd name="connsiteY402-6826" fmla="*/ 1160647 h 1160647"/>
                <a:gd name="connsiteX403-6827" fmla="*/ 200958 w 3079941"/>
                <a:gd name="connsiteY403-6828" fmla="*/ 1160647 h 1160647"/>
                <a:gd name="connsiteX404-6829" fmla="*/ 0 w 3079941"/>
                <a:gd name="connsiteY404-6830" fmla="*/ 1126882 h 1160647"/>
                <a:gd name="connsiteX405-6831" fmla="*/ 55096 w 3079941"/>
                <a:gd name="connsiteY405-6832" fmla="*/ 724196 h 1160647"/>
                <a:gd name="connsiteX406-6833" fmla="*/ 75363 w 3079941"/>
                <a:gd name="connsiteY406-6834" fmla="*/ 724196 h 1160647"/>
                <a:gd name="connsiteX407-6835" fmla="*/ 75870 w 3079941"/>
                <a:gd name="connsiteY407-6836" fmla="*/ 723115 h 1160647"/>
                <a:gd name="connsiteX408-6837" fmla="*/ 79416 w 3079941"/>
                <a:gd name="connsiteY408-6838" fmla="*/ 715549 h 1160647"/>
                <a:gd name="connsiteX409-6839" fmla="*/ 81190 w 3079941"/>
                <a:gd name="connsiteY409-6840" fmla="*/ 715819 h 1160647"/>
                <a:gd name="connsiteX410-6841" fmla="*/ 93603 w 3079941"/>
                <a:gd name="connsiteY410-6842" fmla="*/ 717710 h 1160647"/>
                <a:gd name="connsiteX411-6843" fmla="*/ 94110 w 3079941"/>
                <a:gd name="connsiteY411-6844" fmla="*/ 719062 h 1160647"/>
                <a:gd name="connsiteX412-6845" fmla="*/ 97656 w 3079941"/>
                <a:gd name="connsiteY412-6846" fmla="*/ 728519 h 1160647"/>
                <a:gd name="connsiteX413-6847" fmla="*/ 124003 w 3079941"/>
                <a:gd name="connsiteY413-6848" fmla="*/ 730681 h 1160647"/>
                <a:gd name="connsiteX414-6849" fmla="*/ 124003 w 3079941"/>
                <a:gd name="connsiteY414-6850" fmla="*/ 607460 h 1160647"/>
                <a:gd name="connsiteX415-6851" fmla="*/ 126030 w 3079941"/>
                <a:gd name="connsiteY415-6852" fmla="*/ 607460 h 1160647"/>
                <a:gd name="connsiteX416-6853" fmla="*/ 140217 w 3079941"/>
                <a:gd name="connsiteY416-6854" fmla="*/ 607460 h 1160647"/>
                <a:gd name="connsiteX417-6855" fmla="*/ 140217 w 3079941"/>
                <a:gd name="connsiteY417-6856" fmla="*/ 471268 h 1160647"/>
                <a:gd name="connsiteX418-6857" fmla="*/ 141990 w 3079941"/>
                <a:gd name="connsiteY418-6858" fmla="*/ 471268 h 1160647"/>
                <a:gd name="connsiteX419-6859" fmla="*/ 154404 w 3079941"/>
                <a:gd name="connsiteY419-6860" fmla="*/ 471268 h 1160647"/>
                <a:gd name="connsiteX420-6861" fmla="*/ 154404 w 3079941"/>
                <a:gd name="connsiteY420-6862" fmla="*/ 356694 h 1160647"/>
                <a:gd name="connsiteX421-6863" fmla="*/ 158457 w 3079941"/>
                <a:gd name="connsiteY421-6864" fmla="*/ 328590 h 1160647"/>
                <a:gd name="connsiteX422-6865" fmla="*/ 160484 w 3079941"/>
                <a:gd name="connsiteY422-6866" fmla="*/ 328590 h 1160647"/>
                <a:gd name="connsiteX423-6867" fmla="*/ 174671 w 3079941"/>
                <a:gd name="connsiteY423-6868" fmla="*/ 328590 h 1160647"/>
                <a:gd name="connsiteX424-6869" fmla="*/ 211151 w 3079941"/>
                <a:gd name="connsiteY424-6870" fmla="*/ 246443 h 1160647"/>
                <a:gd name="connsiteX425-6871" fmla="*/ 215205 w 3079941"/>
                <a:gd name="connsiteY425-6872" fmla="*/ 0 h 1160647"/>
                <a:gd name="connsiteX0-6873" fmla="*/ 160109 w 3024845"/>
                <a:gd name="connsiteY0-6874" fmla="*/ 0 h 1166887"/>
                <a:gd name="connsiteX1-6875" fmla="*/ 162135 w 3024845"/>
                <a:gd name="connsiteY1-6876" fmla="*/ 246443 h 1166887"/>
                <a:gd name="connsiteX2-6877" fmla="*/ 200642 w 3024845"/>
                <a:gd name="connsiteY2-6878" fmla="*/ 326429 h 1166887"/>
                <a:gd name="connsiteX3-6879" fmla="*/ 202669 w 3024845"/>
                <a:gd name="connsiteY3-6880" fmla="*/ 326429 h 1166887"/>
                <a:gd name="connsiteX4-6881" fmla="*/ 216856 w 3024845"/>
                <a:gd name="connsiteY4-6882" fmla="*/ 326429 h 1166887"/>
                <a:gd name="connsiteX5-6883" fmla="*/ 216856 w 3024845"/>
                <a:gd name="connsiteY5-6884" fmla="*/ 350208 h 1166887"/>
                <a:gd name="connsiteX6-6885" fmla="*/ 217363 w 3024845"/>
                <a:gd name="connsiteY6-6886" fmla="*/ 351019 h 1166887"/>
                <a:gd name="connsiteX7-6887" fmla="*/ 220909 w 3024845"/>
                <a:gd name="connsiteY7-6888" fmla="*/ 356694 h 1166887"/>
                <a:gd name="connsiteX8-6889" fmla="*/ 220909 w 3024845"/>
                <a:gd name="connsiteY8-6890" fmla="*/ 471268 h 1166887"/>
                <a:gd name="connsiteX9-6891" fmla="*/ 223189 w 3024845"/>
                <a:gd name="connsiteY9-6892" fmla="*/ 471268 h 1166887"/>
                <a:gd name="connsiteX10-6893" fmla="*/ 239150 w 3024845"/>
                <a:gd name="connsiteY10-6894" fmla="*/ 471268 h 1166887"/>
                <a:gd name="connsiteX11-6895" fmla="*/ 239150 w 3024845"/>
                <a:gd name="connsiteY11-6896" fmla="*/ 611783 h 1166887"/>
                <a:gd name="connsiteX12-6897" fmla="*/ 240670 w 3024845"/>
                <a:gd name="connsiteY12-6898" fmla="*/ 611513 h 1166887"/>
                <a:gd name="connsiteX13-6899" fmla="*/ 251310 w 3024845"/>
                <a:gd name="connsiteY13-6900" fmla="*/ 609622 h 1166887"/>
                <a:gd name="connsiteX14-6901" fmla="*/ 249283 w 3024845"/>
                <a:gd name="connsiteY14-6902" fmla="*/ 698254 h 1166887"/>
                <a:gd name="connsiteX15-6903" fmla="*/ 250803 w 3024845"/>
                <a:gd name="connsiteY15-6904" fmla="*/ 698525 h 1166887"/>
                <a:gd name="connsiteX16-6905" fmla="*/ 261443 w 3024845"/>
                <a:gd name="connsiteY16-6906" fmla="*/ 700416 h 1166887"/>
                <a:gd name="connsiteX17-6907" fmla="*/ 261696 w 3024845"/>
                <a:gd name="connsiteY17-6908" fmla="*/ 701227 h 1166887"/>
                <a:gd name="connsiteX18-6909" fmla="*/ 263470 w 3024845"/>
                <a:gd name="connsiteY18-6910" fmla="*/ 706902 h 1166887"/>
                <a:gd name="connsiteX19-6911" fmla="*/ 264230 w 3024845"/>
                <a:gd name="connsiteY19-6912" fmla="*/ 704470 h 1166887"/>
                <a:gd name="connsiteX20-6913" fmla="*/ 269550 w 3024845"/>
                <a:gd name="connsiteY20-6914" fmla="*/ 687446 h 1166887"/>
                <a:gd name="connsiteX21-6915" fmla="*/ 271323 w 3024845"/>
                <a:gd name="connsiteY21-6916" fmla="*/ 687446 h 1166887"/>
                <a:gd name="connsiteX22-6917" fmla="*/ 283737 w 3024845"/>
                <a:gd name="connsiteY22-6918" fmla="*/ 687446 h 1166887"/>
                <a:gd name="connsiteX23-6919" fmla="*/ 283737 w 3024845"/>
                <a:gd name="connsiteY23-6920" fmla="*/ 719872 h 1166887"/>
                <a:gd name="connsiteX24-6921" fmla="*/ 284750 w 3024845"/>
                <a:gd name="connsiteY24-6922" fmla="*/ 720413 h 1166887"/>
                <a:gd name="connsiteX25-6923" fmla="*/ 291844 w 3024845"/>
                <a:gd name="connsiteY25-6924" fmla="*/ 724196 h 1166887"/>
                <a:gd name="connsiteX26-6925" fmla="*/ 291844 w 3024845"/>
                <a:gd name="connsiteY26-6926" fmla="*/ 725547 h 1166887"/>
                <a:gd name="connsiteX27-6927" fmla="*/ 291844 w 3024845"/>
                <a:gd name="connsiteY27-6928" fmla="*/ 735005 h 1166887"/>
                <a:gd name="connsiteX28-6929" fmla="*/ 336431 w 3024845"/>
                <a:gd name="connsiteY28-6930" fmla="*/ 735005 h 1166887"/>
                <a:gd name="connsiteX29-6931" fmla="*/ 336431 w 3024845"/>
                <a:gd name="connsiteY29-6932" fmla="*/ 736086 h 1166887"/>
                <a:gd name="connsiteX30-6933" fmla="*/ 336431 w 3024845"/>
                <a:gd name="connsiteY30-6934" fmla="*/ 743652 h 1166887"/>
                <a:gd name="connsiteX31-6935" fmla="*/ 338457 w 3024845"/>
                <a:gd name="connsiteY31-6936" fmla="*/ 743652 h 1166887"/>
                <a:gd name="connsiteX32-6937" fmla="*/ 352644 w 3024845"/>
                <a:gd name="connsiteY32-6938" fmla="*/ 743652 h 1166887"/>
                <a:gd name="connsiteX33-6939" fmla="*/ 352644 w 3024845"/>
                <a:gd name="connsiteY33-6940" fmla="*/ 713387 h 1166887"/>
                <a:gd name="connsiteX34-6941" fmla="*/ 397231 w 3024845"/>
                <a:gd name="connsiteY34-6942" fmla="*/ 713387 h 1166887"/>
                <a:gd name="connsiteX35-6943" fmla="*/ 397231 w 3024845"/>
                <a:gd name="connsiteY35-6944" fmla="*/ 712036 h 1166887"/>
                <a:gd name="connsiteX36-6945" fmla="*/ 397231 w 3024845"/>
                <a:gd name="connsiteY36-6946" fmla="*/ 702578 h 1166887"/>
                <a:gd name="connsiteX37-6947" fmla="*/ 398245 w 3024845"/>
                <a:gd name="connsiteY37-6948" fmla="*/ 702578 h 1166887"/>
                <a:gd name="connsiteX38-6949" fmla="*/ 405338 w 3024845"/>
                <a:gd name="connsiteY38-6950" fmla="*/ 702578 h 1166887"/>
                <a:gd name="connsiteX39-6951" fmla="*/ 405338 w 3024845"/>
                <a:gd name="connsiteY39-6952" fmla="*/ 700687 h 1166887"/>
                <a:gd name="connsiteX40-6953" fmla="*/ 405338 w 3024845"/>
                <a:gd name="connsiteY40-6954" fmla="*/ 687446 h 1166887"/>
                <a:gd name="connsiteX41-6955" fmla="*/ 406098 w 3024845"/>
                <a:gd name="connsiteY41-6956" fmla="*/ 687446 h 1166887"/>
                <a:gd name="connsiteX42-6957" fmla="*/ 411418 w 3024845"/>
                <a:gd name="connsiteY42-6958" fmla="*/ 687446 h 1166887"/>
                <a:gd name="connsiteX43-6959" fmla="*/ 411418 w 3024845"/>
                <a:gd name="connsiteY43-6960" fmla="*/ 686365 h 1166887"/>
                <a:gd name="connsiteX44-6961" fmla="*/ 411418 w 3024845"/>
                <a:gd name="connsiteY44-6962" fmla="*/ 678798 h 1166887"/>
                <a:gd name="connsiteX45-6963" fmla="*/ 413445 w 3024845"/>
                <a:gd name="connsiteY45-6964" fmla="*/ 678798 h 1166887"/>
                <a:gd name="connsiteX46-6965" fmla="*/ 427632 w 3024845"/>
                <a:gd name="connsiteY46-6966" fmla="*/ 678798 h 1166887"/>
                <a:gd name="connsiteX47-6967" fmla="*/ 427632 w 3024845"/>
                <a:gd name="connsiteY47-6968" fmla="*/ 679879 h 1166887"/>
                <a:gd name="connsiteX48-6969" fmla="*/ 427632 w 3024845"/>
                <a:gd name="connsiteY48-6970" fmla="*/ 687446 h 1166887"/>
                <a:gd name="connsiteX49-6971" fmla="*/ 449925 w 3024845"/>
                <a:gd name="connsiteY49-6972" fmla="*/ 687446 h 1166887"/>
                <a:gd name="connsiteX50-6973" fmla="*/ 449925 w 3024845"/>
                <a:gd name="connsiteY50-6974" fmla="*/ 685554 h 1166887"/>
                <a:gd name="connsiteX51-6975" fmla="*/ 449925 w 3024845"/>
                <a:gd name="connsiteY51-6976" fmla="*/ 672313 h 1166887"/>
                <a:gd name="connsiteX52-6977" fmla="*/ 451699 w 3024845"/>
                <a:gd name="connsiteY52-6978" fmla="*/ 672313 h 1166887"/>
                <a:gd name="connsiteX53-6979" fmla="*/ 464112 w 3024845"/>
                <a:gd name="connsiteY53-6980" fmla="*/ 672313 h 1166887"/>
                <a:gd name="connsiteX54-6981" fmla="*/ 464112 w 3024845"/>
                <a:gd name="connsiteY54-6982" fmla="*/ 696093 h 1166887"/>
                <a:gd name="connsiteX55-6983" fmla="*/ 465126 w 3024845"/>
                <a:gd name="connsiteY55-6984" fmla="*/ 696093 h 1166887"/>
                <a:gd name="connsiteX56-6985" fmla="*/ 472219 w 3024845"/>
                <a:gd name="connsiteY56-6986" fmla="*/ 696093 h 1166887"/>
                <a:gd name="connsiteX57-6987" fmla="*/ 472219 w 3024845"/>
                <a:gd name="connsiteY57-6988" fmla="*/ 695012 h 1166887"/>
                <a:gd name="connsiteX58-6989" fmla="*/ 472219 w 3024845"/>
                <a:gd name="connsiteY58-6990" fmla="*/ 687446 h 1166887"/>
                <a:gd name="connsiteX59-6991" fmla="*/ 473992 w 3024845"/>
                <a:gd name="connsiteY59-6992" fmla="*/ 687446 h 1166887"/>
                <a:gd name="connsiteX60-6993" fmla="*/ 486406 w 3024845"/>
                <a:gd name="connsiteY60-6994" fmla="*/ 687446 h 1166887"/>
                <a:gd name="connsiteX61-6995" fmla="*/ 486406 w 3024845"/>
                <a:gd name="connsiteY61-6996" fmla="*/ 713387 h 1166887"/>
                <a:gd name="connsiteX62-6997" fmla="*/ 488433 w 3024845"/>
                <a:gd name="connsiteY62-6998" fmla="*/ 713387 h 1166887"/>
                <a:gd name="connsiteX63-6999" fmla="*/ 502619 w 3024845"/>
                <a:gd name="connsiteY63-7000" fmla="*/ 713387 h 1166887"/>
                <a:gd name="connsiteX64-7001" fmla="*/ 502619 w 3024845"/>
                <a:gd name="connsiteY64-7002" fmla="*/ 715008 h 1166887"/>
                <a:gd name="connsiteX65-7003" fmla="*/ 502619 w 3024845"/>
                <a:gd name="connsiteY65-7004" fmla="*/ 726358 h 1166887"/>
                <a:gd name="connsiteX66-7005" fmla="*/ 503379 w 3024845"/>
                <a:gd name="connsiteY66-7006" fmla="*/ 726358 h 1166887"/>
                <a:gd name="connsiteX67-7007" fmla="*/ 508700 w 3024845"/>
                <a:gd name="connsiteY67-7008" fmla="*/ 726358 h 1166887"/>
                <a:gd name="connsiteX68-7009" fmla="*/ 508700 w 3024845"/>
                <a:gd name="connsiteY68-7010" fmla="*/ 725547 h 1166887"/>
                <a:gd name="connsiteX69-7011" fmla="*/ 508700 w 3024845"/>
                <a:gd name="connsiteY69-7012" fmla="*/ 719872 h 1166887"/>
                <a:gd name="connsiteX70-7013" fmla="*/ 539100 w 3024845"/>
                <a:gd name="connsiteY70-7014" fmla="*/ 719872 h 1166887"/>
                <a:gd name="connsiteX71-7015" fmla="*/ 539100 w 3024845"/>
                <a:gd name="connsiteY71-7016" fmla="*/ 743652 h 1166887"/>
                <a:gd name="connsiteX72-7017" fmla="*/ 540113 w 3024845"/>
                <a:gd name="connsiteY72-7018" fmla="*/ 743652 h 1166887"/>
                <a:gd name="connsiteX73-7019" fmla="*/ 547207 w 3024845"/>
                <a:gd name="connsiteY73-7020" fmla="*/ 743652 h 1166887"/>
                <a:gd name="connsiteX74-7021" fmla="*/ 547207 w 3024845"/>
                <a:gd name="connsiteY74-7022" fmla="*/ 744733 h 1166887"/>
                <a:gd name="connsiteX75-7023" fmla="*/ 547207 w 3024845"/>
                <a:gd name="connsiteY75-7024" fmla="*/ 752299 h 1166887"/>
                <a:gd name="connsiteX76-7025" fmla="*/ 547967 w 3024845"/>
                <a:gd name="connsiteY76-7026" fmla="*/ 752299 h 1166887"/>
                <a:gd name="connsiteX77-7027" fmla="*/ 553287 w 3024845"/>
                <a:gd name="connsiteY77-7028" fmla="*/ 752299 h 1166887"/>
                <a:gd name="connsiteX78-7029" fmla="*/ 553287 w 3024845"/>
                <a:gd name="connsiteY78-7030" fmla="*/ 750137 h 1166887"/>
                <a:gd name="connsiteX79-7031" fmla="*/ 553287 w 3024845"/>
                <a:gd name="connsiteY79-7032" fmla="*/ 735005 h 1166887"/>
                <a:gd name="connsiteX80-7033" fmla="*/ 554300 w 3024845"/>
                <a:gd name="connsiteY80-7034" fmla="*/ 735005 h 1166887"/>
                <a:gd name="connsiteX81-7035" fmla="*/ 561394 w 3024845"/>
                <a:gd name="connsiteY81-7036" fmla="*/ 735005 h 1166887"/>
                <a:gd name="connsiteX82-7037" fmla="*/ 561394 w 3024845"/>
                <a:gd name="connsiteY82-7038" fmla="*/ 736086 h 1166887"/>
                <a:gd name="connsiteX83-7039" fmla="*/ 561394 w 3024845"/>
                <a:gd name="connsiteY83-7040" fmla="*/ 743652 h 1166887"/>
                <a:gd name="connsiteX84-7041" fmla="*/ 566714 w 3024845"/>
                <a:gd name="connsiteY84-7042" fmla="*/ 741659 h 1166887"/>
                <a:gd name="connsiteX85-7043" fmla="*/ 567474 w 3024845"/>
                <a:gd name="connsiteY85-7044" fmla="*/ 740679 h 1166887"/>
                <a:gd name="connsiteX86-7045" fmla="*/ 567474 w 3024845"/>
                <a:gd name="connsiteY86-7046" fmla="*/ 735005 h 1166887"/>
                <a:gd name="connsiteX87-7047" fmla="*/ 605981 w 3024845"/>
                <a:gd name="connsiteY87-7048" fmla="*/ 735005 h 1166887"/>
                <a:gd name="connsiteX88-7049" fmla="*/ 605981 w 3024845"/>
                <a:gd name="connsiteY88-7050" fmla="*/ 758784 h 1166887"/>
                <a:gd name="connsiteX89-7051" fmla="*/ 608007 w 3024845"/>
                <a:gd name="connsiteY89-7052" fmla="*/ 758784 h 1166887"/>
                <a:gd name="connsiteX90-7053" fmla="*/ 622194 w 3024845"/>
                <a:gd name="connsiteY90-7054" fmla="*/ 758784 h 1166887"/>
                <a:gd name="connsiteX91-7055" fmla="*/ 622194 w 3024845"/>
                <a:gd name="connsiteY91-7056" fmla="*/ 759865 h 1166887"/>
                <a:gd name="connsiteX92-7057" fmla="*/ 622194 w 3024845"/>
                <a:gd name="connsiteY92-7058" fmla="*/ 767431 h 1166887"/>
                <a:gd name="connsiteX93-7059" fmla="*/ 623968 w 3024845"/>
                <a:gd name="connsiteY93-7060" fmla="*/ 767431 h 1166887"/>
                <a:gd name="connsiteX94-7061" fmla="*/ 636381 w 3024845"/>
                <a:gd name="connsiteY94-7062" fmla="*/ 767431 h 1166887"/>
                <a:gd name="connsiteX95-7063" fmla="*/ 636381 w 3024845"/>
                <a:gd name="connsiteY95-7064" fmla="*/ 743652 h 1166887"/>
                <a:gd name="connsiteX96-7065" fmla="*/ 637394 w 3024845"/>
                <a:gd name="connsiteY96-7066" fmla="*/ 743652 h 1166887"/>
                <a:gd name="connsiteX97-7067" fmla="*/ 644488 w 3024845"/>
                <a:gd name="connsiteY97-7068" fmla="*/ 743652 h 1166887"/>
                <a:gd name="connsiteX98-7069" fmla="*/ 644488 w 3024845"/>
                <a:gd name="connsiteY98-7070" fmla="*/ 711225 h 1166887"/>
                <a:gd name="connsiteX99-7071" fmla="*/ 645501 w 3024845"/>
                <a:gd name="connsiteY99-7072" fmla="*/ 711225 h 1166887"/>
                <a:gd name="connsiteX100-7073" fmla="*/ 652595 w 3024845"/>
                <a:gd name="connsiteY100-7074" fmla="*/ 711225 h 1166887"/>
                <a:gd name="connsiteX101-7075" fmla="*/ 652595 w 3024845"/>
                <a:gd name="connsiteY101-7076" fmla="*/ 709334 h 1166887"/>
                <a:gd name="connsiteX102-7077" fmla="*/ 652595 w 3024845"/>
                <a:gd name="connsiteY102-7078" fmla="*/ 696093 h 1166887"/>
                <a:gd name="connsiteX103-7079" fmla="*/ 651328 w 3024845"/>
                <a:gd name="connsiteY103-7080" fmla="*/ 694471 h 1166887"/>
                <a:gd name="connsiteX104-7081" fmla="*/ 656648 w 3024845"/>
                <a:gd name="connsiteY104-7082" fmla="*/ 683122 h 1166887"/>
                <a:gd name="connsiteX105-7083" fmla="*/ 664755 w 3024845"/>
                <a:gd name="connsiteY105-7084" fmla="*/ 711225 h 1166887"/>
                <a:gd name="connsiteX106-7085" fmla="*/ 665515 w 3024845"/>
                <a:gd name="connsiteY106-7086" fmla="*/ 711225 h 1166887"/>
                <a:gd name="connsiteX107-7087" fmla="*/ 670835 w 3024845"/>
                <a:gd name="connsiteY107-7088" fmla="*/ 711225 h 1166887"/>
                <a:gd name="connsiteX108-7089" fmla="*/ 670835 w 3024845"/>
                <a:gd name="connsiteY108-7090" fmla="*/ 605298 h 1166887"/>
                <a:gd name="connsiteX109-7091" fmla="*/ 672355 w 3024845"/>
                <a:gd name="connsiteY109-7092" fmla="*/ 605298 h 1166887"/>
                <a:gd name="connsiteX110-7093" fmla="*/ 682995 w 3024845"/>
                <a:gd name="connsiteY110-7094" fmla="*/ 605298 h 1166887"/>
                <a:gd name="connsiteX111-7095" fmla="*/ 682995 w 3024845"/>
                <a:gd name="connsiteY111-7096" fmla="*/ 557739 h 1166887"/>
                <a:gd name="connsiteX112-7097" fmla="*/ 709342 w 3024845"/>
                <a:gd name="connsiteY112-7098" fmla="*/ 557739 h 1166887"/>
                <a:gd name="connsiteX113-7099" fmla="*/ 709342 w 3024845"/>
                <a:gd name="connsiteY113-7100" fmla="*/ 536121 h 1166887"/>
                <a:gd name="connsiteX114-7101" fmla="*/ 743796 w 3024845"/>
                <a:gd name="connsiteY114-7102" fmla="*/ 536121 h 1166887"/>
                <a:gd name="connsiteX115-7103" fmla="*/ 743796 w 3024845"/>
                <a:gd name="connsiteY115-7104" fmla="*/ 538553 h 1166887"/>
                <a:gd name="connsiteX116-7105" fmla="*/ 743796 w 3024845"/>
                <a:gd name="connsiteY116-7106" fmla="*/ 555577 h 1166887"/>
                <a:gd name="connsiteX117-7107" fmla="*/ 746076 w 3024845"/>
                <a:gd name="connsiteY117-7108" fmla="*/ 555577 h 1166887"/>
                <a:gd name="connsiteX118-7109" fmla="*/ 762036 w 3024845"/>
                <a:gd name="connsiteY118-7110" fmla="*/ 555577 h 1166887"/>
                <a:gd name="connsiteX119-7111" fmla="*/ 762036 w 3024845"/>
                <a:gd name="connsiteY119-7112" fmla="*/ 603136 h 1166887"/>
                <a:gd name="connsiteX120-7113" fmla="*/ 763049 w 3024845"/>
                <a:gd name="connsiteY120-7114" fmla="*/ 603136 h 1166887"/>
                <a:gd name="connsiteX121-7115" fmla="*/ 770143 w 3024845"/>
                <a:gd name="connsiteY121-7116" fmla="*/ 603136 h 1166887"/>
                <a:gd name="connsiteX122-7117" fmla="*/ 784330 w 3024845"/>
                <a:gd name="connsiteY122-7118" fmla="*/ 607460 h 1166887"/>
                <a:gd name="connsiteX123-7119" fmla="*/ 784330 w 3024845"/>
                <a:gd name="connsiteY123-7120" fmla="*/ 646372 h 1166887"/>
                <a:gd name="connsiteX124-7121" fmla="*/ 785343 w 3024845"/>
                <a:gd name="connsiteY124-7122" fmla="*/ 646372 h 1166887"/>
                <a:gd name="connsiteX125-7123" fmla="*/ 792436 w 3024845"/>
                <a:gd name="connsiteY125-7124" fmla="*/ 646372 h 1166887"/>
                <a:gd name="connsiteX126-7125" fmla="*/ 792436 w 3024845"/>
                <a:gd name="connsiteY126-7126" fmla="*/ 647993 h 1166887"/>
                <a:gd name="connsiteX127-7127" fmla="*/ 792436 w 3024845"/>
                <a:gd name="connsiteY127-7128" fmla="*/ 659342 h 1166887"/>
                <a:gd name="connsiteX128-7129" fmla="*/ 794463 w 3024845"/>
                <a:gd name="connsiteY128-7130" fmla="*/ 659342 h 1166887"/>
                <a:gd name="connsiteX129-7131" fmla="*/ 808650 w 3024845"/>
                <a:gd name="connsiteY129-7132" fmla="*/ 659342 h 1166887"/>
                <a:gd name="connsiteX130-7133" fmla="*/ 814730 w 3024845"/>
                <a:gd name="connsiteY130-7134" fmla="*/ 665828 h 1166887"/>
                <a:gd name="connsiteX131-7135" fmla="*/ 814730 w 3024845"/>
                <a:gd name="connsiteY131-7136" fmla="*/ 687446 h 1166887"/>
                <a:gd name="connsiteX132-7137" fmla="*/ 817010 w 3024845"/>
                <a:gd name="connsiteY132-7138" fmla="*/ 687446 h 1166887"/>
                <a:gd name="connsiteX133-7139" fmla="*/ 832970 w 3024845"/>
                <a:gd name="connsiteY133-7140" fmla="*/ 687446 h 1166887"/>
                <a:gd name="connsiteX134-7141" fmla="*/ 832970 w 3024845"/>
                <a:gd name="connsiteY134-7142" fmla="*/ 688526 h 1166887"/>
                <a:gd name="connsiteX135-7143" fmla="*/ 832970 w 3024845"/>
                <a:gd name="connsiteY135-7144" fmla="*/ 696093 h 1166887"/>
                <a:gd name="connsiteX136-7145" fmla="*/ 834237 w 3024845"/>
                <a:gd name="connsiteY136-7146" fmla="*/ 696093 h 1166887"/>
                <a:gd name="connsiteX137-7147" fmla="*/ 843104 w 3024845"/>
                <a:gd name="connsiteY137-7148" fmla="*/ 696093 h 1166887"/>
                <a:gd name="connsiteX138-7149" fmla="*/ 843104 w 3024845"/>
                <a:gd name="connsiteY138-7150" fmla="*/ 698254 h 1166887"/>
                <a:gd name="connsiteX139-7151" fmla="*/ 843104 w 3024845"/>
                <a:gd name="connsiteY139-7152" fmla="*/ 713387 h 1166887"/>
                <a:gd name="connsiteX140-7153" fmla="*/ 847157 w 3024845"/>
                <a:gd name="connsiteY140-7154" fmla="*/ 711495 h 1166887"/>
                <a:gd name="connsiteX141-7155" fmla="*/ 847157 w 3024845"/>
                <a:gd name="connsiteY141-7156" fmla="*/ 698254 h 1166887"/>
                <a:gd name="connsiteX142-7157" fmla="*/ 848170 w 3024845"/>
                <a:gd name="connsiteY142-7158" fmla="*/ 698254 h 1166887"/>
                <a:gd name="connsiteX143-7159" fmla="*/ 855264 w 3024845"/>
                <a:gd name="connsiteY143-7160" fmla="*/ 698254 h 1166887"/>
                <a:gd name="connsiteX144-7161" fmla="*/ 855264 w 3024845"/>
                <a:gd name="connsiteY144-7162" fmla="*/ 699876 h 1166887"/>
                <a:gd name="connsiteX145-7163" fmla="*/ 855264 w 3024845"/>
                <a:gd name="connsiteY145-7164" fmla="*/ 711225 h 1166887"/>
                <a:gd name="connsiteX146-7165" fmla="*/ 856024 w 3024845"/>
                <a:gd name="connsiteY146-7166" fmla="*/ 711225 h 1166887"/>
                <a:gd name="connsiteX147-7167" fmla="*/ 861344 w 3024845"/>
                <a:gd name="connsiteY147-7168" fmla="*/ 711225 h 1166887"/>
                <a:gd name="connsiteX148-7169" fmla="*/ 909984 w 3024845"/>
                <a:gd name="connsiteY148-7170" fmla="*/ 706902 h 1166887"/>
                <a:gd name="connsiteX149-7171" fmla="*/ 909984 w 3024845"/>
                <a:gd name="connsiteY149-7172" fmla="*/ 708253 h 1166887"/>
                <a:gd name="connsiteX150-7173" fmla="*/ 909984 w 3024845"/>
                <a:gd name="connsiteY150-7174" fmla="*/ 717710 h 1166887"/>
                <a:gd name="connsiteX151-7175" fmla="*/ 910744 w 3024845"/>
                <a:gd name="connsiteY151-7176" fmla="*/ 717710 h 1166887"/>
                <a:gd name="connsiteX152-7177" fmla="*/ 916065 w 3024845"/>
                <a:gd name="connsiteY152-7178" fmla="*/ 717710 h 1166887"/>
                <a:gd name="connsiteX153-7179" fmla="*/ 916065 w 3024845"/>
                <a:gd name="connsiteY153-7180" fmla="*/ 719872 h 1166887"/>
                <a:gd name="connsiteX154-7181" fmla="*/ 916065 w 3024845"/>
                <a:gd name="connsiteY154-7182" fmla="*/ 735005 h 1166887"/>
                <a:gd name="connsiteX155-7183" fmla="*/ 918091 w 3024845"/>
                <a:gd name="connsiteY155-7184" fmla="*/ 733654 h 1166887"/>
                <a:gd name="connsiteX156-7185" fmla="*/ 932278 w 3024845"/>
                <a:gd name="connsiteY156-7186" fmla="*/ 724196 h 1166887"/>
                <a:gd name="connsiteX157-7187" fmla="*/ 938358 w 3024845"/>
                <a:gd name="connsiteY157-7188" fmla="*/ 683122 h 1166887"/>
                <a:gd name="connsiteX158-7189" fmla="*/ 939118 w 3024845"/>
                <a:gd name="connsiteY158-7190" fmla="*/ 682852 h 1166887"/>
                <a:gd name="connsiteX159-7191" fmla="*/ 944438 w 3024845"/>
                <a:gd name="connsiteY159-7192" fmla="*/ 680960 h 1166887"/>
                <a:gd name="connsiteX160-7193" fmla="*/ 946465 w 3024845"/>
                <a:gd name="connsiteY160-7194" fmla="*/ 611783 h 1166887"/>
                <a:gd name="connsiteX161-7195" fmla="*/ 948492 w 3024845"/>
                <a:gd name="connsiteY161-7196" fmla="*/ 680960 h 1166887"/>
                <a:gd name="connsiteX162-7197" fmla="*/ 949252 w 3024845"/>
                <a:gd name="connsiteY162-7198" fmla="*/ 681230 h 1166887"/>
                <a:gd name="connsiteX163-7199" fmla="*/ 954572 w 3024845"/>
                <a:gd name="connsiteY163-7200" fmla="*/ 683122 h 1166887"/>
                <a:gd name="connsiteX164-7201" fmla="*/ 954572 w 3024845"/>
                <a:gd name="connsiteY164-7202" fmla="*/ 596651 h 1166887"/>
                <a:gd name="connsiteX165-7203" fmla="*/ 958625 w 3024845"/>
                <a:gd name="connsiteY165-7204" fmla="*/ 564224 h 1166887"/>
                <a:gd name="connsiteX166-7205" fmla="*/ 997132 w 3024845"/>
                <a:gd name="connsiteY166-7206" fmla="*/ 564224 h 1166887"/>
                <a:gd name="connsiteX167-7207" fmla="*/ 997132 w 3024845"/>
                <a:gd name="connsiteY167-7208" fmla="*/ 596651 h 1166887"/>
                <a:gd name="connsiteX168-7209" fmla="*/ 997892 w 3024845"/>
                <a:gd name="connsiteY168-7210" fmla="*/ 596651 h 1166887"/>
                <a:gd name="connsiteX169-7211" fmla="*/ 1003212 w 3024845"/>
                <a:gd name="connsiteY169-7212" fmla="*/ 596651 h 1166887"/>
                <a:gd name="connsiteX170-7213" fmla="*/ 1003212 w 3024845"/>
                <a:gd name="connsiteY170-7214" fmla="*/ 514503 h 1166887"/>
                <a:gd name="connsiteX171-7215" fmla="*/ 1004986 w 3024845"/>
                <a:gd name="connsiteY171-7216" fmla="*/ 514503 h 1166887"/>
                <a:gd name="connsiteX172-7217" fmla="*/ 1017399 w 3024845"/>
                <a:gd name="connsiteY172-7218" fmla="*/ 514503 h 1166887"/>
                <a:gd name="connsiteX173-7219" fmla="*/ 1017399 w 3024845"/>
                <a:gd name="connsiteY173-7220" fmla="*/ 512612 h 1166887"/>
                <a:gd name="connsiteX174-7221" fmla="*/ 1017399 w 3024845"/>
                <a:gd name="connsiteY174-7222" fmla="*/ 499371 h 1166887"/>
                <a:gd name="connsiteX175-7223" fmla="*/ 1039693 w 3024845"/>
                <a:gd name="connsiteY175-7224" fmla="*/ 499371 h 1166887"/>
                <a:gd name="connsiteX176-7225" fmla="*/ 1039693 w 3024845"/>
                <a:gd name="connsiteY176-7226" fmla="*/ 498290 h 1166887"/>
                <a:gd name="connsiteX177-7227" fmla="*/ 1039693 w 3024845"/>
                <a:gd name="connsiteY177-7228" fmla="*/ 490724 h 1166887"/>
                <a:gd name="connsiteX178-7229" fmla="*/ 1041466 w 3024845"/>
                <a:gd name="connsiteY178-7230" fmla="*/ 490724 h 1166887"/>
                <a:gd name="connsiteX179-7231" fmla="*/ 1053880 w 3024845"/>
                <a:gd name="connsiteY179-7232" fmla="*/ 490724 h 1166887"/>
                <a:gd name="connsiteX180-7233" fmla="*/ 1053880 w 3024845"/>
                <a:gd name="connsiteY180-7234" fmla="*/ 491805 h 1166887"/>
                <a:gd name="connsiteX181-7235" fmla="*/ 1053880 w 3024845"/>
                <a:gd name="connsiteY181-7236" fmla="*/ 499371 h 1166887"/>
                <a:gd name="connsiteX182-7237" fmla="*/ 1054640 w 3024845"/>
                <a:gd name="connsiteY182-7238" fmla="*/ 499371 h 1166887"/>
                <a:gd name="connsiteX183-7239" fmla="*/ 1059960 w 3024845"/>
                <a:gd name="connsiteY183-7240" fmla="*/ 499371 h 1166887"/>
                <a:gd name="connsiteX184-7241" fmla="*/ 1070093 w 3024845"/>
                <a:gd name="connsiteY184-7242" fmla="*/ 495047 h 1166887"/>
                <a:gd name="connsiteX185-7243" fmla="*/ 1074146 w 3024845"/>
                <a:gd name="connsiteY185-7244" fmla="*/ 498290 h 1166887"/>
                <a:gd name="connsiteX186-7245" fmla="*/ 1074146 w 3024845"/>
                <a:gd name="connsiteY186-7246" fmla="*/ 490724 h 1166887"/>
                <a:gd name="connsiteX187-7247" fmla="*/ 1076426 w 3024845"/>
                <a:gd name="connsiteY187-7248" fmla="*/ 490724 h 1166887"/>
                <a:gd name="connsiteX188-7249" fmla="*/ 1092387 w 3024845"/>
                <a:gd name="connsiteY188-7250" fmla="*/ 490724 h 1166887"/>
                <a:gd name="connsiteX189-7251" fmla="*/ 1092387 w 3024845"/>
                <a:gd name="connsiteY189-7252" fmla="*/ 491805 h 1166887"/>
                <a:gd name="connsiteX190-7253" fmla="*/ 1092387 w 3024845"/>
                <a:gd name="connsiteY190-7254" fmla="*/ 499371 h 1166887"/>
                <a:gd name="connsiteX191-7255" fmla="*/ 1122787 w 3024845"/>
                <a:gd name="connsiteY191-7256" fmla="*/ 499371 h 1166887"/>
                <a:gd name="connsiteX192-7257" fmla="*/ 1122787 w 3024845"/>
                <a:gd name="connsiteY192-7258" fmla="*/ 500992 h 1166887"/>
                <a:gd name="connsiteX193-7259" fmla="*/ 1122787 w 3024845"/>
                <a:gd name="connsiteY193-7260" fmla="*/ 512342 h 1166887"/>
                <a:gd name="connsiteX194-7261" fmla="*/ 1149134 w 3024845"/>
                <a:gd name="connsiteY194-7262" fmla="*/ 512342 h 1166887"/>
                <a:gd name="connsiteX195-7263" fmla="*/ 1149134 w 3024845"/>
                <a:gd name="connsiteY195-7264" fmla="*/ 542606 h 1166887"/>
                <a:gd name="connsiteX196-7265" fmla="*/ 1149894 w 3024845"/>
                <a:gd name="connsiteY196-7266" fmla="*/ 542606 h 1166887"/>
                <a:gd name="connsiteX197-7267" fmla="*/ 1155214 w 3024845"/>
                <a:gd name="connsiteY197-7268" fmla="*/ 542606 h 1166887"/>
                <a:gd name="connsiteX198-7269" fmla="*/ 1155214 w 3024845"/>
                <a:gd name="connsiteY198-7270" fmla="*/ 543687 h 1166887"/>
                <a:gd name="connsiteX199-7271" fmla="*/ 1155214 w 3024845"/>
                <a:gd name="connsiteY199-7272" fmla="*/ 551254 h 1166887"/>
                <a:gd name="connsiteX200-7273" fmla="*/ 1159268 w 3024845"/>
                <a:gd name="connsiteY200-7274" fmla="*/ 581518 h 1166887"/>
                <a:gd name="connsiteX201-7275" fmla="*/ 1160028 w 3024845"/>
                <a:gd name="connsiteY201-7276" fmla="*/ 581518 h 1166887"/>
                <a:gd name="connsiteX202-7277" fmla="*/ 1165348 w 3024845"/>
                <a:gd name="connsiteY202-7278" fmla="*/ 581518 h 1166887"/>
                <a:gd name="connsiteX203-7279" fmla="*/ 1165348 w 3024845"/>
                <a:gd name="connsiteY203-7280" fmla="*/ 582329 h 1166887"/>
                <a:gd name="connsiteX204-7281" fmla="*/ 1165348 w 3024845"/>
                <a:gd name="connsiteY204-7282" fmla="*/ 588004 h 1166887"/>
                <a:gd name="connsiteX205-7283" fmla="*/ 1166361 w 3024845"/>
                <a:gd name="connsiteY205-7284" fmla="*/ 588004 h 1166887"/>
                <a:gd name="connsiteX206-7285" fmla="*/ 1173454 w 3024845"/>
                <a:gd name="connsiteY206-7286" fmla="*/ 588004 h 1166887"/>
                <a:gd name="connsiteX207-7287" fmla="*/ 1173454 w 3024845"/>
                <a:gd name="connsiteY207-7288" fmla="*/ 618269 h 1166887"/>
                <a:gd name="connsiteX208-7289" fmla="*/ 1175481 w 3024845"/>
                <a:gd name="connsiteY208-7290" fmla="*/ 618269 h 1166887"/>
                <a:gd name="connsiteX209-7291" fmla="*/ 1189668 w 3024845"/>
                <a:gd name="connsiteY209-7292" fmla="*/ 618269 h 1166887"/>
                <a:gd name="connsiteX210-7293" fmla="*/ 1189668 w 3024845"/>
                <a:gd name="connsiteY210-7294" fmla="*/ 642048 h 1166887"/>
                <a:gd name="connsiteX211-7295" fmla="*/ 1191695 w 3024845"/>
                <a:gd name="connsiteY211-7296" fmla="*/ 643669 h 1166887"/>
                <a:gd name="connsiteX212-7297" fmla="*/ 1191695 w 3024845"/>
                <a:gd name="connsiteY212-7298" fmla="*/ 655019 h 1166887"/>
                <a:gd name="connsiteX213-7299" fmla="*/ 1192455 w 3024845"/>
                <a:gd name="connsiteY213-7300" fmla="*/ 655019 h 1166887"/>
                <a:gd name="connsiteX214-7301" fmla="*/ 1197775 w 3024845"/>
                <a:gd name="connsiteY214-7302" fmla="*/ 655019 h 1166887"/>
                <a:gd name="connsiteX215-7303" fmla="*/ 1197775 w 3024845"/>
                <a:gd name="connsiteY215-7304" fmla="*/ 678798 h 1166887"/>
                <a:gd name="connsiteX216-7305" fmla="*/ 1199041 w 3024845"/>
                <a:gd name="connsiteY216-7306" fmla="*/ 678798 h 1166887"/>
                <a:gd name="connsiteX217-7307" fmla="*/ 1207908 w 3024845"/>
                <a:gd name="connsiteY217-7308" fmla="*/ 678798 h 1166887"/>
                <a:gd name="connsiteX218-7309" fmla="*/ 1209935 w 3024845"/>
                <a:gd name="connsiteY218-7310" fmla="*/ 682852 h 1166887"/>
                <a:gd name="connsiteX219-7311" fmla="*/ 1209935 w 3024845"/>
                <a:gd name="connsiteY219-7312" fmla="*/ 696093 h 1166887"/>
                <a:gd name="connsiteX220-7313" fmla="*/ 1211455 w 3024845"/>
                <a:gd name="connsiteY220-7314" fmla="*/ 694201 h 1166887"/>
                <a:gd name="connsiteX221-7315" fmla="*/ 1222095 w 3024845"/>
                <a:gd name="connsiteY221-7316" fmla="*/ 680960 h 1166887"/>
                <a:gd name="connsiteX222-7317" fmla="*/ 1250469 w 3024845"/>
                <a:gd name="connsiteY222-7318" fmla="*/ 680960 h 1166887"/>
                <a:gd name="connsiteX223-7319" fmla="*/ 1250469 w 3024845"/>
                <a:gd name="connsiteY223-7320" fmla="*/ 767431 h 1166887"/>
                <a:gd name="connsiteX224-7321" fmla="*/ 1251229 w 3024845"/>
                <a:gd name="connsiteY224-7322" fmla="*/ 767431 h 1166887"/>
                <a:gd name="connsiteX225-7323" fmla="*/ 1256549 w 3024845"/>
                <a:gd name="connsiteY225-7324" fmla="*/ 767431 h 1166887"/>
                <a:gd name="connsiteX226-7325" fmla="*/ 1257309 w 3024845"/>
                <a:gd name="connsiteY226-7326" fmla="*/ 766080 h 1166887"/>
                <a:gd name="connsiteX227-7327" fmla="*/ 1262629 w 3024845"/>
                <a:gd name="connsiteY227-7328" fmla="*/ 756622 h 1166887"/>
                <a:gd name="connsiteX228-7329" fmla="*/ 1262629 w 3024845"/>
                <a:gd name="connsiteY228-7330" fmla="*/ 758514 h 1166887"/>
                <a:gd name="connsiteX229-7331" fmla="*/ 1262629 w 3024845"/>
                <a:gd name="connsiteY229-7332" fmla="*/ 771755 h 1166887"/>
                <a:gd name="connsiteX230-7333" fmla="*/ 1266682 w 3024845"/>
                <a:gd name="connsiteY230-7334" fmla="*/ 726358 h 1166887"/>
                <a:gd name="connsiteX231-7335" fmla="*/ 1267442 w 3024845"/>
                <a:gd name="connsiteY231-7336" fmla="*/ 726358 h 1166887"/>
                <a:gd name="connsiteX232-7337" fmla="*/ 1272762 w 3024845"/>
                <a:gd name="connsiteY232-7338" fmla="*/ 726358 h 1166887"/>
                <a:gd name="connsiteX233-7339" fmla="*/ 1272762 w 3024845"/>
                <a:gd name="connsiteY233-7340" fmla="*/ 661504 h 1166887"/>
                <a:gd name="connsiteX234-7341" fmla="*/ 1273776 w 3024845"/>
                <a:gd name="connsiteY234-7342" fmla="*/ 661504 h 1166887"/>
                <a:gd name="connsiteX235-7343" fmla="*/ 1280869 w 3024845"/>
                <a:gd name="connsiteY235-7344" fmla="*/ 661504 h 1166887"/>
                <a:gd name="connsiteX236-7345" fmla="*/ 1293029 w 3024845"/>
                <a:gd name="connsiteY236-7346" fmla="*/ 618269 h 1166887"/>
                <a:gd name="connsiteX237-7347" fmla="*/ 1294296 w 3024845"/>
                <a:gd name="connsiteY237-7348" fmla="*/ 618269 h 1166887"/>
                <a:gd name="connsiteX238-7349" fmla="*/ 1303163 w 3024845"/>
                <a:gd name="connsiteY238-7350" fmla="*/ 618269 h 1166887"/>
                <a:gd name="connsiteX239-7351" fmla="*/ 1313296 w 3024845"/>
                <a:gd name="connsiteY239-7352" fmla="*/ 661504 h 1166887"/>
                <a:gd name="connsiteX240-7353" fmla="*/ 1314309 w 3024845"/>
                <a:gd name="connsiteY240-7354" fmla="*/ 661504 h 1166887"/>
                <a:gd name="connsiteX241-7355" fmla="*/ 1321403 w 3024845"/>
                <a:gd name="connsiteY241-7356" fmla="*/ 661504 h 1166887"/>
                <a:gd name="connsiteX242-7357" fmla="*/ 1321403 w 3024845"/>
                <a:gd name="connsiteY242-7358" fmla="*/ 700416 h 1166887"/>
                <a:gd name="connsiteX243-7359" fmla="*/ 1323176 w 3024845"/>
                <a:gd name="connsiteY243-7360" fmla="*/ 700416 h 1166887"/>
                <a:gd name="connsiteX244-7361" fmla="*/ 1335590 w 3024845"/>
                <a:gd name="connsiteY244-7362" fmla="*/ 700416 h 1166887"/>
                <a:gd name="connsiteX245-7363" fmla="*/ 1335590 w 3024845"/>
                <a:gd name="connsiteY245-7364" fmla="*/ 702578 h 1166887"/>
                <a:gd name="connsiteX246-7365" fmla="*/ 1335590 w 3024845"/>
                <a:gd name="connsiteY246-7366" fmla="*/ 717710 h 1166887"/>
                <a:gd name="connsiteX247-7367" fmla="*/ 1339643 w 3024845"/>
                <a:gd name="connsiteY247-7368" fmla="*/ 715549 h 1166887"/>
                <a:gd name="connsiteX248-7369" fmla="*/ 1339643 w 3024845"/>
                <a:gd name="connsiteY248-7370" fmla="*/ 700416 h 1166887"/>
                <a:gd name="connsiteX249-7371" fmla="*/ 1341163 w 3024845"/>
                <a:gd name="connsiteY249-7372" fmla="*/ 700416 h 1166887"/>
                <a:gd name="connsiteX250-7373" fmla="*/ 1351803 w 3024845"/>
                <a:gd name="connsiteY250-7374" fmla="*/ 700416 h 1166887"/>
                <a:gd name="connsiteX251-7375" fmla="*/ 1351803 w 3024845"/>
                <a:gd name="connsiteY251-7376" fmla="*/ 702037 h 1166887"/>
                <a:gd name="connsiteX252-7377" fmla="*/ 1351803 w 3024845"/>
                <a:gd name="connsiteY252-7378" fmla="*/ 713387 h 1166887"/>
                <a:gd name="connsiteX253-7379" fmla="*/ 1382204 w 3024845"/>
                <a:gd name="connsiteY253-7380" fmla="*/ 713387 h 1166887"/>
                <a:gd name="connsiteX254-7381" fmla="*/ 1382204 w 3024845"/>
                <a:gd name="connsiteY254-7382" fmla="*/ 676637 h 1166887"/>
                <a:gd name="connsiteX255-7383" fmla="*/ 1383470 w 3024845"/>
                <a:gd name="connsiteY255-7384" fmla="*/ 676637 h 1166887"/>
                <a:gd name="connsiteX256-7385" fmla="*/ 1392337 w 3024845"/>
                <a:gd name="connsiteY256-7386" fmla="*/ 676637 h 1166887"/>
                <a:gd name="connsiteX257-7387" fmla="*/ 1392337 w 3024845"/>
                <a:gd name="connsiteY257-7388" fmla="*/ 698254 h 1166887"/>
                <a:gd name="connsiteX258-7389" fmla="*/ 1394364 w 3024845"/>
                <a:gd name="connsiteY258-7390" fmla="*/ 665828 h 1166887"/>
                <a:gd name="connsiteX259-7391" fmla="*/ 1416657 w 3024845"/>
                <a:gd name="connsiteY259-7392" fmla="*/ 665828 h 1166887"/>
                <a:gd name="connsiteX260-7393" fmla="*/ 1416657 w 3024845"/>
                <a:gd name="connsiteY260-7394" fmla="*/ 664206 h 1166887"/>
                <a:gd name="connsiteX261-7395" fmla="*/ 1416657 w 3024845"/>
                <a:gd name="connsiteY261-7396" fmla="*/ 652857 h 1166887"/>
                <a:gd name="connsiteX262-7397" fmla="*/ 1417417 w 3024845"/>
                <a:gd name="connsiteY262-7398" fmla="*/ 652857 h 1166887"/>
                <a:gd name="connsiteX263-7399" fmla="*/ 1422737 w 3024845"/>
                <a:gd name="connsiteY263-7400" fmla="*/ 652857 h 1166887"/>
                <a:gd name="connsiteX264-7401" fmla="*/ 1422737 w 3024845"/>
                <a:gd name="connsiteY264-7402" fmla="*/ 650966 h 1166887"/>
                <a:gd name="connsiteX265-7403" fmla="*/ 1422737 w 3024845"/>
                <a:gd name="connsiteY265-7404" fmla="*/ 637725 h 1166887"/>
                <a:gd name="connsiteX266-7405" fmla="*/ 1426791 w 3024845"/>
                <a:gd name="connsiteY266-7406" fmla="*/ 644210 h 1166887"/>
                <a:gd name="connsiteX267-7407" fmla="*/ 1429071 w 3024845"/>
                <a:gd name="connsiteY267-7408" fmla="*/ 644210 h 1166887"/>
                <a:gd name="connsiteX268-7409" fmla="*/ 1445031 w 3024845"/>
                <a:gd name="connsiteY268-7410" fmla="*/ 644210 h 1166887"/>
                <a:gd name="connsiteX269-7411" fmla="*/ 1445031 w 3024845"/>
                <a:gd name="connsiteY269-7412" fmla="*/ 643399 h 1166887"/>
                <a:gd name="connsiteX270-7413" fmla="*/ 1445031 w 3024845"/>
                <a:gd name="connsiteY270-7414" fmla="*/ 637725 h 1166887"/>
                <a:gd name="connsiteX271-7415" fmla="*/ 1445791 w 3024845"/>
                <a:gd name="connsiteY271-7416" fmla="*/ 637725 h 1166887"/>
                <a:gd name="connsiteX272-7417" fmla="*/ 1451111 w 3024845"/>
                <a:gd name="connsiteY272-7418" fmla="*/ 637725 h 1166887"/>
                <a:gd name="connsiteX273-7419" fmla="*/ 1451111 w 3024845"/>
                <a:gd name="connsiteY273-7420" fmla="*/ 639076 h 1166887"/>
                <a:gd name="connsiteX274-7421" fmla="*/ 1451111 w 3024845"/>
                <a:gd name="connsiteY274-7422" fmla="*/ 648534 h 1166887"/>
                <a:gd name="connsiteX275-7423" fmla="*/ 1489618 w 3024845"/>
                <a:gd name="connsiteY275-7424" fmla="*/ 648534 h 1166887"/>
                <a:gd name="connsiteX276-7425" fmla="*/ 1489618 w 3024845"/>
                <a:gd name="connsiteY276-7426" fmla="*/ 786887 h 1166887"/>
                <a:gd name="connsiteX277-7427" fmla="*/ 1491138 w 3024845"/>
                <a:gd name="connsiteY277-7428" fmla="*/ 786887 h 1166887"/>
                <a:gd name="connsiteX278-7429" fmla="*/ 1501778 w 3024845"/>
                <a:gd name="connsiteY278-7430" fmla="*/ 786887 h 1166887"/>
                <a:gd name="connsiteX279-7431" fmla="*/ 1501778 w 3024845"/>
                <a:gd name="connsiteY279-7432" fmla="*/ 773917 h 1166887"/>
                <a:gd name="connsiteX280-7433" fmla="*/ 1505832 w 3024845"/>
                <a:gd name="connsiteY280-7434" fmla="*/ 773917 h 1166887"/>
                <a:gd name="connsiteX281-7435" fmla="*/ 1505832 w 3024845"/>
                <a:gd name="connsiteY281-7436" fmla="*/ 786887 h 1166887"/>
                <a:gd name="connsiteX282-7437" fmla="*/ 1536232 w 3024845"/>
                <a:gd name="connsiteY282-7438" fmla="*/ 786887 h 1166887"/>
                <a:gd name="connsiteX283-7439" fmla="*/ 1536232 w 3024845"/>
                <a:gd name="connsiteY283-7440" fmla="*/ 756622 h 1166887"/>
                <a:gd name="connsiteX284-7441" fmla="*/ 1548392 w 3024845"/>
                <a:gd name="connsiteY284-7442" fmla="*/ 756622 h 1166887"/>
                <a:gd name="connsiteX285-7443" fmla="*/ 1560552 w 3024845"/>
                <a:gd name="connsiteY285-7444" fmla="*/ 754461 h 1166887"/>
                <a:gd name="connsiteX286-7445" fmla="*/ 1564606 w 3024845"/>
                <a:gd name="connsiteY286-7446" fmla="*/ 756622 h 1166887"/>
                <a:gd name="connsiteX287-7447" fmla="*/ 1574739 w 3024845"/>
                <a:gd name="connsiteY287-7448" fmla="*/ 756622 h 1166887"/>
                <a:gd name="connsiteX288-7449" fmla="*/ 1574739 w 3024845"/>
                <a:gd name="connsiteY288-7450" fmla="*/ 786887 h 1166887"/>
                <a:gd name="connsiteX289-7451" fmla="*/ 1582846 w 3024845"/>
                <a:gd name="connsiteY289-7452" fmla="*/ 786887 h 1166887"/>
                <a:gd name="connsiteX290-7453" fmla="*/ 1582846 w 3024845"/>
                <a:gd name="connsiteY290-7454" fmla="*/ 804182 h 1166887"/>
                <a:gd name="connsiteX291-7455" fmla="*/ 1592182 w 3024845"/>
                <a:gd name="connsiteY291-7456" fmla="*/ 805087 h 1166887"/>
                <a:gd name="connsiteX292-7457" fmla="*/ 1605140 w 3024845"/>
                <a:gd name="connsiteY292-7458" fmla="*/ 805087 h 1166887"/>
                <a:gd name="connsiteX293-7459" fmla="*/ 1605140 w 3024845"/>
                <a:gd name="connsiteY293-7460" fmla="*/ 789049 h 1166887"/>
                <a:gd name="connsiteX294-7461" fmla="*/ 1673096 w 3024845"/>
                <a:gd name="connsiteY294-7462" fmla="*/ 789049 h 1166887"/>
                <a:gd name="connsiteX295-7463" fmla="*/ 1673096 w 3024845"/>
                <a:gd name="connsiteY295-7464" fmla="*/ 703796 h 1166887"/>
                <a:gd name="connsiteX296-7465" fmla="*/ 1745104 w 3024845"/>
                <a:gd name="connsiteY296-7466" fmla="*/ 703796 h 1166887"/>
                <a:gd name="connsiteX297-7467" fmla="*/ 1745104 w 3024845"/>
                <a:gd name="connsiteY297-7468" fmla="*/ 782564 h 1166887"/>
                <a:gd name="connsiteX298-7469" fmla="*/ 1747008 w 3024845"/>
                <a:gd name="connsiteY298-7470" fmla="*/ 782564 h 1166887"/>
                <a:gd name="connsiteX299-7471" fmla="*/ 1748250 w 3024845"/>
                <a:gd name="connsiteY299-7472" fmla="*/ 805087 h 1166887"/>
                <a:gd name="connsiteX300-7473" fmla="*/ 1757926 w 3024845"/>
                <a:gd name="connsiteY300-7474" fmla="*/ 805087 h 1166887"/>
                <a:gd name="connsiteX301-7475" fmla="*/ 1759168 w 3024845"/>
                <a:gd name="connsiteY301-7476" fmla="*/ 782564 h 1166887"/>
                <a:gd name="connsiteX302-7477" fmla="*/ 1765248 w 3024845"/>
                <a:gd name="connsiteY302-7478" fmla="*/ 782564 h 1166887"/>
                <a:gd name="connsiteX303-7479" fmla="*/ 1766490 w 3024845"/>
                <a:gd name="connsiteY303-7480" fmla="*/ 805087 h 1166887"/>
                <a:gd name="connsiteX304-7481" fmla="*/ 1817112 w 3024845"/>
                <a:gd name="connsiteY304-7482" fmla="*/ 805087 h 1166887"/>
                <a:gd name="connsiteX305-7483" fmla="*/ 1817112 w 3024845"/>
                <a:gd name="connsiteY305-7484" fmla="*/ 642059 h 1166887"/>
                <a:gd name="connsiteX306-7485" fmla="*/ 2014439 w 3024845"/>
                <a:gd name="connsiteY306-7486" fmla="*/ 642059 h 1166887"/>
                <a:gd name="connsiteX307-7487" fmla="*/ 2014439 w 3024845"/>
                <a:gd name="connsiteY307-7488" fmla="*/ 805087 h 1166887"/>
                <a:gd name="connsiteX308-7489" fmla="*/ 2033136 w 3024845"/>
                <a:gd name="connsiteY308-7490" fmla="*/ 805087 h 1166887"/>
                <a:gd name="connsiteX309-7491" fmla="*/ 2033136 w 3024845"/>
                <a:gd name="connsiteY309-7492" fmla="*/ 722394 h 1166887"/>
                <a:gd name="connsiteX310-7493" fmla="*/ 2128256 w 3024845"/>
                <a:gd name="connsiteY310-7494" fmla="*/ 722394 h 1166887"/>
                <a:gd name="connsiteX311-7495" fmla="*/ 2140186 w 3024845"/>
                <a:gd name="connsiteY311-7496" fmla="*/ 404253 h 1166887"/>
                <a:gd name="connsiteX312-7497" fmla="*/ 2128026 w 3024845"/>
                <a:gd name="connsiteY312-7498" fmla="*/ 382635 h 1166887"/>
                <a:gd name="connsiteX313-7499" fmla="*/ 2121946 w 3024845"/>
                <a:gd name="connsiteY313-7500" fmla="*/ 378311 h 1166887"/>
                <a:gd name="connsiteX314-7501" fmla="*/ 2130053 w 3024845"/>
                <a:gd name="connsiteY314-7502" fmla="*/ 354532 h 1166887"/>
                <a:gd name="connsiteX315-7503" fmla="*/ 2130053 w 3024845"/>
                <a:gd name="connsiteY315-7504" fmla="*/ 337238 h 1166887"/>
                <a:gd name="connsiteX316-7505" fmla="*/ 2144240 w 3024845"/>
                <a:gd name="connsiteY316-7506" fmla="*/ 337238 h 1166887"/>
                <a:gd name="connsiteX317-7507" fmla="*/ 2144240 w 3024845"/>
                <a:gd name="connsiteY317-7508" fmla="*/ 315620 h 1166887"/>
                <a:gd name="connsiteX318-7509" fmla="*/ 2146266 w 3024845"/>
                <a:gd name="connsiteY318-7510" fmla="*/ 311296 h 1166887"/>
                <a:gd name="connsiteX319-7511" fmla="*/ 2146266 w 3024845"/>
                <a:gd name="connsiteY319-7512" fmla="*/ 233472 h 1166887"/>
                <a:gd name="connsiteX320-7513" fmla="*/ 2144240 w 3024845"/>
                <a:gd name="connsiteY320-7514" fmla="*/ 226987 h 1166887"/>
                <a:gd name="connsiteX321-7515" fmla="*/ 2150320 w 3024845"/>
                <a:gd name="connsiteY321-7516" fmla="*/ 220501 h 1166887"/>
                <a:gd name="connsiteX322-7517" fmla="*/ 2150320 w 3024845"/>
                <a:gd name="connsiteY322-7518" fmla="*/ 162133 h 1166887"/>
                <a:gd name="connsiteX323-7519" fmla="*/ 2152346 w 3024845"/>
                <a:gd name="connsiteY323-7520" fmla="*/ 157810 h 1166887"/>
                <a:gd name="connsiteX324-7521" fmla="*/ 2152346 w 3024845"/>
                <a:gd name="connsiteY324-7522" fmla="*/ 101604 h 1166887"/>
                <a:gd name="connsiteX325-7523" fmla="*/ 2154373 w 3024845"/>
                <a:gd name="connsiteY325-7524" fmla="*/ 82148 h 1166887"/>
                <a:gd name="connsiteX326-7525" fmla="*/ 2158427 w 3024845"/>
                <a:gd name="connsiteY326-7526" fmla="*/ 99442 h 1166887"/>
                <a:gd name="connsiteX327-7527" fmla="*/ 2160453 w 3024845"/>
                <a:gd name="connsiteY327-7528" fmla="*/ 157810 h 1166887"/>
                <a:gd name="connsiteX328-7529" fmla="*/ 2162480 w 3024845"/>
                <a:gd name="connsiteY328-7530" fmla="*/ 220501 h 1166887"/>
                <a:gd name="connsiteX329-7531" fmla="*/ 2168560 w 3024845"/>
                <a:gd name="connsiteY329-7532" fmla="*/ 226987 h 1166887"/>
                <a:gd name="connsiteX330-7533" fmla="*/ 2166533 w 3024845"/>
                <a:gd name="connsiteY330-7534" fmla="*/ 233472 h 1166887"/>
                <a:gd name="connsiteX331-7535" fmla="*/ 2166533 w 3024845"/>
                <a:gd name="connsiteY331-7536" fmla="*/ 311296 h 1166887"/>
                <a:gd name="connsiteX332-7537" fmla="*/ 2168560 w 3024845"/>
                <a:gd name="connsiteY332-7538" fmla="*/ 315620 h 1166887"/>
                <a:gd name="connsiteX333-7539" fmla="*/ 2168560 w 3024845"/>
                <a:gd name="connsiteY333-7540" fmla="*/ 337238 h 1166887"/>
                <a:gd name="connsiteX334-7541" fmla="*/ 2182747 w 3024845"/>
                <a:gd name="connsiteY334-7542" fmla="*/ 337238 h 1166887"/>
                <a:gd name="connsiteX335-7543" fmla="*/ 2182747 w 3024845"/>
                <a:gd name="connsiteY335-7544" fmla="*/ 354532 h 1166887"/>
                <a:gd name="connsiteX336-7545" fmla="*/ 2190854 w 3024845"/>
                <a:gd name="connsiteY336-7546" fmla="*/ 378311 h 1166887"/>
                <a:gd name="connsiteX337-7547" fmla="*/ 2184774 w 3024845"/>
                <a:gd name="connsiteY337-7548" fmla="*/ 382635 h 1166887"/>
                <a:gd name="connsiteX338-7549" fmla="*/ 2172613 w 3024845"/>
                <a:gd name="connsiteY338-7550" fmla="*/ 404253 h 1166887"/>
                <a:gd name="connsiteX339-7551" fmla="*/ 2180720 w 3024845"/>
                <a:gd name="connsiteY339-7552" fmla="*/ 657181 h 1166887"/>
                <a:gd name="connsiteX340-7553" fmla="*/ 2245574 w 3024845"/>
                <a:gd name="connsiteY340-7554" fmla="*/ 657181 h 1166887"/>
                <a:gd name="connsiteX341-7555" fmla="*/ 2245574 w 3024845"/>
                <a:gd name="connsiteY341-7556" fmla="*/ 732843 h 1166887"/>
                <a:gd name="connsiteX342-7557" fmla="*/ 2253681 w 3024845"/>
                <a:gd name="connsiteY342-7558" fmla="*/ 732843 h 1166887"/>
                <a:gd name="connsiteX343-7559" fmla="*/ 2255708 w 3024845"/>
                <a:gd name="connsiteY343-7560" fmla="*/ 726358 h 1166887"/>
                <a:gd name="connsiteX344-7561" fmla="*/ 2261788 w 3024845"/>
                <a:gd name="connsiteY344-7562" fmla="*/ 726358 h 1166887"/>
                <a:gd name="connsiteX345-7563" fmla="*/ 2263815 w 3024845"/>
                <a:gd name="connsiteY345-7564" fmla="*/ 735005 h 1166887"/>
                <a:gd name="connsiteX346-7565" fmla="*/ 2275975 w 3024845"/>
                <a:gd name="connsiteY346-7566" fmla="*/ 735005 h 1166887"/>
                <a:gd name="connsiteX347-7567" fmla="*/ 2275975 w 3024845"/>
                <a:gd name="connsiteY347-7568" fmla="*/ 728519 h 1166887"/>
                <a:gd name="connsiteX348-7569" fmla="*/ 2298268 w 3024845"/>
                <a:gd name="connsiteY348-7570" fmla="*/ 728519 h 1166887"/>
                <a:gd name="connsiteX349-7571" fmla="*/ 2298268 w 3024845"/>
                <a:gd name="connsiteY349-7572" fmla="*/ 735005 h 1166887"/>
                <a:gd name="connsiteX350-7573" fmla="*/ 2318535 w 3024845"/>
                <a:gd name="connsiteY350-7574" fmla="*/ 735005 h 1166887"/>
                <a:gd name="connsiteX351-7575" fmla="*/ 2318535 w 3024845"/>
                <a:gd name="connsiteY351-7576" fmla="*/ 780402 h 1166887"/>
                <a:gd name="connsiteX352-7577" fmla="*/ 2332722 w 3024845"/>
                <a:gd name="connsiteY352-7578" fmla="*/ 780402 h 1166887"/>
                <a:gd name="connsiteX353-7579" fmla="*/ 2332722 w 3024845"/>
                <a:gd name="connsiteY353-7580" fmla="*/ 767431 h 1166887"/>
                <a:gd name="connsiteX354-7581" fmla="*/ 2348936 w 3024845"/>
                <a:gd name="connsiteY354-7582" fmla="*/ 767431 h 1166887"/>
                <a:gd name="connsiteX355-7583" fmla="*/ 2348936 w 3024845"/>
                <a:gd name="connsiteY355-7584" fmla="*/ 588004 h 1166887"/>
                <a:gd name="connsiteX356-7585" fmla="*/ 2355016 w 3024845"/>
                <a:gd name="connsiteY356-7586" fmla="*/ 581518 h 1166887"/>
                <a:gd name="connsiteX357-7587" fmla="*/ 2427977 w 3024845"/>
                <a:gd name="connsiteY357-7588" fmla="*/ 581518 h 1166887"/>
                <a:gd name="connsiteX358-7589" fmla="*/ 2427977 w 3024845"/>
                <a:gd name="connsiteY358-7590" fmla="*/ 590166 h 1166887"/>
                <a:gd name="connsiteX359-7591" fmla="*/ 2438110 w 3024845"/>
                <a:gd name="connsiteY359-7592" fmla="*/ 590166 h 1166887"/>
                <a:gd name="connsiteX360-7593" fmla="*/ 2438110 w 3024845"/>
                <a:gd name="connsiteY360-7594" fmla="*/ 704740 h 1166887"/>
                <a:gd name="connsiteX361-7595" fmla="*/ 2460404 w 3024845"/>
                <a:gd name="connsiteY361-7596" fmla="*/ 704740 h 1166887"/>
                <a:gd name="connsiteX362-7597" fmla="*/ 2460404 w 3024845"/>
                <a:gd name="connsiteY362-7598" fmla="*/ 637725 h 1166887"/>
                <a:gd name="connsiteX363-7599" fmla="*/ 2486751 w 3024845"/>
                <a:gd name="connsiteY363-7600" fmla="*/ 637725 h 1166887"/>
                <a:gd name="connsiteX364-7601" fmla="*/ 2490804 w 3024845"/>
                <a:gd name="connsiteY364-7602" fmla="*/ 633401 h 1166887"/>
                <a:gd name="connsiteX365-7603" fmla="*/ 2498911 w 3024845"/>
                <a:gd name="connsiteY365-7604" fmla="*/ 633401 h 1166887"/>
                <a:gd name="connsiteX366-7605" fmla="*/ 2502964 w 3024845"/>
                <a:gd name="connsiteY366-7606" fmla="*/ 637725 h 1166887"/>
                <a:gd name="connsiteX367-7607" fmla="*/ 2525258 w 3024845"/>
                <a:gd name="connsiteY367-7608" fmla="*/ 637725 h 1166887"/>
                <a:gd name="connsiteX368-7609" fmla="*/ 2525258 w 3024845"/>
                <a:gd name="connsiteY368-7610" fmla="*/ 520989 h 1166887"/>
                <a:gd name="connsiteX369-7611" fmla="*/ 2582005 w 3024845"/>
                <a:gd name="connsiteY369-7612" fmla="*/ 510180 h 1166887"/>
                <a:gd name="connsiteX370-7613" fmla="*/ 2582005 w 3024845"/>
                <a:gd name="connsiteY370-7614" fmla="*/ 511261 h 1166887"/>
                <a:gd name="connsiteX371-7615" fmla="*/ 2582005 w 3024845"/>
                <a:gd name="connsiteY371-7616" fmla="*/ 518827 h 1166887"/>
                <a:gd name="connsiteX372-7617" fmla="*/ 2608352 w 3024845"/>
                <a:gd name="connsiteY372-7618" fmla="*/ 518827 h 1166887"/>
                <a:gd name="connsiteX373-7619" fmla="*/ 2608352 w 3024845"/>
                <a:gd name="connsiteY373-7620" fmla="*/ 773917 h 1166887"/>
                <a:gd name="connsiteX374-7621" fmla="*/ 2630646 w 3024845"/>
                <a:gd name="connsiteY374-7622" fmla="*/ 773917 h 1166887"/>
                <a:gd name="connsiteX375-7623" fmla="*/ 2630646 w 3024845"/>
                <a:gd name="connsiteY375-7624" fmla="*/ 769593 h 1166887"/>
                <a:gd name="connsiteX376-7625" fmla="*/ 2642806 w 3024845"/>
                <a:gd name="connsiteY376-7626" fmla="*/ 769593 h 1166887"/>
                <a:gd name="connsiteX377-7627" fmla="*/ 2642806 w 3024845"/>
                <a:gd name="connsiteY377-7628" fmla="*/ 773917 h 1166887"/>
                <a:gd name="connsiteX378-7629" fmla="*/ 2667126 w 3024845"/>
                <a:gd name="connsiteY378-7630" fmla="*/ 773917 h 1166887"/>
                <a:gd name="connsiteX379-7631" fmla="*/ 2667126 w 3024845"/>
                <a:gd name="connsiteY379-7632" fmla="*/ 760946 h 1166887"/>
                <a:gd name="connsiteX380-7633" fmla="*/ 2695500 w 3024845"/>
                <a:gd name="connsiteY380-7634" fmla="*/ 760946 h 1166887"/>
                <a:gd name="connsiteX381-7635" fmla="*/ 2707660 w 3024845"/>
                <a:gd name="connsiteY381-7636" fmla="*/ 756622 h 1166887"/>
                <a:gd name="connsiteX382-7637" fmla="*/ 2727927 w 3024845"/>
                <a:gd name="connsiteY382-7638" fmla="*/ 760946 h 1166887"/>
                <a:gd name="connsiteX383-7639" fmla="*/ 2727927 w 3024845"/>
                <a:gd name="connsiteY383-7640" fmla="*/ 743652 h 1166887"/>
                <a:gd name="connsiteX384-7641" fmla="*/ 2736034 w 3024845"/>
                <a:gd name="connsiteY384-7642" fmla="*/ 743652 h 1166887"/>
                <a:gd name="connsiteX385-7643" fmla="*/ 2736034 w 3024845"/>
                <a:gd name="connsiteY385-7644" fmla="*/ 730681 h 1166887"/>
                <a:gd name="connsiteX386-7645" fmla="*/ 2792781 w 3024845"/>
                <a:gd name="connsiteY386-7646" fmla="*/ 730681 h 1166887"/>
                <a:gd name="connsiteX387-7647" fmla="*/ 2792781 w 3024845"/>
                <a:gd name="connsiteY387-7648" fmla="*/ 700416 h 1166887"/>
                <a:gd name="connsiteX388-7649" fmla="*/ 2811021 w 3024845"/>
                <a:gd name="connsiteY388-7650" fmla="*/ 700416 h 1166887"/>
                <a:gd name="connsiteX389-7651" fmla="*/ 2811021 w 3024845"/>
                <a:gd name="connsiteY389-7652" fmla="*/ 693931 h 1166887"/>
                <a:gd name="connsiteX390-7653" fmla="*/ 2823181 w 3024845"/>
                <a:gd name="connsiteY390-7654" fmla="*/ 693931 h 1166887"/>
                <a:gd name="connsiteX391-7655" fmla="*/ 2823181 w 3024845"/>
                <a:gd name="connsiteY391-7656" fmla="*/ 700416 h 1166887"/>
                <a:gd name="connsiteX392-7657" fmla="*/ 2839395 w 3024845"/>
                <a:gd name="connsiteY392-7658" fmla="*/ 700416 h 1166887"/>
                <a:gd name="connsiteX393-7659" fmla="*/ 2839395 w 3024845"/>
                <a:gd name="connsiteY393-7660" fmla="*/ 750137 h 1166887"/>
                <a:gd name="connsiteX394-7661" fmla="*/ 2871822 w 3024845"/>
                <a:gd name="connsiteY394-7662" fmla="*/ 750137 h 1166887"/>
                <a:gd name="connsiteX395-7663" fmla="*/ 2871822 w 3024845"/>
                <a:gd name="connsiteY395-7664" fmla="*/ 724196 h 1166887"/>
                <a:gd name="connsiteX396-7665" fmla="*/ 2910329 w 3024845"/>
                <a:gd name="connsiteY396-7666" fmla="*/ 724196 h 1166887"/>
                <a:gd name="connsiteX397-7667" fmla="*/ 2910329 w 3024845"/>
                <a:gd name="connsiteY397-7668" fmla="*/ 693931 h 1166887"/>
                <a:gd name="connsiteX398-7669" fmla="*/ 2958970 w 3024845"/>
                <a:gd name="connsiteY398-7670" fmla="*/ 693931 h 1166887"/>
                <a:gd name="connsiteX399-7671" fmla="*/ 2958970 w 3024845"/>
                <a:gd name="connsiteY399-7672" fmla="*/ 805087 h 1166887"/>
                <a:gd name="connsiteX400-7673" fmla="*/ 2958970 w 3024845"/>
                <a:gd name="connsiteY400-7674" fmla="*/ 818866 h 1166887"/>
                <a:gd name="connsiteX401-7675" fmla="*/ 3024845 w 3024845"/>
                <a:gd name="connsiteY401-7676" fmla="*/ 818866 h 1166887"/>
                <a:gd name="connsiteX402-7677" fmla="*/ 3024845 w 3024845"/>
                <a:gd name="connsiteY402-7678" fmla="*/ 1160647 h 1166887"/>
                <a:gd name="connsiteX403-7679" fmla="*/ 145862 w 3024845"/>
                <a:gd name="connsiteY403-7680" fmla="*/ 1160647 h 1166887"/>
                <a:gd name="connsiteX404-7681" fmla="*/ 2054 w 3024845"/>
                <a:gd name="connsiteY404-7682" fmla="*/ 1166887 h 1166887"/>
                <a:gd name="connsiteX405-7683" fmla="*/ 0 w 3024845"/>
                <a:gd name="connsiteY405-7684" fmla="*/ 724196 h 1166887"/>
                <a:gd name="connsiteX406-7685" fmla="*/ 20267 w 3024845"/>
                <a:gd name="connsiteY406-7686" fmla="*/ 724196 h 1166887"/>
                <a:gd name="connsiteX407-7687" fmla="*/ 20774 w 3024845"/>
                <a:gd name="connsiteY407-7688" fmla="*/ 723115 h 1166887"/>
                <a:gd name="connsiteX408-7689" fmla="*/ 24320 w 3024845"/>
                <a:gd name="connsiteY408-7690" fmla="*/ 715549 h 1166887"/>
                <a:gd name="connsiteX409-7691" fmla="*/ 26094 w 3024845"/>
                <a:gd name="connsiteY409-7692" fmla="*/ 715819 h 1166887"/>
                <a:gd name="connsiteX410-7693" fmla="*/ 38507 w 3024845"/>
                <a:gd name="connsiteY410-7694" fmla="*/ 717710 h 1166887"/>
                <a:gd name="connsiteX411-7695" fmla="*/ 39014 w 3024845"/>
                <a:gd name="connsiteY411-7696" fmla="*/ 719062 h 1166887"/>
                <a:gd name="connsiteX412-7697" fmla="*/ 42560 w 3024845"/>
                <a:gd name="connsiteY412-7698" fmla="*/ 728519 h 1166887"/>
                <a:gd name="connsiteX413-7699" fmla="*/ 68907 w 3024845"/>
                <a:gd name="connsiteY413-7700" fmla="*/ 730681 h 1166887"/>
                <a:gd name="connsiteX414-7701" fmla="*/ 68907 w 3024845"/>
                <a:gd name="connsiteY414-7702" fmla="*/ 607460 h 1166887"/>
                <a:gd name="connsiteX415-7703" fmla="*/ 70934 w 3024845"/>
                <a:gd name="connsiteY415-7704" fmla="*/ 607460 h 1166887"/>
                <a:gd name="connsiteX416-7705" fmla="*/ 85121 w 3024845"/>
                <a:gd name="connsiteY416-7706" fmla="*/ 607460 h 1166887"/>
                <a:gd name="connsiteX417-7707" fmla="*/ 85121 w 3024845"/>
                <a:gd name="connsiteY417-7708" fmla="*/ 471268 h 1166887"/>
                <a:gd name="connsiteX418-7709" fmla="*/ 86894 w 3024845"/>
                <a:gd name="connsiteY418-7710" fmla="*/ 471268 h 1166887"/>
                <a:gd name="connsiteX419-7711" fmla="*/ 99308 w 3024845"/>
                <a:gd name="connsiteY419-7712" fmla="*/ 471268 h 1166887"/>
                <a:gd name="connsiteX420-7713" fmla="*/ 99308 w 3024845"/>
                <a:gd name="connsiteY420-7714" fmla="*/ 356694 h 1166887"/>
                <a:gd name="connsiteX421-7715" fmla="*/ 103361 w 3024845"/>
                <a:gd name="connsiteY421-7716" fmla="*/ 328590 h 1166887"/>
                <a:gd name="connsiteX422-7717" fmla="*/ 105388 w 3024845"/>
                <a:gd name="connsiteY422-7718" fmla="*/ 328590 h 1166887"/>
                <a:gd name="connsiteX423-7719" fmla="*/ 119575 w 3024845"/>
                <a:gd name="connsiteY423-7720" fmla="*/ 328590 h 1166887"/>
                <a:gd name="connsiteX424-7721" fmla="*/ 156055 w 3024845"/>
                <a:gd name="connsiteY424-7722" fmla="*/ 246443 h 1166887"/>
                <a:gd name="connsiteX425-7723" fmla="*/ 160109 w 3024845"/>
                <a:gd name="connsiteY425-7724" fmla="*/ 0 h 1166887"/>
                <a:gd name="connsiteX0-7725" fmla="*/ 160109 w 3024845"/>
                <a:gd name="connsiteY0-7726" fmla="*/ 0 h 1160647"/>
                <a:gd name="connsiteX1-7727" fmla="*/ 162135 w 3024845"/>
                <a:gd name="connsiteY1-7728" fmla="*/ 246443 h 1160647"/>
                <a:gd name="connsiteX2-7729" fmla="*/ 200642 w 3024845"/>
                <a:gd name="connsiteY2-7730" fmla="*/ 326429 h 1160647"/>
                <a:gd name="connsiteX3-7731" fmla="*/ 202669 w 3024845"/>
                <a:gd name="connsiteY3-7732" fmla="*/ 326429 h 1160647"/>
                <a:gd name="connsiteX4-7733" fmla="*/ 216856 w 3024845"/>
                <a:gd name="connsiteY4-7734" fmla="*/ 326429 h 1160647"/>
                <a:gd name="connsiteX5-7735" fmla="*/ 216856 w 3024845"/>
                <a:gd name="connsiteY5-7736" fmla="*/ 350208 h 1160647"/>
                <a:gd name="connsiteX6-7737" fmla="*/ 217363 w 3024845"/>
                <a:gd name="connsiteY6-7738" fmla="*/ 351019 h 1160647"/>
                <a:gd name="connsiteX7-7739" fmla="*/ 220909 w 3024845"/>
                <a:gd name="connsiteY7-7740" fmla="*/ 356694 h 1160647"/>
                <a:gd name="connsiteX8-7741" fmla="*/ 220909 w 3024845"/>
                <a:gd name="connsiteY8-7742" fmla="*/ 471268 h 1160647"/>
                <a:gd name="connsiteX9-7743" fmla="*/ 223189 w 3024845"/>
                <a:gd name="connsiteY9-7744" fmla="*/ 471268 h 1160647"/>
                <a:gd name="connsiteX10-7745" fmla="*/ 239150 w 3024845"/>
                <a:gd name="connsiteY10-7746" fmla="*/ 471268 h 1160647"/>
                <a:gd name="connsiteX11-7747" fmla="*/ 239150 w 3024845"/>
                <a:gd name="connsiteY11-7748" fmla="*/ 611783 h 1160647"/>
                <a:gd name="connsiteX12-7749" fmla="*/ 240670 w 3024845"/>
                <a:gd name="connsiteY12-7750" fmla="*/ 611513 h 1160647"/>
                <a:gd name="connsiteX13-7751" fmla="*/ 251310 w 3024845"/>
                <a:gd name="connsiteY13-7752" fmla="*/ 609622 h 1160647"/>
                <a:gd name="connsiteX14-7753" fmla="*/ 249283 w 3024845"/>
                <a:gd name="connsiteY14-7754" fmla="*/ 698254 h 1160647"/>
                <a:gd name="connsiteX15-7755" fmla="*/ 250803 w 3024845"/>
                <a:gd name="connsiteY15-7756" fmla="*/ 698525 h 1160647"/>
                <a:gd name="connsiteX16-7757" fmla="*/ 261443 w 3024845"/>
                <a:gd name="connsiteY16-7758" fmla="*/ 700416 h 1160647"/>
                <a:gd name="connsiteX17-7759" fmla="*/ 261696 w 3024845"/>
                <a:gd name="connsiteY17-7760" fmla="*/ 701227 h 1160647"/>
                <a:gd name="connsiteX18-7761" fmla="*/ 263470 w 3024845"/>
                <a:gd name="connsiteY18-7762" fmla="*/ 706902 h 1160647"/>
                <a:gd name="connsiteX19-7763" fmla="*/ 264230 w 3024845"/>
                <a:gd name="connsiteY19-7764" fmla="*/ 704470 h 1160647"/>
                <a:gd name="connsiteX20-7765" fmla="*/ 269550 w 3024845"/>
                <a:gd name="connsiteY20-7766" fmla="*/ 687446 h 1160647"/>
                <a:gd name="connsiteX21-7767" fmla="*/ 271323 w 3024845"/>
                <a:gd name="connsiteY21-7768" fmla="*/ 687446 h 1160647"/>
                <a:gd name="connsiteX22-7769" fmla="*/ 283737 w 3024845"/>
                <a:gd name="connsiteY22-7770" fmla="*/ 687446 h 1160647"/>
                <a:gd name="connsiteX23-7771" fmla="*/ 283737 w 3024845"/>
                <a:gd name="connsiteY23-7772" fmla="*/ 719872 h 1160647"/>
                <a:gd name="connsiteX24-7773" fmla="*/ 284750 w 3024845"/>
                <a:gd name="connsiteY24-7774" fmla="*/ 720413 h 1160647"/>
                <a:gd name="connsiteX25-7775" fmla="*/ 291844 w 3024845"/>
                <a:gd name="connsiteY25-7776" fmla="*/ 724196 h 1160647"/>
                <a:gd name="connsiteX26-7777" fmla="*/ 291844 w 3024845"/>
                <a:gd name="connsiteY26-7778" fmla="*/ 725547 h 1160647"/>
                <a:gd name="connsiteX27-7779" fmla="*/ 291844 w 3024845"/>
                <a:gd name="connsiteY27-7780" fmla="*/ 735005 h 1160647"/>
                <a:gd name="connsiteX28-7781" fmla="*/ 336431 w 3024845"/>
                <a:gd name="connsiteY28-7782" fmla="*/ 735005 h 1160647"/>
                <a:gd name="connsiteX29-7783" fmla="*/ 336431 w 3024845"/>
                <a:gd name="connsiteY29-7784" fmla="*/ 736086 h 1160647"/>
                <a:gd name="connsiteX30-7785" fmla="*/ 336431 w 3024845"/>
                <a:gd name="connsiteY30-7786" fmla="*/ 743652 h 1160647"/>
                <a:gd name="connsiteX31-7787" fmla="*/ 338457 w 3024845"/>
                <a:gd name="connsiteY31-7788" fmla="*/ 743652 h 1160647"/>
                <a:gd name="connsiteX32-7789" fmla="*/ 352644 w 3024845"/>
                <a:gd name="connsiteY32-7790" fmla="*/ 743652 h 1160647"/>
                <a:gd name="connsiteX33-7791" fmla="*/ 352644 w 3024845"/>
                <a:gd name="connsiteY33-7792" fmla="*/ 713387 h 1160647"/>
                <a:gd name="connsiteX34-7793" fmla="*/ 397231 w 3024845"/>
                <a:gd name="connsiteY34-7794" fmla="*/ 713387 h 1160647"/>
                <a:gd name="connsiteX35-7795" fmla="*/ 397231 w 3024845"/>
                <a:gd name="connsiteY35-7796" fmla="*/ 712036 h 1160647"/>
                <a:gd name="connsiteX36-7797" fmla="*/ 397231 w 3024845"/>
                <a:gd name="connsiteY36-7798" fmla="*/ 702578 h 1160647"/>
                <a:gd name="connsiteX37-7799" fmla="*/ 398245 w 3024845"/>
                <a:gd name="connsiteY37-7800" fmla="*/ 702578 h 1160647"/>
                <a:gd name="connsiteX38-7801" fmla="*/ 405338 w 3024845"/>
                <a:gd name="connsiteY38-7802" fmla="*/ 702578 h 1160647"/>
                <a:gd name="connsiteX39-7803" fmla="*/ 405338 w 3024845"/>
                <a:gd name="connsiteY39-7804" fmla="*/ 700687 h 1160647"/>
                <a:gd name="connsiteX40-7805" fmla="*/ 405338 w 3024845"/>
                <a:gd name="connsiteY40-7806" fmla="*/ 687446 h 1160647"/>
                <a:gd name="connsiteX41-7807" fmla="*/ 406098 w 3024845"/>
                <a:gd name="connsiteY41-7808" fmla="*/ 687446 h 1160647"/>
                <a:gd name="connsiteX42-7809" fmla="*/ 411418 w 3024845"/>
                <a:gd name="connsiteY42-7810" fmla="*/ 687446 h 1160647"/>
                <a:gd name="connsiteX43-7811" fmla="*/ 411418 w 3024845"/>
                <a:gd name="connsiteY43-7812" fmla="*/ 686365 h 1160647"/>
                <a:gd name="connsiteX44-7813" fmla="*/ 411418 w 3024845"/>
                <a:gd name="connsiteY44-7814" fmla="*/ 678798 h 1160647"/>
                <a:gd name="connsiteX45-7815" fmla="*/ 413445 w 3024845"/>
                <a:gd name="connsiteY45-7816" fmla="*/ 678798 h 1160647"/>
                <a:gd name="connsiteX46-7817" fmla="*/ 427632 w 3024845"/>
                <a:gd name="connsiteY46-7818" fmla="*/ 678798 h 1160647"/>
                <a:gd name="connsiteX47-7819" fmla="*/ 427632 w 3024845"/>
                <a:gd name="connsiteY47-7820" fmla="*/ 679879 h 1160647"/>
                <a:gd name="connsiteX48-7821" fmla="*/ 427632 w 3024845"/>
                <a:gd name="connsiteY48-7822" fmla="*/ 687446 h 1160647"/>
                <a:gd name="connsiteX49-7823" fmla="*/ 449925 w 3024845"/>
                <a:gd name="connsiteY49-7824" fmla="*/ 687446 h 1160647"/>
                <a:gd name="connsiteX50-7825" fmla="*/ 449925 w 3024845"/>
                <a:gd name="connsiteY50-7826" fmla="*/ 685554 h 1160647"/>
                <a:gd name="connsiteX51-7827" fmla="*/ 449925 w 3024845"/>
                <a:gd name="connsiteY51-7828" fmla="*/ 672313 h 1160647"/>
                <a:gd name="connsiteX52-7829" fmla="*/ 451699 w 3024845"/>
                <a:gd name="connsiteY52-7830" fmla="*/ 672313 h 1160647"/>
                <a:gd name="connsiteX53-7831" fmla="*/ 464112 w 3024845"/>
                <a:gd name="connsiteY53-7832" fmla="*/ 672313 h 1160647"/>
                <a:gd name="connsiteX54-7833" fmla="*/ 464112 w 3024845"/>
                <a:gd name="connsiteY54-7834" fmla="*/ 696093 h 1160647"/>
                <a:gd name="connsiteX55-7835" fmla="*/ 465126 w 3024845"/>
                <a:gd name="connsiteY55-7836" fmla="*/ 696093 h 1160647"/>
                <a:gd name="connsiteX56-7837" fmla="*/ 472219 w 3024845"/>
                <a:gd name="connsiteY56-7838" fmla="*/ 696093 h 1160647"/>
                <a:gd name="connsiteX57-7839" fmla="*/ 472219 w 3024845"/>
                <a:gd name="connsiteY57-7840" fmla="*/ 695012 h 1160647"/>
                <a:gd name="connsiteX58-7841" fmla="*/ 472219 w 3024845"/>
                <a:gd name="connsiteY58-7842" fmla="*/ 687446 h 1160647"/>
                <a:gd name="connsiteX59-7843" fmla="*/ 473992 w 3024845"/>
                <a:gd name="connsiteY59-7844" fmla="*/ 687446 h 1160647"/>
                <a:gd name="connsiteX60-7845" fmla="*/ 486406 w 3024845"/>
                <a:gd name="connsiteY60-7846" fmla="*/ 687446 h 1160647"/>
                <a:gd name="connsiteX61-7847" fmla="*/ 486406 w 3024845"/>
                <a:gd name="connsiteY61-7848" fmla="*/ 713387 h 1160647"/>
                <a:gd name="connsiteX62-7849" fmla="*/ 488433 w 3024845"/>
                <a:gd name="connsiteY62-7850" fmla="*/ 713387 h 1160647"/>
                <a:gd name="connsiteX63-7851" fmla="*/ 502619 w 3024845"/>
                <a:gd name="connsiteY63-7852" fmla="*/ 713387 h 1160647"/>
                <a:gd name="connsiteX64-7853" fmla="*/ 502619 w 3024845"/>
                <a:gd name="connsiteY64-7854" fmla="*/ 715008 h 1160647"/>
                <a:gd name="connsiteX65-7855" fmla="*/ 502619 w 3024845"/>
                <a:gd name="connsiteY65-7856" fmla="*/ 726358 h 1160647"/>
                <a:gd name="connsiteX66-7857" fmla="*/ 503379 w 3024845"/>
                <a:gd name="connsiteY66-7858" fmla="*/ 726358 h 1160647"/>
                <a:gd name="connsiteX67-7859" fmla="*/ 508700 w 3024845"/>
                <a:gd name="connsiteY67-7860" fmla="*/ 726358 h 1160647"/>
                <a:gd name="connsiteX68-7861" fmla="*/ 508700 w 3024845"/>
                <a:gd name="connsiteY68-7862" fmla="*/ 725547 h 1160647"/>
                <a:gd name="connsiteX69-7863" fmla="*/ 508700 w 3024845"/>
                <a:gd name="connsiteY69-7864" fmla="*/ 719872 h 1160647"/>
                <a:gd name="connsiteX70-7865" fmla="*/ 539100 w 3024845"/>
                <a:gd name="connsiteY70-7866" fmla="*/ 719872 h 1160647"/>
                <a:gd name="connsiteX71-7867" fmla="*/ 539100 w 3024845"/>
                <a:gd name="connsiteY71-7868" fmla="*/ 743652 h 1160647"/>
                <a:gd name="connsiteX72-7869" fmla="*/ 540113 w 3024845"/>
                <a:gd name="connsiteY72-7870" fmla="*/ 743652 h 1160647"/>
                <a:gd name="connsiteX73-7871" fmla="*/ 547207 w 3024845"/>
                <a:gd name="connsiteY73-7872" fmla="*/ 743652 h 1160647"/>
                <a:gd name="connsiteX74-7873" fmla="*/ 547207 w 3024845"/>
                <a:gd name="connsiteY74-7874" fmla="*/ 744733 h 1160647"/>
                <a:gd name="connsiteX75-7875" fmla="*/ 547207 w 3024845"/>
                <a:gd name="connsiteY75-7876" fmla="*/ 752299 h 1160647"/>
                <a:gd name="connsiteX76-7877" fmla="*/ 547967 w 3024845"/>
                <a:gd name="connsiteY76-7878" fmla="*/ 752299 h 1160647"/>
                <a:gd name="connsiteX77-7879" fmla="*/ 553287 w 3024845"/>
                <a:gd name="connsiteY77-7880" fmla="*/ 752299 h 1160647"/>
                <a:gd name="connsiteX78-7881" fmla="*/ 553287 w 3024845"/>
                <a:gd name="connsiteY78-7882" fmla="*/ 750137 h 1160647"/>
                <a:gd name="connsiteX79-7883" fmla="*/ 553287 w 3024845"/>
                <a:gd name="connsiteY79-7884" fmla="*/ 735005 h 1160647"/>
                <a:gd name="connsiteX80-7885" fmla="*/ 554300 w 3024845"/>
                <a:gd name="connsiteY80-7886" fmla="*/ 735005 h 1160647"/>
                <a:gd name="connsiteX81-7887" fmla="*/ 561394 w 3024845"/>
                <a:gd name="connsiteY81-7888" fmla="*/ 735005 h 1160647"/>
                <a:gd name="connsiteX82-7889" fmla="*/ 561394 w 3024845"/>
                <a:gd name="connsiteY82-7890" fmla="*/ 736086 h 1160647"/>
                <a:gd name="connsiteX83-7891" fmla="*/ 561394 w 3024845"/>
                <a:gd name="connsiteY83-7892" fmla="*/ 743652 h 1160647"/>
                <a:gd name="connsiteX84-7893" fmla="*/ 566714 w 3024845"/>
                <a:gd name="connsiteY84-7894" fmla="*/ 741659 h 1160647"/>
                <a:gd name="connsiteX85-7895" fmla="*/ 567474 w 3024845"/>
                <a:gd name="connsiteY85-7896" fmla="*/ 740679 h 1160647"/>
                <a:gd name="connsiteX86-7897" fmla="*/ 567474 w 3024845"/>
                <a:gd name="connsiteY86-7898" fmla="*/ 735005 h 1160647"/>
                <a:gd name="connsiteX87-7899" fmla="*/ 605981 w 3024845"/>
                <a:gd name="connsiteY87-7900" fmla="*/ 735005 h 1160647"/>
                <a:gd name="connsiteX88-7901" fmla="*/ 605981 w 3024845"/>
                <a:gd name="connsiteY88-7902" fmla="*/ 758784 h 1160647"/>
                <a:gd name="connsiteX89-7903" fmla="*/ 608007 w 3024845"/>
                <a:gd name="connsiteY89-7904" fmla="*/ 758784 h 1160647"/>
                <a:gd name="connsiteX90-7905" fmla="*/ 622194 w 3024845"/>
                <a:gd name="connsiteY90-7906" fmla="*/ 758784 h 1160647"/>
                <a:gd name="connsiteX91-7907" fmla="*/ 622194 w 3024845"/>
                <a:gd name="connsiteY91-7908" fmla="*/ 759865 h 1160647"/>
                <a:gd name="connsiteX92-7909" fmla="*/ 622194 w 3024845"/>
                <a:gd name="connsiteY92-7910" fmla="*/ 767431 h 1160647"/>
                <a:gd name="connsiteX93-7911" fmla="*/ 623968 w 3024845"/>
                <a:gd name="connsiteY93-7912" fmla="*/ 767431 h 1160647"/>
                <a:gd name="connsiteX94-7913" fmla="*/ 636381 w 3024845"/>
                <a:gd name="connsiteY94-7914" fmla="*/ 767431 h 1160647"/>
                <a:gd name="connsiteX95-7915" fmla="*/ 636381 w 3024845"/>
                <a:gd name="connsiteY95-7916" fmla="*/ 743652 h 1160647"/>
                <a:gd name="connsiteX96-7917" fmla="*/ 637394 w 3024845"/>
                <a:gd name="connsiteY96-7918" fmla="*/ 743652 h 1160647"/>
                <a:gd name="connsiteX97-7919" fmla="*/ 644488 w 3024845"/>
                <a:gd name="connsiteY97-7920" fmla="*/ 743652 h 1160647"/>
                <a:gd name="connsiteX98-7921" fmla="*/ 644488 w 3024845"/>
                <a:gd name="connsiteY98-7922" fmla="*/ 711225 h 1160647"/>
                <a:gd name="connsiteX99-7923" fmla="*/ 645501 w 3024845"/>
                <a:gd name="connsiteY99-7924" fmla="*/ 711225 h 1160647"/>
                <a:gd name="connsiteX100-7925" fmla="*/ 652595 w 3024845"/>
                <a:gd name="connsiteY100-7926" fmla="*/ 711225 h 1160647"/>
                <a:gd name="connsiteX101-7927" fmla="*/ 652595 w 3024845"/>
                <a:gd name="connsiteY101-7928" fmla="*/ 709334 h 1160647"/>
                <a:gd name="connsiteX102-7929" fmla="*/ 652595 w 3024845"/>
                <a:gd name="connsiteY102-7930" fmla="*/ 696093 h 1160647"/>
                <a:gd name="connsiteX103-7931" fmla="*/ 651328 w 3024845"/>
                <a:gd name="connsiteY103-7932" fmla="*/ 694471 h 1160647"/>
                <a:gd name="connsiteX104-7933" fmla="*/ 656648 w 3024845"/>
                <a:gd name="connsiteY104-7934" fmla="*/ 683122 h 1160647"/>
                <a:gd name="connsiteX105-7935" fmla="*/ 664755 w 3024845"/>
                <a:gd name="connsiteY105-7936" fmla="*/ 711225 h 1160647"/>
                <a:gd name="connsiteX106-7937" fmla="*/ 665515 w 3024845"/>
                <a:gd name="connsiteY106-7938" fmla="*/ 711225 h 1160647"/>
                <a:gd name="connsiteX107-7939" fmla="*/ 670835 w 3024845"/>
                <a:gd name="connsiteY107-7940" fmla="*/ 711225 h 1160647"/>
                <a:gd name="connsiteX108-7941" fmla="*/ 670835 w 3024845"/>
                <a:gd name="connsiteY108-7942" fmla="*/ 605298 h 1160647"/>
                <a:gd name="connsiteX109-7943" fmla="*/ 672355 w 3024845"/>
                <a:gd name="connsiteY109-7944" fmla="*/ 605298 h 1160647"/>
                <a:gd name="connsiteX110-7945" fmla="*/ 682995 w 3024845"/>
                <a:gd name="connsiteY110-7946" fmla="*/ 605298 h 1160647"/>
                <a:gd name="connsiteX111-7947" fmla="*/ 682995 w 3024845"/>
                <a:gd name="connsiteY111-7948" fmla="*/ 557739 h 1160647"/>
                <a:gd name="connsiteX112-7949" fmla="*/ 709342 w 3024845"/>
                <a:gd name="connsiteY112-7950" fmla="*/ 557739 h 1160647"/>
                <a:gd name="connsiteX113-7951" fmla="*/ 709342 w 3024845"/>
                <a:gd name="connsiteY113-7952" fmla="*/ 536121 h 1160647"/>
                <a:gd name="connsiteX114-7953" fmla="*/ 743796 w 3024845"/>
                <a:gd name="connsiteY114-7954" fmla="*/ 536121 h 1160647"/>
                <a:gd name="connsiteX115-7955" fmla="*/ 743796 w 3024845"/>
                <a:gd name="connsiteY115-7956" fmla="*/ 538553 h 1160647"/>
                <a:gd name="connsiteX116-7957" fmla="*/ 743796 w 3024845"/>
                <a:gd name="connsiteY116-7958" fmla="*/ 555577 h 1160647"/>
                <a:gd name="connsiteX117-7959" fmla="*/ 746076 w 3024845"/>
                <a:gd name="connsiteY117-7960" fmla="*/ 555577 h 1160647"/>
                <a:gd name="connsiteX118-7961" fmla="*/ 762036 w 3024845"/>
                <a:gd name="connsiteY118-7962" fmla="*/ 555577 h 1160647"/>
                <a:gd name="connsiteX119-7963" fmla="*/ 762036 w 3024845"/>
                <a:gd name="connsiteY119-7964" fmla="*/ 603136 h 1160647"/>
                <a:gd name="connsiteX120-7965" fmla="*/ 763049 w 3024845"/>
                <a:gd name="connsiteY120-7966" fmla="*/ 603136 h 1160647"/>
                <a:gd name="connsiteX121-7967" fmla="*/ 770143 w 3024845"/>
                <a:gd name="connsiteY121-7968" fmla="*/ 603136 h 1160647"/>
                <a:gd name="connsiteX122-7969" fmla="*/ 784330 w 3024845"/>
                <a:gd name="connsiteY122-7970" fmla="*/ 607460 h 1160647"/>
                <a:gd name="connsiteX123-7971" fmla="*/ 784330 w 3024845"/>
                <a:gd name="connsiteY123-7972" fmla="*/ 646372 h 1160647"/>
                <a:gd name="connsiteX124-7973" fmla="*/ 785343 w 3024845"/>
                <a:gd name="connsiteY124-7974" fmla="*/ 646372 h 1160647"/>
                <a:gd name="connsiteX125-7975" fmla="*/ 792436 w 3024845"/>
                <a:gd name="connsiteY125-7976" fmla="*/ 646372 h 1160647"/>
                <a:gd name="connsiteX126-7977" fmla="*/ 792436 w 3024845"/>
                <a:gd name="connsiteY126-7978" fmla="*/ 647993 h 1160647"/>
                <a:gd name="connsiteX127-7979" fmla="*/ 792436 w 3024845"/>
                <a:gd name="connsiteY127-7980" fmla="*/ 659342 h 1160647"/>
                <a:gd name="connsiteX128-7981" fmla="*/ 794463 w 3024845"/>
                <a:gd name="connsiteY128-7982" fmla="*/ 659342 h 1160647"/>
                <a:gd name="connsiteX129-7983" fmla="*/ 808650 w 3024845"/>
                <a:gd name="connsiteY129-7984" fmla="*/ 659342 h 1160647"/>
                <a:gd name="connsiteX130-7985" fmla="*/ 814730 w 3024845"/>
                <a:gd name="connsiteY130-7986" fmla="*/ 665828 h 1160647"/>
                <a:gd name="connsiteX131-7987" fmla="*/ 814730 w 3024845"/>
                <a:gd name="connsiteY131-7988" fmla="*/ 687446 h 1160647"/>
                <a:gd name="connsiteX132-7989" fmla="*/ 817010 w 3024845"/>
                <a:gd name="connsiteY132-7990" fmla="*/ 687446 h 1160647"/>
                <a:gd name="connsiteX133-7991" fmla="*/ 832970 w 3024845"/>
                <a:gd name="connsiteY133-7992" fmla="*/ 687446 h 1160647"/>
                <a:gd name="connsiteX134-7993" fmla="*/ 832970 w 3024845"/>
                <a:gd name="connsiteY134-7994" fmla="*/ 688526 h 1160647"/>
                <a:gd name="connsiteX135-7995" fmla="*/ 832970 w 3024845"/>
                <a:gd name="connsiteY135-7996" fmla="*/ 696093 h 1160647"/>
                <a:gd name="connsiteX136-7997" fmla="*/ 834237 w 3024845"/>
                <a:gd name="connsiteY136-7998" fmla="*/ 696093 h 1160647"/>
                <a:gd name="connsiteX137-7999" fmla="*/ 843104 w 3024845"/>
                <a:gd name="connsiteY137-8000" fmla="*/ 696093 h 1160647"/>
                <a:gd name="connsiteX138-8001" fmla="*/ 843104 w 3024845"/>
                <a:gd name="connsiteY138-8002" fmla="*/ 698254 h 1160647"/>
                <a:gd name="connsiteX139-8003" fmla="*/ 843104 w 3024845"/>
                <a:gd name="connsiteY139-8004" fmla="*/ 713387 h 1160647"/>
                <a:gd name="connsiteX140-8005" fmla="*/ 847157 w 3024845"/>
                <a:gd name="connsiteY140-8006" fmla="*/ 711495 h 1160647"/>
                <a:gd name="connsiteX141-8007" fmla="*/ 847157 w 3024845"/>
                <a:gd name="connsiteY141-8008" fmla="*/ 698254 h 1160647"/>
                <a:gd name="connsiteX142-8009" fmla="*/ 848170 w 3024845"/>
                <a:gd name="connsiteY142-8010" fmla="*/ 698254 h 1160647"/>
                <a:gd name="connsiteX143-8011" fmla="*/ 855264 w 3024845"/>
                <a:gd name="connsiteY143-8012" fmla="*/ 698254 h 1160647"/>
                <a:gd name="connsiteX144-8013" fmla="*/ 855264 w 3024845"/>
                <a:gd name="connsiteY144-8014" fmla="*/ 699876 h 1160647"/>
                <a:gd name="connsiteX145-8015" fmla="*/ 855264 w 3024845"/>
                <a:gd name="connsiteY145-8016" fmla="*/ 711225 h 1160647"/>
                <a:gd name="connsiteX146-8017" fmla="*/ 856024 w 3024845"/>
                <a:gd name="connsiteY146-8018" fmla="*/ 711225 h 1160647"/>
                <a:gd name="connsiteX147-8019" fmla="*/ 861344 w 3024845"/>
                <a:gd name="connsiteY147-8020" fmla="*/ 711225 h 1160647"/>
                <a:gd name="connsiteX148-8021" fmla="*/ 909984 w 3024845"/>
                <a:gd name="connsiteY148-8022" fmla="*/ 706902 h 1160647"/>
                <a:gd name="connsiteX149-8023" fmla="*/ 909984 w 3024845"/>
                <a:gd name="connsiteY149-8024" fmla="*/ 708253 h 1160647"/>
                <a:gd name="connsiteX150-8025" fmla="*/ 909984 w 3024845"/>
                <a:gd name="connsiteY150-8026" fmla="*/ 717710 h 1160647"/>
                <a:gd name="connsiteX151-8027" fmla="*/ 910744 w 3024845"/>
                <a:gd name="connsiteY151-8028" fmla="*/ 717710 h 1160647"/>
                <a:gd name="connsiteX152-8029" fmla="*/ 916065 w 3024845"/>
                <a:gd name="connsiteY152-8030" fmla="*/ 717710 h 1160647"/>
                <a:gd name="connsiteX153-8031" fmla="*/ 916065 w 3024845"/>
                <a:gd name="connsiteY153-8032" fmla="*/ 719872 h 1160647"/>
                <a:gd name="connsiteX154-8033" fmla="*/ 916065 w 3024845"/>
                <a:gd name="connsiteY154-8034" fmla="*/ 735005 h 1160647"/>
                <a:gd name="connsiteX155-8035" fmla="*/ 918091 w 3024845"/>
                <a:gd name="connsiteY155-8036" fmla="*/ 733654 h 1160647"/>
                <a:gd name="connsiteX156-8037" fmla="*/ 932278 w 3024845"/>
                <a:gd name="connsiteY156-8038" fmla="*/ 724196 h 1160647"/>
                <a:gd name="connsiteX157-8039" fmla="*/ 938358 w 3024845"/>
                <a:gd name="connsiteY157-8040" fmla="*/ 683122 h 1160647"/>
                <a:gd name="connsiteX158-8041" fmla="*/ 939118 w 3024845"/>
                <a:gd name="connsiteY158-8042" fmla="*/ 682852 h 1160647"/>
                <a:gd name="connsiteX159-8043" fmla="*/ 944438 w 3024845"/>
                <a:gd name="connsiteY159-8044" fmla="*/ 680960 h 1160647"/>
                <a:gd name="connsiteX160-8045" fmla="*/ 946465 w 3024845"/>
                <a:gd name="connsiteY160-8046" fmla="*/ 611783 h 1160647"/>
                <a:gd name="connsiteX161-8047" fmla="*/ 948492 w 3024845"/>
                <a:gd name="connsiteY161-8048" fmla="*/ 680960 h 1160647"/>
                <a:gd name="connsiteX162-8049" fmla="*/ 949252 w 3024845"/>
                <a:gd name="connsiteY162-8050" fmla="*/ 681230 h 1160647"/>
                <a:gd name="connsiteX163-8051" fmla="*/ 954572 w 3024845"/>
                <a:gd name="connsiteY163-8052" fmla="*/ 683122 h 1160647"/>
                <a:gd name="connsiteX164-8053" fmla="*/ 954572 w 3024845"/>
                <a:gd name="connsiteY164-8054" fmla="*/ 596651 h 1160647"/>
                <a:gd name="connsiteX165-8055" fmla="*/ 958625 w 3024845"/>
                <a:gd name="connsiteY165-8056" fmla="*/ 564224 h 1160647"/>
                <a:gd name="connsiteX166-8057" fmla="*/ 997132 w 3024845"/>
                <a:gd name="connsiteY166-8058" fmla="*/ 564224 h 1160647"/>
                <a:gd name="connsiteX167-8059" fmla="*/ 997132 w 3024845"/>
                <a:gd name="connsiteY167-8060" fmla="*/ 596651 h 1160647"/>
                <a:gd name="connsiteX168-8061" fmla="*/ 997892 w 3024845"/>
                <a:gd name="connsiteY168-8062" fmla="*/ 596651 h 1160647"/>
                <a:gd name="connsiteX169-8063" fmla="*/ 1003212 w 3024845"/>
                <a:gd name="connsiteY169-8064" fmla="*/ 596651 h 1160647"/>
                <a:gd name="connsiteX170-8065" fmla="*/ 1003212 w 3024845"/>
                <a:gd name="connsiteY170-8066" fmla="*/ 514503 h 1160647"/>
                <a:gd name="connsiteX171-8067" fmla="*/ 1004986 w 3024845"/>
                <a:gd name="connsiteY171-8068" fmla="*/ 514503 h 1160647"/>
                <a:gd name="connsiteX172-8069" fmla="*/ 1017399 w 3024845"/>
                <a:gd name="connsiteY172-8070" fmla="*/ 514503 h 1160647"/>
                <a:gd name="connsiteX173-8071" fmla="*/ 1017399 w 3024845"/>
                <a:gd name="connsiteY173-8072" fmla="*/ 512612 h 1160647"/>
                <a:gd name="connsiteX174-8073" fmla="*/ 1017399 w 3024845"/>
                <a:gd name="connsiteY174-8074" fmla="*/ 499371 h 1160647"/>
                <a:gd name="connsiteX175-8075" fmla="*/ 1039693 w 3024845"/>
                <a:gd name="connsiteY175-8076" fmla="*/ 499371 h 1160647"/>
                <a:gd name="connsiteX176-8077" fmla="*/ 1039693 w 3024845"/>
                <a:gd name="connsiteY176-8078" fmla="*/ 498290 h 1160647"/>
                <a:gd name="connsiteX177-8079" fmla="*/ 1039693 w 3024845"/>
                <a:gd name="connsiteY177-8080" fmla="*/ 490724 h 1160647"/>
                <a:gd name="connsiteX178-8081" fmla="*/ 1041466 w 3024845"/>
                <a:gd name="connsiteY178-8082" fmla="*/ 490724 h 1160647"/>
                <a:gd name="connsiteX179-8083" fmla="*/ 1053880 w 3024845"/>
                <a:gd name="connsiteY179-8084" fmla="*/ 490724 h 1160647"/>
                <a:gd name="connsiteX180-8085" fmla="*/ 1053880 w 3024845"/>
                <a:gd name="connsiteY180-8086" fmla="*/ 491805 h 1160647"/>
                <a:gd name="connsiteX181-8087" fmla="*/ 1053880 w 3024845"/>
                <a:gd name="connsiteY181-8088" fmla="*/ 499371 h 1160647"/>
                <a:gd name="connsiteX182-8089" fmla="*/ 1054640 w 3024845"/>
                <a:gd name="connsiteY182-8090" fmla="*/ 499371 h 1160647"/>
                <a:gd name="connsiteX183-8091" fmla="*/ 1059960 w 3024845"/>
                <a:gd name="connsiteY183-8092" fmla="*/ 499371 h 1160647"/>
                <a:gd name="connsiteX184-8093" fmla="*/ 1070093 w 3024845"/>
                <a:gd name="connsiteY184-8094" fmla="*/ 495047 h 1160647"/>
                <a:gd name="connsiteX185-8095" fmla="*/ 1074146 w 3024845"/>
                <a:gd name="connsiteY185-8096" fmla="*/ 498290 h 1160647"/>
                <a:gd name="connsiteX186-8097" fmla="*/ 1074146 w 3024845"/>
                <a:gd name="connsiteY186-8098" fmla="*/ 490724 h 1160647"/>
                <a:gd name="connsiteX187-8099" fmla="*/ 1076426 w 3024845"/>
                <a:gd name="connsiteY187-8100" fmla="*/ 490724 h 1160647"/>
                <a:gd name="connsiteX188-8101" fmla="*/ 1092387 w 3024845"/>
                <a:gd name="connsiteY188-8102" fmla="*/ 490724 h 1160647"/>
                <a:gd name="connsiteX189-8103" fmla="*/ 1092387 w 3024845"/>
                <a:gd name="connsiteY189-8104" fmla="*/ 491805 h 1160647"/>
                <a:gd name="connsiteX190-8105" fmla="*/ 1092387 w 3024845"/>
                <a:gd name="connsiteY190-8106" fmla="*/ 499371 h 1160647"/>
                <a:gd name="connsiteX191-8107" fmla="*/ 1122787 w 3024845"/>
                <a:gd name="connsiteY191-8108" fmla="*/ 499371 h 1160647"/>
                <a:gd name="connsiteX192-8109" fmla="*/ 1122787 w 3024845"/>
                <a:gd name="connsiteY192-8110" fmla="*/ 500992 h 1160647"/>
                <a:gd name="connsiteX193-8111" fmla="*/ 1122787 w 3024845"/>
                <a:gd name="connsiteY193-8112" fmla="*/ 512342 h 1160647"/>
                <a:gd name="connsiteX194-8113" fmla="*/ 1149134 w 3024845"/>
                <a:gd name="connsiteY194-8114" fmla="*/ 512342 h 1160647"/>
                <a:gd name="connsiteX195-8115" fmla="*/ 1149134 w 3024845"/>
                <a:gd name="connsiteY195-8116" fmla="*/ 542606 h 1160647"/>
                <a:gd name="connsiteX196-8117" fmla="*/ 1149894 w 3024845"/>
                <a:gd name="connsiteY196-8118" fmla="*/ 542606 h 1160647"/>
                <a:gd name="connsiteX197-8119" fmla="*/ 1155214 w 3024845"/>
                <a:gd name="connsiteY197-8120" fmla="*/ 542606 h 1160647"/>
                <a:gd name="connsiteX198-8121" fmla="*/ 1155214 w 3024845"/>
                <a:gd name="connsiteY198-8122" fmla="*/ 543687 h 1160647"/>
                <a:gd name="connsiteX199-8123" fmla="*/ 1155214 w 3024845"/>
                <a:gd name="connsiteY199-8124" fmla="*/ 551254 h 1160647"/>
                <a:gd name="connsiteX200-8125" fmla="*/ 1159268 w 3024845"/>
                <a:gd name="connsiteY200-8126" fmla="*/ 581518 h 1160647"/>
                <a:gd name="connsiteX201-8127" fmla="*/ 1160028 w 3024845"/>
                <a:gd name="connsiteY201-8128" fmla="*/ 581518 h 1160647"/>
                <a:gd name="connsiteX202-8129" fmla="*/ 1165348 w 3024845"/>
                <a:gd name="connsiteY202-8130" fmla="*/ 581518 h 1160647"/>
                <a:gd name="connsiteX203-8131" fmla="*/ 1165348 w 3024845"/>
                <a:gd name="connsiteY203-8132" fmla="*/ 582329 h 1160647"/>
                <a:gd name="connsiteX204-8133" fmla="*/ 1165348 w 3024845"/>
                <a:gd name="connsiteY204-8134" fmla="*/ 588004 h 1160647"/>
                <a:gd name="connsiteX205-8135" fmla="*/ 1166361 w 3024845"/>
                <a:gd name="connsiteY205-8136" fmla="*/ 588004 h 1160647"/>
                <a:gd name="connsiteX206-8137" fmla="*/ 1173454 w 3024845"/>
                <a:gd name="connsiteY206-8138" fmla="*/ 588004 h 1160647"/>
                <a:gd name="connsiteX207-8139" fmla="*/ 1173454 w 3024845"/>
                <a:gd name="connsiteY207-8140" fmla="*/ 618269 h 1160647"/>
                <a:gd name="connsiteX208-8141" fmla="*/ 1175481 w 3024845"/>
                <a:gd name="connsiteY208-8142" fmla="*/ 618269 h 1160647"/>
                <a:gd name="connsiteX209-8143" fmla="*/ 1189668 w 3024845"/>
                <a:gd name="connsiteY209-8144" fmla="*/ 618269 h 1160647"/>
                <a:gd name="connsiteX210-8145" fmla="*/ 1189668 w 3024845"/>
                <a:gd name="connsiteY210-8146" fmla="*/ 642048 h 1160647"/>
                <a:gd name="connsiteX211-8147" fmla="*/ 1191695 w 3024845"/>
                <a:gd name="connsiteY211-8148" fmla="*/ 643669 h 1160647"/>
                <a:gd name="connsiteX212-8149" fmla="*/ 1191695 w 3024845"/>
                <a:gd name="connsiteY212-8150" fmla="*/ 655019 h 1160647"/>
                <a:gd name="connsiteX213-8151" fmla="*/ 1192455 w 3024845"/>
                <a:gd name="connsiteY213-8152" fmla="*/ 655019 h 1160647"/>
                <a:gd name="connsiteX214-8153" fmla="*/ 1197775 w 3024845"/>
                <a:gd name="connsiteY214-8154" fmla="*/ 655019 h 1160647"/>
                <a:gd name="connsiteX215-8155" fmla="*/ 1197775 w 3024845"/>
                <a:gd name="connsiteY215-8156" fmla="*/ 678798 h 1160647"/>
                <a:gd name="connsiteX216-8157" fmla="*/ 1199041 w 3024845"/>
                <a:gd name="connsiteY216-8158" fmla="*/ 678798 h 1160647"/>
                <a:gd name="connsiteX217-8159" fmla="*/ 1207908 w 3024845"/>
                <a:gd name="connsiteY217-8160" fmla="*/ 678798 h 1160647"/>
                <a:gd name="connsiteX218-8161" fmla="*/ 1209935 w 3024845"/>
                <a:gd name="connsiteY218-8162" fmla="*/ 682852 h 1160647"/>
                <a:gd name="connsiteX219-8163" fmla="*/ 1209935 w 3024845"/>
                <a:gd name="connsiteY219-8164" fmla="*/ 696093 h 1160647"/>
                <a:gd name="connsiteX220-8165" fmla="*/ 1211455 w 3024845"/>
                <a:gd name="connsiteY220-8166" fmla="*/ 694201 h 1160647"/>
                <a:gd name="connsiteX221-8167" fmla="*/ 1222095 w 3024845"/>
                <a:gd name="connsiteY221-8168" fmla="*/ 680960 h 1160647"/>
                <a:gd name="connsiteX222-8169" fmla="*/ 1250469 w 3024845"/>
                <a:gd name="connsiteY222-8170" fmla="*/ 680960 h 1160647"/>
                <a:gd name="connsiteX223-8171" fmla="*/ 1250469 w 3024845"/>
                <a:gd name="connsiteY223-8172" fmla="*/ 767431 h 1160647"/>
                <a:gd name="connsiteX224-8173" fmla="*/ 1251229 w 3024845"/>
                <a:gd name="connsiteY224-8174" fmla="*/ 767431 h 1160647"/>
                <a:gd name="connsiteX225-8175" fmla="*/ 1256549 w 3024845"/>
                <a:gd name="connsiteY225-8176" fmla="*/ 767431 h 1160647"/>
                <a:gd name="connsiteX226-8177" fmla="*/ 1257309 w 3024845"/>
                <a:gd name="connsiteY226-8178" fmla="*/ 766080 h 1160647"/>
                <a:gd name="connsiteX227-8179" fmla="*/ 1262629 w 3024845"/>
                <a:gd name="connsiteY227-8180" fmla="*/ 756622 h 1160647"/>
                <a:gd name="connsiteX228-8181" fmla="*/ 1262629 w 3024845"/>
                <a:gd name="connsiteY228-8182" fmla="*/ 758514 h 1160647"/>
                <a:gd name="connsiteX229-8183" fmla="*/ 1262629 w 3024845"/>
                <a:gd name="connsiteY229-8184" fmla="*/ 771755 h 1160647"/>
                <a:gd name="connsiteX230-8185" fmla="*/ 1266682 w 3024845"/>
                <a:gd name="connsiteY230-8186" fmla="*/ 726358 h 1160647"/>
                <a:gd name="connsiteX231-8187" fmla="*/ 1267442 w 3024845"/>
                <a:gd name="connsiteY231-8188" fmla="*/ 726358 h 1160647"/>
                <a:gd name="connsiteX232-8189" fmla="*/ 1272762 w 3024845"/>
                <a:gd name="connsiteY232-8190" fmla="*/ 726358 h 1160647"/>
                <a:gd name="connsiteX233-8191" fmla="*/ 1272762 w 3024845"/>
                <a:gd name="connsiteY233-8192" fmla="*/ 661504 h 1160647"/>
                <a:gd name="connsiteX234-8193" fmla="*/ 1273776 w 3024845"/>
                <a:gd name="connsiteY234-8194" fmla="*/ 661504 h 1160647"/>
                <a:gd name="connsiteX235-8195" fmla="*/ 1280869 w 3024845"/>
                <a:gd name="connsiteY235-8196" fmla="*/ 661504 h 1160647"/>
                <a:gd name="connsiteX236-8197" fmla="*/ 1293029 w 3024845"/>
                <a:gd name="connsiteY236-8198" fmla="*/ 618269 h 1160647"/>
                <a:gd name="connsiteX237-8199" fmla="*/ 1294296 w 3024845"/>
                <a:gd name="connsiteY237-8200" fmla="*/ 618269 h 1160647"/>
                <a:gd name="connsiteX238-8201" fmla="*/ 1303163 w 3024845"/>
                <a:gd name="connsiteY238-8202" fmla="*/ 618269 h 1160647"/>
                <a:gd name="connsiteX239-8203" fmla="*/ 1313296 w 3024845"/>
                <a:gd name="connsiteY239-8204" fmla="*/ 661504 h 1160647"/>
                <a:gd name="connsiteX240-8205" fmla="*/ 1314309 w 3024845"/>
                <a:gd name="connsiteY240-8206" fmla="*/ 661504 h 1160647"/>
                <a:gd name="connsiteX241-8207" fmla="*/ 1321403 w 3024845"/>
                <a:gd name="connsiteY241-8208" fmla="*/ 661504 h 1160647"/>
                <a:gd name="connsiteX242-8209" fmla="*/ 1321403 w 3024845"/>
                <a:gd name="connsiteY242-8210" fmla="*/ 700416 h 1160647"/>
                <a:gd name="connsiteX243-8211" fmla="*/ 1323176 w 3024845"/>
                <a:gd name="connsiteY243-8212" fmla="*/ 700416 h 1160647"/>
                <a:gd name="connsiteX244-8213" fmla="*/ 1335590 w 3024845"/>
                <a:gd name="connsiteY244-8214" fmla="*/ 700416 h 1160647"/>
                <a:gd name="connsiteX245-8215" fmla="*/ 1335590 w 3024845"/>
                <a:gd name="connsiteY245-8216" fmla="*/ 702578 h 1160647"/>
                <a:gd name="connsiteX246-8217" fmla="*/ 1335590 w 3024845"/>
                <a:gd name="connsiteY246-8218" fmla="*/ 717710 h 1160647"/>
                <a:gd name="connsiteX247-8219" fmla="*/ 1339643 w 3024845"/>
                <a:gd name="connsiteY247-8220" fmla="*/ 715549 h 1160647"/>
                <a:gd name="connsiteX248-8221" fmla="*/ 1339643 w 3024845"/>
                <a:gd name="connsiteY248-8222" fmla="*/ 700416 h 1160647"/>
                <a:gd name="connsiteX249-8223" fmla="*/ 1341163 w 3024845"/>
                <a:gd name="connsiteY249-8224" fmla="*/ 700416 h 1160647"/>
                <a:gd name="connsiteX250-8225" fmla="*/ 1351803 w 3024845"/>
                <a:gd name="connsiteY250-8226" fmla="*/ 700416 h 1160647"/>
                <a:gd name="connsiteX251-8227" fmla="*/ 1351803 w 3024845"/>
                <a:gd name="connsiteY251-8228" fmla="*/ 702037 h 1160647"/>
                <a:gd name="connsiteX252-8229" fmla="*/ 1351803 w 3024845"/>
                <a:gd name="connsiteY252-8230" fmla="*/ 713387 h 1160647"/>
                <a:gd name="connsiteX253-8231" fmla="*/ 1382204 w 3024845"/>
                <a:gd name="connsiteY253-8232" fmla="*/ 713387 h 1160647"/>
                <a:gd name="connsiteX254-8233" fmla="*/ 1382204 w 3024845"/>
                <a:gd name="connsiteY254-8234" fmla="*/ 676637 h 1160647"/>
                <a:gd name="connsiteX255-8235" fmla="*/ 1383470 w 3024845"/>
                <a:gd name="connsiteY255-8236" fmla="*/ 676637 h 1160647"/>
                <a:gd name="connsiteX256-8237" fmla="*/ 1392337 w 3024845"/>
                <a:gd name="connsiteY256-8238" fmla="*/ 676637 h 1160647"/>
                <a:gd name="connsiteX257-8239" fmla="*/ 1392337 w 3024845"/>
                <a:gd name="connsiteY257-8240" fmla="*/ 698254 h 1160647"/>
                <a:gd name="connsiteX258-8241" fmla="*/ 1394364 w 3024845"/>
                <a:gd name="connsiteY258-8242" fmla="*/ 665828 h 1160647"/>
                <a:gd name="connsiteX259-8243" fmla="*/ 1416657 w 3024845"/>
                <a:gd name="connsiteY259-8244" fmla="*/ 665828 h 1160647"/>
                <a:gd name="connsiteX260-8245" fmla="*/ 1416657 w 3024845"/>
                <a:gd name="connsiteY260-8246" fmla="*/ 664206 h 1160647"/>
                <a:gd name="connsiteX261-8247" fmla="*/ 1416657 w 3024845"/>
                <a:gd name="connsiteY261-8248" fmla="*/ 652857 h 1160647"/>
                <a:gd name="connsiteX262-8249" fmla="*/ 1417417 w 3024845"/>
                <a:gd name="connsiteY262-8250" fmla="*/ 652857 h 1160647"/>
                <a:gd name="connsiteX263-8251" fmla="*/ 1422737 w 3024845"/>
                <a:gd name="connsiteY263-8252" fmla="*/ 652857 h 1160647"/>
                <a:gd name="connsiteX264-8253" fmla="*/ 1422737 w 3024845"/>
                <a:gd name="connsiteY264-8254" fmla="*/ 650966 h 1160647"/>
                <a:gd name="connsiteX265-8255" fmla="*/ 1422737 w 3024845"/>
                <a:gd name="connsiteY265-8256" fmla="*/ 637725 h 1160647"/>
                <a:gd name="connsiteX266-8257" fmla="*/ 1426791 w 3024845"/>
                <a:gd name="connsiteY266-8258" fmla="*/ 644210 h 1160647"/>
                <a:gd name="connsiteX267-8259" fmla="*/ 1429071 w 3024845"/>
                <a:gd name="connsiteY267-8260" fmla="*/ 644210 h 1160647"/>
                <a:gd name="connsiteX268-8261" fmla="*/ 1445031 w 3024845"/>
                <a:gd name="connsiteY268-8262" fmla="*/ 644210 h 1160647"/>
                <a:gd name="connsiteX269-8263" fmla="*/ 1445031 w 3024845"/>
                <a:gd name="connsiteY269-8264" fmla="*/ 643399 h 1160647"/>
                <a:gd name="connsiteX270-8265" fmla="*/ 1445031 w 3024845"/>
                <a:gd name="connsiteY270-8266" fmla="*/ 637725 h 1160647"/>
                <a:gd name="connsiteX271-8267" fmla="*/ 1445791 w 3024845"/>
                <a:gd name="connsiteY271-8268" fmla="*/ 637725 h 1160647"/>
                <a:gd name="connsiteX272-8269" fmla="*/ 1451111 w 3024845"/>
                <a:gd name="connsiteY272-8270" fmla="*/ 637725 h 1160647"/>
                <a:gd name="connsiteX273-8271" fmla="*/ 1451111 w 3024845"/>
                <a:gd name="connsiteY273-8272" fmla="*/ 639076 h 1160647"/>
                <a:gd name="connsiteX274-8273" fmla="*/ 1451111 w 3024845"/>
                <a:gd name="connsiteY274-8274" fmla="*/ 648534 h 1160647"/>
                <a:gd name="connsiteX275-8275" fmla="*/ 1489618 w 3024845"/>
                <a:gd name="connsiteY275-8276" fmla="*/ 648534 h 1160647"/>
                <a:gd name="connsiteX276-8277" fmla="*/ 1489618 w 3024845"/>
                <a:gd name="connsiteY276-8278" fmla="*/ 786887 h 1160647"/>
                <a:gd name="connsiteX277-8279" fmla="*/ 1491138 w 3024845"/>
                <a:gd name="connsiteY277-8280" fmla="*/ 786887 h 1160647"/>
                <a:gd name="connsiteX278-8281" fmla="*/ 1501778 w 3024845"/>
                <a:gd name="connsiteY278-8282" fmla="*/ 786887 h 1160647"/>
                <a:gd name="connsiteX279-8283" fmla="*/ 1501778 w 3024845"/>
                <a:gd name="connsiteY279-8284" fmla="*/ 773917 h 1160647"/>
                <a:gd name="connsiteX280-8285" fmla="*/ 1505832 w 3024845"/>
                <a:gd name="connsiteY280-8286" fmla="*/ 773917 h 1160647"/>
                <a:gd name="connsiteX281-8287" fmla="*/ 1505832 w 3024845"/>
                <a:gd name="connsiteY281-8288" fmla="*/ 786887 h 1160647"/>
                <a:gd name="connsiteX282-8289" fmla="*/ 1536232 w 3024845"/>
                <a:gd name="connsiteY282-8290" fmla="*/ 786887 h 1160647"/>
                <a:gd name="connsiteX283-8291" fmla="*/ 1536232 w 3024845"/>
                <a:gd name="connsiteY283-8292" fmla="*/ 756622 h 1160647"/>
                <a:gd name="connsiteX284-8293" fmla="*/ 1548392 w 3024845"/>
                <a:gd name="connsiteY284-8294" fmla="*/ 756622 h 1160647"/>
                <a:gd name="connsiteX285-8295" fmla="*/ 1560552 w 3024845"/>
                <a:gd name="connsiteY285-8296" fmla="*/ 754461 h 1160647"/>
                <a:gd name="connsiteX286-8297" fmla="*/ 1564606 w 3024845"/>
                <a:gd name="connsiteY286-8298" fmla="*/ 756622 h 1160647"/>
                <a:gd name="connsiteX287-8299" fmla="*/ 1574739 w 3024845"/>
                <a:gd name="connsiteY287-8300" fmla="*/ 756622 h 1160647"/>
                <a:gd name="connsiteX288-8301" fmla="*/ 1574739 w 3024845"/>
                <a:gd name="connsiteY288-8302" fmla="*/ 786887 h 1160647"/>
                <a:gd name="connsiteX289-8303" fmla="*/ 1582846 w 3024845"/>
                <a:gd name="connsiteY289-8304" fmla="*/ 786887 h 1160647"/>
                <a:gd name="connsiteX290-8305" fmla="*/ 1582846 w 3024845"/>
                <a:gd name="connsiteY290-8306" fmla="*/ 804182 h 1160647"/>
                <a:gd name="connsiteX291-8307" fmla="*/ 1592182 w 3024845"/>
                <a:gd name="connsiteY291-8308" fmla="*/ 805087 h 1160647"/>
                <a:gd name="connsiteX292-8309" fmla="*/ 1605140 w 3024845"/>
                <a:gd name="connsiteY292-8310" fmla="*/ 805087 h 1160647"/>
                <a:gd name="connsiteX293-8311" fmla="*/ 1605140 w 3024845"/>
                <a:gd name="connsiteY293-8312" fmla="*/ 789049 h 1160647"/>
                <a:gd name="connsiteX294-8313" fmla="*/ 1673096 w 3024845"/>
                <a:gd name="connsiteY294-8314" fmla="*/ 789049 h 1160647"/>
                <a:gd name="connsiteX295-8315" fmla="*/ 1673096 w 3024845"/>
                <a:gd name="connsiteY295-8316" fmla="*/ 703796 h 1160647"/>
                <a:gd name="connsiteX296-8317" fmla="*/ 1745104 w 3024845"/>
                <a:gd name="connsiteY296-8318" fmla="*/ 703796 h 1160647"/>
                <a:gd name="connsiteX297-8319" fmla="*/ 1745104 w 3024845"/>
                <a:gd name="connsiteY297-8320" fmla="*/ 782564 h 1160647"/>
                <a:gd name="connsiteX298-8321" fmla="*/ 1747008 w 3024845"/>
                <a:gd name="connsiteY298-8322" fmla="*/ 782564 h 1160647"/>
                <a:gd name="connsiteX299-8323" fmla="*/ 1748250 w 3024845"/>
                <a:gd name="connsiteY299-8324" fmla="*/ 805087 h 1160647"/>
                <a:gd name="connsiteX300-8325" fmla="*/ 1757926 w 3024845"/>
                <a:gd name="connsiteY300-8326" fmla="*/ 805087 h 1160647"/>
                <a:gd name="connsiteX301-8327" fmla="*/ 1759168 w 3024845"/>
                <a:gd name="connsiteY301-8328" fmla="*/ 782564 h 1160647"/>
                <a:gd name="connsiteX302-8329" fmla="*/ 1765248 w 3024845"/>
                <a:gd name="connsiteY302-8330" fmla="*/ 782564 h 1160647"/>
                <a:gd name="connsiteX303-8331" fmla="*/ 1766490 w 3024845"/>
                <a:gd name="connsiteY303-8332" fmla="*/ 805087 h 1160647"/>
                <a:gd name="connsiteX304-8333" fmla="*/ 1817112 w 3024845"/>
                <a:gd name="connsiteY304-8334" fmla="*/ 805087 h 1160647"/>
                <a:gd name="connsiteX305-8335" fmla="*/ 1817112 w 3024845"/>
                <a:gd name="connsiteY305-8336" fmla="*/ 642059 h 1160647"/>
                <a:gd name="connsiteX306-8337" fmla="*/ 2014439 w 3024845"/>
                <a:gd name="connsiteY306-8338" fmla="*/ 642059 h 1160647"/>
                <a:gd name="connsiteX307-8339" fmla="*/ 2014439 w 3024845"/>
                <a:gd name="connsiteY307-8340" fmla="*/ 805087 h 1160647"/>
                <a:gd name="connsiteX308-8341" fmla="*/ 2033136 w 3024845"/>
                <a:gd name="connsiteY308-8342" fmla="*/ 805087 h 1160647"/>
                <a:gd name="connsiteX309-8343" fmla="*/ 2033136 w 3024845"/>
                <a:gd name="connsiteY309-8344" fmla="*/ 722394 h 1160647"/>
                <a:gd name="connsiteX310-8345" fmla="*/ 2128256 w 3024845"/>
                <a:gd name="connsiteY310-8346" fmla="*/ 722394 h 1160647"/>
                <a:gd name="connsiteX311-8347" fmla="*/ 2140186 w 3024845"/>
                <a:gd name="connsiteY311-8348" fmla="*/ 404253 h 1160647"/>
                <a:gd name="connsiteX312-8349" fmla="*/ 2128026 w 3024845"/>
                <a:gd name="connsiteY312-8350" fmla="*/ 382635 h 1160647"/>
                <a:gd name="connsiteX313-8351" fmla="*/ 2121946 w 3024845"/>
                <a:gd name="connsiteY313-8352" fmla="*/ 378311 h 1160647"/>
                <a:gd name="connsiteX314-8353" fmla="*/ 2130053 w 3024845"/>
                <a:gd name="connsiteY314-8354" fmla="*/ 354532 h 1160647"/>
                <a:gd name="connsiteX315-8355" fmla="*/ 2130053 w 3024845"/>
                <a:gd name="connsiteY315-8356" fmla="*/ 337238 h 1160647"/>
                <a:gd name="connsiteX316-8357" fmla="*/ 2144240 w 3024845"/>
                <a:gd name="connsiteY316-8358" fmla="*/ 337238 h 1160647"/>
                <a:gd name="connsiteX317-8359" fmla="*/ 2144240 w 3024845"/>
                <a:gd name="connsiteY317-8360" fmla="*/ 315620 h 1160647"/>
                <a:gd name="connsiteX318-8361" fmla="*/ 2146266 w 3024845"/>
                <a:gd name="connsiteY318-8362" fmla="*/ 311296 h 1160647"/>
                <a:gd name="connsiteX319-8363" fmla="*/ 2146266 w 3024845"/>
                <a:gd name="connsiteY319-8364" fmla="*/ 233472 h 1160647"/>
                <a:gd name="connsiteX320-8365" fmla="*/ 2144240 w 3024845"/>
                <a:gd name="connsiteY320-8366" fmla="*/ 226987 h 1160647"/>
                <a:gd name="connsiteX321-8367" fmla="*/ 2150320 w 3024845"/>
                <a:gd name="connsiteY321-8368" fmla="*/ 220501 h 1160647"/>
                <a:gd name="connsiteX322-8369" fmla="*/ 2150320 w 3024845"/>
                <a:gd name="connsiteY322-8370" fmla="*/ 162133 h 1160647"/>
                <a:gd name="connsiteX323-8371" fmla="*/ 2152346 w 3024845"/>
                <a:gd name="connsiteY323-8372" fmla="*/ 157810 h 1160647"/>
                <a:gd name="connsiteX324-8373" fmla="*/ 2152346 w 3024845"/>
                <a:gd name="connsiteY324-8374" fmla="*/ 101604 h 1160647"/>
                <a:gd name="connsiteX325-8375" fmla="*/ 2154373 w 3024845"/>
                <a:gd name="connsiteY325-8376" fmla="*/ 82148 h 1160647"/>
                <a:gd name="connsiteX326-8377" fmla="*/ 2158427 w 3024845"/>
                <a:gd name="connsiteY326-8378" fmla="*/ 99442 h 1160647"/>
                <a:gd name="connsiteX327-8379" fmla="*/ 2160453 w 3024845"/>
                <a:gd name="connsiteY327-8380" fmla="*/ 157810 h 1160647"/>
                <a:gd name="connsiteX328-8381" fmla="*/ 2162480 w 3024845"/>
                <a:gd name="connsiteY328-8382" fmla="*/ 220501 h 1160647"/>
                <a:gd name="connsiteX329-8383" fmla="*/ 2168560 w 3024845"/>
                <a:gd name="connsiteY329-8384" fmla="*/ 226987 h 1160647"/>
                <a:gd name="connsiteX330-8385" fmla="*/ 2166533 w 3024845"/>
                <a:gd name="connsiteY330-8386" fmla="*/ 233472 h 1160647"/>
                <a:gd name="connsiteX331-8387" fmla="*/ 2166533 w 3024845"/>
                <a:gd name="connsiteY331-8388" fmla="*/ 311296 h 1160647"/>
                <a:gd name="connsiteX332-8389" fmla="*/ 2168560 w 3024845"/>
                <a:gd name="connsiteY332-8390" fmla="*/ 315620 h 1160647"/>
                <a:gd name="connsiteX333-8391" fmla="*/ 2168560 w 3024845"/>
                <a:gd name="connsiteY333-8392" fmla="*/ 337238 h 1160647"/>
                <a:gd name="connsiteX334-8393" fmla="*/ 2182747 w 3024845"/>
                <a:gd name="connsiteY334-8394" fmla="*/ 337238 h 1160647"/>
                <a:gd name="connsiteX335-8395" fmla="*/ 2182747 w 3024845"/>
                <a:gd name="connsiteY335-8396" fmla="*/ 354532 h 1160647"/>
                <a:gd name="connsiteX336-8397" fmla="*/ 2190854 w 3024845"/>
                <a:gd name="connsiteY336-8398" fmla="*/ 378311 h 1160647"/>
                <a:gd name="connsiteX337-8399" fmla="*/ 2184774 w 3024845"/>
                <a:gd name="connsiteY337-8400" fmla="*/ 382635 h 1160647"/>
                <a:gd name="connsiteX338-8401" fmla="*/ 2172613 w 3024845"/>
                <a:gd name="connsiteY338-8402" fmla="*/ 404253 h 1160647"/>
                <a:gd name="connsiteX339-8403" fmla="*/ 2180720 w 3024845"/>
                <a:gd name="connsiteY339-8404" fmla="*/ 657181 h 1160647"/>
                <a:gd name="connsiteX340-8405" fmla="*/ 2245574 w 3024845"/>
                <a:gd name="connsiteY340-8406" fmla="*/ 657181 h 1160647"/>
                <a:gd name="connsiteX341-8407" fmla="*/ 2245574 w 3024845"/>
                <a:gd name="connsiteY341-8408" fmla="*/ 732843 h 1160647"/>
                <a:gd name="connsiteX342-8409" fmla="*/ 2253681 w 3024845"/>
                <a:gd name="connsiteY342-8410" fmla="*/ 732843 h 1160647"/>
                <a:gd name="connsiteX343-8411" fmla="*/ 2255708 w 3024845"/>
                <a:gd name="connsiteY343-8412" fmla="*/ 726358 h 1160647"/>
                <a:gd name="connsiteX344-8413" fmla="*/ 2261788 w 3024845"/>
                <a:gd name="connsiteY344-8414" fmla="*/ 726358 h 1160647"/>
                <a:gd name="connsiteX345-8415" fmla="*/ 2263815 w 3024845"/>
                <a:gd name="connsiteY345-8416" fmla="*/ 735005 h 1160647"/>
                <a:gd name="connsiteX346-8417" fmla="*/ 2275975 w 3024845"/>
                <a:gd name="connsiteY346-8418" fmla="*/ 735005 h 1160647"/>
                <a:gd name="connsiteX347-8419" fmla="*/ 2275975 w 3024845"/>
                <a:gd name="connsiteY347-8420" fmla="*/ 728519 h 1160647"/>
                <a:gd name="connsiteX348-8421" fmla="*/ 2298268 w 3024845"/>
                <a:gd name="connsiteY348-8422" fmla="*/ 728519 h 1160647"/>
                <a:gd name="connsiteX349-8423" fmla="*/ 2298268 w 3024845"/>
                <a:gd name="connsiteY349-8424" fmla="*/ 735005 h 1160647"/>
                <a:gd name="connsiteX350-8425" fmla="*/ 2318535 w 3024845"/>
                <a:gd name="connsiteY350-8426" fmla="*/ 735005 h 1160647"/>
                <a:gd name="connsiteX351-8427" fmla="*/ 2318535 w 3024845"/>
                <a:gd name="connsiteY351-8428" fmla="*/ 780402 h 1160647"/>
                <a:gd name="connsiteX352-8429" fmla="*/ 2332722 w 3024845"/>
                <a:gd name="connsiteY352-8430" fmla="*/ 780402 h 1160647"/>
                <a:gd name="connsiteX353-8431" fmla="*/ 2332722 w 3024845"/>
                <a:gd name="connsiteY353-8432" fmla="*/ 767431 h 1160647"/>
                <a:gd name="connsiteX354-8433" fmla="*/ 2348936 w 3024845"/>
                <a:gd name="connsiteY354-8434" fmla="*/ 767431 h 1160647"/>
                <a:gd name="connsiteX355-8435" fmla="*/ 2348936 w 3024845"/>
                <a:gd name="connsiteY355-8436" fmla="*/ 588004 h 1160647"/>
                <a:gd name="connsiteX356-8437" fmla="*/ 2355016 w 3024845"/>
                <a:gd name="connsiteY356-8438" fmla="*/ 581518 h 1160647"/>
                <a:gd name="connsiteX357-8439" fmla="*/ 2427977 w 3024845"/>
                <a:gd name="connsiteY357-8440" fmla="*/ 581518 h 1160647"/>
                <a:gd name="connsiteX358-8441" fmla="*/ 2427977 w 3024845"/>
                <a:gd name="connsiteY358-8442" fmla="*/ 590166 h 1160647"/>
                <a:gd name="connsiteX359-8443" fmla="*/ 2438110 w 3024845"/>
                <a:gd name="connsiteY359-8444" fmla="*/ 590166 h 1160647"/>
                <a:gd name="connsiteX360-8445" fmla="*/ 2438110 w 3024845"/>
                <a:gd name="connsiteY360-8446" fmla="*/ 704740 h 1160647"/>
                <a:gd name="connsiteX361-8447" fmla="*/ 2460404 w 3024845"/>
                <a:gd name="connsiteY361-8448" fmla="*/ 704740 h 1160647"/>
                <a:gd name="connsiteX362-8449" fmla="*/ 2460404 w 3024845"/>
                <a:gd name="connsiteY362-8450" fmla="*/ 637725 h 1160647"/>
                <a:gd name="connsiteX363-8451" fmla="*/ 2486751 w 3024845"/>
                <a:gd name="connsiteY363-8452" fmla="*/ 637725 h 1160647"/>
                <a:gd name="connsiteX364-8453" fmla="*/ 2490804 w 3024845"/>
                <a:gd name="connsiteY364-8454" fmla="*/ 633401 h 1160647"/>
                <a:gd name="connsiteX365-8455" fmla="*/ 2498911 w 3024845"/>
                <a:gd name="connsiteY365-8456" fmla="*/ 633401 h 1160647"/>
                <a:gd name="connsiteX366-8457" fmla="*/ 2502964 w 3024845"/>
                <a:gd name="connsiteY366-8458" fmla="*/ 637725 h 1160647"/>
                <a:gd name="connsiteX367-8459" fmla="*/ 2525258 w 3024845"/>
                <a:gd name="connsiteY367-8460" fmla="*/ 637725 h 1160647"/>
                <a:gd name="connsiteX368-8461" fmla="*/ 2525258 w 3024845"/>
                <a:gd name="connsiteY368-8462" fmla="*/ 520989 h 1160647"/>
                <a:gd name="connsiteX369-8463" fmla="*/ 2582005 w 3024845"/>
                <a:gd name="connsiteY369-8464" fmla="*/ 510180 h 1160647"/>
                <a:gd name="connsiteX370-8465" fmla="*/ 2582005 w 3024845"/>
                <a:gd name="connsiteY370-8466" fmla="*/ 511261 h 1160647"/>
                <a:gd name="connsiteX371-8467" fmla="*/ 2582005 w 3024845"/>
                <a:gd name="connsiteY371-8468" fmla="*/ 518827 h 1160647"/>
                <a:gd name="connsiteX372-8469" fmla="*/ 2608352 w 3024845"/>
                <a:gd name="connsiteY372-8470" fmla="*/ 518827 h 1160647"/>
                <a:gd name="connsiteX373-8471" fmla="*/ 2608352 w 3024845"/>
                <a:gd name="connsiteY373-8472" fmla="*/ 773917 h 1160647"/>
                <a:gd name="connsiteX374-8473" fmla="*/ 2630646 w 3024845"/>
                <a:gd name="connsiteY374-8474" fmla="*/ 773917 h 1160647"/>
                <a:gd name="connsiteX375-8475" fmla="*/ 2630646 w 3024845"/>
                <a:gd name="connsiteY375-8476" fmla="*/ 769593 h 1160647"/>
                <a:gd name="connsiteX376-8477" fmla="*/ 2642806 w 3024845"/>
                <a:gd name="connsiteY376-8478" fmla="*/ 769593 h 1160647"/>
                <a:gd name="connsiteX377-8479" fmla="*/ 2642806 w 3024845"/>
                <a:gd name="connsiteY377-8480" fmla="*/ 773917 h 1160647"/>
                <a:gd name="connsiteX378-8481" fmla="*/ 2667126 w 3024845"/>
                <a:gd name="connsiteY378-8482" fmla="*/ 773917 h 1160647"/>
                <a:gd name="connsiteX379-8483" fmla="*/ 2667126 w 3024845"/>
                <a:gd name="connsiteY379-8484" fmla="*/ 760946 h 1160647"/>
                <a:gd name="connsiteX380-8485" fmla="*/ 2695500 w 3024845"/>
                <a:gd name="connsiteY380-8486" fmla="*/ 760946 h 1160647"/>
                <a:gd name="connsiteX381-8487" fmla="*/ 2707660 w 3024845"/>
                <a:gd name="connsiteY381-8488" fmla="*/ 756622 h 1160647"/>
                <a:gd name="connsiteX382-8489" fmla="*/ 2727927 w 3024845"/>
                <a:gd name="connsiteY382-8490" fmla="*/ 760946 h 1160647"/>
                <a:gd name="connsiteX383-8491" fmla="*/ 2727927 w 3024845"/>
                <a:gd name="connsiteY383-8492" fmla="*/ 743652 h 1160647"/>
                <a:gd name="connsiteX384-8493" fmla="*/ 2736034 w 3024845"/>
                <a:gd name="connsiteY384-8494" fmla="*/ 743652 h 1160647"/>
                <a:gd name="connsiteX385-8495" fmla="*/ 2736034 w 3024845"/>
                <a:gd name="connsiteY385-8496" fmla="*/ 730681 h 1160647"/>
                <a:gd name="connsiteX386-8497" fmla="*/ 2792781 w 3024845"/>
                <a:gd name="connsiteY386-8498" fmla="*/ 730681 h 1160647"/>
                <a:gd name="connsiteX387-8499" fmla="*/ 2792781 w 3024845"/>
                <a:gd name="connsiteY387-8500" fmla="*/ 700416 h 1160647"/>
                <a:gd name="connsiteX388-8501" fmla="*/ 2811021 w 3024845"/>
                <a:gd name="connsiteY388-8502" fmla="*/ 700416 h 1160647"/>
                <a:gd name="connsiteX389-8503" fmla="*/ 2811021 w 3024845"/>
                <a:gd name="connsiteY389-8504" fmla="*/ 693931 h 1160647"/>
                <a:gd name="connsiteX390-8505" fmla="*/ 2823181 w 3024845"/>
                <a:gd name="connsiteY390-8506" fmla="*/ 693931 h 1160647"/>
                <a:gd name="connsiteX391-8507" fmla="*/ 2823181 w 3024845"/>
                <a:gd name="connsiteY391-8508" fmla="*/ 700416 h 1160647"/>
                <a:gd name="connsiteX392-8509" fmla="*/ 2839395 w 3024845"/>
                <a:gd name="connsiteY392-8510" fmla="*/ 700416 h 1160647"/>
                <a:gd name="connsiteX393-8511" fmla="*/ 2839395 w 3024845"/>
                <a:gd name="connsiteY393-8512" fmla="*/ 750137 h 1160647"/>
                <a:gd name="connsiteX394-8513" fmla="*/ 2871822 w 3024845"/>
                <a:gd name="connsiteY394-8514" fmla="*/ 750137 h 1160647"/>
                <a:gd name="connsiteX395-8515" fmla="*/ 2871822 w 3024845"/>
                <a:gd name="connsiteY395-8516" fmla="*/ 724196 h 1160647"/>
                <a:gd name="connsiteX396-8517" fmla="*/ 2910329 w 3024845"/>
                <a:gd name="connsiteY396-8518" fmla="*/ 724196 h 1160647"/>
                <a:gd name="connsiteX397-8519" fmla="*/ 2910329 w 3024845"/>
                <a:gd name="connsiteY397-8520" fmla="*/ 693931 h 1160647"/>
                <a:gd name="connsiteX398-8521" fmla="*/ 2958970 w 3024845"/>
                <a:gd name="connsiteY398-8522" fmla="*/ 693931 h 1160647"/>
                <a:gd name="connsiteX399-8523" fmla="*/ 2958970 w 3024845"/>
                <a:gd name="connsiteY399-8524" fmla="*/ 805087 h 1160647"/>
                <a:gd name="connsiteX400-8525" fmla="*/ 2958970 w 3024845"/>
                <a:gd name="connsiteY400-8526" fmla="*/ 818866 h 1160647"/>
                <a:gd name="connsiteX401-8527" fmla="*/ 3024845 w 3024845"/>
                <a:gd name="connsiteY401-8528" fmla="*/ 818866 h 1160647"/>
                <a:gd name="connsiteX402-8529" fmla="*/ 3024845 w 3024845"/>
                <a:gd name="connsiteY402-8530" fmla="*/ 1160647 h 1160647"/>
                <a:gd name="connsiteX403-8531" fmla="*/ 145862 w 3024845"/>
                <a:gd name="connsiteY403-8532" fmla="*/ 1160647 h 1160647"/>
                <a:gd name="connsiteX404-8533" fmla="*/ 2054 w 3024845"/>
                <a:gd name="connsiteY404-8534" fmla="*/ 1158314 h 1160647"/>
                <a:gd name="connsiteX405-8535" fmla="*/ 0 w 3024845"/>
                <a:gd name="connsiteY405-8536" fmla="*/ 724196 h 1160647"/>
                <a:gd name="connsiteX406-8537" fmla="*/ 20267 w 3024845"/>
                <a:gd name="connsiteY406-8538" fmla="*/ 724196 h 1160647"/>
                <a:gd name="connsiteX407-8539" fmla="*/ 20774 w 3024845"/>
                <a:gd name="connsiteY407-8540" fmla="*/ 723115 h 1160647"/>
                <a:gd name="connsiteX408-8541" fmla="*/ 24320 w 3024845"/>
                <a:gd name="connsiteY408-8542" fmla="*/ 715549 h 1160647"/>
                <a:gd name="connsiteX409-8543" fmla="*/ 26094 w 3024845"/>
                <a:gd name="connsiteY409-8544" fmla="*/ 715819 h 1160647"/>
                <a:gd name="connsiteX410-8545" fmla="*/ 38507 w 3024845"/>
                <a:gd name="connsiteY410-8546" fmla="*/ 717710 h 1160647"/>
                <a:gd name="connsiteX411-8547" fmla="*/ 39014 w 3024845"/>
                <a:gd name="connsiteY411-8548" fmla="*/ 719062 h 1160647"/>
                <a:gd name="connsiteX412-8549" fmla="*/ 42560 w 3024845"/>
                <a:gd name="connsiteY412-8550" fmla="*/ 728519 h 1160647"/>
                <a:gd name="connsiteX413-8551" fmla="*/ 68907 w 3024845"/>
                <a:gd name="connsiteY413-8552" fmla="*/ 730681 h 1160647"/>
                <a:gd name="connsiteX414-8553" fmla="*/ 68907 w 3024845"/>
                <a:gd name="connsiteY414-8554" fmla="*/ 607460 h 1160647"/>
                <a:gd name="connsiteX415-8555" fmla="*/ 70934 w 3024845"/>
                <a:gd name="connsiteY415-8556" fmla="*/ 607460 h 1160647"/>
                <a:gd name="connsiteX416-8557" fmla="*/ 85121 w 3024845"/>
                <a:gd name="connsiteY416-8558" fmla="*/ 607460 h 1160647"/>
                <a:gd name="connsiteX417-8559" fmla="*/ 85121 w 3024845"/>
                <a:gd name="connsiteY417-8560" fmla="*/ 471268 h 1160647"/>
                <a:gd name="connsiteX418-8561" fmla="*/ 86894 w 3024845"/>
                <a:gd name="connsiteY418-8562" fmla="*/ 471268 h 1160647"/>
                <a:gd name="connsiteX419-8563" fmla="*/ 99308 w 3024845"/>
                <a:gd name="connsiteY419-8564" fmla="*/ 471268 h 1160647"/>
                <a:gd name="connsiteX420-8565" fmla="*/ 99308 w 3024845"/>
                <a:gd name="connsiteY420-8566" fmla="*/ 356694 h 1160647"/>
                <a:gd name="connsiteX421-8567" fmla="*/ 103361 w 3024845"/>
                <a:gd name="connsiteY421-8568" fmla="*/ 328590 h 1160647"/>
                <a:gd name="connsiteX422-8569" fmla="*/ 105388 w 3024845"/>
                <a:gd name="connsiteY422-8570" fmla="*/ 328590 h 1160647"/>
                <a:gd name="connsiteX423-8571" fmla="*/ 119575 w 3024845"/>
                <a:gd name="connsiteY423-8572" fmla="*/ 328590 h 1160647"/>
                <a:gd name="connsiteX424-8573" fmla="*/ 156055 w 3024845"/>
                <a:gd name="connsiteY424-8574" fmla="*/ 246443 h 1160647"/>
                <a:gd name="connsiteX425-8575" fmla="*/ 160109 w 3024845"/>
                <a:gd name="connsiteY425-8576" fmla="*/ 0 h 1160647"/>
                <a:gd name="connsiteX0-8577" fmla="*/ 160109 w 3024845"/>
                <a:gd name="connsiteY0-8578" fmla="*/ 0 h 1160647"/>
                <a:gd name="connsiteX1-8579" fmla="*/ 162135 w 3024845"/>
                <a:gd name="connsiteY1-8580" fmla="*/ 246443 h 1160647"/>
                <a:gd name="connsiteX2-8581" fmla="*/ 200642 w 3024845"/>
                <a:gd name="connsiteY2-8582" fmla="*/ 326429 h 1160647"/>
                <a:gd name="connsiteX3-8583" fmla="*/ 202669 w 3024845"/>
                <a:gd name="connsiteY3-8584" fmla="*/ 326429 h 1160647"/>
                <a:gd name="connsiteX4-8585" fmla="*/ 216856 w 3024845"/>
                <a:gd name="connsiteY4-8586" fmla="*/ 326429 h 1160647"/>
                <a:gd name="connsiteX5-8587" fmla="*/ 216856 w 3024845"/>
                <a:gd name="connsiteY5-8588" fmla="*/ 350208 h 1160647"/>
                <a:gd name="connsiteX6-8589" fmla="*/ 217363 w 3024845"/>
                <a:gd name="connsiteY6-8590" fmla="*/ 351019 h 1160647"/>
                <a:gd name="connsiteX7-8591" fmla="*/ 220909 w 3024845"/>
                <a:gd name="connsiteY7-8592" fmla="*/ 356694 h 1160647"/>
                <a:gd name="connsiteX8-8593" fmla="*/ 220909 w 3024845"/>
                <a:gd name="connsiteY8-8594" fmla="*/ 471268 h 1160647"/>
                <a:gd name="connsiteX9-8595" fmla="*/ 223189 w 3024845"/>
                <a:gd name="connsiteY9-8596" fmla="*/ 471268 h 1160647"/>
                <a:gd name="connsiteX10-8597" fmla="*/ 239150 w 3024845"/>
                <a:gd name="connsiteY10-8598" fmla="*/ 471268 h 1160647"/>
                <a:gd name="connsiteX11-8599" fmla="*/ 239150 w 3024845"/>
                <a:gd name="connsiteY11-8600" fmla="*/ 611783 h 1160647"/>
                <a:gd name="connsiteX12-8601" fmla="*/ 240670 w 3024845"/>
                <a:gd name="connsiteY12-8602" fmla="*/ 611513 h 1160647"/>
                <a:gd name="connsiteX13-8603" fmla="*/ 251310 w 3024845"/>
                <a:gd name="connsiteY13-8604" fmla="*/ 609622 h 1160647"/>
                <a:gd name="connsiteX14-8605" fmla="*/ 249283 w 3024845"/>
                <a:gd name="connsiteY14-8606" fmla="*/ 698254 h 1160647"/>
                <a:gd name="connsiteX15-8607" fmla="*/ 250803 w 3024845"/>
                <a:gd name="connsiteY15-8608" fmla="*/ 698525 h 1160647"/>
                <a:gd name="connsiteX16-8609" fmla="*/ 261443 w 3024845"/>
                <a:gd name="connsiteY16-8610" fmla="*/ 700416 h 1160647"/>
                <a:gd name="connsiteX17-8611" fmla="*/ 261696 w 3024845"/>
                <a:gd name="connsiteY17-8612" fmla="*/ 701227 h 1160647"/>
                <a:gd name="connsiteX18-8613" fmla="*/ 263470 w 3024845"/>
                <a:gd name="connsiteY18-8614" fmla="*/ 706902 h 1160647"/>
                <a:gd name="connsiteX19-8615" fmla="*/ 264230 w 3024845"/>
                <a:gd name="connsiteY19-8616" fmla="*/ 704470 h 1160647"/>
                <a:gd name="connsiteX20-8617" fmla="*/ 269550 w 3024845"/>
                <a:gd name="connsiteY20-8618" fmla="*/ 687446 h 1160647"/>
                <a:gd name="connsiteX21-8619" fmla="*/ 271323 w 3024845"/>
                <a:gd name="connsiteY21-8620" fmla="*/ 687446 h 1160647"/>
                <a:gd name="connsiteX22-8621" fmla="*/ 283737 w 3024845"/>
                <a:gd name="connsiteY22-8622" fmla="*/ 687446 h 1160647"/>
                <a:gd name="connsiteX23-8623" fmla="*/ 283737 w 3024845"/>
                <a:gd name="connsiteY23-8624" fmla="*/ 719872 h 1160647"/>
                <a:gd name="connsiteX24-8625" fmla="*/ 284750 w 3024845"/>
                <a:gd name="connsiteY24-8626" fmla="*/ 720413 h 1160647"/>
                <a:gd name="connsiteX25-8627" fmla="*/ 291844 w 3024845"/>
                <a:gd name="connsiteY25-8628" fmla="*/ 724196 h 1160647"/>
                <a:gd name="connsiteX26-8629" fmla="*/ 291844 w 3024845"/>
                <a:gd name="connsiteY26-8630" fmla="*/ 725547 h 1160647"/>
                <a:gd name="connsiteX27-8631" fmla="*/ 291844 w 3024845"/>
                <a:gd name="connsiteY27-8632" fmla="*/ 735005 h 1160647"/>
                <a:gd name="connsiteX28-8633" fmla="*/ 336431 w 3024845"/>
                <a:gd name="connsiteY28-8634" fmla="*/ 735005 h 1160647"/>
                <a:gd name="connsiteX29-8635" fmla="*/ 336431 w 3024845"/>
                <a:gd name="connsiteY29-8636" fmla="*/ 736086 h 1160647"/>
                <a:gd name="connsiteX30-8637" fmla="*/ 336431 w 3024845"/>
                <a:gd name="connsiteY30-8638" fmla="*/ 743652 h 1160647"/>
                <a:gd name="connsiteX31-8639" fmla="*/ 338457 w 3024845"/>
                <a:gd name="connsiteY31-8640" fmla="*/ 743652 h 1160647"/>
                <a:gd name="connsiteX32-8641" fmla="*/ 352644 w 3024845"/>
                <a:gd name="connsiteY32-8642" fmla="*/ 743652 h 1160647"/>
                <a:gd name="connsiteX33-8643" fmla="*/ 352644 w 3024845"/>
                <a:gd name="connsiteY33-8644" fmla="*/ 713387 h 1160647"/>
                <a:gd name="connsiteX34-8645" fmla="*/ 397231 w 3024845"/>
                <a:gd name="connsiteY34-8646" fmla="*/ 713387 h 1160647"/>
                <a:gd name="connsiteX35-8647" fmla="*/ 397231 w 3024845"/>
                <a:gd name="connsiteY35-8648" fmla="*/ 712036 h 1160647"/>
                <a:gd name="connsiteX36-8649" fmla="*/ 397231 w 3024845"/>
                <a:gd name="connsiteY36-8650" fmla="*/ 702578 h 1160647"/>
                <a:gd name="connsiteX37-8651" fmla="*/ 398245 w 3024845"/>
                <a:gd name="connsiteY37-8652" fmla="*/ 702578 h 1160647"/>
                <a:gd name="connsiteX38-8653" fmla="*/ 405338 w 3024845"/>
                <a:gd name="connsiteY38-8654" fmla="*/ 702578 h 1160647"/>
                <a:gd name="connsiteX39-8655" fmla="*/ 405338 w 3024845"/>
                <a:gd name="connsiteY39-8656" fmla="*/ 700687 h 1160647"/>
                <a:gd name="connsiteX40-8657" fmla="*/ 405338 w 3024845"/>
                <a:gd name="connsiteY40-8658" fmla="*/ 687446 h 1160647"/>
                <a:gd name="connsiteX41-8659" fmla="*/ 406098 w 3024845"/>
                <a:gd name="connsiteY41-8660" fmla="*/ 687446 h 1160647"/>
                <a:gd name="connsiteX42-8661" fmla="*/ 411418 w 3024845"/>
                <a:gd name="connsiteY42-8662" fmla="*/ 687446 h 1160647"/>
                <a:gd name="connsiteX43-8663" fmla="*/ 411418 w 3024845"/>
                <a:gd name="connsiteY43-8664" fmla="*/ 686365 h 1160647"/>
                <a:gd name="connsiteX44-8665" fmla="*/ 411418 w 3024845"/>
                <a:gd name="connsiteY44-8666" fmla="*/ 678798 h 1160647"/>
                <a:gd name="connsiteX45-8667" fmla="*/ 413445 w 3024845"/>
                <a:gd name="connsiteY45-8668" fmla="*/ 678798 h 1160647"/>
                <a:gd name="connsiteX46-8669" fmla="*/ 427632 w 3024845"/>
                <a:gd name="connsiteY46-8670" fmla="*/ 678798 h 1160647"/>
                <a:gd name="connsiteX47-8671" fmla="*/ 427632 w 3024845"/>
                <a:gd name="connsiteY47-8672" fmla="*/ 679879 h 1160647"/>
                <a:gd name="connsiteX48-8673" fmla="*/ 427632 w 3024845"/>
                <a:gd name="connsiteY48-8674" fmla="*/ 687446 h 1160647"/>
                <a:gd name="connsiteX49-8675" fmla="*/ 449925 w 3024845"/>
                <a:gd name="connsiteY49-8676" fmla="*/ 687446 h 1160647"/>
                <a:gd name="connsiteX50-8677" fmla="*/ 449925 w 3024845"/>
                <a:gd name="connsiteY50-8678" fmla="*/ 685554 h 1160647"/>
                <a:gd name="connsiteX51-8679" fmla="*/ 449925 w 3024845"/>
                <a:gd name="connsiteY51-8680" fmla="*/ 672313 h 1160647"/>
                <a:gd name="connsiteX52-8681" fmla="*/ 451699 w 3024845"/>
                <a:gd name="connsiteY52-8682" fmla="*/ 672313 h 1160647"/>
                <a:gd name="connsiteX53-8683" fmla="*/ 464112 w 3024845"/>
                <a:gd name="connsiteY53-8684" fmla="*/ 672313 h 1160647"/>
                <a:gd name="connsiteX54-8685" fmla="*/ 464112 w 3024845"/>
                <a:gd name="connsiteY54-8686" fmla="*/ 696093 h 1160647"/>
                <a:gd name="connsiteX55-8687" fmla="*/ 465126 w 3024845"/>
                <a:gd name="connsiteY55-8688" fmla="*/ 696093 h 1160647"/>
                <a:gd name="connsiteX56-8689" fmla="*/ 472219 w 3024845"/>
                <a:gd name="connsiteY56-8690" fmla="*/ 696093 h 1160647"/>
                <a:gd name="connsiteX57-8691" fmla="*/ 472219 w 3024845"/>
                <a:gd name="connsiteY57-8692" fmla="*/ 695012 h 1160647"/>
                <a:gd name="connsiteX58-8693" fmla="*/ 472219 w 3024845"/>
                <a:gd name="connsiteY58-8694" fmla="*/ 687446 h 1160647"/>
                <a:gd name="connsiteX59-8695" fmla="*/ 473992 w 3024845"/>
                <a:gd name="connsiteY59-8696" fmla="*/ 687446 h 1160647"/>
                <a:gd name="connsiteX60-8697" fmla="*/ 486406 w 3024845"/>
                <a:gd name="connsiteY60-8698" fmla="*/ 687446 h 1160647"/>
                <a:gd name="connsiteX61-8699" fmla="*/ 486406 w 3024845"/>
                <a:gd name="connsiteY61-8700" fmla="*/ 713387 h 1160647"/>
                <a:gd name="connsiteX62-8701" fmla="*/ 488433 w 3024845"/>
                <a:gd name="connsiteY62-8702" fmla="*/ 713387 h 1160647"/>
                <a:gd name="connsiteX63-8703" fmla="*/ 502619 w 3024845"/>
                <a:gd name="connsiteY63-8704" fmla="*/ 713387 h 1160647"/>
                <a:gd name="connsiteX64-8705" fmla="*/ 502619 w 3024845"/>
                <a:gd name="connsiteY64-8706" fmla="*/ 715008 h 1160647"/>
                <a:gd name="connsiteX65-8707" fmla="*/ 502619 w 3024845"/>
                <a:gd name="connsiteY65-8708" fmla="*/ 726358 h 1160647"/>
                <a:gd name="connsiteX66-8709" fmla="*/ 503379 w 3024845"/>
                <a:gd name="connsiteY66-8710" fmla="*/ 726358 h 1160647"/>
                <a:gd name="connsiteX67-8711" fmla="*/ 508700 w 3024845"/>
                <a:gd name="connsiteY67-8712" fmla="*/ 726358 h 1160647"/>
                <a:gd name="connsiteX68-8713" fmla="*/ 508700 w 3024845"/>
                <a:gd name="connsiteY68-8714" fmla="*/ 725547 h 1160647"/>
                <a:gd name="connsiteX69-8715" fmla="*/ 508700 w 3024845"/>
                <a:gd name="connsiteY69-8716" fmla="*/ 719872 h 1160647"/>
                <a:gd name="connsiteX70-8717" fmla="*/ 539100 w 3024845"/>
                <a:gd name="connsiteY70-8718" fmla="*/ 719872 h 1160647"/>
                <a:gd name="connsiteX71-8719" fmla="*/ 539100 w 3024845"/>
                <a:gd name="connsiteY71-8720" fmla="*/ 743652 h 1160647"/>
                <a:gd name="connsiteX72-8721" fmla="*/ 540113 w 3024845"/>
                <a:gd name="connsiteY72-8722" fmla="*/ 743652 h 1160647"/>
                <a:gd name="connsiteX73-8723" fmla="*/ 547207 w 3024845"/>
                <a:gd name="connsiteY73-8724" fmla="*/ 743652 h 1160647"/>
                <a:gd name="connsiteX74-8725" fmla="*/ 547207 w 3024845"/>
                <a:gd name="connsiteY74-8726" fmla="*/ 744733 h 1160647"/>
                <a:gd name="connsiteX75-8727" fmla="*/ 547207 w 3024845"/>
                <a:gd name="connsiteY75-8728" fmla="*/ 752299 h 1160647"/>
                <a:gd name="connsiteX76-8729" fmla="*/ 547967 w 3024845"/>
                <a:gd name="connsiteY76-8730" fmla="*/ 752299 h 1160647"/>
                <a:gd name="connsiteX77-8731" fmla="*/ 553287 w 3024845"/>
                <a:gd name="connsiteY77-8732" fmla="*/ 752299 h 1160647"/>
                <a:gd name="connsiteX78-8733" fmla="*/ 553287 w 3024845"/>
                <a:gd name="connsiteY78-8734" fmla="*/ 750137 h 1160647"/>
                <a:gd name="connsiteX79-8735" fmla="*/ 553287 w 3024845"/>
                <a:gd name="connsiteY79-8736" fmla="*/ 735005 h 1160647"/>
                <a:gd name="connsiteX80-8737" fmla="*/ 554300 w 3024845"/>
                <a:gd name="connsiteY80-8738" fmla="*/ 735005 h 1160647"/>
                <a:gd name="connsiteX81-8739" fmla="*/ 561394 w 3024845"/>
                <a:gd name="connsiteY81-8740" fmla="*/ 735005 h 1160647"/>
                <a:gd name="connsiteX82-8741" fmla="*/ 561394 w 3024845"/>
                <a:gd name="connsiteY82-8742" fmla="*/ 736086 h 1160647"/>
                <a:gd name="connsiteX83-8743" fmla="*/ 561394 w 3024845"/>
                <a:gd name="connsiteY83-8744" fmla="*/ 743652 h 1160647"/>
                <a:gd name="connsiteX84-8745" fmla="*/ 566714 w 3024845"/>
                <a:gd name="connsiteY84-8746" fmla="*/ 741659 h 1160647"/>
                <a:gd name="connsiteX85-8747" fmla="*/ 567474 w 3024845"/>
                <a:gd name="connsiteY85-8748" fmla="*/ 740679 h 1160647"/>
                <a:gd name="connsiteX86-8749" fmla="*/ 567474 w 3024845"/>
                <a:gd name="connsiteY86-8750" fmla="*/ 735005 h 1160647"/>
                <a:gd name="connsiteX87-8751" fmla="*/ 605981 w 3024845"/>
                <a:gd name="connsiteY87-8752" fmla="*/ 735005 h 1160647"/>
                <a:gd name="connsiteX88-8753" fmla="*/ 605981 w 3024845"/>
                <a:gd name="connsiteY88-8754" fmla="*/ 758784 h 1160647"/>
                <a:gd name="connsiteX89-8755" fmla="*/ 608007 w 3024845"/>
                <a:gd name="connsiteY89-8756" fmla="*/ 758784 h 1160647"/>
                <a:gd name="connsiteX90-8757" fmla="*/ 622194 w 3024845"/>
                <a:gd name="connsiteY90-8758" fmla="*/ 758784 h 1160647"/>
                <a:gd name="connsiteX91-8759" fmla="*/ 622194 w 3024845"/>
                <a:gd name="connsiteY91-8760" fmla="*/ 759865 h 1160647"/>
                <a:gd name="connsiteX92-8761" fmla="*/ 622194 w 3024845"/>
                <a:gd name="connsiteY92-8762" fmla="*/ 767431 h 1160647"/>
                <a:gd name="connsiteX93-8763" fmla="*/ 623968 w 3024845"/>
                <a:gd name="connsiteY93-8764" fmla="*/ 767431 h 1160647"/>
                <a:gd name="connsiteX94-8765" fmla="*/ 636381 w 3024845"/>
                <a:gd name="connsiteY94-8766" fmla="*/ 767431 h 1160647"/>
                <a:gd name="connsiteX95-8767" fmla="*/ 636381 w 3024845"/>
                <a:gd name="connsiteY95-8768" fmla="*/ 743652 h 1160647"/>
                <a:gd name="connsiteX96-8769" fmla="*/ 637394 w 3024845"/>
                <a:gd name="connsiteY96-8770" fmla="*/ 743652 h 1160647"/>
                <a:gd name="connsiteX97-8771" fmla="*/ 644488 w 3024845"/>
                <a:gd name="connsiteY97-8772" fmla="*/ 743652 h 1160647"/>
                <a:gd name="connsiteX98-8773" fmla="*/ 644488 w 3024845"/>
                <a:gd name="connsiteY98-8774" fmla="*/ 711225 h 1160647"/>
                <a:gd name="connsiteX99-8775" fmla="*/ 645501 w 3024845"/>
                <a:gd name="connsiteY99-8776" fmla="*/ 711225 h 1160647"/>
                <a:gd name="connsiteX100-8777" fmla="*/ 652595 w 3024845"/>
                <a:gd name="connsiteY100-8778" fmla="*/ 711225 h 1160647"/>
                <a:gd name="connsiteX101-8779" fmla="*/ 652595 w 3024845"/>
                <a:gd name="connsiteY101-8780" fmla="*/ 709334 h 1160647"/>
                <a:gd name="connsiteX102-8781" fmla="*/ 652595 w 3024845"/>
                <a:gd name="connsiteY102-8782" fmla="*/ 696093 h 1160647"/>
                <a:gd name="connsiteX103-8783" fmla="*/ 651328 w 3024845"/>
                <a:gd name="connsiteY103-8784" fmla="*/ 694471 h 1160647"/>
                <a:gd name="connsiteX104-8785" fmla="*/ 656648 w 3024845"/>
                <a:gd name="connsiteY104-8786" fmla="*/ 683122 h 1160647"/>
                <a:gd name="connsiteX105-8787" fmla="*/ 664755 w 3024845"/>
                <a:gd name="connsiteY105-8788" fmla="*/ 711225 h 1160647"/>
                <a:gd name="connsiteX106-8789" fmla="*/ 665515 w 3024845"/>
                <a:gd name="connsiteY106-8790" fmla="*/ 711225 h 1160647"/>
                <a:gd name="connsiteX107-8791" fmla="*/ 670835 w 3024845"/>
                <a:gd name="connsiteY107-8792" fmla="*/ 711225 h 1160647"/>
                <a:gd name="connsiteX108-8793" fmla="*/ 670835 w 3024845"/>
                <a:gd name="connsiteY108-8794" fmla="*/ 605298 h 1160647"/>
                <a:gd name="connsiteX109-8795" fmla="*/ 672355 w 3024845"/>
                <a:gd name="connsiteY109-8796" fmla="*/ 605298 h 1160647"/>
                <a:gd name="connsiteX110-8797" fmla="*/ 682995 w 3024845"/>
                <a:gd name="connsiteY110-8798" fmla="*/ 605298 h 1160647"/>
                <a:gd name="connsiteX111-8799" fmla="*/ 682995 w 3024845"/>
                <a:gd name="connsiteY111-8800" fmla="*/ 557739 h 1160647"/>
                <a:gd name="connsiteX112-8801" fmla="*/ 709342 w 3024845"/>
                <a:gd name="connsiteY112-8802" fmla="*/ 557739 h 1160647"/>
                <a:gd name="connsiteX113-8803" fmla="*/ 709342 w 3024845"/>
                <a:gd name="connsiteY113-8804" fmla="*/ 536121 h 1160647"/>
                <a:gd name="connsiteX114-8805" fmla="*/ 743796 w 3024845"/>
                <a:gd name="connsiteY114-8806" fmla="*/ 536121 h 1160647"/>
                <a:gd name="connsiteX115-8807" fmla="*/ 743796 w 3024845"/>
                <a:gd name="connsiteY115-8808" fmla="*/ 538553 h 1160647"/>
                <a:gd name="connsiteX116-8809" fmla="*/ 743796 w 3024845"/>
                <a:gd name="connsiteY116-8810" fmla="*/ 555577 h 1160647"/>
                <a:gd name="connsiteX117-8811" fmla="*/ 746076 w 3024845"/>
                <a:gd name="connsiteY117-8812" fmla="*/ 555577 h 1160647"/>
                <a:gd name="connsiteX118-8813" fmla="*/ 762036 w 3024845"/>
                <a:gd name="connsiteY118-8814" fmla="*/ 555577 h 1160647"/>
                <a:gd name="connsiteX119-8815" fmla="*/ 762036 w 3024845"/>
                <a:gd name="connsiteY119-8816" fmla="*/ 603136 h 1160647"/>
                <a:gd name="connsiteX120-8817" fmla="*/ 763049 w 3024845"/>
                <a:gd name="connsiteY120-8818" fmla="*/ 603136 h 1160647"/>
                <a:gd name="connsiteX121-8819" fmla="*/ 770143 w 3024845"/>
                <a:gd name="connsiteY121-8820" fmla="*/ 603136 h 1160647"/>
                <a:gd name="connsiteX122-8821" fmla="*/ 784330 w 3024845"/>
                <a:gd name="connsiteY122-8822" fmla="*/ 607460 h 1160647"/>
                <a:gd name="connsiteX123-8823" fmla="*/ 784330 w 3024845"/>
                <a:gd name="connsiteY123-8824" fmla="*/ 646372 h 1160647"/>
                <a:gd name="connsiteX124-8825" fmla="*/ 785343 w 3024845"/>
                <a:gd name="connsiteY124-8826" fmla="*/ 646372 h 1160647"/>
                <a:gd name="connsiteX125-8827" fmla="*/ 792436 w 3024845"/>
                <a:gd name="connsiteY125-8828" fmla="*/ 646372 h 1160647"/>
                <a:gd name="connsiteX126-8829" fmla="*/ 792436 w 3024845"/>
                <a:gd name="connsiteY126-8830" fmla="*/ 647993 h 1160647"/>
                <a:gd name="connsiteX127-8831" fmla="*/ 792436 w 3024845"/>
                <a:gd name="connsiteY127-8832" fmla="*/ 659342 h 1160647"/>
                <a:gd name="connsiteX128-8833" fmla="*/ 794463 w 3024845"/>
                <a:gd name="connsiteY128-8834" fmla="*/ 659342 h 1160647"/>
                <a:gd name="connsiteX129-8835" fmla="*/ 808650 w 3024845"/>
                <a:gd name="connsiteY129-8836" fmla="*/ 659342 h 1160647"/>
                <a:gd name="connsiteX130-8837" fmla="*/ 814730 w 3024845"/>
                <a:gd name="connsiteY130-8838" fmla="*/ 665828 h 1160647"/>
                <a:gd name="connsiteX131-8839" fmla="*/ 814730 w 3024845"/>
                <a:gd name="connsiteY131-8840" fmla="*/ 687446 h 1160647"/>
                <a:gd name="connsiteX132-8841" fmla="*/ 817010 w 3024845"/>
                <a:gd name="connsiteY132-8842" fmla="*/ 687446 h 1160647"/>
                <a:gd name="connsiteX133-8843" fmla="*/ 832970 w 3024845"/>
                <a:gd name="connsiteY133-8844" fmla="*/ 687446 h 1160647"/>
                <a:gd name="connsiteX134-8845" fmla="*/ 832970 w 3024845"/>
                <a:gd name="connsiteY134-8846" fmla="*/ 688526 h 1160647"/>
                <a:gd name="connsiteX135-8847" fmla="*/ 832970 w 3024845"/>
                <a:gd name="connsiteY135-8848" fmla="*/ 696093 h 1160647"/>
                <a:gd name="connsiteX136-8849" fmla="*/ 834237 w 3024845"/>
                <a:gd name="connsiteY136-8850" fmla="*/ 696093 h 1160647"/>
                <a:gd name="connsiteX137-8851" fmla="*/ 843104 w 3024845"/>
                <a:gd name="connsiteY137-8852" fmla="*/ 696093 h 1160647"/>
                <a:gd name="connsiteX138-8853" fmla="*/ 843104 w 3024845"/>
                <a:gd name="connsiteY138-8854" fmla="*/ 698254 h 1160647"/>
                <a:gd name="connsiteX139-8855" fmla="*/ 843104 w 3024845"/>
                <a:gd name="connsiteY139-8856" fmla="*/ 713387 h 1160647"/>
                <a:gd name="connsiteX140-8857" fmla="*/ 847157 w 3024845"/>
                <a:gd name="connsiteY140-8858" fmla="*/ 711495 h 1160647"/>
                <a:gd name="connsiteX141-8859" fmla="*/ 847157 w 3024845"/>
                <a:gd name="connsiteY141-8860" fmla="*/ 698254 h 1160647"/>
                <a:gd name="connsiteX142-8861" fmla="*/ 848170 w 3024845"/>
                <a:gd name="connsiteY142-8862" fmla="*/ 698254 h 1160647"/>
                <a:gd name="connsiteX143-8863" fmla="*/ 855264 w 3024845"/>
                <a:gd name="connsiteY143-8864" fmla="*/ 698254 h 1160647"/>
                <a:gd name="connsiteX144-8865" fmla="*/ 855264 w 3024845"/>
                <a:gd name="connsiteY144-8866" fmla="*/ 699876 h 1160647"/>
                <a:gd name="connsiteX145-8867" fmla="*/ 855264 w 3024845"/>
                <a:gd name="connsiteY145-8868" fmla="*/ 711225 h 1160647"/>
                <a:gd name="connsiteX146-8869" fmla="*/ 856024 w 3024845"/>
                <a:gd name="connsiteY146-8870" fmla="*/ 711225 h 1160647"/>
                <a:gd name="connsiteX147-8871" fmla="*/ 861344 w 3024845"/>
                <a:gd name="connsiteY147-8872" fmla="*/ 711225 h 1160647"/>
                <a:gd name="connsiteX148-8873" fmla="*/ 909984 w 3024845"/>
                <a:gd name="connsiteY148-8874" fmla="*/ 706902 h 1160647"/>
                <a:gd name="connsiteX149-8875" fmla="*/ 909984 w 3024845"/>
                <a:gd name="connsiteY149-8876" fmla="*/ 708253 h 1160647"/>
                <a:gd name="connsiteX150-8877" fmla="*/ 909984 w 3024845"/>
                <a:gd name="connsiteY150-8878" fmla="*/ 717710 h 1160647"/>
                <a:gd name="connsiteX151-8879" fmla="*/ 910744 w 3024845"/>
                <a:gd name="connsiteY151-8880" fmla="*/ 717710 h 1160647"/>
                <a:gd name="connsiteX152-8881" fmla="*/ 916065 w 3024845"/>
                <a:gd name="connsiteY152-8882" fmla="*/ 717710 h 1160647"/>
                <a:gd name="connsiteX153-8883" fmla="*/ 916065 w 3024845"/>
                <a:gd name="connsiteY153-8884" fmla="*/ 719872 h 1160647"/>
                <a:gd name="connsiteX154-8885" fmla="*/ 916065 w 3024845"/>
                <a:gd name="connsiteY154-8886" fmla="*/ 735005 h 1160647"/>
                <a:gd name="connsiteX155-8887" fmla="*/ 918091 w 3024845"/>
                <a:gd name="connsiteY155-8888" fmla="*/ 733654 h 1160647"/>
                <a:gd name="connsiteX156-8889" fmla="*/ 932278 w 3024845"/>
                <a:gd name="connsiteY156-8890" fmla="*/ 724196 h 1160647"/>
                <a:gd name="connsiteX157-8891" fmla="*/ 938358 w 3024845"/>
                <a:gd name="connsiteY157-8892" fmla="*/ 683122 h 1160647"/>
                <a:gd name="connsiteX158-8893" fmla="*/ 939118 w 3024845"/>
                <a:gd name="connsiteY158-8894" fmla="*/ 682852 h 1160647"/>
                <a:gd name="connsiteX159-8895" fmla="*/ 944438 w 3024845"/>
                <a:gd name="connsiteY159-8896" fmla="*/ 680960 h 1160647"/>
                <a:gd name="connsiteX160-8897" fmla="*/ 946465 w 3024845"/>
                <a:gd name="connsiteY160-8898" fmla="*/ 611783 h 1160647"/>
                <a:gd name="connsiteX161-8899" fmla="*/ 948492 w 3024845"/>
                <a:gd name="connsiteY161-8900" fmla="*/ 680960 h 1160647"/>
                <a:gd name="connsiteX162-8901" fmla="*/ 949252 w 3024845"/>
                <a:gd name="connsiteY162-8902" fmla="*/ 681230 h 1160647"/>
                <a:gd name="connsiteX163-8903" fmla="*/ 954572 w 3024845"/>
                <a:gd name="connsiteY163-8904" fmla="*/ 683122 h 1160647"/>
                <a:gd name="connsiteX164-8905" fmla="*/ 954572 w 3024845"/>
                <a:gd name="connsiteY164-8906" fmla="*/ 596651 h 1160647"/>
                <a:gd name="connsiteX165-8907" fmla="*/ 958625 w 3024845"/>
                <a:gd name="connsiteY165-8908" fmla="*/ 564224 h 1160647"/>
                <a:gd name="connsiteX166-8909" fmla="*/ 997132 w 3024845"/>
                <a:gd name="connsiteY166-8910" fmla="*/ 564224 h 1160647"/>
                <a:gd name="connsiteX167-8911" fmla="*/ 997132 w 3024845"/>
                <a:gd name="connsiteY167-8912" fmla="*/ 596651 h 1160647"/>
                <a:gd name="connsiteX168-8913" fmla="*/ 997892 w 3024845"/>
                <a:gd name="connsiteY168-8914" fmla="*/ 596651 h 1160647"/>
                <a:gd name="connsiteX169-8915" fmla="*/ 1003212 w 3024845"/>
                <a:gd name="connsiteY169-8916" fmla="*/ 596651 h 1160647"/>
                <a:gd name="connsiteX170-8917" fmla="*/ 1003212 w 3024845"/>
                <a:gd name="connsiteY170-8918" fmla="*/ 514503 h 1160647"/>
                <a:gd name="connsiteX171-8919" fmla="*/ 1004986 w 3024845"/>
                <a:gd name="connsiteY171-8920" fmla="*/ 514503 h 1160647"/>
                <a:gd name="connsiteX172-8921" fmla="*/ 1017399 w 3024845"/>
                <a:gd name="connsiteY172-8922" fmla="*/ 514503 h 1160647"/>
                <a:gd name="connsiteX173-8923" fmla="*/ 1017399 w 3024845"/>
                <a:gd name="connsiteY173-8924" fmla="*/ 512612 h 1160647"/>
                <a:gd name="connsiteX174-8925" fmla="*/ 1017399 w 3024845"/>
                <a:gd name="connsiteY174-8926" fmla="*/ 499371 h 1160647"/>
                <a:gd name="connsiteX175-8927" fmla="*/ 1039693 w 3024845"/>
                <a:gd name="connsiteY175-8928" fmla="*/ 499371 h 1160647"/>
                <a:gd name="connsiteX176-8929" fmla="*/ 1039693 w 3024845"/>
                <a:gd name="connsiteY176-8930" fmla="*/ 498290 h 1160647"/>
                <a:gd name="connsiteX177-8931" fmla="*/ 1039693 w 3024845"/>
                <a:gd name="connsiteY177-8932" fmla="*/ 490724 h 1160647"/>
                <a:gd name="connsiteX178-8933" fmla="*/ 1041466 w 3024845"/>
                <a:gd name="connsiteY178-8934" fmla="*/ 490724 h 1160647"/>
                <a:gd name="connsiteX179-8935" fmla="*/ 1053880 w 3024845"/>
                <a:gd name="connsiteY179-8936" fmla="*/ 490724 h 1160647"/>
                <a:gd name="connsiteX180-8937" fmla="*/ 1053880 w 3024845"/>
                <a:gd name="connsiteY180-8938" fmla="*/ 491805 h 1160647"/>
                <a:gd name="connsiteX181-8939" fmla="*/ 1053880 w 3024845"/>
                <a:gd name="connsiteY181-8940" fmla="*/ 499371 h 1160647"/>
                <a:gd name="connsiteX182-8941" fmla="*/ 1054640 w 3024845"/>
                <a:gd name="connsiteY182-8942" fmla="*/ 499371 h 1160647"/>
                <a:gd name="connsiteX183-8943" fmla="*/ 1059960 w 3024845"/>
                <a:gd name="connsiteY183-8944" fmla="*/ 499371 h 1160647"/>
                <a:gd name="connsiteX184-8945" fmla="*/ 1070093 w 3024845"/>
                <a:gd name="connsiteY184-8946" fmla="*/ 495047 h 1160647"/>
                <a:gd name="connsiteX185-8947" fmla="*/ 1074146 w 3024845"/>
                <a:gd name="connsiteY185-8948" fmla="*/ 498290 h 1160647"/>
                <a:gd name="connsiteX186-8949" fmla="*/ 1074146 w 3024845"/>
                <a:gd name="connsiteY186-8950" fmla="*/ 490724 h 1160647"/>
                <a:gd name="connsiteX187-8951" fmla="*/ 1076426 w 3024845"/>
                <a:gd name="connsiteY187-8952" fmla="*/ 490724 h 1160647"/>
                <a:gd name="connsiteX188-8953" fmla="*/ 1092387 w 3024845"/>
                <a:gd name="connsiteY188-8954" fmla="*/ 490724 h 1160647"/>
                <a:gd name="connsiteX189-8955" fmla="*/ 1092387 w 3024845"/>
                <a:gd name="connsiteY189-8956" fmla="*/ 491805 h 1160647"/>
                <a:gd name="connsiteX190-8957" fmla="*/ 1092387 w 3024845"/>
                <a:gd name="connsiteY190-8958" fmla="*/ 499371 h 1160647"/>
                <a:gd name="connsiteX191-8959" fmla="*/ 1122787 w 3024845"/>
                <a:gd name="connsiteY191-8960" fmla="*/ 499371 h 1160647"/>
                <a:gd name="connsiteX192-8961" fmla="*/ 1122787 w 3024845"/>
                <a:gd name="connsiteY192-8962" fmla="*/ 500992 h 1160647"/>
                <a:gd name="connsiteX193-8963" fmla="*/ 1122787 w 3024845"/>
                <a:gd name="connsiteY193-8964" fmla="*/ 512342 h 1160647"/>
                <a:gd name="connsiteX194-8965" fmla="*/ 1149134 w 3024845"/>
                <a:gd name="connsiteY194-8966" fmla="*/ 512342 h 1160647"/>
                <a:gd name="connsiteX195-8967" fmla="*/ 1149134 w 3024845"/>
                <a:gd name="connsiteY195-8968" fmla="*/ 542606 h 1160647"/>
                <a:gd name="connsiteX196-8969" fmla="*/ 1149894 w 3024845"/>
                <a:gd name="connsiteY196-8970" fmla="*/ 542606 h 1160647"/>
                <a:gd name="connsiteX197-8971" fmla="*/ 1155214 w 3024845"/>
                <a:gd name="connsiteY197-8972" fmla="*/ 542606 h 1160647"/>
                <a:gd name="connsiteX198-8973" fmla="*/ 1155214 w 3024845"/>
                <a:gd name="connsiteY198-8974" fmla="*/ 543687 h 1160647"/>
                <a:gd name="connsiteX199-8975" fmla="*/ 1155214 w 3024845"/>
                <a:gd name="connsiteY199-8976" fmla="*/ 551254 h 1160647"/>
                <a:gd name="connsiteX200-8977" fmla="*/ 1159268 w 3024845"/>
                <a:gd name="connsiteY200-8978" fmla="*/ 581518 h 1160647"/>
                <a:gd name="connsiteX201-8979" fmla="*/ 1160028 w 3024845"/>
                <a:gd name="connsiteY201-8980" fmla="*/ 581518 h 1160647"/>
                <a:gd name="connsiteX202-8981" fmla="*/ 1165348 w 3024845"/>
                <a:gd name="connsiteY202-8982" fmla="*/ 581518 h 1160647"/>
                <a:gd name="connsiteX203-8983" fmla="*/ 1165348 w 3024845"/>
                <a:gd name="connsiteY203-8984" fmla="*/ 582329 h 1160647"/>
                <a:gd name="connsiteX204-8985" fmla="*/ 1165348 w 3024845"/>
                <a:gd name="connsiteY204-8986" fmla="*/ 588004 h 1160647"/>
                <a:gd name="connsiteX205-8987" fmla="*/ 1166361 w 3024845"/>
                <a:gd name="connsiteY205-8988" fmla="*/ 588004 h 1160647"/>
                <a:gd name="connsiteX206-8989" fmla="*/ 1173454 w 3024845"/>
                <a:gd name="connsiteY206-8990" fmla="*/ 588004 h 1160647"/>
                <a:gd name="connsiteX207-8991" fmla="*/ 1173454 w 3024845"/>
                <a:gd name="connsiteY207-8992" fmla="*/ 618269 h 1160647"/>
                <a:gd name="connsiteX208-8993" fmla="*/ 1175481 w 3024845"/>
                <a:gd name="connsiteY208-8994" fmla="*/ 618269 h 1160647"/>
                <a:gd name="connsiteX209-8995" fmla="*/ 1189668 w 3024845"/>
                <a:gd name="connsiteY209-8996" fmla="*/ 618269 h 1160647"/>
                <a:gd name="connsiteX210-8997" fmla="*/ 1189668 w 3024845"/>
                <a:gd name="connsiteY210-8998" fmla="*/ 642048 h 1160647"/>
                <a:gd name="connsiteX211-8999" fmla="*/ 1191695 w 3024845"/>
                <a:gd name="connsiteY211-9000" fmla="*/ 643669 h 1160647"/>
                <a:gd name="connsiteX212-9001" fmla="*/ 1191695 w 3024845"/>
                <a:gd name="connsiteY212-9002" fmla="*/ 655019 h 1160647"/>
                <a:gd name="connsiteX213-9003" fmla="*/ 1192455 w 3024845"/>
                <a:gd name="connsiteY213-9004" fmla="*/ 655019 h 1160647"/>
                <a:gd name="connsiteX214-9005" fmla="*/ 1197775 w 3024845"/>
                <a:gd name="connsiteY214-9006" fmla="*/ 655019 h 1160647"/>
                <a:gd name="connsiteX215-9007" fmla="*/ 1197775 w 3024845"/>
                <a:gd name="connsiteY215-9008" fmla="*/ 678798 h 1160647"/>
                <a:gd name="connsiteX216-9009" fmla="*/ 1199041 w 3024845"/>
                <a:gd name="connsiteY216-9010" fmla="*/ 678798 h 1160647"/>
                <a:gd name="connsiteX217-9011" fmla="*/ 1207908 w 3024845"/>
                <a:gd name="connsiteY217-9012" fmla="*/ 678798 h 1160647"/>
                <a:gd name="connsiteX218-9013" fmla="*/ 1209935 w 3024845"/>
                <a:gd name="connsiteY218-9014" fmla="*/ 682852 h 1160647"/>
                <a:gd name="connsiteX219-9015" fmla="*/ 1209935 w 3024845"/>
                <a:gd name="connsiteY219-9016" fmla="*/ 696093 h 1160647"/>
                <a:gd name="connsiteX220-9017" fmla="*/ 1211455 w 3024845"/>
                <a:gd name="connsiteY220-9018" fmla="*/ 694201 h 1160647"/>
                <a:gd name="connsiteX221-9019" fmla="*/ 1222095 w 3024845"/>
                <a:gd name="connsiteY221-9020" fmla="*/ 680960 h 1160647"/>
                <a:gd name="connsiteX222-9021" fmla="*/ 1250469 w 3024845"/>
                <a:gd name="connsiteY222-9022" fmla="*/ 680960 h 1160647"/>
                <a:gd name="connsiteX223-9023" fmla="*/ 1250469 w 3024845"/>
                <a:gd name="connsiteY223-9024" fmla="*/ 767431 h 1160647"/>
                <a:gd name="connsiteX224-9025" fmla="*/ 1251229 w 3024845"/>
                <a:gd name="connsiteY224-9026" fmla="*/ 767431 h 1160647"/>
                <a:gd name="connsiteX225-9027" fmla="*/ 1256549 w 3024845"/>
                <a:gd name="connsiteY225-9028" fmla="*/ 767431 h 1160647"/>
                <a:gd name="connsiteX226-9029" fmla="*/ 1257309 w 3024845"/>
                <a:gd name="connsiteY226-9030" fmla="*/ 766080 h 1160647"/>
                <a:gd name="connsiteX227-9031" fmla="*/ 1262629 w 3024845"/>
                <a:gd name="connsiteY227-9032" fmla="*/ 756622 h 1160647"/>
                <a:gd name="connsiteX228-9033" fmla="*/ 1262629 w 3024845"/>
                <a:gd name="connsiteY228-9034" fmla="*/ 758514 h 1160647"/>
                <a:gd name="connsiteX229-9035" fmla="*/ 1262629 w 3024845"/>
                <a:gd name="connsiteY229-9036" fmla="*/ 771755 h 1160647"/>
                <a:gd name="connsiteX230-9037" fmla="*/ 1266682 w 3024845"/>
                <a:gd name="connsiteY230-9038" fmla="*/ 726358 h 1160647"/>
                <a:gd name="connsiteX231-9039" fmla="*/ 1267442 w 3024845"/>
                <a:gd name="connsiteY231-9040" fmla="*/ 726358 h 1160647"/>
                <a:gd name="connsiteX232-9041" fmla="*/ 1272762 w 3024845"/>
                <a:gd name="connsiteY232-9042" fmla="*/ 726358 h 1160647"/>
                <a:gd name="connsiteX233-9043" fmla="*/ 1272762 w 3024845"/>
                <a:gd name="connsiteY233-9044" fmla="*/ 661504 h 1160647"/>
                <a:gd name="connsiteX234-9045" fmla="*/ 1273776 w 3024845"/>
                <a:gd name="connsiteY234-9046" fmla="*/ 661504 h 1160647"/>
                <a:gd name="connsiteX235-9047" fmla="*/ 1280869 w 3024845"/>
                <a:gd name="connsiteY235-9048" fmla="*/ 661504 h 1160647"/>
                <a:gd name="connsiteX236-9049" fmla="*/ 1293029 w 3024845"/>
                <a:gd name="connsiteY236-9050" fmla="*/ 618269 h 1160647"/>
                <a:gd name="connsiteX237-9051" fmla="*/ 1294296 w 3024845"/>
                <a:gd name="connsiteY237-9052" fmla="*/ 618269 h 1160647"/>
                <a:gd name="connsiteX238-9053" fmla="*/ 1303163 w 3024845"/>
                <a:gd name="connsiteY238-9054" fmla="*/ 618269 h 1160647"/>
                <a:gd name="connsiteX239-9055" fmla="*/ 1313296 w 3024845"/>
                <a:gd name="connsiteY239-9056" fmla="*/ 661504 h 1160647"/>
                <a:gd name="connsiteX240-9057" fmla="*/ 1314309 w 3024845"/>
                <a:gd name="connsiteY240-9058" fmla="*/ 661504 h 1160647"/>
                <a:gd name="connsiteX241-9059" fmla="*/ 1321403 w 3024845"/>
                <a:gd name="connsiteY241-9060" fmla="*/ 661504 h 1160647"/>
                <a:gd name="connsiteX242-9061" fmla="*/ 1321403 w 3024845"/>
                <a:gd name="connsiteY242-9062" fmla="*/ 700416 h 1160647"/>
                <a:gd name="connsiteX243-9063" fmla="*/ 1323176 w 3024845"/>
                <a:gd name="connsiteY243-9064" fmla="*/ 700416 h 1160647"/>
                <a:gd name="connsiteX244-9065" fmla="*/ 1335590 w 3024845"/>
                <a:gd name="connsiteY244-9066" fmla="*/ 700416 h 1160647"/>
                <a:gd name="connsiteX245-9067" fmla="*/ 1335590 w 3024845"/>
                <a:gd name="connsiteY245-9068" fmla="*/ 702578 h 1160647"/>
                <a:gd name="connsiteX246-9069" fmla="*/ 1335590 w 3024845"/>
                <a:gd name="connsiteY246-9070" fmla="*/ 717710 h 1160647"/>
                <a:gd name="connsiteX247-9071" fmla="*/ 1339643 w 3024845"/>
                <a:gd name="connsiteY247-9072" fmla="*/ 715549 h 1160647"/>
                <a:gd name="connsiteX248-9073" fmla="*/ 1339643 w 3024845"/>
                <a:gd name="connsiteY248-9074" fmla="*/ 700416 h 1160647"/>
                <a:gd name="connsiteX249-9075" fmla="*/ 1341163 w 3024845"/>
                <a:gd name="connsiteY249-9076" fmla="*/ 700416 h 1160647"/>
                <a:gd name="connsiteX250-9077" fmla="*/ 1351803 w 3024845"/>
                <a:gd name="connsiteY250-9078" fmla="*/ 700416 h 1160647"/>
                <a:gd name="connsiteX251-9079" fmla="*/ 1351803 w 3024845"/>
                <a:gd name="connsiteY251-9080" fmla="*/ 702037 h 1160647"/>
                <a:gd name="connsiteX252-9081" fmla="*/ 1351803 w 3024845"/>
                <a:gd name="connsiteY252-9082" fmla="*/ 713387 h 1160647"/>
                <a:gd name="connsiteX253-9083" fmla="*/ 1382204 w 3024845"/>
                <a:gd name="connsiteY253-9084" fmla="*/ 713387 h 1160647"/>
                <a:gd name="connsiteX254-9085" fmla="*/ 1382204 w 3024845"/>
                <a:gd name="connsiteY254-9086" fmla="*/ 676637 h 1160647"/>
                <a:gd name="connsiteX255-9087" fmla="*/ 1383470 w 3024845"/>
                <a:gd name="connsiteY255-9088" fmla="*/ 676637 h 1160647"/>
                <a:gd name="connsiteX256-9089" fmla="*/ 1392337 w 3024845"/>
                <a:gd name="connsiteY256-9090" fmla="*/ 676637 h 1160647"/>
                <a:gd name="connsiteX257-9091" fmla="*/ 1392337 w 3024845"/>
                <a:gd name="connsiteY257-9092" fmla="*/ 698254 h 1160647"/>
                <a:gd name="connsiteX258-9093" fmla="*/ 1394364 w 3024845"/>
                <a:gd name="connsiteY258-9094" fmla="*/ 665828 h 1160647"/>
                <a:gd name="connsiteX259-9095" fmla="*/ 1416657 w 3024845"/>
                <a:gd name="connsiteY259-9096" fmla="*/ 665828 h 1160647"/>
                <a:gd name="connsiteX260-9097" fmla="*/ 1416657 w 3024845"/>
                <a:gd name="connsiteY260-9098" fmla="*/ 664206 h 1160647"/>
                <a:gd name="connsiteX261-9099" fmla="*/ 1416657 w 3024845"/>
                <a:gd name="connsiteY261-9100" fmla="*/ 652857 h 1160647"/>
                <a:gd name="connsiteX262-9101" fmla="*/ 1417417 w 3024845"/>
                <a:gd name="connsiteY262-9102" fmla="*/ 652857 h 1160647"/>
                <a:gd name="connsiteX263-9103" fmla="*/ 1422737 w 3024845"/>
                <a:gd name="connsiteY263-9104" fmla="*/ 652857 h 1160647"/>
                <a:gd name="connsiteX264-9105" fmla="*/ 1422737 w 3024845"/>
                <a:gd name="connsiteY264-9106" fmla="*/ 650966 h 1160647"/>
                <a:gd name="connsiteX265-9107" fmla="*/ 1422737 w 3024845"/>
                <a:gd name="connsiteY265-9108" fmla="*/ 637725 h 1160647"/>
                <a:gd name="connsiteX266-9109" fmla="*/ 1426791 w 3024845"/>
                <a:gd name="connsiteY266-9110" fmla="*/ 644210 h 1160647"/>
                <a:gd name="connsiteX267-9111" fmla="*/ 1429071 w 3024845"/>
                <a:gd name="connsiteY267-9112" fmla="*/ 644210 h 1160647"/>
                <a:gd name="connsiteX268-9113" fmla="*/ 1445031 w 3024845"/>
                <a:gd name="connsiteY268-9114" fmla="*/ 644210 h 1160647"/>
                <a:gd name="connsiteX269-9115" fmla="*/ 1445031 w 3024845"/>
                <a:gd name="connsiteY269-9116" fmla="*/ 643399 h 1160647"/>
                <a:gd name="connsiteX270-9117" fmla="*/ 1445031 w 3024845"/>
                <a:gd name="connsiteY270-9118" fmla="*/ 637725 h 1160647"/>
                <a:gd name="connsiteX271-9119" fmla="*/ 1445791 w 3024845"/>
                <a:gd name="connsiteY271-9120" fmla="*/ 637725 h 1160647"/>
                <a:gd name="connsiteX272-9121" fmla="*/ 1451111 w 3024845"/>
                <a:gd name="connsiteY272-9122" fmla="*/ 637725 h 1160647"/>
                <a:gd name="connsiteX273-9123" fmla="*/ 1451111 w 3024845"/>
                <a:gd name="connsiteY273-9124" fmla="*/ 639076 h 1160647"/>
                <a:gd name="connsiteX274-9125" fmla="*/ 1451111 w 3024845"/>
                <a:gd name="connsiteY274-9126" fmla="*/ 648534 h 1160647"/>
                <a:gd name="connsiteX275-9127" fmla="*/ 1489618 w 3024845"/>
                <a:gd name="connsiteY275-9128" fmla="*/ 648534 h 1160647"/>
                <a:gd name="connsiteX276-9129" fmla="*/ 1489618 w 3024845"/>
                <a:gd name="connsiteY276-9130" fmla="*/ 786887 h 1160647"/>
                <a:gd name="connsiteX277-9131" fmla="*/ 1491138 w 3024845"/>
                <a:gd name="connsiteY277-9132" fmla="*/ 786887 h 1160647"/>
                <a:gd name="connsiteX278-9133" fmla="*/ 1501778 w 3024845"/>
                <a:gd name="connsiteY278-9134" fmla="*/ 786887 h 1160647"/>
                <a:gd name="connsiteX279-9135" fmla="*/ 1501778 w 3024845"/>
                <a:gd name="connsiteY279-9136" fmla="*/ 773917 h 1160647"/>
                <a:gd name="connsiteX280-9137" fmla="*/ 1505832 w 3024845"/>
                <a:gd name="connsiteY280-9138" fmla="*/ 773917 h 1160647"/>
                <a:gd name="connsiteX281-9139" fmla="*/ 1505832 w 3024845"/>
                <a:gd name="connsiteY281-9140" fmla="*/ 786887 h 1160647"/>
                <a:gd name="connsiteX282-9141" fmla="*/ 1536232 w 3024845"/>
                <a:gd name="connsiteY282-9142" fmla="*/ 786887 h 1160647"/>
                <a:gd name="connsiteX283-9143" fmla="*/ 1536232 w 3024845"/>
                <a:gd name="connsiteY283-9144" fmla="*/ 756622 h 1160647"/>
                <a:gd name="connsiteX284-9145" fmla="*/ 1548392 w 3024845"/>
                <a:gd name="connsiteY284-9146" fmla="*/ 756622 h 1160647"/>
                <a:gd name="connsiteX285-9147" fmla="*/ 1560552 w 3024845"/>
                <a:gd name="connsiteY285-9148" fmla="*/ 754461 h 1160647"/>
                <a:gd name="connsiteX286-9149" fmla="*/ 1564606 w 3024845"/>
                <a:gd name="connsiteY286-9150" fmla="*/ 756622 h 1160647"/>
                <a:gd name="connsiteX287-9151" fmla="*/ 1574739 w 3024845"/>
                <a:gd name="connsiteY287-9152" fmla="*/ 756622 h 1160647"/>
                <a:gd name="connsiteX288-9153" fmla="*/ 1574739 w 3024845"/>
                <a:gd name="connsiteY288-9154" fmla="*/ 786887 h 1160647"/>
                <a:gd name="connsiteX289-9155" fmla="*/ 1582846 w 3024845"/>
                <a:gd name="connsiteY289-9156" fmla="*/ 786887 h 1160647"/>
                <a:gd name="connsiteX290-9157" fmla="*/ 1582846 w 3024845"/>
                <a:gd name="connsiteY290-9158" fmla="*/ 804182 h 1160647"/>
                <a:gd name="connsiteX291-9159" fmla="*/ 1592182 w 3024845"/>
                <a:gd name="connsiteY291-9160" fmla="*/ 805087 h 1160647"/>
                <a:gd name="connsiteX292-9161" fmla="*/ 1605140 w 3024845"/>
                <a:gd name="connsiteY292-9162" fmla="*/ 805087 h 1160647"/>
                <a:gd name="connsiteX293-9163" fmla="*/ 1605140 w 3024845"/>
                <a:gd name="connsiteY293-9164" fmla="*/ 789049 h 1160647"/>
                <a:gd name="connsiteX294-9165" fmla="*/ 1673096 w 3024845"/>
                <a:gd name="connsiteY294-9166" fmla="*/ 789049 h 1160647"/>
                <a:gd name="connsiteX295-9167" fmla="*/ 1673096 w 3024845"/>
                <a:gd name="connsiteY295-9168" fmla="*/ 703796 h 1160647"/>
                <a:gd name="connsiteX296-9169" fmla="*/ 1745104 w 3024845"/>
                <a:gd name="connsiteY296-9170" fmla="*/ 703796 h 1160647"/>
                <a:gd name="connsiteX297-9171" fmla="*/ 1745104 w 3024845"/>
                <a:gd name="connsiteY297-9172" fmla="*/ 782564 h 1160647"/>
                <a:gd name="connsiteX298-9173" fmla="*/ 1747008 w 3024845"/>
                <a:gd name="connsiteY298-9174" fmla="*/ 782564 h 1160647"/>
                <a:gd name="connsiteX299-9175" fmla="*/ 1748250 w 3024845"/>
                <a:gd name="connsiteY299-9176" fmla="*/ 805087 h 1160647"/>
                <a:gd name="connsiteX300-9177" fmla="*/ 1757926 w 3024845"/>
                <a:gd name="connsiteY300-9178" fmla="*/ 805087 h 1160647"/>
                <a:gd name="connsiteX301-9179" fmla="*/ 1759168 w 3024845"/>
                <a:gd name="connsiteY301-9180" fmla="*/ 782564 h 1160647"/>
                <a:gd name="connsiteX302-9181" fmla="*/ 1765248 w 3024845"/>
                <a:gd name="connsiteY302-9182" fmla="*/ 782564 h 1160647"/>
                <a:gd name="connsiteX303-9183" fmla="*/ 1766490 w 3024845"/>
                <a:gd name="connsiteY303-9184" fmla="*/ 805087 h 1160647"/>
                <a:gd name="connsiteX304-9185" fmla="*/ 1817112 w 3024845"/>
                <a:gd name="connsiteY304-9186" fmla="*/ 805087 h 1160647"/>
                <a:gd name="connsiteX305-9187" fmla="*/ 1817112 w 3024845"/>
                <a:gd name="connsiteY305-9188" fmla="*/ 642059 h 1160647"/>
                <a:gd name="connsiteX306-9189" fmla="*/ 2014439 w 3024845"/>
                <a:gd name="connsiteY306-9190" fmla="*/ 642059 h 1160647"/>
                <a:gd name="connsiteX307-9191" fmla="*/ 2014439 w 3024845"/>
                <a:gd name="connsiteY307-9192" fmla="*/ 805087 h 1160647"/>
                <a:gd name="connsiteX308-9193" fmla="*/ 2033136 w 3024845"/>
                <a:gd name="connsiteY308-9194" fmla="*/ 805087 h 1160647"/>
                <a:gd name="connsiteX309-9195" fmla="*/ 2033136 w 3024845"/>
                <a:gd name="connsiteY309-9196" fmla="*/ 722394 h 1160647"/>
                <a:gd name="connsiteX310-9197" fmla="*/ 2128256 w 3024845"/>
                <a:gd name="connsiteY310-9198" fmla="*/ 722394 h 1160647"/>
                <a:gd name="connsiteX311-9199" fmla="*/ 2140186 w 3024845"/>
                <a:gd name="connsiteY311-9200" fmla="*/ 404253 h 1160647"/>
                <a:gd name="connsiteX312-9201" fmla="*/ 2128026 w 3024845"/>
                <a:gd name="connsiteY312-9202" fmla="*/ 382635 h 1160647"/>
                <a:gd name="connsiteX313-9203" fmla="*/ 2121946 w 3024845"/>
                <a:gd name="connsiteY313-9204" fmla="*/ 378311 h 1160647"/>
                <a:gd name="connsiteX314-9205" fmla="*/ 2130053 w 3024845"/>
                <a:gd name="connsiteY314-9206" fmla="*/ 354532 h 1160647"/>
                <a:gd name="connsiteX315-9207" fmla="*/ 2130053 w 3024845"/>
                <a:gd name="connsiteY315-9208" fmla="*/ 337238 h 1160647"/>
                <a:gd name="connsiteX316-9209" fmla="*/ 2144240 w 3024845"/>
                <a:gd name="connsiteY316-9210" fmla="*/ 337238 h 1160647"/>
                <a:gd name="connsiteX317-9211" fmla="*/ 2144240 w 3024845"/>
                <a:gd name="connsiteY317-9212" fmla="*/ 315620 h 1160647"/>
                <a:gd name="connsiteX318-9213" fmla="*/ 2146266 w 3024845"/>
                <a:gd name="connsiteY318-9214" fmla="*/ 311296 h 1160647"/>
                <a:gd name="connsiteX319-9215" fmla="*/ 2146266 w 3024845"/>
                <a:gd name="connsiteY319-9216" fmla="*/ 233472 h 1160647"/>
                <a:gd name="connsiteX320-9217" fmla="*/ 2144240 w 3024845"/>
                <a:gd name="connsiteY320-9218" fmla="*/ 226987 h 1160647"/>
                <a:gd name="connsiteX321-9219" fmla="*/ 2150320 w 3024845"/>
                <a:gd name="connsiteY321-9220" fmla="*/ 220501 h 1160647"/>
                <a:gd name="connsiteX322-9221" fmla="*/ 2150320 w 3024845"/>
                <a:gd name="connsiteY322-9222" fmla="*/ 162133 h 1160647"/>
                <a:gd name="connsiteX323-9223" fmla="*/ 2152346 w 3024845"/>
                <a:gd name="connsiteY323-9224" fmla="*/ 157810 h 1160647"/>
                <a:gd name="connsiteX324-9225" fmla="*/ 2152346 w 3024845"/>
                <a:gd name="connsiteY324-9226" fmla="*/ 101604 h 1160647"/>
                <a:gd name="connsiteX325-9227" fmla="*/ 2154373 w 3024845"/>
                <a:gd name="connsiteY325-9228" fmla="*/ 82148 h 1160647"/>
                <a:gd name="connsiteX326-9229" fmla="*/ 2158427 w 3024845"/>
                <a:gd name="connsiteY326-9230" fmla="*/ 99442 h 1160647"/>
                <a:gd name="connsiteX327-9231" fmla="*/ 2160453 w 3024845"/>
                <a:gd name="connsiteY327-9232" fmla="*/ 157810 h 1160647"/>
                <a:gd name="connsiteX328-9233" fmla="*/ 2162480 w 3024845"/>
                <a:gd name="connsiteY328-9234" fmla="*/ 220501 h 1160647"/>
                <a:gd name="connsiteX329-9235" fmla="*/ 2168560 w 3024845"/>
                <a:gd name="connsiteY329-9236" fmla="*/ 226987 h 1160647"/>
                <a:gd name="connsiteX330-9237" fmla="*/ 2166533 w 3024845"/>
                <a:gd name="connsiteY330-9238" fmla="*/ 233472 h 1160647"/>
                <a:gd name="connsiteX331-9239" fmla="*/ 2166533 w 3024845"/>
                <a:gd name="connsiteY331-9240" fmla="*/ 311296 h 1160647"/>
                <a:gd name="connsiteX332-9241" fmla="*/ 2168560 w 3024845"/>
                <a:gd name="connsiteY332-9242" fmla="*/ 315620 h 1160647"/>
                <a:gd name="connsiteX333-9243" fmla="*/ 2168560 w 3024845"/>
                <a:gd name="connsiteY333-9244" fmla="*/ 337238 h 1160647"/>
                <a:gd name="connsiteX334-9245" fmla="*/ 2182747 w 3024845"/>
                <a:gd name="connsiteY334-9246" fmla="*/ 337238 h 1160647"/>
                <a:gd name="connsiteX335-9247" fmla="*/ 2182747 w 3024845"/>
                <a:gd name="connsiteY335-9248" fmla="*/ 354532 h 1160647"/>
                <a:gd name="connsiteX336-9249" fmla="*/ 2190854 w 3024845"/>
                <a:gd name="connsiteY336-9250" fmla="*/ 378311 h 1160647"/>
                <a:gd name="connsiteX337-9251" fmla="*/ 2184774 w 3024845"/>
                <a:gd name="connsiteY337-9252" fmla="*/ 382635 h 1160647"/>
                <a:gd name="connsiteX338-9253" fmla="*/ 2172613 w 3024845"/>
                <a:gd name="connsiteY338-9254" fmla="*/ 404253 h 1160647"/>
                <a:gd name="connsiteX339-9255" fmla="*/ 2180720 w 3024845"/>
                <a:gd name="connsiteY339-9256" fmla="*/ 657181 h 1160647"/>
                <a:gd name="connsiteX340-9257" fmla="*/ 2245574 w 3024845"/>
                <a:gd name="connsiteY340-9258" fmla="*/ 657181 h 1160647"/>
                <a:gd name="connsiteX341-9259" fmla="*/ 2245574 w 3024845"/>
                <a:gd name="connsiteY341-9260" fmla="*/ 732843 h 1160647"/>
                <a:gd name="connsiteX342-9261" fmla="*/ 2253681 w 3024845"/>
                <a:gd name="connsiteY342-9262" fmla="*/ 732843 h 1160647"/>
                <a:gd name="connsiteX343-9263" fmla="*/ 2255708 w 3024845"/>
                <a:gd name="connsiteY343-9264" fmla="*/ 726358 h 1160647"/>
                <a:gd name="connsiteX344-9265" fmla="*/ 2261788 w 3024845"/>
                <a:gd name="connsiteY344-9266" fmla="*/ 726358 h 1160647"/>
                <a:gd name="connsiteX345-9267" fmla="*/ 2263815 w 3024845"/>
                <a:gd name="connsiteY345-9268" fmla="*/ 735005 h 1160647"/>
                <a:gd name="connsiteX346-9269" fmla="*/ 2275975 w 3024845"/>
                <a:gd name="connsiteY346-9270" fmla="*/ 735005 h 1160647"/>
                <a:gd name="connsiteX347-9271" fmla="*/ 2275975 w 3024845"/>
                <a:gd name="connsiteY347-9272" fmla="*/ 728519 h 1160647"/>
                <a:gd name="connsiteX348-9273" fmla="*/ 2298268 w 3024845"/>
                <a:gd name="connsiteY348-9274" fmla="*/ 728519 h 1160647"/>
                <a:gd name="connsiteX349-9275" fmla="*/ 2298268 w 3024845"/>
                <a:gd name="connsiteY349-9276" fmla="*/ 735005 h 1160647"/>
                <a:gd name="connsiteX350-9277" fmla="*/ 2318535 w 3024845"/>
                <a:gd name="connsiteY350-9278" fmla="*/ 735005 h 1160647"/>
                <a:gd name="connsiteX351-9279" fmla="*/ 2318535 w 3024845"/>
                <a:gd name="connsiteY351-9280" fmla="*/ 780402 h 1160647"/>
                <a:gd name="connsiteX352-9281" fmla="*/ 2332722 w 3024845"/>
                <a:gd name="connsiteY352-9282" fmla="*/ 780402 h 1160647"/>
                <a:gd name="connsiteX353-9283" fmla="*/ 2332722 w 3024845"/>
                <a:gd name="connsiteY353-9284" fmla="*/ 767431 h 1160647"/>
                <a:gd name="connsiteX354-9285" fmla="*/ 2348936 w 3024845"/>
                <a:gd name="connsiteY354-9286" fmla="*/ 767431 h 1160647"/>
                <a:gd name="connsiteX355-9287" fmla="*/ 2348936 w 3024845"/>
                <a:gd name="connsiteY355-9288" fmla="*/ 588004 h 1160647"/>
                <a:gd name="connsiteX356-9289" fmla="*/ 2355016 w 3024845"/>
                <a:gd name="connsiteY356-9290" fmla="*/ 581518 h 1160647"/>
                <a:gd name="connsiteX357-9291" fmla="*/ 2427977 w 3024845"/>
                <a:gd name="connsiteY357-9292" fmla="*/ 581518 h 1160647"/>
                <a:gd name="connsiteX358-9293" fmla="*/ 2427977 w 3024845"/>
                <a:gd name="connsiteY358-9294" fmla="*/ 590166 h 1160647"/>
                <a:gd name="connsiteX359-9295" fmla="*/ 2438110 w 3024845"/>
                <a:gd name="connsiteY359-9296" fmla="*/ 590166 h 1160647"/>
                <a:gd name="connsiteX360-9297" fmla="*/ 2438110 w 3024845"/>
                <a:gd name="connsiteY360-9298" fmla="*/ 704740 h 1160647"/>
                <a:gd name="connsiteX361-9299" fmla="*/ 2460404 w 3024845"/>
                <a:gd name="connsiteY361-9300" fmla="*/ 704740 h 1160647"/>
                <a:gd name="connsiteX362-9301" fmla="*/ 2460404 w 3024845"/>
                <a:gd name="connsiteY362-9302" fmla="*/ 637725 h 1160647"/>
                <a:gd name="connsiteX363-9303" fmla="*/ 2486751 w 3024845"/>
                <a:gd name="connsiteY363-9304" fmla="*/ 637725 h 1160647"/>
                <a:gd name="connsiteX364-9305" fmla="*/ 2490804 w 3024845"/>
                <a:gd name="connsiteY364-9306" fmla="*/ 633401 h 1160647"/>
                <a:gd name="connsiteX365-9307" fmla="*/ 2498911 w 3024845"/>
                <a:gd name="connsiteY365-9308" fmla="*/ 633401 h 1160647"/>
                <a:gd name="connsiteX366-9309" fmla="*/ 2502964 w 3024845"/>
                <a:gd name="connsiteY366-9310" fmla="*/ 637725 h 1160647"/>
                <a:gd name="connsiteX367-9311" fmla="*/ 2525258 w 3024845"/>
                <a:gd name="connsiteY367-9312" fmla="*/ 637725 h 1160647"/>
                <a:gd name="connsiteX368-9313" fmla="*/ 2525258 w 3024845"/>
                <a:gd name="connsiteY368-9314" fmla="*/ 520989 h 1160647"/>
                <a:gd name="connsiteX369-9315" fmla="*/ 2582005 w 3024845"/>
                <a:gd name="connsiteY369-9316" fmla="*/ 510180 h 1160647"/>
                <a:gd name="connsiteX370-9317" fmla="*/ 2582005 w 3024845"/>
                <a:gd name="connsiteY370-9318" fmla="*/ 511261 h 1160647"/>
                <a:gd name="connsiteX371-9319" fmla="*/ 2582005 w 3024845"/>
                <a:gd name="connsiteY371-9320" fmla="*/ 518827 h 1160647"/>
                <a:gd name="connsiteX372-9321" fmla="*/ 2608352 w 3024845"/>
                <a:gd name="connsiteY372-9322" fmla="*/ 518827 h 1160647"/>
                <a:gd name="connsiteX373-9323" fmla="*/ 2608352 w 3024845"/>
                <a:gd name="connsiteY373-9324" fmla="*/ 773917 h 1160647"/>
                <a:gd name="connsiteX374-9325" fmla="*/ 2630646 w 3024845"/>
                <a:gd name="connsiteY374-9326" fmla="*/ 773917 h 1160647"/>
                <a:gd name="connsiteX375-9327" fmla="*/ 2630646 w 3024845"/>
                <a:gd name="connsiteY375-9328" fmla="*/ 769593 h 1160647"/>
                <a:gd name="connsiteX376-9329" fmla="*/ 2642806 w 3024845"/>
                <a:gd name="connsiteY376-9330" fmla="*/ 769593 h 1160647"/>
                <a:gd name="connsiteX377-9331" fmla="*/ 2642806 w 3024845"/>
                <a:gd name="connsiteY377-9332" fmla="*/ 773917 h 1160647"/>
                <a:gd name="connsiteX378-9333" fmla="*/ 2667126 w 3024845"/>
                <a:gd name="connsiteY378-9334" fmla="*/ 773917 h 1160647"/>
                <a:gd name="connsiteX379-9335" fmla="*/ 2667126 w 3024845"/>
                <a:gd name="connsiteY379-9336" fmla="*/ 760946 h 1160647"/>
                <a:gd name="connsiteX380-9337" fmla="*/ 2695500 w 3024845"/>
                <a:gd name="connsiteY380-9338" fmla="*/ 760946 h 1160647"/>
                <a:gd name="connsiteX381-9339" fmla="*/ 2707660 w 3024845"/>
                <a:gd name="connsiteY381-9340" fmla="*/ 756622 h 1160647"/>
                <a:gd name="connsiteX382-9341" fmla="*/ 2727927 w 3024845"/>
                <a:gd name="connsiteY382-9342" fmla="*/ 760946 h 1160647"/>
                <a:gd name="connsiteX383-9343" fmla="*/ 2727927 w 3024845"/>
                <a:gd name="connsiteY383-9344" fmla="*/ 743652 h 1160647"/>
                <a:gd name="connsiteX384-9345" fmla="*/ 2736034 w 3024845"/>
                <a:gd name="connsiteY384-9346" fmla="*/ 743652 h 1160647"/>
                <a:gd name="connsiteX385-9347" fmla="*/ 2736034 w 3024845"/>
                <a:gd name="connsiteY385-9348" fmla="*/ 730681 h 1160647"/>
                <a:gd name="connsiteX386-9349" fmla="*/ 2792781 w 3024845"/>
                <a:gd name="connsiteY386-9350" fmla="*/ 730681 h 1160647"/>
                <a:gd name="connsiteX387-9351" fmla="*/ 2792781 w 3024845"/>
                <a:gd name="connsiteY387-9352" fmla="*/ 700416 h 1160647"/>
                <a:gd name="connsiteX388-9353" fmla="*/ 2811021 w 3024845"/>
                <a:gd name="connsiteY388-9354" fmla="*/ 700416 h 1160647"/>
                <a:gd name="connsiteX389-9355" fmla="*/ 2811021 w 3024845"/>
                <a:gd name="connsiteY389-9356" fmla="*/ 693931 h 1160647"/>
                <a:gd name="connsiteX390-9357" fmla="*/ 2823181 w 3024845"/>
                <a:gd name="connsiteY390-9358" fmla="*/ 693931 h 1160647"/>
                <a:gd name="connsiteX391-9359" fmla="*/ 2823181 w 3024845"/>
                <a:gd name="connsiteY391-9360" fmla="*/ 700416 h 1160647"/>
                <a:gd name="connsiteX392-9361" fmla="*/ 2839395 w 3024845"/>
                <a:gd name="connsiteY392-9362" fmla="*/ 700416 h 1160647"/>
                <a:gd name="connsiteX393-9363" fmla="*/ 2839395 w 3024845"/>
                <a:gd name="connsiteY393-9364" fmla="*/ 750137 h 1160647"/>
                <a:gd name="connsiteX394-9365" fmla="*/ 2871822 w 3024845"/>
                <a:gd name="connsiteY394-9366" fmla="*/ 750137 h 1160647"/>
                <a:gd name="connsiteX395-9367" fmla="*/ 2871822 w 3024845"/>
                <a:gd name="connsiteY395-9368" fmla="*/ 724196 h 1160647"/>
                <a:gd name="connsiteX396-9369" fmla="*/ 2910329 w 3024845"/>
                <a:gd name="connsiteY396-9370" fmla="*/ 724196 h 1160647"/>
                <a:gd name="connsiteX397-9371" fmla="*/ 2910329 w 3024845"/>
                <a:gd name="connsiteY397-9372" fmla="*/ 693931 h 1160647"/>
                <a:gd name="connsiteX398-9373" fmla="*/ 2958970 w 3024845"/>
                <a:gd name="connsiteY398-9374" fmla="*/ 693931 h 1160647"/>
                <a:gd name="connsiteX399-9375" fmla="*/ 2958970 w 3024845"/>
                <a:gd name="connsiteY399-9376" fmla="*/ 805087 h 1160647"/>
                <a:gd name="connsiteX400-9377" fmla="*/ 2958970 w 3024845"/>
                <a:gd name="connsiteY400-9378" fmla="*/ 818866 h 1160647"/>
                <a:gd name="connsiteX401-9379" fmla="*/ 3024845 w 3024845"/>
                <a:gd name="connsiteY401-9380" fmla="*/ 818866 h 1160647"/>
                <a:gd name="connsiteX402-9381" fmla="*/ 3024845 w 3024845"/>
                <a:gd name="connsiteY402-9382" fmla="*/ 1160647 h 1160647"/>
                <a:gd name="connsiteX403-9383" fmla="*/ 145862 w 3024845"/>
                <a:gd name="connsiteY403-9384" fmla="*/ 1160647 h 1160647"/>
                <a:gd name="connsiteX404-9385" fmla="*/ 2054 w 3024845"/>
                <a:gd name="connsiteY404-9386" fmla="*/ 1158314 h 1160647"/>
                <a:gd name="connsiteX405-9387" fmla="*/ 0 w 3024845"/>
                <a:gd name="connsiteY405-9388" fmla="*/ 724196 h 1160647"/>
                <a:gd name="connsiteX406-9389" fmla="*/ 20267 w 3024845"/>
                <a:gd name="connsiteY406-9390" fmla="*/ 724196 h 1160647"/>
                <a:gd name="connsiteX407-9391" fmla="*/ 20774 w 3024845"/>
                <a:gd name="connsiteY407-9392" fmla="*/ 723115 h 1160647"/>
                <a:gd name="connsiteX408-9393" fmla="*/ 24320 w 3024845"/>
                <a:gd name="connsiteY408-9394" fmla="*/ 715549 h 1160647"/>
                <a:gd name="connsiteX409-9395" fmla="*/ 26094 w 3024845"/>
                <a:gd name="connsiteY409-9396" fmla="*/ 715819 h 1160647"/>
                <a:gd name="connsiteX410-9397" fmla="*/ 38507 w 3024845"/>
                <a:gd name="connsiteY410-9398" fmla="*/ 717710 h 1160647"/>
                <a:gd name="connsiteX411-9399" fmla="*/ 39014 w 3024845"/>
                <a:gd name="connsiteY411-9400" fmla="*/ 719062 h 1160647"/>
                <a:gd name="connsiteX412-9401" fmla="*/ 42560 w 3024845"/>
                <a:gd name="connsiteY412-9402" fmla="*/ 728519 h 1160647"/>
                <a:gd name="connsiteX413-9403" fmla="*/ 68907 w 3024845"/>
                <a:gd name="connsiteY413-9404" fmla="*/ 730681 h 1160647"/>
                <a:gd name="connsiteX414-9405" fmla="*/ 68907 w 3024845"/>
                <a:gd name="connsiteY414-9406" fmla="*/ 607460 h 1160647"/>
                <a:gd name="connsiteX415-9407" fmla="*/ 70934 w 3024845"/>
                <a:gd name="connsiteY415-9408" fmla="*/ 607460 h 1160647"/>
                <a:gd name="connsiteX416-9409" fmla="*/ 85121 w 3024845"/>
                <a:gd name="connsiteY416-9410" fmla="*/ 607460 h 1160647"/>
                <a:gd name="connsiteX417-9411" fmla="*/ 85121 w 3024845"/>
                <a:gd name="connsiteY417-9412" fmla="*/ 471268 h 1160647"/>
                <a:gd name="connsiteX418-9413" fmla="*/ 86894 w 3024845"/>
                <a:gd name="connsiteY418-9414" fmla="*/ 471268 h 1160647"/>
                <a:gd name="connsiteX419-9415" fmla="*/ 99308 w 3024845"/>
                <a:gd name="connsiteY419-9416" fmla="*/ 471268 h 1160647"/>
                <a:gd name="connsiteX420-9417" fmla="*/ 99308 w 3024845"/>
                <a:gd name="connsiteY420-9418" fmla="*/ 356694 h 1160647"/>
                <a:gd name="connsiteX421-9419" fmla="*/ 103361 w 3024845"/>
                <a:gd name="connsiteY421-9420" fmla="*/ 328590 h 1160647"/>
                <a:gd name="connsiteX422-9421" fmla="*/ 105388 w 3024845"/>
                <a:gd name="connsiteY422-9422" fmla="*/ 328590 h 1160647"/>
                <a:gd name="connsiteX423-9423" fmla="*/ 119575 w 3024845"/>
                <a:gd name="connsiteY423-9424" fmla="*/ 328590 h 1160647"/>
                <a:gd name="connsiteX424-9425" fmla="*/ 156055 w 3024845"/>
                <a:gd name="connsiteY424-9426" fmla="*/ 246443 h 1160647"/>
                <a:gd name="connsiteX425-9427" fmla="*/ 160109 w 3024845"/>
                <a:gd name="connsiteY425-9428" fmla="*/ 0 h 1160647"/>
                <a:gd name="connsiteX0-9429" fmla="*/ 160109 w 3024845"/>
                <a:gd name="connsiteY0-9430" fmla="*/ 0 h 1160647"/>
                <a:gd name="connsiteX1-9431" fmla="*/ 162135 w 3024845"/>
                <a:gd name="connsiteY1-9432" fmla="*/ 246443 h 1160647"/>
                <a:gd name="connsiteX2-9433" fmla="*/ 200642 w 3024845"/>
                <a:gd name="connsiteY2-9434" fmla="*/ 326429 h 1160647"/>
                <a:gd name="connsiteX3-9435" fmla="*/ 202669 w 3024845"/>
                <a:gd name="connsiteY3-9436" fmla="*/ 326429 h 1160647"/>
                <a:gd name="connsiteX4-9437" fmla="*/ 216856 w 3024845"/>
                <a:gd name="connsiteY4-9438" fmla="*/ 326429 h 1160647"/>
                <a:gd name="connsiteX5-9439" fmla="*/ 216856 w 3024845"/>
                <a:gd name="connsiteY5-9440" fmla="*/ 350208 h 1160647"/>
                <a:gd name="connsiteX6-9441" fmla="*/ 217363 w 3024845"/>
                <a:gd name="connsiteY6-9442" fmla="*/ 351019 h 1160647"/>
                <a:gd name="connsiteX7-9443" fmla="*/ 220909 w 3024845"/>
                <a:gd name="connsiteY7-9444" fmla="*/ 356694 h 1160647"/>
                <a:gd name="connsiteX8-9445" fmla="*/ 220909 w 3024845"/>
                <a:gd name="connsiteY8-9446" fmla="*/ 471268 h 1160647"/>
                <a:gd name="connsiteX9-9447" fmla="*/ 223189 w 3024845"/>
                <a:gd name="connsiteY9-9448" fmla="*/ 471268 h 1160647"/>
                <a:gd name="connsiteX10-9449" fmla="*/ 239150 w 3024845"/>
                <a:gd name="connsiteY10-9450" fmla="*/ 471268 h 1160647"/>
                <a:gd name="connsiteX11-9451" fmla="*/ 239150 w 3024845"/>
                <a:gd name="connsiteY11-9452" fmla="*/ 611783 h 1160647"/>
                <a:gd name="connsiteX12-9453" fmla="*/ 240670 w 3024845"/>
                <a:gd name="connsiteY12-9454" fmla="*/ 611513 h 1160647"/>
                <a:gd name="connsiteX13-9455" fmla="*/ 251310 w 3024845"/>
                <a:gd name="connsiteY13-9456" fmla="*/ 609622 h 1160647"/>
                <a:gd name="connsiteX14-9457" fmla="*/ 249283 w 3024845"/>
                <a:gd name="connsiteY14-9458" fmla="*/ 698254 h 1160647"/>
                <a:gd name="connsiteX15-9459" fmla="*/ 250803 w 3024845"/>
                <a:gd name="connsiteY15-9460" fmla="*/ 698525 h 1160647"/>
                <a:gd name="connsiteX16-9461" fmla="*/ 261443 w 3024845"/>
                <a:gd name="connsiteY16-9462" fmla="*/ 700416 h 1160647"/>
                <a:gd name="connsiteX17-9463" fmla="*/ 261696 w 3024845"/>
                <a:gd name="connsiteY17-9464" fmla="*/ 701227 h 1160647"/>
                <a:gd name="connsiteX18-9465" fmla="*/ 263470 w 3024845"/>
                <a:gd name="connsiteY18-9466" fmla="*/ 706902 h 1160647"/>
                <a:gd name="connsiteX19-9467" fmla="*/ 264230 w 3024845"/>
                <a:gd name="connsiteY19-9468" fmla="*/ 704470 h 1160647"/>
                <a:gd name="connsiteX20-9469" fmla="*/ 269550 w 3024845"/>
                <a:gd name="connsiteY20-9470" fmla="*/ 687446 h 1160647"/>
                <a:gd name="connsiteX21-9471" fmla="*/ 271323 w 3024845"/>
                <a:gd name="connsiteY21-9472" fmla="*/ 687446 h 1160647"/>
                <a:gd name="connsiteX22-9473" fmla="*/ 283737 w 3024845"/>
                <a:gd name="connsiteY22-9474" fmla="*/ 687446 h 1160647"/>
                <a:gd name="connsiteX23-9475" fmla="*/ 283737 w 3024845"/>
                <a:gd name="connsiteY23-9476" fmla="*/ 719872 h 1160647"/>
                <a:gd name="connsiteX24-9477" fmla="*/ 284750 w 3024845"/>
                <a:gd name="connsiteY24-9478" fmla="*/ 720413 h 1160647"/>
                <a:gd name="connsiteX25-9479" fmla="*/ 291844 w 3024845"/>
                <a:gd name="connsiteY25-9480" fmla="*/ 724196 h 1160647"/>
                <a:gd name="connsiteX26-9481" fmla="*/ 291844 w 3024845"/>
                <a:gd name="connsiteY26-9482" fmla="*/ 725547 h 1160647"/>
                <a:gd name="connsiteX27-9483" fmla="*/ 291844 w 3024845"/>
                <a:gd name="connsiteY27-9484" fmla="*/ 735005 h 1160647"/>
                <a:gd name="connsiteX28-9485" fmla="*/ 336431 w 3024845"/>
                <a:gd name="connsiteY28-9486" fmla="*/ 735005 h 1160647"/>
                <a:gd name="connsiteX29-9487" fmla="*/ 336431 w 3024845"/>
                <a:gd name="connsiteY29-9488" fmla="*/ 736086 h 1160647"/>
                <a:gd name="connsiteX30-9489" fmla="*/ 336431 w 3024845"/>
                <a:gd name="connsiteY30-9490" fmla="*/ 743652 h 1160647"/>
                <a:gd name="connsiteX31-9491" fmla="*/ 338457 w 3024845"/>
                <a:gd name="connsiteY31-9492" fmla="*/ 743652 h 1160647"/>
                <a:gd name="connsiteX32-9493" fmla="*/ 352644 w 3024845"/>
                <a:gd name="connsiteY32-9494" fmla="*/ 743652 h 1160647"/>
                <a:gd name="connsiteX33-9495" fmla="*/ 352644 w 3024845"/>
                <a:gd name="connsiteY33-9496" fmla="*/ 713387 h 1160647"/>
                <a:gd name="connsiteX34-9497" fmla="*/ 397231 w 3024845"/>
                <a:gd name="connsiteY34-9498" fmla="*/ 713387 h 1160647"/>
                <a:gd name="connsiteX35-9499" fmla="*/ 397231 w 3024845"/>
                <a:gd name="connsiteY35-9500" fmla="*/ 712036 h 1160647"/>
                <a:gd name="connsiteX36-9501" fmla="*/ 397231 w 3024845"/>
                <a:gd name="connsiteY36-9502" fmla="*/ 702578 h 1160647"/>
                <a:gd name="connsiteX37-9503" fmla="*/ 398245 w 3024845"/>
                <a:gd name="connsiteY37-9504" fmla="*/ 702578 h 1160647"/>
                <a:gd name="connsiteX38-9505" fmla="*/ 405338 w 3024845"/>
                <a:gd name="connsiteY38-9506" fmla="*/ 702578 h 1160647"/>
                <a:gd name="connsiteX39-9507" fmla="*/ 405338 w 3024845"/>
                <a:gd name="connsiteY39-9508" fmla="*/ 700687 h 1160647"/>
                <a:gd name="connsiteX40-9509" fmla="*/ 405338 w 3024845"/>
                <a:gd name="connsiteY40-9510" fmla="*/ 687446 h 1160647"/>
                <a:gd name="connsiteX41-9511" fmla="*/ 406098 w 3024845"/>
                <a:gd name="connsiteY41-9512" fmla="*/ 687446 h 1160647"/>
                <a:gd name="connsiteX42-9513" fmla="*/ 411418 w 3024845"/>
                <a:gd name="connsiteY42-9514" fmla="*/ 687446 h 1160647"/>
                <a:gd name="connsiteX43-9515" fmla="*/ 411418 w 3024845"/>
                <a:gd name="connsiteY43-9516" fmla="*/ 686365 h 1160647"/>
                <a:gd name="connsiteX44-9517" fmla="*/ 411418 w 3024845"/>
                <a:gd name="connsiteY44-9518" fmla="*/ 678798 h 1160647"/>
                <a:gd name="connsiteX45-9519" fmla="*/ 413445 w 3024845"/>
                <a:gd name="connsiteY45-9520" fmla="*/ 678798 h 1160647"/>
                <a:gd name="connsiteX46-9521" fmla="*/ 427632 w 3024845"/>
                <a:gd name="connsiteY46-9522" fmla="*/ 678798 h 1160647"/>
                <a:gd name="connsiteX47-9523" fmla="*/ 427632 w 3024845"/>
                <a:gd name="connsiteY47-9524" fmla="*/ 679879 h 1160647"/>
                <a:gd name="connsiteX48-9525" fmla="*/ 427632 w 3024845"/>
                <a:gd name="connsiteY48-9526" fmla="*/ 687446 h 1160647"/>
                <a:gd name="connsiteX49-9527" fmla="*/ 449925 w 3024845"/>
                <a:gd name="connsiteY49-9528" fmla="*/ 687446 h 1160647"/>
                <a:gd name="connsiteX50-9529" fmla="*/ 449925 w 3024845"/>
                <a:gd name="connsiteY50-9530" fmla="*/ 685554 h 1160647"/>
                <a:gd name="connsiteX51-9531" fmla="*/ 449925 w 3024845"/>
                <a:gd name="connsiteY51-9532" fmla="*/ 672313 h 1160647"/>
                <a:gd name="connsiteX52-9533" fmla="*/ 451699 w 3024845"/>
                <a:gd name="connsiteY52-9534" fmla="*/ 672313 h 1160647"/>
                <a:gd name="connsiteX53-9535" fmla="*/ 464112 w 3024845"/>
                <a:gd name="connsiteY53-9536" fmla="*/ 672313 h 1160647"/>
                <a:gd name="connsiteX54-9537" fmla="*/ 464112 w 3024845"/>
                <a:gd name="connsiteY54-9538" fmla="*/ 696093 h 1160647"/>
                <a:gd name="connsiteX55-9539" fmla="*/ 465126 w 3024845"/>
                <a:gd name="connsiteY55-9540" fmla="*/ 696093 h 1160647"/>
                <a:gd name="connsiteX56-9541" fmla="*/ 472219 w 3024845"/>
                <a:gd name="connsiteY56-9542" fmla="*/ 696093 h 1160647"/>
                <a:gd name="connsiteX57-9543" fmla="*/ 472219 w 3024845"/>
                <a:gd name="connsiteY57-9544" fmla="*/ 695012 h 1160647"/>
                <a:gd name="connsiteX58-9545" fmla="*/ 472219 w 3024845"/>
                <a:gd name="connsiteY58-9546" fmla="*/ 687446 h 1160647"/>
                <a:gd name="connsiteX59-9547" fmla="*/ 473992 w 3024845"/>
                <a:gd name="connsiteY59-9548" fmla="*/ 687446 h 1160647"/>
                <a:gd name="connsiteX60-9549" fmla="*/ 486406 w 3024845"/>
                <a:gd name="connsiteY60-9550" fmla="*/ 687446 h 1160647"/>
                <a:gd name="connsiteX61-9551" fmla="*/ 486406 w 3024845"/>
                <a:gd name="connsiteY61-9552" fmla="*/ 713387 h 1160647"/>
                <a:gd name="connsiteX62-9553" fmla="*/ 488433 w 3024845"/>
                <a:gd name="connsiteY62-9554" fmla="*/ 713387 h 1160647"/>
                <a:gd name="connsiteX63-9555" fmla="*/ 502619 w 3024845"/>
                <a:gd name="connsiteY63-9556" fmla="*/ 713387 h 1160647"/>
                <a:gd name="connsiteX64-9557" fmla="*/ 502619 w 3024845"/>
                <a:gd name="connsiteY64-9558" fmla="*/ 715008 h 1160647"/>
                <a:gd name="connsiteX65-9559" fmla="*/ 502619 w 3024845"/>
                <a:gd name="connsiteY65-9560" fmla="*/ 726358 h 1160647"/>
                <a:gd name="connsiteX66-9561" fmla="*/ 503379 w 3024845"/>
                <a:gd name="connsiteY66-9562" fmla="*/ 726358 h 1160647"/>
                <a:gd name="connsiteX67-9563" fmla="*/ 508700 w 3024845"/>
                <a:gd name="connsiteY67-9564" fmla="*/ 726358 h 1160647"/>
                <a:gd name="connsiteX68-9565" fmla="*/ 508700 w 3024845"/>
                <a:gd name="connsiteY68-9566" fmla="*/ 725547 h 1160647"/>
                <a:gd name="connsiteX69-9567" fmla="*/ 508700 w 3024845"/>
                <a:gd name="connsiteY69-9568" fmla="*/ 719872 h 1160647"/>
                <a:gd name="connsiteX70-9569" fmla="*/ 539100 w 3024845"/>
                <a:gd name="connsiteY70-9570" fmla="*/ 719872 h 1160647"/>
                <a:gd name="connsiteX71-9571" fmla="*/ 539100 w 3024845"/>
                <a:gd name="connsiteY71-9572" fmla="*/ 743652 h 1160647"/>
                <a:gd name="connsiteX72-9573" fmla="*/ 540113 w 3024845"/>
                <a:gd name="connsiteY72-9574" fmla="*/ 743652 h 1160647"/>
                <a:gd name="connsiteX73-9575" fmla="*/ 547207 w 3024845"/>
                <a:gd name="connsiteY73-9576" fmla="*/ 743652 h 1160647"/>
                <a:gd name="connsiteX74-9577" fmla="*/ 547207 w 3024845"/>
                <a:gd name="connsiteY74-9578" fmla="*/ 744733 h 1160647"/>
                <a:gd name="connsiteX75-9579" fmla="*/ 547207 w 3024845"/>
                <a:gd name="connsiteY75-9580" fmla="*/ 752299 h 1160647"/>
                <a:gd name="connsiteX76-9581" fmla="*/ 547967 w 3024845"/>
                <a:gd name="connsiteY76-9582" fmla="*/ 752299 h 1160647"/>
                <a:gd name="connsiteX77-9583" fmla="*/ 553287 w 3024845"/>
                <a:gd name="connsiteY77-9584" fmla="*/ 752299 h 1160647"/>
                <a:gd name="connsiteX78-9585" fmla="*/ 553287 w 3024845"/>
                <a:gd name="connsiteY78-9586" fmla="*/ 750137 h 1160647"/>
                <a:gd name="connsiteX79-9587" fmla="*/ 553287 w 3024845"/>
                <a:gd name="connsiteY79-9588" fmla="*/ 735005 h 1160647"/>
                <a:gd name="connsiteX80-9589" fmla="*/ 554300 w 3024845"/>
                <a:gd name="connsiteY80-9590" fmla="*/ 735005 h 1160647"/>
                <a:gd name="connsiteX81-9591" fmla="*/ 561394 w 3024845"/>
                <a:gd name="connsiteY81-9592" fmla="*/ 735005 h 1160647"/>
                <a:gd name="connsiteX82-9593" fmla="*/ 561394 w 3024845"/>
                <a:gd name="connsiteY82-9594" fmla="*/ 736086 h 1160647"/>
                <a:gd name="connsiteX83-9595" fmla="*/ 561394 w 3024845"/>
                <a:gd name="connsiteY83-9596" fmla="*/ 743652 h 1160647"/>
                <a:gd name="connsiteX84-9597" fmla="*/ 566714 w 3024845"/>
                <a:gd name="connsiteY84-9598" fmla="*/ 741659 h 1160647"/>
                <a:gd name="connsiteX85-9599" fmla="*/ 567474 w 3024845"/>
                <a:gd name="connsiteY85-9600" fmla="*/ 740679 h 1160647"/>
                <a:gd name="connsiteX86-9601" fmla="*/ 567474 w 3024845"/>
                <a:gd name="connsiteY86-9602" fmla="*/ 735005 h 1160647"/>
                <a:gd name="connsiteX87-9603" fmla="*/ 605981 w 3024845"/>
                <a:gd name="connsiteY87-9604" fmla="*/ 735005 h 1160647"/>
                <a:gd name="connsiteX88-9605" fmla="*/ 605981 w 3024845"/>
                <a:gd name="connsiteY88-9606" fmla="*/ 758784 h 1160647"/>
                <a:gd name="connsiteX89-9607" fmla="*/ 608007 w 3024845"/>
                <a:gd name="connsiteY89-9608" fmla="*/ 758784 h 1160647"/>
                <a:gd name="connsiteX90-9609" fmla="*/ 622194 w 3024845"/>
                <a:gd name="connsiteY90-9610" fmla="*/ 758784 h 1160647"/>
                <a:gd name="connsiteX91-9611" fmla="*/ 622194 w 3024845"/>
                <a:gd name="connsiteY91-9612" fmla="*/ 759865 h 1160647"/>
                <a:gd name="connsiteX92-9613" fmla="*/ 622194 w 3024845"/>
                <a:gd name="connsiteY92-9614" fmla="*/ 767431 h 1160647"/>
                <a:gd name="connsiteX93-9615" fmla="*/ 623968 w 3024845"/>
                <a:gd name="connsiteY93-9616" fmla="*/ 767431 h 1160647"/>
                <a:gd name="connsiteX94-9617" fmla="*/ 636381 w 3024845"/>
                <a:gd name="connsiteY94-9618" fmla="*/ 767431 h 1160647"/>
                <a:gd name="connsiteX95-9619" fmla="*/ 636381 w 3024845"/>
                <a:gd name="connsiteY95-9620" fmla="*/ 743652 h 1160647"/>
                <a:gd name="connsiteX96-9621" fmla="*/ 637394 w 3024845"/>
                <a:gd name="connsiteY96-9622" fmla="*/ 743652 h 1160647"/>
                <a:gd name="connsiteX97-9623" fmla="*/ 644488 w 3024845"/>
                <a:gd name="connsiteY97-9624" fmla="*/ 743652 h 1160647"/>
                <a:gd name="connsiteX98-9625" fmla="*/ 644488 w 3024845"/>
                <a:gd name="connsiteY98-9626" fmla="*/ 711225 h 1160647"/>
                <a:gd name="connsiteX99-9627" fmla="*/ 645501 w 3024845"/>
                <a:gd name="connsiteY99-9628" fmla="*/ 711225 h 1160647"/>
                <a:gd name="connsiteX100-9629" fmla="*/ 652595 w 3024845"/>
                <a:gd name="connsiteY100-9630" fmla="*/ 711225 h 1160647"/>
                <a:gd name="connsiteX101-9631" fmla="*/ 652595 w 3024845"/>
                <a:gd name="connsiteY101-9632" fmla="*/ 709334 h 1160647"/>
                <a:gd name="connsiteX102-9633" fmla="*/ 652595 w 3024845"/>
                <a:gd name="connsiteY102-9634" fmla="*/ 696093 h 1160647"/>
                <a:gd name="connsiteX103-9635" fmla="*/ 651328 w 3024845"/>
                <a:gd name="connsiteY103-9636" fmla="*/ 694471 h 1160647"/>
                <a:gd name="connsiteX104-9637" fmla="*/ 656648 w 3024845"/>
                <a:gd name="connsiteY104-9638" fmla="*/ 683122 h 1160647"/>
                <a:gd name="connsiteX105-9639" fmla="*/ 664755 w 3024845"/>
                <a:gd name="connsiteY105-9640" fmla="*/ 711225 h 1160647"/>
                <a:gd name="connsiteX106-9641" fmla="*/ 665515 w 3024845"/>
                <a:gd name="connsiteY106-9642" fmla="*/ 711225 h 1160647"/>
                <a:gd name="connsiteX107-9643" fmla="*/ 670835 w 3024845"/>
                <a:gd name="connsiteY107-9644" fmla="*/ 711225 h 1160647"/>
                <a:gd name="connsiteX108-9645" fmla="*/ 670835 w 3024845"/>
                <a:gd name="connsiteY108-9646" fmla="*/ 605298 h 1160647"/>
                <a:gd name="connsiteX109-9647" fmla="*/ 672355 w 3024845"/>
                <a:gd name="connsiteY109-9648" fmla="*/ 605298 h 1160647"/>
                <a:gd name="connsiteX110-9649" fmla="*/ 682995 w 3024845"/>
                <a:gd name="connsiteY110-9650" fmla="*/ 605298 h 1160647"/>
                <a:gd name="connsiteX111-9651" fmla="*/ 682995 w 3024845"/>
                <a:gd name="connsiteY111-9652" fmla="*/ 557739 h 1160647"/>
                <a:gd name="connsiteX112-9653" fmla="*/ 709342 w 3024845"/>
                <a:gd name="connsiteY112-9654" fmla="*/ 557739 h 1160647"/>
                <a:gd name="connsiteX113-9655" fmla="*/ 709342 w 3024845"/>
                <a:gd name="connsiteY113-9656" fmla="*/ 536121 h 1160647"/>
                <a:gd name="connsiteX114-9657" fmla="*/ 743796 w 3024845"/>
                <a:gd name="connsiteY114-9658" fmla="*/ 536121 h 1160647"/>
                <a:gd name="connsiteX115-9659" fmla="*/ 743796 w 3024845"/>
                <a:gd name="connsiteY115-9660" fmla="*/ 538553 h 1160647"/>
                <a:gd name="connsiteX116-9661" fmla="*/ 743796 w 3024845"/>
                <a:gd name="connsiteY116-9662" fmla="*/ 555577 h 1160647"/>
                <a:gd name="connsiteX117-9663" fmla="*/ 746076 w 3024845"/>
                <a:gd name="connsiteY117-9664" fmla="*/ 555577 h 1160647"/>
                <a:gd name="connsiteX118-9665" fmla="*/ 762036 w 3024845"/>
                <a:gd name="connsiteY118-9666" fmla="*/ 555577 h 1160647"/>
                <a:gd name="connsiteX119-9667" fmla="*/ 762036 w 3024845"/>
                <a:gd name="connsiteY119-9668" fmla="*/ 603136 h 1160647"/>
                <a:gd name="connsiteX120-9669" fmla="*/ 763049 w 3024845"/>
                <a:gd name="connsiteY120-9670" fmla="*/ 603136 h 1160647"/>
                <a:gd name="connsiteX121-9671" fmla="*/ 770143 w 3024845"/>
                <a:gd name="connsiteY121-9672" fmla="*/ 603136 h 1160647"/>
                <a:gd name="connsiteX122-9673" fmla="*/ 784330 w 3024845"/>
                <a:gd name="connsiteY122-9674" fmla="*/ 607460 h 1160647"/>
                <a:gd name="connsiteX123-9675" fmla="*/ 784330 w 3024845"/>
                <a:gd name="connsiteY123-9676" fmla="*/ 646372 h 1160647"/>
                <a:gd name="connsiteX124-9677" fmla="*/ 785343 w 3024845"/>
                <a:gd name="connsiteY124-9678" fmla="*/ 646372 h 1160647"/>
                <a:gd name="connsiteX125-9679" fmla="*/ 792436 w 3024845"/>
                <a:gd name="connsiteY125-9680" fmla="*/ 646372 h 1160647"/>
                <a:gd name="connsiteX126-9681" fmla="*/ 792436 w 3024845"/>
                <a:gd name="connsiteY126-9682" fmla="*/ 647993 h 1160647"/>
                <a:gd name="connsiteX127-9683" fmla="*/ 792436 w 3024845"/>
                <a:gd name="connsiteY127-9684" fmla="*/ 659342 h 1160647"/>
                <a:gd name="connsiteX128-9685" fmla="*/ 794463 w 3024845"/>
                <a:gd name="connsiteY128-9686" fmla="*/ 659342 h 1160647"/>
                <a:gd name="connsiteX129-9687" fmla="*/ 808650 w 3024845"/>
                <a:gd name="connsiteY129-9688" fmla="*/ 659342 h 1160647"/>
                <a:gd name="connsiteX130-9689" fmla="*/ 814730 w 3024845"/>
                <a:gd name="connsiteY130-9690" fmla="*/ 665828 h 1160647"/>
                <a:gd name="connsiteX131-9691" fmla="*/ 814730 w 3024845"/>
                <a:gd name="connsiteY131-9692" fmla="*/ 687446 h 1160647"/>
                <a:gd name="connsiteX132-9693" fmla="*/ 817010 w 3024845"/>
                <a:gd name="connsiteY132-9694" fmla="*/ 687446 h 1160647"/>
                <a:gd name="connsiteX133-9695" fmla="*/ 832970 w 3024845"/>
                <a:gd name="connsiteY133-9696" fmla="*/ 687446 h 1160647"/>
                <a:gd name="connsiteX134-9697" fmla="*/ 832970 w 3024845"/>
                <a:gd name="connsiteY134-9698" fmla="*/ 688526 h 1160647"/>
                <a:gd name="connsiteX135-9699" fmla="*/ 832970 w 3024845"/>
                <a:gd name="connsiteY135-9700" fmla="*/ 696093 h 1160647"/>
                <a:gd name="connsiteX136-9701" fmla="*/ 834237 w 3024845"/>
                <a:gd name="connsiteY136-9702" fmla="*/ 696093 h 1160647"/>
                <a:gd name="connsiteX137-9703" fmla="*/ 843104 w 3024845"/>
                <a:gd name="connsiteY137-9704" fmla="*/ 696093 h 1160647"/>
                <a:gd name="connsiteX138-9705" fmla="*/ 843104 w 3024845"/>
                <a:gd name="connsiteY138-9706" fmla="*/ 698254 h 1160647"/>
                <a:gd name="connsiteX139-9707" fmla="*/ 843104 w 3024845"/>
                <a:gd name="connsiteY139-9708" fmla="*/ 713387 h 1160647"/>
                <a:gd name="connsiteX140-9709" fmla="*/ 847157 w 3024845"/>
                <a:gd name="connsiteY140-9710" fmla="*/ 711495 h 1160647"/>
                <a:gd name="connsiteX141-9711" fmla="*/ 847157 w 3024845"/>
                <a:gd name="connsiteY141-9712" fmla="*/ 698254 h 1160647"/>
                <a:gd name="connsiteX142-9713" fmla="*/ 848170 w 3024845"/>
                <a:gd name="connsiteY142-9714" fmla="*/ 698254 h 1160647"/>
                <a:gd name="connsiteX143-9715" fmla="*/ 855264 w 3024845"/>
                <a:gd name="connsiteY143-9716" fmla="*/ 698254 h 1160647"/>
                <a:gd name="connsiteX144-9717" fmla="*/ 855264 w 3024845"/>
                <a:gd name="connsiteY144-9718" fmla="*/ 699876 h 1160647"/>
                <a:gd name="connsiteX145-9719" fmla="*/ 855264 w 3024845"/>
                <a:gd name="connsiteY145-9720" fmla="*/ 711225 h 1160647"/>
                <a:gd name="connsiteX146-9721" fmla="*/ 856024 w 3024845"/>
                <a:gd name="connsiteY146-9722" fmla="*/ 711225 h 1160647"/>
                <a:gd name="connsiteX147-9723" fmla="*/ 861344 w 3024845"/>
                <a:gd name="connsiteY147-9724" fmla="*/ 711225 h 1160647"/>
                <a:gd name="connsiteX148-9725" fmla="*/ 909984 w 3024845"/>
                <a:gd name="connsiteY148-9726" fmla="*/ 706902 h 1160647"/>
                <a:gd name="connsiteX149-9727" fmla="*/ 909984 w 3024845"/>
                <a:gd name="connsiteY149-9728" fmla="*/ 708253 h 1160647"/>
                <a:gd name="connsiteX150-9729" fmla="*/ 909984 w 3024845"/>
                <a:gd name="connsiteY150-9730" fmla="*/ 717710 h 1160647"/>
                <a:gd name="connsiteX151-9731" fmla="*/ 910744 w 3024845"/>
                <a:gd name="connsiteY151-9732" fmla="*/ 717710 h 1160647"/>
                <a:gd name="connsiteX152-9733" fmla="*/ 916065 w 3024845"/>
                <a:gd name="connsiteY152-9734" fmla="*/ 717710 h 1160647"/>
                <a:gd name="connsiteX153-9735" fmla="*/ 916065 w 3024845"/>
                <a:gd name="connsiteY153-9736" fmla="*/ 719872 h 1160647"/>
                <a:gd name="connsiteX154-9737" fmla="*/ 916065 w 3024845"/>
                <a:gd name="connsiteY154-9738" fmla="*/ 735005 h 1160647"/>
                <a:gd name="connsiteX155-9739" fmla="*/ 918091 w 3024845"/>
                <a:gd name="connsiteY155-9740" fmla="*/ 733654 h 1160647"/>
                <a:gd name="connsiteX156-9741" fmla="*/ 932278 w 3024845"/>
                <a:gd name="connsiteY156-9742" fmla="*/ 724196 h 1160647"/>
                <a:gd name="connsiteX157-9743" fmla="*/ 938358 w 3024845"/>
                <a:gd name="connsiteY157-9744" fmla="*/ 683122 h 1160647"/>
                <a:gd name="connsiteX158-9745" fmla="*/ 939118 w 3024845"/>
                <a:gd name="connsiteY158-9746" fmla="*/ 682852 h 1160647"/>
                <a:gd name="connsiteX159-9747" fmla="*/ 944438 w 3024845"/>
                <a:gd name="connsiteY159-9748" fmla="*/ 680960 h 1160647"/>
                <a:gd name="connsiteX160-9749" fmla="*/ 946465 w 3024845"/>
                <a:gd name="connsiteY160-9750" fmla="*/ 611783 h 1160647"/>
                <a:gd name="connsiteX161-9751" fmla="*/ 948492 w 3024845"/>
                <a:gd name="connsiteY161-9752" fmla="*/ 680960 h 1160647"/>
                <a:gd name="connsiteX162-9753" fmla="*/ 949252 w 3024845"/>
                <a:gd name="connsiteY162-9754" fmla="*/ 681230 h 1160647"/>
                <a:gd name="connsiteX163-9755" fmla="*/ 954572 w 3024845"/>
                <a:gd name="connsiteY163-9756" fmla="*/ 683122 h 1160647"/>
                <a:gd name="connsiteX164-9757" fmla="*/ 954572 w 3024845"/>
                <a:gd name="connsiteY164-9758" fmla="*/ 596651 h 1160647"/>
                <a:gd name="connsiteX165-9759" fmla="*/ 958625 w 3024845"/>
                <a:gd name="connsiteY165-9760" fmla="*/ 564224 h 1160647"/>
                <a:gd name="connsiteX166-9761" fmla="*/ 997132 w 3024845"/>
                <a:gd name="connsiteY166-9762" fmla="*/ 564224 h 1160647"/>
                <a:gd name="connsiteX167-9763" fmla="*/ 997132 w 3024845"/>
                <a:gd name="connsiteY167-9764" fmla="*/ 596651 h 1160647"/>
                <a:gd name="connsiteX168-9765" fmla="*/ 997892 w 3024845"/>
                <a:gd name="connsiteY168-9766" fmla="*/ 596651 h 1160647"/>
                <a:gd name="connsiteX169-9767" fmla="*/ 1003212 w 3024845"/>
                <a:gd name="connsiteY169-9768" fmla="*/ 596651 h 1160647"/>
                <a:gd name="connsiteX170-9769" fmla="*/ 1003212 w 3024845"/>
                <a:gd name="connsiteY170-9770" fmla="*/ 514503 h 1160647"/>
                <a:gd name="connsiteX171-9771" fmla="*/ 1004986 w 3024845"/>
                <a:gd name="connsiteY171-9772" fmla="*/ 514503 h 1160647"/>
                <a:gd name="connsiteX172-9773" fmla="*/ 1017399 w 3024845"/>
                <a:gd name="connsiteY172-9774" fmla="*/ 514503 h 1160647"/>
                <a:gd name="connsiteX173-9775" fmla="*/ 1017399 w 3024845"/>
                <a:gd name="connsiteY173-9776" fmla="*/ 512612 h 1160647"/>
                <a:gd name="connsiteX174-9777" fmla="*/ 1017399 w 3024845"/>
                <a:gd name="connsiteY174-9778" fmla="*/ 499371 h 1160647"/>
                <a:gd name="connsiteX175-9779" fmla="*/ 1039693 w 3024845"/>
                <a:gd name="connsiteY175-9780" fmla="*/ 499371 h 1160647"/>
                <a:gd name="connsiteX176-9781" fmla="*/ 1039693 w 3024845"/>
                <a:gd name="connsiteY176-9782" fmla="*/ 498290 h 1160647"/>
                <a:gd name="connsiteX177-9783" fmla="*/ 1039693 w 3024845"/>
                <a:gd name="connsiteY177-9784" fmla="*/ 490724 h 1160647"/>
                <a:gd name="connsiteX178-9785" fmla="*/ 1041466 w 3024845"/>
                <a:gd name="connsiteY178-9786" fmla="*/ 490724 h 1160647"/>
                <a:gd name="connsiteX179-9787" fmla="*/ 1053880 w 3024845"/>
                <a:gd name="connsiteY179-9788" fmla="*/ 490724 h 1160647"/>
                <a:gd name="connsiteX180-9789" fmla="*/ 1053880 w 3024845"/>
                <a:gd name="connsiteY180-9790" fmla="*/ 491805 h 1160647"/>
                <a:gd name="connsiteX181-9791" fmla="*/ 1053880 w 3024845"/>
                <a:gd name="connsiteY181-9792" fmla="*/ 499371 h 1160647"/>
                <a:gd name="connsiteX182-9793" fmla="*/ 1054640 w 3024845"/>
                <a:gd name="connsiteY182-9794" fmla="*/ 499371 h 1160647"/>
                <a:gd name="connsiteX183-9795" fmla="*/ 1059960 w 3024845"/>
                <a:gd name="connsiteY183-9796" fmla="*/ 499371 h 1160647"/>
                <a:gd name="connsiteX184-9797" fmla="*/ 1070093 w 3024845"/>
                <a:gd name="connsiteY184-9798" fmla="*/ 495047 h 1160647"/>
                <a:gd name="connsiteX185-9799" fmla="*/ 1074146 w 3024845"/>
                <a:gd name="connsiteY185-9800" fmla="*/ 498290 h 1160647"/>
                <a:gd name="connsiteX186-9801" fmla="*/ 1074146 w 3024845"/>
                <a:gd name="connsiteY186-9802" fmla="*/ 490724 h 1160647"/>
                <a:gd name="connsiteX187-9803" fmla="*/ 1076426 w 3024845"/>
                <a:gd name="connsiteY187-9804" fmla="*/ 490724 h 1160647"/>
                <a:gd name="connsiteX188-9805" fmla="*/ 1092387 w 3024845"/>
                <a:gd name="connsiteY188-9806" fmla="*/ 490724 h 1160647"/>
                <a:gd name="connsiteX189-9807" fmla="*/ 1092387 w 3024845"/>
                <a:gd name="connsiteY189-9808" fmla="*/ 491805 h 1160647"/>
                <a:gd name="connsiteX190-9809" fmla="*/ 1092387 w 3024845"/>
                <a:gd name="connsiteY190-9810" fmla="*/ 499371 h 1160647"/>
                <a:gd name="connsiteX191-9811" fmla="*/ 1122787 w 3024845"/>
                <a:gd name="connsiteY191-9812" fmla="*/ 499371 h 1160647"/>
                <a:gd name="connsiteX192-9813" fmla="*/ 1122787 w 3024845"/>
                <a:gd name="connsiteY192-9814" fmla="*/ 500992 h 1160647"/>
                <a:gd name="connsiteX193-9815" fmla="*/ 1122787 w 3024845"/>
                <a:gd name="connsiteY193-9816" fmla="*/ 512342 h 1160647"/>
                <a:gd name="connsiteX194-9817" fmla="*/ 1149134 w 3024845"/>
                <a:gd name="connsiteY194-9818" fmla="*/ 512342 h 1160647"/>
                <a:gd name="connsiteX195-9819" fmla="*/ 1149134 w 3024845"/>
                <a:gd name="connsiteY195-9820" fmla="*/ 542606 h 1160647"/>
                <a:gd name="connsiteX196-9821" fmla="*/ 1149894 w 3024845"/>
                <a:gd name="connsiteY196-9822" fmla="*/ 542606 h 1160647"/>
                <a:gd name="connsiteX197-9823" fmla="*/ 1155214 w 3024845"/>
                <a:gd name="connsiteY197-9824" fmla="*/ 542606 h 1160647"/>
                <a:gd name="connsiteX198-9825" fmla="*/ 1155214 w 3024845"/>
                <a:gd name="connsiteY198-9826" fmla="*/ 543687 h 1160647"/>
                <a:gd name="connsiteX199-9827" fmla="*/ 1155214 w 3024845"/>
                <a:gd name="connsiteY199-9828" fmla="*/ 551254 h 1160647"/>
                <a:gd name="connsiteX200-9829" fmla="*/ 1159268 w 3024845"/>
                <a:gd name="connsiteY200-9830" fmla="*/ 581518 h 1160647"/>
                <a:gd name="connsiteX201-9831" fmla="*/ 1160028 w 3024845"/>
                <a:gd name="connsiteY201-9832" fmla="*/ 581518 h 1160647"/>
                <a:gd name="connsiteX202-9833" fmla="*/ 1165348 w 3024845"/>
                <a:gd name="connsiteY202-9834" fmla="*/ 581518 h 1160647"/>
                <a:gd name="connsiteX203-9835" fmla="*/ 1165348 w 3024845"/>
                <a:gd name="connsiteY203-9836" fmla="*/ 582329 h 1160647"/>
                <a:gd name="connsiteX204-9837" fmla="*/ 1165348 w 3024845"/>
                <a:gd name="connsiteY204-9838" fmla="*/ 588004 h 1160647"/>
                <a:gd name="connsiteX205-9839" fmla="*/ 1166361 w 3024845"/>
                <a:gd name="connsiteY205-9840" fmla="*/ 588004 h 1160647"/>
                <a:gd name="connsiteX206-9841" fmla="*/ 1173454 w 3024845"/>
                <a:gd name="connsiteY206-9842" fmla="*/ 588004 h 1160647"/>
                <a:gd name="connsiteX207-9843" fmla="*/ 1173454 w 3024845"/>
                <a:gd name="connsiteY207-9844" fmla="*/ 618269 h 1160647"/>
                <a:gd name="connsiteX208-9845" fmla="*/ 1175481 w 3024845"/>
                <a:gd name="connsiteY208-9846" fmla="*/ 618269 h 1160647"/>
                <a:gd name="connsiteX209-9847" fmla="*/ 1189668 w 3024845"/>
                <a:gd name="connsiteY209-9848" fmla="*/ 618269 h 1160647"/>
                <a:gd name="connsiteX210-9849" fmla="*/ 1189668 w 3024845"/>
                <a:gd name="connsiteY210-9850" fmla="*/ 642048 h 1160647"/>
                <a:gd name="connsiteX211-9851" fmla="*/ 1191695 w 3024845"/>
                <a:gd name="connsiteY211-9852" fmla="*/ 643669 h 1160647"/>
                <a:gd name="connsiteX212-9853" fmla="*/ 1191695 w 3024845"/>
                <a:gd name="connsiteY212-9854" fmla="*/ 655019 h 1160647"/>
                <a:gd name="connsiteX213-9855" fmla="*/ 1192455 w 3024845"/>
                <a:gd name="connsiteY213-9856" fmla="*/ 655019 h 1160647"/>
                <a:gd name="connsiteX214-9857" fmla="*/ 1197775 w 3024845"/>
                <a:gd name="connsiteY214-9858" fmla="*/ 655019 h 1160647"/>
                <a:gd name="connsiteX215-9859" fmla="*/ 1197775 w 3024845"/>
                <a:gd name="connsiteY215-9860" fmla="*/ 678798 h 1160647"/>
                <a:gd name="connsiteX216-9861" fmla="*/ 1199041 w 3024845"/>
                <a:gd name="connsiteY216-9862" fmla="*/ 678798 h 1160647"/>
                <a:gd name="connsiteX217-9863" fmla="*/ 1207908 w 3024845"/>
                <a:gd name="connsiteY217-9864" fmla="*/ 678798 h 1160647"/>
                <a:gd name="connsiteX218-9865" fmla="*/ 1209935 w 3024845"/>
                <a:gd name="connsiteY218-9866" fmla="*/ 682852 h 1160647"/>
                <a:gd name="connsiteX219-9867" fmla="*/ 1209935 w 3024845"/>
                <a:gd name="connsiteY219-9868" fmla="*/ 696093 h 1160647"/>
                <a:gd name="connsiteX220-9869" fmla="*/ 1211455 w 3024845"/>
                <a:gd name="connsiteY220-9870" fmla="*/ 694201 h 1160647"/>
                <a:gd name="connsiteX221-9871" fmla="*/ 1222095 w 3024845"/>
                <a:gd name="connsiteY221-9872" fmla="*/ 680960 h 1160647"/>
                <a:gd name="connsiteX222-9873" fmla="*/ 1250469 w 3024845"/>
                <a:gd name="connsiteY222-9874" fmla="*/ 680960 h 1160647"/>
                <a:gd name="connsiteX223-9875" fmla="*/ 1250469 w 3024845"/>
                <a:gd name="connsiteY223-9876" fmla="*/ 767431 h 1160647"/>
                <a:gd name="connsiteX224-9877" fmla="*/ 1251229 w 3024845"/>
                <a:gd name="connsiteY224-9878" fmla="*/ 767431 h 1160647"/>
                <a:gd name="connsiteX225-9879" fmla="*/ 1256549 w 3024845"/>
                <a:gd name="connsiteY225-9880" fmla="*/ 767431 h 1160647"/>
                <a:gd name="connsiteX226-9881" fmla="*/ 1257309 w 3024845"/>
                <a:gd name="connsiteY226-9882" fmla="*/ 766080 h 1160647"/>
                <a:gd name="connsiteX227-9883" fmla="*/ 1262629 w 3024845"/>
                <a:gd name="connsiteY227-9884" fmla="*/ 756622 h 1160647"/>
                <a:gd name="connsiteX228-9885" fmla="*/ 1262629 w 3024845"/>
                <a:gd name="connsiteY228-9886" fmla="*/ 758514 h 1160647"/>
                <a:gd name="connsiteX229-9887" fmla="*/ 1262629 w 3024845"/>
                <a:gd name="connsiteY229-9888" fmla="*/ 771755 h 1160647"/>
                <a:gd name="connsiteX230-9889" fmla="*/ 1266682 w 3024845"/>
                <a:gd name="connsiteY230-9890" fmla="*/ 726358 h 1160647"/>
                <a:gd name="connsiteX231-9891" fmla="*/ 1267442 w 3024845"/>
                <a:gd name="connsiteY231-9892" fmla="*/ 726358 h 1160647"/>
                <a:gd name="connsiteX232-9893" fmla="*/ 1272762 w 3024845"/>
                <a:gd name="connsiteY232-9894" fmla="*/ 726358 h 1160647"/>
                <a:gd name="connsiteX233-9895" fmla="*/ 1272762 w 3024845"/>
                <a:gd name="connsiteY233-9896" fmla="*/ 661504 h 1160647"/>
                <a:gd name="connsiteX234-9897" fmla="*/ 1273776 w 3024845"/>
                <a:gd name="connsiteY234-9898" fmla="*/ 661504 h 1160647"/>
                <a:gd name="connsiteX235-9899" fmla="*/ 1280869 w 3024845"/>
                <a:gd name="connsiteY235-9900" fmla="*/ 661504 h 1160647"/>
                <a:gd name="connsiteX236-9901" fmla="*/ 1293029 w 3024845"/>
                <a:gd name="connsiteY236-9902" fmla="*/ 618269 h 1160647"/>
                <a:gd name="connsiteX237-9903" fmla="*/ 1294296 w 3024845"/>
                <a:gd name="connsiteY237-9904" fmla="*/ 618269 h 1160647"/>
                <a:gd name="connsiteX238-9905" fmla="*/ 1303163 w 3024845"/>
                <a:gd name="connsiteY238-9906" fmla="*/ 618269 h 1160647"/>
                <a:gd name="connsiteX239-9907" fmla="*/ 1313296 w 3024845"/>
                <a:gd name="connsiteY239-9908" fmla="*/ 661504 h 1160647"/>
                <a:gd name="connsiteX240-9909" fmla="*/ 1314309 w 3024845"/>
                <a:gd name="connsiteY240-9910" fmla="*/ 661504 h 1160647"/>
                <a:gd name="connsiteX241-9911" fmla="*/ 1321403 w 3024845"/>
                <a:gd name="connsiteY241-9912" fmla="*/ 661504 h 1160647"/>
                <a:gd name="connsiteX242-9913" fmla="*/ 1321403 w 3024845"/>
                <a:gd name="connsiteY242-9914" fmla="*/ 700416 h 1160647"/>
                <a:gd name="connsiteX243-9915" fmla="*/ 1323176 w 3024845"/>
                <a:gd name="connsiteY243-9916" fmla="*/ 700416 h 1160647"/>
                <a:gd name="connsiteX244-9917" fmla="*/ 1335590 w 3024845"/>
                <a:gd name="connsiteY244-9918" fmla="*/ 700416 h 1160647"/>
                <a:gd name="connsiteX245-9919" fmla="*/ 1335590 w 3024845"/>
                <a:gd name="connsiteY245-9920" fmla="*/ 702578 h 1160647"/>
                <a:gd name="connsiteX246-9921" fmla="*/ 1335590 w 3024845"/>
                <a:gd name="connsiteY246-9922" fmla="*/ 717710 h 1160647"/>
                <a:gd name="connsiteX247-9923" fmla="*/ 1339643 w 3024845"/>
                <a:gd name="connsiteY247-9924" fmla="*/ 715549 h 1160647"/>
                <a:gd name="connsiteX248-9925" fmla="*/ 1339643 w 3024845"/>
                <a:gd name="connsiteY248-9926" fmla="*/ 700416 h 1160647"/>
                <a:gd name="connsiteX249-9927" fmla="*/ 1341163 w 3024845"/>
                <a:gd name="connsiteY249-9928" fmla="*/ 700416 h 1160647"/>
                <a:gd name="connsiteX250-9929" fmla="*/ 1351803 w 3024845"/>
                <a:gd name="connsiteY250-9930" fmla="*/ 700416 h 1160647"/>
                <a:gd name="connsiteX251-9931" fmla="*/ 1351803 w 3024845"/>
                <a:gd name="connsiteY251-9932" fmla="*/ 702037 h 1160647"/>
                <a:gd name="connsiteX252-9933" fmla="*/ 1351803 w 3024845"/>
                <a:gd name="connsiteY252-9934" fmla="*/ 713387 h 1160647"/>
                <a:gd name="connsiteX253-9935" fmla="*/ 1382204 w 3024845"/>
                <a:gd name="connsiteY253-9936" fmla="*/ 713387 h 1160647"/>
                <a:gd name="connsiteX254-9937" fmla="*/ 1382204 w 3024845"/>
                <a:gd name="connsiteY254-9938" fmla="*/ 676637 h 1160647"/>
                <a:gd name="connsiteX255-9939" fmla="*/ 1383470 w 3024845"/>
                <a:gd name="connsiteY255-9940" fmla="*/ 676637 h 1160647"/>
                <a:gd name="connsiteX256-9941" fmla="*/ 1392337 w 3024845"/>
                <a:gd name="connsiteY256-9942" fmla="*/ 676637 h 1160647"/>
                <a:gd name="connsiteX257-9943" fmla="*/ 1392337 w 3024845"/>
                <a:gd name="connsiteY257-9944" fmla="*/ 698254 h 1160647"/>
                <a:gd name="connsiteX258-9945" fmla="*/ 1394364 w 3024845"/>
                <a:gd name="connsiteY258-9946" fmla="*/ 665828 h 1160647"/>
                <a:gd name="connsiteX259-9947" fmla="*/ 1416657 w 3024845"/>
                <a:gd name="connsiteY259-9948" fmla="*/ 665828 h 1160647"/>
                <a:gd name="connsiteX260-9949" fmla="*/ 1416657 w 3024845"/>
                <a:gd name="connsiteY260-9950" fmla="*/ 664206 h 1160647"/>
                <a:gd name="connsiteX261-9951" fmla="*/ 1416657 w 3024845"/>
                <a:gd name="connsiteY261-9952" fmla="*/ 652857 h 1160647"/>
                <a:gd name="connsiteX262-9953" fmla="*/ 1417417 w 3024845"/>
                <a:gd name="connsiteY262-9954" fmla="*/ 652857 h 1160647"/>
                <a:gd name="connsiteX263-9955" fmla="*/ 1422737 w 3024845"/>
                <a:gd name="connsiteY263-9956" fmla="*/ 652857 h 1160647"/>
                <a:gd name="connsiteX264-9957" fmla="*/ 1422737 w 3024845"/>
                <a:gd name="connsiteY264-9958" fmla="*/ 650966 h 1160647"/>
                <a:gd name="connsiteX265-9959" fmla="*/ 1422737 w 3024845"/>
                <a:gd name="connsiteY265-9960" fmla="*/ 637725 h 1160647"/>
                <a:gd name="connsiteX266-9961" fmla="*/ 1426791 w 3024845"/>
                <a:gd name="connsiteY266-9962" fmla="*/ 644210 h 1160647"/>
                <a:gd name="connsiteX267-9963" fmla="*/ 1429071 w 3024845"/>
                <a:gd name="connsiteY267-9964" fmla="*/ 644210 h 1160647"/>
                <a:gd name="connsiteX268-9965" fmla="*/ 1445031 w 3024845"/>
                <a:gd name="connsiteY268-9966" fmla="*/ 644210 h 1160647"/>
                <a:gd name="connsiteX269-9967" fmla="*/ 1445031 w 3024845"/>
                <a:gd name="connsiteY269-9968" fmla="*/ 643399 h 1160647"/>
                <a:gd name="connsiteX270-9969" fmla="*/ 1445031 w 3024845"/>
                <a:gd name="connsiteY270-9970" fmla="*/ 637725 h 1160647"/>
                <a:gd name="connsiteX271-9971" fmla="*/ 1445791 w 3024845"/>
                <a:gd name="connsiteY271-9972" fmla="*/ 637725 h 1160647"/>
                <a:gd name="connsiteX272-9973" fmla="*/ 1451111 w 3024845"/>
                <a:gd name="connsiteY272-9974" fmla="*/ 637725 h 1160647"/>
                <a:gd name="connsiteX273-9975" fmla="*/ 1451111 w 3024845"/>
                <a:gd name="connsiteY273-9976" fmla="*/ 639076 h 1160647"/>
                <a:gd name="connsiteX274-9977" fmla="*/ 1451111 w 3024845"/>
                <a:gd name="connsiteY274-9978" fmla="*/ 648534 h 1160647"/>
                <a:gd name="connsiteX275-9979" fmla="*/ 1489618 w 3024845"/>
                <a:gd name="connsiteY275-9980" fmla="*/ 648534 h 1160647"/>
                <a:gd name="connsiteX276-9981" fmla="*/ 1489618 w 3024845"/>
                <a:gd name="connsiteY276-9982" fmla="*/ 786887 h 1160647"/>
                <a:gd name="connsiteX277-9983" fmla="*/ 1491138 w 3024845"/>
                <a:gd name="connsiteY277-9984" fmla="*/ 786887 h 1160647"/>
                <a:gd name="connsiteX278-9985" fmla="*/ 1501778 w 3024845"/>
                <a:gd name="connsiteY278-9986" fmla="*/ 786887 h 1160647"/>
                <a:gd name="connsiteX279-9987" fmla="*/ 1501778 w 3024845"/>
                <a:gd name="connsiteY279-9988" fmla="*/ 773917 h 1160647"/>
                <a:gd name="connsiteX280-9989" fmla="*/ 1505832 w 3024845"/>
                <a:gd name="connsiteY280-9990" fmla="*/ 773917 h 1160647"/>
                <a:gd name="connsiteX281-9991" fmla="*/ 1505832 w 3024845"/>
                <a:gd name="connsiteY281-9992" fmla="*/ 786887 h 1160647"/>
                <a:gd name="connsiteX282-9993" fmla="*/ 1536232 w 3024845"/>
                <a:gd name="connsiteY282-9994" fmla="*/ 786887 h 1160647"/>
                <a:gd name="connsiteX283-9995" fmla="*/ 1536232 w 3024845"/>
                <a:gd name="connsiteY283-9996" fmla="*/ 756622 h 1160647"/>
                <a:gd name="connsiteX284-9997" fmla="*/ 1548392 w 3024845"/>
                <a:gd name="connsiteY284-9998" fmla="*/ 756622 h 1160647"/>
                <a:gd name="connsiteX285-9999" fmla="*/ 1560552 w 3024845"/>
                <a:gd name="connsiteY285-10000" fmla="*/ 754461 h 1160647"/>
                <a:gd name="connsiteX286-10001" fmla="*/ 1564606 w 3024845"/>
                <a:gd name="connsiteY286-10002" fmla="*/ 756622 h 1160647"/>
                <a:gd name="connsiteX287-10003" fmla="*/ 1574739 w 3024845"/>
                <a:gd name="connsiteY287-10004" fmla="*/ 756622 h 1160647"/>
                <a:gd name="connsiteX288-10005" fmla="*/ 1574739 w 3024845"/>
                <a:gd name="connsiteY288-10006" fmla="*/ 786887 h 1160647"/>
                <a:gd name="connsiteX289-10007" fmla="*/ 1582846 w 3024845"/>
                <a:gd name="connsiteY289-10008" fmla="*/ 786887 h 1160647"/>
                <a:gd name="connsiteX290-10009" fmla="*/ 1582846 w 3024845"/>
                <a:gd name="connsiteY290-10010" fmla="*/ 804182 h 1160647"/>
                <a:gd name="connsiteX291-10011" fmla="*/ 1592182 w 3024845"/>
                <a:gd name="connsiteY291-10012" fmla="*/ 805087 h 1160647"/>
                <a:gd name="connsiteX292-10013" fmla="*/ 1605140 w 3024845"/>
                <a:gd name="connsiteY292-10014" fmla="*/ 805087 h 1160647"/>
                <a:gd name="connsiteX293-10015" fmla="*/ 1605140 w 3024845"/>
                <a:gd name="connsiteY293-10016" fmla="*/ 789049 h 1160647"/>
                <a:gd name="connsiteX294-10017" fmla="*/ 1673096 w 3024845"/>
                <a:gd name="connsiteY294-10018" fmla="*/ 789049 h 1160647"/>
                <a:gd name="connsiteX295-10019" fmla="*/ 1673096 w 3024845"/>
                <a:gd name="connsiteY295-10020" fmla="*/ 703796 h 1160647"/>
                <a:gd name="connsiteX296-10021" fmla="*/ 1745104 w 3024845"/>
                <a:gd name="connsiteY296-10022" fmla="*/ 703796 h 1160647"/>
                <a:gd name="connsiteX297-10023" fmla="*/ 1745104 w 3024845"/>
                <a:gd name="connsiteY297-10024" fmla="*/ 782564 h 1160647"/>
                <a:gd name="connsiteX298-10025" fmla="*/ 1747008 w 3024845"/>
                <a:gd name="connsiteY298-10026" fmla="*/ 782564 h 1160647"/>
                <a:gd name="connsiteX299-10027" fmla="*/ 1748250 w 3024845"/>
                <a:gd name="connsiteY299-10028" fmla="*/ 805087 h 1160647"/>
                <a:gd name="connsiteX300-10029" fmla="*/ 1757926 w 3024845"/>
                <a:gd name="connsiteY300-10030" fmla="*/ 805087 h 1160647"/>
                <a:gd name="connsiteX301-10031" fmla="*/ 1759168 w 3024845"/>
                <a:gd name="connsiteY301-10032" fmla="*/ 782564 h 1160647"/>
                <a:gd name="connsiteX302-10033" fmla="*/ 1765248 w 3024845"/>
                <a:gd name="connsiteY302-10034" fmla="*/ 782564 h 1160647"/>
                <a:gd name="connsiteX303-10035" fmla="*/ 1766490 w 3024845"/>
                <a:gd name="connsiteY303-10036" fmla="*/ 805087 h 1160647"/>
                <a:gd name="connsiteX304-10037" fmla="*/ 1817112 w 3024845"/>
                <a:gd name="connsiteY304-10038" fmla="*/ 805087 h 1160647"/>
                <a:gd name="connsiteX305-10039" fmla="*/ 1817112 w 3024845"/>
                <a:gd name="connsiteY305-10040" fmla="*/ 642059 h 1160647"/>
                <a:gd name="connsiteX306-10041" fmla="*/ 2014439 w 3024845"/>
                <a:gd name="connsiteY306-10042" fmla="*/ 642059 h 1160647"/>
                <a:gd name="connsiteX307-10043" fmla="*/ 2014439 w 3024845"/>
                <a:gd name="connsiteY307-10044" fmla="*/ 805087 h 1160647"/>
                <a:gd name="connsiteX308-10045" fmla="*/ 2033136 w 3024845"/>
                <a:gd name="connsiteY308-10046" fmla="*/ 805087 h 1160647"/>
                <a:gd name="connsiteX309-10047" fmla="*/ 2033136 w 3024845"/>
                <a:gd name="connsiteY309-10048" fmla="*/ 722394 h 1160647"/>
                <a:gd name="connsiteX310-10049" fmla="*/ 2128256 w 3024845"/>
                <a:gd name="connsiteY310-10050" fmla="*/ 722394 h 1160647"/>
                <a:gd name="connsiteX311-10051" fmla="*/ 2140186 w 3024845"/>
                <a:gd name="connsiteY311-10052" fmla="*/ 404253 h 1160647"/>
                <a:gd name="connsiteX312-10053" fmla="*/ 2128026 w 3024845"/>
                <a:gd name="connsiteY312-10054" fmla="*/ 382635 h 1160647"/>
                <a:gd name="connsiteX313-10055" fmla="*/ 2121946 w 3024845"/>
                <a:gd name="connsiteY313-10056" fmla="*/ 378311 h 1160647"/>
                <a:gd name="connsiteX314-10057" fmla="*/ 2130053 w 3024845"/>
                <a:gd name="connsiteY314-10058" fmla="*/ 354532 h 1160647"/>
                <a:gd name="connsiteX315-10059" fmla="*/ 2130053 w 3024845"/>
                <a:gd name="connsiteY315-10060" fmla="*/ 337238 h 1160647"/>
                <a:gd name="connsiteX316-10061" fmla="*/ 2144240 w 3024845"/>
                <a:gd name="connsiteY316-10062" fmla="*/ 337238 h 1160647"/>
                <a:gd name="connsiteX317-10063" fmla="*/ 2144240 w 3024845"/>
                <a:gd name="connsiteY317-10064" fmla="*/ 315620 h 1160647"/>
                <a:gd name="connsiteX318-10065" fmla="*/ 2146266 w 3024845"/>
                <a:gd name="connsiteY318-10066" fmla="*/ 311296 h 1160647"/>
                <a:gd name="connsiteX319-10067" fmla="*/ 2146266 w 3024845"/>
                <a:gd name="connsiteY319-10068" fmla="*/ 233472 h 1160647"/>
                <a:gd name="connsiteX320-10069" fmla="*/ 2144240 w 3024845"/>
                <a:gd name="connsiteY320-10070" fmla="*/ 226987 h 1160647"/>
                <a:gd name="connsiteX321-10071" fmla="*/ 2150320 w 3024845"/>
                <a:gd name="connsiteY321-10072" fmla="*/ 220501 h 1160647"/>
                <a:gd name="connsiteX322-10073" fmla="*/ 2150320 w 3024845"/>
                <a:gd name="connsiteY322-10074" fmla="*/ 162133 h 1160647"/>
                <a:gd name="connsiteX323-10075" fmla="*/ 2152346 w 3024845"/>
                <a:gd name="connsiteY323-10076" fmla="*/ 157810 h 1160647"/>
                <a:gd name="connsiteX324-10077" fmla="*/ 2152346 w 3024845"/>
                <a:gd name="connsiteY324-10078" fmla="*/ 101604 h 1160647"/>
                <a:gd name="connsiteX325-10079" fmla="*/ 2154373 w 3024845"/>
                <a:gd name="connsiteY325-10080" fmla="*/ 82148 h 1160647"/>
                <a:gd name="connsiteX326-10081" fmla="*/ 2158427 w 3024845"/>
                <a:gd name="connsiteY326-10082" fmla="*/ 99442 h 1160647"/>
                <a:gd name="connsiteX327-10083" fmla="*/ 2160453 w 3024845"/>
                <a:gd name="connsiteY327-10084" fmla="*/ 157810 h 1160647"/>
                <a:gd name="connsiteX328-10085" fmla="*/ 2162480 w 3024845"/>
                <a:gd name="connsiteY328-10086" fmla="*/ 220501 h 1160647"/>
                <a:gd name="connsiteX329-10087" fmla="*/ 2168560 w 3024845"/>
                <a:gd name="connsiteY329-10088" fmla="*/ 226987 h 1160647"/>
                <a:gd name="connsiteX330-10089" fmla="*/ 2166533 w 3024845"/>
                <a:gd name="connsiteY330-10090" fmla="*/ 233472 h 1160647"/>
                <a:gd name="connsiteX331-10091" fmla="*/ 2166533 w 3024845"/>
                <a:gd name="connsiteY331-10092" fmla="*/ 311296 h 1160647"/>
                <a:gd name="connsiteX332-10093" fmla="*/ 2168560 w 3024845"/>
                <a:gd name="connsiteY332-10094" fmla="*/ 315620 h 1160647"/>
                <a:gd name="connsiteX333-10095" fmla="*/ 2168560 w 3024845"/>
                <a:gd name="connsiteY333-10096" fmla="*/ 337238 h 1160647"/>
                <a:gd name="connsiteX334-10097" fmla="*/ 2182747 w 3024845"/>
                <a:gd name="connsiteY334-10098" fmla="*/ 337238 h 1160647"/>
                <a:gd name="connsiteX335-10099" fmla="*/ 2182747 w 3024845"/>
                <a:gd name="connsiteY335-10100" fmla="*/ 354532 h 1160647"/>
                <a:gd name="connsiteX336-10101" fmla="*/ 2190854 w 3024845"/>
                <a:gd name="connsiteY336-10102" fmla="*/ 378311 h 1160647"/>
                <a:gd name="connsiteX337-10103" fmla="*/ 2184774 w 3024845"/>
                <a:gd name="connsiteY337-10104" fmla="*/ 382635 h 1160647"/>
                <a:gd name="connsiteX338-10105" fmla="*/ 2172613 w 3024845"/>
                <a:gd name="connsiteY338-10106" fmla="*/ 404253 h 1160647"/>
                <a:gd name="connsiteX339-10107" fmla="*/ 2180720 w 3024845"/>
                <a:gd name="connsiteY339-10108" fmla="*/ 657181 h 1160647"/>
                <a:gd name="connsiteX340-10109" fmla="*/ 2245574 w 3024845"/>
                <a:gd name="connsiteY340-10110" fmla="*/ 657181 h 1160647"/>
                <a:gd name="connsiteX341-10111" fmla="*/ 2245574 w 3024845"/>
                <a:gd name="connsiteY341-10112" fmla="*/ 732843 h 1160647"/>
                <a:gd name="connsiteX342-10113" fmla="*/ 2253681 w 3024845"/>
                <a:gd name="connsiteY342-10114" fmla="*/ 732843 h 1160647"/>
                <a:gd name="connsiteX343-10115" fmla="*/ 2255708 w 3024845"/>
                <a:gd name="connsiteY343-10116" fmla="*/ 726358 h 1160647"/>
                <a:gd name="connsiteX344-10117" fmla="*/ 2261788 w 3024845"/>
                <a:gd name="connsiteY344-10118" fmla="*/ 726358 h 1160647"/>
                <a:gd name="connsiteX345-10119" fmla="*/ 2263815 w 3024845"/>
                <a:gd name="connsiteY345-10120" fmla="*/ 735005 h 1160647"/>
                <a:gd name="connsiteX346-10121" fmla="*/ 2275975 w 3024845"/>
                <a:gd name="connsiteY346-10122" fmla="*/ 735005 h 1160647"/>
                <a:gd name="connsiteX347-10123" fmla="*/ 2275975 w 3024845"/>
                <a:gd name="connsiteY347-10124" fmla="*/ 728519 h 1160647"/>
                <a:gd name="connsiteX348-10125" fmla="*/ 2298268 w 3024845"/>
                <a:gd name="connsiteY348-10126" fmla="*/ 728519 h 1160647"/>
                <a:gd name="connsiteX349-10127" fmla="*/ 2298268 w 3024845"/>
                <a:gd name="connsiteY349-10128" fmla="*/ 735005 h 1160647"/>
                <a:gd name="connsiteX350-10129" fmla="*/ 2318535 w 3024845"/>
                <a:gd name="connsiteY350-10130" fmla="*/ 735005 h 1160647"/>
                <a:gd name="connsiteX351-10131" fmla="*/ 2318535 w 3024845"/>
                <a:gd name="connsiteY351-10132" fmla="*/ 780402 h 1160647"/>
                <a:gd name="connsiteX352-10133" fmla="*/ 2332722 w 3024845"/>
                <a:gd name="connsiteY352-10134" fmla="*/ 780402 h 1160647"/>
                <a:gd name="connsiteX353-10135" fmla="*/ 2332722 w 3024845"/>
                <a:gd name="connsiteY353-10136" fmla="*/ 767431 h 1160647"/>
                <a:gd name="connsiteX354-10137" fmla="*/ 2348936 w 3024845"/>
                <a:gd name="connsiteY354-10138" fmla="*/ 767431 h 1160647"/>
                <a:gd name="connsiteX355-10139" fmla="*/ 2348936 w 3024845"/>
                <a:gd name="connsiteY355-10140" fmla="*/ 588004 h 1160647"/>
                <a:gd name="connsiteX356-10141" fmla="*/ 2355016 w 3024845"/>
                <a:gd name="connsiteY356-10142" fmla="*/ 581518 h 1160647"/>
                <a:gd name="connsiteX357-10143" fmla="*/ 2427977 w 3024845"/>
                <a:gd name="connsiteY357-10144" fmla="*/ 581518 h 1160647"/>
                <a:gd name="connsiteX358-10145" fmla="*/ 2427977 w 3024845"/>
                <a:gd name="connsiteY358-10146" fmla="*/ 590166 h 1160647"/>
                <a:gd name="connsiteX359-10147" fmla="*/ 2438110 w 3024845"/>
                <a:gd name="connsiteY359-10148" fmla="*/ 590166 h 1160647"/>
                <a:gd name="connsiteX360-10149" fmla="*/ 2438110 w 3024845"/>
                <a:gd name="connsiteY360-10150" fmla="*/ 704740 h 1160647"/>
                <a:gd name="connsiteX361-10151" fmla="*/ 2460404 w 3024845"/>
                <a:gd name="connsiteY361-10152" fmla="*/ 704740 h 1160647"/>
                <a:gd name="connsiteX362-10153" fmla="*/ 2460404 w 3024845"/>
                <a:gd name="connsiteY362-10154" fmla="*/ 637725 h 1160647"/>
                <a:gd name="connsiteX363-10155" fmla="*/ 2486751 w 3024845"/>
                <a:gd name="connsiteY363-10156" fmla="*/ 637725 h 1160647"/>
                <a:gd name="connsiteX364-10157" fmla="*/ 2490804 w 3024845"/>
                <a:gd name="connsiteY364-10158" fmla="*/ 633401 h 1160647"/>
                <a:gd name="connsiteX365-10159" fmla="*/ 2498911 w 3024845"/>
                <a:gd name="connsiteY365-10160" fmla="*/ 633401 h 1160647"/>
                <a:gd name="connsiteX366-10161" fmla="*/ 2502964 w 3024845"/>
                <a:gd name="connsiteY366-10162" fmla="*/ 637725 h 1160647"/>
                <a:gd name="connsiteX367-10163" fmla="*/ 2525258 w 3024845"/>
                <a:gd name="connsiteY367-10164" fmla="*/ 637725 h 1160647"/>
                <a:gd name="connsiteX368-10165" fmla="*/ 2525258 w 3024845"/>
                <a:gd name="connsiteY368-10166" fmla="*/ 520989 h 1160647"/>
                <a:gd name="connsiteX369-10167" fmla="*/ 2582005 w 3024845"/>
                <a:gd name="connsiteY369-10168" fmla="*/ 510180 h 1160647"/>
                <a:gd name="connsiteX370-10169" fmla="*/ 2582005 w 3024845"/>
                <a:gd name="connsiteY370-10170" fmla="*/ 511261 h 1160647"/>
                <a:gd name="connsiteX371-10171" fmla="*/ 2582005 w 3024845"/>
                <a:gd name="connsiteY371-10172" fmla="*/ 518827 h 1160647"/>
                <a:gd name="connsiteX372-10173" fmla="*/ 2608352 w 3024845"/>
                <a:gd name="connsiteY372-10174" fmla="*/ 518827 h 1160647"/>
                <a:gd name="connsiteX373-10175" fmla="*/ 2608352 w 3024845"/>
                <a:gd name="connsiteY373-10176" fmla="*/ 773917 h 1160647"/>
                <a:gd name="connsiteX374-10177" fmla="*/ 2630646 w 3024845"/>
                <a:gd name="connsiteY374-10178" fmla="*/ 773917 h 1160647"/>
                <a:gd name="connsiteX375-10179" fmla="*/ 2630646 w 3024845"/>
                <a:gd name="connsiteY375-10180" fmla="*/ 769593 h 1160647"/>
                <a:gd name="connsiteX376-10181" fmla="*/ 2642806 w 3024845"/>
                <a:gd name="connsiteY376-10182" fmla="*/ 769593 h 1160647"/>
                <a:gd name="connsiteX377-10183" fmla="*/ 2642806 w 3024845"/>
                <a:gd name="connsiteY377-10184" fmla="*/ 773917 h 1160647"/>
                <a:gd name="connsiteX378-10185" fmla="*/ 2667126 w 3024845"/>
                <a:gd name="connsiteY378-10186" fmla="*/ 773917 h 1160647"/>
                <a:gd name="connsiteX379-10187" fmla="*/ 2667126 w 3024845"/>
                <a:gd name="connsiteY379-10188" fmla="*/ 760946 h 1160647"/>
                <a:gd name="connsiteX380-10189" fmla="*/ 2695500 w 3024845"/>
                <a:gd name="connsiteY380-10190" fmla="*/ 760946 h 1160647"/>
                <a:gd name="connsiteX381-10191" fmla="*/ 2707660 w 3024845"/>
                <a:gd name="connsiteY381-10192" fmla="*/ 756622 h 1160647"/>
                <a:gd name="connsiteX382-10193" fmla="*/ 2727927 w 3024845"/>
                <a:gd name="connsiteY382-10194" fmla="*/ 760946 h 1160647"/>
                <a:gd name="connsiteX383-10195" fmla="*/ 2727927 w 3024845"/>
                <a:gd name="connsiteY383-10196" fmla="*/ 743652 h 1160647"/>
                <a:gd name="connsiteX384-10197" fmla="*/ 2736034 w 3024845"/>
                <a:gd name="connsiteY384-10198" fmla="*/ 743652 h 1160647"/>
                <a:gd name="connsiteX385-10199" fmla="*/ 2736034 w 3024845"/>
                <a:gd name="connsiteY385-10200" fmla="*/ 730681 h 1160647"/>
                <a:gd name="connsiteX386-10201" fmla="*/ 2792781 w 3024845"/>
                <a:gd name="connsiteY386-10202" fmla="*/ 730681 h 1160647"/>
                <a:gd name="connsiteX387-10203" fmla="*/ 2792781 w 3024845"/>
                <a:gd name="connsiteY387-10204" fmla="*/ 700416 h 1160647"/>
                <a:gd name="connsiteX388-10205" fmla="*/ 2811021 w 3024845"/>
                <a:gd name="connsiteY388-10206" fmla="*/ 700416 h 1160647"/>
                <a:gd name="connsiteX389-10207" fmla="*/ 2811021 w 3024845"/>
                <a:gd name="connsiteY389-10208" fmla="*/ 693931 h 1160647"/>
                <a:gd name="connsiteX390-10209" fmla="*/ 2823181 w 3024845"/>
                <a:gd name="connsiteY390-10210" fmla="*/ 693931 h 1160647"/>
                <a:gd name="connsiteX391-10211" fmla="*/ 2823181 w 3024845"/>
                <a:gd name="connsiteY391-10212" fmla="*/ 700416 h 1160647"/>
                <a:gd name="connsiteX392-10213" fmla="*/ 2839395 w 3024845"/>
                <a:gd name="connsiteY392-10214" fmla="*/ 700416 h 1160647"/>
                <a:gd name="connsiteX393-10215" fmla="*/ 2839395 w 3024845"/>
                <a:gd name="connsiteY393-10216" fmla="*/ 750137 h 1160647"/>
                <a:gd name="connsiteX394-10217" fmla="*/ 2871822 w 3024845"/>
                <a:gd name="connsiteY394-10218" fmla="*/ 750137 h 1160647"/>
                <a:gd name="connsiteX395-10219" fmla="*/ 2871822 w 3024845"/>
                <a:gd name="connsiteY395-10220" fmla="*/ 724196 h 1160647"/>
                <a:gd name="connsiteX396-10221" fmla="*/ 2910329 w 3024845"/>
                <a:gd name="connsiteY396-10222" fmla="*/ 724196 h 1160647"/>
                <a:gd name="connsiteX397-10223" fmla="*/ 2910329 w 3024845"/>
                <a:gd name="connsiteY397-10224" fmla="*/ 693931 h 1160647"/>
                <a:gd name="connsiteX398-10225" fmla="*/ 2958970 w 3024845"/>
                <a:gd name="connsiteY398-10226" fmla="*/ 693931 h 1160647"/>
                <a:gd name="connsiteX399-10227" fmla="*/ 2958970 w 3024845"/>
                <a:gd name="connsiteY399-10228" fmla="*/ 805087 h 1160647"/>
                <a:gd name="connsiteX400-10229" fmla="*/ 2958970 w 3024845"/>
                <a:gd name="connsiteY400-10230" fmla="*/ 818866 h 1160647"/>
                <a:gd name="connsiteX401-10231" fmla="*/ 3024845 w 3024845"/>
                <a:gd name="connsiteY401-10232" fmla="*/ 818866 h 1160647"/>
                <a:gd name="connsiteX402-10233" fmla="*/ 3024845 w 3024845"/>
                <a:gd name="connsiteY402-10234" fmla="*/ 1160647 h 1160647"/>
                <a:gd name="connsiteX403-10235" fmla="*/ 2054 w 3024845"/>
                <a:gd name="connsiteY403-10236" fmla="*/ 1158314 h 1160647"/>
                <a:gd name="connsiteX404-10237" fmla="*/ 0 w 3024845"/>
                <a:gd name="connsiteY404-10238" fmla="*/ 724196 h 1160647"/>
                <a:gd name="connsiteX405-10239" fmla="*/ 20267 w 3024845"/>
                <a:gd name="connsiteY405-10240" fmla="*/ 724196 h 1160647"/>
                <a:gd name="connsiteX406-10241" fmla="*/ 20774 w 3024845"/>
                <a:gd name="connsiteY406-10242" fmla="*/ 723115 h 1160647"/>
                <a:gd name="connsiteX407-10243" fmla="*/ 24320 w 3024845"/>
                <a:gd name="connsiteY407-10244" fmla="*/ 715549 h 1160647"/>
                <a:gd name="connsiteX408-10245" fmla="*/ 26094 w 3024845"/>
                <a:gd name="connsiteY408-10246" fmla="*/ 715819 h 1160647"/>
                <a:gd name="connsiteX409-10247" fmla="*/ 38507 w 3024845"/>
                <a:gd name="connsiteY409-10248" fmla="*/ 717710 h 1160647"/>
                <a:gd name="connsiteX410-10249" fmla="*/ 39014 w 3024845"/>
                <a:gd name="connsiteY410-10250" fmla="*/ 719062 h 1160647"/>
                <a:gd name="connsiteX411-10251" fmla="*/ 42560 w 3024845"/>
                <a:gd name="connsiteY411-10252" fmla="*/ 728519 h 1160647"/>
                <a:gd name="connsiteX412-10253" fmla="*/ 68907 w 3024845"/>
                <a:gd name="connsiteY412-10254" fmla="*/ 730681 h 1160647"/>
                <a:gd name="connsiteX413-10255" fmla="*/ 68907 w 3024845"/>
                <a:gd name="connsiteY413-10256" fmla="*/ 607460 h 1160647"/>
                <a:gd name="connsiteX414-10257" fmla="*/ 70934 w 3024845"/>
                <a:gd name="connsiteY414-10258" fmla="*/ 607460 h 1160647"/>
                <a:gd name="connsiteX415-10259" fmla="*/ 85121 w 3024845"/>
                <a:gd name="connsiteY415-10260" fmla="*/ 607460 h 1160647"/>
                <a:gd name="connsiteX416-10261" fmla="*/ 85121 w 3024845"/>
                <a:gd name="connsiteY416-10262" fmla="*/ 471268 h 1160647"/>
                <a:gd name="connsiteX417-10263" fmla="*/ 86894 w 3024845"/>
                <a:gd name="connsiteY417-10264" fmla="*/ 471268 h 1160647"/>
                <a:gd name="connsiteX418-10265" fmla="*/ 99308 w 3024845"/>
                <a:gd name="connsiteY418-10266" fmla="*/ 471268 h 1160647"/>
                <a:gd name="connsiteX419-10267" fmla="*/ 99308 w 3024845"/>
                <a:gd name="connsiteY419-10268" fmla="*/ 356694 h 1160647"/>
                <a:gd name="connsiteX420-10269" fmla="*/ 103361 w 3024845"/>
                <a:gd name="connsiteY420-10270" fmla="*/ 328590 h 1160647"/>
                <a:gd name="connsiteX421-10271" fmla="*/ 105388 w 3024845"/>
                <a:gd name="connsiteY421-10272" fmla="*/ 328590 h 1160647"/>
                <a:gd name="connsiteX422-10273" fmla="*/ 119575 w 3024845"/>
                <a:gd name="connsiteY422-10274" fmla="*/ 328590 h 1160647"/>
                <a:gd name="connsiteX423-10275" fmla="*/ 156055 w 3024845"/>
                <a:gd name="connsiteY423-10276" fmla="*/ 246443 h 1160647"/>
                <a:gd name="connsiteX424-10277" fmla="*/ 160109 w 3024845"/>
                <a:gd name="connsiteY424-10278" fmla="*/ 0 h 1160647"/>
                <a:gd name="connsiteX0-10279" fmla="*/ 160109 w 3024845"/>
                <a:gd name="connsiteY0-10280" fmla="*/ 0 h 1160647"/>
                <a:gd name="connsiteX1-10281" fmla="*/ 162135 w 3024845"/>
                <a:gd name="connsiteY1-10282" fmla="*/ 246443 h 1160647"/>
                <a:gd name="connsiteX2-10283" fmla="*/ 200642 w 3024845"/>
                <a:gd name="connsiteY2-10284" fmla="*/ 326429 h 1160647"/>
                <a:gd name="connsiteX3-10285" fmla="*/ 202669 w 3024845"/>
                <a:gd name="connsiteY3-10286" fmla="*/ 326429 h 1160647"/>
                <a:gd name="connsiteX4-10287" fmla="*/ 216856 w 3024845"/>
                <a:gd name="connsiteY4-10288" fmla="*/ 326429 h 1160647"/>
                <a:gd name="connsiteX5-10289" fmla="*/ 216856 w 3024845"/>
                <a:gd name="connsiteY5-10290" fmla="*/ 350208 h 1160647"/>
                <a:gd name="connsiteX6-10291" fmla="*/ 217363 w 3024845"/>
                <a:gd name="connsiteY6-10292" fmla="*/ 351019 h 1160647"/>
                <a:gd name="connsiteX7-10293" fmla="*/ 220909 w 3024845"/>
                <a:gd name="connsiteY7-10294" fmla="*/ 356694 h 1160647"/>
                <a:gd name="connsiteX8-10295" fmla="*/ 220909 w 3024845"/>
                <a:gd name="connsiteY8-10296" fmla="*/ 471268 h 1160647"/>
                <a:gd name="connsiteX9-10297" fmla="*/ 223189 w 3024845"/>
                <a:gd name="connsiteY9-10298" fmla="*/ 471268 h 1160647"/>
                <a:gd name="connsiteX10-10299" fmla="*/ 239150 w 3024845"/>
                <a:gd name="connsiteY10-10300" fmla="*/ 471268 h 1160647"/>
                <a:gd name="connsiteX11-10301" fmla="*/ 239150 w 3024845"/>
                <a:gd name="connsiteY11-10302" fmla="*/ 611783 h 1160647"/>
                <a:gd name="connsiteX12-10303" fmla="*/ 240670 w 3024845"/>
                <a:gd name="connsiteY12-10304" fmla="*/ 611513 h 1160647"/>
                <a:gd name="connsiteX13-10305" fmla="*/ 251310 w 3024845"/>
                <a:gd name="connsiteY13-10306" fmla="*/ 609622 h 1160647"/>
                <a:gd name="connsiteX14-10307" fmla="*/ 249283 w 3024845"/>
                <a:gd name="connsiteY14-10308" fmla="*/ 698254 h 1160647"/>
                <a:gd name="connsiteX15-10309" fmla="*/ 250803 w 3024845"/>
                <a:gd name="connsiteY15-10310" fmla="*/ 698525 h 1160647"/>
                <a:gd name="connsiteX16-10311" fmla="*/ 261443 w 3024845"/>
                <a:gd name="connsiteY16-10312" fmla="*/ 700416 h 1160647"/>
                <a:gd name="connsiteX17-10313" fmla="*/ 261696 w 3024845"/>
                <a:gd name="connsiteY17-10314" fmla="*/ 701227 h 1160647"/>
                <a:gd name="connsiteX18-10315" fmla="*/ 263470 w 3024845"/>
                <a:gd name="connsiteY18-10316" fmla="*/ 706902 h 1160647"/>
                <a:gd name="connsiteX19-10317" fmla="*/ 264230 w 3024845"/>
                <a:gd name="connsiteY19-10318" fmla="*/ 704470 h 1160647"/>
                <a:gd name="connsiteX20-10319" fmla="*/ 269550 w 3024845"/>
                <a:gd name="connsiteY20-10320" fmla="*/ 687446 h 1160647"/>
                <a:gd name="connsiteX21-10321" fmla="*/ 271323 w 3024845"/>
                <a:gd name="connsiteY21-10322" fmla="*/ 687446 h 1160647"/>
                <a:gd name="connsiteX22-10323" fmla="*/ 283737 w 3024845"/>
                <a:gd name="connsiteY22-10324" fmla="*/ 687446 h 1160647"/>
                <a:gd name="connsiteX23-10325" fmla="*/ 283737 w 3024845"/>
                <a:gd name="connsiteY23-10326" fmla="*/ 719872 h 1160647"/>
                <a:gd name="connsiteX24-10327" fmla="*/ 284750 w 3024845"/>
                <a:gd name="connsiteY24-10328" fmla="*/ 720413 h 1160647"/>
                <a:gd name="connsiteX25-10329" fmla="*/ 291844 w 3024845"/>
                <a:gd name="connsiteY25-10330" fmla="*/ 724196 h 1160647"/>
                <a:gd name="connsiteX26-10331" fmla="*/ 291844 w 3024845"/>
                <a:gd name="connsiteY26-10332" fmla="*/ 725547 h 1160647"/>
                <a:gd name="connsiteX27-10333" fmla="*/ 291844 w 3024845"/>
                <a:gd name="connsiteY27-10334" fmla="*/ 735005 h 1160647"/>
                <a:gd name="connsiteX28-10335" fmla="*/ 336431 w 3024845"/>
                <a:gd name="connsiteY28-10336" fmla="*/ 735005 h 1160647"/>
                <a:gd name="connsiteX29-10337" fmla="*/ 336431 w 3024845"/>
                <a:gd name="connsiteY29-10338" fmla="*/ 736086 h 1160647"/>
                <a:gd name="connsiteX30-10339" fmla="*/ 336431 w 3024845"/>
                <a:gd name="connsiteY30-10340" fmla="*/ 743652 h 1160647"/>
                <a:gd name="connsiteX31-10341" fmla="*/ 338457 w 3024845"/>
                <a:gd name="connsiteY31-10342" fmla="*/ 743652 h 1160647"/>
                <a:gd name="connsiteX32-10343" fmla="*/ 352644 w 3024845"/>
                <a:gd name="connsiteY32-10344" fmla="*/ 743652 h 1160647"/>
                <a:gd name="connsiteX33-10345" fmla="*/ 352644 w 3024845"/>
                <a:gd name="connsiteY33-10346" fmla="*/ 713387 h 1160647"/>
                <a:gd name="connsiteX34-10347" fmla="*/ 397231 w 3024845"/>
                <a:gd name="connsiteY34-10348" fmla="*/ 713387 h 1160647"/>
                <a:gd name="connsiteX35-10349" fmla="*/ 397231 w 3024845"/>
                <a:gd name="connsiteY35-10350" fmla="*/ 712036 h 1160647"/>
                <a:gd name="connsiteX36-10351" fmla="*/ 397231 w 3024845"/>
                <a:gd name="connsiteY36-10352" fmla="*/ 702578 h 1160647"/>
                <a:gd name="connsiteX37-10353" fmla="*/ 398245 w 3024845"/>
                <a:gd name="connsiteY37-10354" fmla="*/ 702578 h 1160647"/>
                <a:gd name="connsiteX38-10355" fmla="*/ 405338 w 3024845"/>
                <a:gd name="connsiteY38-10356" fmla="*/ 702578 h 1160647"/>
                <a:gd name="connsiteX39-10357" fmla="*/ 405338 w 3024845"/>
                <a:gd name="connsiteY39-10358" fmla="*/ 700687 h 1160647"/>
                <a:gd name="connsiteX40-10359" fmla="*/ 405338 w 3024845"/>
                <a:gd name="connsiteY40-10360" fmla="*/ 687446 h 1160647"/>
                <a:gd name="connsiteX41-10361" fmla="*/ 406098 w 3024845"/>
                <a:gd name="connsiteY41-10362" fmla="*/ 687446 h 1160647"/>
                <a:gd name="connsiteX42-10363" fmla="*/ 411418 w 3024845"/>
                <a:gd name="connsiteY42-10364" fmla="*/ 687446 h 1160647"/>
                <a:gd name="connsiteX43-10365" fmla="*/ 411418 w 3024845"/>
                <a:gd name="connsiteY43-10366" fmla="*/ 686365 h 1160647"/>
                <a:gd name="connsiteX44-10367" fmla="*/ 411418 w 3024845"/>
                <a:gd name="connsiteY44-10368" fmla="*/ 678798 h 1160647"/>
                <a:gd name="connsiteX45-10369" fmla="*/ 413445 w 3024845"/>
                <a:gd name="connsiteY45-10370" fmla="*/ 678798 h 1160647"/>
                <a:gd name="connsiteX46-10371" fmla="*/ 427632 w 3024845"/>
                <a:gd name="connsiteY46-10372" fmla="*/ 678798 h 1160647"/>
                <a:gd name="connsiteX47-10373" fmla="*/ 427632 w 3024845"/>
                <a:gd name="connsiteY47-10374" fmla="*/ 679879 h 1160647"/>
                <a:gd name="connsiteX48-10375" fmla="*/ 427632 w 3024845"/>
                <a:gd name="connsiteY48-10376" fmla="*/ 687446 h 1160647"/>
                <a:gd name="connsiteX49-10377" fmla="*/ 449925 w 3024845"/>
                <a:gd name="connsiteY49-10378" fmla="*/ 687446 h 1160647"/>
                <a:gd name="connsiteX50-10379" fmla="*/ 449925 w 3024845"/>
                <a:gd name="connsiteY50-10380" fmla="*/ 685554 h 1160647"/>
                <a:gd name="connsiteX51-10381" fmla="*/ 449925 w 3024845"/>
                <a:gd name="connsiteY51-10382" fmla="*/ 672313 h 1160647"/>
                <a:gd name="connsiteX52-10383" fmla="*/ 451699 w 3024845"/>
                <a:gd name="connsiteY52-10384" fmla="*/ 672313 h 1160647"/>
                <a:gd name="connsiteX53-10385" fmla="*/ 464112 w 3024845"/>
                <a:gd name="connsiteY53-10386" fmla="*/ 672313 h 1160647"/>
                <a:gd name="connsiteX54-10387" fmla="*/ 464112 w 3024845"/>
                <a:gd name="connsiteY54-10388" fmla="*/ 696093 h 1160647"/>
                <a:gd name="connsiteX55-10389" fmla="*/ 465126 w 3024845"/>
                <a:gd name="connsiteY55-10390" fmla="*/ 696093 h 1160647"/>
                <a:gd name="connsiteX56-10391" fmla="*/ 472219 w 3024845"/>
                <a:gd name="connsiteY56-10392" fmla="*/ 696093 h 1160647"/>
                <a:gd name="connsiteX57-10393" fmla="*/ 472219 w 3024845"/>
                <a:gd name="connsiteY57-10394" fmla="*/ 695012 h 1160647"/>
                <a:gd name="connsiteX58-10395" fmla="*/ 472219 w 3024845"/>
                <a:gd name="connsiteY58-10396" fmla="*/ 687446 h 1160647"/>
                <a:gd name="connsiteX59-10397" fmla="*/ 473992 w 3024845"/>
                <a:gd name="connsiteY59-10398" fmla="*/ 687446 h 1160647"/>
                <a:gd name="connsiteX60-10399" fmla="*/ 486406 w 3024845"/>
                <a:gd name="connsiteY60-10400" fmla="*/ 687446 h 1160647"/>
                <a:gd name="connsiteX61-10401" fmla="*/ 486406 w 3024845"/>
                <a:gd name="connsiteY61-10402" fmla="*/ 713387 h 1160647"/>
                <a:gd name="connsiteX62-10403" fmla="*/ 488433 w 3024845"/>
                <a:gd name="connsiteY62-10404" fmla="*/ 713387 h 1160647"/>
                <a:gd name="connsiteX63-10405" fmla="*/ 502619 w 3024845"/>
                <a:gd name="connsiteY63-10406" fmla="*/ 713387 h 1160647"/>
                <a:gd name="connsiteX64-10407" fmla="*/ 502619 w 3024845"/>
                <a:gd name="connsiteY64-10408" fmla="*/ 715008 h 1160647"/>
                <a:gd name="connsiteX65-10409" fmla="*/ 502619 w 3024845"/>
                <a:gd name="connsiteY65-10410" fmla="*/ 726358 h 1160647"/>
                <a:gd name="connsiteX66-10411" fmla="*/ 503379 w 3024845"/>
                <a:gd name="connsiteY66-10412" fmla="*/ 726358 h 1160647"/>
                <a:gd name="connsiteX67-10413" fmla="*/ 508700 w 3024845"/>
                <a:gd name="connsiteY67-10414" fmla="*/ 726358 h 1160647"/>
                <a:gd name="connsiteX68-10415" fmla="*/ 508700 w 3024845"/>
                <a:gd name="connsiteY68-10416" fmla="*/ 725547 h 1160647"/>
                <a:gd name="connsiteX69-10417" fmla="*/ 508700 w 3024845"/>
                <a:gd name="connsiteY69-10418" fmla="*/ 719872 h 1160647"/>
                <a:gd name="connsiteX70-10419" fmla="*/ 539100 w 3024845"/>
                <a:gd name="connsiteY70-10420" fmla="*/ 719872 h 1160647"/>
                <a:gd name="connsiteX71-10421" fmla="*/ 539100 w 3024845"/>
                <a:gd name="connsiteY71-10422" fmla="*/ 743652 h 1160647"/>
                <a:gd name="connsiteX72-10423" fmla="*/ 540113 w 3024845"/>
                <a:gd name="connsiteY72-10424" fmla="*/ 743652 h 1160647"/>
                <a:gd name="connsiteX73-10425" fmla="*/ 547207 w 3024845"/>
                <a:gd name="connsiteY73-10426" fmla="*/ 743652 h 1160647"/>
                <a:gd name="connsiteX74-10427" fmla="*/ 547207 w 3024845"/>
                <a:gd name="connsiteY74-10428" fmla="*/ 744733 h 1160647"/>
                <a:gd name="connsiteX75-10429" fmla="*/ 547207 w 3024845"/>
                <a:gd name="connsiteY75-10430" fmla="*/ 752299 h 1160647"/>
                <a:gd name="connsiteX76-10431" fmla="*/ 547967 w 3024845"/>
                <a:gd name="connsiteY76-10432" fmla="*/ 752299 h 1160647"/>
                <a:gd name="connsiteX77-10433" fmla="*/ 553287 w 3024845"/>
                <a:gd name="connsiteY77-10434" fmla="*/ 752299 h 1160647"/>
                <a:gd name="connsiteX78-10435" fmla="*/ 553287 w 3024845"/>
                <a:gd name="connsiteY78-10436" fmla="*/ 750137 h 1160647"/>
                <a:gd name="connsiteX79-10437" fmla="*/ 553287 w 3024845"/>
                <a:gd name="connsiteY79-10438" fmla="*/ 735005 h 1160647"/>
                <a:gd name="connsiteX80-10439" fmla="*/ 554300 w 3024845"/>
                <a:gd name="connsiteY80-10440" fmla="*/ 735005 h 1160647"/>
                <a:gd name="connsiteX81-10441" fmla="*/ 561394 w 3024845"/>
                <a:gd name="connsiteY81-10442" fmla="*/ 735005 h 1160647"/>
                <a:gd name="connsiteX82-10443" fmla="*/ 561394 w 3024845"/>
                <a:gd name="connsiteY82-10444" fmla="*/ 736086 h 1160647"/>
                <a:gd name="connsiteX83-10445" fmla="*/ 561394 w 3024845"/>
                <a:gd name="connsiteY83-10446" fmla="*/ 743652 h 1160647"/>
                <a:gd name="connsiteX84-10447" fmla="*/ 566714 w 3024845"/>
                <a:gd name="connsiteY84-10448" fmla="*/ 741659 h 1160647"/>
                <a:gd name="connsiteX85-10449" fmla="*/ 567474 w 3024845"/>
                <a:gd name="connsiteY85-10450" fmla="*/ 740679 h 1160647"/>
                <a:gd name="connsiteX86-10451" fmla="*/ 567474 w 3024845"/>
                <a:gd name="connsiteY86-10452" fmla="*/ 735005 h 1160647"/>
                <a:gd name="connsiteX87-10453" fmla="*/ 605981 w 3024845"/>
                <a:gd name="connsiteY87-10454" fmla="*/ 735005 h 1160647"/>
                <a:gd name="connsiteX88-10455" fmla="*/ 605981 w 3024845"/>
                <a:gd name="connsiteY88-10456" fmla="*/ 758784 h 1160647"/>
                <a:gd name="connsiteX89-10457" fmla="*/ 608007 w 3024845"/>
                <a:gd name="connsiteY89-10458" fmla="*/ 758784 h 1160647"/>
                <a:gd name="connsiteX90-10459" fmla="*/ 622194 w 3024845"/>
                <a:gd name="connsiteY90-10460" fmla="*/ 758784 h 1160647"/>
                <a:gd name="connsiteX91-10461" fmla="*/ 622194 w 3024845"/>
                <a:gd name="connsiteY91-10462" fmla="*/ 759865 h 1160647"/>
                <a:gd name="connsiteX92-10463" fmla="*/ 622194 w 3024845"/>
                <a:gd name="connsiteY92-10464" fmla="*/ 767431 h 1160647"/>
                <a:gd name="connsiteX93-10465" fmla="*/ 623968 w 3024845"/>
                <a:gd name="connsiteY93-10466" fmla="*/ 767431 h 1160647"/>
                <a:gd name="connsiteX94-10467" fmla="*/ 636381 w 3024845"/>
                <a:gd name="connsiteY94-10468" fmla="*/ 767431 h 1160647"/>
                <a:gd name="connsiteX95-10469" fmla="*/ 636381 w 3024845"/>
                <a:gd name="connsiteY95-10470" fmla="*/ 743652 h 1160647"/>
                <a:gd name="connsiteX96-10471" fmla="*/ 637394 w 3024845"/>
                <a:gd name="connsiteY96-10472" fmla="*/ 743652 h 1160647"/>
                <a:gd name="connsiteX97-10473" fmla="*/ 644488 w 3024845"/>
                <a:gd name="connsiteY97-10474" fmla="*/ 743652 h 1160647"/>
                <a:gd name="connsiteX98-10475" fmla="*/ 644488 w 3024845"/>
                <a:gd name="connsiteY98-10476" fmla="*/ 711225 h 1160647"/>
                <a:gd name="connsiteX99-10477" fmla="*/ 645501 w 3024845"/>
                <a:gd name="connsiteY99-10478" fmla="*/ 711225 h 1160647"/>
                <a:gd name="connsiteX100-10479" fmla="*/ 652595 w 3024845"/>
                <a:gd name="connsiteY100-10480" fmla="*/ 711225 h 1160647"/>
                <a:gd name="connsiteX101-10481" fmla="*/ 652595 w 3024845"/>
                <a:gd name="connsiteY101-10482" fmla="*/ 709334 h 1160647"/>
                <a:gd name="connsiteX102-10483" fmla="*/ 652595 w 3024845"/>
                <a:gd name="connsiteY102-10484" fmla="*/ 696093 h 1160647"/>
                <a:gd name="connsiteX103-10485" fmla="*/ 651328 w 3024845"/>
                <a:gd name="connsiteY103-10486" fmla="*/ 694471 h 1160647"/>
                <a:gd name="connsiteX104-10487" fmla="*/ 656648 w 3024845"/>
                <a:gd name="connsiteY104-10488" fmla="*/ 683122 h 1160647"/>
                <a:gd name="connsiteX105-10489" fmla="*/ 664755 w 3024845"/>
                <a:gd name="connsiteY105-10490" fmla="*/ 711225 h 1160647"/>
                <a:gd name="connsiteX106-10491" fmla="*/ 665515 w 3024845"/>
                <a:gd name="connsiteY106-10492" fmla="*/ 711225 h 1160647"/>
                <a:gd name="connsiteX107-10493" fmla="*/ 670835 w 3024845"/>
                <a:gd name="connsiteY107-10494" fmla="*/ 711225 h 1160647"/>
                <a:gd name="connsiteX108-10495" fmla="*/ 670835 w 3024845"/>
                <a:gd name="connsiteY108-10496" fmla="*/ 605298 h 1160647"/>
                <a:gd name="connsiteX109-10497" fmla="*/ 672355 w 3024845"/>
                <a:gd name="connsiteY109-10498" fmla="*/ 605298 h 1160647"/>
                <a:gd name="connsiteX110-10499" fmla="*/ 682995 w 3024845"/>
                <a:gd name="connsiteY110-10500" fmla="*/ 605298 h 1160647"/>
                <a:gd name="connsiteX111-10501" fmla="*/ 682995 w 3024845"/>
                <a:gd name="connsiteY111-10502" fmla="*/ 557739 h 1160647"/>
                <a:gd name="connsiteX112-10503" fmla="*/ 709342 w 3024845"/>
                <a:gd name="connsiteY112-10504" fmla="*/ 557739 h 1160647"/>
                <a:gd name="connsiteX113-10505" fmla="*/ 709342 w 3024845"/>
                <a:gd name="connsiteY113-10506" fmla="*/ 536121 h 1160647"/>
                <a:gd name="connsiteX114-10507" fmla="*/ 743796 w 3024845"/>
                <a:gd name="connsiteY114-10508" fmla="*/ 536121 h 1160647"/>
                <a:gd name="connsiteX115-10509" fmla="*/ 743796 w 3024845"/>
                <a:gd name="connsiteY115-10510" fmla="*/ 538553 h 1160647"/>
                <a:gd name="connsiteX116-10511" fmla="*/ 743796 w 3024845"/>
                <a:gd name="connsiteY116-10512" fmla="*/ 555577 h 1160647"/>
                <a:gd name="connsiteX117-10513" fmla="*/ 746076 w 3024845"/>
                <a:gd name="connsiteY117-10514" fmla="*/ 555577 h 1160647"/>
                <a:gd name="connsiteX118-10515" fmla="*/ 762036 w 3024845"/>
                <a:gd name="connsiteY118-10516" fmla="*/ 555577 h 1160647"/>
                <a:gd name="connsiteX119-10517" fmla="*/ 762036 w 3024845"/>
                <a:gd name="connsiteY119-10518" fmla="*/ 603136 h 1160647"/>
                <a:gd name="connsiteX120-10519" fmla="*/ 763049 w 3024845"/>
                <a:gd name="connsiteY120-10520" fmla="*/ 603136 h 1160647"/>
                <a:gd name="connsiteX121-10521" fmla="*/ 770143 w 3024845"/>
                <a:gd name="connsiteY121-10522" fmla="*/ 603136 h 1160647"/>
                <a:gd name="connsiteX122-10523" fmla="*/ 784330 w 3024845"/>
                <a:gd name="connsiteY122-10524" fmla="*/ 607460 h 1160647"/>
                <a:gd name="connsiteX123-10525" fmla="*/ 784330 w 3024845"/>
                <a:gd name="connsiteY123-10526" fmla="*/ 646372 h 1160647"/>
                <a:gd name="connsiteX124-10527" fmla="*/ 785343 w 3024845"/>
                <a:gd name="connsiteY124-10528" fmla="*/ 646372 h 1160647"/>
                <a:gd name="connsiteX125-10529" fmla="*/ 792436 w 3024845"/>
                <a:gd name="connsiteY125-10530" fmla="*/ 646372 h 1160647"/>
                <a:gd name="connsiteX126-10531" fmla="*/ 792436 w 3024845"/>
                <a:gd name="connsiteY126-10532" fmla="*/ 647993 h 1160647"/>
                <a:gd name="connsiteX127-10533" fmla="*/ 792436 w 3024845"/>
                <a:gd name="connsiteY127-10534" fmla="*/ 659342 h 1160647"/>
                <a:gd name="connsiteX128-10535" fmla="*/ 794463 w 3024845"/>
                <a:gd name="connsiteY128-10536" fmla="*/ 659342 h 1160647"/>
                <a:gd name="connsiteX129-10537" fmla="*/ 808650 w 3024845"/>
                <a:gd name="connsiteY129-10538" fmla="*/ 659342 h 1160647"/>
                <a:gd name="connsiteX130-10539" fmla="*/ 814730 w 3024845"/>
                <a:gd name="connsiteY130-10540" fmla="*/ 665828 h 1160647"/>
                <a:gd name="connsiteX131-10541" fmla="*/ 814730 w 3024845"/>
                <a:gd name="connsiteY131-10542" fmla="*/ 687446 h 1160647"/>
                <a:gd name="connsiteX132-10543" fmla="*/ 817010 w 3024845"/>
                <a:gd name="connsiteY132-10544" fmla="*/ 687446 h 1160647"/>
                <a:gd name="connsiteX133-10545" fmla="*/ 832970 w 3024845"/>
                <a:gd name="connsiteY133-10546" fmla="*/ 687446 h 1160647"/>
                <a:gd name="connsiteX134-10547" fmla="*/ 832970 w 3024845"/>
                <a:gd name="connsiteY134-10548" fmla="*/ 688526 h 1160647"/>
                <a:gd name="connsiteX135-10549" fmla="*/ 832970 w 3024845"/>
                <a:gd name="connsiteY135-10550" fmla="*/ 696093 h 1160647"/>
                <a:gd name="connsiteX136-10551" fmla="*/ 834237 w 3024845"/>
                <a:gd name="connsiteY136-10552" fmla="*/ 696093 h 1160647"/>
                <a:gd name="connsiteX137-10553" fmla="*/ 843104 w 3024845"/>
                <a:gd name="connsiteY137-10554" fmla="*/ 696093 h 1160647"/>
                <a:gd name="connsiteX138-10555" fmla="*/ 843104 w 3024845"/>
                <a:gd name="connsiteY138-10556" fmla="*/ 698254 h 1160647"/>
                <a:gd name="connsiteX139-10557" fmla="*/ 843104 w 3024845"/>
                <a:gd name="connsiteY139-10558" fmla="*/ 713387 h 1160647"/>
                <a:gd name="connsiteX140-10559" fmla="*/ 847157 w 3024845"/>
                <a:gd name="connsiteY140-10560" fmla="*/ 711495 h 1160647"/>
                <a:gd name="connsiteX141-10561" fmla="*/ 847157 w 3024845"/>
                <a:gd name="connsiteY141-10562" fmla="*/ 698254 h 1160647"/>
                <a:gd name="connsiteX142-10563" fmla="*/ 848170 w 3024845"/>
                <a:gd name="connsiteY142-10564" fmla="*/ 698254 h 1160647"/>
                <a:gd name="connsiteX143-10565" fmla="*/ 855264 w 3024845"/>
                <a:gd name="connsiteY143-10566" fmla="*/ 698254 h 1160647"/>
                <a:gd name="connsiteX144-10567" fmla="*/ 855264 w 3024845"/>
                <a:gd name="connsiteY144-10568" fmla="*/ 699876 h 1160647"/>
                <a:gd name="connsiteX145-10569" fmla="*/ 855264 w 3024845"/>
                <a:gd name="connsiteY145-10570" fmla="*/ 711225 h 1160647"/>
                <a:gd name="connsiteX146-10571" fmla="*/ 856024 w 3024845"/>
                <a:gd name="connsiteY146-10572" fmla="*/ 711225 h 1160647"/>
                <a:gd name="connsiteX147-10573" fmla="*/ 861344 w 3024845"/>
                <a:gd name="connsiteY147-10574" fmla="*/ 711225 h 1160647"/>
                <a:gd name="connsiteX148-10575" fmla="*/ 909984 w 3024845"/>
                <a:gd name="connsiteY148-10576" fmla="*/ 706902 h 1160647"/>
                <a:gd name="connsiteX149-10577" fmla="*/ 909984 w 3024845"/>
                <a:gd name="connsiteY149-10578" fmla="*/ 708253 h 1160647"/>
                <a:gd name="connsiteX150-10579" fmla="*/ 909984 w 3024845"/>
                <a:gd name="connsiteY150-10580" fmla="*/ 717710 h 1160647"/>
                <a:gd name="connsiteX151-10581" fmla="*/ 910744 w 3024845"/>
                <a:gd name="connsiteY151-10582" fmla="*/ 717710 h 1160647"/>
                <a:gd name="connsiteX152-10583" fmla="*/ 916065 w 3024845"/>
                <a:gd name="connsiteY152-10584" fmla="*/ 717710 h 1160647"/>
                <a:gd name="connsiteX153-10585" fmla="*/ 916065 w 3024845"/>
                <a:gd name="connsiteY153-10586" fmla="*/ 719872 h 1160647"/>
                <a:gd name="connsiteX154-10587" fmla="*/ 916065 w 3024845"/>
                <a:gd name="connsiteY154-10588" fmla="*/ 735005 h 1160647"/>
                <a:gd name="connsiteX155-10589" fmla="*/ 918091 w 3024845"/>
                <a:gd name="connsiteY155-10590" fmla="*/ 733654 h 1160647"/>
                <a:gd name="connsiteX156-10591" fmla="*/ 932278 w 3024845"/>
                <a:gd name="connsiteY156-10592" fmla="*/ 724196 h 1160647"/>
                <a:gd name="connsiteX157-10593" fmla="*/ 938358 w 3024845"/>
                <a:gd name="connsiteY157-10594" fmla="*/ 683122 h 1160647"/>
                <a:gd name="connsiteX158-10595" fmla="*/ 939118 w 3024845"/>
                <a:gd name="connsiteY158-10596" fmla="*/ 682852 h 1160647"/>
                <a:gd name="connsiteX159-10597" fmla="*/ 944438 w 3024845"/>
                <a:gd name="connsiteY159-10598" fmla="*/ 680960 h 1160647"/>
                <a:gd name="connsiteX160-10599" fmla="*/ 946465 w 3024845"/>
                <a:gd name="connsiteY160-10600" fmla="*/ 611783 h 1160647"/>
                <a:gd name="connsiteX161-10601" fmla="*/ 948492 w 3024845"/>
                <a:gd name="connsiteY161-10602" fmla="*/ 680960 h 1160647"/>
                <a:gd name="connsiteX162-10603" fmla="*/ 949252 w 3024845"/>
                <a:gd name="connsiteY162-10604" fmla="*/ 681230 h 1160647"/>
                <a:gd name="connsiteX163-10605" fmla="*/ 954572 w 3024845"/>
                <a:gd name="connsiteY163-10606" fmla="*/ 683122 h 1160647"/>
                <a:gd name="connsiteX164-10607" fmla="*/ 954572 w 3024845"/>
                <a:gd name="connsiteY164-10608" fmla="*/ 596651 h 1160647"/>
                <a:gd name="connsiteX165-10609" fmla="*/ 958625 w 3024845"/>
                <a:gd name="connsiteY165-10610" fmla="*/ 564224 h 1160647"/>
                <a:gd name="connsiteX166-10611" fmla="*/ 997132 w 3024845"/>
                <a:gd name="connsiteY166-10612" fmla="*/ 564224 h 1160647"/>
                <a:gd name="connsiteX167-10613" fmla="*/ 997132 w 3024845"/>
                <a:gd name="connsiteY167-10614" fmla="*/ 596651 h 1160647"/>
                <a:gd name="connsiteX168-10615" fmla="*/ 997892 w 3024845"/>
                <a:gd name="connsiteY168-10616" fmla="*/ 596651 h 1160647"/>
                <a:gd name="connsiteX169-10617" fmla="*/ 1003212 w 3024845"/>
                <a:gd name="connsiteY169-10618" fmla="*/ 596651 h 1160647"/>
                <a:gd name="connsiteX170-10619" fmla="*/ 1003212 w 3024845"/>
                <a:gd name="connsiteY170-10620" fmla="*/ 514503 h 1160647"/>
                <a:gd name="connsiteX171-10621" fmla="*/ 1004986 w 3024845"/>
                <a:gd name="connsiteY171-10622" fmla="*/ 514503 h 1160647"/>
                <a:gd name="connsiteX172-10623" fmla="*/ 1017399 w 3024845"/>
                <a:gd name="connsiteY172-10624" fmla="*/ 514503 h 1160647"/>
                <a:gd name="connsiteX173-10625" fmla="*/ 1017399 w 3024845"/>
                <a:gd name="connsiteY173-10626" fmla="*/ 512612 h 1160647"/>
                <a:gd name="connsiteX174-10627" fmla="*/ 1017399 w 3024845"/>
                <a:gd name="connsiteY174-10628" fmla="*/ 499371 h 1160647"/>
                <a:gd name="connsiteX175-10629" fmla="*/ 1039693 w 3024845"/>
                <a:gd name="connsiteY175-10630" fmla="*/ 499371 h 1160647"/>
                <a:gd name="connsiteX176-10631" fmla="*/ 1039693 w 3024845"/>
                <a:gd name="connsiteY176-10632" fmla="*/ 498290 h 1160647"/>
                <a:gd name="connsiteX177-10633" fmla="*/ 1039693 w 3024845"/>
                <a:gd name="connsiteY177-10634" fmla="*/ 490724 h 1160647"/>
                <a:gd name="connsiteX178-10635" fmla="*/ 1041466 w 3024845"/>
                <a:gd name="connsiteY178-10636" fmla="*/ 490724 h 1160647"/>
                <a:gd name="connsiteX179-10637" fmla="*/ 1053880 w 3024845"/>
                <a:gd name="connsiteY179-10638" fmla="*/ 490724 h 1160647"/>
                <a:gd name="connsiteX180-10639" fmla="*/ 1053880 w 3024845"/>
                <a:gd name="connsiteY180-10640" fmla="*/ 491805 h 1160647"/>
                <a:gd name="connsiteX181-10641" fmla="*/ 1053880 w 3024845"/>
                <a:gd name="connsiteY181-10642" fmla="*/ 499371 h 1160647"/>
                <a:gd name="connsiteX182-10643" fmla="*/ 1054640 w 3024845"/>
                <a:gd name="connsiteY182-10644" fmla="*/ 499371 h 1160647"/>
                <a:gd name="connsiteX183-10645" fmla="*/ 1059960 w 3024845"/>
                <a:gd name="connsiteY183-10646" fmla="*/ 499371 h 1160647"/>
                <a:gd name="connsiteX184-10647" fmla="*/ 1070093 w 3024845"/>
                <a:gd name="connsiteY184-10648" fmla="*/ 495047 h 1160647"/>
                <a:gd name="connsiteX185-10649" fmla="*/ 1074146 w 3024845"/>
                <a:gd name="connsiteY185-10650" fmla="*/ 498290 h 1160647"/>
                <a:gd name="connsiteX186-10651" fmla="*/ 1074146 w 3024845"/>
                <a:gd name="connsiteY186-10652" fmla="*/ 490724 h 1160647"/>
                <a:gd name="connsiteX187-10653" fmla="*/ 1076426 w 3024845"/>
                <a:gd name="connsiteY187-10654" fmla="*/ 490724 h 1160647"/>
                <a:gd name="connsiteX188-10655" fmla="*/ 1092387 w 3024845"/>
                <a:gd name="connsiteY188-10656" fmla="*/ 490724 h 1160647"/>
                <a:gd name="connsiteX189-10657" fmla="*/ 1092387 w 3024845"/>
                <a:gd name="connsiteY189-10658" fmla="*/ 491805 h 1160647"/>
                <a:gd name="connsiteX190-10659" fmla="*/ 1092387 w 3024845"/>
                <a:gd name="connsiteY190-10660" fmla="*/ 499371 h 1160647"/>
                <a:gd name="connsiteX191-10661" fmla="*/ 1122787 w 3024845"/>
                <a:gd name="connsiteY191-10662" fmla="*/ 499371 h 1160647"/>
                <a:gd name="connsiteX192-10663" fmla="*/ 1122787 w 3024845"/>
                <a:gd name="connsiteY192-10664" fmla="*/ 500992 h 1160647"/>
                <a:gd name="connsiteX193-10665" fmla="*/ 1122787 w 3024845"/>
                <a:gd name="connsiteY193-10666" fmla="*/ 512342 h 1160647"/>
                <a:gd name="connsiteX194-10667" fmla="*/ 1149134 w 3024845"/>
                <a:gd name="connsiteY194-10668" fmla="*/ 512342 h 1160647"/>
                <a:gd name="connsiteX195-10669" fmla="*/ 1149134 w 3024845"/>
                <a:gd name="connsiteY195-10670" fmla="*/ 542606 h 1160647"/>
                <a:gd name="connsiteX196-10671" fmla="*/ 1149894 w 3024845"/>
                <a:gd name="connsiteY196-10672" fmla="*/ 542606 h 1160647"/>
                <a:gd name="connsiteX197-10673" fmla="*/ 1155214 w 3024845"/>
                <a:gd name="connsiteY197-10674" fmla="*/ 542606 h 1160647"/>
                <a:gd name="connsiteX198-10675" fmla="*/ 1155214 w 3024845"/>
                <a:gd name="connsiteY198-10676" fmla="*/ 543687 h 1160647"/>
                <a:gd name="connsiteX199-10677" fmla="*/ 1155214 w 3024845"/>
                <a:gd name="connsiteY199-10678" fmla="*/ 551254 h 1160647"/>
                <a:gd name="connsiteX200-10679" fmla="*/ 1159268 w 3024845"/>
                <a:gd name="connsiteY200-10680" fmla="*/ 581518 h 1160647"/>
                <a:gd name="connsiteX201-10681" fmla="*/ 1160028 w 3024845"/>
                <a:gd name="connsiteY201-10682" fmla="*/ 581518 h 1160647"/>
                <a:gd name="connsiteX202-10683" fmla="*/ 1165348 w 3024845"/>
                <a:gd name="connsiteY202-10684" fmla="*/ 581518 h 1160647"/>
                <a:gd name="connsiteX203-10685" fmla="*/ 1165348 w 3024845"/>
                <a:gd name="connsiteY203-10686" fmla="*/ 582329 h 1160647"/>
                <a:gd name="connsiteX204-10687" fmla="*/ 1165348 w 3024845"/>
                <a:gd name="connsiteY204-10688" fmla="*/ 588004 h 1160647"/>
                <a:gd name="connsiteX205-10689" fmla="*/ 1166361 w 3024845"/>
                <a:gd name="connsiteY205-10690" fmla="*/ 588004 h 1160647"/>
                <a:gd name="connsiteX206-10691" fmla="*/ 1173454 w 3024845"/>
                <a:gd name="connsiteY206-10692" fmla="*/ 588004 h 1160647"/>
                <a:gd name="connsiteX207-10693" fmla="*/ 1173454 w 3024845"/>
                <a:gd name="connsiteY207-10694" fmla="*/ 618269 h 1160647"/>
                <a:gd name="connsiteX208-10695" fmla="*/ 1175481 w 3024845"/>
                <a:gd name="connsiteY208-10696" fmla="*/ 618269 h 1160647"/>
                <a:gd name="connsiteX209-10697" fmla="*/ 1189668 w 3024845"/>
                <a:gd name="connsiteY209-10698" fmla="*/ 618269 h 1160647"/>
                <a:gd name="connsiteX210-10699" fmla="*/ 1189668 w 3024845"/>
                <a:gd name="connsiteY210-10700" fmla="*/ 642048 h 1160647"/>
                <a:gd name="connsiteX211-10701" fmla="*/ 1191695 w 3024845"/>
                <a:gd name="connsiteY211-10702" fmla="*/ 643669 h 1160647"/>
                <a:gd name="connsiteX212-10703" fmla="*/ 1191695 w 3024845"/>
                <a:gd name="connsiteY212-10704" fmla="*/ 655019 h 1160647"/>
                <a:gd name="connsiteX213-10705" fmla="*/ 1192455 w 3024845"/>
                <a:gd name="connsiteY213-10706" fmla="*/ 655019 h 1160647"/>
                <a:gd name="connsiteX214-10707" fmla="*/ 1197775 w 3024845"/>
                <a:gd name="connsiteY214-10708" fmla="*/ 655019 h 1160647"/>
                <a:gd name="connsiteX215-10709" fmla="*/ 1197775 w 3024845"/>
                <a:gd name="connsiteY215-10710" fmla="*/ 678798 h 1160647"/>
                <a:gd name="connsiteX216-10711" fmla="*/ 1199041 w 3024845"/>
                <a:gd name="connsiteY216-10712" fmla="*/ 678798 h 1160647"/>
                <a:gd name="connsiteX217-10713" fmla="*/ 1207908 w 3024845"/>
                <a:gd name="connsiteY217-10714" fmla="*/ 678798 h 1160647"/>
                <a:gd name="connsiteX218-10715" fmla="*/ 1209935 w 3024845"/>
                <a:gd name="connsiteY218-10716" fmla="*/ 682852 h 1160647"/>
                <a:gd name="connsiteX219-10717" fmla="*/ 1209935 w 3024845"/>
                <a:gd name="connsiteY219-10718" fmla="*/ 696093 h 1160647"/>
                <a:gd name="connsiteX220-10719" fmla="*/ 1211455 w 3024845"/>
                <a:gd name="connsiteY220-10720" fmla="*/ 694201 h 1160647"/>
                <a:gd name="connsiteX221-10721" fmla="*/ 1222095 w 3024845"/>
                <a:gd name="connsiteY221-10722" fmla="*/ 680960 h 1160647"/>
                <a:gd name="connsiteX222-10723" fmla="*/ 1250469 w 3024845"/>
                <a:gd name="connsiteY222-10724" fmla="*/ 680960 h 1160647"/>
                <a:gd name="connsiteX223-10725" fmla="*/ 1250469 w 3024845"/>
                <a:gd name="connsiteY223-10726" fmla="*/ 767431 h 1160647"/>
                <a:gd name="connsiteX224-10727" fmla="*/ 1251229 w 3024845"/>
                <a:gd name="connsiteY224-10728" fmla="*/ 767431 h 1160647"/>
                <a:gd name="connsiteX225-10729" fmla="*/ 1256549 w 3024845"/>
                <a:gd name="connsiteY225-10730" fmla="*/ 767431 h 1160647"/>
                <a:gd name="connsiteX226-10731" fmla="*/ 1257309 w 3024845"/>
                <a:gd name="connsiteY226-10732" fmla="*/ 766080 h 1160647"/>
                <a:gd name="connsiteX227-10733" fmla="*/ 1262629 w 3024845"/>
                <a:gd name="connsiteY227-10734" fmla="*/ 756622 h 1160647"/>
                <a:gd name="connsiteX228-10735" fmla="*/ 1262629 w 3024845"/>
                <a:gd name="connsiteY228-10736" fmla="*/ 758514 h 1160647"/>
                <a:gd name="connsiteX229-10737" fmla="*/ 1262629 w 3024845"/>
                <a:gd name="connsiteY229-10738" fmla="*/ 771755 h 1160647"/>
                <a:gd name="connsiteX230-10739" fmla="*/ 1266682 w 3024845"/>
                <a:gd name="connsiteY230-10740" fmla="*/ 726358 h 1160647"/>
                <a:gd name="connsiteX231-10741" fmla="*/ 1267442 w 3024845"/>
                <a:gd name="connsiteY231-10742" fmla="*/ 726358 h 1160647"/>
                <a:gd name="connsiteX232-10743" fmla="*/ 1272762 w 3024845"/>
                <a:gd name="connsiteY232-10744" fmla="*/ 726358 h 1160647"/>
                <a:gd name="connsiteX233-10745" fmla="*/ 1272762 w 3024845"/>
                <a:gd name="connsiteY233-10746" fmla="*/ 661504 h 1160647"/>
                <a:gd name="connsiteX234-10747" fmla="*/ 1273776 w 3024845"/>
                <a:gd name="connsiteY234-10748" fmla="*/ 661504 h 1160647"/>
                <a:gd name="connsiteX235-10749" fmla="*/ 1280869 w 3024845"/>
                <a:gd name="connsiteY235-10750" fmla="*/ 661504 h 1160647"/>
                <a:gd name="connsiteX236-10751" fmla="*/ 1293029 w 3024845"/>
                <a:gd name="connsiteY236-10752" fmla="*/ 618269 h 1160647"/>
                <a:gd name="connsiteX237-10753" fmla="*/ 1294296 w 3024845"/>
                <a:gd name="connsiteY237-10754" fmla="*/ 618269 h 1160647"/>
                <a:gd name="connsiteX238-10755" fmla="*/ 1303163 w 3024845"/>
                <a:gd name="connsiteY238-10756" fmla="*/ 618269 h 1160647"/>
                <a:gd name="connsiteX239-10757" fmla="*/ 1313296 w 3024845"/>
                <a:gd name="connsiteY239-10758" fmla="*/ 661504 h 1160647"/>
                <a:gd name="connsiteX240-10759" fmla="*/ 1314309 w 3024845"/>
                <a:gd name="connsiteY240-10760" fmla="*/ 661504 h 1160647"/>
                <a:gd name="connsiteX241-10761" fmla="*/ 1321403 w 3024845"/>
                <a:gd name="connsiteY241-10762" fmla="*/ 661504 h 1160647"/>
                <a:gd name="connsiteX242-10763" fmla="*/ 1321403 w 3024845"/>
                <a:gd name="connsiteY242-10764" fmla="*/ 700416 h 1160647"/>
                <a:gd name="connsiteX243-10765" fmla="*/ 1323176 w 3024845"/>
                <a:gd name="connsiteY243-10766" fmla="*/ 700416 h 1160647"/>
                <a:gd name="connsiteX244-10767" fmla="*/ 1335590 w 3024845"/>
                <a:gd name="connsiteY244-10768" fmla="*/ 700416 h 1160647"/>
                <a:gd name="connsiteX245-10769" fmla="*/ 1335590 w 3024845"/>
                <a:gd name="connsiteY245-10770" fmla="*/ 702578 h 1160647"/>
                <a:gd name="connsiteX246-10771" fmla="*/ 1335590 w 3024845"/>
                <a:gd name="connsiteY246-10772" fmla="*/ 717710 h 1160647"/>
                <a:gd name="connsiteX247-10773" fmla="*/ 1339643 w 3024845"/>
                <a:gd name="connsiteY247-10774" fmla="*/ 715549 h 1160647"/>
                <a:gd name="connsiteX248-10775" fmla="*/ 1339643 w 3024845"/>
                <a:gd name="connsiteY248-10776" fmla="*/ 700416 h 1160647"/>
                <a:gd name="connsiteX249-10777" fmla="*/ 1341163 w 3024845"/>
                <a:gd name="connsiteY249-10778" fmla="*/ 700416 h 1160647"/>
                <a:gd name="connsiteX250-10779" fmla="*/ 1351803 w 3024845"/>
                <a:gd name="connsiteY250-10780" fmla="*/ 700416 h 1160647"/>
                <a:gd name="connsiteX251-10781" fmla="*/ 1351803 w 3024845"/>
                <a:gd name="connsiteY251-10782" fmla="*/ 702037 h 1160647"/>
                <a:gd name="connsiteX252-10783" fmla="*/ 1351803 w 3024845"/>
                <a:gd name="connsiteY252-10784" fmla="*/ 713387 h 1160647"/>
                <a:gd name="connsiteX253-10785" fmla="*/ 1382204 w 3024845"/>
                <a:gd name="connsiteY253-10786" fmla="*/ 713387 h 1160647"/>
                <a:gd name="connsiteX254-10787" fmla="*/ 1382204 w 3024845"/>
                <a:gd name="connsiteY254-10788" fmla="*/ 676637 h 1160647"/>
                <a:gd name="connsiteX255-10789" fmla="*/ 1383470 w 3024845"/>
                <a:gd name="connsiteY255-10790" fmla="*/ 676637 h 1160647"/>
                <a:gd name="connsiteX256-10791" fmla="*/ 1392337 w 3024845"/>
                <a:gd name="connsiteY256-10792" fmla="*/ 676637 h 1160647"/>
                <a:gd name="connsiteX257-10793" fmla="*/ 1392337 w 3024845"/>
                <a:gd name="connsiteY257-10794" fmla="*/ 698254 h 1160647"/>
                <a:gd name="connsiteX258-10795" fmla="*/ 1394364 w 3024845"/>
                <a:gd name="connsiteY258-10796" fmla="*/ 665828 h 1160647"/>
                <a:gd name="connsiteX259-10797" fmla="*/ 1416657 w 3024845"/>
                <a:gd name="connsiteY259-10798" fmla="*/ 665828 h 1160647"/>
                <a:gd name="connsiteX260-10799" fmla="*/ 1416657 w 3024845"/>
                <a:gd name="connsiteY260-10800" fmla="*/ 664206 h 1160647"/>
                <a:gd name="connsiteX261-10801" fmla="*/ 1416657 w 3024845"/>
                <a:gd name="connsiteY261-10802" fmla="*/ 652857 h 1160647"/>
                <a:gd name="connsiteX262-10803" fmla="*/ 1417417 w 3024845"/>
                <a:gd name="connsiteY262-10804" fmla="*/ 652857 h 1160647"/>
                <a:gd name="connsiteX263-10805" fmla="*/ 1422737 w 3024845"/>
                <a:gd name="connsiteY263-10806" fmla="*/ 652857 h 1160647"/>
                <a:gd name="connsiteX264-10807" fmla="*/ 1422737 w 3024845"/>
                <a:gd name="connsiteY264-10808" fmla="*/ 650966 h 1160647"/>
                <a:gd name="connsiteX265-10809" fmla="*/ 1422737 w 3024845"/>
                <a:gd name="connsiteY265-10810" fmla="*/ 637725 h 1160647"/>
                <a:gd name="connsiteX266-10811" fmla="*/ 1426791 w 3024845"/>
                <a:gd name="connsiteY266-10812" fmla="*/ 644210 h 1160647"/>
                <a:gd name="connsiteX267-10813" fmla="*/ 1429071 w 3024845"/>
                <a:gd name="connsiteY267-10814" fmla="*/ 644210 h 1160647"/>
                <a:gd name="connsiteX268-10815" fmla="*/ 1445031 w 3024845"/>
                <a:gd name="connsiteY268-10816" fmla="*/ 644210 h 1160647"/>
                <a:gd name="connsiteX269-10817" fmla="*/ 1445031 w 3024845"/>
                <a:gd name="connsiteY269-10818" fmla="*/ 643399 h 1160647"/>
                <a:gd name="connsiteX270-10819" fmla="*/ 1445031 w 3024845"/>
                <a:gd name="connsiteY270-10820" fmla="*/ 637725 h 1160647"/>
                <a:gd name="connsiteX271-10821" fmla="*/ 1445791 w 3024845"/>
                <a:gd name="connsiteY271-10822" fmla="*/ 637725 h 1160647"/>
                <a:gd name="connsiteX272-10823" fmla="*/ 1451111 w 3024845"/>
                <a:gd name="connsiteY272-10824" fmla="*/ 637725 h 1160647"/>
                <a:gd name="connsiteX273-10825" fmla="*/ 1451111 w 3024845"/>
                <a:gd name="connsiteY273-10826" fmla="*/ 639076 h 1160647"/>
                <a:gd name="connsiteX274-10827" fmla="*/ 1451111 w 3024845"/>
                <a:gd name="connsiteY274-10828" fmla="*/ 648534 h 1160647"/>
                <a:gd name="connsiteX275-10829" fmla="*/ 1489618 w 3024845"/>
                <a:gd name="connsiteY275-10830" fmla="*/ 648534 h 1160647"/>
                <a:gd name="connsiteX276-10831" fmla="*/ 1489618 w 3024845"/>
                <a:gd name="connsiteY276-10832" fmla="*/ 786887 h 1160647"/>
                <a:gd name="connsiteX277-10833" fmla="*/ 1491138 w 3024845"/>
                <a:gd name="connsiteY277-10834" fmla="*/ 786887 h 1160647"/>
                <a:gd name="connsiteX278-10835" fmla="*/ 1501778 w 3024845"/>
                <a:gd name="connsiteY278-10836" fmla="*/ 786887 h 1160647"/>
                <a:gd name="connsiteX279-10837" fmla="*/ 1501778 w 3024845"/>
                <a:gd name="connsiteY279-10838" fmla="*/ 773917 h 1160647"/>
                <a:gd name="connsiteX280-10839" fmla="*/ 1505832 w 3024845"/>
                <a:gd name="connsiteY280-10840" fmla="*/ 773917 h 1160647"/>
                <a:gd name="connsiteX281-10841" fmla="*/ 1505832 w 3024845"/>
                <a:gd name="connsiteY281-10842" fmla="*/ 786887 h 1160647"/>
                <a:gd name="connsiteX282-10843" fmla="*/ 1536232 w 3024845"/>
                <a:gd name="connsiteY282-10844" fmla="*/ 786887 h 1160647"/>
                <a:gd name="connsiteX283-10845" fmla="*/ 1536232 w 3024845"/>
                <a:gd name="connsiteY283-10846" fmla="*/ 756622 h 1160647"/>
                <a:gd name="connsiteX284-10847" fmla="*/ 1548392 w 3024845"/>
                <a:gd name="connsiteY284-10848" fmla="*/ 756622 h 1160647"/>
                <a:gd name="connsiteX285-10849" fmla="*/ 1560552 w 3024845"/>
                <a:gd name="connsiteY285-10850" fmla="*/ 754461 h 1160647"/>
                <a:gd name="connsiteX286-10851" fmla="*/ 1564606 w 3024845"/>
                <a:gd name="connsiteY286-10852" fmla="*/ 756622 h 1160647"/>
                <a:gd name="connsiteX287-10853" fmla="*/ 1574739 w 3024845"/>
                <a:gd name="connsiteY287-10854" fmla="*/ 756622 h 1160647"/>
                <a:gd name="connsiteX288-10855" fmla="*/ 1574739 w 3024845"/>
                <a:gd name="connsiteY288-10856" fmla="*/ 786887 h 1160647"/>
                <a:gd name="connsiteX289-10857" fmla="*/ 1582846 w 3024845"/>
                <a:gd name="connsiteY289-10858" fmla="*/ 786887 h 1160647"/>
                <a:gd name="connsiteX290-10859" fmla="*/ 1582846 w 3024845"/>
                <a:gd name="connsiteY290-10860" fmla="*/ 804182 h 1160647"/>
                <a:gd name="connsiteX291-10861" fmla="*/ 1592182 w 3024845"/>
                <a:gd name="connsiteY291-10862" fmla="*/ 805087 h 1160647"/>
                <a:gd name="connsiteX292-10863" fmla="*/ 1605140 w 3024845"/>
                <a:gd name="connsiteY292-10864" fmla="*/ 805087 h 1160647"/>
                <a:gd name="connsiteX293-10865" fmla="*/ 1605140 w 3024845"/>
                <a:gd name="connsiteY293-10866" fmla="*/ 789049 h 1160647"/>
                <a:gd name="connsiteX294-10867" fmla="*/ 1673096 w 3024845"/>
                <a:gd name="connsiteY294-10868" fmla="*/ 789049 h 1160647"/>
                <a:gd name="connsiteX295-10869" fmla="*/ 1673096 w 3024845"/>
                <a:gd name="connsiteY295-10870" fmla="*/ 703796 h 1160647"/>
                <a:gd name="connsiteX296-10871" fmla="*/ 1745104 w 3024845"/>
                <a:gd name="connsiteY296-10872" fmla="*/ 703796 h 1160647"/>
                <a:gd name="connsiteX297-10873" fmla="*/ 1745104 w 3024845"/>
                <a:gd name="connsiteY297-10874" fmla="*/ 782564 h 1160647"/>
                <a:gd name="connsiteX298-10875" fmla="*/ 1747008 w 3024845"/>
                <a:gd name="connsiteY298-10876" fmla="*/ 782564 h 1160647"/>
                <a:gd name="connsiteX299-10877" fmla="*/ 1748250 w 3024845"/>
                <a:gd name="connsiteY299-10878" fmla="*/ 805087 h 1160647"/>
                <a:gd name="connsiteX300-10879" fmla="*/ 1757926 w 3024845"/>
                <a:gd name="connsiteY300-10880" fmla="*/ 805087 h 1160647"/>
                <a:gd name="connsiteX301-10881" fmla="*/ 1759168 w 3024845"/>
                <a:gd name="connsiteY301-10882" fmla="*/ 782564 h 1160647"/>
                <a:gd name="connsiteX302-10883" fmla="*/ 1765248 w 3024845"/>
                <a:gd name="connsiteY302-10884" fmla="*/ 782564 h 1160647"/>
                <a:gd name="connsiteX303-10885" fmla="*/ 1766490 w 3024845"/>
                <a:gd name="connsiteY303-10886" fmla="*/ 805087 h 1160647"/>
                <a:gd name="connsiteX304-10887" fmla="*/ 1817112 w 3024845"/>
                <a:gd name="connsiteY304-10888" fmla="*/ 805087 h 1160647"/>
                <a:gd name="connsiteX305-10889" fmla="*/ 1817112 w 3024845"/>
                <a:gd name="connsiteY305-10890" fmla="*/ 642059 h 1160647"/>
                <a:gd name="connsiteX306-10891" fmla="*/ 2014439 w 3024845"/>
                <a:gd name="connsiteY306-10892" fmla="*/ 642059 h 1160647"/>
                <a:gd name="connsiteX307-10893" fmla="*/ 2014439 w 3024845"/>
                <a:gd name="connsiteY307-10894" fmla="*/ 805087 h 1160647"/>
                <a:gd name="connsiteX308-10895" fmla="*/ 2033136 w 3024845"/>
                <a:gd name="connsiteY308-10896" fmla="*/ 805087 h 1160647"/>
                <a:gd name="connsiteX309-10897" fmla="*/ 2033136 w 3024845"/>
                <a:gd name="connsiteY309-10898" fmla="*/ 722394 h 1160647"/>
                <a:gd name="connsiteX310-10899" fmla="*/ 2128256 w 3024845"/>
                <a:gd name="connsiteY310-10900" fmla="*/ 722394 h 1160647"/>
                <a:gd name="connsiteX311-10901" fmla="*/ 2140186 w 3024845"/>
                <a:gd name="connsiteY311-10902" fmla="*/ 404253 h 1160647"/>
                <a:gd name="connsiteX312-10903" fmla="*/ 2128026 w 3024845"/>
                <a:gd name="connsiteY312-10904" fmla="*/ 382635 h 1160647"/>
                <a:gd name="connsiteX313-10905" fmla="*/ 2121946 w 3024845"/>
                <a:gd name="connsiteY313-10906" fmla="*/ 378311 h 1160647"/>
                <a:gd name="connsiteX314-10907" fmla="*/ 2130053 w 3024845"/>
                <a:gd name="connsiteY314-10908" fmla="*/ 354532 h 1160647"/>
                <a:gd name="connsiteX315-10909" fmla="*/ 2130053 w 3024845"/>
                <a:gd name="connsiteY315-10910" fmla="*/ 337238 h 1160647"/>
                <a:gd name="connsiteX316-10911" fmla="*/ 2144240 w 3024845"/>
                <a:gd name="connsiteY316-10912" fmla="*/ 337238 h 1160647"/>
                <a:gd name="connsiteX317-10913" fmla="*/ 2144240 w 3024845"/>
                <a:gd name="connsiteY317-10914" fmla="*/ 315620 h 1160647"/>
                <a:gd name="connsiteX318-10915" fmla="*/ 2146266 w 3024845"/>
                <a:gd name="connsiteY318-10916" fmla="*/ 311296 h 1160647"/>
                <a:gd name="connsiteX319-10917" fmla="*/ 2146266 w 3024845"/>
                <a:gd name="connsiteY319-10918" fmla="*/ 233472 h 1160647"/>
                <a:gd name="connsiteX320-10919" fmla="*/ 2144240 w 3024845"/>
                <a:gd name="connsiteY320-10920" fmla="*/ 226987 h 1160647"/>
                <a:gd name="connsiteX321-10921" fmla="*/ 2150320 w 3024845"/>
                <a:gd name="connsiteY321-10922" fmla="*/ 220501 h 1160647"/>
                <a:gd name="connsiteX322-10923" fmla="*/ 2150320 w 3024845"/>
                <a:gd name="connsiteY322-10924" fmla="*/ 162133 h 1160647"/>
                <a:gd name="connsiteX323-10925" fmla="*/ 2152346 w 3024845"/>
                <a:gd name="connsiteY323-10926" fmla="*/ 157810 h 1160647"/>
                <a:gd name="connsiteX324-10927" fmla="*/ 2152346 w 3024845"/>
                <a:gd name="connsiteY324-10928" fmla="*/ 101604 h 1160647"/>
                <a:gd name="connsiteX325-10929" fmla="*/ 2154373 w 3024845"/>
                <a:gd name="connsiteY325-10930" fmla="*/ 82148 h 1160647"/>
                <a:gd name="connsiteX326-10931" fmla="*/ 2158427 w 3024845"/>
                <a:gd name="connsiteY326-10932" fmla="*/ 99442 h 1160647"/>
                <a:gd name="connsiteX327-10933" fmla="*/ 2160453 w 3024845"/>
                <a:gd name="connsiteY327-10934" fmla="*/ 157810 h 1160647"/>
                <a:gd name="connsiteX328-10935" fmla="*/ 2162480 w 3024845"/>
                <a:gd name="connsiteY328-10936" fmla="*/ 220501 h 1160647"/>
                <a:gd name="connsiteX329-10937" fmla="*/ 2168560 w 3024845"/>
                <a:gd name="connsiteY329-10938" fmla="*/ 226987 h 1160647"/>
                <a:gd name="connsiteX330-10939" fmla="*/ 2166533 w 3024845"/>
                <a:gd name="connsiteY330-10940" fmla="*/ 233472 h 1160647"/>
                <a:gd name="connsiteX331-10941" fmla="*/ 2166533 w 3024845"/>
                <a:gd name="connsiteY331-10942" fmla="*/ 311296 h 1160647"/>
                <a:gd name="connsiteX332-10943" fmla="*/ 2168560 w 3024845"/>
                <a:gd name="connsiteY332-10944" fmla="*/ 315620 h 1160647"/>
                <a:gd name="connsiteX333-10945" fmla="*/ 2168560 w 3024845"/>
                <a:gd name="connsiteY333-10946" fmla="*/ 337238 h 1160647"/>
                <a:gd name="connsiteX334-10947" fmla="*/ 2182747 w 3024845"/>
                <a:gd name="connsiteY334-10948" fmla="*/ 337238 h 1160647"/>
                <a:gd name="connsiteX335-10949" fmla="*/ 2182747 w 3024845"/>
                <a:gd name="connsiteY335-10950" fmla="*/ 354532 h 1160647"/>
                <a:gd name="connsiteX336-10951" fmla="*/ 2190854 w 3024845"/>
                <a:gd name="connsiteY336-10952" fmla="*/ 378311 h 1160647"/>
                <a:gd name="connsiteX337-10953" fmla="*/ 2184774 w 3024845"/>
                <a:gd name="connsiteY337-10954" fmla="*/ 382635 h 1160647"/>
                <a:gd name="connsiteX338-10955" fmla="*/ 2172613 w 3024845"/>
                <a:gd name="connsiteY338-10956" fmla="*/ 404253 h 1160647"/>
                <a:gd name="connsiteX339-10957" fmla="*/ 2180720 w 3024845"/>
                <a:gd name="connsiteY339-10958" fmla="*/ 657181 h 1160647"/>
                <a:gd name="connsiteX340-10959" fmla="*/ 2245574 w 3024845"/>
                <a:gd name="connsiteY340-10960" fmla="*/ 657181 h 1160647"/>
                <a:gd name="connsiteX341-10961" fmla="*/ 2245574 w 3024845"/>
                <a:gd name="connsiteY341-10962" fmla="*/ 732843 h 1160647"/>
                <a:gd name="connsiteX342-10963" fmla="*/ 2253681 w 3024845"/>
                <a:gd name="connsiteY342-10964" fmla="*/ 732843 h 1160647"/>
                <a:gd name="connsiteX343-10965" fmla="*/ 2255708 w 3024845"/>
                <a:gd name="connsiteY343-10966" fmla="*/ 726358 h 1160647"/>
                <a:gd name="connsiteX344-10967" fmla="*/ 2261788 w 3024845"/>
                <a:gd name="connsiteY344-10968" fmla="*/ 726358 h 1160647"/>
                <a:gd name="connsiteX345-10969" fmla="*/ 2263815 w 3024845"/>
                <a:gd name="connsiteY345-10970" fmla="*/ 735005 h 1160647"/>
                <a:gd name="connsiteX346-10971" fmla="*/ 2275975 w 3024845"/>
                <a:gd name="connsiteY346-10972" fmla="*/ 735005 h 1160647"/>
                <a:gd name="connsiteX347-10973" fmla="*/ 2275975 w 3024845"/>
                <a:gd name="connsiteY347-10974" fmla="*/ 728519 h 1160647"/>
                <a:gd name="connsiteX348-10975" fmla="*/ 2298268 w 3024845"/>
                <a:gd name="connsiteY348-10976" fmla="*/ 728519 h 1160647"/>
                <a:gd name="connsiteX349-10977" fmla="*/ 2298268 w 3024845"/>
                <a:gd name="connsiteY349-10978" fmla="*/ 735005 h 1160647"/>
                <a:gd name="connsiteX350-10979" fmla="*/ 2318535 w 3024845"/>
                <a:gd name="connsiteY350-10980" fmla="*/ 735005 h 1160647"/>
                <a:gd name="connsiteX351-10981" fmla="*/ 2318535 w 3024845"/>
                <a:gd name="connsiteY351-10982" fmla="*/ 780402 h 1160647"/>
                <a:gd name="connsiteX352-10983" fmla="*/ 2332722 w 3024845"/>
                <a:gd name="connsiteY352-10984" fmla="*/ 780402 h 1160647"/>
                <a:gd name="connsiteX353-10985" fmla="*/ 2332722 w 3024845"/>
                <a:gd name="connsiteY353-10986" fmla="*/ 767431 h 1160647"/>
                <a:gd name="connsiteX354-10987" fmla="*/ 2348936 w 3024845"/>
                <a:gd name="connsiteY354-10988" fmla="*/ 767431 h 1160647"/>
                <a:gd name="connsiteX355-10989" fmla="*/ 2348936 w 3024845"/>
                <a:gd name="connsiteY355-10990" fmla="*/ 588004 h 1160647"/>
                <a:gd name="connsiteX356-10991" fmla="*/ 2355016 w 3024845"/>
                <a:gd name="connsiteY356-10992" fmla="*/ 581518 h 1160647"/>
                <a:gd name="connsiteX357-10993" fmla="*/ 2427977 w 3024845"/>
                <a:gd name="connsiteY357-10994" fmla="*/ 581518 h 1160647"/>
                <a:gd name="connsiteX358-10995" fmla="*/ 2427977 w 3024845"/>
                <a:gd name="connsiteY358-10996" fmla="*/ 590166 h 1160647"/>
                <a:gd name="connsiteX359-10997" fmla="*/ 2438110 w 3024845"/>
                <a:gd name="connsiteY359-10998" fmla="*/ 590166 h 1160647"/>
                <a:gd name="connsiteX360-10999" fmla="*/ 2438110 w 3024845"/>
                <a:gd name="connsiteY360-11000" fmla="*/ 704740 h 1160647"/>
                <a:gd name="connsiteX361-11001" fmla="*/ 2460404 w 3024845"/>
                <a:gd name="connsiteY361-11002" fmla="*/ 704740 h 1160647"/>
                <a:gd name="connsiteX362-11003" fmla="*/ 2460404 w 3024845"/>
                <a:gd name="connsiteY362-11004" fmla="*/ 637725 h 1160647"/>
                <a:gd name="connsiteX363-11005" fmla="*/ 2486751 w 3024845"/>
                <a:gd name="connsiteY363-11006" fmla="*/ 637725 h 1160647"/>
                <a:gd name="connsiteX364-11007" fmla="*/ 2490804 w 3024845"/>
                <a:gd name="connsiteY364-11008" fmla="*/ 633401 h 1160647"/>
                <a:gd name="connsiteX365-11009" fmla="*/ 2498911 w 3024845"/>
                <a:gd name="connsiteY365-11010" fmla="*/ 633401 h 1160647"/>
                <a:gd name="connsiteX366-11011" fmla="*/ 2502964 w 3024845"/>
                <a:gd name="connsiteY366-11012" fmla="*/ 637725 h 1160647"/>
                <a:gd name="connsiteX367-11013" fmla="*/ 2525258 w 3024845"/>
                <a:gd name="connsiteY367-11014" fmla="*/ 637725 h 1160647"/>
                <a:gd name="connsiteX368-11015" fmla="*/ 2525258 w 3024845"/>
                <a:gd name="connsiteY368-11016" fmla="*/ 520989 h 1160647"/>
                <a:gd name="connsiteX369-11017" fmla="*/ 2582005 w 3024845"/>
                <a:gd name="connsiteY369-11018" fmla="*/ 510180 h 1160647"/>
                <a:gd name="connsiteX370-11019" fmla="*/ 2582005 w 3024845"/>
                <a:gd name="connsiteY370-11020" fmla="*/ 511261 h 1160647"/>
                <a:gd name="connsiteX371-11021" fmla="*/ 2582005 w 3024845"/>
                <a:gd name="connsiteY371-11022" fmla="*/ 518827 h 1160647"/>
                <a:gd name="connsiteX372-11023" fmla="*/ 2608352 w 3024845"/>
                <a:gd name="connsiteY372-11024" fmla="*/ 518827 h 1160647"/>
                <a:gd name="connsiteX373-11025" fmla="*/ 2608352 w 3024845"/>
                <a:gd name="connsiteY373-11026" fmla="*/ 773917 h 1160647"/>
                <a:gd name="connsiteX374-11027" fmla="*/ 2630646 w 3024845"/>
                <a:gd name="connsiteY374-11028" fmla="*/ 773917 h 1160647"/>
                <a:gd name="connsiteX375-11029" fmla="*/ 2630646 w 3024845"/>
                <a:gd name="connsiteY375-11030" fmla="*/ 769593 h 1160647"/>
                <a:gd name="connsiteX376-11031" fmla="*/ 2642806 w 3024845"/>
                <a:gd name="connsiteY376-11032" fmla="*/ 769593 h 1160647"/>
                <a:gd name="connsiteX377-11033" fmla="*/ 2642806 w 3024845"/>
                <a:gd name="connsiteY377-11034" fmla="*/ 773917 h 1160647"/>
                <a:gd name="connsiteX378-11035" fmla="*/ 2667126 w 3024845"/>
                <a:gd name="connsiteY378-11036" fmla="*/ 773917 h 1160647"/>
                <a:gd name="connsiteX379-11037" fmla="*/ 2667126 w 3024845"/>
                <a:gd name="connsiteY379-11038" fmla="*/ 760946 h 1160647"/>
                <a:gd name="connsiteX380-11039" fmla="*/ 2695500 w 3024845"/>
                <a:gd name="connsiteY380-11040" fmla="*/ 760946 h 1160647"/>
                <a:gd name="connsiteX381-11041" fmla="*/ 2707660 w 3024845"/>
                <a:gd name="connsiteY381-11042" fmla="*/ 756622 h 1160647"/>
                <a:gd name="connsiteX382-11043" fmla="*/ 2727927 w 3024845"/>
                <a:gd name="connsiteY382-11044" fmla="*/ 760946 h 1160647"/>
                <a:gd name="connsiteX383-11045" fmla="*/ 2727927 w 3024845"/>
                <a:gd name="connsiteY383-11046" fmla="*/ 743652 h 1160647"/>
                <a:gd name="connsiteX384-11047" fmla="*/ 2736034 w 3024845"/>
                <a:gd name="connsiteY384-11048" fmla="*/ 743652 h 1160647"/>
                <a:gd name="connsiteX385-11049" fmla="*/ 2736034 w 3024845"/>
                <a:gd name="connsiteY385-11050" fmla="*/ 730681 h 1160647"/>
                <a:gd name="connsiteX386-11051" fmla="*/ 2792781 w 3024845"/>
                <a:gd name="connsiteY386-11052" fmla="*/ 730681 h 1160647"/>
                <a:gd name="connsiteX387-11053" fmla="*/ 2792781 w 3024845"/>
                <a:gd name="connsiteY387-11054" fmla="*/ 700416 h 1160647"/>
                <a:gd name="connsiteX388-11055" fmla="*/ 2811021 w 3024845"/>
                <a:gd name="connsiteY388-11056" fmla="*/ 700416 h 1160647"/>
                <a:gd name="connsiteX389-11057" fmla="*/ 2811021 w 3024845"/>
                <a:gd name="connsiteY389-11058" fmla="*/ 693931 h 1160647"/>
                <a:gd name="connsiteX390-11059" fmla="*/ 2823181 w 3024845"/>
                <a:gd name="connsiteY390-11060" fmla="*/ 693931 h 1160647"/>
                <a:gd name="connsiteX391-11061" fmla="*/ 2823181 w 3024845"/>
                <a:gd name="connsiteY391-11062" fmla="*/ 700416 h 1160647"/>
                <a:gd name="connsiteX392-11063" fmla="*/ 2839395 w 3024845"/>
                <a:gd name="connsiteY392-11064" fmla="*/ 700416 h 1160647"/>
                <a:gd name="connsiteX393-11065" fmla="*/ 2839395 w 3024845"/>
                <a:gd name="connsiteY393-11066" fmla="*/ 750137 h 1160647"/>
                <a:gd name="connsiteX394-11067" fmla="*/ 2871822 w 3024845"/>
                <a:gd name="connsiteY394-11068" fmla="*/ 750137 h 1160647"/>
                <a:gd name="connsiteX395-11069" fmla="*/ 2871822 w 3024845"/>
                <a:gd name="connsiteY395-11070" fmla="*/ 724196 h 1160647"/>
                <a:gd name="connsiteX396-11071" fmla="*/ 2910329 w 3024845"/>
                <a:gd name="connsiteY396-11072" fmla="*/ 724196 h 1160647"/>
                <a:gd name="connsiteX397-11073" fmla="*/ 2910329 w 3024845"/>
                <a:gd name="connsiteY397-11074" fmla="*/ 693931 h 1160647"/>
                <a:gd name="connsiteX398-11075" fmla="*/ 2958970 w 3024845"/>
                <a:gd name="connsiteY398-11076" fmla="*/ 693931 h 1160647"/>
                <a:gd name="connsiteX399-11077" fmla="*/ 2958970 w 3024845"/>
                <a:gd name="connsiteY399-11078" fmla="*/ 805087 h 1160647"/>
                <a:gd name="connsiteX400-11079" fmla="*/ 2958970 w 3024845"/>
                <a:gd name="connsiteY400-11080" fmla="*/ 818866 h 1160647"/>
                <a:gd name="connsiteX401-11081" fmla="*/ 3024845 w 3024845"/>
                <a:gd name="connsiteY401-11082" fmla="*/ 818866 h 1160647"/>
                <a:gd name="connsiteX402-11083" fmla="*/ 3024845 w 3024845"/>
                <a:gd name="connsiteY402-11084" fmla="*/ 1160647 h 1160647"/>
                <a:gd name="connsiteX403-11085" fmla="*/ 2054 w 3024845"/>
                <a:gd name="connsiteY403-11086" fmla="*/ 1158314 h 1160647"/>
                <a:gd name="connsiteX404-11087" fmla="*/ 0 w 3024845"/>
                <a:gd name="connsiteY404-11088" fmla="*/ 724196 h 1160647"/>
                <a:gd name="connsiteX405-11089" fmla="*/ 20267 w 3024845"/>
                <a:gd name="connsiteY405-11090" fmla="*/ 724196 h 1160647"/>
                <a:gd name="connsiteX406-11091" fmla="*/ 20774 w 3024845"/>
                <a:gd name="connsiteY406-11092" fmla="*/ 723115 h 1160647"/>
                <a:gd name="connsiteX407-11093" fmla="*/ 24320 w 3024845"/>
                <a:gd name="connsiteY407-11094" fmla="*/ 715549 h 1160647"/>
                <a:gd name="connsiteX408-11095" fmla="*/ 26094 w 3024845"/>
                <a:gd name="connsiteY408-11096" fmla="*/ 715819 h 1160647"/>
                <a:gd name="connsiteX409-11097" fmla="*/ 38507 w 3024845"/>
                <a:gd name="connsiteY409-11098" fmla="*/ 717710 h 1160647"/>
                <a:gd name="connsiteX410-11099" fmla="*/ 39014 w 3024845"/>
                <a:gd name="connsiteY410-11100" fmla="*/ 719062 h 1160647"/>
                <a:gd name="connsiteX411-11101" fmla="*/ 42560 w 3024845"/>
                <a:gd name="connsiteY411-11102" fmla="*/ 728519 h 1160647"/>
                <a:gd name="connsiteX412-11103" fmla="*/ 68907 w 3024845"/>
                <a:gd name="connsiteY412-11104" fmla="*/ 730681 h 1160647"/>
                <a:gd name="connsiteX413-11105" fmla="*/ 68907 w 3024845"/>
                <a:gd name="connsiteY413-11106" fmla="*/ 607460 h 1160647"/>
                <a:gd name="connsiteX414-11107" fmla="*/ 70934 w 3024845"/>
                <a:gd name="connsiteY414-11108" fmla="*/ 607460 h 1160647"/>
                <a:gd name="connsiteX415-11109" fmla="*/ 85121 w 3024845"/>
                <a:gd name="connsiteY415-11110" fmla="*/ 607460 h 1160647"/>
                <a:gd name="connsiteX416-11111" fmla="*/ 85121 w 3024845"/>
                <a:gd name="connsiteY416-11112" fmla="*/ 471268 h 1160647"/>
                <a:gd name="connsiteX417-11113" fmla="*/ 86894 w 3024845"/>
                <a:gd name="connsiteY417-11114" fmla="*/ 471268 h 1160647"/>
                <a:gd name="connsiteX418-11115" fmla="*/ 99308 w 3024845"/>
                <a:gd name="connsiteY418-11116" fmla="*/ 471268 h 1160647"/>
                <a:gd name="connsiteX419-11117" fmla="*/ 99308 w 3024845"/>
                <a:gd name="connsiteY419-11118" fmla="*/ 356694 h 1160647"/>
                <a:gd name="connsiteX420-11119" fmla="*/ 103361 w 3024845"/>
                <a:gd name="connsiteY420-11120" fmla="*/ 328590 h 1160647"/>
                <a:gd name="connsiteX421-11121" fmla="*/ 105388 w 3024845"/>
                <a:gd name="connsiteY421-11122" fmla="*/ 328590 h 1160647"/>
                <a:gd name="connsiteX422-11123" fmla="*/ 119575 w 3024845"/>
                <a:gd name="connsiteY422-11124" fmla="*/ 328590 h 1160647"/>
                <a:gd name="connsiteX423-11125" fmla="*/ 156055 w 3024845"/>
                <a:gd name="connsiteY423-11126" fmla="*/ 246443 h 1160647"/>
                <a:gd name="connsiteX424-11127" fmla="*/ 160109 w 3024845"/>
                <a:gd name="connsiteY424-11128" fmla="*/ 0 h 1160647"/>
                <a:gd name="connsiteX0-11129" fmla="*/ 160109 w 3028183"/>
                <a:gd name="connsiteY0-11130" fmla="*/ 0 h 1160647"/>
                <a:gd name="connsiteX1-11131" fmla="*/ 162135 w 3028183"/>
                <a:gd name="connsiteY1-11132" fmla="*/ 246443 h 1160647"/>
                <a:gd name="connsiteX2-11133" fmla="*/ 200642 w 3028183"/>
                <a:gd name="connsiteY2-11134" fmla="*/ 326429 h 1160647"/>
                <a:gd name="connsiteX3-11135" fmla="*/ 202669 w 3028183"/>
                <a:gd name="connsiteY3-11136" fmla="*/ 326429 h 1160647"/>
                <a:gd name="connsiteX4-11137" fmla="*/ 216856 w 3028183"/>
                <a:gd name="connsiteY4-11138" fmla="*/ 326429 h 1160647"/>
                <a:gd name="connsiteX5-11139" fmla="*/ 216856 w 3028183"/>
                <a:gd name="connsiteY5-11140" fmla="*/ 350208 h 1160647"/>
                <a:gd name="connsiteX6-11141" fmla="*/ 217363 w 3028183"/>
                <a:gd name="connsiteY6-11142" fmla="*/ 351019 h 1160647"/>
                <a:gd name="connsiteX7-11143" fmla="*/ 220909 w 3028183"/>
                <a:gd name="connsiteY7-11144" fmla="*/ 356694 h 1160647"/>
                <a:gd name="connsiteX8-11145" fmla="*/ 220909 w 3028183"/>
                <a:gd name="connsiteY8-11146" fmla="*/ 471268 h 1160647"/>
                <a:gd name="connsiteX9-11147" fmla="*/ 223189 w 3028183"/>
                <a:gd name="connsiteY9-11148" fmla="*/ 471268 h 1160647"/>
                <a:gd name="connsiteX10-11149" fmla="*/ 239150 w 3028183"/>
                <a:gd name="connsiteY10-11150" fmla="*/ 471268 h 1160647"/>
                <a:gd name="connsiteX11-11151" fmla="*/ 239150 w 3028183"/>
                <a:gd name="connsiteY11-11152" fmla="*/ 611783 h 1160647"/>
                <a:gd name="connsiteX12-11153" fmla="*/ 240670 w 3028183"/>
                <a:gd name="connsiteY12-11154" fmla="*/ 611513 h 1160647"/>
                <a:gd name="connsiteX13-11155" fmla="*/ 251310 w 3028183"/>
                <a:gd name="connsiteY13-11156" fmla="*/ 609622 h 1160647"/>
                <a:gd name="connsiteX14-11157" fmla="*/ 249283 w 3028183"/>
                <a:gd name="connsiteY14-11158" fmla="*/ 698254 h 1160647"/>
                <a:gd name="connsiteX15-11159" fmla="*/ 250803 w 3028183"/>
                <a:gd name="connsiteY15-11160" fmla="*/ 698525 h 1160647"/>
                <a:gd name="connsiteX16-11161" fmla="*/ 261443 w 3028183"/>
                <a:gd name="connsiteY16-11162" fmla="*/ 700416 h 1160647"/>
                <a:gd name="connsiteX17-11163" fmla="*/ 261696 w 3028183"/>
                <a:gd name="connsiteY17-11164" fmla="*/ 701227 h 1160647"/>
                <a:gd name="connsiteX18-11165" fmla="*/ 263470 w 3028183"/>
                <a:gd name="connsiteY18-11166" fmla="*/ 706902 h 1160647"/>
                <a:gd name="connsiteX19-11167" fmla="*/ 264230 w 3028183"/>
                <a:gd name="connsiteY19-11168" fmla="*/ 704470 h 1160647"/>
                <a:gd name="connsiteX20-11169" fmla="*/ 269550 w 3028183"/>
                <a:gd name="connsiteY20-11170" fmla="*/ 687446 h 1160647"/>
                <a:gd name="connsiteX21-11171" fmla="*/ 271323 w 3028183"/>
                <a:gd name="connsiteY21-11172" fmla="*/ 687446 h 1160647"/>
                <a:gd name="connsiteX22-11173" fmla="*/ 283737 w 3028183"/>
                <a:gd name="connsiteY22-11174" fmla="*/ 687446 h 1160647"/>
                <a:gd name="connsiteX23-11175" fmla="*/ 283737 w 3028183"/>
                <a:gd name="connsiteY23-11176" fmla="*/ 719872 h 1160647"/>
                <a:gd name="connsiteX24-11177" fmla="*/ 284750 w 3028183"/>
                <a:gd name="connsiteY24-11178" fmla="*/ 720413 h 1160647"/>
                <a:gd name="connsiteX25-11179" fmla="*/ 291844 w 3028183"/>
                <a:gd name="connsiteY25-11180" fmla="*/ 724196 h 1160647"/>
                <a:gd name="connsiteX26-11181" fmla="*/ 291844 w 3028183"/>
                <a:gd name="connsiteY26-11182" fmla="*/ 725547 h 1160647"/>
                <a:gd name="connsiteX27-11183" fmla="*/ 291844 w 3028183"/>
                <a:gd name="connsiteY27-11184" fmla="*/ 735005 h 1160647"/>
                <a:gd name="connsiteX28-11185" fmla="*/ 336431 w 3028183"/>
                <a:gd name="connsiteY28-11186" fmla="*/ 735005 h 1160647"/>
                <a:gd name="connsiteX29-11187" fmla="*/ 336431 w 3028183"/>
                <a:gd name="connsiteY29-11188" fmla="*/ 736086 h 1160647"/>
                <a:gd name="connsiteX30-11189" fmla="*/ 336431 w 3028183"/>
                <a:gd name="connsiteY30-11190" fmla="*/ 743652 h 1160647"/>
                <a:gd name="connsiteX31-11191" fmla="*/ 338457 w 3028183"/>
                <a:gd name="connsiteY31-11192" fmla="*/ 743652 h 1160647"/>
                <a:gd name="connsiteX32-11193" fmla="*/ 352644 w 3028183"/>
                <a:gd name="connsiteY32-11194" fmla="*/ 743652 h 1160647"/>
                <a:gd name="connsiteX33-11195" fmla="*/ 352644 w 3028183"/>
                <a:gd name="connsiteY33-11196" fmla="*/ 713387 h 1160647"/>
                <a:gd name="connsiteX34-11197" fmla="*/ 397231 w 3028183"/>
                <a:gd name="connsiteY34-11198" fmla="*/ 713387 h 1160647"/>
                <a:gd name="connsiteX35-11199" fmla="*/ 397231 w 3028183"/>
                <a:gd name="connsiteY35-11200" fmla="*/ 712036 h 1160647"/>
                <a:gd name="connsiteX36-11201" fmla="*/ 397231 w 3028183"/>
                <a:gd name="connsiteY36-11202" fmla="*/ 702578 h 1160647"/>
                <a:gd name="connsiteX37-11203" fmla="*/ 398245 w 3028183"/>
                <a:gd name="connsiteY37-11204" fmla="*/ 702578 h 1160647"/>
                <a:gd name="connsiteX38-11205" fmla="*/ 405338 w 3028183"/>
                <a:gd name="connsiteY38-11206" fmla="*/ 702578 h 1160647"/>
                <a:gd name="connsiteX39-11207" fmla="*/ 405338 w 3028183"/>
                <a:gd name="connsiteY39-11208" fmla="*/ 700687 h 1160647"/>
                <a:gd name="connsiteX40-11209" fmla="*/ 405338 w 3028183"/>
                <a:gd name="connsiteY40-11210" fmla="*/ 687446 h 1160647"/>
                <a:gd name="connsiteX41-11211" fmla="*/ 406098 w 3028183"/>
                <a:gd name="connsiteY41-11212" fmla="*/ 687446 h 1160647"/>
                <a:gd name="connsiteX42-11213" fmla="*/ 411418 w 3028183"/>
                <a:gd name="connsiteY42-11214" fmla="*/ 687446 h 1160647"/>
                <a:gd name="connsiteX43-11215" fmla="*/ 411418 w 3028183"/>
                <a:gd name="connsiteY43-11216" fmla="*/ 686365 h 1160647"/>
                <a:gd name="connsiteX44-11217" fmla="*/ 411418 w 3028183"/>
                <a:gd name="connsiteY44-11218" fmla="*/ 678798 h 1160647"/>
                <a:gd name="connsiteX45-11219" fmla="*/ 413445 w 3028183"/>
                <a:gd name="connsiteY45-11220" fmla="*/ 678798 h 1160647"/>
                <a:gd name="connsiteX46-11221" fmla="*/ 427632 w 3028183"/>
                <a:gd name="connsiteY46-11222" fmla="*/ 678798 h 1160647"/>
                <a:gd name="connsiteX47-11223" fmla="*/ 427632 w 3028183"/>
                <a:gd name="connsiteY47-11224" fmla="*/ 679879 h 1160647"/>
                <a:gd name="connsiteX48-11225" fmla="*/ 427632 w 3028183"/>
                <a:gd name="connsiteY48-11226" fmla="*/ 687446 h 1160647"/>
                <a:gd name="connsiteX49-11227" fmla="*/ 449925 w 3028183"/>
                <a:gd name="connsiteY49-11228" fmla="*/ 687446 h 1160647"/>
                <a:gd name="connsiteX50-11229" fmla="*/ 449925 w 3028183"/>
                <a:gd name="connsiteY50-11230" fmla="*/ 685554 h 1160647"/>
                <a:gd name="connsiteX51-11231" fmla="*/ 449925 w 3028183"/>
                <a:gd name="connsiteY51-11232" fmla="*/ 672313 h 1160647"/>
                <a:gd name="connsiteX52-11233" fmla="*/ 451699 w 3028183"/>
                <a:gd name="connsiteY52-11234" fmla="*/ 672313 h 1160647"/>
                <a:gd name="connsiteX53-11235" fmla="*/ 464112 w 3028183"/>
                <a:gd name="connsiteY53-11236" fmla="*/ 672313 h 1160647"/>
                <a:gd name="connsiteX54-11237" fmla="*/ 464112 w 3028183"/>
                <a:gd name="connsiteY54-11238" fmla="*/ 696093 h 1160647"/>
                <a:gd name="connsiteX55-11239" fmla="*/ 465126 w 3028183"/>
                <a:gd name="connsiteY55-11240" fmla="*/ 696093 h 1160647"/>
                <a:gd name="connsiteX56-11241" fmla="*/ 472219 w 3028183"/>
                <a:gd name="connsiteY56-11242" fmla="*/ 696093 h 1160647"/>
                <a:gd name="connsiteX57-11243" fmla="*/ 472219 w 3028183"/>
                <a:gd name="connsiteY57-11244" fmla="*/ 695012 h 1160647"/>
                <a:gd name="connsiteX58-11245" fmla="*/ 472219 w 3028183"/>
                <a:gd name="connsiteY58-11246" fmla="*/ 687446 h 1160647"/>
                <a:gd name="connsiteX59-11247" fmla="*/ 473992 w 3028183"/>
                <a:gd name="connsiteY59-11248" fmla="*/ 687446 h 1160647"/>
                <a:gd name="connsiteX60-11249" fmla="*/ 486406 w 3028183"/>
                <a:gd name="connsiteY60-11250" fmla="*/ 687446 h 1160647"/>
                <a:gd name="connsiteX61-11251" fmla="*/ 486406 w 3028183"/>
                <a:gd name="connsiteY61-11252" fmla="*/ 713387 h 1160647"/>
                <a:gd name="connsiteX62-11253" fmla="*/ 488433 w 3028183"/>
                <a:gd name="connsiteY62-11254" fmla="*/ 713387 h 1160647"/>
                <a:gd name="connsiteX63-11255" fmla="*/ 502619 w 3028183"/>
                <a:gd name="connsiteY63-11256" fmla="*/ 713387 h 1160647"/>
                <a:gd name="connsiteX64-11257" fmla="*/ 502619 w 3028183"/>
                <a:gd name="connsiteY64-11258" fmla="*/ 715008 h 1160647"/>
                <a:gd name="connsiteX65-11259" fmla="*/ 502619 w 3028183"/>
                <a:gd name="connsiteY65-11260" fmla="*/ 726358 h 1160647"/>
                <a:gd name="connsiteX66-11261" fmla="*/ 503379 w 3028183"/>
                <a:gd name="connsiteY66-11262" fmla="*/ 726358 h 1160647"/>
                <a:gd name="connsiteX67-11263" fmla="*/ 508700 w 3028183"/>
                <a:gd name="connsiteY67-11264" fmla="*/ 726358 h 1160647"/>
                <a:gd name="connsiteX68-11265" fmla="*/ 508700 w 3028183"/>
                <a:gd name="connsiteY68-11266" fmla="*/ 725547 h 1160647"/>
                <a:gd name="connsiteX69-11267" fmla="*/ 508700 w 3028183"/>
                <a:gd name="connsiteY69-11268" fmla="*/ 719872 h 1160647"/>
                <a:gd name="connsiteX70-11269" fmla="*/ 539100 w 3028183"/>
                <a:gd name="connsiteY70-11270" fmla="*/ 719872 h 1160647"/>
                <a:gd name="connsiteX71-11271" fmla="*/ 539100 w 3028183"/>
                <a:gd name="connsiteY71-11272" fmla="*/ 743652 h 1160647"/>
                <a:gd name="connsiteX72-11273" fmla="*/ 540113 w 3028183"/>
                <a:gd name="connsiteY72-11274" fmla="*/ 743652 h 1160647"/>
                <a:gd name="connsiteX73-11275" fmla="*/ 547207 w 3028183"/>
                <a:gd name="connsiteY73-11276" fmla="*/ 743652 h 1160647"/>
                <a:gd name="connsiteX74-11277" fmla="*/ 547207 w 3028183"/>
                <a:gd name="connsiteY74-11278" fmla="*/ 744733 h 1160647"/>
                <a:gd name="connsiteX75-11279" fmla="*/ 547207 w 3028183"/>
                <a:gd name="connsiteY75-11280" fmla="*/ 752299 h 1160647"/>
                <a:gd name="connsiteX76-11281" fmla="*/ 547967 w 3028183"/>
                <a:gd name="connsiteY76-11282" fmla="*/ 752299 h 1160647"/>
                <a:gd name="connsiteX77-11283" fmla="*/ 553287 w 3028183"/>
                <a:gd name="connsiteY77-11284" fmla="*/ 752299 h 1160647"/>
                <a:gd name="connsiteX78-11285" fmla="*/ 553287 w 3028183"/>
                <a:gd name="connsiteY78-11286" fmla="*/ 750137 h 1160647"/>
                <a:gd name="connsiteX79-11287" fmla="*/ 553287 w 3028183"/>
                <a:gd name="connsiteY79-11288" fmla="*/ 735005 h 1160647"/>
                <a:gd name="connsiteX80-11289" fmla="*/ 554300 w 3028183"/>
                <a:gd name="connsiteY80-11290" fmla="*/ 735005 h 1160647"/>
                <a:gd name="connsiteX81-11291" fmla="*/ 561394 w 3028183"/>
                <a:gd name="connsiteY81-11292" fmla="*/ 735005 h 1160647"/>
                <a:gd name="connsiteX82-11293" fmla="*/ 561394 w 3028183"/>
                <a:gd name="connsiteY82-11294" fmla="*/ 736086 h 1160647"/>
                <a:gd name="connsiteX83-11295" fmla="*/ 561394 w 3028183"/>
                <a:gd name="connsiteY83-11296" fmla="*/ 743652 h 1160647"/>
                <a:gd name="connsiteX84-11297" fmla="*/ 566714 w 3028183"/>
                <a:gd name="connsiteY84-11298" fmla="*/ 741659 h 1160647"/>
                <a:gd name="connsiteX85-11299" fmla="*/ 567474 w 3028183"/>
                <a:gd name="connsiteY85-11300" fmla="*/ 740679 h 1160647"/>
                <a:gd name="connsiteX86-11301" fmla="*/ 567474 w 3028183"/>
                <a:gd name="connsiteY86-11302" fmla="*/ 735005 h 1160647"/>
                <a:gd name="connsiteX87-11303" fmla="*/ 605981 w 3028183"/>
                <a:gd name="connsiteY87-11304" fmla="*/ 735005 h 1160647"/>
                <a:gd name="connsiteX88-11305" fmla="*/ 605981 w 3028183"/>
                <a:gd name="connsiteY88-11306" fmla="*/ 758784 h 1160647"/>
                <a:gd name="connsiteX89-11307" fmla="*/ 608007 w 3028183"/>
                <a:gd name="connsiteY89-11308" fmla="*/ 758784 h 1160647"/>
                <a:gd name="connsiteX90-11309" fmla="*/ 622194 w 3028183"/>
                <a:gd name="connsiteY90-11310" fmla="*/ 758784 h 1160647"/>
                <a:gd name="connsiteX91-11311" fmla="*/ 622194 w 3028183"/>
                <a:gd name="connsiteY91-11312" fmla="*/ 759865 h 1160647"/>
                <a:gd name="connsiteX92-11313" fmla="*/ 622194 w 3028183"/>
                <a:gd name="connsiteY92-11314" fmla="*/ 767431 h 1160647"/>
                <a:gd name="connsiteX93-11315" fmla="*/ 623968 w 3028183"/>
                <a:gd name="connsiteY93-11316" fmla="*/ 767431 h 1160647"/>
                <a:gd name="connsiteX94-11317" fmla="*/ 636381 w 3028183"/>
                <a:gd name="connsiteY94-11318" fmla="*/ 767431 h 1160647"/>
                <a:gd name="connsiteX95-11319" fmla="*/ 636381 w 3028183"/>
                <a:gd name="connsiteY95-11320" fmla="*/ 743652 h 1160647"/>
                <a:gd name="connsiteX96-11321" fmla="*/ 637394 w 3028183"/>
                <a:gd name="connsiteY96-11322" fmla="*/ 743652 h 1160647"/>
                <a:gd name="connsiteX97-11323" fmla="*/ 644488 w 3028183"/>
                <a:gd name="connsiteY97-11324" fmla="*/ 743652 h 1160647"/>
                <a:gd name="connsiteX98-11325" fmla="*/ 644488 w 3028183"/>
                <a:gd name="connsiteY98-11326" fmla="*/ 711225 h 1160647"/>
                <a:gd name="connsiteX99-11327" fmla="*/ 645501 w 3028183"/>
                <a:gd name="connsiteY99-11328" fmla="*/ 711225 h 1160647"/>
                <a:gd name="connsiteX100-11329" fmla="*/ 652595 w 3028183"/>
                <a:gd name="connsiteY100-11330" fmla="*/ 711225 h 1160647"/>
                <a:gd name="connsiteX101-11331" fmla="*/ 652595 w 3028183"/>
                <a:gd name="connsiteY101-11332" fmla="*/ 709334 h 1160647"/>
                <a:gd name="connsiteX102-11333" fmla="*/ 652595 w 3028183"/>
                <a:gd name="connsiteY102-11334" fmla="*/ 696093 h 1160647"/>
                <a:gd name="connsiteX103-11335" fmla="*/ 651328 w 3028183"/>
                <a:gd name="connsiteY103-11336" fmla="*/ 694471 h 1160647"/>
                <a:gd name="connsiteX104-11337" fmla="*/ 656648 w 3028183"/>
                <a:gd name="connsiteY104-11338" fmla="*/ 683122 h 1160647"/>
                <a:gd name="connsiteX105-11339" fmla="*/ 664755 w 3028183"/>
                <a:gd name="connsiteY105-11340" fmla="*/ 711225 h 1160647"/>
                <a:gd name="connsiteX106-11341" fmla="*/ 665515 w 3028183"/>
                <a:gd name="connsiteY106-11342" fmla="*/ 711225 h 1160647"/>
                <a:gd name="connsiteX107-11343" fmla="*/ 670835 w 3028183"/>
                <a:gd name="connsiteY107-11344" fmla="*/ 711225 h 1160647"/>
                <a:gd name="connsiteX108-11345" fmla="*/ 670835 w 3028183"/>
                <a:gd name="connsiteY108-11346" fmla="*/ 605298 h 1160647"/>
                <a:gd name="connsiteX109-11347" fmla="*/ 672355 w 3028183"/>
                <a:gd name="connsiteY109-11348" fmla="*/ 605298 h 1160647"/>
                <a:gd name="connsiteX110-11349" fmla="*/ 682995 w 3028183"/>
                <a:gd name="connsiteY110-11350" fmla="*/ 605298 h 1160647"/>
                <a:gd name="connsiteX111-11351" fmla="*/ 682995 w 3028183"/>
                <a:gd name="connsiteY111-11352" fmla="*/ 557739 h 1160647"/>
                <a:gd name="connsiteX112-11353" fmla="*/ 709342 w 3028183"/>
                <a:gd name="connsiteY112-11354" fmla="*/ 557739 h 1160647"/>
                <a:gd name="connsiteX113-11355" fmla="*/ 709342 w 3028183"/>
                <a:gd name="connsiteY113-11356" fmla="*/ 536121 h 1160647"/>
                <a:gd name="connsiteX114-11357" fmla="*/ 743796 w 3028183"/>
                <a:gd name="connsiteY114-11358" fmla="*/ 536121 h 1160647"/>
                <a:gd name="connsiteX115-11359" fmla="*/ 743796 w 3028183"/>
                <a:gd name="connsiteY115-11360" fmla="*/ 538553 h 1160647"/>
                <a:gd name="connsiteX116-11361" fmla="*/ 743796 w 3028183"/>
                <a:gd name="connsiteY116-11362" fmla="*/ 555577 h 1160647"/>
                <a:gd name="connsiteX117-11363" fmla="*/ 746076 w 3028183"/>
                <a:gd name="connsiteY117-11364" fmla="*/ 555577 h 1160647"/>
                <a:gd name="connsiteX118-11365" fmla="*/ 762036 w 3028183"/>
                <a:gd name="connsiteY118-11366" fmla="*/ 555577 h 1160647"/>
                <a:gd name="connsiteX119-11367" fmla="*/ 762036 w 3028183"/>
                <a:gd name="connsiteY119-11368" fmla="*/ 603136 h 1160647"/>
                <a:gd name="connsiteX120-11369" fmla="*/ 763049 w 3028183"/>
                <a:gd name="connsiteY120-11370" fmla="*/ 603136 h 1160647"/>
                <a:gd name="connsiteX121-11371" fmla="*/ 770143 w 3028183"/>
                <a:gd name="connsiteY121-11372" fmla="*/ 603136 h 1160647"/>
                <a:gd name="connsiteX122-11373" fmla="*/ 784330 w 3028183"/>
                <a:gd name="connsiteY122-11374" fmla="*/ 607460 h 1160647"/>
                <a:gd name="connsiteX123-11375" fmla="*/ 784330 w 3028183"/>
                <a:gd name="connsiteY123-11376" fmla="*/ 646372 h 1160647"/>
                <a:gd name="connsiteX124-11377" fmla="*/ 785343 w 3028183"/>
                <a:gd name="connsiteY124-11378" fmla="*/ 646372 h 1160647"/>
                <a:gd name="connsiteX125-11379" fmla="*/ 792436 w 3028183"/>
                <a:gd name="connsiteY125-11380" fmla="*/ 646372 h 1160647"/>
                <a:gd name="connsiteX126-11381" fmla="*/ 792436 w 3028183"/>
                <a:gd name="connsiteY126-11382" fmla="*/ 647993 h 1160647"/>
                <a:gd name="connsiteX127-11383" fmla="*/ 792436 w 3028183"/>
                <a:gd name="connsiteY127-11384" fmla="*/ 659342 h 1160647"/>
                <a:gd name="connsiteX128-11385" fmla="*/ 794463 w 3028183"/>
                <a:gd name="connsiteY128-11386" fmla="*/ 659342 h 1160647"/>
                <a:gd name="connsiteX129-11387" fmla="*/ 808650 w 3028183"/>
                <a:gd name="connsiteY129-11388" fmla="*/ 659342 h 1160647"/>
                <a:gd name="connsiteX130-11389" fmla="*/ 814730 w 3028183"/>
                <a:gd name="connsiteY130-11390" fmla="*/ 665828 h 1160647"/>
                <a:gd name="connsiteX131-11391" fmla="*/ 814730 w 3028183"/>
                <a:gd name="connsiteY131-11392" fmla="*/ 687446 h 1160647"/>
                <a:gd name="connsiteX132-11393" fmla="*/ 817010 w 3028183"/>
                <a:gd name="connsiteY132-11394" fmla="*/ 687446 h 1160647"/>
                <a:gd name="connsiteX133-11395" fmla="*/ 832970 w 3028183"/>
                <a:gd name="connsiteY133-11396" fmla="*/ 687446 h 1160647"/>
                <a:gd name="connsiteX134-11397" fmla="*/ 832970 w 3028183"/>
                <a:gd name="connsiteY134-11398" fmla="*/ 688526 h 1160647"/>
                <a:gd name="connsiteX135-11399" fmla="*/ 832970 w 3028183"/>
                <a:gd name="connsiteY135-11400" fmla="*/ 696093 h 1160647"/>
                <a:gd name="connsiteX136-11401" fmla="*/ 834237 w 3028183"/>
                <a:gd name="connsiteY136-11402" fmla="*/ 696093 h 1160647"/>
                <a:gd name="connsiteX137-11403" fmla="*/ 843104 w 3028183"/>
                <a:gd name="connsiteY137-11404" fmla="*/ 696093 h 1160647"/>
                <a:gd name="connsiteX138-11405" fmla="*/ 843104 w 3028183"/>
                <a:gd name="connsiteY138-11406" fmla="*/ 698254 h 1160647"/>
                <a:gd name="connsiteX139-11407" fmla="*/ 843104 w 3028183"/>
                <a:gd name="connsiteY139-11408" fmla="*/ 713387 h 1160647"/>
                <a:gd name="connsiteX140-11409" fmla="*/ 847157 w 3028183"/>
                <a:gd name="connsiteY140-11410" fmla="*/ 711495 h 1160647"/>
                <a:gd name="connsiteX141-11411" fmla="*/ 847157 w 3028183"/>
                <a:gd name="connsiteY141-11412" fmla="*/ 698254 h 1160647"/>
                <a:gd name="connsiteX142-11413" fmla="*/ 848170 w 3028183"/>
                <a:gd name="connsiteY142-11414" fmla="*/ 698254 h 1160647"/>
                <a:gd name="connsiteX143-11415" fmla="*/ 855264 w 3028183"/>
                <a:gd name="connsiteY143-11416" fmla="*/ 698254 h 1160647"/>
                <a:gd name="connsiteX144-11417" fmla="*/ 855264 w 3028183"/>
                <a:gd name="connsiteY144-11418" fmla="*/ 699876 h 1160647"/>
                <a:gd name="connsiteX145-11419" fmla="*/ 855264 w 3028183"/>
                <a:gd name="connsiteY145-11420" fmla="*/ 711225 h 1160647"/>
                <a:gd name="connsiteX146-11421" fmla="*/ 856024 w 3028183"/>
                <a:gd name="connsiteY146-11422" fmla="*/ 711225 h 1160647"/>
                <a:gd name="connsiteX147-11423" fmla="*/ 861344 w 3028183"/>
                <a:gd name="connsiteY147-11424" fmla="*/ 711225 h 1160647"/>
                <a:gd name="connsiteX148-11425" fmla="*/ 909984 w 3028183"/>
                <a:gd name="connsiteY148-11426" fmla="*/ 706902 h 1160647"/>
                <a:gd name="connsiteX149-11427" fmla="*/ 909984 w 3028183"/>
                <a:gd name="connsiteY149-11428" fmla="*/ 708253 h 1160647"/>
                <a:gd name="connsiteX150-11429" fmla="*/ 909984 w 3028183"/>
                <a:gd name="connsiteY150-11430" fmla="*/ 717710 h 1160647"/>
                <a:gd name="connsiteX151-11431" fmla="*/ 910744 w 3028183"/>
                <a:gd name="connsiteY151-11432" fmla="*/ 717710 h 1160647"/>
                <a:gd name="connsiteX152-11433" fmla="*/ 916065 w 3028183"/>
                <a:gd name="connsiteY152-11434" fmla="*/ 717710 h 1160647"/>
                <a:gd name="connsiteX153-11435" fmla="*/ 916065 w 3028183"/>
                <a:gd name="connsiteY153-11436" fmla="*/ 719872 h 1160647"/>
                <a:gd name="connsiteX154-11437" fmla="*/ 916065 w 3028183"/>
                <a:gd name="connsiteY154-11438" fmla="*/ 735005 h 1160647"/>
                <a:gd name="connsiteX155-11439" fmla="*/ 918091 w 3028183"/>
                <a:gd name="connsiteY155-11440" fmla="*/ 733654 h 1160647"/>
                <a:gd name="connsiteX156-11441" fmla="*/ 932278 w 3028183"/>
                <a:gd name="connsiteY156-11442" fmla="*/ 724196 h 1160647"/>
                <a:gd name="connsiteX157-11443" fmla="*/ 938358 w 3028183"/>
                <a:gd name="connsiteY157-11444" fmla="*/ 683122 h 1160647"/>
                <a:gd name="connsiteX158-11445" fmla="*/ 939118 w 3028183"/>
                <a:gd name="connsiteY158-11446" fmla="*/ 682852 h 1160647"/>
                <a:gd name="connsiteX159-11447" fmla="*/ 944438 w 3028183"/>
                <a:gd name="connsiteY159-11448" fmla="*/ 680960 h 1160647"/>
                <a:gd name="connsiteX160-11449" fmla="*/ 946465 w 3028183"/>
                <a:gd name="connsiteY160-11450" fmla="*/ 611783 h 1160647"/>
                <a:gd name="connsiteX161-11451" fmla="*/ 948492 w 3028183"/>
                <a:gd name="connsiteY161-11452" fmla="*/ 680960 h 1160647"/>
                <a:gd name="connsiteX162-11453" fmla="*/ 949252 w 3028183"/>
                <a:gd name="connsiteY162-11454" fmla="*/ 681230 h 1160647"/>
                <a:gd name="connsiteX163-11455" fmla="*/ 954572 w 3028183"/>
                <a:gd name="connsiteY163-11456" fmla="*/ 683122 h 1160647"/>
                <a:gd name="connsiteX164-11457" fmla="*/ 954572 w 3028183"/>
                <a:gd name="connsiteY164-11458" fmla="*/ 596651 h 1160647"/>
                <a:gd name="connsiteX165-11459" fmla="*/ 958625 w 3028183"/>
                <a:gd name="connsiteY165-11460" fmla="*/ 564224 h 1160647"/>
                <a:gd name="connsiteX166-11461" fmla="*/ 997132 w 3028183"/>
                <a:gd name="connsiteY166-11462" fmla="*/ 564224 h 1160647"/>
                <a:gd name="connsiteX167-11463" fmla="*/ 997132 w 3028183"/>
                <a:gd name="connsiteY167-11464" fmla="*/ 596651 h 1160647"/>
                <a:gd name="connsiteX168-11465" fmla="*/ 997892 w 3028183"/>
                <a:gd name="connsiteY168-11466" fmla="*/ 596651 h 1160647"/>
                <a:gd name="connsiteX169-11467" fmla="*/ 1003212 w 3028183"/>
                <a:gd name="connsiteY169-11468" fmla="*/ 596651 h 1160647"/>
                <a:gd name="connsiteX170-11469" fmla="*/ 1003212 w 3028183"/>
                <a:gd name="connsiteY170-11470" fmla="*/ 514503 h 1160647"/>
                <a:gd name="connsiteX171-11471" fmla="*/ 1004986 w 3028183"/>
                <a:gd name="connsiteY171-11472" fmla="*/ 514503 h 1160647"/>
                <a:gd name="connsiteX172-11473" fmla="*/ 1017399 w 3028183"/>
                <a:gd name="connsiteY172-11474" fmla="*/ 514503 h 1160647"/>
                <a:gd name="connsiteX173-11475" fmla="*/ 1017399 w 3028183"/>
                <a:gd name="connsiteY173-11476" fmla="*/ 512612 h 1160647"/>
                <a:gd name="connsiteX174-11477" fmla="*/ 1017399 w 3028183"/>
                <a:gd name="connsiteY174-11478" fmla="*/ 499371 h 1160647"/>
                <a:gd name="connsiteX175-11479" fmla="*/ 1039693 w 3028183"/>
                <a:gd name="connsiteY175-11480" fmla="*/ 499371 h 1160647"/>
                <a:gd name="connsiteX176-11481" fmla="*/ 1039693 w 3028183"/>
                <a:gd name="connsiteY176-11482" fmla="*/ 498290 h 1160647"/>
                <a:gd name="connsiteX177-11483" fmla="*/ 1039693 w 3028183"/>
                <a:gd name="connsiteY177-11484" fmla="*/ 490724 h 1160647"/>
                <a:gd name="connsiteX178-11485" fmla="*/ 1041466 w 3028183"/>
                <a:gd name="connsiteY178-11486" fmla="*/ 490724 h 1160647"/>
                <a:gd name="connsiteX179-11487" fmla="*/ 1053880 w 3028183"/>
                <a:gd name="connsiteY179-11488" fmla="*/ 490724 h 1160647"/>
                <a:gd name="connsiteX180-11489" fmla="*/ 1053880 w 3028183"/>
                <a:gd name="connsiteY180-11490" fmla="*/ 491805 h 1160647"/>
                <a:gd name="connsiteX181-11491" fmla="*/ 1053880 w 3028183"/>
                <a:gd name="connsiteY181-11492" fmla="*/ 499371 h 1160647"/>
                <a:gd name="connsiteX182-11493" fmla="*/ 1054640 w 3028183"/>
                <a:gd name="connsiteY182-11494" fmla="*/ 499371 h 1160647"/>
                <a:gd name="connsiteX183-11495" fmla="*/ 1059960 w 3028183"/>
                <a:gd name="connsiteY183-11496" fmla="*/ 499371 h 1160647"/>
                <a:gd name="connsiteX184-11497" fmla="*/ 1070093 w 3028183"/>
                <a:gd name="connsiteY184-11498" fmla="*/ 495047 h 1160647"/>
                <a:gd name="connsiteX185-11499" fmla="*/ 1074146 w 3028183"/>
                <a:gd name="connsiteY185-11500" fmla="*/ 498290 h 1160647"/>
                <a:gd name="connsiteX186-11501" fmla="*/ 1074146 w 3028183"/>
                <a:gd name="connsiteY186-11502" fmla="*/ 490724 h 1160647"/>
                <a:gd name="connsiteX187-11503" fmla="*/ 1076426 w 3028183"/>
                <a:gd name="connsiteY187-11504" fmla="*/ 490724 h 1160647"/>
                <a:gd name="connsiteX188-11505" fmla="*/ 1092387 w 3028183"/>
                <a:gd name="connsiteY188-11506" fmla="*/ 490724 h 1160647"/>
                <a:gd name="connsiteX189-11507" fmla="*/ 1092387 w 3028183"/>
                <a:gd name="connsiteY189-11508" fmla="*/ 491805 h 1160647"/>
                <a:gd name="connsiteX190-11509" fmla="*/ 1092387 w 3028183"/>
                <a:gd name="connsiteY190-11510" fmla="*/ 499371 h 1160647"/>
                <a:gd name="connsiteX191-11511" fmla="*/ 1122787 w 3028183"/>
                <a:gd name="connsiteY191-11512" fmla="*/ 499371 h 1160647"/>
                <a:gd name="connsiteX192-11513" fmla="*/ 1122787 w 3028183"/>
                <a:gd name="connsiteY192-11514" fmla="*/ 500992 h 1160647"/>
                <a:gd name="connsiteX193-11515" fmla="*/ 1122787 w 3028183"/>
                <a:gd name="connsiteY193-11516" fmla="*/ 512342 h 1160647"/>
                <a:gd name="connsiteX194-11517" fmla="*/ 1149134 w 3028183"/>
                <a:gd name="connsiteY194-11518" fmla="*/ 512342 h 1160647"/>
                <a:gd name="connsiteX195-11519" fmla="*/ 1149134 w 3028183"/>
                <a:gd name="connsiteY195-11520" fmla="*/ 542606 h 1160647"/>
                <a:gd name="connsiteX196-11521" fmla="*/ 1149894 w 3028183"/>
                <a:gd name="connsiteY196-11522" fmla="*/ 542606 h 1160647"/>
                <a:gd name="connsiteX197-11523" fmla="*/ 1155214 w 3028183"/>
                <a:gd name="connsiteY197-11524" fmla="*/ 542606 h 1160647"/>
                <a:gd name="connsiteX198-11525" fmla="*/ 1155214 w 3028183"/>
                <a:gd name="connsiteY198-11526" fmla="*/ 543687 h 1160647"/>
                <a:gd name="connsiteX199-11527" fmla="*/ 1155214 w 3028183"/>
                <a:gd name="connsiteY199-11528" fmla="*/ 551254 h 1160647"/>
                <a:gd name="connsiteX200-11529" fmla="*/ 1159268 w 3028183"/>
                <a:gd name="connsiteY200-11530" fmla="*/ 581518 h 1160647"/>
                <a:gd name="connsiteX201-11531" fmla="*/ 1160028 w 3028183"/>
                <a:gd name="connsiteY201-11532" fmla="*/ 581518 h 1160647"/>
                <a:gd name="connsiteX202-11533" fmla="*/ 1165348 w 3028183"/>
                <a:gd name="connsiteY202-11534" fmla="*/ 581518 h 1160647"/>
                <a:gd name="connsiteX203-11535" fmla="*/ 1165348 w 3028183"/>
                <a:gd name="connsiteY203-11536" fmla="*/ 582329 h 1160647"/>
                <a:gd name="connsiteX204-11537" fmla="*/ 1165348 w 3028183"/>
                <a:gd name="connsiteY204-11538" fmla="*/ 588004 h 1160647"/>
                <a:gd name="connsiteX205-11539" fmla="*/ 1166361 w 3028183"/>
                <a:gd name="connsiteY205-11540" fmla="*/ 588004 h 1160647"/>
                <a:gd name="connsiteX206-11541" fmla="*/ 1173454 w 3028183"/>
                <a:gd name="connsiteY206-11542" fmla="*/ 588004 h 1160647"/>
                <a:gd name="connsiteX207-11543" fmla="*/ 1173454 w 3028183"/>
                <a:gd name="connsiteY207-11544" fmla="*/ 618269 h 1160647"/>
                <a:gd name="connsiteX208-11545" fmla="*/ 1175481 w 3028183"/>
                <a:gd name="connsiteY208-11546" fmla="*/ 618269 h 1160647"/>
                <a:gd name="connsiteX209-11547" fmla="*/ 1189668 w 3028183"/>
                <a:gd name="connsiteY209-11548" fmla="*/ 618269 h 1160647"/>
                <a:gd name="connsiteX210-11549" fmla="*/ 1189668 w 3028183"/>
                <a:gd name="connsiteY210-11550" fmla="*/ 642048 h 1160647"/>
                <a:gd name="connsiteX211-11551" fmla="*/ 1191695 w 3028183"/>
                <a:gd name="connsiteY211-11552" fmla="*/ 643669 h 1160647"/>
                <a:gd name="connsiteX212-11553" fmla="*/ 1191695 w 3028183"/>
                <a:gd name="connsiteY212-11554" fmla="*/ 655019 h 1160647"/>
                <a:gd name="connsiteX213-11555" fmla="*/ 1192455 w 3028183"/>
                <a:gd name="connsiteY213-11556" fmla="*/ 655019 h 1160647"/>
                <a:gd name="connsiteX214-11557" fmla="*/ 1197775 w 3028183"/>
                <a:gd name="connsiteY214-11558" fmla="*/ 655019 h 1160647"/>
                <a:gd name="connsiteX215-11559" fmla="*/ 1197775 w 3028183"/>
                <a:gd name="connsiteY215-11560" fmla="*/ 678798 h 1160647"/>
                <a:gd name="connsiteX216-11561" fmla="*/ 1199041 w 3028183"/>
                <a:gd name="connsiteY216-11562" fmla="*/ 678798 h 1160647"/>
                <a:gd name="connsiteX217-11563" fmla="*/ 1207908 w 3028183"/>
                <a:gd name="connsiteY217-11564" fmla="*/ 678798 h 1160647"/>
                <a:gd name="connsiteX218-11565" fmla="*/ 1209935 w 3028183"/>
                <a:gd name="connsiteY218-11566" fmla="*/ 682852 h 1160647"/>
                <a:gd name="connsiteX219-11567" fmla="*/ 1209935 w 3028183"/>
                <a:gd name="connsiteY219-11568" fmla="*/ 696093 h 1160647"/>
                <a:gd name="connsiteX220-11569" fmla="*/ 1211455 w 3028183"/>
                <a:gd name="connsiteY220-11570" fmla="*/ 694201 h 1160647"/>
                <a:gd name="connsiteX221-11571" fmla="*/ 1222095 w 3028183"/>
                <a:gd name="connsiteY221-11572" fmla="*/ 680960 h 1160647"/>
                <a:gd name="connsiteX222-11573" fmla="*/ 1250469 w 3028183"/>
                <a:gd name="connsiteY222-11574" fmla="*/ 680960 h 1160647"/>
                <a:gd name="connsiteX223-11575" fmla="*/ 1250469 w 3028183"/>
                <a:gd name="connsiteY223-11576" fmla="*/ 767431 h 1160647"/>
                <a:gd name="connsiteX224-11577" fmla="*/ 1251229 w 3028183"/>
                <a:gd name="connsiteY224-11578" fmla="*/ 767431 h 1160647"/>
                <a:gd name="connsiteX225-11579" fmla="*/ 1256549 w 3028183"/>
                <a:gd name="connsiteY225-11580" fmla="*/ 767431 h 1160647"/>
                <a:gd name="connsiteX226-11581" fmla="*/ 1257309 w 3028183"/>
                <a:gd name="connsiteY226-11582" fmla="*/ 766080 h 1160647"/>
                <a:gd name="connsiteX227-11583" fmla="*/ 1262629 w 3028183"/>
                <a:gd name="connsiteY227-11584" fmla="*/ 756622 h 1160647"/>
                <a:gd name="connsiteX228-11585" fmla="*/ 1262629 w 3028183"/>
                <a:gd name="connsiteY228-11586" fmla="*/ 758514 h 1160647"/>
                <a:gd name="connsiteX229-11587" fmla="*/ 1262629 w 3028183"/>
                <a:gd name="connsiteY229-11588" fmla="*/ 771755 h 1160647"/>
                <a:gd name="connsiteX230-11589" fmla="*/ 1266682 w 3028183"/>
                <a:gd name="connsiteY230-11590" fmla="*/ 726358 h 1160647"/>
                <a:gd name="connsiteX231-11591" fmla="*/ 1267442 w 3028183"/>
                <a:gd name="connsiteY231-11592" fmla="*/ 726358 h 1160647"/>
                <a:gd name="connsiteX232-11593" fmla="*/ 1272762 w 3028183"/>
                <a:gd name="connsiteY232-11594" fmla="*/ 726358 h 1160647"/>
                <a:gd name="connsiteX233-11595" fmla="*/ 1272762 w 3028183"/>
                <a:gd name="connsiteY233-11596" fmla="*/ 661504 h 1160647"/>
                <a:gd name="connsiteX234-11597" fmla="*/ 1273776 w 3028183"/>
                <a:gd name="connsiteY234-11598" fmla="*/ 661504 h 1160647"/>
                <a:gd name="connsiteX235-11599" fmla="*/ 1280869 w 3028183"/>
                <a:gd name="connsiteY235-11600" fmla="*/ 661504 h 1160647"/>
                <a:gd name="connsiteX236-11601" fmla="*/ 1293029 w 3028183"/>
                <a:gd name="connsiteY236-11602" fmla="*/ 618269 h 1160647"/>
                <a:gd name="connsiteX237-11603" fmla="*/ 1294296 w 3028183"/>
                <a:gd name="connsiteY237-11604" fmla="*/ 618269 h 1160647"/>
                <a:gd name="connsiteX238-11605" fmla="*/ 1303163 w 3028183"/>
                <a:gd name="connsiteY238-11606" fmla="*/ 618269 h 1160647"/>
                <a:gd name="connsiteX239-11607" fmla="*/ 1313296 w 3028183"/>
                <a:gd name="connsiteY239-11608" fmla="*/ 661504 h 1160647"/>
                <a:gd name="connsiteX240-11609" fmla="*/ 1314309 w 3028183"/>
                <a:gd name="connsiteY240-11610" fmla="*/ 661504 h 1160647"/>
                <a:gd name="connsiteX241-11611" fmla="*/ 1321403 w 3028183"/>
                <a:gd name="connsiteY241-11612" fmla="*/ 661504 h 1160647"/>
                <a:gd name="connsiteX242-11613" fmla="*/ 1321403 w 3028183"/>
                <a:gd name="connsiteY242-11614" fmla="*/ 700416 h 1160647"/>
                <a:gd name="connsiteX243-11615" fmla="*/ 1323176 w 3028183"/>
                <a:gd name="connsiteY243-11616" fmla="*/ 700416 h 1160647"/>
                <a:gd name="connsiteX244-11617" fmla="*/ 1335590 w 3028183"/>
                <a:gd name="connsiteY244-11618" fmla="*/ 700416 h 1160647"/>
                <a:gd name="connsiteX245-11619" fmla="*/ 1335590 w 3028183"/>
                <a:gd name="connsiteY245-11620" fmla="*/ 702578 h 1160647"/>
                <a:gd name="connsiteX246-11621" fmla="*/ 1335590 w 3028183"/>
                <a:gd name="connsiteY246-11622" fmla="*/ 717710 h 1160647"/>
                <a:gd name="connsiteX247-11623" fmla="*/ 1339643 w 3028183"/>
                <a:gd name="connsiteY247-11624" fmla="*/ 715549 h 1160647"/>
                <a:gd name="connsiteX248-11625" fmla="*/ 1339643 w 3028183"/>
                <a:gd name="connsiteY248-11626" fmla="*/ 700416 h 1160647"/>
                <a:gd name="connsiteX249-11627" fmla="*/ 1341163 w 3028183"/>
                <a:gd name="connsiteY249-11628" fmla="*/ 700416 h 1160647"/>
                <a:gd name="connsiteX250-11629" fmla="*/ 1351803 w 3028183"/>
                <a:gd name="connsiteY250-11630" fmla="*/ 700416 h 1160647"/>
                <a:gd name="connsiteX251-11631" fmla="*/ 1351803 w 3028183"/>
                <a:gd name="connsiteY251-11632" fmla="*/ 702037 h 1160647"/>
                <a:gd name="connsiteX252-11633" fmla="*/ 1351803 w 3028183"/>
                <a:gd name="connsiteY252-11634" fmla="*/ 713387 h 1160647"/>
                <a:gd name="connsiteX253-11635" fmla="*/ 1382204 w 3028183"/>
                <a:gd name="connsiteY253-11636" fmla="*/ 713387 h 1160647"/>
                <a:gd name="connsiteX254-11637" fmla="*/ 1382204 w 3028183"/>
                <a:gd name="connsiteY254-11638" fmla="*/ 676637 h 1160647"/>
                <a:gd name="connsiteX255-11639" fmla="*/ 1383470 w 3028183"/>
                <a:gd name="connsiteY255-11640" fmla="*/ 676637 h 1160647"/>
                <a:gd name="connsiteX256-11641" fmla="*/ 1392337 w 3028183"/>
                <a:gd name="connsiteY256-11642" fmla="*/ 676637 h 1160647"/>
                <a:gd name="connsiteX257-11643" fmla="*/ 1392337 w 3028183"/>
                <a:gd name="connsiteY257-11644" fmla="*/ 698254 h 1160647"/>
                <a:gd name="connsiteX258-11645" fmla="*/ 1394364 w 3028183"/>
                <a:gd name="connsiteY258-11646" fmla="*/ 665828 h 1160647"/>
                <a:gd name="connsiteX259-11647" fmla="*/ 1416657 w 3028183"/>
                <a:gd name="connsiteY259-11648" fmla="*/ 665828 h 1160647"/>
                <a:gd name="connsiteX260-11649" fmla="*/ 1416657 w 3028183"/>
                <a:gd name="connsiteY260-11650" fmla="*/ 664206 h 1160647"/>
                <a:gd name="connsiteX261-11651" fmla="*/ 1416657 w 3028183"/>
                <a:gd name="connsiteY261-11652" fmla="*/ 652857 h 1160647"/>
                <a:gd name="connsiteX262-11653" fmla="*/ 1417417 w 3028183"/>
                <a:gd name="connsiteY262-11654" fmla="*/ 652857 h 1160647"/>
                <a:gd name="connsiteX263-11655" fmla="*/ 1422737 w 3028183"/>
                <a:gd name="connsiteY263-11656" fmla="*/ 652857 h 1160647"/>
                <a:gd name="connsiteX264-11657" fmla="*/ 1422737 w 3028183"/>
                <a:gd name="connsiteY264-11658" fmla="*/ 650966 h 1160647"/>
                <a:gd name="connsiteX265-11659" fmla="*/ 1422737 w 3028183"/>
                <a:gd name="connsiteY265-11660" fmla="*/ 637725 h 1160647"/>
                <a:gd name="connsiteX266-11661" fmla="*/ 1426791 w 3028183"/>
                <a:gd name="connsiteY266-11662" fmla="*/ 644210 h 1160647"/>
                <a:gd name="connsiteX267-11663" fmla="*/ 1429071 w 3028183"/>
                <a:gd name="connsiteY267-11664" fmla="*/ 644210 h 1160647"/>
                <a:gd name="connsiteX268-11665" fmla="*/ 1445031 w 3028183"/>
                <a:gd name="connsiteY268-11666" fmla="*/ 644210 h 1160647"/>
                <a:gd name="connsiteX269-11667" fmla="*/ 1445031 w 3028183"/>
                <a:gd name="connsiteY269-11668" fmla="*/ 643399 h 1160647"/>
                <a:gd name="connsiteX270-11669" fmla="*/ 1445031 w 3028183"/>
                <a:gd name="connsiteY270-11670" fmla="*/ 637725 h 1160647"/>
                <a:gd name="connsiteX271-11671" fmla="*/ 1445791 w 3028183"/>
                <a:gd name="connsiteY271-11672" fmla="*/ 637725 h 1160647"/>
                <a:gd name="connsiteX272-11673" fmla="*/ 1451111 w 3028183"/>
                <a:gd name="connsiteY272-11674" fmla="*/ 637725 h 1160647"/>
                <a:gd name="connsiteX273-11675" fmla="*/ 1451111 w 3028183"/>
                <a:gd name="connsiteY273-11676" fmla="*/ 639076 h 1160647"/>
                <a:gd name="connsiteX274-11677" fmla="*/ 1451111 w 3028183"/>
                <a:gd name="connsiteY274-11678" fmla="*/ 648534 h 1160647"/>
                <a:gd name="connsiteX275-11679" fmla="*/ 1489618 w 3028183"/>
                <a:gd name="connsiteY275-11680" fmla="*/ 648534 h 1160647"/>
                <a:gd name="connsiteX276-11681" fmla="*/ 1489618 w 3028183"/>
                <a:gd name="connsiteY276-11682" fmla="*/ 786887 h 1160647"/>
                <a:gd name="connsiteX277-11683" fmla="*/ 1491138 w 3028183"/>
                <a:gd name="connsiteY277-11684" fmla="*/ 786887 h 1160647"/>
                <a:gd name="connsiteX278-11685" fmla="*/ 1501778 w 3028183"/>
                <a:gd name="connsiteY278-11686" fmla="*/ 786887 h 1160647"/>
                <a:gd name="connsiteX279-11687" fmla="*/ 1501778 w 3028183"/>
                <a:gd name="connsiteY279-11688" fmla="*/ 773917 h 1160647"/>
                <a:gd name="connsiteX280-11689" fmla="*/ 1505832 w 3028183"/>
                <a:gd name="connsiteY280-11690" fmla="*/ 773917 h 1160647"/>
                <a:gd name="connsiteX281-11691" fmla="*/ 1505832 w 3028183"/>
                <a:gd name="connsiteY281-11692" fmla="*/ 786887 h 1160647"/>
                <a:gd name="connsiteX282-11693" fmla="*/ 1536232 w 3028183"/>
                <a:gd name="connsiteY282-11694" fmla="*/ 786887 h 1160647"/>
                <a:gd name="connsiteX283-11695" fmla="*/ 1536232 w 3028183"/>
                <a:gd name="connsiteY283-11696" fmla="*/ 756622 h 1160647"/>
                <a:gd name="connsiteX284-11697" fmla="*/ 1548392 w 3028183"/>
                <a:gd name="connsiteY284-11698" fmla="*/ 756622 h 1160647"/>
                <a:gd name="connsiteX285-11699" fmla="*/ 1560552 w 3028183"/>
                <a:gd name="connsiteY285-11700" fmla="*/ 754461 h 1160647"/>
                <a:gd name="connsiteX286-11701" fmla="*/ 1564606 w 3028183"/>
                <a:gd name="connsiteY286-11702" fmla="*/ 756622 h 1160647"/>
                <a:gd name="connsiteX287-11703" fmla="*/ 1574739 w 3028183"/>
                <a:gd name="connsiteY287-11704" fmla="*/ 756622 h 1160647"/>
                <a:gd name="connsiteX288-11705" fmla="*/ 1574739 w 3028183"/>
                <a:gd name="connsiteY288-11706" fmla="*/ 786887 h 1160647"/>
                <a:gd name="connsiteX289-11707" fmla="*/ 1582846 w 3028183"/>
                <a:gd name="connsiteY289-11708" fmla="*/ 786887 h 1160647"/>
                <a:gd name="connsiteX290-11709" fmla="*/ 1582846 w 3028183"/>
                <a:gd name="connsiteY290-11710" fmla="*/ 804182 h 1160647"/>
                <a:gd name="connsiteX291-11711" fmla="*/ 1592182 w 3028183"/>
                <a:gd name="connsiteY291-11712" fmla="*/ 805087 h 1160647"/>
                <a:gd name="connsiteX292-11713" fmla="*/ 1605140 w 3028183"/>
                <a:gd name="connsiteY292-11714" fmla="*/ 805087 h 1160647"/>
                <a:gd name="connsiteX293-11715" fmla="*/ 1605140 w 3028183"/>
                <a:gd name="connsiteY293-11716" fmla="*/ 789049 h 1160647"/>
                <a:gd name="connsiteX294-11717" fmla="*/ 1673096 w 3028183"/>
                <a:gd name="connsiteY294-11718" fmla="*/ 789049 h 1160647"/>
                <a:gd name="connsiteX295-11719" fmla="*/ 1673096 w 3028183"/>
                <a:gd name="connsiteY295-11720" fmla="*/ 703796 h 1160647"/>
                <a:gd name="connsiteX296-11721" fmla="*/ 1745104 w 3028183"/>
                <a:gd name="connsiteY296-11722" fmla="*/ 703796 h 1160647"/>
                <a:gd name="connsiteX297-11723" fmla="*/ 1745104 w 3028183"/>
                <a:gd name="connsiteY297-11724" fmla="*/ 782564 h 1160647"/>
                <a:gd name="connsiteX298-11725" fmla="*/ 1747008 w 3028183"/>
                <a:gd name="connsiteY298-11726" fmla="*/ 782564 h 1160647"/>
                <a:gd name="connsiteX299-11727" fmla="*/ 1748250 w 3028183"/>
                <a:gd name="connsiteY299-11728" fmla="*/ 805087 h 1160647"/>
                <a:gd name="connsiteX300-11729" fmla="*/ 1757926 w 3028183"/>
                <a:gd name="connsiteY300-11730" fmla="*/ 805087 h 1160647"/>
                <a:gd name="connsiteX301-11731" fmla="*/ 1759168 w 3028183"/>
                <a:gd name="connsiteY301-11732" fmla="*/ 782564 h 1160647"/>
                <a:gd name="connsiteX302-11733" fmla="*/ 1765248 w 3028183"/>
                <a:gd name="connsiteY302-11734" fmla="*/ 782564 h 1160647"/>
                <a:gd name="connsiteX303-11735" fmla="*/ 1766490 w 3028183"/>
                <a:gd name="connsiteY303-11736" fmla="*/ 805087 h 1160647"/>
                <a:gd name="connsiteX304-11737" fmla="*/ 1817112 w 3028183"/>
                <a:gd name="connsiteY304-11738" fmla="*/ 805087 h 1160647"/>
                <a:gd name="connsiteX305-11739" fmla="*/ 1817112 w 3028183"/>
                <a:gd name="connsiteY305-11740" fmla="*/ 642059 h 1160647"/>
                <a:gd name="connsiteX306-11741" fmla="*/ 2014439 w 3028183"/>
                <a:gd name="connsiteY306-11742" fmla="*/ 642059 h 1160647"/>
                <a:gd name="connsiteX307-11743" fmla="*/ 2014439 w 3028183"/>
                <a:gd name="connsiteY307-11744" fmla="*/ 805087 h 1160647"/>
                <a:gd name="connsiteX308-11745" fmla="*/ 2033136 w 3028183"/>
                <a:gd name="connsiteY308-11746" fmla="*/ 805087 h 1160647"/>
                <a:gd name="connsiteX309-11747" fmla="*/ 2033136 w 3028183"/>
                <a:gd name="connsiteY309-11748" fmla="*/ 722394 h 1160647"/>
                <a:gd name="connsiteX310-11749" fmla="*/ 2128256 w 3028183"/>
                <a:gd name="connsiteY310-11750" fmla="*/ 722394 h 1160647"/>
                <a:gd name="connsiteX311-11751" fmla="*/ 2140186 w 3028183"/>
                <a:gd name="connsiteY311-11752" fmla="*/ 404253 h 1160647"/>
                <a:gd name="connsiteX312-11753" fmla="*/ 2128026 w 3028183"/>
                <a:gd name="connsiteY312-11754" fmla="*/ 382635 h 1160647"/>
                <a:gd name="connsiteX313-11755" fmla="*/ 2121946 w 3028183"/>
                <a:gd name="connsiteY313-11756" fmla="*/ 378311 h 1160647"/>
                <a:gd name="connsiteX314-11757" fmla="*/ 2130053 w 3028183"/>
                <a:gd name="connsiteY314-11758" fmla="*/ 354532 h 1160647"/>
                <a:gd name="connsiteX315-11759" fmla="*/ 2130053 w 3028183"/>
                <a:gd name="connsiteY315-11760" fmla="*/ 337238 h 1160647"/>
                <a:gd name="connsiteX316-11761" fmla="*/ 2144240 w 3028183"/>
                <a:gd name="connsiteY316-11762" fmla="*/ 337238 h 1160647"/>
                <a:gd name="connsiteX317-11763" fmla="*/ 2144240 w 3028183"/>
                <a:gd name="connsiteY317-11764" fmla="*/ 315620 h 1160647"/>
                <a:gd name="connsiteX318-11765" fmla="*/ 2146266 w 3028183"/>
                <a:gd name="connsiteY318-11766" fmla="*/ 311296 h 1160647"/>
                <a:gd name="connsiteX319-11767" fmla="*/ 2146266 w 3028183"/>
                <a:gd name="connsiteY319-11768" fmla="*/ 233472 h 1160647"/>
                <a:gd name="connsiteX320-11769" fmla="*/ 2144240 w 3028183"/>
                <a:gd name="connsiteY320-11770" fmla="*/ 226987 h 1160647"/>
                <a:gd name="connsiteX321-11771" fmla="*/ 2150320 w 3028183"/>
                <a:gd name="connsiteY321-11772" fmla="*/ 220501 h 1160647"/>
                <a:gd name="connsiteX322-11773" fmla="*/ 2150320 w 3028183"/>
                <a:gd name="connsiteY322-11774" fmla="*/ 162133 h 1160647"/>
                <a:gd name="connsiteX323-11775" fmla="*/ 2152346 w 3028183"/>
                <a:gd name="connsiteY323-11776" fmla="*/ 157810 h 1160647"/>
                <a:gd name="connsiteX324-11777" fmla="*/ 2152346 w 3028183"/>
                <a:gd name="connsiteY324-11778" fmla="*/ 101604 h 1160647"/>
                <a:gd name="connsiteX325-11779" fmla="*/ 2154373 w 3028183"/>
                <a:gd name="connsiteY325-11780" fmla="*/ 82148 h 1160647"/>
                <a:gd name="connsiteX326-11781" fmla="*/ 2158427 w 3028183"/>
                <a:gd name="connsiteY326-11782" fmla="*/ 99442 h 1160647"/>
                <a:gd name="connsiteX327-11783" fmla="*/ 2160453 w 3028183"/>
                <a:gd name="connsiteY327-11784" fmla="*/ 157810 h 1160647"/>
                <a:gd name="connsiteX328-11785" fmla="*/ 2162480 w 3028183"/>
                <a:gd name="connsiteY328-11786" fmla="*/ 220501 h 1160647"/>
                <a:gd name="connsiteX329-11787" fmla="*/ 2168560 w 3028183"/>
                <a:gd name="connsiteY329-11788" fmla="*/ 226987 h 1160647"/>
                <a:gd name="connsiteX330-11789" fmla="*/ 2166533 w 3028183"/>
                <a:gd name="connsiteY330-11790" fmla="*/ 233472 h 1160647"/>
                <a:gd name="connsiteX331-11791" fmla="*/ 2166533 w 3028183"/>
                <a:gd name="connsiteY331-11792" fmla="*/ 311296 h 1160647"/>
                <a:gd name="connsiteX332-11793" fmla="*/ 2168560 w 3028183"/>
                <a:gd name="connsiteY332-11794" fmla="*/ 315620 h 1160647"/>
                <a:gd name="connsiteX333-11795" fmla="*/ 2168560 w 3028183"/>
                <a:gd name="connsiteY333-11796" fmla="*/ 337238 h 1160647"/>
                <a:gd name="connsiteX334-11797" fmla="*/ 2182747 w 3028183"/>
                <a:gd name="connsiteY334-11798" fmla="*/ 337238 h 1160647"/>
                <a:gd name="connsiteX335-11799" fmla="*/ 2182747 w 3028183"/>
                <a:gd name="connsiteY335-11800" fmla="*/ 354532 h 1160647"/>
                <a:gd name="connsiteX336-11801" fmla="*/ 2190854 w 3028183"/>
                <a:gd name="connsiteY336-11802" fmla="*/ 378311 h 1160647"/>
                <a:gd name="connsiteX337-11803" fmla="*/ 2184774 w 3028183"/>
                <a:gd name="connsiteY337-11804" fmla="*/ 382635 h 1160647"/>
                <a:gd name="connsiteX338-11805" fmla="*/ 2172613 w 3028183"/>
                <a:gd name="connsiteY338-11806" fmla="*/ 404253 h 1160647"/>
                <a:gd name="connsiteX339-11807" fmla="*/ 2180720 w 3028183"/>
                <a:gd name="connsiteY339-11808" fmla="*/ 657181 h 1160647"/>
                <a:gd name="connsiteX340-11809" fmla="*/ 2245574 w 3028183"/>
                <a:gd name="connsiteY340-11810" fmla="*/ 657181 h 1160647"/>
                <a:gd name="connsiteX341-11811" fmla="*/ 2245574 w 3028183"/>
                <a:gd name="connsiteY341-11812" fmla="*/ 732843 h 1160647"/>
                <a:gd name="connsiteX342-11813" fmla="*/ 2253681 w 3028183"/>
                <a:gd name="connsiteY342-11814" fmla="*/ 732843 h 1160647"/>
                <a:gd name="connsiteX343-11815" fmla="*/ 2255708 w 3028183"/>
                <a:gd name="connsiteY343-11816" fmla="*/ 726358 h 1160647"/>
                <a:gd name="connsiteX344-11817" fmla="*/ 2261788 w 3028183"/>
                <a:gd name="connsiteY344-11818" fmla="*/ 726358 h 1160647"/>
                <a:gd name="connsiteX345-11819" fmla="*/ 2263815 w 3028183"/>
                <a:gd name="connsiteY345-11820" fmla="*/ 735005 h 1160647"/>
                <a:gd name="connsiteX346-11821" fmla="*/ 2275975 w 3028183"/>
                <a:gd name="connsiteY346-11822" fmla="*/ 735005 h 1160647"/>
                <a:gd name="connsiteX347-11823" fmla="*/ 2275975 w 3028183"/>
                <a:gd name="connsiteY347-11824" fmla="*/ 728519 h 1160647"/>
                <a:gd name="connsiteX348-11825" fmla="*/ 2298268 w 3028183"/>
                <a:gd name="connsiteY348-11826" fmla="*/ 728519 h 1160647"/>
                <a:gd name="connsiteX349-11827" fmla="*/ 2298268 w 3028183"/>
                <a:gd name="connsiteY349-11828" fmla="*/ 735005 h 1160647"/>
                <a:gd name="connsiteX350-11829" fmla="*/ 2318535 w 3028183"/>
                <a:gd name="connsiteY350-11830" fmla="*/ 735005 h 1160647"/>
                <a:gd name="connsiteX351-11831" fmla="*/ 2318535 w 3028183"/>
                <a:gd name="connsiteY351-11832" fmla="*/ 780402 h 1160647"/>
                <a:gd name="connsiteX352-11833" fmla="*/ 2332722 w 3028183"/>
                <a:gd name="connsiteY352-11834" fmla="*/ 780402 h 1160647"/>
                <a:gd name="connsiteX353-11835" fmla="*/ 2332722 w 3028183"/>
                <a:gd name="connsiteY353-11836" fmla="*/ 767431 h 1160647"/>
                <a:gd name="connsiteX354-11837" fmla="*/ 2348936 w 3028183"/>
                <a:gd name="connsiteY354-11838" fmla="*/ 767431 h 1160647"/>
                <a:gd name="connsiteX355-11839" fmla="*/ 2348936 w 3028183"/>
                <a:gd name="connsiteY355-11840" fmla="*/ 588004 h 1160647"/>
                <a:gd name="connsiteX356-11841" fmla="*/ 2355016 w 3028183"/>
                <a:gd name="connsiteY356-11842" fmla="*/ 581518 h 1160647"/>
                <a:gd name="connsiteX357-11843" fmla="*/ 2427977 w 3028183"/>
                <a:gd name="connsiteY357-11844" fmla="*/ 581518 h 1160647"/>
                <a:gd name="connsiteX358-11845" fmla="*/ 2427977 w 3028183"/>
                <a:gd name="connsiteY358-11846" fmla="*/ 590166 h 1160647"/>
                <a:gd name="connsiteX359-11847" fmla="*/ 2438110 w 3028183"/>
                <a:gd name="connsiteY359-11848" fmla="*/ 590166 h 1160647"/>
                <a:gd name="connsiteX360-11849" fmla="*/ 2438110 w 3028183"/>
                <a:gd name="connsiteY360-11850" fmla="*/ 704740 h 1160647"/>
                <a:gd name="connsiteX361-11851" fmla="*/ 2460404 w 3028183"/>
                <a:gd name="connsiteY361-11852" fmla="*/ 704740 h 1160647"/>
                <a:gd name="connsiteX362-11853" fmla="*/ 2460404 w 3028183"/>
                <a:gd name="connsiteY362-11854" fmla="*/ 637725 h 1160647"/>
                <a:gd name="connsiteX363-11855" fmla="*/ 2486751 w 3028183"/>
                <a:gd name="connsiteY363-11856" fmla="*/ 637725 h 1160647"/>
                <a:gd name="connsiteX364-11857" fmla="*/ 2490804 w 3028183"/>
                <a:gd name="connsiteY364-11858" fmla="*/ 633401 h 1160647"/>
                <a:gd name="connsiteX365-11859" fmla="*/ 2498911 w 3028183"/>
                <a:gd name="connsiteY365-11860" fmla="*/ 633401 h 1160647"/>
                <a:gd name="connsiteX366-11861" fmla="*/ 2502964 w 3028183"/>
                <a:gd name="connsiteY366-11862" fmla="*/ 637725 h 1160647"/>
                <a:gd name="connsiteX367-11863" fmla="*/ 2525258 w 3028183"/>
                <a:gd name="connsiteY367-11864" fmla="*/ 637725 h 1160647"/>
                <a:gd name="connsiteX368-11865" fmla="*/ 2525258 w 3028183"/>
                <a:gd name="connsiteY368-11866" fmla="*/ 520989 h 1160647"/>
                <a:gd name="connsiteX369-11867" fmla="*/ 2582005 w 3028183"/>
                <a:gd name="connsiteY369-11868" fmla="*/ 510180 h 1160647"/>
                <a:gd name="connsiteX370-11869" fmla="*/ 2582005 w 3028183"/>
                <a:gd name="connsiteY370-11870" fmla="*/ 511261 h 1160647"/>
                <a:gd name="connsiteX371-11871" fmla="*/ 2582005 w 3028183"/>
                <a:gd name="connsiteY371-11872" fmla="*/ 518827 h 1160647"/>
                <a:gd name="connsiteX372-11873" fmla="*/ 2608352 w 3028183"/>
                <a:gd name="connsiteY372-11874" fmla="*/ 518827 h 1160647"/>
                <a:gd name="connsiteX373-11875" fmla="*/ 2608352 w 3028183"/>
                <a:gd name="connsiteY373-11876" fmla="*/ 773917 h 1160647"/>
                <a:gd name="connsiteX374-11877" fmla="*/ 2630646 w 3028183"/>
                <a:gd name="connsiteY374-11878" fmla="*/ 773917 h 1160647"/>
                <a:gd name="connsiteX375-11879" fmla="*/ 2630646 w 3028183"/>
                <a:gd name="connsiteY375-11880" fmla="*/ 769593 h 1160647"/>
                <a:gd name="connsiteX376-11881" fmla="*/ 2642806 w 3028183"/>
                <a:gd name="connsiteY376-11882" fmla="*/ 769593 h 1160647"/>
                <a:gd name="connsiteX377-11883" fmla="*/ 2642806 w 3028183"/>
                <a:gd name="connsiteY377-11884" fmla="*/ 773917 h 1160647"/>
                <a:gd name="connsiteX378-11885" fmla="*/ 2667126 w 3028183"/>
                <a:gd name="connsiteY378-11886" fmla="*/ 773917 h 1160647"/>
                <a:gd name="connsiteX379-11887" fmla="*/ 2667126 w 3028183"/>
                <a:gd name="connsiteY379-11888" fmla="*/ 760946 h 1160647"/>
                <a:gd name="connsiteX380-11889" fmla="*/ 2695500 w 3028183"/>
                <a:gd name="connsiteY380-11890" fmla="*/ 760946 h 1160647"/>
                <a:gd name="connsiteX381-11891" fmla="*/ 2707660 w 3028183"/>
                <a:gd name="connsiteY381-11892" fmla="*/ 756622 h 1160647"/>
                <a:gd name="connsiteX382-11893" fmla="*/ 2727927 w 3028183"/>
                <a:gd name="connsiteY382-11894" fmla="*/ 760946 h 1160647"/>
                <a:gd name="connsiteX383-11895" fmla="*/ 2727927 w 3028183"/>
                <a:gd name="connsiteY383-11896" fmla="*/ 743652 h 1160647"/>
                <a:gd name="connsiteX384-11897" fmla="*/ 2736034 w 3028183"/>
                <a:gd name="connsiteY384-11898" fmla="*/ 743652 h 1160647"/>
                <a:gd name="connsiteX385-11899" fmla="*/ 2736034 w 3028183"/>
                <a:gd name="connsiteY385-11900" fmla="*/ 730681 h 1160647"/>
                <a:gd name="connsiteX386-11901" fmla="*/ 2792781 w 3028183"/>
                <a:gd name="connsiteY386-11902" fmla="*/ 730681 h 1160647"/>
                <a:gd name="connsiteX387-11903" fmla="*/ 2792781 w 3028183"/>
                <a:gd name="connsiteY387-11904" fmla="*/ 700416 h 1160647"/>
                <a:gd name="connsiteX388-11905" fmla="*/ 2811021 w 3028183"/>
                <a:gd name="connsiteY388-11906" fmla="*/ 700416 h 1160647"/>
                <a:gd name="connsiteX389-11907" fmla="*/ 2811021 w 3028183"/>
                <a:gd name="connsiteY389-11908" fmla="*/ 693931 h 1160647"/>
                <a:gd name="connsiteX390-11909" fmla="*/ 2823181 w 3028183"/>
                <a:gd name="connsiteY390-11910" fmla="*/ 693931 h 1160647"/>
                <a:gd name="connsiteX391-11911" fmla="*/ 2823181 w 3028183"/>
                <a:gd name="connsiteY391-11912" fmla="*/ 700416 h 1160647"/>
                <a:gd name="connsiteX392-11913" fmla="*/ 2839395 w 3028183"/>
                <a:gd name="connsiteY392-11914" fmla="*/ 700416 h 1160647"/>
                <a:gd name="connsiteX393-11915" fmla="*/ 2839395 w 3028183"/>
                <a:gd name="connsiteY393-11916" fmla="*/ 750137 h 1160647"/>
                <a:gd name="connsiteX394-11917" fmla="*/ 2871822 w 3028183"/>
                <a:gd name="connsiteY394-11918" fmla="*/ 750137 h 1160647"/>
                <a:gd name="connsiteX395-11919" fmla="*/ 2871822 w 3028183"/>
                <a:gd name="connsiteY395-11920" fmla="*/ 724196 h 1160647"/>
                <a:gd name="connsiteX396-11921" fmla="*/ 2910329 w 3028183"/>
                <a:gd name="connsiteY396-11922" fmla="*/ 724196 h 1160647"/>
                <a:gd name="connsiteX397-11923" fmla="*/ 2910329 w 3028183"/>
                <a:gd name="connsiteY397-11924" fmla="*/ 693931 h 1160647"/>
                <a:gd name="connsiteX398-11925" fmla="*/ 2958970 w 3028183"/>
                <a:gd name="connsiteY398-11926" fmla="*/ 693931 h 1160647"/>
                <a:gd name="connsiteX399-11927" fmla="*/ 2958970 w 3028183"/>
                <a:gd name="connsiteY399-11928" fmla="*/ 805087 h 1160647"/>
                <a:gd name="connsiteX400-11929" fmla="*/ 2958970 w 3028183"/>
                <a:gd name="connsiteY400-11930" fmla="*/ 818866 h 1160647"/>
                <a:gd name="connsiteX401-11931" fmla="*/ 3024845 w 3028183"/>
                <a:gd name="connsiteY401-11932" fmla="*/ 818866 h 1160647"/>
                <a:gd name="connsiteX402-11933" fmla="*/ 3028183 w 3028183"/>
                <a:gd name="connsiteY402-11934" fmla="*/ 1160647 h 1160647"/>
                <a:gd name="connsiteX403-11935" fmla="*/ 2054 w 3028183"/>
                <a:gd name="connsiteY403-11936" fmla="*/ 1158314 h 1160647"/>
                <a:gd name="connsiteX404-11937" fmla="*/ 0 w 3028183"/>
                <a:gd name="connsiteY404-11938" fmla="*/ 724196 h 1160647"/>
                <a:gd name="connsiteX405-11939" fmla="*/ 20267 w 3028183"/>
                <a:gd name="connsiteY405-11940" fmla="*/ 724196 h 1160647"/>
                <a:gd name="connsiteX406-11941" fmla="*/ 20774 w 3028183"/>
                <a:gd name="connsiteY406-11942" fmla="*/ 723115 h 1160647"/>
                <a:gd name="connsiteX407-11943" fmla="*/ 24320 w 3028183"/>
                <a:gd name="connsiteY407-11944" fmla="*/ 715549 h 1160647"/>
                <a:gd name="connsiteX408-11945" fmla="*/ 26094 w 3028183"/>
                <a:gd name="connsiteY408-11946" fmla="*/ 715819 h 1160647"/>
                <a:gd name="connsiteX409-11947" fmla="*/ 38507 w 3028183"/>
                <a:gd name="connsiteY409-11948" fmla="*/ 717710 h 1160647"/>
                <a:gd name="connsiteX410-11949" fmla="*/ 39014 w 3028183"/>
                <a:gd name="connsiteY410-11950" fmla="*/ 719062 h 1160647"/>
                <a:gd name="connsiteX411-11951" fmla="*/ 42560 w 3028183"/>
                <a:gd name="connsiteY411-11952" fmla="*/ 728519 h 1160647"/>
                <a:gd name="connsiteX412-11953" fmla="*/ 68907 w 3028183"/>
                <a:gd name="connsiteY412-11954" fmla="*/ 730681 h 1160647"/>
                <a:gd name="connsiteX413-11955" fmla="*/ 68907 w 3028183"/>
                <a:gd name="connsiteY413-11956" fmla="*/ 607460 h 1160647"/>
                <a:gd name="connsiteX414-11957" fmla="*/ 70934 w 3028183"/>
                <a:gd name="connsiteY414-11958" fmla="*/ 607460 h 1160647"/>
                <a:gd name="connsiteX415-11959" fmla="*/ 85121 w 3028183"/>
                <a:gd name="connsiteY415-11960" fmla="*/ 607460 h 1160647"/>
                <a:gd name="connsiteX416-11961" fmla="*/ 85121 w 3028183"/>
                <a:gd name="connsiteY416-11962" fmla="*/ 471268 h 1160647"/>
                <a:gd name="connsiteX417-11963" fmla="*/ 86894 w 3028183"/>
                <a:gd name="connsiteY417-11964" fmla="*/ 471268 h 1160647"/>
                <a:gd name="connsiteX418-11965" fmla="*/ 99308 w 3028183"/>
                <a:gd name="connsiteY418-11966" fmla="*/ 471268 h 1160647"/>
                <a:gd name="connsiteX419-11967" fmla="*/ 99308 w 3028183"/>
                <a:gd name="connsiteY419-11968" fmla="*/ 356694 h 1160647"/>
                <a:gd name="connsiteX420-11969" fmla="*/ 103361 w 3028183"/>
                <a:gd name="connsiteY420-11970" fmla="*/ 328590 h 1160647"/>
                <a:gd name="connsiteX421-11971" fmla="*/ 105388 w 3028183"/>
                <a:gd name="connsiteY421-11972" fmla="*/ 328590 h 1160647"/>
                <a:gd name="connsiteX422-11973" fmla="*/ 119575 w 3028183"/>
                <a:gd name="connsiteY422-11974" fmla="*/ 328590 h 1160647"/>
                <a:gd name="connsiteX423-11975" fmla="*/ 156055 w 3028183"/>
                <a:gd name="connsiteY423-11976" fmla="*/ 246443 h 1160647"/>
                <a:gd name="connsiteX424-11977" fmla="*/ 160109 w 3028183"/>
                <a:gd name="connsiteY424-11978" fmla="*/ 0 h 1160647"/>
                <a:gd name="connsiteX0-11979" fmla="*/ 160109 w 3028183"/>
                <a:gd name="connsiteY0-11980" fmla="*/ 0 h 1160647"/>
                <a:gd name="connsiteX1-11981" fmla="*/ 162135 w 3028183"/>
                <a:gd name="connsiteY1-11982" fmla="*/ 246443 h 1160647"/>
                <a:gd name="connsiteX2-11983" fmla="*/ 200642 w 3028183"/>
                <a:gd name="connsiteY2-11984" fmla="*/ 326429 h 1160647"/>
                <a:gd name="connsiteX3-11985" fmla="*/ 202669 w 3028183"/>
                <a:gd name="connsiteY3-11986" fmla="*/ 326429 h 1160647"/>
                <a:gd name="connsiteX4-11987" fmla="*/ 216856 w 3028183"/>
                <a:gd name="connsiteY4-11988" fmla="*/ 326429 h 1160647"/>
                <a:gd name="connsiteX5-11989" fmla="*/ 216856 w 3028183"/>
                <a:gd name="connsiteY5-11990" fmla="*/ 350208 h 1160647"/>
                <a:gd name="connsiteX6-11991" fmla="*/ 217363 w 3028183"/>
                <a:gd name="connsiteY6-11992" fmla="*/ 351019 h 1160647"/>
                <a:gd name="connsiteX7-11993" fmla="*/ 220909 w 3028183"/>
                <a:gd name="connsiteY7-11994" fmla="*/ 356694 h 1160647"/>
                <a:gd name="connsiteX8-11995" fmla="*/ 220909 w 3028183"/>
                <a:gd name="connsiteY8-11996" fmla="*/ 471268 h 1160647"/>
                <a:gd name="connsiteX9-11997" fmla="*/ 223189 w 3028183"/>
                <a:gd name="connsiteY9-11998" fmla="*/ 471268 h 1160647"/>
                <a:gd name="connsiteX10-11999" fmla="*/ 239150 w 3028183"/>
                <a:gd name="connsiteY10-12000" fmla="*/ 471268 h 1160647"/>
                <a:gd name="connsiteX11-12001" fmla="*/ 239150 w 3028183"/>
                <a:gd name="connsiteY11-12002" fmla="*/ 611783 h 1160647"/>
                <a:gd name="connsiteX12-12003" fmla="*/ 240670 w 3028183"/>
                <a:gd name="connsiteY12-12004" fmla="*/ 611513 h 1160647"/>
                <a:gd name="connsiteX13-12005" fmla="*/ 251310 w 3028183"/>
                <a:gd name="connsiteY13-12006" fmla="*/ 609622 h 1160647"/>
                <a:gd name="connsiteX14-12007" fmla="*/ 249283 w 3028183"/>
                <a:gd name="connsiteY14-12008" fmla="*/ 698254 h 1160647"/>
                <a:gd name="connsiteX15-12009" fmla="*/ 250803 w 3028183"/>
                <a:gd name="connsiteY15-12010" fmla="*/ 698525 h 1160647"/>
                <a:gd name="connsiteX16-12011" fmla="*/ 261443 w 3028183"/>
                <a:gd name="connsiteY16-12012" fmla="*/ 700416 h 1160647"/>
                <a:gd name="connsiteX17-12013" fmla="*/ 261696 w 3028183"/>
                <a:gd name="connsiteY17-12014" fmla="*/ 701227 h 1160647"/>
                <a:gd name="connsiteX18-12015" fmla="*/ 263470 w 3028183"/>
                <a:gd name="connsiteY18-12016" fmla="*/ 706902 h 1160647"/>
                <a:gd name="connsiteX19-12017" fmla="*/ 264230 w 3028183"/>
                <a:gd name="connsiteY19-12018" fmla="*/ 704470 h 1160647"/>
                <a:gd name="connsiteX20-12019" fmla="*/ 269550 w 3028183"/>
                <a:gd name="connsiteY20-12020" fmla="*/ 687446 h 1160647"/>
                <a:gd name="connsiteX21-12021" fmla="*/ 271323 w 3028183"/>
                <a:gd name="connsiteY21-12022" fmla="*/ 687446 h 1160647"/>
                <a:gd name="connsiteX22-12023" fmla="*/ 283737 w 3028183"/>
                <a:gd name="connsiteY22-12024" fmla="*/ 687446 h 1160647"/>
                <a:gd name="connsiteX23-12025" fmla="*/ 283737 w 3028183"/>
                <a:gd name="connsiteY23-12026" fmla="*/ 719872 h 1160647"/>
                <a:gd name="connsiteX24-12027" fmla="*/ 284750 w 3028183"/>
                <a:gd name="connsiteY24-12028" fmla="*/ 720413 h 1160647"/>
                <a:gd name="connsiteX25-12029" fmla="*/ 291844 w 3028183"/>
                <a:gd name="connsiteY25-12030" fmla="*/ 724196 h 1160647"/>
                <a:gd name="connsiteX26-12031" fmla="*/ 291844 w 3028183"/>
                <a:gd name="connsiteY26-12032" fmla="*/ 725547 h 1160647"/>
                <a:gd name="connsiteX27-12033" fmla="*/ 291844 w 3028183"/>
                <a:gd name="connsiteY27-12034" fmla="*/ 735005 h 1160647"/>
                <a:gd name="connsiteX28-12035" fmla="*/ 336431 w 3028183"/>
                <a:gd name="connsiteY28-12036" fmla="*/ 735005 h 1160647"/>
                <a:gd name="connsiteX29-12037" fmla="*/ 336431 w 3028183"/>
                <a:gd name="connsiteY29-12038" fmla="*/ 736086 h 1160647"/>
                <a:gd name="connsiteX30-12039" fmla="*/ 336431 w 3028183"/>
                <a:gd name="connsiteY30-12040" fmla="*/ 743652 h 1160647"/>
                <a:gd name="connsiteX31-12041" fmla="*/ 338457 w 3028183"/>
                <a:gd name="connsiteY31-12042" fmla="*/ 743652 h 1160647"/>
                <a:gd name="connsiteX32-12043" fmla="*/ 352644 w 3028183"/>
                <a:gd name="connsiteY32-12044" fmla="*/ 743652 h 1160647"/>
                <a:gd name="connsiteX33-12045" fmla="*/ 352644 w 3028183"/>
                <a:gd name="connsiteY33-12046" fmla="*/ 713387 h 1160647"/>
                <a:gd name="connsiteX34-12047" fmla="*/ 397231 w 3028183"/>
                <a:gd name="connsiteY34-12048" fmla="*/ 713387 h 1160647"/>
                <a:gd name="connsiteX35-12049" fmla="*/ 397231 w 3028183"/>
                <a:gd name="connsiteY35-12050" fmla="*/ 712036 h 1160647"/>
                <a:gd name="connsiteX36-12051" fmla="*/ 397231 w 3028183"/>
                <a:gd name="connsiteY36-12052" fmla="*/ 702578 h 1160647"/>
                <a:gd name="connsiteX37-12053" fmla="*/ 398245 w 3028183"/>
                <a:gd name="connsiteY37-12054" fmla="*/ 702578 h 1160647"/>
                <a:gd name="connsiteX38-12055" fmla="*/ 405338 w 3028183"/>
                <a:gd name="connsiteY38-12056" fmla="*/ 702578 h 1160647"/>
                <a:gd name="connsiteX39-12057" fmla="*/ 405338 w 3028183"/>
                <a:gd name="connsiteY39-12058" fmla="*/ 700687 h 1160647"/>
                <a:gd name="connsiteX40-12059" fmla="*/ 405338 w 3028183"/>
                <a:gd name="connsiteY40-12060" fmla="*/ 687446 h 1160647"/>
                <a:gd name="connsiteX41-12061" fmla="*/ 406098 w 3028183"/>
                <a:gd name="connsiteY41-12062" fmla="*/ 687446 h 1160647"/>
                <a:gd name="connsiteX42-12063" fmla="*/ 411418 w 3028183"/>
                <a:gd name="connsiteY42-12064" fmla="*/ 687446 h 1160647"/>
                <a:gd name="connsiteX43-12065" fmla="*/ 411418 w 3028183"/>
                <a:gd name="connsiteY43-12066" fmla="*/ 686365 h 1160647"/>
                <a:gd name="connsiteX44-12067" fmla="*/ 411418 w 3028183"/>
                <a:gd name="connsiteY44-12068" fmla="*/ 678798 h 1160647"/>
                <a:gd name="connsiteX45-12069" fmla="*/ 413445 w 3028183"/>
                <a:gd name="connsiteY45-12070" fmla="*/ 678798 h 1160647"/>
                <a:gd name="connsiteX46-12071" fmla="*/ 427632 w 3028183"/>
                <a:gd name="connsiteY46-12072" fmla="*/ 678798 h 1160647"/>
                <a:gd name="connsiteX47-12073" fmla="*/ 427632 w 3028183"/>
                <a:gd name="connsiteY47-12074" fmla="*/ 679879 h 1160647"/>
                <a:gd name="connsiteX48-12075" fmla="*/ 427632 w 3028183"/>
                <a:gd name="connsiteY48-12076" fmla="*/ 687446 h 1160647"/>
                <a:gd name="connsiteX49-12077" fmla="*/ 449925 w 3028183"/>
                <a:gd name="connsiteY49-12078" fmla="*/ 687446 h 1160647"/>
                <a:gd name="connsiteX50-12079" fmla="*/ 449925 w 3028183"/>
                <a:gd name="connsiteY50-12080" fmla="*/ 685554 h 1160647"/>
                <a:gd name="connsiteX51-12081" fmla="*/ 449925 w 3028183"/>
                <a:gd name="connsiteY51-12082" fmla="*/ 672313 h 1160647"/>
                <a:gd name="connsiteX52-12083" fmla="*/ 451699 w 3028183"/>
                <a:gd name="connsiteY52-12084" fmla="*/ 672313 h 1160647"/>
                <a:gd name="connsiteX53-12085" fmla="*/ 464112 w 3028183"/>
                <a:gd name="connsiteY53-12086" fmla="*/ 672313 h 1160647"/>
                <a:gd name="connsiteX54-12087" fmla="*/ 464112 w 3028183"/>
                <a:gd name="connsiteY54-12088" fmla="*/ 696093 h 1160647"/>
                <a:gd name="connsiteX55-12089" fmla="*/ 465126 w 3028183"/>
                <a:gd name="connsiteY55-12090" fmla="*/ 696093 h 1160647"/>
                <a:gd name="connsiteX56-12091" fmla="*/ 472219 w 3028183"/>
                <a:gd name="connsiteY56-12092" fmla="*/ 696093 h 1160647"/>
                <a:gd name="connsiteX57-12093" fmla="*/ 472219 w 3028183"/>
                <a:gd name="connsiteY57-12094" fmla="*/ 695012 h 1160647"/>
                <a:gd name="connsiteX58-12095" fmla="*/ 472219 w 3028183"/>
                <a:gd name="connsiteY58-12096" fmla="*/ 687446 h 1160647"/>
                <a:gd name="connsiteX59-12097" fmla="*/ 473992 w 3028183"/>
                <a:gd name="connsiteY59-12098" fmla="*/ 687446 h 1160647"/>
                <a:gd name="connsiteX60-12099" fmla="*/ 486406 w 3028183"/>
                <a:gd name="connsiteY60-12100" fmla="*/ 687446 h 1160647"/>
                <a:gd name="connsiteX61-12101" fmla="*/ 486406 w 3028183"/>
                <a:gd name="connsiteY61-12102" fmla="*/ 713387 h 1160647"/>
                <a:gd name="connsiteX62-12103" fmla="*/ 488433 w 3028183"/>
                <a:gd name="connsiteY62-12104" fmla="*/ 713387 h 1160647"/>
                <a:gd name="connsiteX63-12105" fmla="*/ 502619 w 3028183"/>
                <a:gd name="connsiteY63-12106" fmla="*/ 713387 h 1160647"/>
                <a:gd name="connsiteX64-12107" fmla="*/ 502619 w 3028183"/>
                <a:gd name="connsiteY64-12108" fmla="*/ 715008 h 1160647"/>
                <a:gd name="connsiteX65-12109" fmla="*/ 502619 w 3028183"/>
                <a:gd name="connsiteY65-12110" fmla="*/ 726358 h 1160647"/>
                <a:gd name="connsiteX66-12111" fmla="*/ 503379 w 3028183"/>
                <a:gd name="connsiteY66-12112" fmla="*/ 726358 h 1160647"/>
                <a:gd name="connsiteX67-12113" fmla="*/ 508700 w 3028183"/>
                <a:gd name="connsiteY67-12114" fmla="*/ 726358 h 1160647"/>
                <a:gd name="connsiteX68-12115" fmla="*/ 508700 w 3028183"/>
                <a:gd name="connsiteY68-12116" fmla="*/ 725547 h 1160647"/>
                <a:gd name="connsiteX69-12117" fmla="*/ 508700 w 3028183"/>
                <a:gd name="connsiteY69-12118" fmla="*/ 719872 h 1160647"/>
                <a:gd name="connsiteX70-12119" fmla="*/ 539100 w 3028183"/>
                <a:gd name="connsiteY70-12120" fmla="*/ 719872 h 1160647"/>
                <a:gd name="connsiteX71-12121" fmla="*/ 539100 w 3028183"/>
                <a:gd name="connsiteY71-12122" fmla="*/ 743652 h 1160647"/>
                <a:gd name="connsiteX72-12123" fmla="*/ 540113 w 3028183"/>
                <a:gd name="connsiteY72-12124" fmla="*/ 743652 h 1160647"/>
                <a:gd name="connsiteX73-12125" fmla="*/ 547207 w 3028183"/>
                <a:gd name="connsiteY73-12126" fmla="*/ 743652 h 1160647"/>
                <a:gd name="connsiteX74-12127" fmla="*/ 547207 w 3028183"/>
                <a:gd name="connsiteY74-12128" fmla="*/ 744733 h 1160647"/>
                <a:gd name="connsiteX75-12129" fmla="*/ 547207 w 3028183"/>
                <a:gd name="connsiteY75-12130" fmla="*/ 752299 h 1160647"/>
                <a:gd name="connsiteX76-12131" fmla="*/ 547967 w 3028183"/>
                <a:gd name="connsiteY76-12132" fmla="*/ 752299 h 1160647"/>
                <a:gd name="connsiteX77-12133" fmla="*/ 553287 w 3028183"/>
                <a:gd name="connsiteY77-12134" fmla="*/ 752299 h 1160647"/>
                <a:gd name="connsiteX78-12135" fmla="*/ 553287 w 3028183"/>
                <a:gd name="connsiteY78-12136" fmla="*/ 750137 h 1160647"/>
                <a:gd name="connsiteX79-12137" fmla="*/ 553287 w 3028183"/>
                <a:gd name="connsiteY79-12138" fmla="*/ 735005 h 1160647"/>
                <a:gd name="connsiteX80-12139" fmla="*/ 554300 w 3028183"/>
                <a:gd name="connsiteY80-12140" fmla="*/ 735005 h 1160647"/>
                <a:gd name="connsiteX81-12141" fmla="*/ 561394 w 3028183"/>
                <a:gd name="connsiteY81-12142" fmla="*/ 735005 h 1160647"/>
                <a:gd name="connsiteX82-12143" fmla="*/ 561394 w 3028183"/>
                <a:gd name="connsiteY82-12144" fmla="*/ 736086 h 1160647"/>
                <a:gd name="connsiteX83-12145" fmla="*/ 561394 w 3028183"/>
                <a:gd name="connsiteY83-12146" fmla="*/ 743652 h 1160647"/>
                <a:gd name="connsiteX84-12147" fmla="*/ 566714 w 3028183"/>
                <a:gd name="connsiteY84-12148" fmla="*/ 741659 h 1160647"/>
                <a:gd name="connsiteX85-12149" fmla="*/ 567474 w 3028183"/>
                <a:gd name="connsiteY85-12150" fmla="*/ 740679 h 1160647"/>
                <a:gd name="connsiteX86-12151" fmla="*/ 567474 w 3028183"/>
                <a:gd name="connsiteY86-12152" fmla="*/ 735005 h 1160647"/>
                <a:gd name="connsiteX87-12153" fmla="*/ 605981 w 3028183"/>
                <a:gd name="connsiteY87-12154" fmla="*/ 735005 h 1160647"/>
                <a:gd name="connsiteX88-12155" fmla="*/ 605981 w 3028183"/>
                <a:gd name="connsiteY88-12156" fmla="*/ 758784 h 1160647"/>
                <a:gd name="connsiteX89-12157" fmla="*/ 608007 w 3028183"/>
                <a:gd name="connsiteY89-12158" fmla="*/ 758784 h 1160647"/>
                <a:gd name="connsiteX90-12159" fmla="*/ 622194 w 3028183"/>
                <a:gd name="connsiteY90-12160" fmla="*/ 758784 h 1160647"/>
                <a:gd name="connsiteX91-12161" fmla="*/ 622194 w 3028183"/>
                <a:gd name="connsiteY91-12162" fmla="*/ 759865 h 1160647"/>
                <a:gd name="connsiteX92-12163" fmla="*/ 622194 w 3028183"/>
                <a:gd name="connsiteY92-12164" fmla="*/ 767431 h 1160647"/>
                <a:gd name="connsiteX93-12165" fmla="*/ 623968 w 3028183"/>
                <a:gd name="connsiteY93-12166" fmla="*/ 767431 h 1160647"/>
                <a:gd name="connsiteX94-12167" fmla="*/ 636381 w 3028183"/>
                <a:gd name="connsiteY94-12168" fmla="*/ 767431 h 1160647"/>
                <a:gd name="connsiteX95-12169" fmla="*/ 636381 w 3028183"/>
                <a:gd name="connsiteY95-12170" fmla="*/ 743652 h 1160647"/>
                <a:gd name="connsiteX96-12171" fmla="*/ 637394 w 3028183"/>
                <a:gd name="connsiteY96-12172" fmla="*/ 743652 h 1160647"/>
                <a:gd name="connsiteX97-12173" fmla="*/ 644488 w 3028183"/>
                <a:gd name="connsiteY97-12174" fmla="*/ 743652 h 1160647"/>
                <a:gd name="connsiteX98-12175" fmla="*/ 644488 w 3028183"/>
                <a:gd name="connsiteY98-12176" fmla="*/ 711225 h 1160647"/>
                <a:gd name="connsiteX99-12177" fmla="*/ 645501 w 3028183"/>
                <a:gd name="connsiteY99-12178" fmla="*/ 711225 h 1160647"/>
                <a:gd name="connsiteX100-12179" fmla="*/ 652595 w 3028183"/>
                <a:gd name="connsiteY100-12180" fmla="*/ 711225 h 1160647"/>
                <a:gd name="connsiteX101-12181" fmla="*/ 652595 w 3028183"/>
                <a:gd name="connsiteY101-12182" fmla="*/ 709334 h 1160647"/>
                <a:gd name="connsiteX102-12183" fmla="*/ 652595 w 3028183"/>
                <a:gd name="connsiteY102-12184" fmla="*/ 696093 h 1160647"/>
                <a:gd name="connsiteX103-12185" fmla="*/ 651328 w 3028183"/>
                <a:gd name="connsiteY103-12186" fmla="*/ 694471 h 1160647"/>
                <a:gd name="connsiteX104-12187" fmla="*/ 656648 w 3028183"/>
                <a:gd name="connsiteY104-12188" fmla="*/ 683122 h 1160647"/>
                <a:gd name="connsiteX105-12189" fmla="*/ 664755 w 3028183"/>
                <a:gd name="connsiteY105-12190" fmla="*/ 711225 h 1160647"/>
                <a:gd name="connsiteX106-12191" fmla="*/ 665515 w 3028183"/>
                <a:gd name="connsiteY106-12192" fmla="*/ 711225 h 1160647"/>
                <a:gd name="connsiteX107-12193" fmla="*/ 670835 w 3028183"/>
                <a:gd name="connsiteY107-12194" fmla="*/ 711225 h 1160647"/>
                <a:gd name="connsiteX108-12195" fmla="*/ 670835 w 3028183"/>
                <a:gd name="connsiteY108-12196" fmla="*/ 605298 h 1160647"/>
                <a:gd name="connsiteX109-12197" fmla="*/ 672355 w 3028183"/>
                <a:gd name="connsiteY109-12198" fmla="*/ 605298 h 1160647"/>
                <a:gd name="connsiteX110-12199" fmla="*/ 682995 w 3028183"/>
                <a:gd name="connsiteY110-12200" fmla="*/ 605298 h 1160647"/>
                <a:gd name="connsiteX111-12201" fmla="*/ 682995 w 3028183"/>
                <a:gd name="connsiteY111-12202" fmla="*/ 557739 h 1160647"/>
                <a:gd name="connsiteX112-12203" fmla="*/ 709342 w 3028183"/>
                <a:gd name="connsiteY112-12204" fmla="*/ 557739 h 1160647"/>
                <a:gd name="connsiteX113-12205" fmla="*/ 709342 w 3028183"/>
                <a:gd name="connsiteY113-12206" fmla="*/ 536121 h 1160647"/>
                <a:gd name="connsiteX114-12207" fmla="*/ 743796 w 3028183"/>
                <a:gd name="connsiteY114-12208" fmla="*/ 536121 h 1160647"/>
                <a:gd name="connsiteX115-12209" fmla="*/ 743796 w 3028183"/>
                <a:gd name="connsiteY115-12210" fmla="*/ 538553 h 1160647"/>
                <a:gd name="connsiteX116-12211" fmla="*/ 743796 w 3028183"/>
                <a:gd name="connsiteY116-12212" fmla="*/ 555577 h 1160647"/>
                <a:gd name="connsiteX117-12213" fmla="*/ 746076 w 3028183"/>
                <a:gd name="connsiteY117-12214" fmla="*/ 555577 h 1160647"/>
                <a:gd name="connsiteX118-12215" fmla="*/ 762036 w 3028183"/>
                <a:gd name="connsiteY118-12216" fmla="*/ 555577 h 1160647"/>
                <a:gd name="connsiteX119-12217" fmla="*/ 762036 w 3028183"/>
                <a:gd name="connsiteY119-12218" fmla="*/ 603136 h 1160647"/>
                <a:gd name="connsiteX120-12219" fmla="*/ 763049 w 3028183"/>
                <a:gd name="connsiteY120-12220" fmla="*/ 603136 h 1160647"/>
                <a:gd name="connsiteX121-12221" fmla="*/ 770143 w 3028183"/>
                <a:gd name="connsiteY121-12222" fmla="*/ 603136 h 1160647"/>
                <a:gd name="connsiteX122-12223" fmla="*/ 784330 w 3028183"/>
                <a:gd name="connsiteY122-12224" fmla="*/ 607460 h 1160647"/>
                <a:gd name="connsiteX123-12225" fmla="*/ 784330 w 3028183"/>
                <a:gd name="connsiteY123-12226" fmla="*/ 646372 h 1160647"/>
                <a:gd name="connsiteX124-12227" fmla="*/ 785343 w 3028183"/>
                <a:gd name="connsiteY124-12228" fmla="*/ 646372 h 1160647"/>
                <a:gd name="connsiteX125-12229" fmla="*/ 792436 w 3028183"/>
                <a:gd name="connsiteY125-12230" fmla="*/ 646372 h 1160647"/>
                <a:gd name="connsiteX126-12231" fmla="*/ 792436 w 3028183"/>
                <a:gd name="connsiteY126-12232" fmla="*/ 647993 h 1160647"/>
                <a:gd name="connsiteX127-12233" fmla="*/ 792436 w 3028183"/>
                <a:gd name="connsiteY127-12234" fmla="*/ 659342 h 1160647"/>
                <a:gd name="connsiteX128-12235" fmla="*/ 794463 w 3028183"/>
                <a:gd name="connsiteY128-12236" fmla="*/ 659342 h 1160647"/>
                <a:gd name="connsiteX129-12237" fmla="*/ 808650 w 3028183"/>
                <a:gd name="connsiteY129-12238" fmla="*/ 659342 h 1160647"/>
                <a:gd name="connsiteX130-12239" fmla="*/ 814730 w 3028183"/>
                <a:gd name="connsiteY130-12240" fmla="*/ 665828 h 1160647"/>
                <a:gd name="connsiteX131-12241" fmla="*/ 814730 w 3028183"/>
                <a:gd name="connsiteY131-12242" fmla="*/ 687446 h 1160647"/>
                <a:gd name="connsiteX132-12243" fmla="*/ 817010 w 3028183"/>
                <a:gd name="connsiteY132-12244" fmla="*/ 687446 h 1160647"/>
                <a:gd name="connsiteX133-12245" fmla="*/ 832970 w 3028183"/>
                <a:gd name="connsiteY133-12246" fmla="*/ 687446 h 1160647"/>
                <a:gd name="connsiteX134-12247" fmla="*/ 832970 w 3028183"/>
                <a:gd name="connsiteY134-12248" fmla="*/ 688526 h 1160647"/>
                <a:gd name="connsiteX135-12249" fmla="*/ 832970 w 3028183"/>
                <a:gd name="connsiteY135-12250" fmla="*/ 696093 h 1160647"/>
                <a:gd name="connsiteX136-12251" fmla="*/ 834237 w 3028183"/>
                <a:gd name="connsiteY136-12252" fmla="*/ 696093 h 1160647"/>
                <a:gd name="connsiteX137-12253" fmla="*/ 843104 w 3028183"/>
                <a:gd name="connsiteY137-12254" fmla="*/ 696093 h 1160647"/>
                <a:gd name="connsiteX138-12255" fmla="*/ 843104 w 3028183"/>
                <a:gd name="connsiteY138-12256" fmla="*/ 698254 h 1160647"/>
                <a:gd name="connsiteX139-12257" fmla="*/ 843104 w 3028183"/>
                <a:gd name="connsiteY139-12258" fmla="*/ 713387 h 1160647"/>
                <a:gd name="connsiteX140-12259" fmla="*/ 847157 w 3028183"/>
                <a:gd name="connsiteY140-12260" fmla="*/ 711495 h 1160647"/>
                <a:gd name="connsiteX141-12261" fmla="*/ 847157 w 3028183"/>
                <a:gd name="connsiteY141-12262" fmla="*/ 698254 h 1160647"/>
                <a:gd name="connsiteX142-12263" fmla="*/ 848170 w 3028183"/>
                <a:gd name="connsiteY142-12264" fmla="*/ 698254 h 1160647"/>
                <a:gd name="connsiteX143-12265" fmla="*/ 855264 w 3028183"/>
                <a:gd name="connsiteY143-12266" fmla="*/ 698254 h 1160647"/>
                <a:gd name="connsiteX144-12267" fmla="*/ 855264 w 3028183"/>
                <a:gd name="connsiteY144-12268" fmla="*/ 699876 h 1160647"/>
                <a:gd name="connsiteX145-12269" fmla="*/ 855264 w 3028183"/>
                <a:gd name="connsiteY145-12270" fmla="*/ 711225 h 1160647"/>
                <a:gd name="connsiteX146-12271" fmla="*/ 856024 w 3028183"/>
                <a:gd name="connsiteY146-12272" fmla="*/ 711225 h 1160647"/>
                <a:gd name="connsiteX147-12273" fmla="*/ 861344 w 3028183"/>
                <a:gd name="connsiteY147-12274" fmla="*/ 711225 h 1160647"/>
                <a:gd name="connsiteX148-12275" fmla="*/ 909984 w 3028183"/>
                <a:gd name="connsiteY148-12276" fmla="*/ 706902 h 1160647"/>
                <a:gd name="connsiteX149-12277" fmla="*/ 909984 w 3028183"/>
                <a:gd name="connsiteY149-12278" fmla="*/ 708253 h 1160647"/>
                <a:gd name="connsiteX150-12279" fmla="*/ 909984 w 3028183"/>
                <a:gd name="connsiteY150-12280" fmla="*/ 717710 h 1160647"/>
                <a:gd name="connsiteX151-12281" fmla="*/ 910744 w 3028183"/>
                <a:gd name="connsiteY151-12282" fmla="*/ 717710 h 1160647"/>
                <a:gd name="connsiteX152-12283" fmla="*/ 916065 w 3028183"/>
                <a:gd name="connsiteY152-12284" fmla="*/ 717710 h 1160647"/>
                <a:gd name="connsiteX153-12285" fmla="*/ 916065 w 3028183"/>
                <a:gd name="connsiteY153-12286" fmla="*/ 719872 h 1160647"/>
                <a:gd name="connsiteX154-12287" fmla="*/ 916065 w 3028183"/>
                <a:gd name="connsiteY154-12288" fmla="*/ 735005 h 1160647"/>
                <a:gd name="connsiteX155-12289" fmla="*/ 918091 w 3028183"/>
                <a:gd name="connsiteY155-12290" fmla="*/ 733654 h 1160647"/>
                <a:gd name="connsiteX156-12291" fmla="*/ 932278 w 3028183"/>
                <a:gd name="connsiteY156-12292" fmla="*/ 724196 h 1160647"/>
                <a:gd name="connsiteX157-12293" fmla="*/ 938358 w 3028183"/>
                <a:gd name="connsiteY157-12294" fmla="*/ 683122 h 1160647"/>
                <a:gd name="connsiteX158-12295" fmla="*/ 939118 w 3028183"/>
                <a:gd name="connsiteY158-12296" fmla="*/ 682852 h 1160647"/>
                <a:gd name="connsiteX159-12297" fmla="*/ 944438 w 3028183"/>
                <a:gd name="connsiteY159-12298" fmla="*/ 680960 h 1160647"/>
                <a:gd name="connsiteX160-12299" fmla="*/ 946465 w 3028183"/>
                <a:gd name="connsiteY160-12300" fmla="*/ 611783 h 1160647"/>
                <a:gd name="connsiteX161-12301" fmla="*/ 948492 w 3028183"/>
                <a:gd name="connsiteY161-12302" fmla="*/ 680960 h 1160647"/>
                <a:gd name="connsiteX162-12303" fmla="*/ 949252 w 3028183"/>
                <a:gd name="connsiteY162-12304" fmla="*/ 681230 h 1160647"/>
                <a:gd name="connsiteX163-12305" fmla="*/ 954572 w 3028183"/>
                <a:gd name="connsiteY163-12306" fmla="*/ 683122 h 1160647"/>
                <a:gd name="connsiteX164-12307" fmla="*/ 954572 w 3028183"/>
                <a:gd name="connsiteY164-12308" fmla="*/ 596651 h 1160647"/>
                <a:gd name="connsiteX165-12309" fmla="*/ 958625 w 3028183"/>
                <a:gd name="connsiteY165-12310" fmla="*/ 564224 h 1160647"/>
                <a:gd name="connsiteX166-12311" fmla="*/ 997132 w 3028183"/>
                <a:gd name="connsiteY166-12312" fmla="*/ 564224 h 1160647"/>
                <a:gd name="connsiteX167-12313" fmla="*/ 997132 w 3028183"/>
                <a:gd name="connsiteY167-12314" fmla="*/ 596651 h 1160647"/>
                <a:gd name="connsiteX168-12315" fmla="*/ 997892 w 3028183"/>
                <a:gd name="connsiteY168-12316" fmla="*/ 596651 h 1160647"/>
                <a:gd name="connsiteX169-12317" fmla="*/ 1003212 w 3028183"/>
                <a:gd name="connsiteY169-12318" fmla="*/ 596651 h 1160647"/>
                <a:gd name="connsiteX170-12319" fmla="*/ 1003212 w 3028183"/>
                <a:gd name="connsiteY170-12320" fmla="*/ 514503 h 1160647"/>
                <a:gd name="connsiteX171-12321" fmla="*/ 1004986 w 3028183"/>
                <a:gd name="connsiteY171-12322" fmla="*/ 514503 h 1160647"/>
                <a:gd name="connsiteX172-12323" fmla="*/ 1017399 w 3028183"/>
                <a:gd name="connsiteY172-12324" fmla="*/ 514503 h 1160647"/>
                <a:gd name="connsiteX173-12325" fmla="*/ 1017399 w 3028183"/>
                <a:gd name="connsiteY173-12326" fmla="*/ 512612 h 1160647"/>
                <a:gd name="connsiteX174-12327" fmla="*/ 1017399 w 3028183"/>
                <a:gd name="connsiteY174-12328" fmla="*/ 499371 h 1160647"/>
                <a:gd name="connsiteX175-12329" fmla="*/ 1039693 w 3028183"/>
                <a:gd name="connsiteY175-12330" fmla="*/ 499371 h 1160647"/>
                <a:gd name="connsiteX176-12331" fmla="*/ 1039693 w 3028183"/>
                <a:gd name="connsiteY176-12332" fmla="*/ 498290 h 1160647"/>
                <a:gd name="connsiteX177-12333" fmla="*/ 1039693 w 3028183"/>
                <a:gd name="connsiteY177-12334" fmla="*/ 490724 h 1160647"/>
                <a:gd name="connsiteX178-12335" fmla="*/ 1041466 w 3028183"/>
                <a:gd name="connsiteY178-12336" fmla="*/ 490724 h 1160647"/>
                <a:gd name="connsiteX179-12337" fmla="*/ 1053880 w 3028183"/>
                <a:gd name="connsiteY179-12338" fmla="*/ 490724 h 1160647"/>
                <a:gd name="connsiteX180-12339" fmla="*/ 1053880 w 3028183"/>
                <a:gd name="connsiteY180-12340" fmla="*/ 491805 h 1160647"/>
                <a:gd name="connsiteX181-12341" fmla="*/ 1053880 w 3028183"/>
                <a:gd name="connsiteY181-12342" fmla="*/ 499371 h 1160647"/>
                <a:gd name="connsiteX182-12343" fmla="*/ 1054640 w 3028183"/>
                <a:gd name="connsiteY182-12344" fmla="*/ 499371 h 1160647"/>
                <a:gd name="connsiteX183-12345" fmla="*/ 1059960 w 3028183"/>
                <a:gd name="connsiteY183-12346" fmla="*/ 499371 h 1160647"/>
                <a:gd name="connsiteX184-12347" fmla="*/ 1070093 w 3028183"/>
                <a:gd name="connsiteY184-12348" fmla="*/ 495047 h 1160647"/>
                <a:gd name="connsiteX185-12349" fmla="*/ 1074146 w 3028183"/>
                <a:gd name="connsiteY185-12350" fmla="*/ 498290 h 1160647"/>
                <a:gd name="connsiteX186-12351" fmla="*/ 1074146 w 3028183"/>
                <a:gd name="connsiteY186-12352" fmla="*/ 490724 h 1160647"/>
                <a:gd name="connsiteX187-12353" fmla="*/ 1076426 w 3028183"/>
                <a:gd name="connsiteY187-12354" fmla="*/ 490724 h 1160647"/>
                <a:gd name="connsiteX188-12355" fmla="*/ 1092387 w 3028183"/>
                <a:gd name="connsiteY188-12356" fmla="*/ 490724 h 1160647"/>
                <a:gd name="connsiteX189-12357" fmla="*/ 1092387 w 3028183"/>
                <a:gd name="connsiteY189-12358" fmla="*/ 491805 h 1160647"/>
                <a:gd name="connsiteX190-12359" fmla="*/ 1092387 w 3028183"/>
                <a:gd name="connsiteY190-12360" fmla="*/ 499371 h 1160647"/>
                <a:gd name="connsiteX191-12361" fmla="*/ 1122787 w 3028183"/>
                <a:gd name="connsiteY191-12362" fmla="*/ 499371 h 1160647"/>
                <a:gd name="connsiteX192-12363" fmla="*/ 1122787 w 3028183"/>
                <a:gd name="connsiteY192-12364" fmla="*/ 500992 h 1160647"/>
                <a:gd name="connsiteX193-12365" fmla="*/ 1122787 w 3028183"/>
                <a:gd name="connsiteY193-12366" fmla="*/ 512342 h 1160647"/>
                <a:gd name="connsiteX194-12367" fmla="*/ 1149134 w 3028183"/>
                <a:gd name="connsiteY194-12368" fmla="*/ 512342 h 1160647"/>
                <a:gd name="connsiteX195-12369" fmla="*/ 1149134 w 3028183"/>
                <a:gd name="connsiteY195-12370" fmla="*/ 542606 h 1160647"/>
                <a:gd name="connsiteX196-12371" fmla="*/ 1149894 w 3028183"/>
                <a:gd name="connsiteY196-12372" fmla="*/ 542606 h 1160647"/>
                <a:gd name="connsiteX197-12373" fmla="*/ 1155214 w 3028183"/>
                <a:gd name="connsiteY197-12374" fmla="*/ 542606 h 1160647"/>
                <a:gd name="connsiteX198-12375" fmla="*/ 1155214 w 3028183"/>
                <a:gd name="connsiteY198-12376" fmla="*/ 543687 h 1160647"/>
                <a:gd name="connsiteX199-12377" fmla="*/ 1155214 w 3028183"/>
                <a:gd name="connsiteY199-12378" fmla="*/ 551254 h 1160647"/>
                <a:gd name="connsiteX200-12379" fmla="*/ 1159268 w 3028183"/>
                <a:gd name="connsiteY200-12380" fmla="*/ 581518 h 1160647"/>
                <a:gd name="connsiteX201-12381" fmla="*/ 1160028 w 3028183"/>
                <a:gd name="connsiteY201-12382" fmla="*/ 581518 h 1160647"/>
                <a:gd name="connsiteX202-12383" fmla="*/ 1165348 w 3028183"/>
                <a:gd name="connsiteY202-12384" fmla="*/ 581518 h 1160647"/>
                <a:gd name="connsiteX203-12385" fmla="*/ 1165348 w 3028183"/>
                <a:gd name="connsiteY203-12386" fmla="*/ 582329 h 1160647"/>
                <a:gd name="connsiteX204-12387" fmla="*/ 1165348 w 3028183"/>
                <a:gd name="connsiteY204-12388" fmla="*/ 588004 h 1160647"/>
                <a:gd name="connsiteX205-12389" fmla="*/ 1166361 w 3028183"/>
                <a:gd name="connsiteY205-12390" fmla="*/ 588004 h 1160647"/>
                <a:gd name="connsiteX206-12391" fmla="*/ 1173454 w 3028183"/>
                <a:gd name="connsiteY206-12392" fmla="*/ 588004 h 1160647"/>
                <a:gd name="connsiteX207-12393" fmla="*/ 1173454 w 3028183"/>
                <a:gd name="connsiteY207-12394" fmla="*/ 618269 h 1160647"/>
                <a:gd name="connsiteX208-12395" fmla="*/ 1175481 w 3028183"/>
                <a:gd name="connsiteY208-12396" fmla="*/ 618269 h 1160647"/>
                <a:gd name="connsiteX209-12397" fmla="*/ 1189668 w 3028183"/>
                <a:gd name="connsiteY209-12398" fmla="*/ 618269 h 1160647"/>
                <a:gd name="connsiteX210-12399" fmla="*/ 1189668 w 3028183"/>
                <a:gd name="connsiteY210-12400" fmla="*/ 642048 h 1160647"/>
                <a:gd name="connsiteX211-12401" fmla="*/ 1191695 w 3028183"/>
                <a:gd name="connsiteY211-12402" fmla="*/ 643669 h 1160647"/>
                <a:gd name="connsiteX212-12403" fmla="*/ 1191695 w 3028183"/>
                <a:gd name="connsiteY212-12404" fmla="*/ 655019 h 1160647"/>
                <a:gd name="connsiteX213-12405" fmla="*/ 1192455 w 3028183"/>
                <a:gd name="connsiteY213-12406" fmla="*/ 655019 h 1160647"/>
                <a:gd name="connsiteX214-12407" fmla="*/ 1197775 w 3028183"/>
                <a:gd name="connsiteY214-12408" fmla="*/ 655019 h 1160647"/>
                <a:gd name="connsiteX215-12409" fmla="*/ 1197775 w 3028183"/>
                <a:gd name="connsiteY215-12410" fmla="*/ 678798 h 1160647"/>
                <a:gd name="connsiteX216-12411" fmla="*/ 1199041 w 3028183"/>
                <a:gd name="connsiteY216-12412" fmla="*/ 678798 h 1160647"/>
                <a:gd name="connsiteX217-12413" fmla="*/ 1207908 w 3028183"/>
                <a:gd name="connsiteY217-12414" fmla="*/ 678798 h 1160647"/>
                <a:gd name="connsiteX218-12415" fmla="*/ 1209935 w 3028183"/>
                <a:gd name="connsiteY218-12416" fmla="*/ 682852 h 1160647"/>
                <a:gd name="connsiteX219-12417" fmla="*/ 1209935 w 3028183"/>
                <a:gd name="connsiteY219-12418" fmla="*/ 696093 h 1160647"/>
                <a:gd name="connsiteX220-12419" fmla="*/ 1211455 w 3028183"/>
                <a:gd name="connsiteY220-12420" fmla="*/ 694201 h 1160647"/>
                <a:gd name="connsiteX221-12421" fmla="*/ 1222095 w 3028183"/>
                <a:gd name="connsiteY221-12422" fmla="*/ 680960 h 1160647"/>
                <a:gd name="connsiteX222-12423" fmla="*/ 1250469 w 3028183"/>
                <a:gd name="connsiteY222-12424" fmla="*/ 680960 h 1160647"/>
                <a:gd name="connsiteX223-12425" fmla="*/ 1250469 w 3028183"/>
                <a:gd name="connsiteY223-12426" fmla="*/ 767431 h 1160647"/>
                <a:gd name="connsiteX224-12427" fmla="*/ 1251229 w 3028183"/>
                <a:gd name="connsiteY224-12428" fmla="*/ 767431 h 1160647"/>
                <a:gd name="connsiteX225-12429" fmla="*/ 1256549 w 3028183"/>
                <a:gd name="connsiteY225-12430" fmla="*/ 767431 h 1160647"/>
                <a:gd name="connsiteX226-12431" fmla="*/ 1257309 w 3028183"/>
                <a:gd name="connsiteY226-12432" fmla="*/ 766080 h 1160647"/>
                <a:gd name="connsiteX227-12433" fmla="*/ 1262629 w 3028183"/>
                <a:gd name="connsiteY227-12434" fmla="*/ 756622 h 1160647"/>
                <a:gd name="connsiteX228-12435" fmla="*/ 1262629 w 3028183"/>
                <a:gd name="connsiteY228-12436" fmla="*/ 758514 h 1160647"/>
                <a:gd name="connsiteX229-12437" fmla="*/ 1262629 w 3028183"/>
                <a:gd name="connsiteY229-12438" fmla="*/ 771755 h 1160647"/>
                <a:gd name="connsiteX230-12439" fmla="*/ 1266682 w 3028183"/>
                <a:gd name="connsiteY230-12440" fmla="*/ 726358 h 1160647"/>
                <a:gd name="connsiteX231-12441" fmla="*/ 1267442 w 3028183"/>
                <a:gd name="connsiteY231-12442" fmla="*/ 726358 h 1160647"/>
                <a:gd name="connsiteX232-12443" fmla="*/ 1272762 w 3028183"/>
                <a:gd name="connsiteY232-12444" fmla="*/ 726358 h 1160647"/>
                <a:gd name="connsiteX233-12445" fmla="*/ 1272762 w 3028183"/>
                <a:gd name="connsiteY233-12446" fmla="*/ 661504 h 1160647"/>
                <a:gd name="connsiteX234-12447" fmla="*/ 1273776 w 3028183"/>
                <a:gd name="connsiteY234-12448" fmla="*/ 661504 h 1160647"/>
                <a:gd name="connsiteX235-12449" fmla="*/ 1280869 w 3028183"/>
                <a:gd name="connsiteY235-12450" fmla="*/ 661504 h 1160647"/>
                <a:gd name="connsiteX236-12451" fmla="*/ 1293029 w 3028183"/>
                <a:gd name="connsiteY236-12452" fmla="*/ 618269 h 1160647"/>
                <a:gd name="connsiteX237-12453" fmla="*/ 1294296 w 3028183"/>
                <a:gd name="connsiteY237-12454" fmla="*/ 618269 h 1160647"/>
                <a:gd name="connsiteX238-12455" fmla="*/ 1303163 w 3028183"/>
                <a:gd name="connsiteY238-12456" fmla="*/ 618269 h 1160647"/>
                <a:gd name="connsiteX239-12457" fmla="*/ 1313296 w 3028183"/>
                <a:gd name="connsiteY239-12458" fmla="*/ 661504 h 1160647"/>
                <a:gd name="connsiteX240-12459" fmla="*/ 1314309 w 3028183"/>
                <a:gd name="connsiteY240-12460" fmla="*/ 661504 h 1160647"/>
                <a:gd name="connsiteX241-12461" fmla="*/ 1321403 w 3028183"/>
                <a:gd name="connsiteY241-12462" fmla="*/ 661504 h 1160647"/>
                <a:gd name="connsiteX242-12463" fmla="*/ 1321403 w 3028183"/>
                <a:gd name="connsiteY242-12464" fmla="*/ 700416 h 1160647"/>
                <a:gd name="connsiteX243-12465" fmla="*/ 1323176 w 3028183"/>
                <a:gd name="connsiteY243-12466" fmla="*/ 700416 h 1160647"/>
                <a:gd name="connsiteX244-12467" fmla="*/ 1335590 w 3028183"/>
                <a:gd name="connsiteY244-12468" fmla="*/ 700416 h 1160647"/>
                <a:gd name="connsiteX245-12469" fmla="*/ 1335590 w 3028183"/>
                <a:gd name="connsiteY245-12470" fmla="*/ 702578 h 1160647"/>
                <a:gd name="connsiteX246-12471" fmla="*/ 1335590 w 3028183"/>
                <a:gd name="connsiteY246-12472" fmla="*/ 717710 h 1160647"/>
                <a:gd name="connsiteX247-12473" fmla="*/ 1339643 w 3028183"/>
                <a:gd name="connsiteY247-12474" fmla="*/ 715549 h 1160647"/>
                <a:gd name="connsiteX248-12475" fmla="*/ 1339643 w 3028183"/>
                <a:gd name="connsiteY248-12476" fmla="*/ 700416 h 1160647"/>
                <a:gd name="connsiteX249-12477" fmla="*/ 1341163 w 3028183"/>
                <a:gd name="connsiteY249-12478" fmla="*/ 700416 h 1160647"/>
                <a:gd name="connsiteX250-12479" fmla="*/ 1351803 w 3028183"/>
                <a:gd name="connsiteY250-12480" fmla="*/ 700416 h 1160647"/>
                <a:gd name="connsiteX251-12481" fmla="*/ 1351803 w 3028183"/>
                <a:gd name="connsiteY251-12482" fmla="*/ 702037 h 1160647"/>
                <a:gd name="connsiteX252-12483" fmla="*/ 1351803 w 3028183"/>
                <a:gd name="connsiteY252-12484" fmla="*/ 713387 h 1160647"/>
                <a:gd name="connsiteX253-12485" fmla="*/ 1382204 w 3028183"/>
                <a:gd name="connsiteY253-12486" fmla="*/ 713387 h 1160647"/>
                <a:gd name="connsiteX254-12487" fmla="*/ 1382204 w 3028183"/>
                <a:gd name="connsiteY254-12488" fmla="*/ 676637 h 1160647"/>
                <a:gd name="connsiteX255-12489" fmla="*/ 1383470 w 3028183"/>
                <a:gd name="connsiteY255-12490" fmla="*/ 676637 h 1160647"/>
                <a:gd name="connsiteX256-12491" fmla="*/ 1392337 w 3028183"/>
                <a:gd name="connsiteY256-12492" fmla="*/ 676637 h 1160647"/>
                <a:gd name="connsiteX257-12493" fmla="*/ 1392337 w 3028183"/>
                <a:gd name="connsiteY257-12494" fmla="*/ 698254 h 1160647"/>
                <a:gd name="connsiteX258-12495" fmla="*/ 1394364 w 3028183"/>
                <a:gd name="connsiteY258-12496" fmla="*/ 665828 h 1160647"/>
                <a:gd name="connsiteX259-12497" fmla="*/ 1416657 w 3028183"/>
                <a:gd name="connsiteY259-12498" fmla="*/ 665828 h 1160647"/>
                <a:gd name="connsiteX260-12499" fmla="*/ 1416657 w 3028183"/>
                <a:gd name="connsiteY260-12500" fmla="*/ 664206 h 1160647"/>
                <a:gd name="connsiteX261-12501" fmla="*/ 1416657 w 3028183"/>
                <a:gd name="connsiteY261-12502" fmla="*/ 652857 h 1160647"/>
                <a:gd name="connsiteX262-12503" fmla="*/ 1417417 w 3028183"/>
                <a:gd name="connsiteY262-12504" fmla="*/ 652857 h 1160647"/>
                <a:gd name="connsiteX263-12505" fmla="*/ 1422737 w 3028183"/>
                <a:gd name="connsiteY263-12506" fmla="*/ 652857 h 1160647"/>
                <a:gd name="connsiteX264-12507" fmla="*/ 1422737 w 3028183"/>
                <a:gd name="connsiteY264-12508" fmla="*/ 650966 h 1160647"/>
                <a:gd name="connsiteX265-12509" fmla="*/ 1422737 w 3028183"/>
                <a:gd name="connsiteY265-12510" fmla="*/ 637725 h 1160647"/>
                <a:gd name="connsiteX266-12511" fmla="*/ 1426791 w 3028183"/>
                <a:gd name="connsiteY266-12512" fmla="*/ 644210 h 1160647"/>
                <a:gd name="connsiteX267-12513" fmla="*/ 1429071 w 3028183"/>
                <a:gd name="connsiteY267-12514" fmla="*/ 644210 h 1160647"/>
                <a:gd name="connsiteX268-12515" fmla="*/ 1445031 w 3028183"/>
                <a:gd name="connsiteY268-12516" fmla="*/ 644210 h 1160647"/>
                <a:gd name="connsiteX269-12517" fmla="*/ 1445031 w 3028183"/>
                <a:gd name="connsiteY269-12518" fmla="*/ 643399 h 1160647"/>
                <a:gd name="connsiteX270-12519" fmla="*/ 1445031 w 3028183"/>
                <a:gd name="connsiteY270-12520" fmla="*/ 637725 h 1160647"/>
                <a:gd name="connsiteX271-12521" fmla="*/ 1445791 w 3028183"/>
                <a:gd name="connsiteY271-12522" fmla="*/ 637725 h 1160647"/>
                <a:gd name="connsiteX272-12523" fmla="*/ 1451111 w 3028183"/>
                <a:gd name="connsiteY272-12524" fmla="*/ 637725 h 1160647"/>
                <a:gd name="connsiteX273-12525" fmla="*/ 1451111 w 3028183"/>
                <a:gd name="connsiteY273-12526" fmla="*/ 639076 h 1160647"/>
                <a:gd name="connsiteX274-12527" fmla="*/ 1451111 w 3028183"/>
                <a:gd name="connsiteY274-12528" fmla="*/ 648534 h 1160647"/>
                <a:gd name="connsiteX275-12529" fmla="*/ 1489618 w 3028183"/>
                <a:gd name="connsiteY275-12530" fmla="*/ 648534 h 1160647"/>
                <a:gd name="connsiteX276-12531" fmla="*/ 1489618 w 3028183"/>
                <a:gd name="connsiteY276-12532" fmla="*/ 786887 h 1160647"/>
                <a:gd name="connsiteX277-12533" fmla="*/ 1491138 w 3028183"/>
                <a:gd name="connsiteY277-12534" fmla="*/ 786887 h 1160647"/>
                <a:gd name="connsiteX278-12535" fmla="*/ 1501778 w 3028183"/>
                <a:gd name="connsiteY278-12536" fmla="*/ 786887 h 1160647"/>
                <a:gd name="connsiteX279-12537" fmla="*/ 1501778 w 3028183"/>
                <a:gd name="connsiteY279-12538" fmla="*/ 773917 h 1160647"/>
                <a:gd name="connsiteX280-12539" fmla="*/ 1505832 w 3028183"/>
                <a:gd name="connsiteY280-12540" fmla="*/ 773917 h 1160647"/>
                <a:gd name="connsiteX281-12541" fmla="*/ 1505832 w 3028183"/>
                <a:gd name="connsiteY281-12542" fmla="*/ 786887 h 1160647"/>
                <a:gd name="connsiteX282-12543" fmla="*/ 1536232 w 3028183"/>
                <a:gd name="connsiteY282-12544" fmla="*/ 786887 h 1160647"/>
                <a:gd name="connsiteX283-12545" fmla="*/ 1536232 w 3028183"/>
                <a:gd name="connsiteY283-12546" fmla="*/ 756622 h 1160647"/>
                <a:gd name="connsiteX284-12547" fmla="*/ 1548392 w 3028183"/>
                <a:gd name="connsiteY284-12548" fmla="*/ 756622 h 1160647"/>
                <a:gd name="connsiteX285-12549" fmla="*/ 1560552 w 3028183"/>
                <a:gd name="connsiteY285-12550" fmla="*/ 754461 h 1160647"/>
                <a:gd name="connsiteX286-12551" fmla="*/ 1564606 w 3028183"/>
                <a:gd name="connsiteY286-12552" fmla="*/ 756622 h 1160647"/>
                <a:gd name="connsiteX287-12553" fmla="*/ 1574739 w 3028183"/>
                <a:gd name="connsiteY287-12554" fmla="*/ 756622 h 1160647"/>
                <a:gd name="connsiteX288-12555" fmla="*/ 1574739 w 3028183"/>
                <a:gd name="connsiteY288-12556" fmla="*/ 786887 h 1160647"/>
                <a:gd name="connsiteX289-12557" fmla="*/ 1582846 w 3028183"/>
                <a:gd name="connsiteY289-12558" fmla="*/ 786887 h 1160647"/>
                <a:gd name="connsiteX290-12559" fmla="*/ 1582846 w 3028183"/>
                <a:gd name="connsiteY290-12560" fmla="*/ 804182 h 1160647"/>
                <a:gd name="connsiteX291-12561" fmla="*/ 1592182 w 3028183"/>
                <a:gd name="connsiteY291-12562" fmla="*/ 805087 h 1160647"/>
                <a:gd name="connsiteX292-12563" fmla="*/ 1605140 w 3028183"/>
                <a:gd name="connsiteY292-12564" fmla="*/ 805087 h 1160647"/>
                <a:gd name="connsiteX293-12565" fmla="*/ 1605140 w 3028183"/>
                <a:gd name="connsiteY293-12566" fmla="*/ 789049 h 1160647"/>
                <a:gd name="connsiteX294-12567" fmla="*/ 1673096 w 3028183"/>
                <a:gd name="connsiteY294-12568" fmla="*/ 789049 h 1160647"/>
                <a:gd name="connsiteX295-12569" fmla="*/ 1673096 w 3028183"/>
                <a:gd name="connsiteY295-12570" fmla="*/ 703796 h 1160647"/>
                <a:gd name="connsiteX296-12571" fmla="*/ 1745104 w 3028183"/>
                <a:gd name="connsiteY296-12572" fmla="*/ 703796 h 1160647"/>
                <a:gd name="connsiteX297-12573" fmla="*/ 1745104 w 3028183"/>
                <a:gd name="connsiteY297-12574" fmla="*/ 782564 h 1160647"/>
                <a:gd name="connsiteX298-12575" fmla="*/ 1747008 w 3028183"/>
                <a:gd name="connsiteY298-12576" fmla="*/ 782564 h 1160647"/>
                <a:gd name="connsiteX299-12577" fmla="*/ 1748250 w 3028183"/>
                <a:gd name="connsiteY299-12578" fmla="*/ 805087 h 1160647"/>
                <a:gd name="connsiteX300-12579" fmla="*/ 1757926 w 3028183"/>
                <a:gd name="connsiteY300-12580" fmla="*/ 805087 h 1160647"/>
                <a:gd name="connsiteX301-12581" fmla="*/ 1759168 w 3028183"/>
                <a:gd name="connsiteY301-12582" fmla="*/ 782564 h 1160647"/>
                <a:gd name="connsiteX302-12583" fmla="*/ 1765248 w 3028183"/>
                <a:gd name="connsiteY302-12584" fmla="*/ 782564 h 1160647"/>
                <a:gd name="connsiteX303-12585" fmla="*/ 1766490 w 3028183"/>
                <a:gd name="connsiteY303-12586" fmla="*/ 805087 h 1160647"/>
                <a:gd name="connsiteX304-12587" fmla="*/ 1817112 w 3028183"/>
                <a:gd name="connsiteY304-12588" fmla="*/ 805087 h 1160647"/>
                <a:gd name="connsiteX305-12589" fmla="*/ 1817112 w 3028183"/>
                <a:gd name="connsiteY305-12590" fmla="*/ 642059 h 1160647"/>
                <a:gd name="connsiteX306-12591" fmla="*/ 2014439 w 3028183"/>
                <a:gd name="connsiteY306-12592" fmla="*/ 642059 h 1160647"/>
                <a:gd name="connsiteX307-12593" fmla="*/ 2014439 w 3028183"/>
                <a:gd name="connsiteY307-12594" fmla="*/ 805087 h 1160647"/>
                <a:gd name="connsiteX308-12595" fmla="*/ 2033136 w 3028183"/>
                <a:gd name="connsiteY308-12596" fmla="*/ 805087 h 1160647"/>
                <a:gd name="connsiteX309-12597" fmla="*/ 2033136 w 3028183"/>
                <a:gd name="connsiteY309-12598" fmla="*/ 722394 h 1160647"/>
                <a:gd name="connsiteX310-12599" fmla="*/ 2128256 w 3028183"/>
                <a:gd name="connsiteY310-12600" fmla="*/ 722394 h 1160647"/>
                <a:gd name="connsiteX311-12601" fmla="*/ 2140186 w 3028183"/>
                <a:gd name="connsiteY311-12602" fmla="*/ 404253 h 1160647"/>
                <a:gd name="connsiteX312-12603" fmla="*/ 2128026 w 3028183"/>
                <a:gd name="connsiteY312-12604" fmla="*/ 382635 h 1160647"/>
                <a:gd name="connsiteX313-12605" fmla="*/ 2121946 w 3028183"/>
                <a:gd name="connsiteY313-12606" fmla="*/ 378311 h 1160647"/>
                <a:gd name="connsiteX314-12607" fmla="*/ 2130053 w 3028183"/>
                <a:gd name="connsiteY314-12608" fmla="*/ 354532 h 1160647"/>
                <a:gd name="connsiteX315-12609" fmla="*/ 2130053 w 3028183"/>
                <a:gd name="connsiteY315-12610" fmla="*/ 337238 h 1160647"/>
                <a:gd name="connsiteX316-12611" fmla="*/ 2144240 w 3028183"/>
                <a:gd name="connsiteY316-12612" fmla="*/ 337238 h 1160647"/>
                <a:gd name="connsiteX317-12613" fmla="*/ 2144240 w 3028183"/>
                <a:gd name="connsiteY317-12614" fmla="*/ 315620 h 1160647"/>
                <a:gd name="connsiteX318-12615" fmla="*/ 2146266 w 3028183"/>
                <a:gd name="connsiteY318-12616" fmla="*/ 311296 h 1160647"/>
                <a:gd name="connsiteX319-12617" fmla="*/ 2146266 w 3028183"/>
                <a:gd name="connsiteY319-12618" fmla="*/ 233472 h 1160647"/>
                <a:gd name="connsiteX320-12619" fmla="*/ 2144240 w 3028183"/>
                <a:gd name="connsiteY320-12620" fmla="*/ 226987 h 1160647"/>
                <a:gd name="connsiteX321-12621" fmla="*/ 2150320 w 3028183"/>
                <a:gd name="connsiteY321-12622" fmla="*/ 220501 h 1160647"/>
                <a:gd name="connsiteX322-12623" fmla="*/ 2150320 w 3028183"/>
                <a:gd name="connsiteY322-12624" fmla="*/ 162133 h 1160647"/>
                <a:gd name="connsiteX323-12625" fmla="*/ 2152346 w 3028183"/>
                <a:gd name="connsiteY323-12626" fmla="*/ 157810 h 1160647"/>
                <a:gd name="connsiteX324-12627" fmla="*/ 2152346 w 3028183"/>
                <a:gd name="connsiteY324-12628" fmla="*/ 101604 h 1160647"/>
                <a:gd name="connsiteX325-12629" fmla="*/ 2154373 w 3028183"/>
                <a:gd name="connsiteY325-12630" fmla="*/ 82148 h 1160647"/>
                <a:gd name="connsiteX326-12631" fmla="*/ 2158427 w 3028183"/>
                <a:gd name="connsiteY326-12632" fmla="*/ 99442 h 1160647"/>
                <a:gd name="connsiteX327-12633" fmla="*/ 2160453 w 3028183"/>
                <a:gd name="connsiteY327-12634" fmla="*/ 157810 h 1160647"/>
                <a:gd name="connsiteX328-12635" fmla="*/ 2162480 w 3028183"/>
                <a:gd name="connsiteY328-12636" fmla="*/ 220501 h 1160647"/>
                <a:gd name="connsiteX329-12637" fmla="*/ 2168560 w 3028183"/>
                <a:gd name="connsiteY329-12638" fmla="*/ 226987 h 1160647"/>
                <a:gd name="connsiteX330-12639" fmla="*/ 2166533 w 3028183"/>
                <a:gd name="connsiteY330-12640" fmla="*/ 233472 h 1160647"/>
                <a:gd name="connsiteX331-12641" fmla="*/ 2166533 w 3028183"/>
                <a:gd name="connsiteY331-12642" fmla="*/ 311296 h 1160647"/>
                <a:gd name="connsiteX332-12643" fmla="*/ 2168560 w 3028183"/>
                <a:gd name="connsiteY332-12644" fmla="*/ 315620 h 1160647"/>
                <a:gd name="connsiteX333-12645" fmla="*/ 2168560 w 3028183"/>
                <a:gd name="connsiteY333-12646" fmla="*/ 337238 h 1160647"/>
                <a:gd name="connsiteX334-12647" fmla="*/ 2182747 w 3028183"/>
                <a:gd name="connsiteY334-12648" fmla="*/ 337238 h 1160647"/>
                <a:gd name="connsiteX335-12649" fmla="*/ 2182747 w 3028183"/>
                <a:gd name="connsiteY335-12650" fmla="*/ 354532 h 1160647"/>
                <a:gd name="connsiteX336-12651" fmla="*/ 2190854 w 3028183"/>
                <a:gd name="connsiteY336-12652" fmla="*/ 378311 h 1160647"/>
                <a:gd name="connsiteX337-12653" fmla="*/ 2184774 w 3028183"/>
                <a:gd name="connsiteY337-12654" fmla="*/ 382635 h 1160647"/>
                <a:gd name="connsiteX338-12655" fmla="*/ 2172613 w 3028183"/>
                <a:gd name="connsiteY338-12656" fmla="*/ 404253 h 1160647"/>
                <a:gd name="connsiteX339-12657" fmla="*/ 2180720 w 3028183"/>
                <a:gd name="connsiteY339-12658" fmla="*/ 657181 h 1160647"/>
                <a:gd name="connsiteX340-12659" fmla="*/ 2245574 w 3028183"/>
                <a:gd name="connsiteY340-12660" fmla="*/ 657181 h 1160647"/>
                <a:gd name="connsiteX341-12661" fmla="*/ 2245574 w 3028183"/>
                <a:gd name="connsiteY341-12662" fmla="*/ 732843 h 1160647"/>
                <a:gd name="connsiteX342-12663" fmla="*/ 2253681 w 3028183"/>
                <a:gd name="connsiteY342-12664" fmla="*/ 732843 h 1160647"/>
                <a:gd name="connsiteX343-12665" fmla="*/ 2255708 w 3028183"/>
                <a:gd name="connsiteY343-12666" fmla="*/ 726358 h 1160647"/>
                <a:gd name="connsiteX344-12667" fmla="*/ 2261788 w 3028183"/>
                <a:gd name="connsiteY344-12668" fmla="*/ 726358 h 1160647"/>
                <a:gd name="connsiteX345-12669" fmla="*/ 2263815 w 3028183"/>
                <a:gd name="connsiteY345-12670" fmla="*/ 735005 h 1160647"/>
                <a:gd name="connsiteX346-12671" fmla="*/ 2275975 w 3028183"/>
                <a:gd name="connsiteY346-12672" fmla="*/ 735005 h 1160647"/>
                <a:gd name="connsiteX347-12673" fmla="*/ 2275975 w 3028183"/>
                <a:gd name="connsiteY347-12674" fmla="*/ 728519 h 1160647"/>
                <a:gd name="connsiteX348-12675" fmla="*/ 2298268 w 3028183"/>
                <a:gd name="connsiteY348-12676" fmla="*/ 728519 h 1160647"/>
                <a:gd name="connsiteX349-12677" fmla="*/ 2298268 w 3028183"/>
                <a:gd name="connsiteY349-12678" fmla="*/ 735005 h 1160647"/>
                <a:gd name="connsiteX350-12679" fmla="*/ 2318535 w 3028183"/>
                <a:gd name="connsiteY350-12680" fmla="*/ 735005 h 1160647"/>
                <a:gd name="connsiteX351-12681" fmla="*/ 2318535 w 3028183"/>
                <a:gd name="connsiteY351-12682" fmla="*/ 780402 h 1160647"/>
                <a:gd name="connsiteX352-12683" fmla="*/ 2332722 w 3028183"/>
                <a:gd name="connsiteY352-12684" fmla="*/ 780402 h 1160647"/>
                <a:gd name="connsiteX353-12685" fmla="*/ 2332722 w 3028183"/>
                <a:gd name="connsiteY353-12686" fmla="*/ 767431 h 1160647"/>
                <a:gd name="connsiteX354-12687" fmla="*/ 2348936 w 3028183"/>
                <a:gd name="connsiteY354-12688" fmla="*/ 767431 h 1160647"/>
                <a:gd name="connsiteX355-12689" fmla="*/ 2348936 w 3028183"/>
                <a:gd name="connsiteY355-12690" fmla="*/ 588004 h 1160647"/>
                <a:gd name="connsiteX356-12691" fmla="*/ 2355016 w 3028183"/>
                <a:gd name="connsiteY356-12692" fmla="*/ 581518 h 1160647"/>
                <a:gd name="connsiteX357-12693" fmla="*/ 2427977 w 3028183"/>
                <a:gd name="connsiteY357-12694" fmla="*/ 581518 h 1160647"/>
                <a:gd name="connsiteX358-12695" fmla="*/ 2427977 w 3028183"/>
                <a:gd name="connsiteY358-12696" fmla="*/ 590166 h 1160647"/>
                <a:gd name="connsiteX359-12697" fmla="*/ 2438110 w 3028183"/>
                <a:gd name="connsiteY359-12698" fmla="*/ 590166 h 1160647"/>
                <a:gd name="connsiteX360-12699" fmla="*/ 2438110 w 3028183"/>
                <a:gd name="connsiteY360-12700" fmla="*/ 704740 h 1160647"/>
                <a:gd name="connsiteX361-12701" fmla="*/ 2460404 w 3028183"/>
                <a:gd name="connsiteY361-12702" fmla="*/ 704740 h 1160647"/>
                <a:gd name="connsiteX362-12703" fmla="*/ 2460404 w 3028183"/>
                <a:gd name="connsiteY362-12704" fmla="*/ 637725 h 1160647"/>
                <a:gd name="connsiteX363-12705" fmla="*/ 2486751 w 3028183"/>
                <a:gd name="connsiteY363-12706" fmla="*/ 637725 h 1160647"/>
                <a:gd name="connsiteX364-12707" fmla="*/ 2490804 w 3028183"/>
                <a:gd name="connsiteY364-12708" fmla="*/ 633401 h 1160647"/>
                <a:gd name="connsiteX365-12709" fmla="*/ 2498911 w 3028183"/>
                <a:gd name="connsiteY365-12710" fmla="*/ 633401 h 1160647"/>
                <a:gd name="connsiteX366-12711" fmla="*/ 2502964 w 3028183"/>
                <a:gd name="connsiteY366-12712" fmla="*/ 637725 h 1160647"/>
                <a:gd name="connsiteX367-12713" fmla="*/ 2525258 w 3028183"/>
                <a:gd name="connsiteY367-12714" fmla="*/ 637725 h 1160647"/>
                <a:gd name="connsiteX368-12715" fmla="*/ 2525258 w 3028183"/>
                <a:gd name="connsiteY368-12716" fmla="*/ 520989 h 1160647"/>
                <a:gd name="connsiteX369-12717" fmla="*/ 2582005 w 3028183"/>
                <a:gd name="connsiteY369-12718" fmla="*/ 510180 h 1160647"/>
                <a:gd name="connsiteX370-12719" fmla="*/ 2582005 w 3028183"/>
                <a:gd name="connsiteY370-12720" fmla="*/ 511261 h 1160647"/>
                <a:gd name="connsiteX371-12721" fmla="*/ 2582005 w 3028183"/>
                <a:gd name="connsiteY371-12722" fmla="*/ 518827 h 1160647"/>
                <a:gd name="connsiteX372-12723" fmla="*/ 2608352 w 3028183"/>
                <a:gd name="connsiteY372-12724" fmla="*/ 518827 h 1160647"/>
                <a:gd name="connsiteX373-12725" fmla="*/ 2608352 w 3028183"/>
                <a:gd name="connsiteY373-12726" fmla="*/ 773917 h 1160647"/>
                <a:gd name="connsiteX374-12727" fmla="*/ 2630646 w 3028183"/>
                <a:gd name="connsiteY374-12728" fmla="*/ 773917 h 1160647"/>
                <a:gd name="connsiteX375-12729" fmla="*/ 2630646 w 3028183"/>
                <a:gd name="connsiteY375-12730" fmla="*/ 769593 h 1160647"/>
                <a:gd name="connsiteX376-12731" fmla="*/ 2642806 w 3028183"/>
                <a:gd name="connsiteY376-12732" fmla="*/ 769593 h 1160647"/>
                <a:gd name="connsiteX377-12733" fmla="*/ 2642806 w 3028183"/>
                <a:gd name="connsiteY377-12734" fmla="*/ 773917 h 1160647"/>
                <a:gd name="connsiteX378-12735" fmla="*/ 2667126 w 3028183"/>
                <a:gd name="connsiteY378-12736" fmla="*/ 773917 h 1160647"/>
                <a:gd name="connsiteX379-12737" fmla="*/ 2667126 w 3028183"/>
                <a:gd name="connsiteY379-12738" fmla="*/ 760946 h 1160647"/>
                <a:gd name="connsiteX380-12739" fmla="*/ 2695500 w 3028183"/>
                <a:gd name="connsiteY380-12740" fmla="*/ 760946 h 1160647"/>
                <a:gd name="connsiteX381-12741" fmla="*/ 2707660 w 3028183"/>
                <a:gd name="connsiteY381-12742" fmla="*/ 756622 h 1160647"/>
                <a:gd name="connsiteX382-12743" fmla="*/ 2727927 w 3028183"/>
                <a:gd name="connsiteY382-12744" fmla="*/ 760946 h 1160647"/>
                <a:gd name="connsiteX383-12745" fmla="*/ 2727927 w 3028183"/>
                <a:gd name="connsiteY383-12746" fmla="*/ 743652 h 1160647"/>
                <a:gd name="connsiteX384-12747" fmla="*/ 2736034 w 3028183"/>
                <a:gd name="connsiteY384-12748" fmla="*/ 743652 h 1160647"/>
                <a:gd name="connsiteX385-12749" fmla="*/ 2736034 w 3028183"/>
                <a:gd name="connsiteY385-12750" fmla="*/ 730681 h 1160647"/>
                <a:gd name="connsiteX386-12751" fmla="*/ 2792781 w 3028183"/>
                <a:gd name="connsiteY386-12752" fmla="*/ 730681 h 1160647"/>
                <a:gd name="connsiteX387-12753" fmla="*/ 2792781 w 3028183"/>
                <a:gd name="connsiteY387-12754" fmla="*/ 700416 h 1160647"/>
                <a:gd name="connsiteX388-12755" fmla="*/ 2811021 w 3028183"/>
                <a:gd name="connsiteY388-12756" fmla="*/ 700416 h 1160647"/>
                <a:gd name="connsiteX389-12757" fmla="*/ 2811021 w 3028183"/>
                <a:gd name="connsiteY389-12758" fmla="*/ 693931 h 1160647"/>
                <a:gd name="connsiteX390-12759" fmla="*/ 2823181 w 3028183"/>
                <a:gd name="connsiteY390-12760" fmla="*/ 693931 h 1160647"/>
                <a:gd name="connsiteX391-12761" fmla="*/ 2823181 w 3028183"/>
                <a:gd name="connsiteY391-12762" fmla="*/ 700416 h 1160647"/>
                <a:gd name="connsiteX392-12763" fmla="*/ 2839395 w 3028183"/>
                <a:gd name="connsiteY392-12764" fmla="*/ 700416 h 1160647"/>
                <a:gd name="connsiteX393-12765" fmla="*/ 2839395 w 3028183"/>
                <a:gd name="connsiteY393-12766" fmla="*/ 750137 h 1160647"/>
                <a:gd name="connsiteX394-12767" fmla="*/ 2871822 w 3028183"/>
                <a:gd name="connsiteY394-12768" fmla="*/ 750137 h 1160647"/>
                <a:gd name="connsiteX395-12769" fmla="*/ 2871822 w 3028183"/>
                <a:gd name="connsiteY395-12770" fmla="*/ 724196 h 1160647"/>
                <a:gd name="connsiteX396-12771" fmla="*/ 2910329 w 3028183"/>
                <a:gd name="connsiteY396-12772" fmla="*/ 724196 h 1160647"/>
                <a:gd name="connsiteX397-12773" fmla="*/ 2910329 w 3028183"/>
                <a:gd name="connsiteY397-12774" fmla="*/ 693931 h 1160647"/>
                <a:gd name="connsiteX398-12775" fmla="*/ 2958970 w 3028183"/>
                <a:gd name="connsiteY398-12776" fmla="*/ 693931 h 1160647"/>
                <a:gd name="connsiteX399-12777" fmla="*/ 2958970 w 3028183"/>
                <a:gd name="connsiteY399-12778" fmla="*/ 805087 h 1160647"/>
                <a:gd name="connsiteX400-12779" fmla="*/ 2958970 w 3028183"/>
                <a:gd name="connsiteY400-12780" fmla="*/ 818866 h 1160647"/>
                <a:gd name="connsiteX401-12781" fmla="*/ 3024845 w 3028183"/>
                <a:gd name="connsiteY401-12782" fmla="*/ 818866 h 1160647"/>
                <a:gd name="connsiteX402-12783" fmla="*/ 3028183 w 3028183"/>
                <a:gd name="connsiteY402-12784" fmla="*/ 1160647 h 1160647"/>
                <a:gd name="connsiteX403-12785" fmla="*/ 2054 w 3028183"/>
                <a:gd name="connsiteY403-12786" fmla="*/ 1158314 h 1160647"/>
                <a:gd name="connsiteX404-12787" fmla="*/ 0 w 3028183"/>
                <a:gd name="connsiteY404-12788" fmla="*/ 724196 h 1160647"/>
                <a:gd name="connsiteX405-12789" fmla="*/ 20267 w 3028183"/>
                <a:gd name="connsiteY405-12790" fmla="*/ 724196 h 1160647"/>
                <a:gd name="connsiteX406-12791" fmla="*/ 20774 w 3028183"/>
                <a:gd name="connsiteY406-12792" fmla="*/ 723115 h 1160647"/>
                <a:gd name="connsiteX407-12793" fmla="*/ 24320 w 3028183"/>
                <a:gd name="connsiteY407-12794" fmla="*/ 715549 h 1160647"/>
                <a:gd name="connsiteX408-12795" fmla="*/ 26094 w 3028183"/>
                <a:gd name="connsiteY408-12796" fmla="*/ 715819 h 1160647"/>
                <a:gd name="connsiteX409-12797" fmla="*/ 38507 w 3028183"/>
                <a:gd name="connsiteY409-12798" fmla="*/ 717710 h 1160647"/>
                <a:gd name="connsiteX410-12799" fmla="*/ 39014 w 3028183"/>
                <a:gd name="connsiteY410-12800" fmla="*/ 719062 h 1160647"/>
                <a:gd name="connsiteX411-12801" fmla="*/ 42560 w 3028183"/>
                <a:gd name="connsiteY411-12802" fmla="*/ 728519 h 1160647"/>
                <a:gd name="connsiteX412-12803" fmla="*/ 68907 w 3028183"/>
                <a:gd name="connsiteY412-12804" fmla="*/ 730681 h 1160647"/>
                <a:gd name="connsiteX413-12805" fmla="*/ 68907 w 3028183"/>
                <a:gd name="connsiteY413-12806" fmla="*/ 607460 h 1160647"/>
                <a:gd name="connsiteX414-12807" fmla="*/ 70934 w 3028183"/>
                <a:gd name="connsiteY414-12808" fmla="*/ 607460 h 1160647"/>
                <a:gd name="connsiteX415-12809" fmla="*/ 85121 w 3028183"/>
                <a:gd name="connsiteY415-12810" fmla="*/ 607460 h 1160647"/>
                <a:gd name="connsiteX416-12811" fmla="*/ 85121 w 3028183"/>
                <a:gd name="connsiteY416-12812" fmla="*/ 471268 h 1160647"/>
                <a:gd name="connsiteX417-12813" fmla="*/ 86894 w 3028183"/>
                <a:gd name="connsiteY417-12814" fmla="*/ 471268 h 1160647"/>
                <a:gd name="connsiteX418-12815" fmla="*/ 99308 w 3028183"/>
                <a:gd name="connsiteY418-12816" fmla="*/ 471268 h 1160647"/>
                <a:gd name="connsiteX419-12817" fmla="*/ 99308 w 3028183"/>
                <a:gd name="connsiteY419-12818" fmla="*/ 356694 h 1160647"/>
                <a:gd name="connsiteX420-12819" fmla="*/ 103361 w 3028183"/>
                <a:gd name="connsiteY420-12820" fmla="*/ 328590 h 1160647"/>
                <a:gd name="connsiteX421-12821" fmla="*/ 105388 w 3028183"/>
                <a:gd name="connsiteY421-12822" fmla="*/ 328590 h 1160647"/>
                <a:gd name="connsiteX422-12823" fmla="*/ 119575 w 3028183"/>
                <a:gd name="connsiteY422-12824" fmla="*/ 328590 h 1160647"/>
                <a:gd name="connsiteX423-12825" fmla="*/ 156055 w 3028183"/>
                <a:gd name="connsiteY423-12826" fmla="*/ 246443 h 1160647"/>
                <a:gd name="connsiteX424-12827" fmla="*/ 160109 w 3028183"/>
                <a:gd name="connsiteY424-12828" fmla="*/ 0 h 1160647"/>
                <a:gd name="connsiteX0-12829" fmla="*/ 160109 w 3028183"/>
                <a:gd name="connsiteY0-12830" fmla="*/ 0 h 1160647"/>
                <a:gd name="connsiteX1-12831" fmla="*/ 162135 w 3028183"/>
                <a:gd name="connsiteY1-12832" fmla="*/ 246443 h 1160647"/>
                <a:gd name="connsiteX2-12833" fmla="*/ 200642 w 3028183"/>
                <a:gd name="connsiteY2-12834" fmla="*/ 326429 h 1160647"/>
                <a:gd name="connsiteX3-12835" fmla="*/ 202669 w 3028183"/>
                <a:gd name="connsiteY3-12836" fmla="*/ 326429 h 1160647"/>
                <a:gd name="connsiteX4-12837" fmla="*/ 216856 w 3028183"/>
                <a:gd name="connsiteY4-12838" fmla="*/ 326429 h 1160647"/>
                <a:gd name="connsiteX5-12839" fmla="*/ 216856 w 3028183"/>
                <a:gd name="connsiteY5-12840" fmla="*/ 350208 h 1160647"/>
                <a:gd name="connsiteX6-12841" fmla="*/ 217363 w 3028183"/>
                <a:gd name="connsiteY6-12842" fmla="*/ 351019 h 1160647"/>
                <a:gd name="connsiteX7-12843" fmla="*/ 220909 w 3028183"/>
                <a:gd name="connsiteY7-12844" fmla="*/ 356694 h 1160647"/>
                <a:gd name="connsiteX8-12845" fmla="*/ 220909 w 3028183"/>
                <a:gd name="connsiteY8-12846" fmla="*/ 471268 h 1160647"/>
                <a:gd name="connsiteX9-12847" fmla="*/ 223189 w 3028183"/>
                <a:gd name="connsiteY9-12848" fmla="*/ 471268 h 1160647"/>
                <a:gd name="connsiteX10-12849" fmla="*/ 239150 w 3028183"/>
                <a:gd name="connsiteY10-12850" fmla="*/ 471268 h 1160647"/>
                <a:gd name="connsiteX11-12851" fmla="*/ 239150 w 3028183"/>
                <a:gd name="connsiteY11-12852" fmla="*/ 611783 h 1160647"/>
                <a:gd name="connsiteX12-12853" fmla="*/ 240670 w 3028183"/>
                <a:gd name="connsiteY12-12854" fmla="*/ 611513 h 1160647"/>
                <a:gd name="connsiteX13-12855" fmla="*/ 251310 w 3028183"/>
                <a:gd name="connsiteY13-12856" fmla="*/ 609622 h 1160647"/>
                <a:gd name="connsiteX14-12857" fmla="*/ 249283 w 3028183"/>
                <a:gd name="connsiteY14-12858" fmla="*/ 698254 h 1160647"/>
                <a:gd name="connsiteX15-12859" fmla="*/ 250803 w 3028183"/>
                <a:gd name="connsiteY15-12860" fmla="*/ 698525 h 1160647"/>
                <a:gd name="connsiteX16-12861" fmla="*/ 261443 w 3028183"/>
                <a:gd name="connsiteY16-12862" fmla="*/ 700416 h 1160647"/>
                <a:gd name="connsiteX17-12863" fmla="*/ 261696 w 3028183"/>
                <a:gd name="connsiteY17-12864" fmla="*/ 701227 h 1160647"/>
                <a:gd name="connsiteX18-12865" fmla="*/ 263470 w 3028183"/>
                <a:gd name="connsiteY18-12866" fmla="*/ 706902 h 1160647"/>
                <a:gd name="connsiteX19-12867" fmla="*/ 264230 w 3028183"/>
                <a:gd name="connsiteY19-12868" fmla="*/ 704470 h 1160647"/>
                <a:gd name="connsiteX20-12869" fmla="*/ 269550 w 3028183"/>
                <a:gd name="connsiteY20-12870" fmla="*/ 687446 h 1160647"/>
                <a:gd name="connsiteX21-12871" fmla="*/ 271323 w 3028183"/>
                <a:gd name="connsiteY21-12872" fmla="*/ 687446 h 1160647"/>
                <a:gd name="connsiteX22-12873" fmla="*/ 283737 w 3028183"/>
                <a:gd name="connsiteY22-12874" fmla="*/ 687446 h 1160647"/>
                <a:gd name="connsiteX23-12875" fmla="*/ 283737 w 3028183"/>
                <a:gd name="connsiteY23-12876" fmla="*/ 719872 h 1160647"/>
                <a:gd name="connsiteX24-12877" fmla="*/ 284750 w 3028183"/>
                <a:gd name="connsiteY24-12878" fmla="*/ 720413 h 1160647"/>
                <a:gd name="connsiteX25-12879" fmla="*/ 291844 w 3028183"/>
                <a:gd name="connsiteY25-12880" fmla="*/ 724196 h 1160647"/>
                <a:gd name="connsiteX26-12881" fmla="*/ 291844 w 3028183"/>
                <a:gd name="connsiteY26-12882" fmla="*/ 725547 h 1160647"/>
                <a:gd name="connsiteX27-12883" fmla="*/ 291844 w 3028183"/>
                <a:gd name="connsiteY27-12884" fmla="*/ 735005 h 1160647"/>
                <a:gd name="connsiteX28-12885" fmla="*/ 336431 w 3028183"/>
                <a:gd name="connsiteY28-12886" fmla="*/ 735005 h 1160647"/>
                <a:gd name="connsiteX29-12887" fmla="*/ 336431 w 3028183"/>
                <a:gd name="connsiteY29-12888" fmla="*/ 736086 h 1160647"/>
                <a:gd name="connsiteX30-12889" fmla="*/ 336431 w 3028183"/>
                <a:gd name="connsiteY30-12890" fmla="*/ 743652 h 1160647"/>
                <a:gd name="connsiteX31-12891" fmla="*/ 338457 w 3028183"/>
                <a:gd name="connsiteY31-12892" fmla="*/ 743652 h 1160647"/>
                <a:gd name="connsiteX32-12893" fmla="*/ 352644 w 3028183"/>
                <a:gd name="connsiteY32-12894" fmla="*/ 743652 h 1160647"/>
                <a:gd name="connsiteX33-12895" fmla="*/ 352644 w 3028183"/>
                <a:gd name="connsiteY33-12896" fmla="*/ 713387 h 1160647"/>
                <a:gd name="connsiteX34-12897" fmla="*/ 397231 w 3028183"/>
                <a:gd name="connsiteY34-12898" fmla="*/ 713387 h 1160647"/>
                <a:gd name="connsiteX35-12899" fmla="*/ 397231 w 3028183"/>
                <a:gd name="connsiteY35-12900" fmla="*/ 712036 h 1160647"/>
                <a:gd name="connsiteX36-12901" fmla="*/ 397231 w 3028183"/>
                <a:gd name="connsiteY36-12902" fmla="*/ 702578 h 1160647"/>
                <a:gd name="connsiteX37-12903" fmla="*/ 398245 w 3028183"/>
                <a:gd name="connsiteY37-12904" fmla="*/ 702578 h 1160647"/>
                <a:gd name="connsiteX38-12905" fmla="*/ 405338 w 3028183"/>
                <a:gd name="connsiteY38-12906" fmla="*/ 702578 h 1160647"/>
                <a:gd name="connsiteX39-12907" fmla="*/ 405338 w 3028183"/>
                <a:gd name="connsiteY39-12908" fmla="*/ 700687 h 1160647"/>
                <a:gd name="connsiteX40-12909" fmla="*/ 405338 w 3028183"/>
                <a:gd name="connsiteY40-12910" fmla="*/ 687446 h 1160647"/>
                <a:gd name="connsiteX41-12911" fmla="*/ 406098 w 3028183"/>
                <a:gd name="connsiteY41-12912" fmla="*/ 687446 h 1160647"/>
                <a:gd name="connsiteX42-12913" fmla="*/ 411418 w 3028183"/>
                <a:gd name="connsiteY42-12914" fmla="*/ 687446 h 1160647"/>
                <a:gd name="connsiteX43-12915" fmla="*/ 411418 w 3028183"/>
                <a:gd name="connsiteY43-12916" fmla="*/ 686365 h 1160647"/>
                <a:gd name="connsiteX44-12917" fmla="*/ 411418 w 3028183"/>
                <a:gd name="connsiteY44-12918" fmla="*/ 678798 h 1160647"/>
                <a:gd name="connsiteX45-12919" fmla="*/ 413445 w 3028183"/>
                <a:gd name="connsiteY45-12920" fmla="*/ 678798 h 1160647"/>
                <a:gd name="connsiteX46-12921" fmla="*/ 427632 w 3028183"/>
                <a:gd name="connsiteY46-12922" fmla="*/ 678798 h 1160647"/>
                <a:gd name="connsiteX47-12923" fmla="*/ 427632 w 3028183"/>
                <a:gd name="connsiteY47-12924" fmla="*/ 679879 h 1160647"/>
                <a:gd name="connsiteX48-12925" fmla="*/ 427632 w 3028183"/>
                <a:gd name="connsiteY48-12926" fmla="*/ 687446 h 1160647"/>
                <a:gd name="connsiteX49-12927" fmla="*/ 449925 w 3028183"/>
                <a:gd name="connsiteY49-12928" fmla="*/ 687446 h 1160647"/>
                <a:gd name="connsiteX50-12929" fmla="*/ 449925 w 3028183"/>
                <a:gd name="connsiteY50-12930" fmla="*/ 685554 h 1160647"/>
                <a:gd name="connsiteX51-12931" fmla="*/ 449925 w 3028183"/>
                <a:gd name="connsiteY51-12932" fmla="*/ 672313 h 1160647"/>
                <a:gd name="connsiteX52-12933" fmla="*/ 451699 w 3028183"/>
                <a:gd name="connsiteY52-12934" fmla="*/ 672313 h 1160647"/>
                <a:gd name="connsiteX53-12935" fmla="*/ 464112 w 3028183"/>
                <a:gd name="connsiteY53-12936" fmla="*/ 672313 h 1160647"/>
                <a:gd name="connsiteX54-12937" fmla="*/ 464112 w 3028183"/>
                <a:gd name="connsiteY54-12938" fmla="*/ 696093 h 1160647"/>
                <a:gd name="connsiteX55-12939" fmla="*/ 465126 w 3028183"/>
                <a:gd name="connsiteY55-12940" fmla="*/ 696093 h 1160647"/>
                <a:gd name="connsiteX56-12941" fmla="*/ 472219 w 3028183"/>
                <a:gd name="connsiteY56-12942" fmla="*/ 696093 h 1160647"/>
                <a:gd name="connsiteX57-12943" fmla="*/ 472219 w 3028183"/>
                <a:gd name="connsiteY57-12944" fmla="*/ 695012 h 1160647"/>
                <a:gd name="connsiteX58-12945" fmla="*/ 472219 w 3028183"/>
                <a:gd name="connsiteY58-12946" fmla="*/ 687446 h 1160647"/>
                <a:gd name="connsiteX59-12947" fmla="*/ 473992 w 3028183"/>
                <a:gd name="connsiteY59-12948" fmla="*/ 687446 h 1160647"/>
                <a:gd name="connsiteX60-12949" fmla="*/ 486406 w 3028183"/>
                <a:gd name="connsiteY60-12950" fmla="*/ 687446 h 1160647"/>
                <a:gd name="connsiteX61-12951" fmla="*/ 486406 w 3028183"/>
                <a:gd name="connsiteY61-12952" fmla="*/ 713387 h 1160647"/>
                <a:gd name="connsiteX62-12953" fmla="*/ 488433 w 3028183"/>
                <a:gd name="connsiteY62-12954" fmla="*/ 713387 h 1160647"/>
                <a:gd name="connsiteX63-12955" fmla="*/ 502619 w 3028183"/>
                <a:gd name="connsiteY63-12956" fmla="*/ 713387 h 1160647"/>
                <a:gd name="connsiteX64-12957" fmla="*/ 502619 w 3028183"/>
                <a:gd name="connsiteY64-12958" fmla="*/ 715008 h 1160647"/>
                <a:gd name="connsiteX65-12959" fmla="*/ 502619 w 3028183"/>
                <a:gd name="connsiteY65-12960" fmla="*/ 726358 h 1160647"/>
                <a:gd name="connsiteX66-12961" fmla="*/ 503379 w 3028183"/>
                <a:gd name="connsiteY66-12962" fmla="*/ 726358 h 1160647"/>
                <a:gd name="connsiteX67-12963" fmla="*/ 508700 w 3028183"/>
                <a:gd name="connsiteY67-12964" fmla="*/ 726358 h 1160647"/>
                <a:gd name="connsiteX68-12965" fmla="*/ 508700 w 3028183"/>
                <a:gd name="connsiteY68-12966" fmla="*/ 725547 h 1160647"/>
                <a:gd name="connsiteX69-12967" fmla="*/ 508700 w 3028183"/>
                <a:gd name="connsiteY69-12968" fmla="*/ 719872 h 1160647"/>
                <a:gd name="connsiteX70-12969" fmla="*/ 539100 w 3028183"/>
                <a:gd name="connsiteY70-12970" fmla="*/ 719872 h 1160647"/>
                <a:gd name="connsiteX71-12971" fmla="*/ 539100 w 3028183"/>
                <a:gd name="connsiteY71-12972" fmla="*/ 743652 h 1160647"/>
                <a:gd name="connsiteX72-12973" fmla="*/ 540113 w 3028183"/>
                <a:gd name="connsiteY72-12974" fmla="*/ 743652 h 1160647"/>
                <a:gd name="connsiteX73-12975" fmla="*/ 547207 w 3028183"/>
                <a:gd name="connsiteY73-12976" fmla="*/ 743652 h 1160647"/>
                <a:gd name="connsiteX74-12977" fmla="*/ 547207 w 3028183"/>
                <a:gd name="connsiteY74-12978" fmla="*/ 744733 h 1160647"/>
                <a:gd name="connsiteX75-12979" fmla="*/ 547207 w 3028183"/>
                <a:gd name="connsiteY75-12980" fmla="*/ 752299 h 1160647"/>
                <a:gd name="connsiteX76-12981" fmla="*/ 547967 w 3028183"/>
                <a:gd name="connsiteY76-12982" fmla="*/ 752299 h 1160647"/>
                <a:gd name="connsiteX77-12983" fmla="*/ 553287 w 3028183"/>
                <a:gd name="connsiteY77-12984" fmla="*/ 752299 h 1160647"/>
                <a:gd name="connsiteX78-12985" fmla="*/ 553287 w 3028183"/>
                <a:gd name="connsiteY78-12986" fmla="*/ 750137 h 1160647"/>
                <a:gd name="connsiteX79-12987" fmla="*/ 553287 w 3028183"/>
                <a:gd name="connsiteY79-12988" fmla="*/ 735005 h 1160647"/>
                <a:gd name="connsiteX80-12989" fmla="*/ 554300 w 3028183"/>
                <a:gd name="connsiteY80-12990" fmla="*/ 735005 h 1160647"/>
                <a:gd name="connsiteX81-12991" fmla="*/ 561394 w 3028183"/>
                <a:gd name="connsiteY81-12992" fmla="*/ 735005 h 1160647"/>
                <a:gd name="connsiteX82-12993" fmla="*/ 561394 w 3028183"/>
                <a:gd name="connsiteY82-12994" fmla="*/ 736086 h 1160647"/>
                <a:gd name="connsiteX83-12995" fmla="*/ 561394 w 3028183"/>
                <a:gd name="connsiteY83-12996" fmla="*/ 743652 h 1160647"/>
                <a:gd name="connsiteX84-12997" fmla="*/ 566714 w 3028183"/>
                <a:gd name="connsiteY84-12998" fmla="*/ 741659 h 1160647"/>
                <a:gd name="connsiteX85-12999" fmla="*/ 567474 w 3028183"/>
                <a:gd name="connsiteY85-13000" fmla="*/ 740679 h 1160647"/>
                <a:gd name="connsiteX86-13001" fmla="*/ 567474 w 3028183"/>
                <a:gd name="connsiteY86-13002" fmla="*/ 735005 h 1160647"/>
                <a:gd name="connsiteX87-13003" fmla="*/ 605981 w 3028183"/>
                <a:gd name="connsiteY87-13004" fmla="*/ 735005 h 1160647"/>
                <a:gd name="connsiteX88-13005" fmla="*/ 605981 w 3028183"/>
                <a:gd name="connsiteY88-13006" fmla="*/ 758784 h 1160647"/>
                <a:gd name="connsiteX89-13007" fmla="*/ 608007 w 3028183"/>
                <a:gd name="connsiteY89-13008" fmla="*/ 758784 h 1160647"/>
                <a:gd name="connsiteX90-13009" fmla="*/ 622194 w 3028183"/>
                <a:gd name="connsiteY90-13010" fmla="*/ 758784 h 1160647"/>
                <a:gd name="connsiteX91-13011" fmla="*/ 622194 w 3028183"/>
                <a:gd name="connsiteY91-13012" fmla="*/ 759865 h 1160647"/>
                <a:gd name="connsiteX92-13013" fmla="*/ 622194 w 3028183"/>
                <a:gd name="connsiteY92-13014" fmla="*/ 767431 h 1160647"/>
                <a:gd name="connsiteX93-13015" fmla="*/ 623968 w 3028183"/>
                <a:gd name="connsiteY93-13016" fmla="*/ 767431 h 1160647"/>
                <a:gd name="connsiteX94-13017" fmla="*/ 636381 w 3028183"/>
                <a:gd name="connsiteY94-13018" fmla="*/ 767431 h 1160647"/>
                <a:gd name="connsiteX95-13019" fmla="*/ 636381 w 3028183"/>
                <a:gd name="connsiteY95-13020" fmla="*/ 743652 h 1160647"/>
                <a:gd name="connsiteX96-13021" fmla="*/ 637394 w 3028183"/>
                <a:gd name="connsiteY96-13022" fmla="*/ 743652 h 1160647"/>
                <a:gd name="connsiteX97-13023" fmla="*/ 644488 w 3028183"/>
                <a:gd name="connsiteY97-13024" fmla="*/ 743652 h 1160647"/>
                <a:gd name="connsiteX98-13025" fmla="*/ 644488 w 3028183"/>
                <a:gd name="connsiteY98-13026" fmla="*/ 711225 h 1160647"/>
                <a:gd name="connsiteX99-13027" fmla="*/ 645501 w 3028183"/>
                <a:gd name="connsiteY99-13028" fmla="*/ 711225 h 1160647"/>
                <a:gd name="connsiteX100-13029" fmla="*/ 652595 w 3028183"/>
                <a:gd name="connsiteY100-13030" fmla="*/ 711225 h 1160647"/>
                <a:gd name="connsiteX101-13031" fmla="*/ 652595 w 3028183"/>
                <a:gd name="connsiteY101-13032" fmla="*/ 709334 h 1160647"/>
                <a:gd name="connsiteX102-13033" fmla="*/ 652595 w 3028183"/>
                <a:gd name="connsiteY102-13034" fmla="*/ 696093 h 1160647"/>
                <a:gd name="connsiteX103-13035" fmla="*/ 651328 w 3028183"/>
                <a:gd name="connsiteY103-13036" fmla="*/ 694471 h 1160647"/>
                <a:gd name="connsiteX104-13037" fmla="*/ 656648 w 3028183"/>
                <a:gd name="connsiteY104-13038" fmla="*/ 683122 h 1160647"/>
                <a:gd name="connsiteX105-13039" fmla="*/ 664755 w 3028183"/>
                <a:gd name="connsiteY105-13040" fmla="*/ 711225 h 1160647"/>
                <a:gd name="connsiteX106-13041" fmla="*/ 665515 w 3028183"/>
                <a:gd name="connsiteY106-13042" fmla="*/ 711225 h 1160647"/>
                <a:gd name="connsiteX107-13043" fmla="*/ 670835 w 3028183"/>
                <a:gd name="connsiteY107-13044" fmla="*/ 711225 h 1160647"/>
                <a:gd name="connsiteX108-13045" fmla="*/ 670835 w 3028183"/>
                <a:gd name="connsiteY108-13046" fmla="*/ 605298 h 1160647"/>
                <a:gd name="connsiteX109-13047" fmla="*/ 672355 w 3028183"/>
                <a:gd name="connsiteY109-13048" fmla="*/ 605298 h 1160647"/>
                <a:gd name="connsiteX110-13049" fmla="*/ 682995 w 3028183"/>
                <a:gd name="connsiteY110-13050" fmla="*/ 605298 h 1160647"/>
                <a:gd name="connsiteX111-13051" fmla="*/ 682995 w 3028183"/>
                <a:gd name="connsiteY111-13052" fmla="*/ 557739 h 1160647"/>
                <a:gd name="connsiteX112-13053" fmla="*/ 709342 w 3028183"/>
                <a:gd name="connsiteY112-13054" fmla="*/ 557739 h 1160647"/>
                <a:gd name="connsiteX113-13055" fmla="*/ 709342 w 3028183"/>
                <a:gd name="connsiteY113-13056" fmla="*/ 536121 h 1160647"/>
                <a:gd name="connsiteX114-13057" fmla="*/ 743796 w 3028183"/>
                <a:gd name="connsiteY114-13058" fmla="*/ 536121 h 1160647"/>
                <a:gd name="connsiteX115-13059" fmla="*/ 743796 w 3028183"/>
                <a:gd name="connsiteY115-13060" fmla="*/ 538553 h 1160647"/>
                <a:gd name="connsiteX116-13061" fmla="*/ 743796 w 3028183"/>
                <a:gd name="connsiteY116-13062" fmla="*/ 555577 h 1160647"/>
                <a:gd name="connsiteX117-13063" fmla="*/ 746076 w 3028183"/>
                <a:gd name="connsiteY117-13064" fmla="*/ 555577 h 1160647"/>
                <a:gd name="connsiteX118-13065" fmla="*/ 762036 w 3028183"/>
                <a:gd name="connsiteY118-13066" fmla="*/ 555577 h 1160647"/>
                <a:gd name="connsiteX119-13067" fmla="*/ 762036 w 3028183"/>
                <a:gd name="connsiteY119-13068" fmla="*/ 603136 h 1160647"/>
                <a:gd name="connsiteX120-13069" fmla="*/ 763049 w 3028183"/>
                <a:gd name="connsiteY120-13070" fmla="*/ 603136 h 1160647"/>
                <a:gd name="connsiteX121-13071" fmla="*/ 770143 w 3028183"/>
                <a:gd name="connsiteY121-13072" fmla="*/ 603136 h 1160647"/>
                <a:gd name="connsiteX122-13073" fmla="*/ 784330 w 3028183"/>
                <a:gd name="connsiteY122-13074" fmla="*/ 607460 h 1160647"/>
                <a:gd name="connsiteX123-13075" fmla="*/ 784330 w 3028183"/>
                <a:gd name="connsiteY123-13076" fmla="*/ 646372 h 1160647"/>
                <a:gd name="connsiteX124-13077" fmla="*/ 785343 w 3028183"/>
                <a:gd name="connsiteY124-13078" fmla="*/ 646372 h 1160647"/>
                <a:gd name="connsiteX125-13079" fmla="*/ 792436 w 3028183"/>
                <a:gd name="connsiteY125-13080" fmla="*/ 646372 h 1160647"/>
                <a:gd name="connsiteX126-13081" fmla="*/ 792436 w 3028183"/>
                <a:gd name="connsiteY126-13082" fmla="*/ 647993 h 1160647"/>
                <a:gd name="connsiteX127-13083" fmla="*/ 792436 w 3028183"/>
                <a:gd name="connsiteY127-13084" fmla="*/ 659342 h 1160647"/>
                <a:gd name="connsiteX128-13085" fmla="*/ 794463 w 3028183"/>
                <a:gd name="connsiteY128-13086" fmla="*/ 659342 h 1160647"/>
                <a:gd name="connsiteX129-13087" fmla="*/ 808650 w 3028183"/>
                <a:gd name="connsiteY129-13088" fmla="*/ 659342 h 1160647"/>
                <a:gd name="connsiteX130-13089" fmla="*/ 814730 w 3028183"/>
                <a:gd name="connsiteY130-13090" fmla="*/ 665828 h 1160647"/>
                <a:gd name="connsiteX131-13091" fmla="*/ 814730 w 3028183"/>
                <a:gd name="connsiteY131-13092" fmla="*/ 687446 h 1160647"/>
                <a:gd name="connsiteX132-13093" fmla="*/ 817010 w 3028183"/>
                <a:gd name="connsiteY132-13094" fmla="*/ 687446 h 1160647"/>
                <a:gd name="connsiteX133-13095" fmla="*/ 832970 w 3028183"/>
                <a:gd name="connsiteY133-13096" fmla="*/ 687446 h 1160647"/>
                <a:gd name="connsiteX134-13097" fmla="*/ 832970 w 3028183"/>
                <a:gd name="connsiteY134-13098" fmla="*/ 688526 h 1160647"/>
                <a:gd name="connsiteX135-13099" fmla="*/ 832970 w 3028183"/>
                <a:gd name="connsiteY135-13100" fmla="*/ 696093 h 1160647"/>
                <a:gd name="connsiteX136-13101" fmla="*/ 834237 w 3028183"/>
                <a:gd name="connsiteY136-13102" fmla="*/ 696093 h 1160647"/>
                <a:gd name="connsiteX137-13103" fmla="*/ 843104 w 3028183"/>
                <a:gd name="connsiteY137-13104" fmla="*/ 696093 h 1160647"/>
                <a:gd name="connsiteX138-13105" fmla="*/ 843104 w 3028183"/>
                <a:gd name="connsiteY138-13106" fmla="*/ 698254 h 1160647"/>
                <a:gd name="connsiteX139-13107" fmla="*/ 843104 w 3028183"/>
                <a:gd name="connsiteY139-13108" fmla="*/ 713387 h 1160647"/>
                <a:gd name="connsiteX140-13109" fmla="*/ 847157 w 3028183"/>
                <a:gd name="connsiteY140-13110" fmla="*/ 711495 h 1160647"/>
                <a:gd name="connsiteX141-13111" fmla="*/ 847157 w 3028183"/>
                <a:gd name="connsiteY141-13112" fmla="*/ 698254 h 1160647"/>
                <a:gd name="connsiteX142-13113" fmla="*/ 848170 w 3028183"/>
                <a:gd name="connsiteY142-13114" fmla="*/ 698254 h 1160647"/>
                <a:gd name="connsiteX143-13115" fmla="*/ 855264 w 3028183"/>
                <a:gd name="connsiteY143-13116" fmla="*/ 698254 h 1160647"/>
                <a:gd name="connsiteX144-13117" fmla="*/ 855264 w 3028183"/>
                <a:gd name="connsiteY144-13118" fmla="*/ 699876 h 1160647"/>
                <a:gd name="connsiteX145-13119" fmla="*/ 855264 w 3028183"/>
                <a:gd name="connsiteY145-13120" fmla="*/ 711225 h 1160647"/>
                <a:gd name="connsiteX146-13121" fmla="*/ 856024 w 3028183"/>
                <a:gd name="connsiteY146-13122" fmla="*/ 711225 h 1160647"/>
                <a:gd name="connsiteX147-13123" fmla="*/ 861344 w 3028183"/>
                <a:gd name="connsiteY147-13124" fmla="*/ 711225 h 1160647"/>
                <a:gd name="connsiteX148-13125" fmla="*/ 909984 w 3028183"/>
                <a:gd name="connsiteY148-13126" fmla="*/ 706902 h 1160647"/>
                <a:gd name="connsiteX149-13127" fmla="*/ 909984 w 3028183"/>
                <a:gd name="connsiteY149-13128" fmla="*/ 708253 h 1160647"/>
                <a:gd name="connsiteX150-13129" fmla="*/ 909984 w 3028183"/>
                <a:gd name="connsiteY150-13130" fmla="*/ 717710 h 1160647"/>
                <a:gd name="connsiteX151-13131" fmla="*/ 910744 w 3028183"/>
                <a:gd name="connsiteY151-13132" fmla="*/ 717710 h 1160647"/>
                <a:gd name="connsiteX152-13133" fmla="*/ 916065 w 3028183"/>
                <a:gd name="connsiteY152-13134" fmla="*/ 717710 h 1160647"/>
                <a:gd name="connsiteX153-13135" fmla="*/ 916065 w 3028183"/>
                <a:gd name="connsiteY153-13136" fmla="*/ 719872 h 1160647"/>
                <a:gd name="connsiteX154-13137" fmla="*/ 916065 w 3028183"/>
                <a:gd name="connsiteY154-13138" fmla="*/ 735005 h 1160647"/>
                <a:gd name="connsiteX155-13139" fmla="*/ 918091 w 3028183"/>
                <a:gd name="connsiteY155-13140" fmla="*/ 733654 h 1160647"/>
                <a:gd name="connsiteX156-13141" fmla="*/ 932278 w 3028183"/>
                <a:gd name="connsiteY156-13142" fmla="*/ 724196 h 1160647"/>
                <a:gd name="connsiteX157-13143" fmla="*/ 938358 w 3028183"/>
                <a:gd name="connsiteY157-13144" fmla="*/ 683122 h 1160647"/>
                <a:gd name="connsiteX158-13145" fmla="*/ 939118 w 3028183"/>
                <a:gd name="connsiteY158-13146" fmla="*/ 682852 h 1160647"/>
                <a:gd name="connsiteX159-13147" fmla="*/ 944438 w 3028183"/>
                <a:gd name="connsiteY159-13148" fmla="*/ 680960 h 1160647"/>
                <a:gd name="connsiteX160-13149" fmla="*/ 946465 w 3028183"/>
                <a:gd name="connsiteY160-13150" fmla="*/ 611783 h 1160647"/>
                <a:gd name="connsiteX161-13151" fmla="*/ 948492 w 3028183"/>
                <a:gd name="connsiteY161-13152" fmla="*/ 680960 h 1160647"/>
                <a:gd name="connsiteX162-13153" fmla="*/ 949252 w 3028183"/>
                <a:gd name="connsiteY162-13154" fmla="*/ 681230 h 1160647"/>
                <a:gd name="connsiteX163-13155" fmla="*/ 954572 w 3028183"/>
                <a:gd name="connsiteY163-13156" fmla="*/ 683122 h 1160647"/>
                <a:gd name="connsiteX164-13157" fmla="*/ 954572 w 3028183"/>
                <a:gd name="connsiteY164-13158" fmla="*/ 596651 h 1160647"/>
                <a:gd name="connsiteX165-13159" fmla="*/ 958625 w 3028183"/>
                <a:gd name="connsiteY165-13160" fmla="*/ 564224 h 1160647"/>
                <a:gd name="connsiteX166-13161" fmla="*/ 997132 w 3028183"/>
                <a:gd name="connsiteY166-13162" fmla="*/ 564224 h 1160647"/>
                <a:gd name="connsiteX167-13163" fmla="*/ 997132 w 3028183"/>
                <a:gd name="connsiteY167-13164" fmla="*/ 596651 h 1160647"/>
                <a:gd name="connsiteX168-13165" fmla="*/ 997892 w 3028183"/>
                <a:gd name="connsiteY168-13166" fmla="*/ 596651 h 1160647"/>
                <a:gd name="connsiteX169-13167" fmla="*/ 1003212 w 3028183"/>
                <a:gd name="connsiteY169-13168" fmla="*/ 596651 h 1160647"/>
                <a:gd name="connsiteX170-13169" fmla="*/ 1003212 w 3028183"/>
                <a:gd name="connsiteY170-13170" fmla="*/ 514503 h 1160647"/>
                <a:gd name="connsiteX171-13171" fmla="*/ 1004986 w 3028183"/>
                <a:gd name="connsiteY171-13172" fmla="*/ 514503 h 1160647"/>
                <a:gd name="connsiteX172-13173" fmla="*/ 1017399 w 3028183"/>
                <a:gd name="connsiteY172-13174" fmla="*/ 514503 h 1160647"/>
                <a:gd name="connsiteX173-13175" fmla="*/ 1017399 w 3028183"/>
                <a:gd name="connsiteY173-13176" fmla="*/ 512612 h 1160647"/>
                <a:gd name="connsiteX174-13177" fmla="*/ 1017399 w 3028183"/>
                <a:gd name="connsiteY174-13178" fmla="*/ 499371 h 1160647"/>
                <a:gd name="connsiteX175-13179" fmla="*/ 1039693 w 3028183"/>
                <a:gd name="connsiteY175-13180" fmla="*/ 499371 h 1160647"/>
                <a:gd name="connsiteX176-13181" fmla="*/ 1039693 w 3028183"/>
                <a:gd name="connsiteY176-13182" fmla="*/ 498290 h 1160647"/>
                <a:gd name="connsiteX177-13183" fmla="*/ 1039693 w 3028183"/>
                <a:gd name="connsiteY177-13184" fmla="*/ 490724 h 1160647"/>
                <a:gd name="connsiteX178-13185" fmla="*/ 1041466 w 3028183"/>
                <a:gd name="connsiteY178-13186" fmla="*/ 490724 h 1160647"/>
                <a:gd name="connsiteX179-13187" fmla="*/ 1053880 w 3028183"/>
                <a:gd name="connsiteY179-13188" fmla="*/ 490724 h 1160647"/>
                <a:gd name="connsiteX180-13189" fmla="*/ 1053880 w 3028183"/>
                <a:gd name="connsiteY180-13190" fmla="*/ 491805 h 1160647"/>
                <a:gd name="connsiteX181-13191" fmla="*/ 1053880 w 3028183"/>
                <a:gd name="connsiteY181-13192" fmla="*/ 499371 h 1160647"/>
                <a:gd name="connsiteX182-13193" fmla="*/ 1054640 w 3028183"/>
                <a:gd name="connsiteY182-13194" fmla="*/ 499371 h 1160647"/>
                <a:gd name="connsiteX183-13195" fmla="*/ 1059960 w 3028183"/>
                <a:gd name="connsiteY183-13196" fmla="*/ 499371 h 1160647"/>
                <a:gd name="connsiteX184-13197" fmla="*/ 1070093 w 3028183"/>
                <a:gd name="connsiteY184-13198" fmla="*/ 495047 h 1160647"/>
                <a:gd name="connsiteX185-13199" fmla="*/ 1074146 w 3028183"/>
                <a:gd name="connsiteY185-13200" fmla="*/ 498290 h 1160647"/>
                <a:gd name="connsiteX186-13201" fmla="*/ 1074146 w 3028183"/>
                <a:gd name="connsiteY186-13202" fmla="*/ 490724 h 1160647"/>
                <a:gd name="connsiteX187-13203" fmla="*/ 1076426 w 3028183"/>
                <a:gd name="connsiteY187-13204" fmla="*/ 490724 h 1160647"/>
                <a:gd name="connsiteX188-13205" fmla="*/ 1092387 w 3028183"/>
                <a:gd name="connsiteY188-13206" fmla="*/ 490724 h 1160647"/>
                <a:gd name="connsiteX189-13207" fmla="*/ 1092387 w 3028183"/>
                <a:gd name="connsiteY189-13208" fmla="*/ 491805 h 1160647"/>
                <a:gd name="connsiteX190-13209" fmla="*/ 1092387 w 3028183"/>
                <a:gd name="connsiteY190-13210" fmla="*/ 499371 h 1160647"/>
                <a:gd name="connsiteX191-13211" fmla="*/ 1122787 w 3028183"/>
                <a:gd name="connsiteY191-13212" fmla="*/ 499371 h 1160647"/>
                <a:gd name="connsiteX192-13213" fmla="*/ 1122787 w 3028183"/>
                <a:gd name="connsiteY192-13214" fmla="*/ 500992 h 1160647"/>
                <a:gd name="connsiteX193-13215" fmla="*/ 1122787 w 3028183"/>
                <a:gd name="connsiteY193-13216" fmla="*/ 512342 h 1160647"/>
                <a:gd name="connsiteX194-13217" fmla="*/ 1149134 w 3028183"/>
                <a:gd name="connsiteY194-13218" fmla="*/ 512342 h 1160647"/>
                <a:gd name="connsiteX195-13219" fmla="*/ 1149134 w 3028183"/>
                <a:gd name="connsiteY195-13220" fmla="*/ 542606 h 1160647"/>
                <a:gd name="connsiteX196-13221" fmla="*/ 1149894 w 3028183"/>
                <a:gd name="connsiteY196-13222" fmla="*/ 542606 h 1160647"/>
                <a:gd name="connsiteX197-13223" fmla="*/ 1155214 w 3028183"/>
                <a:gd name="connsiteY197-13224" fmla="*/ 542606 h 1160647"/>
                <a:gd name="connsiteX198-13225" fmla="*/ 1155214 w 3028183"/>
                <a:gd name="connsiteY198-13226" fmla="*/ 543687 h 1160647"/>
                <a:gd name="connsiteX199-13227" fmla="*/ 1155214 w 3028183"/>
                <a:gd name="connsiteY199-13228" fmla="*/ 551254 h 1160647"/>
                <a:gd name="connsiteX200-13229" fmla="*/ 1159268 w 3028183"/>
                <a:gd name="connsiteY200-13230" fmla="*/ 581518 h 1160647"/>
                <a:gd name="connsiteX201-13231" fmla="*/ 1160028 w 3028183"/>
                <a:gd name="connsiteY201-13232" fmla="*/ 581518 h 1160647"/>
                <a:gd name="connsiteX202-13233" fmla="*/ 1165348 w 3028183"/>
                <a:gd name="connsiteY202-13234" fmla="*/ 581518 h 1160647"/>
                <a:gd name="connsiteX203-13235" fmla="*/ 1165348 w 3028183"/>
                <a:gd name="connsiteY203-13236" fmla="*/ 582329 h 1160647"/>
                <a:gd name="connsiteX204-13237" fmla="*/ 1165348 w 3028183"/>
                <a:gd name="connsiteY204-13238" fmla="*/ 588004 h 1160647"/>
                <a:gd name="connsiteX205-13239" fmla="*/ 1166361 w 3028183"/>
                <a:gd name="connsiteY205-13240" fmla="*/ 588004 h 1160647"/>
                <a:gd name="connsiteX206-13241" fmla="*/ 1173454 w 3028183"/>
                <a:gd name="connsiteY206-13242" fmla="*/ 588004 h 1160647"/>
                <a:gd name="connsiteX207-13243" fmla="*/ 1173454 w 3028183"/>
                <a:gd name="connsiteY207-13244" fmla="*/ 618269 h 1160647"/>
                <a:gd name="connsiteX208-13245" fmla="*/ 1175481 w 3028183"/>
                <a:gd name="connsiteY208-13246" fmla="*/ 618269 h 1160647"/>
                <a:gd name="connsiteX209-13247" fmla="*/ 1189668 w 3028183"/>
                <a:gd name="connsiteY209-13248" fmla="*/ 618269 h 1160647"/>
                <a:gd name="connsiteX210-13249" fmla="*/ 1189668 w 3028183"/>
                <a:gd name="connsiteY210-13250" fmla="*/ 642048 h 1160647"/>
                <a:gd name="connsiteX211-13251" fmla="*/ 1191695 w 3028183"/>
                <a:gd name="connsiteY211-13252" fmla="*/ 643669 h 1160647"/>
                <a:gd name="connsiteX212-13253" fmla="*/ 1191695 w 3028183"/>
                <a:gd name="connsiteY212-13254" fmla="*/ 655019 h 1160647"/>
                <a:gd name="connsiteX213-13255" fmla="*/ 1192455 w 3028183"/>
                <a:gd name="connsiteY213-13256" fmla="*/ 655019 h 1160647"/>
                <a:gd name="connsiteX214-13257" fmla="*/ 1197775 w 3028183"/>
                <a:gd name="connsiteY214-13258" fmla="*/ 655019 h 1160647"/>
                <a:gd name="connsiteX215-13259" fmla="*/ 1197775 w 3028183"/>
                <a:gd name="connsiteY215-13260" fmla="*/ 678798 h 1160647"/>
                <a:gd name="connsiteX216-13261" fmla="*/ 1199041 w 3028183"/>
                <a:gd name="connsiteY216-13262" fmla="*/ 678798 h 1160647"/>
                <a:gd name="connsiteX217-13263" fmla="*/ 1207908 w 3028183"/>
                <a:gd name="connsiteY217-13264" fmla="*/ 678798 h 1160647"/>
                <a:gd name="connsiteX218-13265" fmla="*/ 1209935 w 3028183"/>
                <a:gd name="connsiteY218-13266" fmla="*/ 682852 h 1160647"/>
                <a:gd name="connsiteX219-13267" fmla="*/ 1209935 w 3028183"/>
                <a:gd name="connsiteY219-13268" fmla="*/ 696093 h 1160647"/>
                <a:gd name="connsiteX220-13269" fmla="*/ 1211455 w 3028183"/>
                <a:gd name="connsiteY220-13270" fmla="*/ 694201 h 1160647"/>
                <a:gd name="connsiteX221-13271" fmla="*/ 1222095 w 3028183"/>
                <a:gd name="connsiteY221-13272" fmla="*/ 680960 h 1160647"/>
                <a:gd name="connsiteX222-13273" fmla="*/ 1250469 w 3028183"/>
                <a:gd name="connsiteY222-13274" fmla="*/ 680960 h 1160647"/>
                <a:gd name="connsiteX223-13275" fmla="*/ 1250469 w 3028183"/>
                <a:gd name="connsiteY223-13276" fmla="*/ 767431 h 1160647"/>
                <a:gd name="connsiteX224-13277" fmla="*/ 1251229 w 3028183"/>
                <a:gd name="connsiteY224-13278" fmla="*/ 767431 h 1160647"/>
                <a:gd name="connsiteX225-13279" fmla="*/ 1256549 w 3028183"/>
                <a:gd name="connsiteY225-13280" fmla="*/ 767431 h 1160647"/>
                <a:gd name="connsiteX226-13281" fmla="*/ 1257309 w 3028183"/>
                <a:gd name="connsiteY226-13282" fmla="*/ 766080 h 1160647"/>
                <a:gd name="connsiteX227-13283" fmla="*/ 1262629 w 3028183"/>
                <a:gd name="connsiteY227-13284" fmla="*/ 756622 h 1160647"/>
                <a:gd name="connsiteX228-13285" fmla="*/ 1262629 w 3028183"/>
                <a:gd name="connsiteY228-13286" fmla="*/ 758514 h 1160647"/>
                <a:gd name="connsiteX229-13287" fmla="*/ 1262629 w 3028183"/>
                <a:gd name="connsiteY229-13288" fmla="*/ 771755 h 1160647"/>
                <a:gd name="connsiteX230-13289" fmla="*/ 1266682 w 3028183"/>
                <a:gd name="connsiteY230-13290" fmla="*/ 726358 h 1160647"/>
                <a:gd name="connsiteX231-13291" fmla="*/ 1267442 w 3028183"/>
                <a:gd name="connsiteY231-13292" fmla="*/ 726358 h 1160647"/>
                <a:gd name="connsiteX232-13293" fmla="*/ 1272762 w 3028183"/>
                <a:gd name="connsiteY232-13294" fmla="*/ 726358 h 1160647"/>
                <a:gd name="connsiteX233-13295" fmla="*/ 1272762 w 3028183"/>
                <a:gd name="connsiteY233-13296" fmla="*/ 661504 h 1160647"/>
                <a:gd name="connsiteX234-13297" fmla="*/ 1273776 w 3028183"/>
                <a:gd name="connsiteY234-13298" fmla="*/ 661504 h 1160647"/>
                <a:gd name="connsiteX235-13299" fmla="*/ 1280869 w 3028183"/>
                <a:gd name="connsiteY235-13300" fmla="*/ 661504 h 1160647"/>
                <a:gd name="connsiteX236-13301" fmla="*/ 1293029 w 3028183"/>
                <a:gd name="connsiteY236-13302" fmla="*/ 618269 h 1160647"/>
                <a:gd name="connsiteX237-13303" fmla="*/ 1294296 w 3028183"/>
                <a:gd name="connsiteY237-13304" fmla="*/ 618269 h 1160647"/>
                <a:gd name="connsiteX238-13305" fmla="*/ 1303163 w 3028183"/>
                <a:gd name="connsiteY238-13306" fmla="*/ 618269 h 1160647"/>
                <a:gd name="connsiteX239-13307" fmla="*/ 1313296 w 3028183"/>
                <a:gd name="connsiteY239-13308" fmla="*/ 661504 h 1160647"/>
                <a:gd name="connsiteX240-13309" fmla="*/ 1314309 w 3028183"/>
                <a:gd name="connsiteY240-13310" fmla="*/ 661504 h 1160647"/>
                <a:gd name="connsiteX241-13311" fmla="*/ 1321403 w 3028183"/>
                <a:gd name="connsiteY241-13312" fmla="*/ 661504 h 1160647"/>
                <a:gd name="connsiteX242-13313" fmla="*/ 1321403 w 3028183"/>
                <a:gd name="connsiteY242-13314" fmla="*/ 700416 h 1160647"/>
                <a:gd name="connsiteX243-13315" fmla="*/ 1323176 w 3028183"/>
                <a:gd name="connsiteY243-13316" fmla="*/ 700416 h 1160647"/>
                <a:gd name="connsiteX244-13317" fmla="*/ 1335590 w 3028183"/>
                <a:gd name="connsiteY244-13318" fmla="*/ 700416 h 1160647"/>
                <a:gd name="connsiteX245-13319" fmla="*/ 1335590 w 3028183"/>
                <a:gd name="connsiteY245-13320" fmla="*/ 702578 h 1160647"/>
                <a:gd name="connsiteX246-13321" fmla="*/ 1335590 w 3028183"/>
                <a:gd name="connsiteY246-13322" fmla="*/ 717710 h 1160647"/>
                <a:gd name="connsiteX247-13323" fmla="*/ 1339643 w 3028183"/>
                <a:gd name="connsiteY247-13324" fmla="*/ 715549 h 1160647"/>
                <a:gd name="connsiteX248-13325" fmla="*/ 1339643 w 3028183"/>
                <a:gd name="connsiteY248-13326" fmla="*/ 700416 h 1160647"/>
                <a:gd name="connsiteX249-13327" fmla="*/ 1341163 w 3028183"/>
                <a:gd name="connsiteY249-13328" fmla="*/ 700416 h 1160647"/>
                <a:gd name="connsiteX250-13329" fmla="*/ 1351803 w 3028183"/>
                <a:gd name="connsiteY250-13330" fmla="*/ 700416 h 1160647"/>
                <a:gd name="connsiteX251-13331" fmla="*/ 1351803 w 3028183"/>
                <a:gd name="connsiteY251-13332" fmla="*/ 702037 h 1160647"/>
                <a:gd name="connsiteX252-13333" fmla="*/ 1351803 w 3028183"/>
                <a:gd name="connsiteY252-13334" fmla="*/ 713387 h 1160647"/>
                <a:gd name="connsiteX253-13335" fmla="*/ 1382204 w 3028183"/>
                <a:gd name="connsiteY253-13336" fmla="*/ 713387 h 1160647"/>
                <a:gd name="connsiteX254-13337" fmla="*/ 1382204 w 3028183"/>
                <a:gd name="connsiteY254-13338" fmla="*/ 676637 h 1160647"/>
                <a:gd name="connsiteX255-13339" fmla="*/ 1383470 w 3028183"/>
                <a:gd name="connsiteY255-13340" fmla="*/ 676637 h 1160647"/>
                <a:gd name="connsiteX256-13341" fmla="*/ 1392337 w 3028183"/>
                <a:gd name="connsiteY256-13342" fmla="*/ 676637 h 1160647"/>
                <a:gd name="connsiteX257-13343" fmla="*/ 1392337 w 3028183"/>
                <a:gd name="connsiteY257-13344" fmla="*/ 698254 h 1160647"/>
                <a:gd name="connsiteX258-13345" fmla="*/ 1394364 w 3028183"/>
                <a:gd name="connsiteY258-13346" fmla="*/ 665828 h 1160647"/>
                <a:gd name="connsiteX259-13347" fmla="*/ 1416657 w 3028183"/>
                <a:gd name="connsiteY259-13348" fmla="*/ 665828 h 1160647"/>
                <a:gd name="connsiteX260-13349" fmla="*/ 1416657 w 3028183"/>
                <a:gd name="connsiteY260-13350" fmla="*/ 664206 h 1160647"/>
                <a:gd name="connsiteX261-13351" fmla="*/ 1416657 w 3028183"/>
                <a:gd name="connsiteY261-13352" fmla="*/ 652857 h 1160647"/>
                <a:gd name="connsiteX262-13353" fmla="*/ 1417417 w 3028183"/>
                <a:gd name="connsiteY262-13354" fmla="*/ 652857 h 1160647"/>
                <a:gd name="connsiteX263-13355" fmla="*/ 1422737 w 3028183"/>
                <a:gd name="connsiteY263-13356" fmla="*/ 652857 h 1160647"/>
                <a:gd name="connsiteX264-13357" fmla="*/ 1422737 w 3028183"/>
                <a:gd name="connsiteY264-13358" fmla="*/ 650966 h 1160647"/>
                <a:gd name="connsiteX265-13359" fmla="*/ 1422737 w 3028183"/>
                <a:gd name="connsiteY265-13360" fmla="*/ 637725 h 1160647"/>
                <a:gd name="connsiteX266-13361" fmla="*/ 1426791 w 3028183"/>
                <a:gd name="connsiteY266-13362" fmla="*/ 644210 h 1160647"/>
                <a:gd name="connsiteX267-13363" fmla="*/ 1429071 w 3028183"/>
                <a:gd name="connsiteY267-13364" fmla="*/ 644210 h 1160647"/>
                <a:gd name="connsiteX268-13365" fmla="*/ 1445031 w 3028183"/>
                <a:gd name="connsiteY268-13366" fmla="*/ 644210 h 1160647"/>
                <a:gd name="connsiteX269-13367" fmla="*/ 1445031 w 3028183"/>
                <a:gd name="connsiteY269-13368" fmla="*/ 643399 h 1160647"/>
                <a:gd name="connsiteX270-13369" fmla="*/ 1445031 w 3028183"/>
                <a:gd name="connsiteY270-13370" fmla="*/ 637725 h 1160647"/>
                <a:gd name="connsiteX271-13371" fmla="*/ 1445791 w 3028183"/>
                <a:gd name="connsiteY271-13372" fmla="*/ 637725 h 1160647"/>
                <a:gd name="connsiteX272-13373" fmla="*/ 1451111 w 3028183"/>
                <a:gd name="connsiteY272-13374" fmla="*/ 637725 h 1160647"/>
                <a:gd name="connsiteX273-13375" fmla="*/ 1451111 w 3028183"/>
                <a:gd name="connsiteY273-13376" fmla="*/ 639076 h 1160647"/>
                <a:gd name="connsiteX274-13377" fmla="*/ 1451111 w 3028183"/>
                <a:gd name="connsiteY274-13378" fmla="*/ 648534 h 1160647"/>
                <a:gd name="connsiteX275-13379" fmla="*/ 1489618 w 3028183"/>
                <a:gd name="connsiteY275-13380" fmla="*/ 648534 h 1160647"/>
                <a:gd name="connsiteX276-13381" fmla="*/ 1489618 w 3028183"/>
                <a:gd name="connsiteY276-13382" fmla="*/ 786887 h 1160647"/>
                <a:gd name="connsiteX277-13383" fmla="*/ 1491138 w 3028183"/>
                <a:gd name="connsiteY277-13384" fmla="*/ 786887 h 1160647"/>
                <a:gd name="connsiteX278-13385" fmla="*/ 1501778 w 3028183"/>
                <a:gd name="connsiteY278-13386" fmla="*/ 786887 h 1160647"/>
                <a:gd name="connsiteX279-13387" fmla="*/ 1501778 w 3028183"/>
                <a:gd name="connsiteY279-13388" fmla="*/ 773917 h 1160647"/>
                <a:gd name="connsiteX280-13389" fmla="*/ 1505832 w 3028183"/>
                <a:gd name="connsiteY280-13390" fmla="*/ 773917 h 1160647"/>
                <a:gd name="connsiteX281-13391" fmla="*/ 1505832 w 3028183"/>
                <a:gd name="connsiteY281-13392" fmla="*/ 786887 h 1160647"/>
                <a:gd name="connsiteX282-13393" fmla="*/ 1536232 w 3028183"/>
                <a:gd name="connsiteY282-13394" fmla="*/ 786887 h 1160647"/>
                <a:gd name="connsiteX283-13395" fmla="*/ 1536232 w 3028183"/>
                <a:gd name="connsiteY283-13396" fmla="*/ 756622 h 1160647"/>
                <a:gd name="connsiteX284-13397" fmla="*/ 1548392 w 3028183"/>
                <a:gd name="connsiteY284-13398" fmla="*/ 756622 h 1160647"/>
                <a:gd name="connsiteX285-13399" fmla="*/ 1560552 w 3028183"/>
                <a:gd name="connsiteY285-13400" fmla="*/ 754461 h 1160647"/>
                <a:gd name="connsiteX286-13401" fmla="*/ 1564606 w 3028183"/>
                <a:gd name="connsiteY286-13402" fmla="*/ 756622 h 1160647"/>
                <a:gd name="connsiteX287-13403" fmla="*/ 1574739 w 3028183"/>
                <a:gd name="connsiteY287-13404" fmla="*/ 756622 h 1160647"/>
                <a:gd name="connsiteX288-13405" fmla="*/ 1574739 w 3028183"/>
                <a:gd name="connsiteY288-13406" fmla="*/ 786887 h 1160647"/>
                <a:gd name="connsiteX289-13407" fmla="*/ 1582846 w 3028183"/>
                <a:gd name="connsiteY289-13408" fmla="*/ 786887 h 1160647"/>
                <a:gd name="connsiteX290-13409" fmla="*/ 1582846 w 3028183"/>
                <a:gd name="connsiteY290-13410" fmla="*/ 804182 h 1160647"/>
                <a:gd name="connsiteX291-13411" fmla="*/ 1592182 w 3028183"/>
                <a:gd name="connsiteY291-13412" fmla="*/ 805087 h 1160647"/>
                <a:gd name="connsiteX292-13413" fmla="*/ 1605140 w 3028183"/>
                <a:gd name="connsiteY292-13414" fmla="*/ 805087 h 1160647"/>
                <a:gd name="connsiteX293-13415" fmla="*/ 1605140 w 3028183"/>
                <a:gd name="connsiteY293-13416" fmla="*/ 789049 h 1160647"/>
                <a:gd name="connsiteX294-13417" fmla="*/ 1673096 w 3028183"/>
                <a:gd name="connsiteY294-13418" fmla="*/ 789049 h 1160647"/>
                <a:gd name="connsiteX295-13419" fmla="*/ 1673096 w 3028183"/>
                <a:gd name="connsiteY295-13420" fmla="*/ 703796 h 1160647"/>
                <a:gd name="connsiteX296-13421" fmla="*/ 1745104 w 3028183"/>
                <a:gd name="connsiteY296-13422" fmla="*/ 703796 h 1160647"/>
                <a:gd name="connsiteX297-13423" fmla="*/ 1745104 w 3028183"/>
                <a:gd name="connsiteY297-13424" fmla="*/ 782564 h 1160647"/>
                <a:gd name="connsiteX298-13425" fmla="*/ 1747008 w 3028183"/>
                <a:gd name="connsiteY298-13426" fmla="*/ 782564 h 1160647"/>
                <a:gd name="connsiteX299-13427" fmla="*/ 1748250 w 3028183"/>
                <a:gd name="connsiteY299-13428" fmla="*/ 805087 h 1160647"/>
                <a:gd name="connsiteX300-13429" fmla="*/ 1757926 w 3028183"/>
                <a:gd name="connsiteY300-13430" fmla="*/ 805087 h 1160647"/>
                <a:gd name="connsiteX301-13431" fmla="*/ 1759168 w 3028183"/>
                <a:gd name="connsiteY301-13432" fmla="*/ 782564 h 1160647"/>
                <a:gd name="connsiteX302-13433" fmla="*/ 1765248 w 3028183"/>
                <a:gd name="connsiteY302-13434" fmla="*/ 782564 h 1160647"/>
                <a:gd name="connsiteX303-13435" fmla="*/ 1766490 w 3028183"/>
                <a:gd name="connsiteY303-13436" fmla="*/ 805087 h 1160647"/>
                <a:gd name="connsiteX304-13437" fmla="*/ 1817112 w 3028183"/>
                <a:gd name="connsiteY304-13438" fmla="*/ 805087 h 1160647"/>
                <a:gd name="connsiteX305-13439" fmla="*/ 1817112 w 3028183"/>
                <a:gd name="connsiteY305-13440" fmla="*/ 642059 h 1160647"/>
                <a:gd name="connsiteX306-13441" fmla="*/ 2014439 w 3028183"/>
                <a:gd name="connsiteY306-13442" fmla="*/ 642059 h 1160647"/>
                <a:gd name="connsiteX307-13443" fmla="*/ 2014439 w 3028183"/>
                <a:gd name="connsiteY307-13444" fmla="*/ 805087 h 1160647"/>
                <a:gd name="connsiteX308-13445" fmla="*/ 2033136 w 3028183"/>
                <a:gd name="connsiteY308-13446" fmla="*/ 805087 h 1160647"/>
                <a:gd name="connsiteX309-13447" fmla="*/ 2033136 w 3028183"/>
                <a:gd name="connsiteY309-13448" fmla="*/ 722394 h 1160647"/>
                <a:gd name="connsiteX310-13449" fmla="*/ 2128256 w 3028183"/>
                <a:gd name="connsiteY310-13450" fmla="*/ 722394 h 1160647"/>
                <a:gd name="connsiteX311-13451" fmla="*/ 2140186 w 3028183"/>
                <a:gd name="connsiteY311-13452" fmla="*/ 404253 h 1160647"/>
                <a:gd name="connsiteX312-13453" fmla="*/ 2128026 w 3028183"/>
                <a:gd name="connsiteY312-13454" fmla="*/ 382635 h 1160647"/>
                <a:gd name="connsiteX313-13455" fmla="*/ 2121946 w 3028183"/>
                <a:gd name="connsiteY313-13456" fmla="*/ 378311 h 1160647"/>
                <a:gd name="connsiteX314-13457" fmla="*/ 2130053 w 3028183"/>
                <a:gd name="connsiteY314-13458" fmla="*/ 354532 h 1160647"/>
                <a:gd name="connsiteX315-13459" fmla="*/ 2130053 w 3028183"/>
                <a:gd name="connsiteY315-13460" fmla="*/ 337238 h 1160647"/>
                <a:gd name="connsiteX316-13461" fmla="*/ 2144240 w 3028183"/>
                <a:gd name="connsiteY316-13462" fmla="*/ 337238 h 1160647"/>
                <a:gd name="connsiteX317-13463" fmla="*/ 2144240 w 3028183"/>
                <a:gd name="connsiteY317-13464" fmla="*/ 315620 h 1160647"/>
                <a:gd name="connsiteX318-13465" fmla="*/ 2146266 w 3028183"/>
                <a:gd name="connsiteY318-13466" fmla="*/ 311296 h 1160647"/>
                <a:gd name="connsiteX319-13467" fmla="*/ 2146266 w 3028183"/>
                <a:gd name="connsiteY319-13468" fmla="*/ 233472 h 1160647"/>
                <a:gd name="connsiteX320-13469" fmla="*/ 2144240 w 3028183"/>
                <a:gd name="connsiteY320-13470" fmla="*/ 226987 h 1160647"/>
                <a:gd name="connsiteX321-13471" fmla="*/ 2150320 w 3028183"/>
                <a:gd name="connsiteY321-13472" fmla="*/ 220501 h 1160647"/>
                <a:gd name="connsiteX322-13473" fmla="*/ 2150320 w 3028183"/>
                <a:gd name="connsiteY322-13474" fmla="*/ 162133 h 1160647"/>
                <a:gd name="connsiteX323-13475" fmla="*/ 2152346 w 3028183"/>
                <a:gd name="connsiteY323-13476" fmla="*/ 157810 h 1160647"/>
                <a:gd name="connsiteX324-13477" fmla="*/ 2152346 w 3028183"/>
                <a:gd name="connsiteY324-13478" fmla="*/ 101604 h 1160647"/>
                <a:gd name="connsiteX325-13479" fmla="*/ 2154373 w 3028183"/>
                <a:gd name="connsiteY325-13480" fmla="*/ 82148 h 1160647"/>
                <a:gd name="connsiteX326-13481" fmla="*/ 2158427 w 3028183"/>
                <a:gd name="connsiteY326-13482" fmla="*/ 99442 h 1160647"/>
                <a:gd name="connsiteX327-13483" fmla="*/ 2160453 w 3028183"/>
                <a:gd name="connsiteY327-13484" fmla="*/ 157810 h 1160647"/>
                <a:gd name="connsiteX328-13485" fmla="*/ 2162480 w 3028183"/>
                <a:gd name="connsiteY328-13486" fmla="*/ 220501 h 1160647"/>
                <a:gd name="connsiteX329-13487" fmla="*/ 2168560 w 3028183"/>
                <a:gd name="connsiteY329-13488" fmla="*/ 226987 h 1160647"/>
                <a:gd name="connsiteX330-13489" fmla="*/ 2166533 w 3028183"/>
                <a:gd name="connsiteY330-13490" fmla="*/ 233472 h 1160647"/>
                <a:gd name="connsiteX331-13491" fmla="*/ 2166533 w 3028183"/>
                <a:gd name="connsiteY331-13492" fmla="*/ 311296 h 1160647"/>
                <a:gd name="connsiteX332-13493" fmla="*/ 2168560 w 3028183"/>
                <a:gd name="connsiteY332-13494" fmla="*/ 315620 h 1160647"/>
                <a:gd name="connsiteX333-13495" fmla="*/ 2168560 w 3028183"/>
                <a:gd name="connsiteY333-13496" fmla="*/ 337238 h 1160647"/>
                <a:gd name="connsiteX334-13497" fmla="*/ 2182747 w 3028183"/>
                <a:gd name="connsiteY334-13498" fmla="*/ 337238 h 1160647"/>
                <a:gd name="connsiteX335-13499" fmla="*/ 2182747 w 3028183"/>
                <a:gd name="connsiteY335-13500" fmla="*/ 354532 h 1160647"/>
                <a:gd name="connsiteX336-13501" fmla="*/ 2190854 w 3028183"/>
                <a:gd name="connsiteY336-13502" fmla="*/ 378311 h 1160647"/>
                <a:gd name="connsiteX337-13503" fmla="*/ 2184774 w 3028183"/>
                <a:gd name="connsiteY337-13504" fmla="*/ 382635 h 1160647"/>
                <a:gd name="connsiteX338-13505" fmla="*/ 2172613 w 3028183"/>
                <a:gd name="connsiteY338-13506" fmla="*/ 404253 h 1160647"/>
                <a:gd name="connsiteX339-13507" fmla="*/ 2180720 w 3028183"/>
                <a:gd name="connsiteY339-13508" fmla="*/ 657181 h 1160647"/>
                <a:gd name="connsiteX340-13509" fmla="*/ 2245574 w 3028183"/>
                <a:gd name="connsiteY340-13510" fmla="*/ 657181 h 1160647"/>
                <a:gd name="connsiteX341-13511" fmla="*/ 2245574 w 3028183"/>
                <a:gd name="connsiteY341-13512" fmla="*/ 732843 h 1160647"/>
                <a:gd name="connsiteX342-13513" fmla="*/ 2253681 w 3028183"/>
                <a:gd name="connsiteY342-13514" fmla="*/ 732843 h 1160647"/>
                <a:gd name="connsiteX343-13515" fmla="*/ 2255708 w 3028183"/>
                <a:gd name="connsiteY343-13516" fmla="*/ 726358 h 1160647"/>
                <a:gd name="connsiteX344-13517" fmla="*/ 2261788 w 3028183"/>
                <a:gd name="connsiteY344-13518" fmla="*/ 726358 h 1160647"/>
                <a:gd name="connsiteX345-13519" fmla="*/ 2263815 w 3028183"/>
                <a:gd name="connsiteY345-13520" fmla="*/ 735005 h 1160647"/>
                <a:gd name="connsiteX346-13521" fmla="*/ 2275975 w 3028183"/>
                <a:gd name="connsiteY346-13522" fmla="*/ 735005 h 1160647"/>
                <a:gd name="connsiteX347-13523" fmla="*/ 2275975 w 3028183"/>
                <a:gd name="connsiteY347-13524" fmla="*/ 728519 h 1160647"/>
                <a:gd name="connsiteX348-13525" fmla="*/ 2298268 w 3028183"/>
                <a:gd name="connsiteY348-13526" fmla="*/ 728519 h 1160647"/>
                <a:gd name="connsiteX349-13527" fmla="*/ 2298268 w 3028183"/>
                <a:gd name="connsiteY349-13528" fmla="*/ 735005 h 1160647"/>
                <a:gd name="connsiteX350-13529" fmla="*/ 2318535 w 3028183"/>
                <a:gd name="connsiteY350-13530" fmla="*/ 735005 h 1160647"/>
                <a:gd name="connsiteX351-13531" fmla="*/ 2318535 w 3028183"/>
                <a:gd name="connsiteY351-13532" fmla="*/ 780402 h 1160647"/>
                <a:gd name="connsiteX352-13533" fmla="*/ 2332722 w 3028183"/>
                <a:gd name="connsiteY352-13534" fmla="*/ 780402 h 1160647"/>
                <a:gd name="connsiteX353-13535" fmla="*/ 2332722 w 3028183"/>
                <a:gd name="connsiteY353-13536" fmla="*/ 767431 h 1160647"/>
                <a:gd name="connsiteX354-13537" fmla="*/ 2348936 w 3028183"/>
                <a:gd name="connsiteY354-13538" fmla="*/ 767431 h 1160647"/>
                <a:gd name="connsiteX355-13539" fmla="*/ 2348936 w 3028183"/>
                <a:gd name="connsiteY355-13540" fmla="*/ 588004 h 1160647"/>
                <a:gd name="connsiteX356-13541" fmla="*/ 2355016 w 3028183"/>
                <a:gd name="connsiteY356-13542" fmla="*/ 581518 h 1160647"/>
                <a:gd name="connsiteX357-13543" fmla="*/ 2427977 w 3028183"/>
                <a:gd name="connsiteY357-13544" fmla="*/ 581518 h 1160647"/>
                <a:gd name="connsiteX358-13545" fmla="*/ 2427977 w 3028183"/>
                <a:gd name="connsiteY358-13546" fmla="*/ 590166 h 1160647"/>
                <a:gd name="connsiteX359-13547" fmla="*/ 2438110 w 3028183"/>
                <a:gd name="connsiteY359-13548" fmla="*/ 590166 h 1160647"/>
                <a:gd name="connsiteX360-13549" fmla="*/ 2438110 w 3028183"/>
                <a:gd name="connsiteY360-13550" fmla="*/ 704740 h 1160647"/>
                <a:gd name="connsiteX361-13551" fmla="*/ 2460404 w 3028183"/>
                <a:gd name="connsiteY361-13552" fmla="*/ 704740 h 1160647"/>
                <a:gd name="connsiteX362-13553" fmla="*/ 2460404 w 3028183"/>
                <a:gd name="connsiteY362-13554" fmla="*/ 637725 h 1160647"/>
                <a:gd name="connsiteX363-13555" fmla="*/ 2486751 w 3028183"/>
                <a:gd name="connsiteY363-13556" fmla="*/ 637725 h 1160647"/>
                <a:gd name="connsiteX364-13557" fmla="*/ 2490804 w 3028183"/>
                <a:gd name="connsiteY364-13558" fmla="*/ 633401 h 1160647"/>
                <a:gd name="connsiteX365-13559" fmla="*/ 2498911 w 3028183"/>
                <a:gd name="connsiteY365-13560" fmla="*/ 633401 h 1160647"/>
                <a:gd name="connsiteX366-13561" fmla="*/ 2502964 w 3028183"/>
                <a:gd name="connsiteY366-13562" fmla="*/ 637725 h 1160647"/>
                <a:gd name="connsiteX367-13563" fmla="*/ 2525258 w 3028183"/>
                <a:gd name="connsiteY367-13564" fmla="*/ 637725 h 1160647"/>
                <a:gd name="connsiteX368-13565" fmla="*/ 2525258 w 3028183"/>
                <a:gd name="connsiteY368-13566" fmla="*/ 520989 h 1160647"/>
                <a:gd name="connsiteX369-13567" fmla="*/ 2582005 w 3028183"/>
                <a:gd name="connsiteY369-13568" fmla="*/ 510180 h 1160647"/>
                <a:gd name="connsiteX370-13569" fmla="*/ 2582005 w 3028183"/>
                <a:gd name="connsiteY370-13570" fmla="*/ 511261 h 1160647"/>
                <a:gd name="connsiteX371-13571" fmla="*/ 2582005 w 3028183"/>
                <a:gd name="connsiteY371-13572" fmla="*/ 518827 h 1160647"/>
                <a:gd name="connsiteX372-13573" fmla="*/ 2608352 w 3028183"/>
                <a:gd name="connsiteY372-13574" fmla="*/ 518827 h 1160647"/>
                <a:gd name="connsiteX373-13575" fmla="*/ 2608352 w 3028183"/>
                <a:gd name="connsiteY373-13576" fmla="*/ 773917 h 1160647"/>
                <a:gd name="connsiteX374-13577" fmla="*/ 2630646 w 3028183"/>
                <a:gd name="connsiteY374-13578" fmla="*/ 773917 h 1160647"/>
                <a:gd name="connsiteX375-13579" fmla="*/ 2630646 w 3028183"/>
                <a:gd name="connsiteY375-13580" fmla="*/ 769593 h 1160647"/>
                <a:gd name="connsiteX376-13581" fmla="*/ 2642806 w 3028183"/>
                <a:gd name="connsiteY376-13582" fmla="*/ 769593 h 1160647"/>
                <a:gd name="connsiteX377-13583" fmla="*/ 2642806 w 3028183"/>
                <a:gd name="connsiteY377-13584" fmla="*/ 773917 h 1160647"/>
                <a:gd name="connsiteX378-13585" fmla="*/ 2667126 w 3028183"/>
                <a:gd name="connsiteY378-13586" fmla="*/ 773917 h 1160647"/>
                <a:gd name="connsiteX379-13587" fmla="*/ 2667126 w 3028183"/>
                <a:gd name="connsiteY379-13588" fmla="*/ 760946 h 1160647"/>
                <a:gd name="connsiteX380-13589" fmla="*/ 2695500 w 3028183"/>
                <a:gd name="connsiteY380-13590" fmla="*/ 760946 h 1160647"/>
                <a:gd name="connsiteX381-13591" fmla="*/ 2707660 w 3028183"/>
                <a:gd name="connsiteY381-13592" fmla="*/ 756622 h 1160647"/>
                <a:gd name="connsiteX382-13593" fmla="*/ 2727927 w 3028183"/>
                <a:gd name="connsiteY382-13594" fmla="*/ 760946 h 1160647"/>
                <a:gd name="connsiteX383-13595" fmla="*/ 2727927 w 3028183"/>
                <a:gd name="connsiteY383-13596" fmla="*/ 743652 h 1160647"/>
                <a:gd name="connsiteX384-13597" fmla="*/ 2736034 w 3028183"/>
                <a:gd name="connsiteY384-13598" fmla="*/ 743652 h 1160647"/>
                <a:gd name="connsiteX385-13599" fmla="*/ 2736034 w 3028183"/>
                <a:gd name="connsiteY385-13600" fmla="*/ 730681 h 1160647"/>
                <a:gd name="connsiteX386-13601" fmla="*/ 2792781 w 3028183"/>
                <a:gd name="connsiteY386-13602" fmla="*/ 730681 h 1160647"/>
                <a:gd name="connsiteX387-13603" fmla="*/ 2792781 w 3028183"/>
                <a:gd name="connsiteY387-13604" fmla="*/ 700416 h 1160647"/>
                <a:gd name="connsiteX388-13605" fmla="*/ 2811021 w 3028183"/>
                <a:gd name="connsiteY388-13606" fmla="*/ 700416 h 1160647"/>
                <a:gd name="connsiteX389-13607" fmla="*/ 2811021 w 3028183"/>
                <a:gd name="connsiteY389-13608" fmla="*/ 693931 h 1160647"/>
                <a:gd name="connsiteX390-13609" fmla="*/ 2823181 w 3028183"/>
                <a:gd name="connsiteY390-13610" fmla="*/ 693931 h 1160647"/>
                <a:gd name="connsiteX391-13611" fmla="*/ 2823181 w 3028183"/>
                <a:gd name="connsiteY391-13612" fmla="*/ 700416 h 1160647"/>
                <a:gd name="connsiteX392-13613" fmla="*/ 2839395 w 3028183"/>
                <a:gd name="connsiteY392-13614" fmla="*/ 700416 h 1160647"/>
                <a:gd name="connsiteX393-13615" fmla="*/ 2839395 w 3028183"/>
                <a:gd name="connsiteY393-13616" fmla="*/ 750137 h 1160647"/>
                <a:gd name="connsiteX394-13617" fmla="*/ 2871822 w 3028183"/>
                <a:gd name="connsiteY394-13618" fmla="*/ 750137 h 1160647"/>
                <a:gd name="connsiteX395-13619" fmla="*/ 2871822 w 3028183"/>
                <a:gd name="connsiteY395-13620" fmla="*/ 724196 h 1160647"/>
                <a:gd name="connsiteX396-13621" fmla="*/ 2910329 w 3028183"/>
                <a:gd name="connsiteY396-13622" fmla="*/ 724196 h 1160647"/>
                <a:gd name="connsiteX397-13623" fmla="*/ 2910329 w 3028183"/>
                <a:gd name="connsiteY397-13624" fmla="*/ 693931 h 1160647"/>
                <a:gd name="connsiteX398-13625" fmla="*/ 2958970 w 3028183"/>
                <a:gd name="connsiteY398-13626" fmla="*/ 693931 h 1160647"/>
                <a:gd name="connsiteX399-13627" fmla="*/ 2958970 w 3028183"/>
                <a:gd name="connsiteY399-13628" fmla="*/ 805087 h 1160647"/>
                <a:gd name="connsiteX400-13629" fmla="*/ 2958970 w 3028183"/>
                <a:gd name="connsiteY400-13630" fmla="*/ 818866 h 1160647"/>
                <a:gd name="connsiteX401-13631" fmla="*/ 3024845 w 3028183"/>
                <a:gd name="connsiteY401-13632" fmla="*/ 818866 h 1160647"/>
                <a:gd name="connsiteX402-13633" fmla="*/ 3028183 w 3028183"/>
                <a:gd name="connsiteY402-13634" fmla="*/ 1160647 h 1160647"/>
                <a:gd name="connsiteX403-13635" fmla="*/ 2054 w 3028183"/>
                <a:gd name="connsiteY403-13636" fmla="*/ 1158314 h 1160647"/>
                <a:gd name="connsiteX404-13637" fmla="*/ 0 w 3028183"/>
                <a:gd name="connsiteY404-13638" fmla="*/ 724196 h 1160647"/>
                <a:gd name="connsiteX405-13639" fmla="*/ 20267 w 3028183"/>
                <a:gd name="connsiteY405-13640" fmla="*/ 724196 h 1160647"/>
                <a:gd name="connsiteX406-13641" fmla="*/ 20774 w 3028183"/>
                <a:gd name="connsiteY406-13642" fmla="*/ 723115 h 1160647"/>
                <a:gd name="connsiteX407-13643" fmla="*/ 24320 w 3028183"/>
                <a:gd name="connsiteY407-13644" fmla="*/ 715549 h 1160647"/>
                <a:gd name="connsiteX408-13645" fmla="*/ 26094 w 3028183"/>
                <a:gd name="connsiteY408-13646" fmla="*/ 715819 h 1160647"/>
                <a:gd name="connsiteX409-13647" fmla="*/ 38507 w 3028183"/>
                <a:gd name="connsiteY409-13648" fmla="*/ 717710 h 1160647"/>
                <a:gd name="connsiteX410-13649" fmla="*/ 39014 w 3028183"/>
                <a:gd name="connsiteY410-13650" fmla="*/ 719062 h 1160647"/>
                <a:gd name="connsiteX411-13651" fmla="*/ 42560 w 3028183"/>
                <a:gd name="connsiteY411-13652" fmla="*/ 728519 h 1160647"/>
                <a:gd name="connsiteX412-13653" fmla="*/ 68907 w 3028183"/>
                <a:gd name="connsiteY412-13654" fmla="*/ 730681 h 1160647"/>
                <a:gd name="connsiteX413-13655" fmla="*/ 68907 w 3028183"/>
                <a:gd name="connsiteY413-13656" fmla="*/ 607460 h 1160647"/>
                <a:gd name="connsiteX414-13657" fmla="*/ 70934 w 3028183"/>
                <a:gd name="connsiteY414-13658" fmla="*/ 607460 h 1160647"/>
                <a:gd name="connsiteX415-13659" fmla="*/ 85121 w 3028183"/>
                <a:gd name="connsiteY415-13660" fmla="*/ 607460 h 1160647"/>
                <a:gd name="connsiteX416-13661" fmla="*/ 85121 w 3028183"/>
                <a:gd name="connsiteY416-13662" fmla="*/ 471268 h 1160647"/>
                <a:gd name="connsiteX417-13663" fmla="*/ 86894 w 3028183"/>
                <a:gd name="connsiteY417-13664" fmla="*/ 471268 h 1160647"/>
                <a:gd name="connsiteX418-13665" fmla="*/ 99308 w 3028183"/>
                <a:gd name="connsiteY418-13666" fmla="*/ 471268 h 1160647"/>
                <a:gd name="connsiteX419-13667" fmla="*/ 99308 w 3028183"/>
                <a:gd name="connsiteY419-13668" fmla="*/ 356694 h 1160647"/>
                <a:gd name="connsiteX420-13669" fmla="*/ 103361 w 3028183"/>
                <a:gd name="connsiteY420-13670" fmla="*/ 328590 h 1160647"/>
                <a:gd name="connsiteX421-13671" fmla="*/ 105388 w 3028183"/>
                <a:gd name="connsiteY421-13672" fmla="*/ 328590 h 1160647"/>
                <a:gd name="connsiteX422-13673" fmla="*/ 119575 w 3028183"/>
                <a:gd name="connsiteY422-13674" fmla="*/ 328590 h 1160647"/>
                <a:gd name="connsiteX423-13675" fmla="*/ 156055 w 3028183"/>
                <a:gd name="connsiteY423-13676" fmla="*/ 246443 h 1160647"/>
                <a:gd name="connsiteX424-13677" fmla="*/ 160109 w 3028183"/>
                <a:gd name="connsiteY424-13678" fmla="*/ 0 h 1160647"/>
                <a:gd name="connsiteX0-13679" fmla="*/ 160109 w 3031519"/>
                <a:gd name="connsiteY0-13680" fmla="*/ 0 h 1160647"/>
                <a:gd name="connsiteX1-13681" fmla="*/ 162135 w 3031519"/>
                <a:gd name="connsiteY1-13682" fmla="*/ 246443 h 1160647"/>
                <a:gd name="connsiteX2-13683" fmla="*/ 200642 w 3031519"/>
                <a:gd name="connsiteY2-13684" fmla="*/ 326429 h 1160647"/>
                <a:gd name="connsiteX3-13685" fmla="*/ 202669 w 3031519"/>
                <a:gd name="connsiteY3-13686" fmla="*/ 326429 h 1160647"/>
                <a:gd name="connsiteX4-13687" fmla="*/ 216856 w 3031519"/>
                <a:gd name="connsiteY4-13688" fmla="*/ 326429 h 1160647"/>
                <a:gd name="connsiteX5-13689" fmla="*/ 216856 w 3031519"/>
                <a:gd name="connsiteY5-13690" fmla="*/ 350208 h 1160647"/>
                <a:gd name="connsiteX6-13691" fmla="*/ 217363 w 3031519"/>
                <a:gd name="connsiteY6-13692" fmla="*/ 351019 h 1160647"/>
                <a:gd name="connsiteX7-13693" fmla="*/ 220909 w 3031519"/>
                <a:gd name="connsiteY7-13694" fmla="*/ 356694 h 1160647"/>
                <a:gd name="connsiteX8-13695" fmla="*/ 220909 w 3031519"/>
                <a:gd name="connsiteY8-13696" fmla="*/ 471268 h 1160647"/>
                <a:gd name="connsiteX9-13697" fmla="*/ 223189 w 3031519"/>
                <a:gd name="connsiteY9-13698" fmla="*/ 471268 h 1160647"/>
                <a:gd name="connsiteX10-13699" fmla="*/ 239150 w 3031519"/>
                <a:gd name="connsiteY10-13700" fmla="*/ 471268 h 1160647"/>
                <a:gd name="connsiteX11-13701" fmla="*/ 239150 w 3031519"/>
                <a:gd name="connsiteY11-13702" fmla="*/ 611783 h 1160647"/>
                <a:gd name="connsiteX12-13703" fmla="*/ 240670 w 3031519"/>
                <a:gd name="connsiteY12-13704" fmla="*/ 611513 h 1160647"/>
                <a:gd name="connsiteX13-13705" fmla="*/ 251310 w 3031519"/>
                <a:gd name="connsiteY13-13706" fmla="*/ 609622 h 1160647"/>
                <a:gd name="connsiteX14-13707" fmla="*/ 249283 w 3031519"/>
                <a:gd name="connsiteY14-13708" fmla="*/ 698254 h 1160647"/>
                <a:gd name="connsiteX15-13709" fmla="*/ 250803 w 3031519"/>
                <a:gd name="connsiteY15-13710" fmla="*/ 698525 h 1160647"/>
                <a:gd name="connsiteX16-13711" fmla="*/ 261443 w 3031519"/>
                <a:gd name="connsiteY16-13712" fmla="*/ 700416 h 1160647"/>
                <a:gd name="connsiteX17-13713" fmla="*/ 261696 w 3031519"/>
                <a:gd name="connsiteY17-13714" fmla="*/ 701227 h 1160647"/>
                <a:gd name="connsiteX18-13715" fmla="*/ 263470 w 3031519"/>
                <a:gd name="connsiteY18-13716" fmla="*/ 706902 h 1160647"/>
                <a:gd name="connsiteX19-13717" fmla="*/ 264230 w 3031519"/>
                <a:gd name="connsiteY19-13718" fmla="*/ 704470 h 1160647"/>
                <a:gd name="connsiteX20-13719" fmla="*/ 269550 w 3031519"/>
                <a:gd name="connsiteY20-13720" fmla="*/ 687446 h 1160647"/>
                <a:gd name="connsiteX21-13721" fmla="*/ 271323 w 3031519"/>
                <a:gd name="connsiteY21-13722" fmla="*/ 687446 h 1160647"/>
                <a:gd name="connsiteX22-13723" fmla="*/ 283737 w 3031519"/>
                <a:gd name="connsiteY22-13724" fmla="*/ 687446 h 1160647"/>
                <a:gd name="connsiteX23-13725" fmla="*/ 283737 w 3031519"/>
                <a:gd name="connsiteY23-13726" fmla="*/ 719872 h 1160647"/>
                <a:gd name="connsiteX24-13727" fmla="*/ 284750 w 3031519"/>
                <a:gd name="connsiteY24-13728" fmla="*/ 720413 h 1160647"/>
                <a:gd name="connsiteX25-13729" fmla="*/ 291844 w 3031519"/>
                <a:gd name="connsiteY25-13730" fmla="*/ 724196 h 1160647"/>
                <a:gd name="connsiteX26-13731" fmla="*/ 291844 w 3031519"/>
                <a:gd name="connsiteY26-13732" fmla="*/ 725547 h 1160647"/>
                <a:gd name="connsiteX27-13733" fmla="*/ 291844 w 3031519"/>
                <a:gd name="connsiteY27-13734" fmla="*/ 735005 h 1160647"/>
                <a:gd name="connsiteX28-13735" fmla="*/ 336431 w 3031519"/>
                <a:gd name="connsiteY28-13736" fmla="*/ 735005 h 1160647"/>
                <a:gd name="connsiteX29-13737" fmla="*/ 336431 w 3031519"/>
                <a:gd name="connsiteY29-13738" fmla="*/ 736086 h 1160647"/>
                <a:gd name="connsiteX30-13739" fmla="*/ 336431 w 3031519"/>
                <a:gd name="connsiteY30-13740" fmla="*/ 743652 h 1160647"/>
                <a:gd name="connsiteX31-13741" fmla="*/ 338457 w 3031519"/>
                <a:gd name="connsiteY31-13742" fmla="*/ 743652 h 1160647"/>
                <a:gd name="connsiteX32-13743" fmla="*/ 352644 w 3031519"/>
                <a:gd name="connsiteY32-13744" fmla="*/ 743652 h 1160647"/>
                <a:gd name="connsiteX33-13745" fmla="*/ 352644 w 3031519"/>
                <a:gd name="connsiteY33-13746" fmla="*/ 713387 h 1160647"/>
                <a:gd name="connsiteX34-13747" fmla="*/ 397231 w 3031519"/>
                <a:gd name="connsiteY34-13748" fmla="*/ 713387 h 1160647"/>
                <a:gd name="connsiteX35-13749" fmla="*/ 397231 w 3031519"/>
                <a:gd name="connsiteY35-13750" fmla="*/ 712036 h 1160647"/>
                <a:gd name="connsiteX36-13751" fmla="*/ 397231 w 3031519"/>
                <a:gd name="connsiteY36-13752" fmla="*/ 702578 h 1160647"/>
                <a:gd name="connsiteX37-13753" fmla="*/ 398245 w 3031519"/>
                <a:gd name="connsiteY37-13754" fmla="*/ 702578 h 1160647"/>
                <a:gd name="connsiteX38-13755" fmla="*/ 405338 w 3031519"/>
                <a:gd name="connsiteY38-13756" fmla="*/ 702578 h 1160647"/>
                <a:gd name="connsiteX39-13757" fmla="*/ 405338 w 3031519"/>
                <a:gd name="connsiteY39-13758" fmla="*/ 700687 h 1160647"/>
                <a:gd name="connsiteX40-13759" fmla="*/ 405338 w 3031519"/>
                <a:gd name="connsiteY40-13760" fmla="*/ 687446 h 1160647"/>
                <a:gd name="connsiteX41-13761" fmla="*/ 406098 w 3031519"/>
                <a:gd name="connsiteY41-13762" fmla="*/ 687446 h 1160647"/>
                <a:gd name="connsiteX42-13763" fmla="*/ 411418 w 3031519"/>
                <a:gd name="connsiteY42-13764" fmla="*/ 687446 h 1160647"/>
                <a:gd name="connsiteX43-13765" fmla="*/ 411418 w 3031519"/>
                <a:gd name="connsiteY43-13766" fmla="*/ 686365 h 1160647"/>
                <a:gd name="connsiteX44-13767" fmla="*/ 411418 w 3031519"/>
                <a:gd name="connsiteY44-13768" fmla="*/ 678798 h 1160647"/>
                <a:gd name="connsiteX45-13769" fmla="*/ 413445 w 3031519"/>
                <a:gd name="connsiteY45-13770" fmla="*/ 678798 h 1160647"/>
                <a:gd name="connsiteX46-13771" fmla="*/ 427632 w 3031519"/>
                <a:gd name="connsiteY46-13772" fmla="*/ 678798 h 1160647"/>
                <a:gd name="connsiteX47-13773" fmla="*/ 427632 w 3031519"/>
                <a:gd name="connsiteY47-13774" fmla="*/ 679879 h 1160647"/>
                <a:gd name="connsiteX48-13775" fmla="*/ 427632 w 3031519"/>
                <a:gd name="connsiteY48-13776" fmla="*/ 687446 h 1160647"/>
                <a:gd name="connsiteX49-13777" fmla="*/ 449925 w 3031519"/>
                <a:gd name="connsiteY49-13778" fmla="*/ 687446 h 1160647"/>
                <a:gd name="connsiteX50-13779" fmla="*/ 449925 w 3031519"/>
                <a:gd name="connsiteY50-13780" fmla="*/ 685554 h 1160647"/>
                <a:gd name="connsiteX51-13781" fmla="*/ 449925 w 3031519"/>
                <a:gd name="connsiteY51-13782" fmla="*/ 672313 h 1160647"/>
                <a:gd name="connsiteX52-13783" fmla="*/ 451699 w 3031519"/>
                <a:gd name="connsiteY52-13784" fmla="*/ 672313 h 1160647"/>
                <a:gd name="connsiteX53-13785" fmla="*/ 464112 w 3031519"/>
                <a:gd name="connsiteY53-13786" fmla="*/ 672313 h 1160647"/>
                <a:gd name="connsiteX54-13787" fmla="*/ 464112 w 3031519"/>
                <a:gd name="connsiteY54-13788" fmla="*/ 696093 h 1160647"/>
                <a:gd name="connsiteX55-13789" fmla="*/ 465126 w 3031519"/>
                <a:gd name="connsiteY55-13790" fmla="*/ 696093 h 1160647"/>
                <a:gd name="connsiteX56-13791" fmla="*/ 472219 w 3031519"/>
                <a:gd name="connsiteY56-13792" fmla="*/ 696093 h 1160647"/>
                <a:gd name="connsiteX57-13793" fmla="*/ 472219 w 3031519"/>
                <a:gd name="connsiteY57-13794" fmla="*/ 695012 h 1160647"/>
                <a:gd name="connsiteX58-13795" fmla="*/ 472219 w 3031519"/>
                <a:gd name="connsiteY58-13796" fmla="*/ 687446 h 1160647"/>
                <a:gd name="connsiteX59-13797" fmla="*/ 473992 w 3031519"/>
                <a:gd name="connsiteY59-13798" fmla="*/ 687446 h 1160647"/>
                <a:gd name="connsiteX60-13799" fmla="*/ 486406 w 3031519"/>
                <a:gd name="connsiteY60-13800" fmla="*/ 687446 h 1160647"/>
                <a:gd name="connsiteX61-13801" fmla="*/ 486406 w 3031519"/>
                <a:gd name="connsiteY61-13802" fmla="*/ 713387 h 1160647"/>
                <a:gd name="connsiteX62-13803" fmla="*/ 488433 w 3031519"/>
                <a:gd name="connsiteY62-13804" fmla="*/ 713387 h 1160647"/>
                <a:gd name="connsiteX63-13805" fmla="*/ 502619 w 3031519"/>
                <a:gd name="connsiteY63-13806" fmla="*/ 713387 h 1160647"/>
                <a:gd name="connsiteX64-13807" fmla="*/ 502619 w 3031519"/>
                <a:gd name="connsiteY64-13808" fmla="*/ 715008 h 1160647"/>
                <a:gd name="connsiteX65-13809" fmla="*/ 502619 w 3031519"/>
                <a:gd name="connsiteY65-13810" fmla="*/ 726358 h 1160647"/>
                <a:gd name="connsiteX66-13811" fmla="*/ 503379 w 3031519"/>
                <a:gd name="connsiteY66-13812" fmla="*/ 726358 h 1160647"/>
                <a:gd name="connsiteX67-13813" fmla="*/ 508700 w 3031519"/>
                <a:gd name="connsiteY67-13814" fmla="*/ 726358 h 1160647"/>
                <a:gd name="connsiteX68-13815" fmla="*/ 508700 w 3031519"/>
                <a:gd name="connsiteY68-13816" fmla="*/ 725547 h 1160647"/>
                <a:gd name="connsiteX69-13817" fmla="*/ 508700 w 3031519"/>
                <a:gd name="connsiteY69-13818" fmla="*/ 719872 h 1160647"/>
                <a:gd name="connsiteX70-13819" fmla="*/ 539100 w 3031519"/>
                <a:gd name="connsiteY70-13820" fmla="*/ 719872 h 1160647"/>
                <a:gd name="connsiteX71-13821" fmla="*/ 539100 w 3031519"/>
                <a:gd name="connsiteY71-13822" fmla="*/ 743652 h 1160647"/>
                <a:gd name="connsiteX72-13823" fmla="*/ 540113 w 3031519"/>
                <a:gd name="connsiteY72-13824" fmla="*/ 743652 h 1160647"/>
                <a:gd name="connsiteX73-13825" fmla="*/ 547207 w 3031519"/>
                <a:gd name="connsiteY73-13826" fmla="*/ 743652 h 1160647"/>
                <a:gd name="connsiteX74-13827" fmla="*/ 547207 w 3031519"/>
                <a:gd name="connsiteY74-13828" fmla="*/ 744733 h 1160647"/>
                <a:gd name="connsiteX75-13829" fmla="*/ 547207 w 3031519"/>
                <a:gd name="connsiteY75-13830" fmla="*/ 752299 h 1160647"/>
                <a:gd name="connsiteX76-13831" fmla="*/ 547967 w 3031519"/>
                <a:gd name="connsiteY76-13832" fmla="*/ 752299 h 1160647"/>
                <a:gd name="connsiteX77-13833" fmla="*/ 553287 w 3031519"/>
                <a:gd name="connsiteY77-13834" fmla="*/ 752299 h 1160647"/>
                <a:gd name="connsiteX78-13835" fmla="*/ 553287 w 3031519"/>
                <a:gd name="connsiteY78-13836" fmla="*/ 750137 h 1160647"/>
                <a:gd name="connsiteX79-13837" fmla="*/ 553287 w 3031519"/>
                <a:gd name="connsiteY79-13838" fmla="*/ 735005 h 1160647"/>
                <a:gd name="connsiteX80-13839" fmla="*/ 554300 w 3031519"/>
                <a:gd name="connsiteY80-13840" fmla="*/ 735005 h 1160647"/>
                <a:gd name="connsiteX81-13841" fmla="*/ 561394 w 3031519"/>
                <a:gd name="connsiteY81-13842" fmla="*/ 735005 h 1160647"/>
                <a:gd name="connsiteX82-13843" fmla="*/ 561394 w 3031519"/>
                <a:gd name="connsiteY82-13844" fmla="*/ 736086 h 1160647"/>
                <a:gd name="connsiteX83-13845" fmla="*/ 561394 w 3031519"/>
                <a:gd name="connsiteY83-13846" fmla="*/ 743652 h 1160647"/>
                <a:gd name="connsiteX84-13847" fmla="*/ 566714 w 3031519"/>
                <a:gd name="connsiteY84-13848" fmla="*/ 741659 h 1160647"/>
                <a:gd name="connsiteX85-13849" fmla="*/ 567474 w 3031519"/>
                <a:gd name="connsiteY85-13850" fmla="*/ 740679 h 1160647"/>
                <a:gd name="connsiteX86-13851" fmla="*/ 567474 w 3031519"/>
                <a:gd name="connsiteY86-13852" fmla="*/ 735005 h 1160647"/>
                <a:gd name="connsiteX87-13853" fmla="*/ 605981 w 3031519"/>
                <a:gd name="connsiteY87-13854" fmla="*/ 735005 h 1160647"/>
                <a:gd name="connsiteX88-13855" fmla="*/ 605981 w 3031519"/>
                <a:gd name="connsiteY88-13856" fmla="*/ 758784 h 1160647"/>
                <a:gd name="connsiteX89-13857" fmla="*/ 608007 w 3031519"/>
                <a:gd name="connsiteY89-13858" fmla="*/ 758784 h 1160647"/>
                <a:gd name="connsiteX90-13859" fmla="*/ 622194 w 3031519"/>
                <a:gd name="connsiteY90-13860" fmla="*/ 758784 h 1160647"/>
                <a:gd name="connsiteX91-13861" fmla="*/ 622194 w 3031519"/>
                <a:gd name="connsiteY91-13862" fmla="*/ 759865 h 1160647"/>
                <a:gd name="connsiteX92-13863" fmla="*/ 622194 w 3031519"/>
                <a:gd name="connsiteY92-13864" fmla="*/ 767431 h 1160647"/>
                <a:gd name="connsiteX93-13865" fmla="*/ 623968 w 3031519"/>
                <a:gd name="connsiteY93-13866" fmla="*/ 767431 h 1160647"/>
                <a:gd name="connsiteX94-13867" fmla="*/ 636381 w 3031519"/>
                <a:gd name="connsiteY94-13868" fmla="*/ 767431 h 1160647"/>
                <a:gd name="connsiteX95-13869" fmla="*/ 636381 w 3031519"/>
                <a:gd name="connsiteY95-13870" fmla="*/ 743652 h 1160647"/>
                <a:gd name="connsiteX96-13871" fmla="*/ 637394 w 3031519"/>
                <a:gd name="connsiteY96-13872" fmla="*/ 743652 h 1160647"/>
                <a:gd name="connsiteX97-13873" fmla="*/ 644488 w 3031519"/>
                <a:gd name="connsiteY97-13874" fmla="*/ 743652 h 1160647"/>
                <a:gd name="connsiteX98-13875" fmla="*/ 644488 w 3031519"/>
                <a:gd name="connsiteY98-13876" fmla="*/ 711225 h 1160647"/>
                <a:gd name="connsiteX99-13877" fmla="*/ 645501 w 3031519"/>
                <a:gd name="connsiteY99-13878" fmla="*/ 711225 h 1160647"/>
                <a:gd name="connsiteX100-13879" fmla="*/ 652595 w 3031519"/>
                <a:gd name="connsiteY100-13880" fmla="*/ 711225 h 1160647"/>
                <a:gd name="connsiteX101-13881" fmla="*/ 652595 w 3031519"/>
                <a:gd name="connsiteY101-13882" fmla="*/ 709334 h 1160647"/>
                <a:gd name="connsiteX102-13883" fmla="*/ 652595 w 3031519"/>
                <a:gd name="connsiteY102-13884" fmla="*/ 696093 h 1160647"/>
                <a:gd name="connsiteX103-13885" fmla="*/ 651328 w 3031519"/>
                <a:gd name="connsiteY103-13886" fmla="*/ 694471 h 1160647"/>
                <a:gd name="connsiteX104-13887" fmla="*/ 656648 w 3031519"/>
                <a:gd name="connsiteY104-13888" fmla="*/ 683122 h 1160647"/>
                <a:gd name="connsiteX105-13889" fmla="*/ 664755 w 3031519"/>
                <a:gd name="connsiteY105-13890" fmla="*/ 711225 h 1160647"/>
                <a:gd name="connsiteX106-13891" fmla="*/ 665515 w 3031519"/>
                <a:gd name="connsiteY106-13892" fmla="*/ 711225 h 1160647"/>
                <a:gd name="connsiteX107-13893" fmla="*/ 670835 w 3031519"/>
                <a:gd name="connsiteY107-13894" fmla="*/ 711225 h 1160647"/>
                <a:gd name="connsiteX108-13895" fmla="*/ 670835 w 3031519"/>
                <a:gd name="connsiteY108-13896" fmla="*/ 605298 h 1160647"/>
                <a:gd name="connsiteX109-13897" fmla="*/ 672355 w 3031519"/>
                <a:gd name="connsiteY109-13898" fmla="*/ 605298 h 1160647"/>
                <a:gd name="connsiteX110-13899" fmla="*/ 682995 w 3031519"/>
                <a:gd name="connsiteY110-13900" fmla="*/ 605298 h 1160647"/>
                <a:gd name="connsiteX111-13901" fmla="*/ 682995 w 3031519"/>
                <a:gd name="connsiteY111-13902" fmla="*/ 557739 h 1160647"/>
                <a:gd name="connsiteX112-13903" fmla="*/ 709342 w 3031519"/>
                <a:gd name="connsiteY112-13904" fmla="*/ 557739 h 1160647"/>
                <a:gd name="connsiteX113-13905" fmla="*/ 709342 w 3031519"/>
                <a:gd name="connsiteY113-13906" fmla="*/ 536121 h 1160647"/>
                <a:gd name="connsiteX114-13907" fmla="*/ 743796 w 3031519"/>
                <a:gd name="connsiteY114-13908" fmla="*/ 536121 h 1160647"/>
                <a:gd name="connsiteX115-13909" fmla="*/ 743796 w 3031519"/>
                <a:gd name="connsiteY115-13910" fmla="*/ 538553 h 1160647"/>
                <a:gd name="connsiteX116-13911" fmla="*/ 743796 w 3031519"/>
                <a:gd name="connsiteY116-13912" fmla="*/ 555577 h 1160647"/>
                <a:gd name="connsiteX117-13913" fmla="*/ 746076 w 3031519"/>
                <a:gd name="connsiteY117-13914" fmla="*/ 555577 h 1160647"/>
                <a:gd name="connsiteX118-13915" fmla="*/ 762036 w 3031519"/>
                <a:gd name="connsiteY118-13916" fmla="*/ 555577 h 1160647"/>
                <a:gd name="connsiteX119-13917" fmla="*/ 762036 w 3031519"/>
                <a:gd name="connsiteY119-13918" fmla="*/ 603136 h 1160647"/>
                <a:gd name="connsiteX120-13919" fmla="*/ 763049 w 3031519"/>
                <a:gd name="connsiteY120-13920" fmla="*/ 603136 h 1160647"/>
                <a:gd name="connsiteX121-13921" fmla="*/ 770143 w 3031519"/>
                <a:gd name="connsiteY121-13922" fmla="*/ 603136 h 1160647"/>
                <a:gd name="connsiteX122-13923" fmla="*/ 784330 w 3031519"/>
                <a:gd name="connsiteY122-13924" fmla="*/ 607460 h 1160647"/>
                <a:gd name="connsiteX123-13925" fmla="*/ 784330 w 3031519"/>
                <a:gd name="connsiteY123-13926" fmla="*/ 646372 h 1160647"/>
                <a:gd name="connsiteX124-13927" fmla="*/ 785343 w 3031519"/>
                <a:gd name="connsiteY124-13928" fmla="*/ 646372 h 1160647"/>
                <a:gd name="connsiteX125-13929" fmla="*/ 792436 w 3031519"/>
                <a:gd name="connsiteY125-13930" fmla="*/ 646372 h 1160647"/>
                <a:gd name="connsiteX126-13931" fmla="*/ 792436 w 3031519"/>
                <a:gd name="connsiteY126-13932" fmla="*/ 647993 h 1160647"/>
                <a:gd name="connsiteX127-13933" fmla="*/ 792436 w 3031519"/>
                <a:gd name="connsiteY127-13934" fmla="*/ 659342 h 1160647"/>
                <a:gd name="connsiteX128-13935" fmla="*/ 794463 w 3031519"/>
                <a:gd name="connsiteY128-13936" fmla="*/ 659342 h 1160647"/>
                <a:gd name="connsiteX129-13937" fmla="*/ 808650 w 3031519"/>
                <a:gd name="connsiteY129-13938" fmla="*/ 659342 h 1160647"/>
                <a:gd name="connsiteX130-13939" fmla="*/ 814730 w 3031519"/>
                <a:gd name="connsiteY130-13940" fmla="*/ 665828 h 1160647"/>
                <a:gd name="connsiteX131-13941" fmla="*/ 814730 w 3031519"/>
                <a:gd name="connsiteY131-13942" fmla="*/ 687446 h 1160647"/>
                <a:gd name="connsiteX132-13943" fmla="*/ 817010 w 3031519"/>
                <a:gd name="connsiteY132-13944" fmla="*/ 687446 h 1160647"/>
                <a:gd name="connsiteX133-13945" fmla="*/ 832970 w 3031519"/>
                <a:gd name="connsiteY133-13946" fmla="*/ 687446 h 1160647"/>
                <a:gd name="connsiteX134-13947" fmla="*/ 832970 w 3031519"/>
                <a:gd name="connsiteY134-13948" fmla="*/ 688526 h 1160647"/>
                <a:gd name="connsiteX135-13949" fmla="*/ 832970 w 3031519"/>
                <a:gd name="connsiteY135-13950" fmla="*/ 696093 h 1160647"/>
                <a:gd name="connsiteX136-13951" fmla="*/ 834237 w 3031519"/>
                <a:gd name="connsiteY136-13952" fmla="*/ 696093 h 1160647"/>
                <a:gd name="connsiteX137-13953" fmla="*/ 843104 w 3031519"/>
                <a:gd name="connsiteY137-13954" fmla="*/ 696093 h 1160647"/>
                <a:gd name="connsiteX138-13955" fmla="*/ 843104 w 3031519"/>
                <a:gd name="connsiteY138-13956" fmla="*/ 698254 h 1160647"/>
                <a:gd name="connsiteX139-13957" fmla="*/ 843104 w 3031519"/>
                <a:gd name="connsiteY139-13958" fmla="*/ 713387 h 1160647"/>
                <a:gd name="connsiteX140-13959" fmla="*/ 847157 w 3031519"/>
                <a:gd name="connsiteY140-13960" fmla="*/ 711495 h 1160647"/>
                <a:gd name="connsiteX141-13961" fmla="*/ 847157 w 3031519"/>
                <a:gd name="connsiteY141-13962" fmla="*/ 698254 h 1160647"/>
                <a:gd name="connsiteX142-13963" fmla="*/ 848170 w 3031519"/>
                <a:gd name="connsiteY142-13964" fmla="*/ 698254 h 1160647"/>
                <a:gd name="connsiteX143-13965" fmla="*/ 855264 w 3031519"/>
                <a:gd name="connsiteY143-13966" fmla="*/ 698254 h 1160647"/>
                <a:gd name="connsiteX144-13967" fmla="*/ 855264 w 3031519"/>
                <a:gd name="connsiteY144-13968" fmla="*/ 699876 h 1160647"/>
                <a:gd name="connsiteX145-13969" fmla="*/ 855264 w 3031519"/>
                <a:gd name="connsiteY145-13970" fmla="*/ 711225 h 1160647"/>
                <a:gd name="connsiteX146-13971" fmla="*/ 856024 w 3031519"/>
                <a:gd name="connsiteY146-13972" fmla="*/ 711225 h 1160647"/>
                <a:gd name="connsiteX147-13973" fmla="*/ 861344 w 3031519"/>
                <a:gd name="connsiteY147-13974" fmla="*/ 711225 h 1160647"/>
                <a:gd name="connsiteX148-13975" fmla="*/ 909984 w 3031519"/>
                <a:gd name="connsiteY148-13976" fmla="*/ 706902 h 1160647"/>
                <a:gd name="connsiteX149-13977" fmla="*/ 909984 w 3031519"/>
                <a:gd name="connsiteY149-13978" fmla="*/ 708253 h 1160647"/>
                <a:gd name="connsiteX150-13979" fmla="*/ 909984 w 3031519"/>
                <a:gd name="connsiteY150-13980" fmla="*/ 717710 h 1160647"/>
                <a:gd name="connsiteX151-13981" fmla="*/ 910744 w 3031519"/>
                <a:gd name="connsiteY151-13982" fmla="*/ 717710 h 1160647"/>
                <a:gd name="connsiteX152-13983" fmla="*/ 916065 w 3031519"/>
                <a:gd name="connsiteY152-13984" fmla="*/ 717710 h 1160647"/>
                <a:gd name="connsiteX153-13985" fmla="*/ 916065 w 3031519"/>
                <a:gd name="connsiteY153-13986" fmla="*/ 719872 h 1160647"/>
                <a:gd name="connsiteX154-13987" fmla="*/ 916065 w 3031519"/>
                <a:gd name="connsiteY154-13988" fmla="*/ 735005 h 1160647"/>
                <a:gd name="connsiteX155-13989" fmla="*/ 918091 w 3031519"/>
                <a:gd name="connsiteY155-13990" fmla="*/ 733654 h 1160647"/>
                <a:gd name="connsiteX156-13991" fmla="*/ 932278 w 3031519"/>
                <a:gd name="connsiteY156-13992" fmla="*/ 724196 h 1160647"/>
                <a:gd name="connsiteX157-13993" fmla="*/ 938358 w 3031519"/>
                <a:gd name="connsiteY157-13994" fmla="*/ 683122 h 1160647"/>
                <a:gd name="connsiteX158-13995" fmla="*/ 939118 w 3031519"/>
                <a:gd name="connsiteY158-13996" fmla="*/ 682852 h 1160647"/>
                <a:gd name="connsiteX159-13997" fmla="*/ 944438 w 3031519"/>
                <a:gd name="connsiteY159-13998" fmla="*/ 680960 h 1160647"/>
                <a:gd name="connsiteX160-13999" fmla="*/ 946465 w 3031519"/>
                <a:gd name="connsiteY160-14000" fmla="*/ 611783 h 1160647"/>
                <a:gd name="connsiteX161-14001" fmla="*/ 948492 w 3031519"/>
                <a:gd name="connsiteY161-14002" fmla="*/ 680960 h 1160647"/>
                <a:gd name="connsiteX162-14003" fmla="*/ 949252 w 3031519"/>
                <a:gd name="connsiteY162-14004" fmla="*/ 681230 h 1160647"/>
                <a:gd name="connsiteX163-14005" fmla="*/ 954572 w 3031519"/>
                <a:gd name="connsiteY163-14006" fmla="*/ 683122 h 1160647"/>
                <a:gd name="connsiteX164-14007" fmla="*/ 954572 w 3031519"/>
                <a:gd name="connsiteY164-14008" fmla="*/ 596651 h 1160647"/>
                <a:gd name="connsiteX165-14009" fmla="*/ 958625 w 3031519"/>
                <a:gd name="connsiteY165-14010" fmla="*/ 564224 h 1160647"/>
                <a:gd name="connsiteX166-14011" fmla="*/ 997132 w 3031519"/>
                <a:gd name="connsiteY166-14012" fmla="*/ 564224 h 1160647"/>
                <a:gd name="connsiteX167-14013" fmla="*/ 997132 w 3031519"/>
                <a:gd name="connsiteY167-14014" fmla="*/ 596651 h 1160647"/>
                <a:gd name="connsiteX168-14015" fmla="*/ 997892 w 3031519"/>
                <a:gd name="connsiteY168-14016" fmla="*/ 596651 h 1160647"/>
                <a:gd name="connsiteX169-14017" fmla="*/ 1003212 w 3031519"/>
                <a:gd name="connsiteY169-14018" fmla="*/ 596651 h 1160647"/>
                <a:gd name="connsiteX170-14019" fmla="*/ 1003212 w 3031519"/>
                <a:gd name="connsiteY170-14020" fmla="*/ 514503 h 1160647"/>
                <a:gd name="connsiteX171-14021" fmla="*/ 1004986 w 3031519"/>
                <a:gd name="connsiteY171-14022" fmla="*/ 514503 h 1160647"/>
                <a:gd name="connsiteX172-14023" fmla="*/ 1017399 w 3031519"/>
                <a:gd name="connsiteY172-14024" fmla="*/ 514503 h 1160647"/>
                <a:gd name="connsiteX173-14025" fmla="*/ 1017399 w 3031519"/>
                <a:gd name="connsiteY173-14026" fmla="*/ 512612 h 1160647"/>
                <a:gd name="connsiteX174-14027" fmla="*/ 1017399 w 3031519"/>
                <a:gd name="connsiteY174-14028" fmla="*/ 499371 h 1160647"/>
                <a:gd name="connsiteX175-14029" fmla="*/ 1039693 w 3031519"/>
                <a:gd name="connsiteY175-14030" fmla="*/ 499371 h 1160647"/>
                <a:gd name="connsiteX176-14031" fmla="*/ 1039693 w 3031519"/>
                <a:gd name="connsiteY176-14032" fmla="*/ 498290 h 1160647"/>
                <a:gd name="connsiteX177-14033" fmla="*/ 1039693 w 3031519"/>
                <a:gd name="connsiteY177-14034" fmla="*/ 490724 h 1160647"/>
                <a:gd name="connsiteX178-14035" fmla="*/ 1041466 w 3031519"/>
                <a:gd name="connsiteY178-14036" fmla="*/ 490724 h 1160647"/>
                <a:gd name="connsiteX179-14037" fmla="*/ 1053880 w 3031519"/>
                <a:gd name="connsiteY179-14038" fmla="*/ 490724 h 1160647"/>
                <a:gd name="connsiteX180-14039" fmla="*/ 1053880 w 3031519"/>
                <a:gd name="connsiteY180-14040" fmla="*/ 491805 h 1160647"/>
                <a:gd name="connsiteX181-14041" fmla="*/ 1053880 w 3031519"/>
                <a:gd name="connsiteY181-14042" fmla="*/ 499371 h 1160647"/>
                <a:gd name="connsiteX182-14043" fmla="*/ 1054640 w 3031519"/>
                <a:gd name="connsiteY182-14044" fmla="*/ 499371 h 1160647"/>
                <a:gd name="connsiteX183-14045" fmla="*/ 1059960 w 3031519"/>
                <a:gd name="connsiteY183-14046" fmla="*/ 499371 h 1160647"/>
                <a:gd name="connsiteX184-14047" fmla="*/ 1070093 w 3031519"/>
                <a:gd name="connsiteY184-14048" fmla="*/ 495047 h 1160647"/>
                <a:gd name="connsiteX185-14049" fmla="*/ 1074146 w 3031519"/>
                <a:gd name="connsiteY185-14050" fmla="*/ 498290 h 1160647"/>
                <a:gd name="connsiteX186-14051" fmla="*/ 1074146 w 3031519"/>
                <a:gd name="connsiteY186-14052" fmla="*/ 490724 h 1160647"/>
                <a:gd name="connsiteX187-14053" fmla="*/ 1076426 w 3031519"/>
                <a:gd name="connsiteY187-14054" fmla="*/ 490724 h 1160647"/>
                <a:gd name="connsiteX188-14055" fmla="*/ 1092387 w 3031519"/>
                <a:gd name="connsiteY188-14056" fmla="*/ 490724 h 1160647"/>
                <a:gd name="connsiteX189-14057" fmla="*/ 1092387 w 3031519"/>
                <a:gd name="connsiteY189-14058" fmla="*/ 491805 h 1160647"/>
                <a:gd name="connsiteX190-14059" fmla="*/ 1092387 w 3031519"/>
                <a:gd name="connsiteY190-14060" fmla="*/ 499371 h 1160647"/>
                <a:gd name="connsiteX191-14061" fmla="*/ 1122787 w 3031519"/>
                <a:gd name="connsiteY191-14062" fmla="*/ 499371 h 1160647"/>
                <a:gd name="connsiteX192-14063" fmla="*/ 1122787 w 3031519"/>
                <a:gd name="connsiteY192-14064" fmla="*/ 500992 h 1160647"/>
                <a:gd name="connsiteX193-14065" fmla="*/ 1122787 w 3031519"/>
                <a:gd name="connsiteY193-14066" fmla="*/ 512342 h 1160647"/>
                <a:gd name="connsiteX194-14067" fmla="*/ 1149134 w 3031519"/>
                <a:gd name="connsiteY194-14068" fmla="*/ 512342 h 1160647"/>
                <a:gd name="connsiteX195-14069" fmla="*/ 1149134 w 3031519"/>
                <a:gd name="connsiteY195-14070" fmla="*/ 542606 h 1160647"/>
                <a:gd name="connsiteX196-14071" fmla="*/ 1149894 w 3031519"/>
                <a:gd name="connsiteY196-14072" fmla="*/ 542606 h 1160647"/>
                <a:gd name="connsiteX197-14073" fmla="*/ 1155214 w 3031519"/>
                <a:gd name="connsiteY197-14074" fmla="*/ 542606 h 1160647"/>
                <a:gd name="connsiteX198-14075" fmla="*/ 1155214 w 3031519"/>
                <a:gd name="connsiteY198-14076" fmla="*/ 543687 h 1160647"/>
                <a:gd name="connsiteX199-14077" fmla="*/ 1155214 w 3031519"/>
                <a:gd name="connsiteY199-14078" fmla="*/ 551254 h 1160647"/>
                <a:gd name="connsiteX200-14079" fmla="*/ 1159268 w 3031519"/>
                <a:gd name="connsiteY200-14080" fmla="*/ 581518 h 1160647"/>
                <a:gd name="connsiteX201-14081" fmla="*/ 1160028 w 3031519"/>
                <a:gd name="connsiteY201-14082" fmla="*/ 581518 h 1160647"/>
                <a:gd name="connsiteX202-14083" fmla="*/ 1165348 w 3031519"/>
                <a:gd name="connsiteY202-14084" fmla="*/ 581518 h 1160647"/>
                <a:gd name="connsiteX203-14085" fmla="*/ 1165348 w 3031519"/>
                <a:gd name="connsiteY203-14086" fmla="*/ 582329 h 1160647"/>
                <a:gd name="connsiteX204-14087" fmla="*/ 1165348 w 3031519"/>
                <a:gd name="connsiteY204-14088" fmla="*/ 588004 h 1160647"/>
                <a:gd name="connsiteX205-14089" fmla="*/ 1166361 w 3031519"/>
                <a:gd name="connsiteY205-14090" fmla="*/ 588004 h 1160647"/>
                <a:gd name="connsiteX206-14091" fmla="*/ 1173454 w 3031519"/>
                <a:gd name="connsiteY206-14092" fmla="*/ 588004 h 1160647"/>
                <a:gd name="connsiteX207-14093" fmla="*/ 1173454 w 3031519"/>
                <a:gd name="connsiteY207-14094" fmla="*/ 618269 h 1160647"/>
                <a:gd name="connsiteX208-14095" fmla="*/ 1175481 w 3031519"/>
                <a:gd name="connsiteY208-14096" fmla="*/ 618269 h 1160647"/>
                <a:gd name="connsiteX209-14097" fmla="*/ 1189668 w 3031519"/>
                <a:gd name="connsiteY209-14098" fmla="*/ 618269 h 1160647"/>
                <a:gd name="connsiteX210-14099" fmla="*/ 1189668 w 3031519"/>
                <a:gd name="connsiteY210-14100" fmla="*/ 642048 h 1160647"/>
                <a:gd name="connsiteX211-14101" fmla="*/ 1191695 w 3031519"/>
                <a:gd name="connsiteY211-14102" fmla="*/ 643669 h 1160647"/>
                <a:gd name="connsiteX212-14103" fmla="*/ 1191695 w 3031519"/>
                <a:gd name="connsiteY212-14104" fmla="*/ 655019 h 1160647"/>
                <a:gd name="connsiteX213-14105" fmla="*/ 1192455 w 3031519"/>
                <a:gd name="connsiteY213-14106" fmla="*/ 655019 h 1160647"/>
                <a:gd name="connsiteX214-14107" fmla="*/ 1197775 w 3031519"/>
                <a:gd name="connsiteY214-14108" fmla="*/ 655019 h 1160647"/>
                <a:gd name="connsiteX215-14109" fmla="*/ 1197775 w 3031519"/>
                <a:gd name="connsiteY215-14110" fmla="*/ 678798 h 1160647"/>
                <a:gd name="connsiteX216-14111" fmla="*/ 1199041 w 3031519"/>
                <a:gd name="connsiteY216-14112" fmla="*/ 678798 h 1160647"/>
                <a:gd name="connsiteX217-14113" fmla="*/ 1207908 w 3031519"/>
                <a:gd name="connsiteY217-14114" fmla="*/ 678798 h 1160647"/>
                <a:gd name="connsiteX218-14115" fmla="*/ 1209935 w 3031519"/>
                <a:gd name="connsiteY218-14116" fmla="*/ 682852 h 1160647"/>
                <a:gd name="connsiteX219-14117" fmla="*/ 1209935 w 3031519"/>
                <a:gd name="connsiteY219-14118" fmla="*/ 696093 h 1160647"/>
                <a:gd name="connsiteX220-14119" fmla="*/ 1211455 w 3031519"/>
                <a:gd name="connsiteY220-14120" fmla="*/ 694201 h 1160647"/>
                <a:gd name="connsiteX221-14121" fmla="*/ 1222095 w 3031519"/>
                <a:gd name="connsiteY221-14122" fmla="*/ 680960 h 1160647"/>
                <a:gd name="connsiteX222-14123" fmla="*/ 1250469 w 3031519"/>
                <a:gd name="connsiteY222-14124" fmla="*/ 680960 h 1160647"/>
                <a:gd name="connsiteX223-14125" fmla="*/ 1250469 w 3031519"/>
                <a:gd name="connsiteY223-14126" fmla="*/ 767431 h 1160647"/>
                <a:gd name="connsiteX224-14127" fmla="*/ 1251229 w 3031519"/>
                <a:gd name="connsiteY224-14128" fmla="*/ 767431 h 1160647"/>
                <a:gd name="connsiteX225-14129" fmla="*/ 1256549 w 3031519"/>
                <a:gd name="connsiteY225-14130" fmla="*/ 767431 h 1160647"/>
                <a:gd name="connsiteX226-14131" fmla="*/ 1257309 w 3031519"/>
                <a:gd name="connsiteY226-14132" fmla="*/ 766080 h 1160647"/>
                <a:gd name="connsiteX227-14133" fmla="*/ 1262629 w 3031519"/>
                <a:gd name="connsiteY227-14134" fmla="*/ 756622 h 1160647"/>
                <a:gd name="connsiteX228-14135" fmla="*/ 1262629 w 3031519"/>
                <a:gd name="connsiteY228-14136" fmla="*/ 758514 h 1160647"/>
                <a:gd name="connsiteX229-14137" fmla="*/ 1262629 w 3031519"/>
                <a:gd name="connsiteY229-14138" fmla="*/ 771755 h 1160647"/>
                <a:gd name="connsiteX230-14139" fmla="*/ 1266682 w 3031519"/>
                <a:gd name="connsiteY230-14140" fmla="*/ 726358 h 1160647"/>
                <a:gd name="connsiteX231-14141" fmla="*/ 1267442 w 3031519"/>
                <a:gd name="connsiteY231-14142" fmla="*/ 726358 h 1160647"/>
                <a:gd name="connsiteX232-14143" fmla="*/ 1272762 w 3031519"/>
                <a:gd name="connsiteY232-14144" fmla="*/ 726358 h 1160647"/>
                <a:gd name="connsiteX233-14145" fmla="*/ 1272762 w 3031519"/>
                <a:gd name="connsiteY233-14146" fmla="*/ 661504 h 1160647"/>
                <a:gd name="connsiteX234-14147" fmla="*/ 1273776 w 3031519"/>
                <a:gd name="connsiteY234-14148" fmla="*/ 661504 h 1160647"/>
                <a:gd name="connsiteX235-14149" fmla="*/ 1280869 w 3031519"/>
                <a:gd name="connsiteY235-14150" fmla="*/ 661504 h 1160647"/>
                <a:gd name="connsiteX236-14151" fmla="*/ 1293029 w 3031519"/>
                <a:gd name="connsiteY236-14152" fmla="*/ 618269 h 1160647"/>
                <a:gd name="connsiteX237-14153" fmla="*/ 1294296 w 3031519"/>
                <a:gd name="connsiteY237-14154" fmla="*/ 618269 h 1160647"/>
                <a:gd name="connsiteX238-14155" fmla="*/ 1303163 w 3031519"/>
                <a:gd name="connsiteY238-14156" fmla="*/ 618269 h 1160647"/>
                <a:gd name="connsiteX239-14157" fmla="*/ 1313296 w 3031519"/>
                <a:gd name="connsiteY239-14158" fmla="*/ 661504 h 1160647"/>
                <a:gd name="connsiteX240-14159" fmla="*/ 1314309 w 3031519"/>
                <a:gd name="connsiteY240-14160" fmla="*/ 661504 h 1160647"/>
                <a:gd name="connsiteX241-14161" fmla="*/ 1321403 w 3031519"/>
                <a:gd name="connsiteY241-14162" fmla="*/ 661504 h 1160647"/>
                <a:gd name="connsiteX242-14163" fmla="*/ 1321403 w 3031519"/>
                <a:gd name="connsiteY242-14164" fmla="*/ 700416 h 1160647"/>
                <a:gd name="connsiteX243-14165" fmla="*/ 1323176 w 3031519"/>
                <a:gd name="connsiteY243-14166" fmla="*/ 700416 h 1160647"/>
                <a:gd name="connsiteX244-14167" fmla="*/ 1335590 w 3031519"/>
                <a:gd name="connsiteY244-14168" fmla="*/ 700416 h 1160647"/>
                <a:gd name="connsiteX245-14169" fmla="*/ 1335590 w 3031519"/>
                <a:gd name="connsiteY245-14170" fmla="*/ 702578 h 1160647"/>
                <a:gd name="connsiteX246-14171" fmla="*/ 1335590 w 3031519"/>
                <a:gd name="connsiteY246-14172" fmla="*/ 717710 h 1160647"/>
                <a:gd name="connsiteX247-14173" fmla="*/ 1339643 w 3031519"/>
                <a:gd name="connsiteY247-14174" fmla="*/ 715549 h 1160647"/>
                <a:gd name="connsiteX248-14175" fmla="*/ 1339643 w 3031519"/>
                <a:gd name="connsiteY248-14176" fmla="*/ 700416 h 1160647"/>
                <a:gd name="connsiteX249-14177" fmla="*/ 1341163 w 3031519"/>
                <a:gd name="connsiteY249-14178" fmla="*/ 700416 h 1160647"/>
                <a:gd name="connsiteX250-14179" fmla="*/ 1351803 w 3031519"/>
                <a:gd name="connsiteY250-14180" fmla="*/ 700416 h 1160647"/>
                <a:gd name="connsiteX251-14181" fmla="*/ 1351803 w 3031519"/>
                <a:gd name="connsiteY251-14182" fmla="*/ 702037 h 1160647"/>
                <a:gd name="connsiteX252-14183" fmla="*/ 1351803 w 3031519"/>
                <a:gd name="connsiteY252-14184" fmla="*/ 713387 h 1160647"/>
                <a:gd name="connsiteX253-14185" fmla="*/ 1382204 w 3031519"/>
                <a:gd name="connsiteY253-14186" fmla="*/ 713387 h 1160647"/>
                <a:gd name="connsiteX254-14187" fmla="*/ 1382204 w 3031519"/>
                <a:gd name="connsiteY254-14188" fmla="*/ 676637 h 1160647"/>
                <a:gd name="connsiteX255-14189" fmla="*/ 1383470 w 3031519"/>
                <a:gd name="connsiteY255-14190" fmla="*/ 676637 h 1160647"/>
                <a:gd name="connsiteX256-14191" fmla="*/ 1392337 w 3031519"/>
                <a:gd name="connsiteY256-14192" fmla="*/ 676637 h 1160647"/>
                <a:gd name="connsiteX257-14193" fmla="*/ 1392337 w 3031519"/>
                <a:gd name="connsiteY257-14194" fmla="*/ 698254 h 1160647"/>
                <a:gd name="connsiteX258-14195" fmla="*/ 1394364 w 3031519"/>
                <a:gd name="connsiteY258-14196" fmla="*/ 665828 h 1160647"/>
                <a:gd name="connsiteX259-14197" fmla="*/ 1416657 w 3031519"/>
                <a:gd name="connsiteY259-14198" fmla="*/ 665828 h 1160647"/>
                <a:gd name="connsiteX260-14199" fmla="*/ 1416657 w 3031519"/>
                <a:gd name="connsiteY260-14200" fmla="*/ 664206 h 1160647"/>
                <a:gd name="connsiteX261-14201" fmla="*/ 1416657 w 3031519"/>
                <a:gd name="connsiteY261-14202" fmla="*/ 652857 h 1160647"/>
                <a:gd name="connsiteX262-14203" fmla="*/ 1417417 w 3031519"/>
                <a:gd name="connsiteY262-14204" fmla="*/ 652857 h 1160647"/>
                <a:gd name="connsiteX263-14205" fmla="*/ 1422737 w 3031519"/>
                <a:gd name="connsiteY263-14206" fmla="*/ 652857 h 1160647"/>
                <a:gd name="connsiteX264-14207" fmla="*/ 1422737 w 3031519"/>
                <a:gd name="connsiteY264-14208" fmla="*/ 650966 h 1160647"/>
                <a:gd name="connsiteX265-14209" fmla="*/ 1422737 w 3031519"/>
                <a:gd name="connsiteY265-14210" fmla="*/ 637725 h 1160647"/>
                <a:gd name="connsiteX266-14211" fmla="*/ 1426791 w 3031519"/>
                <a:gd name="connsiteY266-14212" fmla="*/ 644210 h 1160647"/>
                <a:gd name="connsiteX267-14213" fmla="*/ 1429071 w 3031519"/>
                <a:gd name="connsiteY267-14214" fmla="*/ 644210 h 1160647"/>
                <a:gd name="connsiteX268-14215" fmla="*/ 1445031 w 3031519"/>
                <a:gd name="connsiteY268-14216" fmla="*/ 644210 h 1160647"/>
                <a:gd name="connsiteX269-14217" fmla="*/ 1445031 w 3031519"/>
                <a:gd name="connsiteY269-14218" fmla="*/ 643399 h 1160647"/>
                <a:gd name="connsiteX270-14219" fmla="*/ 1445031 w 3031519"/>
                <a:gd name="connsiteY270-14220" fmla="*/ 637725 h 1160647"/>
                <a:gd name="connsiteX271-14221" fmla="*/ 1445791 w 3031519"/>
                <a:gd name="connsiteY271-14222" fmla="*/ 637725 h 1160647"/>
                <a:gd name="connsiteX272-14223" fmla="*/ 1451111 w 3031519"/>
                <a:gd name="connsiteY272-14224" fmla="*/ 637725 h 1160647"/>
                <a:gd name="connsiteX273-14225" fmla="*/ 1451111 w 3031519"/>
                <a:gd name="connsiteY273-14226" fmla="*/ 639076 h 1160647"/>
                <a:gd name="connsiteX274-14227" fmla="*/ 1451111 w 3031519"/>
                <a:gd name="connsiteY274-14228" fmla="*/ 648534 h 1160647"/>
                <a:gd name="connsiteX275-14229" fmla="*/ 1489618 w 3031519"/>
                <a:gd name="connsiteY275-14230" fmla="*/ 648534 h 1160647"/>
                <a:gd name="connsiteX276-14231" fmla="*/ 1489618 w 3031519"/>
                <a:gd name="connsiteY276-14232" fmla="*/ 786887 h 1160647"/>
                <a:gd name="connsiteX277-14233" fmla="*/ 1491138 w 3031519"/>
                <a:gd name="connsiteY277-14234" fmla="*/ 786887 h 1160647"/>
                <a:gd name="connsiteX278-14235" fmla="*/ 1501778 w 3031519"/>
                <a:gd name="connsiteY278-14236" fmla="*/ 786887 h 1160647"/>
                <a:gd name="connsiteX279-14237" fmla="*/ 1501778 w 3031519"/>
                <a:gd name="connsiteY279-14238" fmla="*/ 773917 h 1160647"/>
                <a:gd name="connsiteX280-14239" fmla="*/ 1505832 w 3031519"/>
                <a:gd name="connsiteY280-14240" fmla="*/ 773917 h 1160647"/>
                <a:gd name="connsiteX281-14241" fmla="*/ 1505832 w 3031519"/>
                <a:gd name="connsiteY281-14242" fmla="*/ 786887 h 1160647"/>
                <a:gd name="connsiteX282-14243" fmla="*/ 1536232 w 3031519"/>
                <a:gd name="connsiteY282-14244" fmla="*/ 786887 h 1160647"/>
                <a:gd name="connsiteX283-14245" fmla="*/ 1536232 w 3031519"/>
                <a:gd name="connsiteY283-14246" fmla="*/ 756622 h 1160647"/>
                <a:gd name="connsiteX284-14247" fmla="*/ 1548392 w 3031519"/>
                <a:gd name="connsiteY284-14248" fmla="*/ 756622 h 1160647"/>
                <a:gd name="connsiteX285-14249" fmla="*/ 1560552 w 3031519"/>
                <a:gd name="connsiteY285-14250" fmla="*/ 754461 h 1160647"/>
                <a:gd name="connsiteX286-14251" fmla="*/ 1564606 w 3031519"/>
                <a:gd name="connsiteY286-14252" fmla="*/ 756622 h 1160647"/>
                <a:gd name="connsiteX287-14253" fmla="*/ 1574739 w 3031519"/>
                <a:gd name="connsiteY287-14254" fmla="*/ 756622 h 1160647"/>
                <a:gd name="connsiteX288-14255" fmla="*/ 1574739 w 3031519"/>
                <a:gd name="connsiteY288-14256" fmla="*/ 786887 h 1160647"/>
                <a:gd name="connsiteX289-14257" fmla="*/ 1582846 w 3031519"/>
                <a:gd name="connsiteY289-14258" fmla="*/ 786887 h 1160647"/>
                <a:gd name="connsiteX290-14259" fmla="*/ 1582846 w 3031519"/>
                <a:gd name="connsiteY290-14260" fmla="*/ 804182 h 1160647"/>
                <a:gd name="connsiteX291-14261" fmla="*/ 1592182 w 3031519"/>
                <a:gd name="connsiteY291-14262" fmla="*/ 805087 h 1160647"/>
                <a:gd name="connsiteX292-14263" fmla="*/ 1605140 w 3031519"/>
                <a:gd name="connsiteY292-14264" fmla="*/ 805087 h 1160647"/>
                <a:gd name="connsiteX293-14265" fmla="*/ 1605140 w 3031519"/>
                <a:gd name="connsiteY293-14266" fmla="*/ 789049 h 1160647"/>
                <a:gd name="connsiteX294-14267" fmla="*/ 1673096 w 3031519"/>
                <a:gd name="connsiteY294-14268" fmla="*/ 789049 h 1160647"/>
                <a:gd name="connsiteX295-14269" fmla="*/ 1673096 w 3031519"/>
                <a:gd name="connsiteY295-14270" fmla="*/ 703796 h 1160647"/>
                <a:gd name="connsiteX296-14271" fmla="*/ 1745104 w 3031519"/>
                <a:gd name="connsiteY296-14272" fmla="*/ 703796 h 1160647"/>
                <a:gd name="connsiteX297-14273" fmla="*/ 1745104 w 3031519"/>
                <a:gd name="connsiteY297-14274" fmla="*/ 782564 h 1160647"/>
                <a:gd name="connsiteX298-14275" fmla="*/ 1747008 w 3031519"/>
                <a:gd name="connsiteY298-14276" fmla="*/ 782564 h 1160647"/>
                <a:gd name="connsiteX299-14277" fmla="*/ 1748250 w 3031519"/>
                <a:gd name="connsiteY299-14278" fmla="*/ 805087 h 1160647"/>
                <a:gd name="connsiteX300-14279" fmla="*/ 1757926 w 3031519"/>
                <a:gd name="connsiteY300-14280" fmla="*/ 805087 h 1160647"/>
                <a:gd name="connsiteX301-14281" fmla="*/ 1759168 w 3031519"/>
                <a:gd name="connsiteY301-14282" fmla="*/ 782564 h 1160647"/>
                <a:gd name="connsiteX302-14283" fmla="*/ 1765248 w 3031519"/>
                <a:gd name="connsiteY302-14284" fmla="*/ 782564 h 1160647"/>
                <a:gd name="connsiteX303-14285" fmla="*/ 1766490 w 3031519"/>
                <a:gd name="connsiteY303-14286" fmla="*/ 805087 h 1160647"/>
                <a:gd name="connsiteX304-14287" fmla="*/ 1817112 w 3031519"/>
                <a:gd name="connsiteY304-14288" fmla="*/ 805087 h 1160647"/>
                <a:gd name="connsiteX305-14289" fmla="*/ 1817112 w 3031519"/>
                <a:gd name="connsiteY305-14290" fmla="*/ 642059 h 1160647"/>
                <a:gd name="connsiteX306-14291" fmla="*/ 2014439 w 3031519"/>
                <a:gd name="connsiteY306-14292" fmla="*/ 642059 h 1160647"/>
                <a:gd name="connsiteX307-14293" fmla="*/ 2014439 w 3031519"/>
                <a:gd name="connsiteY307-14294" fmla="*/ 805087 h 1160647"/>
                <a:gd name="connsiteX308-14295" fmla="*/ 2033136 w 3031519"/>
                <a:gd name="connsiteY308-14296" fmla="*/ 805087 h 1160647"/>
                <a:gd name="connsiteX309-14297" fmla="*/ 2033136 w 3031519"/>
                <a:gd name="connsiteY309-14298" fmla="*/ 722394 h 1160647"/>
                <a:gd name="connsiteX310-14299" fmla="*/ 2128256 w 3031519"/>
                <a:gd name="connsiteY310-14300" fmla="*/ 722394 h 1160647"/>
                <a:gd name="connsiteX311-14301" fmla="*/ 2140186 w 3031519"/>
                <a:gd name="connsiteY311-14302" fmla="*/ 404253 h 1160647"/>
                <a:gd name="connsiteX312-14303" fmla="*/ 2128026 w 3031519"/>
                <a:gd name="connsiteY312-14304" fmla="*/ 382635 h 1160647"/>
                <a:gd name="connsiteX313-14305" fmla="*/ 2121946 w 3031519"/>
                <a:gd name="connsiteY313-14306" fmla="*/ 378311 h 1160647"/>
                <a:gd name="connsiteX314-14307" fmla="*/ 2130053 w 3031519"/>
                <a:gd name="connsiteY314-14308" fmla="*/ 354532 h 1160647"/>
                <a:gd name="connsiteX315-14309" fmla="*/ 2130053 w 3031519"/>
                <a:gd name="connsiteY315-14310" fmla="*/ 337238 h 1160647"/>
                <a:gd name="connsiteX316-14311" fmla="*/ 2144240 w 3031519"/>
                <a:gd name="connsiteY316-14312" fmla="*/ 337238 h 1160647"/>
                <a:gd name="connsiteX317-14313" fmla="*/ 2144240 w 3031519"/>
                <a:gd name="connsiteY317-14314" fmla="*/ 315620 h 1160647"/>
                <a:gd name="connsiteX318-14315" fmla="*/ 2146266 w 3031519"/>
                <a:gd name="connsiteY318-14316" fmla="*/ 311296 h 1160647"/>
                <a:gd name="connsiteX319-14317" fmla="*/ 2146266 w 3031519"/>
                <a:gd name="connsiteY319-14318" fmla="*/ 233472 h 1160647"/>
                <a:gd name="connsiteX320-14319" fmla="*/ 2144240 w 3031519"/>
                <a:gd name="connsiteY320-14320" fmla="*/ 226987 h 1160647"/>
                <a:gd name="connsiteX321-14321" fmla="*/ 2150320 w 3031519"/>
                <a:gd name="connsiteY321-14322" fmla="*/ 220501 h 1160647"/>
                <a:gd name="connsiteX322-14323" fmla="*/ 2150320 w 3031519"/>
                <a:gd name="connsiteY322-14324" fmla="*/ 162133 h 1160647"/>
                <a:gd name="connsiteX323-14325" fmla="*/ 2152346 w 3031519"/>
                <a:gd name="connsiteY323-14326" fmla="*/ 157810 h 1160647"/>
                <a:gd name="connsiteX324-14327" fmla="*/ 2152346 w 3031519"/>
                <a:gd name="connsiteY324-14328" fmla="*/ 101604 h 1160647"/>
                <a:gd name="connsiteX325-14329" fmla="*/ 2154373 w 3031519"/>
                <a:gd name="connsiteY325-14330" fmla="*/ 82148 h 1160647"/>
                <a:gd name="connsiteX326-14331" fmla="*/ 2158427 w 3031519"/>
                <a:gd name="connsiteY326-14332" fmla="*/ 99442 h 1160647"/>
                <a:gd name="connsiteX327-14333" fmla="*/ 2160453 w 3031519"/>
                <a:gd name="connsiteY327-14334" fmla="*/ 157810 h 1160647"/>
                <a:gd name="connsiteX328-14335" fmla="*/ 2162480 w 3031519"/>
                <a:gd name="connsiteY328-14336" fmla="*/ 220501 h 1160647"/>
                <a:gd name="connsiteX329-14337" fmla="*/ 2168560 w 3031519"/>
                <a:gd name="connsiteY329-14338" fmla="*/ 226987 h 1160647"/>
                <a:gd name="connsiteX330-14339" fmla="*/ 2166533 w 3031519"/>
                <a:gd name="connsiteY330-14340" fmla="*/ 233472 h 1160647"/>
                <a:gd name="connsiteX331-14341" fmla="*/ 2166533 w 3031519"/>
                <a:gd name="connsiteY331-14342" fmla="*/ 311296 h 1160647"/>
                <a:gd name="connsiteX332-14343" fmla="*/ 2168560 w 3031519"/>
                <a:gd name="connsiteY332-14344" fmla="*/ 315620 h 1160647"/>
                <a:gd name="connsiteX333-14345" fmla="*/ 2168560 w 3031519"/>
                <a:gd name="connsiteY333-14346" fmla="*/ 337238 h 1160647"/>
                <a:gd name="connsiteX334-14347" fmla="*/ 2182747 w 3031519"/>
                <a:gd name="connsiteY334-14348" fmla="*/ 337238 h 1160647"/>
                <a:gd name="connsiteX335-14349" fmla="*/ 2182747 w 3031519"/>
                <a:gd name="connsiteY335-14350" fmla="*/ 354532 h 1160647"/>
                <a:gd name="connsiteX336-14351" fmla="*/ 2190854 w 3031519"/>
                <a:gd name="connsiteY336-14352" fmla="*/ 378311 h 1160647"/>
                <a:gd name="connsiteX337-14353" fmla="*/ 2184774 w 3031519"/>
                <a:gd name="connsiteY337-14354" fmla="*/ 382635 h 1160647"/>
                <a:gd name="connsiteX338-14355" fmla="*/ 2172613 w 3031519"/>
                <a:gd name="connsiteY338-14356" fmla="*/ 404253 h 1160647"/>
                <a:gd name="connsiteX339-14357" fmla="*/ 2180720 w 3031519"/>
                <a:gd name="connsiteY339-14358" fmla="*/ 657181 h 1160647"/>
                <a:gd name="connsiteX340-14359" fmla="*/ 2245574 w 3031519"/>
                <a:gd name="connsiteY340-14360" fmla="*/ 657181 h 1160647"/>
                <a:gd name="connsiteX341-14361" fmla="*/ 2245574 w 3031519"/>
                <a:gd name="connsiteY341-14362" fmla="*/ 732843 h 1160647"/>
                <a:gd name="connsiteX342-14363" fmla="*/ 2253681 w 3031519"/>
                <a:gd name="connsiteY342-14364" fmla="*/ 732843 h 1160647"/>
                <a:gd name="connsiteX343-14365" fmla="*/ 2255708 w 3031519"/>
                <a:gd name="connsiteY343-14366" fmla="*/ 726358 h 1160647"/>
                <a:gd name="connsiteX344-14367" fmla="*/ 2261788 w 3031519"/>
                <a:gd name="connsiteY344-14368" fmla="*/ 726358 h 1160647"/>
                <a:gd name="connsiteX345-14369" fmla="*/ 2263815 w 3031519"/>
                <a:gd name="connsiteY345-14370" fmla="*/ 735005 h 1160647"/>
                <a:gd name="connsiteX346-14371" fmla="*/ 2275975 w 3031519"/>
                <a:gd name="connsiteY346-14372" fmla="*/ 735005 h 1160647"/>
                <a:gd name="connsiteX347-14373" fmla="*/ 2275975 w 3031519"/>
                <a:gd name="connsiteY347-14374" fmla="*/ 728519 h 1160647"/>
                <a:gd name="connsiteX348-14375" fmla="*/ 2298268 w 3031519"/>
                <a:gd name="connsiteY348-14376" fmla="*/ 728519 h 1160647"/>
                <a:gd name="connsiteX349-14377" fmla="*/ 2298268 w 3031519"/>
                <a:gd name="connsiteY349-14378" fmla="*/ 735005 h 1160647"/>
                <a:gd name="connsiteX350-14379" fmla="*/ 2318535 w 3031519"/>
                <a:gd name="connsiteY350-14380" fmla="*/ 735005 h 1160647"/>
                <a:gd name="connsiteX351-14381" fmla="*/ 2318535 w 3031519"/>
                <a:gd name="connsiteY351-14382" fmla="*/ 780402 h 1160647"/>
                <a:gd name="connsiteX352-14383" fmla="*/ 2332722 w 3031519"/>
                <a:gd name="connsiteY352-14384" fmla="*/ 780402 h 1160647"/>
                <a:gd name="connsiteX353-14385" fmla="*/ 2332722 w 3031519"/>
                <a:gd name="connsiteY353-14386" fmla="*/ 767431 h 1160647"/>
                <a:gd name="connsiteX354-14387" fmla="*/ 2348936 w 3031519"/>
                <a:gd name="connsiteY354-14388" fmla="*/ 767431 h 1160647"/>
                <a:gd name="connsiteX355-14389" fmla="*/ 2348936 w 3031519"/>
                <a:gd name="connsiteY355-14390" fmla="*/ 588004 h 1160647"/>
                <a:gd name="connsiteX356-14391" fmla="*/ 2355016 w 3031519"/>
                <a:gd name="connsiteY356-14392" fmla="*/ 581518 h 1160647"/>
                <a:gd name="connsiteX357-14393" fmla="*/ 2427977 w 3031519"/>
                <a:gd name="connsiteY357-14394" fmla="*/ 581518 h 1160647"/>
                <a:gd name="connsiteX358-14395" fmla="*/ 2427977 w 3031519"/>
                <a:gd name="connsiteY358-14396" fmla="*/ 590166 h 1160647"/>
                <a:gd name="connsiteX359-14397" fmla="*/ 2438110 w 3031519"/>
                <a:gd name="connsiteY359-14398" fmla="*/ 590166 h 1160647"/>
                <a:gd name="connsiteX360-14399" fmla="*/ 2438110 w 3031519"/>
                <a:gd name="connsiteY360-14400" fmla="*/ 704740 h 1160647"/>
                <a:gd name="connsiteX361-14401" fmla="*/ 2460404 w 3031519"/>
                <a:gd name="connsiteY361-14402" fmla="*/ 704740 h 1160647"/>
                <a:gd name="connsiteX362-14403" fmla="*/ 2460404 w 3031519"/>
                <a:gd name="connsiteY362-14404" fmla="*/ 637725 h 1160647"/>
                <a:gd name="connsiteX363-14405" fmla="*/ 2486751 w 3031519"/>
                <a:gd name="connsiteY363-14406" fmla="*/ 637725 h 1160647"/>
                <a:gd name="connsiteX364-14407" fmla="*/ 2490804 w 3031519"/>
                <a:gd name="connsiteY364-14408" fmla="*/ 633401 h 1160647"/>
                <a:gd name="connsiteX365-14409" fmla="*/ 2498911 w 3031519"/>
                <a:gd name="connsiteY365-14410" fmla="*/ 633401 h 1160647"/>
                <a:gd name="connsiteX366-14411" fmla="*/ 2502964 w 3031519"/>
                <a:gd name="connsiteY366-14412" fmla="*/ 637725 h 1160647"/>
                <a:gd name="connsiteX367-14413" fmla="*/ 2525258 w 3031519"/>
                <a:gd name="connsiteY367-14414" fmla="*/ 637725 h 1160647"/>
                <a:gd name="connsiteX368-14415" fmla="*/ 2525258 w 3031519"/>
                <a:gd name="connsiteY368-14416" fmla="*/ 520989 h 1160647"/>
                <a:gd name="connsiteX369-14417" fmla="*/ 2582005 w 3031519"/>
                <a:gd name="connsiteY369-14418" fmla="*/ 510180 h 1160647"/>
                <a:gd name="connsiteX370-14419" fmla="*/ 2582005 w 3031519"/>
                <a:gd name="connsiteY370-14420" fmla="*/ 511261 h 1160647"/>
                <a:gd name="connsiteX371-14421" fmla="*/ 2582005 w 3031519"/>
                <a:gd name="connsiteY371-14422" fmla="*/ 518827 h 1160647"/>
                <a:gd name="connsiteX372-14423" fmla="*/ 2608352 w 3031519"/>
                <a:gd name="connsiteY372-14424" fmla="*/ 518827 h 1160647"/>
                <a:gd name="connsiteX373-14425" fmla="*/ 2608352 w 3031519"/>
                <a:gd name="connsiteY373-14426" fmla="*/ 773917 h 1160647"/>
                <a:gd name="connsiteX374-14427" fmla="*/ 2630646 w 3031519"/>
                <a:gd name="connsiteY374-14428" fmla="*/ 773917 h 1160647"/>
                <a:gd name="connsiteX375-14429" fmla="*/ 2630646 w 3031519"/>
                <a:gd name="connsiteY375-14430" fmla="*/ 769593 h 1160647"/>
                <a:gd name="connsiteX376-14431" fmla="*/ 2642806 w 3031519"/>
                <a:gd name="connsiteY376-14432" fmla="*/ 769593 h 1160647"/>
                <a:gd name="connsiteX377-14433" fmla="*/ 2642806 w 3031519"/>
                <a:gd name="connsiteY377-14434" fmla="*/ 773917 h 1160647"/>
                <a:gd name="connsiteX378-14435" fmla="*/ 2667126 w 3031519"/>
                <a:gd name="connsiteY378-14436" fmla="*/ 773917 h 1160647"/>
                <a:gd name="connsiteX379-14437" fmla="*/ 2667126 w 3031519"/>
                <a:gd name="connsiteY379-14438" fmla="*/ 760946 h 1160647"/>
                <a:gd name="connsiteX380-14439" fmla="*/ 2695500 w 3031519"/>
                <a:gd name="connsiteY380-14440" fmla="*/ 760946 h 1160647"/>
                <a:gd name="connsiteX381-14441" fmla="*/ 2707660 w 3031519"/>
                <a:gd name="connsiteY381-14442" fmla="*/ 756622 h 1160647"/>
                <a:gd name="connsiteX382-14443" fmla="*/ 2727927 w 3031519"/>
                <a:gd name="connsiteY382-14444" fmla="*/ 760946 h 1160647"/>
                <a:gd name="connsiteX383-14445" fmla="*/ 2727927 w 3031519"/>
                <a:gd name="connsiteY383-14446" fmla="*/ 743652 h 1160647"/>
                <a:gd name="connsiteX384-14447" fmla="*/ 2736034 w 3031519"/>
                <a:gd name="connsiteY384-14448" fmla="*/ 743652 h 1160647"/>
                <a:gd name="connsiteX385-14449" fmla="*/ 2736034 w 3031519"/>
                <a:gd name="connsiteY385-14450" fmla="*/ 730681 h 1160647"/>
                <a:gd name="connsiteX386-14451" fmla="*/ 2792781 w 3031519"/>
                <a:gd name="connsiteY386-14452" fmla="*/ 730681 h 1160647"/>
                <a:gd name="connsiteX387-14453" fmla="*/ 2792781 w 3031519"/>
                <a:gd name="connsiteY387-14454" fmla="*/ 700416 h 1160647"/>
                <a:gd name="connsiteX388-14455" fmla="*/ 2811021 w 3031519"/>
                <a:gd name="connsiteY388-14456" fmla="*/ 700416 h 1160647"/>
                <a:gd name="connsiteX389-14457" fmla="*/ 2811021 w 3031519"/>
                <a:gd name="connsiteY389-14458" fmla="*/ 693931 h 1160647"/>
                <a:gd name="connsiteX390-14459" fmla="*/ 2823181 w 3031519"/>
                <a:gd name="connsiteY390-14460" fmla="*/ 693931 h 1160647"/>
                <a:gd name="connsiteX391-14461" fmla="*/ 2823181 w 3031519"/>
                <a:gd name="connsiteY391-14462" fmla="*/ 700416 h 1160647"/>
                <a:gd name="connsiteX392-14463" fmla="*/ 2839395 w 3031519"/>
                <a:gd name="connsiteY392-14464" fmla="*/ 700416 h 1160647"/>
                <a:gd name="connsiteX393-14465" fmla="*/ 2839395 w 3031519"/>
                <a:gd name="connsiteY393-14466" fmla="*/ 750137 h 1160647"/>
                <a:gd name="connsiteX394-14467" fmla="*/ 2871822 w 3031519"/>
                <a:gd name="connsiteY394-14468" fmla="*/ 750137 h 1160647"/>
                <a:gd name="connsiteX395-14469" fmla="*/ 2871822 w 3031519"/>
                <a:gd name="connsiteY395-14470" fmla="*/ 724196 h 1160647"/>
                <a:gd name="connsiteX396-14471" fmla="*/ 2910329 w 3031519"/>
                <a:gd name="connsiteY396-14472" fmla="*/ 724196 h 1160647"/>
                <a:gd name="connsiteX397-14473" fmla="*/ 2910329 w 3031519"/>
                <a:gd name="connsiteY397-14474" fmla="*/ 693931 h 1160647"/>
                <a:gd name="connsiteX398-14475" fmla="*/ 2958970 w 3031519"/>
                <a:gd name="connsiteY398-14476" fmla="*/ 693931 h 1160647"/>
                <a:gd name="connsiteX399-14477" fmla="*/ 2958970 w 3031519"/>
                <a:gd name="connsiteY399-14478" fmla="*/ 805087 h 1160647"/>
                <a:gd name="connsiteX400-14479" fmla="*/ 2958970 w 3031519"/>
                <a:gd name="connsiteY400-14480" fmla="*/ 818866 h 1160647"/>
                <a:gd name="connsiteX401-14481" fmla="*/ 3031519 w 3031519"/>
                <a:gd name="connsiteY401-14482" fmla="*/ 818866 h 1160647"/>
                <a:gd name="connsiteX402-14483" fmla="*/ 3028183 w 3031519"/>
                <a:gd name="connsiteY402-14484" fmla="*/ 1160647 h 1160647"/>
                <a:gd name="connsiteX403-14485" fmla="*/ 2054 w 3031519"/>
                <a:gd name="connsiteY403-14486" fmla="*/ 1158314 h 1160647"/>
                <a:gd name="connsiteX404-14487" fmla="*/ 0 w 3031519"/>
                <a:gd name="connsiteY404-14488" fmla="*/ 724196 h 1160647"/>
                <a:gd name="connsiteX405-14489" fmla="*/ 20267 w 3031519"/>
                <a:gd name="connsiteY405-14490" fmla="*/ 724196 h 1160647"/>
                <a:gd name="connsiteX406-14491" fmla="*/ 20774 w 3031519"/>
                <a:gd name="connsiteY406-14492" fmla="*/ 723115 h 1160647"/>
                <a:gd name="connsiteX407-14493" fmla="*/ 24320 w 3031519"/>
                <a:gd name="connsiteY407-14494" fmla="*/ 715549 h 1160647"/>
                <a:gd name="connsiteX408-14495" fmla="*/ 26094 w 3031519"/>
                <a:gd name="connsiteY408-14496" fmla="*/ 715819 h 1160647"/>
                <a:gd name="connsiteX409-14497" fmla="*/ 38507 w 3031519"/>
                <a:gd name="connsiteY409-14498" fmla="*/ 717710 h 1160647"/>
                <a:gd name="connsiteX410-14499" fmla="*/ 39014 w 3031519"/>
                <a:gd name="connsiteY410-14500" fmla="*/ 719062 h 1160647"/>
                <a:gd name="connsiteX411-14501" fmla="*/ 42560 w 3031519"/>
                <a:gd name="connsiteY411-14502" fmla="*/ 728519 h 1160647"/>
                <a:gd name="connsiteX412-14503" fmla="*/ 68907 w 3031519"/>
                <a:gd name="connsiteY412-14504" fmla="*/ 730681 h 1160647"/>
                <a:gd name="connsiteX413-14505" fmla="*/ 68907 w 3031519"/>
                <a:gd name="connsiteY413-14506" fmla="*/ 607460 h 1160647"/>
                <a:gd name="connsiteX414-14507" fmla="*/ 70934 w 3031519"/>
                <a:gd name="connsiteY414-14508" fmla="*/ 607460 h 1160647"/>
                <a:gd name="connsiteX415-14509" fmla="*/ 85121 w 3031519"/>
                <a:gd name="connsiteY415-14510" fmla="*/ 607460 h 1160647"/>
                <a:gd name="connsiteX416-14511" fmla="*/ 85121 w 3031519"/>
                <a:gd name="connsiteY416-14512" fmla="*/ 471268 h 1160647"/>
                <a:gd name="connsiteX417-14513" fmla="*/ 86894 w 3031519"/>
                <a:gd name="connsiteY417-14514" fmla="*/ 471268 h 1160647"/>
                <a:gd name="connsiteX418-14515" fmla="*/ 99308 w 3031519"/>
                <a:gd name="connsiteY418-14516" fmla="*/ 471268 h 1160647"/>
                <a:gd name="connsiteX419-14517" fmla="*/ 99308 w 3031519"/>
                <a:gd name="connsiteY419-14518" fmla="*/ 356694 h 1160647"/>
                <a:gd name="connsiteX420-14519" fmla="*/ 103361 w 3031519"/>
                <a:gd name="connsiteY420-14520" fmla="*/ 328590 h 1160647"/>
                <a:gd name="connsiteX421-14521" fmla="*/ 105388 w 3031519"/>
                <a:gd name="connsiteY421-14522" fmla="*/ 328590 h 1160647"/>
                <a:gd name="connsiteX422-14523" fmla="*/ 119575 w 3031519"/>
                <a:gd name="connsiteY422-14524" fmla="*/ 328590 h 1160647"/>
                <a:gd name="connsiteX423-14525" fmla="*/ 156055 w 3031519"/>
                <a:gd name="connsiteY423-14526" fmla="*/ 246443 h 1160647"/>
                <a:gd name="connsiteX424-14527" fmla="*/ 160109 w 3031519"/>
                <a:gd name="connsiteY424-14528" fmla="*/ 0 h 1160647"/>
                <a:gd name="connsiteX0-14529" fmla="*/ 160109 w 3031520"/>
                <a:gd name="connsiteY0-14530" fmla="*/ 0 h 1160647"/>
                <a:gd name="connsiteX1-14531" fmla="*/ 162135 w 3031520"/>
                <a:gd name="connsiteY1-14532" fmla="*/ 246443 h 1160647"/>
                <a:gd name="connsiteX2-14533" fmla="*/ 200642 w 3031520"/>
                <a:gd name="connsiteY2-14534" fmla="*/ 326429 h 1160647"/>
                <a:gd name="connsiteX3-14535" fmla="*/ 202669 w 3031520"/>
                <a:gd name="connsiteY3-14536" fmla="*/ 326429 h 1160647"/>
                <a:gd name="connsiteX4-14537" fmla="*/ 216856 w 3031520"/>
                <a:gd name="connsiteY4-14538" fmla="*/ 326429 h 1160647"/>
                <a:gd name="connsiteX5-14539" fmla="*/ 216856 w 3031520"/>
                <a:gd name="connsiteY5-14540" fmla="*/ 350208 h 1160647"/>
                <a:gd name="connsiteX6-14541" fmla="*/ 217363 w 3031520"/>
                <a:gd name="connsiteY6-14542" fmla="*/ 351019 h 1160647"/>
                <a:gd name="connsiteX7-14543" fmla="*/ 220909 w 3031520"/>
                <a:gd name="connsiteY7-14544" fmla="*/ 356694 h 1160647"/>
                <a:gd name="connsiteX8-14545" fmla="*/ 220909 w 3031520"/>
                <a:gd name="connsiteY8-14546" fmla="*/ 471268 h 1160647"/>
                <a:gd name="connsiteX9-14547" fmla="*/ 223189 w 3031520"/>
                <a:gd name="connsiteY9-14548" fmla="*/ 471268 h 1160647"/>
                <a:gd name="connsiteX10-14549" fmla="*/ 239150 w 3031520"/>
                <a:gd name="connsiteY10-14550" fmla="*/ 471268 h 1160647"/>
                <a:gd name="connsiteX11-14551" fmla="*/ 239150 w 3031520"/>
                <a:gd name="connsiteY11-14552" fmla="*/ 611783 h 1160647"/>
                <a:gd name="connsiteX12-14553" fmla="*/ 240670 w 3031520"/>
                <a:gd name="connsiteY12-14554" fmla="*/ 611513 h 1160647"/>
                <a:gd name="connsiteX13-14555" fmla="*/ 251310 w 3031520"/>
                <a:gd name="connsiteY13-14556" fmla="*/ 609622 h 1160647"/>
                <a:gd name="connsiteX14-14557" fmla="*/ 249283 w 3031520"/>
                <a:gd name="connsiteY14-14558" fmla="*/ 698254 h 1160647"/>
                <a:gd name="connsiteX15-14559" fmla="*/ 250803 w 3031520"/>
                <a:gd name="connsiteY15-14560" fmla="*/ 698525 h 1160647"/>
                <a:gd name="connsiteX16-14561" fmla="*/ 261443 w 3031520"/>
                <a:gd name="connsiteY16-14562" fmla="*/ 700416 h 1160647"/>
                <a:gd name="connsiteX17-14563" fmla="*/ 261696 w 3031520"/>
                <a:gd name="connsiteY17-14564" fmla="*/ 701227 h 1160647"/>
                <a:gd name="connsiteX18-14565" fmla="*/ 263470 w 3031520"/>
                <a:gd name="connsiteY18-14566" fmla="*/ 706902 h 1160647"/>
                <a:gd name="connsiteX19-14567" fmla="*/ 264230 w 3031520"/>
                <a:gd name="connsiteY19-14568" fmla="*/ 704470 h 1160647"/>
                <a:gd name="connsiteX20-14569" fmla="*/ 269550 w 3031520"/>
                <a:gd name="connsiteY20-14570" fmla="*/ 687446 h 1160647"/>
                <a:gd name="connsiteX21-14571" fmla="*/ 271323 w 3031520"/>
                <a:gd name="connsiteY21-14572" fmla="*/ 687446 h 1160647"/>
                <a:gd name="connsiteX22-14573" fmla="*/ 283737 w 3031520"/>
                <a:gd name="connsiteY22-14574" fmla="*/ 687446 h 1160647"/>
                <a:gd name="connsiteX23-14575" fmla="*/ 283737 w 3031520"/>
                <a:gd name="connsiteY23-14576" fmla="*/ 719872 h 1160647"/>
                <a:gd name="connsiteX24-14577" fmla="*/ 284750 w 3031520"/>
                <a:gd name="connsiteY24-14578" fmla="*/ 720413 h 1160647"/>
                <a:gd name="connsiteX25-14579" fmla="*/ 291844 w 3031520"/>
                <a:gd name="connsiteY25-14580" fmla="*/ 724196 h 1160647"/>
                <a:gd name="connsiteX26-14581" fmla="*/ 291844 w 3031520"/>
                <a:gd name="connsiteY26-14582" fmla="*/ 725547 h 1160647"/>
                <a:gd name="connsiteX27-14583" fmla="*/ 291844 w 3031520"/>
                <a:gd name="connsiteY27-14584" fmla="*/ 735005 h 1160647"/>
                <a:gd name="connsiteX28-14585" fmla="*/ 336431 w 3031520"/>
                <a:gd name="connsiteY28-14586" fmla="*/ 735005 h 1160647"/>
                <a:gd name="connsiteX29-14587" fmla="*/ 336431 w 3031520"/>
                <a:gd name="connsiteY29-14588" fmla="*/ 736086 h 1160647"/>
                <a:gd name="connsiteX30-14589" fmla="*/ 336431 w 3031520"/>
                <a:gd name="connsiteY30-14590" fmla="*/ 743652 h 1160647"/>
                <a:gd name="connsiteX31-14591" fmla="*/ 338457 w 3031520"/>
                <a:gd name="connsiteY31-14592" fmla="*/ 743652 h 1160647"/>
                <a:gd name="connsiteX32-14593" fmla="*/ 352644 w 3031520"/>
                <a:gd name="connsiteY32-14594" fmla="*/ 743652 h 1160647"/>
                <a:gd name="connsiteX33-14595" fmla="*/ 352644 w 3031520"/>
                <a:gd name="connsiteY33-14596" fmla="*/ 713387 h 1160647"/>
                <a:gd name="connsiteX34-14597" fmla="*/ 397231 w 3031520"/>
                <a:gd name="connsiteY34-14598" fmla="*/ 713387 h 1160647"/>
                <a:gd name="connsiteX35-14599" fmla="*/ 397231 w 3031520"/>
                <a:gd name="connsiteY35-14600" fmla="*/ 712036 h 1160647"/>
                <a:gd name="connsiteX36-14601" fmla="*/ 397231 w 3031520"/>
                <a:gd name="connsiteY36-14602" fmla="*/ 702578 h 1160647"/>
                <a:gd name="connsiteX37-14603" fmla="*/ 398245 w 3031520"/>
                <a:gd name="connsiteY37-14604" fmla="*/ 702578 h 1160647"/>
                <a:gd name="connsiteX38-14605" fmla="*/ 405338 w 3031520"/>
                <a:gd name="connsiteY38-14606" fmla="*/ 702578 h 1160647"/>
                <a:gd name="connsiteX39-14607" fmla="*/ 405338 w 3031520"/>
                <a:gd name="connsiteY39-14608" fmla="*/ 700687 h 1160647"/>
                <a:gd name="connsiteX40-14609" fmla="*/ 405338 w 3031520"/>
                <a:gd name="connsiteY40-14610" fmla="*/ 687446 h 1160647"/>
                <a:gd name="connsiteX41-14611" fmla="*/ 406098 w 3031520"/>
                <a:gd name="connsiteY41-14612" fmla="*/ 687446 h 1160647"/>
                <a:gd name="connsiteX42-14613" fmla="*/ 411418 w 3031520"/>
                <a:gd name="connsiteY42-14614" fmla="*/ 687446 h 1160647"/>
                <a:gd name="connsiteX43-14615" fmla="*/ 411418 w 3031520"/>
                <a:gd name="connsiteY43-14616" fmla="*/ 686365 h 1160647"/>
                <a:gd name="connsiteX44-14617" fmla="*/ 411418 w 3031520"/>
                <a:gd name="connsiteY44-14618" fmla="*/ 678798 h 1160647"/>
                <a:gd name="connsiteX45-14619" fmla="*/ 413445 w 3031520"/>
                <a:gd name="connsiteY45-14620" fmla="*/ 678798 h 1160647"/>
                <a:gd name="connsiteX46-14621" fmla="*/ 427632 w 3031520"/>
                <a:gd name="connsiteY46-14622" fmla="*/ 678798 h 1160647"/>
                <a:gd name="connsiteX47-14623" fmla="*/ 427632 w 3031520"/>
                <a:gd name="connsiteY47-14624" fmla="*/ 679879 h 1160647"/>
                <a:gd name="connsiteX48-14625" fmla="*/ 427632 w 3031520"/>
                <a:gd name="connsiteY48-14626" fmla="*/ 687446 h 1160647"/>
                <a:gd name="connsiteX49-14627" fmla="*/ 449925 w 3031520"/>
                <a:gd name="connsiteY49-14628" fmla="*/ 687446 h 1160647"/>
                <a:gd name="connsiteX50-14629" fmla="*/ 449925 w 3031520"/>
                <a:gd name="connsiteY50-14630" fmla="*/ 685554 h 1160647"/>
                <a:gd name="connsiteX51-14631" fmla="*/ 449925 w 3031520"/>
                <a:gd name="connsiteY51-14632" fmla="*/ 672313 h 1160647"/>
                <a:gd name="connsiteX52-14633" fmla="*/ 451699 w 3031520"/>
                <a:gd name="connsiteY52-14634" fmla="*/ 672313 h 1160647"/>
                <a:gd name="connsiteX53-14635" fmla="*/ 464112 w 3031520"/>
                <a:gd name="connsiteY53-14636" fmla="*/ 672313 h 1160647"/>
                <a:gd name="connsiteX54-14637" fmla="*/ 464112 w 3031520"/>
                <a:gd name="connsiteY54-14638" fmla="*/ 696093 h 1160647"/>
                <a:gd name="connsiteX55-14639" fmla="*/ 465126 w 3031520"/>
                <a:gd name="connsiteY55-14640" fmla="*/ 696093 h 1160647"/>
                <a:gd name="connsiteX56-14641" fmla="*/ 472219 w 3031520"/>
                <a:gd name="connsiteY56-14642" fmla="*/ 696093 h 1160647"/>
                <a:gd name="connsiteX57-14643" fmla="*/ 472219 w 3031520"/>
                <a:gd name="connsiteY57-14644" fmla="*/ 695012 h 1160647"/>
                <a:gd name="connsiteX58-14645" fmla="*/ 472219 w 3031520"/>
                <a:gd name="connsiteY58-14646" fmla="*/ 687446 h 1160647"/>
                <a:gd name="connsiteX59-14647" fmla="*/ 473992 w 3031520"/>
                <a:gd name="connsiteY59-14648" fmla="*/ 687446 h 1160647"/>
                <a:gd name="connsiteX60-14649" fmla="*/ 486406 w 3031520"/>
                <a:gd name="connsiteY60-14650" fmla="*/ 687446 h 1160647"/>
                <a:gd name="connsiteX61-14651" fmla="*/ 486406 w 3031520"/>
                <a:gd name="connsiteY61-14652" fmla="*/ 713387 h 1160647"/>
                <a:gd name="connsiteX62-14653" fmla="*/ 488433 w 3031520"/>
                <a:gd name="connsiteY62-14654" fmla="*/ 713387 h 1160647"/>
                <a:gd name="connsiteX63-14655" fmla="*/ 502619 w 3031520"/>
                <a:gd name="connsiteY63-14656" fmla="*/ 713387 h 1160647"/>
                <a:gd name="connsiteX64-14657" fmla="*/ 502619 w 3031520"/>
                <a:gd name="connsiteY64-14658" fmla="*/ 715008 h 1160647"/>
                <a:gd name="connsiteX65-14659" fmla="*/ 502619 w 3031520"/>
                <a:gd name="connsiteY65-14660" fmla="*/ 726358 h 1160647"/>
                <a:gd name="connsiteX66-14661" fmla="*/ 503379 w 3031520"/>
                <a:gd name="connsiteY66-14662" fmla="*/ 726358 h 1160647"/>
                <a:gd name="connsiteX67-14663" fmla="*/ 508700 w 3031520"/>
                <a:gd name="connsiteY67-14664" fmla="*/ 726358 h 1160647"/>
                <a:gd name="connsiteX68-14665" fmla="*/ 508700 w 3031520"/>
                <a:gd name="connsiteY68-14666" fmla="*/ 725547 h 1160647"/>
                <a:gd name="connsiteX69-14667" fmla="*/ 508700 w 3031520"/>
                <a:gd name="connsiteY69-14668" fmla="*/ 719872 h 1160647"/>
                <a:gd name="connsiteX70-14669" fmla="*/ 539100 w 3031520"/>
                <a:gd name="connsiteY70-14670" fmla="*/ 719872 h 1160647"/>
                <a:gd name="connsiteX71-14671" fmla="*/ 539100 w 3031520"/>
                <a:gd name="connsiteY71-14672" fmla="*/ 743652 h 1160647"/>
                <a:gd name="connsiteX72-14673" fmla="*/ 540113 w 3031520"/>
                <a:gd name="connsiteY72-14674" fmla="*/ 743652 h 1160647"/>
                <a:gd name="connsiteX73-14675" fmla="*/ 547207 w 3031520"/>
                <a:gd name="connsiteY73-14676" fmla="*/ 743652 h 1160647"/>
                <a:gd name="connsiteX74-14677" fmla="*/ 547207 w 3031520"/>
                <a:gd name="connsiteY74-14678" fmla="*/ 744733 h 1160647"/>
                <a:gd name="connsiteX75-14679" fmla="*/ 547207 w 3031520"/>
                <a:gd name="connsiteY75-14680" fmla="*/ 752299 h 1160647"/>
                <a:gd name="connsiteX76-14681" fmla="*/ 547967 w 3031520"/>
                <a:gd name="connsiteY76-14682" fmla="*/ 752299 h 1160647"/>
                <a:gd name="connsiteX77-14683" fmla="*/ 553287 w 3031520"/>
                <a:gd name="connsiteY77-14684" fmla="*/ 752299 h 1160647"/>
                <a:gd name="connsiteX78-14685" fmla="*/ 553287 w 3031520"/>
                <a:gd name="connsiteY78-14686" fmla="*/ 750137 h 1160647"/>
                <a:gd name="connsiteX79-14687" fmla="*/ 553287 w 3031520"/>
                <a:gd name="connsiteY79-14688" fmla="*/ 735005 h 1160647"/>
                <a:gd name="connsiteX80-14689" fmla="*/ 554300 w 3031520"/>
                <a:gd name="connsiteY80-14690" fmla="*/ 735005 h 1160647"/>
                <a:gd name="connsiteX81-14691" fmla="*/ 561394 w 3031520"/>
                <a:gd name="connsiteY81-14692" fmla="*/ 735005 h 1160647"/>
                <a:gd name="connsiteX82-14693" fmla="*/ 561394 w 3031520"/>
                <a:gd name="connsiteY82-14694" fmla="*/ 736086 h 1160647"/>
                <a:gd name="connsiteX83-14695" fmla="*/ 561394 w 3031520"/>
                <a:gd name="connsiteY83-14696" fmla="*/ 743652 h 1160647"/>
                <a:gd name="connsiteX84-14697" fmla="*/ 566714 w 3031520"/>
                <a:gd name="connsiteY84-14698" fmla="*/ 741659 h 1160647"/>
                <a:gd name="connsiteX85-14699" fmla="*/ 567474 w 3031520"/>
                <a:gd name="connsiteY85-14700" fmla="*/ 740679 h 1160647"/>
                <a:gd name="connsiteX86-14701" fmla="*/ 567474 w 3031520"/>
                <a:gd name="connsiteY86-14702" fmla="*/ 735005 h 1160647"/>
                <a:gd name="connsiteX87-14703" fmla="*/ 605981 w 3031520"/>
                <a:gd name="connsiteY87-14704" fmla="*/ 735005 h 1160647"/>
                <a:gd name="connsiteX88-14705" fmla="*/ 605981 w 3031520"/>
                <a:gd name="connsiteY88-14706" fmla="*/ 758784 h 1160647"/>
                <a:gd name="connsiteX89-14707" fmla="*/ 608007 w 3031520"/>
                <a:gd name="connsiteY89-14708" fmla="*/ 758784 h 1160647"/>
                <a:gd name="connsiteX90-14709" fmla="*/ 622194 w 3031520"/>
                <a:gd name="connsiteY90-14710" fmla="*/ 758784 h 1160647"/>
                <a:gd name="connsiteX91-14711" fmla="*/ 622194 w 3031520"/>
                <a:gd name="connsiteY91-14712" fmla="*/ 759865 h 1160647"/>
                <a:gd name="connsiteX92-14713" fmla="*/ 622194 w 3031520"/>
                <a:gd name="connsiteY92-14714" fmla="*/ 767431 h 1160647"/>
                <a:gd name="connsiteX93-14715" fmla="*/ 623968 w 3031520"/>
                <a:gd name="connsiteY93-14716" fmla="*/ 767431 h 1160647"/>
                <a:gd name="connsiteX94-14717" fmla="*/ 636381 w 3031520"/>
                <a:gd name="connsiteY94-14718" fmla="*/ 767431 h 1160647"/>
                <a:gd name="connsiteX95-14719" fmla="*/ 636381 w 3031520"/>
                <a:gd name="connsiteY95-14720" fmla="*/ 743652 h 1160647"/>
                <a:gd name="connsiteX96-14721" fmla="*/ 637394 w 3031520"/>
                <a:gd name="connsiteY96-14722" fmla="*/ 743652 h 1160647"/>
                <a:gd name="connsiteX97-14723" fmla="*/ 644488 w 3031520"/>
                <a:gd name="connsiteY97-14724" fmla="*/ 743652 h 1160647"/>
                <a:gd name="connsiteX98-14725" fmla="*/ 644488 w 3031520"/>
                <a:gd name="connsiteY98-14726" fmla="*/ 711225 h 1160647"/>
                <a:gd name="connsiteX99-14727" fmla="*/ 645501 w 3031520"/>
                <a:gd name="connsiteY99-14728" fmla="*/ 711225 h 1160647"/>
                <a:gd name="connsiteX100-14729" fmla="*/ 652595 w 3031520"/>
                <a:gd name="connsiteY100-14730" fmla="*/ 711225 h 1160647"/>
                <a:gd name="connsiteX101-14731" fmla="*/ 652595 w 3031520"/>
                <a:gd name="connsiteY101-14732" fmla="*/ 709334 h 1160647"/>
                <a:gd name="connsiteX102-14733" fmla="*/ 652595 w 3031520"/>
                <a:gd name="connsiteY102-14734" fmla="*/ 696093 h 1160647"/>
                <a:gd name="connsiteX103-14735" fmla="*/ 651328 w 3031520"/>
                <a:gd name="connsiteY103-14736" fmla="*/ 694471 h 1160647"/>
                <a:gd name="connsiteX104-14737" fmla="*/ 656648 w 3031520"/>
                <a:gd name="connsiteY104-14738" fmla="*/ 683122 h 1160647"/>
                <a:gd name="connsiteX105-14739" fmla="*/ 664755 w 3031520"/>
                <a:gd name="connsiteY105-14740" fmla="*/ 711225 h 1160647"/>
                <a:gd name="connsiteX106-14741" fmla="*/ 665515 w 3031520"/>
                <a:gd name="connsiteY106-14742" fmla="*/ 711225 h 1160647"/>
                <a:gd name="connsiteX107-14743" fmla="*/ 670835 w 3031520"/>
                <a:gd name="connsiteY107-14744" fmla="*/ 711225 h 1160647"/>
                <a:gd name="connsiteX108-14745" fmla="*/ 670835 w 3031520"/>
                <a:gd name="connsiteY108-14746" fmla="*/ 605298 h 1160647"/>
                <a:gd name="connsiteX109-14747" fmla="*/ 672355 w 3031520"/>
                <a:gd name="connsiteY109-14748" fmla="*/ 605298 h 1160647"/>
                <a:gd name="connsiteX110-14749" fmla="*/ 682995 w 3031520"/>
                <a:gd name="connsiteY110-14750" fmla="*/ 605298 h 1160647"/>
                <a:gd name="connsiteX111-14751" fmla="*/ 682995 w 3031520"/>
                <a:gd name="connsiteY111-14752" fmla="*/ 557739 h 1160647"/>
                <a:gd name="connsiteX112-14753" fmla="*/ 709342 w 3031520"/>
                <a:gd name="connsiteY112-14754" fmla="*/ 557739 h 1160647"/>
                <a:gd name="connsiteX113-14755" fmla="*/ 709342 w 3031520"/>
                <a:gd name="connsiteY113-14756" fmla="*/ 536121 h 1160647"/>
                <a:gd name="connsiteX114-14757" fmla="*/ 743796 w 3031520"/>
                <a:gd name="connsiteY114-14758" fmla="*/ 536121 h 1160647"/>
                <a:gd name="connsiteX115-14759" fmla="*/ 743796 w 3031520"/>
                <a:gd name="connsiteY115-14760" fmla="*/ 538553 h 1160647"/>
                <a:gd name="connsiteX116-14761" fmla="*/ 743796 w 3031520"/>
                <a:gd name="connsiteY116-14762" fmla="*/ 555577 h 1160647"/>
                <a:gd name="connsiteX117-14763" fmla="*/ 746076 w 3031520"/>
                <a:gd name="connsiteY117-14764" fmla="*/ 555577 h 1160647"/>
                <a:gd name="connsiteX118-14765" fmla="*/ 762036 w 3031520"/>
                <a:gd name="connsiteY118-14766" fmla="*/ 555577 h 1160647"/>
                <a:gd name="connsiteX119-14767" fmla="*/ 762036 w 3031520"/>
                <a:gd name="connsiteY119-14768" fmla="*/ 603136 h 1160647"/>
                <a:gd name="connsiteX120-14769" fmla="*/ 763049 w 3031520"/>
                <a:gd name="connsiteY120-14770" fmla="*/ 603136 h 1160647"/>
                <a:gd name="connsiteX121-14771" fmla="*/ 770143 w 3031520"/>
                <a:gd name="connsiteY121-14772" fmla="*/ 603136 h 1160647"/>
                <a:gd name="connsiteX122-14773" fmla="*/ 784330 w 3031520"/>
                <a:gd name="connsiteY122-14774" fmla="*/ 607460 h 1160647"/>
                <a:gd name="connsiteX123-14775" fmla="*/ 784330 w 3031520"/>
                <a:gd name="connsiteY123-14776" fmla="*/ 646372 h 1160647"/>
                <a:gd name="connsiteX124-14777" fmla="*/ 785343 w 3031520"/>
                <a:gd name="connsiteY124-14778" fmla="*/ 646372 h 1160647"/>
                <a:gd name="connsiteX125-14779" fmla="*/ 792436 w 3031520"/>
                <a:gd name="connsiteY125-14780" fmla="*/ 646372 h 1160647"/>
                <a:gd name="connsiteX126-14781" fmla="*/ 792436 w 3031520"/>
                <a:gd name="connsiteY126-14782" fmla="*/ 647993 h 1160647"/>
                <a:gd name="connsiteX127-14783" fmla="*/ 792436 w 3031520"/>
                <a:gd name="connsiteY127-14784" fmla="*/ 659342 h 1160647"/>
                <a:gd name="connsiteX128-14785" fmla="*/ 794463 w 3031520"/>
                <a:gd name="connsiteY128-14786" fmla="*/ 659342 h 1160647"/>
                <a:gd name="connsiteX129-14787" fmla="*/ 808650 w 3031520"/>
                <a:gd name="connsiteY129-14788" fmla="*/ 659342 h 1160647"/>
                <a:gd name="connsiteX130-14789" fmla="*/ 814730 w 3031520"/>
                <a:gd name="connsiteY130-14790" fmla="*/ 665828 h 1160647"/>
                <a:gd name="connsiteX131-14791" fmla="*/ 814730 w 3031520"/>
                <a:gd name="connsiteY131-14792" fmla="*/ 687446 h 1160647"/>
                <a:gd name="connsiteX132-14793" fmla="*/ 817010 w 3031520"/>
                <a:gd name="connsiteY132-14794" fmla="*/ 687446 h 1160647"/>
                <a:gd name="connsiteX133-14795" fmla="*/ 832970 w 3031520"/>
                <a:gd name="connsiteY133-14796" fmla="*/ 687446 h 1160647"/>
                <a:gd name="connsiteX134-14797" fmla="*/ 832970 w 3031520"/>
                <a:gd name="connsiteY134-14798" fmla="*/ 688526 h 1160647"/>
                <a:gd name="connsiteX135-14799" fmla="*/ 832970 w 3031520"/>
                <a:gd name="connsiteY135-14800" fmla="*/ 696093 h 1160647"/>
                <a:gd name="connsiteX136-14801" fmla="*/ 834237 w 3031520"/>
                <a:gd name="connsiteY136-14802" fmla="*/ 696093 h 1160647"/>
                <a:gd name="connsiteX137-14803" fmla="*/ 843104 w 3031520"/>
                <a:gd name="connsiteY137-14804" fmla="*/ 696093 h 1160647"/>
                <a:gd name="connsiteX138-14805" fmla="*/ 843104 w 3031520"/>
                <a:gd name="connsiteY138-14806" fmla="*/ 698254 h 1160647"/>
                <a:gd name="connsiteX139-14807" fmla="*/ 843104 w 3031520"/>
                <a:gd name="connsiteY139-14808" fmla="*/ 713387 h 1160647"/>
                <a:gd name="connsiteX140-14809" fmla="*/ 847157 w 3031520"/>
                <a:gd name="connsiteY140-14810" fmla="*/ 711495 h 1160647"/>
                <a:gd name="connsiteX141-14811" fmla="*/ 847157 w 3031520"/>
                <a:gd name="connsiteY141-14812" fmla="*/ 698254 h 1160647"/>
                <a:gd name="connsiteX142-14813" fmla="*/ 848170 w 3031520"/>
                <a:gd name="connsiteY142-14814" fmla="*/ 698254 h 1160647"/>
                <a:gd name="connsiteX143-14815" fmla="*/ 855264 w 3031520"/>
                <a:gd name="connsiteY143-14816" fmla="*/ 698254 h 1160647"/>
                <a:gd name="connsiteX144-14817" fmla="*/ 855264 w 3031520"/>
                <a:gd name="connsiteY144-14818" fmla="*/ 699876 h 1160647"/>
                <a:gd name="connsiteX145-14819" fmla="*/ 855264 w 3031520"/>
                <a:gd name="connsiteY145-14820" fmla="*/ 711225 h 1160647"/>
                <a:gd name="connsiteX146-14821" fmla="*/ 856024 w 3031520"/>
                <a:gd name="connsiteY146-14822" fmla="*/ 711225 h 1160647"/>
                <a:gd name="connsiteX147-14823" fmla="*/ 861344 w 3031520"/>
                <a:gd name="connsiteY147-14824" fmla="*/ 711225 h 1160647"/>
                <a:gd name="connsiteX148-14825" fmla="*/ 909984 w 3031520"/>
                <a:gd name="connsiteY148-14826" fmla="*/ 706902 h 1160647"/>
                <a:gd name="connsiteX149-14827" fmla="*/ 909984 w 3031520"/>
                <a:gd name="connsiteY149-14828" fmla="*/ 708253 h 1160647"/>
                <a:gd name="connsiteX150-14829" fmla="*/ 909984 w 3031520"/>
                <a:gd name="connsiteY150-14830" fmla="*/ 717710 h 1160647"/>
                <a:gd name="connsiteX151-14831" fmla="*/ 910744 w 3031520"/>
                <a:gd name="connsiteY151-14832" fmla="*/ 717710 h 1160647"/>
                <a:gd name="connsiteX152-14833" fmla="*/ 916065 w 3031520"/>
                <a:gd name="connsiteY152-14834" fmla="*/ 717710 h 1160647"/>
                <a:gd name="connsiteX153-14835" fmla="*/ 916065 w 3031520"/>
                <a:gd name="connsiteY153-14836" fmla="*/ 719872 h 1160647"/>
                <a:gd name="connsiteX154-14837" fmla="*/ 916065 w 3031520"/>
                <a:gd name="connsiteY154-14838" fmla="*/ 735005 h 1160647"/>
                <a:gd name="connsiteX155-14839" fmla="*/ 918091 w 3031520"/>
                <a:gd name="connsiteY155-14840" fmla="*/ 733654 h 1160647"/>
                <a:gd name="connsiteX156-14841" fmla="*/ 932278 w 3031520"/>
                <a:gd name="connsiteY156-14842" fmla="*/ 724196 h 1160647"/>
                <a:gd name="connsiteX157-14843" fmla="*/ 938358 w 3031520"/>
                <a:gd name="connsiteY157-14844" fmla="*/ 683122 h 1160647"/>
                <a:gd name="connsiteX158-14845" fmla="*/ 939118 w 3031520"/>
                <a:gd name="connsiteY158-14846" fmla="*/ 682852 h 1160647"/>
                <a:gd name="connsiteX159-14847" fmla="*/ 944438 w 3031520"/>
                <a:gd name="connsiteY159-14848" fmla="*/ 680960 h 1160647"/>
                <a:gd name="connsiteX160-14849" fmla="*/ 946465 w 3031520"/>
                <a:gd name="connsiteY160-14850" fmla="*/ 611783 h 1160647"/>
                <a:gd name="connsiteX161-14851" fmla="*/ 948492 w 3031520"/>
                <a:gd name="connsiteY161-14852" fmla="*/ 680960 h 1160647"/>
                <a:gd name="connsiteX162-14853" fmla="*/ 949252 w 3031520"/>
                <a:gd name="connsiteY162-14854" fmla="*/ 681230 h 1160647"/>
                <a:gd name="connsiteX163-14855" fmla="*/ 954572 w 3031520"/>
                <a:gd name="connsiteY163-14856" fmla="*/ 683122 h 1160647"/>
                <a:gd name="connsiteX164-14857" fmla="*/ 954572 w 3031520"/>
                <a:gd name="connsiteY164-14858" fmla="*/ 596651 h 1160647"/>
                <a:gd name="connsiteX165-14859" fmla="*/ 958625 w 3031520"/>
                <a:gd name="connsiteY165-14860" fmla="*/ 564224 h 1160647"/>
                <a:gd name="connsiteX166-14861" fmla="*/ 997132 w 3031520"/>
                <a:gd name="connsiteY166-14862" fmla="*/ 564224 h 1160647"/>
                <a:gd name="connsiteX167-14863" fmla="*/ 997132 w 3031520"/>
                <a:gd name="connsiteY167-14864" fmla="*/ 596651 h 1160647"/>
                <a:gd name="connsiteX168-14865" fmla="*/ 997892 w 3031520"/>
                <a:gd name="connsiteY168-14866" fmla="*/ 596651 h 1160647"/>
                <a:gd name="connsiteX169-14867" fmla="*/ 1003212 w 3031520"/>
                <a:gd name="connsiteY169-14868" fmla="*/ 596651 h 1160647"/>
                <a:gd name="connsiteX170-14869" fmla="*/ 1003212 w 3031520"/>
                <a:gd name="connsiteY170-14870" fmla="*/ 514503 h 1160647"/>
                <a:gd name="connsiteX171-14871" fmla="*/ 1004986 w 3031520"/>
                <a:gd name="connsiteY171-14872" fmla="*/ 514503 h 1160647"/>
                <a:gd name="connsiteX172-14873" fmla="*/ 1017399 w 3031520"/>
                <a:gd name="connsiteY172-14874" fmla="*/ 514503 h 1160647"/>
                <a:gd name="connsiteX173-14875" fmla="*/ 1017399 w 3031520"/>
                <a:gd name="connsiteY173-14876" fmla="*/ 512612 h 1160647"/>
                <a:gd name="connsiteX174-14877" fmla="*/ 1017399 w 3031520"/>
                <a:gd name="connsiteY174-14878" fmla="*/ 499371 h 1160647"/>
                <a:gd name="connsiteX175-14879" fmla="*/ 1039693 w 3031520"/>
                <a:gd name="connsiteY175-14880" fmla="*/ 499371 h 1160647"/>
                <a:gd name="connsiteX176-14881" fmla="*/ 1039693 w 3031520"/>
                <a:gd name="connsiteY176-14882" fmla="*/ 498290 h 1160647"/>
                <a:gd name="connsiteX177-14883" fmla="*/ 1039693 w 3031520"/>
                <a:gd name="connsiteY177-14884" fmla="*/ 490724 h 1160647"/>
                <a:gd name="connsiteX178-14885" fmla="*/ 1041466 w 3031520"/>
                <a:gd name="connsiteY178-14886" fmla="*/ 490724 h 1160647"/>
                <a:gd name="connsiteX179-14887" fmla="*/ 1053880 w 3031520"/>
                <a:gd name="connsiteY179-14888" fmla="*/ 490724 h 1160647"/>
                <a:gd name="connsiteX180-14889" fmla="*/ 1053880 w 3031520"/>
                <a:gd name="connsiteY180-14890" fmla="*/ 491805 h 1160647"/>
                <a:gd name="connsiteX181-14891" fmla="*/ 1053880 w 3031520"/>
                <a:gd name="connsiteY181-14892" fmla="*/ 499371 h 1160647"/>
                <a:gd name="connsiteX182-14893" fmla="*/ 1054640 w 3031520"/>
                <a:gd name="connsiteY182-14894" fmla="*/ 499371 h 1160647"/>
                <a:gd name="connsiteX183-14895" fmla="*/ 1059960 w 3031520"/>
                <a:gd name="connsiteY183-14896" fmla="*/ 499371 h 1160647"/>
                <a:gd name="connsiteX184-14897" fmla="*/ 1070093 w 3031520"/>
                <a:gd name="connsiteY184-14898" fmla="*/ 495047 h 1160647"/>
                <a:gd name="connsiteX185-14899" fmla="*/ 1074146 w 3031520"/>
                <a:gd name="connsiteY185-14900" fmla="*/ 498290 h 1160647"/>
                <a:gd name="connsiteX186-14901" fmla="*/ 1074146 w 3031520"/>
                <a:gd name="connsiteY186-14902" fmla="*/ 490724 h 1160647"/>
                <a:gd name="connsiteX187-14903" fmla="*/ 1076426 w 3031520"/>
                <a:gd name="connsiteY187-14904" fmla="*/ 490724 h 1160647"/>
                <a:gd name="connsiteX188-14905" fmla="*/ 1092387 w 3031520"/>
                <a:gd name="connsiteY188-14906" fmla="*/ 490724 h 1160647"/>
                <a:gd name="connsiteX189-14907" fmla="*/ 1092387 w 3031520"/>
                <a:gd name="connsiteY189-14908" fmla="*/ 491805 h 1160647"/>
                <a:gd name="connsiteX190-14909" fmla="*/ 1092387 w 3031520"/>
                <a:gd name="connsiteY190-14910" fmla="*/ 499371 h 1160647"/>
                <a:gd name="connsiteX191-14911" fmla="*/ 1122787 w 3031520"/>
                <a:gd name="connsiteY191-14912" fmla="*/ 499371 h 1160647"/>
                <a:gd name="connsiteX192-14913" fmla="*/ 1122787 w 3031520"/>
                <a:gd name="connsiteY192-14914" fmla="*/ 500992 h 1160647"/>
                <a:gd name="connsiteX193-14915" fmla="*/ 1122787 w 3031520"/>
                <a:gd name="connsiteY193-14916" fmla="*/ 512342 h 1160647"/>
                <a:gd name="connsiteX194-14917" fmla="*/ 1149134 w 3031520"/>
                <a:gd name="connsiteY194-14918" fmla="*/ 512342 h 1160647"/>
                <a:gd name="connsiteX195-14919" fmla="*/ 1149134 w 3031520"/>
                <a:gd name="connsiteY195-14920" fmla="*/ 542606 h 1160647"/>
                <a:gd name="connsiteX196-14921" fmla="*/ 1149894 w 3031520"/>
                <a:gd name="connsiteY196-14922" fmla="*/ 542606 h 1160647"/>
                <a:gd name="connsiteX197-14923" fmla="*/ 1155214 w 3031520"/>
                <a:gd name="connsiteY197-14924" fmla="*/ 542606 h 1160647"/>
                <a:gd name="connsiteX198-14925" fmla="*/ 1155214 w 3031520"/>
                <a:gd name="connsiteY198-14926" fmla="*/ 543687 h 1160647"/>
                <a:gd name="connsiteX199-14927" fmla="*/ 1155214 w 3031520"/>
                <a:gd name="connsiteY199-14928" fmla="*/ 551254 h 1160647"/>
                <a:gd name="connsiteX200-14929" fmla="*/ 1159268 w 3031520"/>
                <a:gd name="connsiteY200-14930" fmla="*/ 581518 h 1160647"/>
                <a:gd name="connsiteX201-14931" fmla="*/ 1160028 w 3031520"/>
                <a:gd name="connsiteY201-14932" fmla="*/ 581518 h 1160647"/>
                <a:gd name="connsiteX202-14933" fmla="*/ 1165348 w 3031520"/>
                <a:gd name="connsiteY202-14934" fmla="*/ 581518 h 1160647"/>
                <a:gd name="connsiteX203-14935" fmla="*/ 1165348 w 3031520"/>
                <a:gd name="connsiteY203-14936" fmla="*/ 582329 h 1160647"/>
                <a:gd name="connsiteX204-14937" fmla="*/ 1165348 w 3031520"/>
                <a:gd name="connsiteY204-14938" fmla="*/ 588004 h 1160647"/>
                <a:gd name="connsiteX205-14939" fmla="*/ 1166361 w 3031520"/>
                <a:gd name="connsiteY205-14940" fmla="*/ 588004 h 1160647"/>
                <a:gd name="connsiteX206-14941" fmla="*/ 1173454 w 3031520"/>
                <a:gd name="connsiteY206-14942" fmla="*/ 588004 h 1160647"/>
                <a:gd name="connsiteX207-14943" fmla="*/ 1173454 w 3031520"/>
                <a:gd name="connsiteY207-14944" fmla="*/ 618269 h 1160647"/>
                <a:gd name="connsiteX208-14945" fmla="*/ 1175481 w 3031520"/>
                <a:gd name="connsiteY208-14946" fmla="*/ 618269 h 1160647"/>
                <a:gd name="connsiteX209-14947" fmla="*/ 1189668 w 3031520"/>
                <a:gd name="connsiteY209-14948" fmla="*/ 618269 h 1160647"/>
                <a:gd name="connsiteX210-14949" fmla="*/ 1189668 w 3031520"/>
                <a:gd name="connsiteY210-14950" fmla="*/ 642048 h 1160647"/>
                <a:gd name="connsiteX211-14951" fmla="*/ 1191695 w 3031520"/>
                <a:gd name="connsiteY211-14952" fmla="*/ 643669 h 1160647"/>
                <a:gd name="connsiteX212-14953" fmla="*/ 1191695 w 3031520"/>
                <a:gd name="connsiteY212-14954" fmla="*/ 655019 h 1160647"/>
                <a:gd name="connsiteX213-14955" fmla="*/ 1192455 w 3031520"/>
                <a:gd name="connsiteY213-14956" fmla="*/ 655019 h 1160647"/>
                <a:gd name="connsiteX214-14957" fmla="*/ 1197775 w 3031520"/>
                <a:gd name="connsiteY214-14958" fmla="*/ 655019 h 1160647"/>
                <a:gd name="connsiteX215-14959" fmla="*/ 1197775 w 3031520"/>
                <a:gd name="connsiteY215-14960" fmla="*/ 678798 h 1160647"/>
                <a:gd name="connsiteX216-14961" fmla="*/ 1199041 w 3031520"/>
                <a:gd name="connsiteY216-14962" fmla="*/ 678798 h 1160647"/>
                <a:gd name="connsiteX217-14963" fmla="*/ 1207908 w 3031520"/>
                <a:gd name="connsiteY217-14964" fmla="*/ 678798 h 1160647"/>
                <a:gd name="connsiteX218-14965" fmla="*/ 1209935 w 3031520"/>
                <a:gd name="connsiteY218-14966" fmla="*/ 682852 h 1160647"/>
                <a:gd name="connsiteX219-14967" fmla="*/ 1209935 w 3031520"/>
                <a:gd name="connsiteY219-14968" fmla="*/ 696093 h 1160647"/>
                <a:gd name="connsiteX220-14969" fmla="*/ 1211455 w 3031520"/>
                <a:gd name="connsiteY220-14970" fmla="*/ 694201 h 1160647"/>
                <a:gd name="connsiteX221-14971" fmla="*/ 1222095 w 3031520"/>
                <a:gd name="connsiteY221-14972" fmla="*/ 680960 h 1160647"/>
                <a:gd name="connsiteX222-14973" fmla="*/ 1250469 w 3031520"/>
                <a:gd name="connsiteY222-14974" fmla="*/ 680960 h 1160647"/>
                <a:gd name="connsiteX223-14975" fmla="*/ 1250469 w 3031520"/>
                <a:gd name="connsiteY223-14976" fmla="*/ 767431 h 1160647"/>
                <a:gd name="connsiteX224-14977" fmla="*/ 1251229 w 3031520"/>
                <a:gd name="connsiteY224-14978" fmla="*/ 767431 h 1160647"/>
                <a:gd name="connsiteX225-14979" fmla="*/ 1256549 w 3031520"/>
                <a:gd name="connsiteY225-14980" fmla="*/ 767431 h 1160647"/>
                <a:gd name="connsiteX226-14981" fmla="*/ 1257309 w 3031520"/>
                <a:gd name="connsiteY226-14982" fmla="*/ 766080 h 1160647"/>
                <a:gd name="connsiteX227-14983" fmla="*/ 1262629 w 3031520"/>
                <a:gd name="connsiteY227-14984" fmla="*/ 756622 h 1160647"/>
                <a:gd name="connsiteX228-14985" fmla="*/ 1262629 w 3031520"/>
                <a:gd name="connsiteY228-14986" fmla="*/ 758514 h 1160647"/>
                <a:gd name="connsiteX229-14987" fmla="*/ 1262629 w 3031520"/>
                <a:gd name="connsiteY229-14988" fmla="*/ 771755 h 1160647"/>
                <a:gd name="connsiteX230-14989" fmla="*/ 1266682 w 3031520"/>
                <a:gd name="connsiteY230-14990" fmla="*/ 726358 h 1160647"/>
                <a:gd name="connsiteX231-14991" fmla="*/ 1267442 w 3031520"/>
                <a:gd name="connsiteY231-14992" fmla="*/ 726358 h 1160647"/>
                <a:gd name="connsiteX232-14993" fmla="*/ 1272762 w 3031520"/>
                <a:gd name="connsiteY232-14994" fmla="*/ 726358 h 1160647"/>
                <a:gd name="connsiteX233-14995" fmla="*/ 1272762 w 3031520"/>
                <a:gd name="connsiteY233-14996" fmla="*/ 661504 h 1160647"/>
                <a:gd name="connsiteX234-14997" fmla="*/ 1273776 w 3031520"/>
                <a:gd name="connsiteY234-14998" fmla="*/ 661504 h 1160647"/>
                <a:gd name="connsiteX235-14999" fmla="*/ 1280869 w 3031520"/>
                <a:gd name="connsiteY235-15000" fmla="*/ 661504 h 1160647"/>
                <a:gd name="connsiteX236-15001" fmla="*/ 1293029 w 3031520"/>
                <a:gd name="connsiteY236-15002" fmla="*/ 618269 h 1160647"/>
                <a:gd name="connsiteX237-15003" fmla="*/ 1294296 w 3031520"/>
                <a:gd name="connsiteY237-15004" fmla="*/ 618269 h 1160647"/>
                <a:gd name="connsiteX238-15005" fmla="*/ 1303163 w 3031520"/>
                <a:gd name="connsiteY238-15006" fmla="*/ 618269 h 1160647"/>
                <a:gd name="connsiteX239-15007" fmla="*/ 1313296 w 3031520"/>
                <a:gd name="connsiteY239-15008" fmla="*/ 661504 h 1160647"/>
                <a:gd name="connsiteX240-15009" fmla="*/ 1314309 w 3031520"/>
                <a:gd name="connsiteY240-15010" fmla="*/ 661504 h 1160647"/>
                <a:gd name="connsiteX241-15011" fmla="*/ 1321403 w 3031520"/>
                <a:gd name="connsiteY241-15012" fmla="*/ 661504 h 1160647"/>
                <a:gd name="connsiteX242-15013" fmla="*/ 1321403 w 3031520"/>
                <a:gd name="connsiteY242-15014" fmla="*/ 700416 h 1160647"/>
                <a:gd name="connsiteX243-15015" fmla="*/ 1323176 w 3031520"/>
                <a:gd name="connsiteY243-15016" fmla="*/ 700416 h 1160647"/>
                <a:gd name="connsiteX244-15017" fmla="*/ 1335590 w 3031520"/>
                <a:gd name="connsiteY244-15018" fmla="*/ 700416 h 1160647"/>
                <a:gd name="connsiteX245-15019" fmla="*/ 1335590 w 3031520"/>
                <a:gd name="connsiteY245-15020" fmla="*/ 702578 h 1160647"/>
                <a:gd name="connsiteX246-15021" fmla="*/ 1335590 w 3031520"/>
                <a:gd name="connsiteY246-15022" fmla="*/ 717710 h 1160647"/>
                <a:gd name="connsiteX247-15023" fmla="*/ 1339643 w 3031520"/>
                <a:gd name="connsiteY247-15024" fmla="*/ 715549 h 1160647"/>
                <a:gd name="connsiteX248-15025" fmla="*/ 1339643 w 3031520"/>
                <a:gd name="connsiteY248-15026" fmla="*/ 700416 h 1160647"/>
                <a:gd name="connsiteX249-15027" fmla="*/ 1341163 w 3031520"/>
                <a:gd name="connsiteY249-15028" fmla="*/ 700416 h 1160647"/>
                <a:gd name="connsiteX250-15029" fmla="*/ 1351803 w 3031520"/>
                <a:gd name="connsiteY250-15030" fmla="*/ 700416 h 1160647"/>
                <a:gd name="connsiteX251-15031" fmla="*/ 1351803 w 3031520"/>
                <a:gd name="connsiteY251-15032" fmla="*/ 702037 h 1160647"/>
                <a:gd name="connsiteX252-15033" fmla="*/ 1351803 w 3031520"/>
                <a:gd name="connsiteY252-15034" fmla="*/ 713387 h 1160647"/>
                <a:gd name="connsiteX253-15035" fmla="*/ 1382204 w 3031520"/>
                <a:gd name="connsiteY253-15036" fmla="*/ 713387 h 1160647"/>
                <a:gd name="connsiteX254-15037" fmla="*/ 1382204 w 3031520"/>
                <a:gd name="connsiteY254-15038" fmla="*/ 676637 h 1160647"/>
                <a:gd name="connsiteX255-15039" fmla="*/ 1383470 w 3031520"/>
                <a:gd name="connsiteY255-15040" fmla="*/ 676637 h 1160647"/>
                <a:gd name="connsiteX256-15041" fmla="*/ 1392337 w 3031520"/>
                <a:gd name="connsiteY256-15042" fmla="*/ 676637 h 1160647"/>
                <a:gd name="connsiteX257-15043" fmla="*/ 1392337 w 3031520"/>
                <a:gd name="connsiteY257-15044" fmla="*/ 698254 h 1160647"/>
                <a:gd name="connsiteX258-15045" fmla="*/ 1394364 w 3031520"/>
                <a:gd name="connsiteY258-15046" fmla="*/ 665828 h 1160647"/>
                <a:gd name="connsiteX259-15047" fmla="*/ 1416657 w 3031520"/>
                <a:gd name="connsiteY259-15048" fmla="*/ 665828 h 1160647"/>
                <a:gd name="connsiteX260-15049" fmla="*/ 1416657 w 3031520"/>
                <a:gd name="connsiteY260-15050" fmla="*/ 664206 h 1160647"/>
                <a:gd name="connsiteX261-15051" fmla="*/ 1416657 w 3031520"/>
                <a:gd name="connsiteY261-15052" fmla="*/ 652857 h 1160647"/>
                <a:gd name="connsiteX262-15053" fmla="*/ 1417417 w 3031520"/>
                <a:gd name="connsiteY262-15054" fmla="*/ 652857 h 1160647"/>
                <a:gd name="connsiteX263-15055" fmla="*/ 1422737 w 3031520"/>
                <a:gd name="connsiteY263-15056" fmla="*/ 652857 h 1160647"/>
                <a:gd name="connsiteX264-15057" fmla="*/ 1422737 w 3031520"/>
                <a:gd name="connsiteY264-15058" fmla="*/ 650966 h 1160647"/>
                <a:gd name="connsiteX265-15059" fmla="*/ 1422737 w 3031520"/>
                <a:gd name="connsiteY265-15060" fmla="*/ 637725 h 1160647"/>
                <a:gd name="connsiteX266-15061" fmla="*/ 1426791 w 3031520"/>
                <a:gd name="connsiteY266-15062" fmla="*/ 644210 h 1160647"/>
                <a:gd name="connsiteX267-15063" fmla="*/ 1429071 w 3031520"/>
                <a:gd name="connsiteY267-15064" fmla="*/ 644210 h 1160647"/>
                <a:gd name="connsiteX268-15065" fmla="*/ 1445031 w 3031520"/>
                <a:gd name="connsiteY268-15066" fmla="*/ 644210 h 1160647"/>
                <a:gd name="connsiteX269-15067" fmla="*/ 1445031 w 3031520"/>
                <a:gd name="connsiteY269-15068" fmla="*/ 643399 h 1160647"/>
                <a:gd name="connsiteX270-15069" fmla="*/ 1445031 w 3031520"/>
                <a:gd name="connsiteY270-15070" fmla="*/ 637725 h 1160647"/>
                <a:gd name="connsiteX271-15071" fmla="*/ 1445791 w 3031520"/>
                <a:gd name="connsiteY271-15072" fmla="*/ 637725 h 1160647"/>
                <a:gd name="connsiteX272-15073" fmla="*/ 1451111 w 3031520"/>
                <a:gd name="connsiteY272-15074" fmla="*/ 637725 h 1160647"/>
                <a:gd name="connsiteX273-15075" fmla="*/ 1451111 w 3031520"/>
                <a:gd name="connsiteY273-15076" fmla="*/ 639076 h 1160647"/>
                <a:gd name="connsiteX274-15077" fmla="*/ 1451111 w 3031520"/>
                <a:gd name="connsiteY274-15078" fmla="*/ 648534 h 1160647"/>
                <a:gd name="connsiteX275-15079" fmla="*/ 1489618 w 3031520"/>
                <a:gd name="connsiteY275-15080" fmla="*/ 648534 h 1160647"/>
                <a:gd name="connsiteX276-15081" fmla="*/ 1489618 w 3031520"/>
                <a:gd name="connsiteY276-15082" fmla="*/ 786887 h 1160647"/>
                <a:gd name="connsiteX277-15083" fmla="*/ 1491138 w 3031520"/>
                <a:gd name="connsiteY277-15084" fmla="*/ 786887 h 1160647"/>
                <a:gd name="connsiteX278-15085" fmla="*/ 1501778 w 3031520"/>
                <a:gd name="connsiteY278-15086" fmla="*/ 786887 h 1160647"/>
                <a:gd name="connsiteX279-15087" fmla="*/ 1501778 w 3031520"/>
                <a:gd name="connsiteY279-15088" fmla="*/ 773917 h 1160647"/>
                <a:gd name="connsiteX280-15089" fmla="*/ 1505832 w 3031520"/>
                <a:gd name="connsiteY280-15090" fmla="*/ 773917 h 1160647"/>
                <a:gd name="connsiteX281-15091" fmla="*/ 1505832 w 3031520"/>
                <a:gd name="connsiteY281-15092" fmla="*/ 786887 h 1160647"/>
                <a:gd name="connsiteX282-15093" fmla="*/ 1536232 w 3031520"/>
                <a:gd name="connsiteY282-15094" fmla="*/ 786887 h 1160647"/>
                <a:gd name="connsiteX283-15095" fmla="*/ 1536232 w 3031520"/>
                <a:gd name="connsiteY283-15096" fmla="*/ 756622 h 1160647"/>
                <a:gd name="connsiteX284-15097" fmla="*/ 1548392 w 3031520"/>
                <a:gd name="connsiteY284-15098" fmla="*/ 756622 h 1160647"/>
                <a:gd name="connsiteX285-15099" fmla="*/ 1560552 w 3031520"/>
                <a:gd name="connsiteY285-15100" fmla="*/ 754461 h 1160647"/>
                <a:gd name="connsiteX286-15101" fmla="*/ 1564606 w 3031520"/>
                <a:gd name="connsiteY286-15102" fmla="*/ 756622 h 1160647"/>
                <a:gd name="connsiteX287-15103" fmla="*/ 1574739 w 3031520"/>
                <a:gd name="connsiteY287-15104" fmla="*/ 756622 h 1160647"/>
                <a:gd name="connsiteX288-15105" fmla="*/ 1574739 w 3031520"/>
                <a:gd name="connsiteY288-15106" fmla="*/ 786887 h 1160647"/>
                <a:gd name="connsiteX289-15107" fmla="*/ 1582846 w 3031520"/>
                <a:gd name="connsiteY289-15108" fmla="*/ 786887 h 1160647"/>
                <a:gd name="connsiteX290-15109" fmla="*/ 1582846 w 3031520"/>
                <a:gd name="connsiteY290-15110" fmla="*/ 804182 h 1160647"/>
                <a:gd name="connsiteX291-15111" fmla="*/ 1592182 w 3031520"/>
                <a:gd name="connsiteY291-15112" fmla="*/ 805087 h 1160647"/>
                <a:gd name="connsiteX292-15113" fmla="*/ 1605140 w 3031520"/>
                <a:gd name="connsiteY292-15114" fmla="*/ 805087 h 1160647"/>
                <a:gd name="connsiteX293-15115" fmla="*/ 1605140 w 3031520"/>
                <a:gd name="connsiteY293-15116" fmla="*/ 789049 h 1160647"/>
                <a:gd name="connsiteX294-15117" fmla="*/ 1673096 w 3031520"/>
                <a:gd name="connsiteY294-15118" fmla="*/ 789049 h 1160647"/>
                <a:gd name="connsiteX295-15119" fmla="*/ 1673096 w 3031520"/>
                <a:gd name="connsiteY295-15120" fmla="*/ 703796 h 1160647"/>
                <a:gd name="connsiteX296-15121" fmla="*/ 1745104 w 3031520"/>
                <a:gd name="connsiteY296-15122" fmla="*/ 703796 h 1160647"/>
                <a:gd name="connsiteX297-15123" fmla="*/ 1745104 w 3031520"/>
                <a:gd name="connsiteY297-15124" fmla="*/ 782564 h 1160647"/>
                <a:gd name="connsiteX298-15125" fmla="*/ 1747008 w 3031520"/>
                <a:gd name="connsiteY298-15126" fmla="*/ 782564 h 1160647"/>
                <a:gd name="connsiteX299-15127" fmla="*/ 1748250 w 3031520"/>
                <a:gd name="connsiteY299-15128" fmla="*/ 805087 h 1160647"/>
                <a:gd name="connsiteX300-15129" fmla="*/ 1757926 w 3031520"/>
                <a:gd name="connsiteY300-15130" fmla="*/ 805087 h 1160647"/>
                <a:gd name="connsiteX301-15131" fmla="*/ 1759168 w 3031520"/>
                <a:gd name="connsiteY301-15132" fmla="*/ 782564 h 1160647"/>
                <a:gd name="connsiteX302-15133" fmla="*/ 1765248 w 3031520"/>
                <a:gd name="connsiteY302-15134" fmla="*/ 782564 h 1160647"/>
                <a:gd name="connsiteX303-15135" fmla="*/ 1766490 w 3031520"/>
                <a:gd name="connsiteY303-15136" fmla="*/ 805087 h 1160647"/>
                <a:gd name="connsiteX304-15137" fmla="*/ 1817112 w 3031520"/>
                <a:gd name="connsiteY304-15138" fmla="*/ 805087 h 1160647"/>
                <a:gd name="connsiteX305-15139" fmla="*/ 1817112 w 3031520"/>
                <a:gd name="connsiteY305-15140" fmla="*/ 642059 h 1160647"/>
                <a:gd name="connsiteX306-15141" fmla="*/ 2014439 w 3031520"/>
                <a:gd name="connsiteY306-15142" fmla="*/ 642059 h 1160647"/>
                <a:gd name="connsiteX307-15143" fmla="*/ 2014439 w 3031520"/>
                <a:gd name="connsiteY307-15144" fmla="*/ 805087 h 1160647"/>
                <a:gd name="connsiteX308-15145" fmla="*/ 2033136 w 3031520"/>
                <a:gd name="connsiteY308-15146" fmla="*/ 805087 h 1160647"/>
                <a:gd name="connsiteX309-15147" fmla="*/ 2033136 w 3031520"/>
                <a:gd name="connsiteY309-15148" fmla="*/ 722394 h 1160647"/>
                <a:gd name="connsiteX310-15149" fmla="*/ 2128256 w 3031520"/>
                <a:gd name="connsiteY310-15150" fmla="*/ 722394 h 1160647"/>
                <a:gd name="connsiteX311-15151" fmla="*/ 2140186 w 3031520"/>
                <a:gd name="connsiteY311-15152" fmla="*/ 404253 h 1160647"/>
                <a:gd name="connsiteX312-15153" fmla="*/ 2128026 w 3031520"/>
                <a:gd name="connsiteY312-15154" fmla="*/ 382635 h 1160647"/>
                <a:gd name="connsiteX313-15155" fmla="*/ 2121946 w 3031520"/>
                <a:gd name="connsiteY313-15156" fmla="*/ 378311 h 1160647"/>
                <a:gd name="connsiteX314-15157" fmla="*/ 2130053 w 3031520"/>
                <a:gd name="connsiteY314-15158" fmla="*/ 354532 h 1160647"/>
                <a:gd name="connsiteX315-15159" fmla="*/ 2130053 w 3031520"/>
                <a:gd name="connsiteY315-15160" fmla="*/ 337238 h 1160647"/>
                <a:gd name="connsiteX316-15161" fmla="*/ 2144240 w 3031520"/>
                <a:gd name="connsiteY316-15162" fmla="*/ 337238 h 1160647"/>
                <a:gd name="connsiteX317-15163" fmla="*/ 2144240 w 3031520"/>
                <a:gd name="connsiteY317-15164" fmla="*/ 315620 h 1160647"/>
                <a:gd name="connsiteX318-15165" fmla="*/ 2146266 w 3031520"/>
                <a:gd name="connsiteY318-15166" fmla="*/ 311296 h 1160647"/>
                <a:gd name="connsiteX319-15167" fmla="*/ 2146266 w 3031520"/>
                <a:gd name="connsiteY319-15168" fmla="*/ 233472 h 1160647"/>
                <a:gd name="connsiteX320-15169" fmla="*/ 2144240 w 3031520"/>
                <a:gd name="connsiteY320-15170" fmla="*/ 226987 h 1160647"/>
                <a:gd name="connsiteX321-15171" fmla="*/ 2150320 w 3031520"/>
                <a:gd name="connsiteY321-15172" fmla="*/ 220501 h 1160647"/>
                <a:gd name="connsiteX322-15173" fmla="*/ 2150320 w 3031520"/>
                <a:gd name="connsiteY322-15174" fmla="*/ 162133 h 1160647"/>
                <a:gd name="connsiteX323-15175" fmla="*/ 2152346 w 3031520"/>
                <a:gd name="connsiteY323-15176" fmla="*/ 157810 h 1160647"/>
                <a:gd name="connsiteX324-15177" fmla="*/ 2152346 w 3031520"/>
                <a:gd name="connsiteY324-15178" fmla="*/ 101604 h 1160647"/>
                <a:gd name="connsiteX325-15179" fmla="*/ 2154373 w 3031520"/>
                <a:gd name="connsiteY325-15180" fmla="*/ 82148 h 1160647"/>
                <a:gd name="connsiteX326-15181" fmla="*/ 2158427 w 3031520"/>
                <a:gd name="connsiteY326-15182" fmla="*/ 99442 h 1160647"/>
                <a:gd name="connsiteX327-15183" fmla="*/ 2160453 w 3031520"/>
                <a:gd name="connsiteY327-15184" fmla="*/ 157810 h 1160647"/>
                <a:gd name="connsiteX328-15185" fmla="*/ 2162480 w 3031520"/>
                <a:gd name="connsiteY328-15186" fmla="*/ 220501 h 1160647"/>
                <a:gd name="connsiteX329-15187" fmla="*/ 2168560 w 3031520"/>
                <a:gd name="connsiteY329-15188" fmla="*/ 226987 h 1160647"/>
                <a:gd name="connsiteX330-15189" fmla="*/ 2166533 w 3031520"/>
                <a:gd name="connsiteY330-15190" fmla="*/ 233472 h 1160647"/>
                <a:gd name="connsiteX331-15191" fmla="*/ 2166533 w 3031520"/>
                <a:gd name="connsiteY331-15192" fmla="*/ 311296 h 1160647"/>
                <a:gd name="connsiteX332-15193" fmla="*/ 2168560 w 3031520"/>
                <a:gd name="connsiteY332-15194" fmla="*/ 315620 h 1160647"/>
                <a:gd name="connsiteX333-15195" fmla="*/ 2168560 w 3031520"/>
                <a:gd name="connsiteY333-15196" fmla="*/ 337238 h 1160647"/>
                <a:gd name="connsiteX334-15197" fmla="*/ 2182747 w 3031520"/>
                <a:gd name="connsiteY334-15198" fmla="*/ 337238 h 1160647"/>
                <a:gd name="connsiteX335-15199" fmla="*/ 2182747 w 3031520"/>
                <a:gd name="connsiteY335-15200" fmla="*/ 354532 h 1160647"/>
                <a:gd name="connsiteX336-15201" fmla="*/ 2190854 w 3031520"/>
                <a:gd name="connsiteY336-15202" fmla="*/ 378311 h 1160647"/>
                <a:gd name="connsiteX337-15203" fmla="*/ 2184774 w 3031520"/>
                <a:gd name="connsiteY337-15204" fmla="*/ 382635 h 1160647"/>
                <a:gd name="connsiteX338-15205" fmla="*/ 2172613 w 3031520"/>
                <a:gd name="connsiteY338-15206" fmla="*/ 404253 h 1160647"/>
                <a:gd name="connsiteX339-15207" fmla="*/ 2180720 w 3031520"/>
                <a:gd name="connsiteY339-15208" fmla="*/ 657181 h 1160647"/>
                <a:gd name="connsiteX340-15209" fmla="*/ 2245574 w 3031520"/>
                <a:gd name="connsiteY340-15210" fmla="*/ 657181 h 1160647"/>
                <a:gd name="connsiteX341-15211" fmla="*/ 2245574 w 3031520"/>
                <a:gd name="connsiteY341-15212" fmla="*/ 732843 h 1160647"/>
                <a:gd name="connsiteX342-15213" fmla="*/ 2253681 w 3031520"/>
                <a:gd name="connsiteY342-15214" fmla="*/ 732843 h 1160647"/>
                <a:gd name="connsiteX343-15215" fmla="*/ 2255708 w 3031520"/>
                <a:gd name="connsiteY343-15216" fmla="*/ 726358 h 1160647"/>
                <a:gd name="connsiteX344-15217" fmla="*/ 2261788 w 3031520"/>
                <a:gd name="connsiteY344-15218" fmla="*/ 726358 h 1160647"/>
                <a:gd name="connsiteX345-15219" fmla="*/ 2263815 w 3031520"/>
                <a:gd name="connsiteY345-15220" fmla="*/ 735005 h 1160647"/>
                <a:gd name="connsiteX346-15221" fmla="*/ 2275975 w 3031520"/>
                <a:gd name="connsiteY346-15222" fmla="*/ 735005 h 1160647"/>
                <a:gd name="connsiteX347-15223" fmla="*/ 2275975 w 3031520"/>
                <a:gd name="connsiteY347-15224" fmla="*/ 728519 h 1160647"/>
                <a:gd name="connsiteX348-15225" fmla="*/ 2298268 w 3031520"/>
                <a:gd name="connsiteY348-15226" fmla="*/ 728519 h 1160647"/>
                <a:gd name="connsiteX349-15227" fmla="*/ 2298268 w 3031520"/>
                <a:gd name="connsiteY349-15228" fmla="*/ 735005 h 1160647"/>
                <a:gd name="connsiteX350-15229" fmla="*/ 2318535 w 3031520"/>
                <a:gd name="connsiteY350-15230" fmla="*/ 735005 h 1160647"/>
                <a:gd name="connsiteX351-15231" fmla="*/ 2318535 w 3031520"/>
                <a:gd name="connsiteY351-15232" fmla="*/ 780402 h 1160647"/>
                <a:gd name="connsiteX352-15233" fmla="*/ 2332722 w 3031520"/>
                <a:gd name="connsiteY352-15234" fmla="*/ 780402 h 1160647"/>
                <a:gd name="connsiteX353-15235" fmla="*/ 2332722 w 3031520"/>
                <a:gd name="connsiteY353-15236" fmla="*/ 767431 h 1160647"/>
                <a:gd name="connsiteX354-15237" fmla="*/ 2348936 w 3031520"/>
                <a:gd name="connsiteY354-15238" fmla="*/ 767431 h 1160647"/>
                <a:gd name="connsiteX355-15239" fmla="*/ 2348936 w 3031520"/>
                <a:gd name="connsiteY355-15240" fmla="*/ 588004 h 1160647"/>
                <a:gd name="connsiteX356-15241" fmla="*/ 2355016 w 3031520"/>
                <a:gd name="connsiteY356-15242" fmla="*/ 581518 h 1160647"/>
                <a:gd name="connsiteX357-15243" fmla="*/ 2427977 w 3031520"/>
                <a:gd name="connsiteY357-15244" fmla="*/ 581518 h 1160647"/>
                <a:gd name="connsiteX358-15245" fmla="*/ 2427977 w 3031520"/>
                <a:gd name="connsiteY358-15246" fmla="*/ 590166 h 1160647"/>
                <a:gd name="connsiteX359-15247" fmla="*/ 2438110 w 3031520"/>
                <a:gd name="connsiteY359-15248" fmla="*/ 590166 h 1160647"/>
                <a:gd name="connsiteX360-15249" fmla="*/ 2438110 w 3031520"/>
                <a:gd name="connsiteY360-15250" fmla="*/ 704740 h 1160647"/>
                <a:gd name="connsiteX361-15251" fmla="*/ 2460404 w 3031520"/>
                <a:gd name="connsiteY361-15252" fmla="*/ 704740 h 1160647"/>
                <a:gd name="connsiteX362-15253" fmla="*/ 2460404 w 3031520"/>
                <a:gd name="connsiteY362-15254" fmla="*/ 637725 h 1160647"/>
                <a:gd name="connsiteX363-15255" fmla="*/ 2486751 w 3031520"/>
                <a:gd name="connsiteY363-15256" fmla="*/ 637725 h 1160647"/>
                <a:gd name="connsiteX364-15257" fmla="*/ 2490804 w 3031520"/>
                <a:gd name="connsiteY364-15258" fmla="*/ 633401 h 1160647"/>
                <a:gd name="connsiteX365-15259" fmla="*/ 2498911 w 3031520"/>
                <a:gd name="connsiteY365-15260" fmla="*/ 633401 h 1160647"/>
                <a:gd name="connsiteX366-15261" fmla="*/ 2502964 w 3031520"/>
                <a:gd name="connsiteY366-15262" fmla="*/ 637725 h 1160647"/>
                <a:gd name="connsiteX367-15263" fmla="*/ 2525258 w 3031520"/>
                <a:gd name="connsiteY367-15264" fmla="*/ 637725 h 1160647"/>
                <a:gd name="connsiteX368-15265" fmla="*/ 2525258 w 3031520"/>
                <a:gd name="connsiteY368-15266" fmla="*/ 520989 h 1160647"/>
                <a:gd name="connsiteX369-15267" fmla="*/ 2582005 w 3031520"/>
                <a:gd name="connsiteY369-15268" fmla="*/ 510180 h 1160647"/>
                <a:gd name="connsiteX370-15269" fmla="*/ 2582005 w 3031520"/>
                <a:gd name="connsiteY370-15270" fmla="*/ 511261 h 1160647"/>
                <a:gd name="connsiteX371-15271" fmla="*/ 2582005 w 3031520"/>
                <a:gd name="connsiteY371-15272" fmla="*/ 518827 h 1160647"/>
                <a:gd name="connsiteX372-15273" fmla="*/ 2608352 w 3031520"/>
                <a:gd name="connsiteY372-15274" fmla="*/ 518827 h 1160647"/>
                <a:gd name="connsiteX373-15275" fmla="*/ 2608352 w 3031520"/>
                <a:gd name="connsiteY373-15276" fmla="*/ 773917 h 1160647"/>
                <a:gd name="connsiteX374-15277" fmla="*/ 2630646 w 3031520"/>
                <a:gd name="connsiteY374-15278" fmla="*/ 773917 h 1160647"/>
                <a:gd name="connsiteX375-15279" fmla="*/ 2630646 w 3031520"/>
                <a:gd name="connsiteY375-15280" fmla="*/ 769593 h 1160647"/>
                <a:gd name="connsiteX376-15281" fmla="*/ 2642806 w 3031520"/>
                <a:gd name="connsiteY376-15282" fmla="*/ 769593 h 1160647"/>
                <a:gd name="connsiteX377-15283" fmla="*/ 2642806 w 3031520"/>
                <a:gd name="connsiteY377-15284" fmla="*/ 773917 h 1160647"/>
                <a:gd name="connsiteX378-15285" fmla="*/ 2667126 w 3031520"/>
                <a:gd name="connsiteY378-15286" fmla="*/ 773917 h 1160647"/>
                <a:gd name="connsiteX379-15287" fmla="*/ 2667126 w 3031520"/>
                <a:gd name="connsiteY379-15288" fmla="*/ 760946 h 1160647"/>
                <a:gd name="connsiteX380-15289" fmla="*/ 2695500 w 3031520"/>
                <a:gd name="connsiteY380-15290" fmla="*/ 760946 h 1160647"/>
                <a:gd name="connsiteX381-15291" fmla="*/ 2707660 w 3031520"/>
                <a:gd name="connsiteY381-15292" fmla="*/ 756622 h 1160647"/>
                <a:gd name="connsiteX382-15293" fmla="*/ 2727927 w 3031520"/>
                <a:gd name="connsiteY382-15294" fmla="*/ 760946 h 1160647"/>
                <a:gd name="connsiteX383-15295" fmla="*/ 2727927 w 3031520"/>
                <a:gd name="connsiteY383-15296" fmla="*/ 743652 h 1160647"/>
                <a:gd name="connsiteX384-15297" fmla="*/ 2736034 w 3031520"/>
                <a:gd name="connsiteY384-15298" fmla="*/ 743652 h 1160647"/>
                <a:gd name="connsiteX385-15299" fmla="*/ 2736034 w 3031520"/>
                <a:gd name="connsiteY385-15300" fmla="*/ 730681 h 1160647"/>
                <a:gd name="connsiteX386-15301" fmla="*/ 2792781 w 3031520"/>
                <a:gd name="connsiteY386-15302" fmla="*/ 730681 h 1160647"/>
                <a:gd name="connsiteX387-15303" fmla="*/ 2792781 w 3031520"/>
                <a:gd name="connsiteY387-15304" fmla="*/ 700416 h 1160647"/>
                <a:gd name="connsiteX388-15305" fmla="*/ 2811021 w 3031520"/>
                <a:gd name="connsiteY388-15306" fmla="*/ 700416 h 1160647"/>
                <a:gd name="connsiteX389-15307" fmla="*/ 2811021 w 3031520"/>
                <a:gd name="connsiteY389-15308" fmla="*/ 693931 h 1160647"/>
                <a:gd name="connsiteX390-15309" fmla="*/ 2823181 w 3031520"/>
                <a:gd name="connsiteY390-15310" fmla="*/ 693931 h 1160647"/>
                <a:gd name="connsiteX391-15311" fmla="*/ 2823181 w 3031520"/>
                <a:gd name="connsiteY391-15312" fmla="*/ 700416 h 1160647"/>
                <a:gd name="connsiteX392-15313" fmla="*/ 2839395 w 3031520"/>
                <a:gd name="connsiteY392-15314" fmla="*/ 700416 h 1160647"/>
                <a:gd name="connsiteX393-15315" fmla="*/ 2839395 w 3031520"/>
                <a:gd name="connsiteY393-15316" fmla="*/ 750137 h 1160647"/>
                <a:gd name="connsiteX394-15317" fmla="*/ 2871822 w 3031520"/>
                <a:gd name="connsiteY394-15318" fmla="*/ 750137 h 1160647"/>
                <a:gd name="connsiteX395-15319" fmla="*/ 2871822 w 3031520"/>
                <a:gd name="connsiteY395-15320" fmla="*/ 724196 h 1160647"/>
                <a:gd name="connsiteX396-15321" fmla="*/ 2910329 w 3031520"/>
                <a:gd name="connsiteY396-15322" fmla="*/ 724196 h 1160647"/>
                <a:gd name="connsiteX397-15323" fmla="*/ 2910329 w 3031520"/>
                <a:gd name="connsiteY397-15324" fmla="*/ 693931 h 1160647"/>
                <a:gd name="connsiteX398-15325" fmla="*/ 2958970 w 3031520"/>
                <a:gd name="connsiteY398-15326" fmla="*/ 693931 h 1160647"/>
                <a:gd name="connsiteX399-15327" fmla="*/ 2958970 w 3031520"/>
                <a:gd name="connsiteY399-15328" fmla="*/ 805087 h 1160647"/>
                <a:gd name="connsiteX400-15329" fmla="*/ 2958970 w 3031520"/>
                <a:gd name="connsiteY400-15330" fmla="*/ 818866 h 1160647"/>
                <a:gd name="connsiteX401-15331" fmla="*/ 3031519 w 3031520"/>
                <a:gd name="connsiteY401-15332" fmla="*/ 818866 h 1160647"/>
                <a:gd name="connsiteX402-15333" fmla="*/ 3031520 w 3031520"/>
                <a:gd name="connsiteY402-15334" fmla="*/ 1160647 h 1160647"/>
                <a:gd name="connsiteX403-15335" fmla="*/ 2054 w 3031520"/>
                <a:gd name="connsiteY403-15336" fmla="*/ 1158314 h 1160647"/>
                <a:gd name="connsiteX404-15337" fmla="*/ 0 w 3031520"/>
                <a:gd name="connsiteY404-15338" fmla="*/ 724196 h 1160647"/>
                <a:gd name="connsiteX405-15339" fmla="*/ 20267 w 3031520"/>
                <a:gd name="connsiteY405-15340" fmla="*/ 724196 h 1160647"/>
                <a:gd name="connsiteX406-15341" fmla="*/ 20774 w 3031520"/>
                <a:gd name="connsiteY406-15342" fmla="*/ 723115 h 1160647"/>
                <a:gd name="connsiteX407-15343" fmla="*/ 24320 w 3031520"/>
                <a:gd name="connsiteY407-15344" fmla="*/ 715549 h 1160647"/>
                <a:gd name="connsiteX408-15345" fmla="*/ 26094 w 3031520"/>
                <a:gd name="connsiteY408-15346" fmla="*/ 715819 h 1160647"/>
                <a:gd name="connsiteX409-15347" fmla="*/ 38507 w 3031520"/>
                <a:gd name="connsiteY409-15348" fmla="*/ 717710 h 1160647"/>
                <a:gd name="connsiteX410-15349" fmla="*/ 39014 w 3031520"/>
                <a:gd name="connsiteY410-15350" fmla="*/ 719062 h 1160647"/>
                <a:gd name="connsiteX411-15351" fmla="*/ 42560 w 3031520"/>
                <a:gd name="connsiteY411-15352" fmla="*/ 728519 h 1160647"/>
                <a:gd name="connsiteX412-15353" fmla="*/ 68907 w 3031520"/>
                <a:gd name="connsiteY412-15354" fmla="*/ 730681 h 1160647"/>
                <a:gd name="connsiteX413-15355" fmla="*/ 68907 w 3031520"/>
                <a:gd name="connsiteY413-15356" fmla="*/ 607460 h 1160647"/>
                <a:gd name="connsiteX414-15357" fmla="*/ 70934 w 3031520"/>
                <a:gd name="connsiteY414-15358" fmla="*/ 607460 h 1160647"/>
                <a:gd name="connsiteX415-15359" fmla="*/ 85121 w 3031520"/>
                <a:gd name="connsiteY415-15360" fmla="*/ 607460 h 1160647"/>
                <a:gd name="connsiteX416-15361" fmla="*/ 85121 w 3031520"/>
                <a:gd name="connsiteY416-15362" fmla="*/ 471268 h 1160647"/>
                <a:gd name="connsiteX417-15363" fmla="*/ 86894 w 3031520"/>
                <a:gd name="connsiteY417-15364" fmla="*/ 471268 h 1160647"/>
                <a:gd name="connsiteX418-15365" fmla="*/ 99308 w 3031520"/>
                <a:gd name="connsiteY418-15366" fmla="*/ 471268 h 1160647"/>
                <a:gd name="connsiteX419-15367" fmla="*/ 99308 w 3031520"/>
                <a:gd name="connsiteY419-15368" fmla="*/ 356694 h 1160647"/>
                <a:gd name="connsiteX420-15369" fmla="*/ 103361 w 3031520"/>
                <a:gd name="connsiteY420-15370" fmla="*/ 328590 h 1160647"/>
                <a:gd name="connsiteX421-15371" fmla="*/ 105388 w 3031520"/>
                <a:gd name="connsiteY421-15372" fmla="*/ 328590 h 1160647"/>
                <a:gd name="connsiteX422-15373" fmla="*/ 119575 w 3031520"/>
                <a:gd name="connsiteY422-15374" fmla="*/ 328590 h 1160647"/>
                <a:gd name="connsiteX423-15375" fmla="*/ 156055 w 3031520"/>
                <a:gd name="connsiteY423-15376" fmla="*/ 246443 h 1160647"/>
                <a:gd name="connsiteX424-15377" fmla="*/ 160109 w 3031520"/>
                <a:gd name="connsiteY424-15378" fmla="*/ 0 h 1160647"/>
                <a:gd name="connsiteX0-15379" fmla="*/ 160109 w 3032161"/>
                <a:gd name="connsiteY0-15380" fmla="*/ 0 h 1160647"/>
                <a:gd name="connsiteX1-15381" fmla="*/ 162135 w 3032161"/>
                <a:gd name="connsiteY1-15382" fmla="*/ 246443 h 1160647"/>
                <a:gd name="connsiteX2-15383" fmla="*/ 200642 w 3032161"/>
                <a:gd name="connsiteY2-15384" fmla="*/ 326429 h 1160647"/>
                <a:gd name="connsiteX3-15385" fmla="*/ 202669 w 3032161"/>
                <a:gd name="connsiteY3-15386" fmla="*/ 326429 h 1160647"/>
                <a:gd name="connsiteX4-15387" fmla="*/ 216856 w 3032161"/>
                <a:gd name="connsiteY4-15388" fmla="*/ 326429 h 1160647"/>
                <a:gd name="connsiteX5-15389" fmla="*/ 216856 w 3032161"/>
                <a:gd name="connsiteY5-15390" fmla="*/ 350208 h 1160647"/>
                <a:gd name="connsiteX6-15391" fmla="*/ 217363 w 3032161"/>
                <a:gd name="connsiteY6-15392" fmla="*/ 351019 h 1160647"/>
                <a:gd name="connsiteX7-15393" fmla="*/ 220909 w 3032161"/>
                <a:gd name="connsiteY7-15394" fmla="*/ 356694 h 1160647"/>
                <a:gd name="connsiteX8-15395" fmla="*/ 220909 w 3032161"/>
                <a:gd name="connsiteY8-15396" fmla="*/ 471268 h 1160647"/>
                <a:gd name="connsiteX9-15397" fmla="*/ 223189 w 3032161"/>
                <a:gd name="connsiteY9-15398" fmla="*/ 471268 h 1160647"/>
                <a:gd name="connsiteX10-15399" fmla="*/ 239150 w 3032161"/>
                <a:gd name="connsiteY10-15400" fmla="*/ 471268 h 1160647"/>
                <a:gd name="connsiteX11-15401" fmla="*/ 239150 w 3032161"/>
                <a:gd name="connsiteY11-15402" fmla="*/ 611783 h 1160647"/>
                <a:gd name="connsiteX12-15403" fmla="*/ 240670 w 3032161"/>
                <a:gd name="connsiteY12-15404" fmla="*/ 611513 h 1160647"/>
                <a:gd name="connsiteX13-15405" fmla="*/ 251310 w 3032161"/>
                <a:gd name="connsiteY13-15406" fmla="*/ 609622 h 1160647"/>
                <a:gd name="connsiteX14-15407" fmla="*/ 249283 w 3032161"/>
                <a:gd name="connsiteY14-15408" fmla="*/ 698254 h 1160647"/>
                <a:gd name="connsiteX15-15409" fmla="*/ 250803 w 3032161"/>
                <a:gd name="connsiteY15-15410" fmla="*/ 698525 h 1160647"/>
                <a:gd name="connsiteX16-15411" fmla="*/ 261443 w 3032161"/>
                <a:gd name="connsiteY16-15412" fmla="*/ 700416 h 1160647"/>
                <a:gd name="connsiteX17-15413" fmla="*/ 261696 w 3032161"/>
                <a:gd name="connsiteY17-15414" fmla="*/ 701227 h 1160647"/>
                <a:gd name="connsiteX18-15415" fmla="*/ 263470 w 3032161"/>
                <a:gd name="connsiteY18-15416" fmla="*/ 706902 h 1160647"/>
                <a:gd name="connsiteX19-15417" fmla="*/ 264230 w 3032161"/>
                <a:gd name="connsiteY19-15418" fmla="*/ 704470 h 1160647"/>
                <a:gd name="connsiteX20-15419" fmla="*/ 269550 w 3032161"/>
                <a:gd name="connsiteY20-15420" fmla="*/ 687446 h 1160647"/>
                <a:gd name="connsiteX21-15421" fmla="*/ 271323 w 3032161"/>
                <a:gd name="connsiteY21-15422" fmla="*/ 687446 h 1160647"/>
                <a:gd name="connsiteX22-15423" fmla="*/ 283737 w 3032161"/>
                <a:gd name="connsiteY22-15424" fmla="*/ 687446 h 1160647"/>
                <a:gd name="connsiteX23-15425" fmla="*/ 283737 w 3032161"/>
                <a:gd name="connsiteY23-15426" fmla="*/ 719872 h 1160647"/>
                <a:gd name="connsiteX24-15427" fmla="*/ 284750 w 3032161"/>
                <a:gd name="connsiteY24-15428" fmla="*/ 720413 h 1160647"/>
                <a:gd name="connsiteX25-15429" fmla="*/ 291844 w 3032161"/>
                <a:gd name="connsiteY25-15430" fmla="*/ 724196 h 1160647"/>
                <a:gd name="connsiteX26-15431" fmla="*/ 291844 w 3032161"/>
                <a:gd name="connsiteY26-15432" fmla="*/ 725547 h 1160647"/>
                <a:gd name="connsiteX27-15433" fmla="*/ 291844 w 3032161"/>
                <a:gd name="connsiteY27-15434" fmla="*/ 735005 h 1160647"/>
                <a:gd name="connsiteX28-15435" fmla="*/ 336431 w 3032161"/>
                <a:gd name="connsiteY28-15436" fmla="*/ 735005 h 1160647"/>
                <a:gd name="connsiteX29-15437" fmla="*/ 336431 w 3032161"/>
                <a:gd name="connsiteY29-15438" fmla="*/ 736086 h 1160647"/>
                <a:gd name="connsiteX30-15439" fmla="*/ 336431 w 3032161"/>
                <a:gd name="connsiteY30-15440" fmla="*/ 743652 h 1160647"/>
                <a:gd name="connsiteX31-15441" fmla="*/ 338457 w 3032161"/>
                <a:gd name="connsiteY31-15442" fmla="*/ 743652 h 1160647"/>
                <a:gd name="connsiteX32-15443" fmla="*/ 352644 w 3032161"/>
                <a:gd name="connsiteY32-15444" fmla="*/ 743652 h 1160647"/>
                <a:gd name="connsiteX33-15445" fmla="*/ 352644 w 3032161"/>
                <a:gd name="connsiteY33-15446" fmla="*/ 713387 h 1160647"/>
                <a:gd name="connsiteX34-15447" fmla="*/ 397231 w 3032161"/>
                <a:gd name="connsiteY34-15448" fmla="*/ 713387 h 1160647"/>
                <a:gd name="connsiteX35-15449" fmla="*/ 397231 w 3032161"/>
                <a:gd name="connsiteY35-15450" fmla="*/ 712036 h 1160647"/>
                <a:gd name="connsiteX36-15451" fmla="*/ 397231 w 3032161"/>
                <a:gd name="connsiteY36-15452" fmla="*/ 702578 h 1160647"/>
                <a:gd name="connsiteX37-15453" fmla="*/ 398245 w 3032161"/>
                <a:gd name="connsiteY37-15454" fmla="*/ 702578 h 1160647"/>
                <a:gd name="connsiteX38-15455" fmla="*/ 405338 w 3032161"/>
                <a:gd name="connsiteY38-15456" fmla="*/ 702578 h 1160647"/>
                <a:gd name="connsiteX39-15457" fmla="*/ 405338 w 3032161"/>
                <a:gd name="connsiteY39-15458" fmla="*/ 700687 h 1160647"/>
                <a:gd name="connsiteX40-15459" fmla="*/ 405338 w 3032161"/>
                <a:gd name="connsiteY40-15460" fmla="*/ 687446 h 1160647"/>
                <a:gd name="connsiteX41-15461" fmla="*/ 406098 w 3032161"/>
                <a:gd name="connsiteY41-15462" fmla="*/ 687446 h 1160647"/>
                <a:gd name="connsiteX42-15463" fmla="*/ 411418 w 3032161"/>
                <a:gd name="connsiteY42-15464" fmla="*/ 687446 h 1160647"/>
                <a:gd name="connsiteX43-15465" fmla="*/ 411418 w 3032161"/>
                <a:gd name="connsiteY43-15466" fmla="*/ 686365 h 1160647"/>
                <a:gd name="connsiteX44-15467" fmla="*/ 411418 w 3032161"/>
                <a:gd name="connsiteY44-15468" fmla="*/ 678798 h 1160647"/>
                <a:gd name="connsiteX45-15469" fmla="*/ 413445 w 3032161"/>
                <a:gd name="connsiteY45-15470" fmla="*/ 678798 h 1160647"/>
                <a:gd name="connsiteX46-15471" fmla="*/ 427632 w 3032161"/>
                <a:gd name="connsiteY46-15472" fmla="*/ 678798 h 1160647"/>
                <a:gd name="connsiteX47-15473" fmla="*/ 427632 w 3032161"/>
                <a:gd name="connsiteY47-15474" fmla="*/ 679879 h 1160647"/>
                <a:gd name="connsiteX48-15475" fmla="*/ 427632 w 3032161"/>
                <a:gd name="connsiteY48-15476" fmla="*/ 687446 h 1160647"/>
                <a:gd name="connsiteX49-15477" fmla="*/ 449925 w 3032161"/>
                <a:gd name="connsiteY49-15478" fmla="*/ 687446 h 1160647"/>
                <a:gd name="connsiteX50-15479" fmla="*/ 449925 w 3032161"/>
                <a:gd name="connsiteY50-15480" fmla="*/ 685554 h 1160647"/>
                <a:gd name="connsiteX51-15481" fmla="*/ 449925 w 3032161"/>
                <a:gd name="connsiteY51-15482" fmla="*/ 672313 h 1160647"/>
                <a:gd name="connsiteX52-15483" fmla="*/ 451699 w 3032161"/>
                <a:gd name="connsiteY52-15484" fmla="*/ 672313 h 1160647"/>
                <a:gd name="connsiteX53-15485" fmla="*/ 464112 w 3032161"/>
                <a:gd name="connsiteY53-15486" fmla="*/ 672313 h 1160647"/>
                <a:gd name="connsiteX54-15487" fmla="*/ 464112 w 3032161"/>
                <a:gd name="connsiteY54-15488" fmla="*/ 696093 h 1160647"/>
                <a:gd name="connsiteX55-15489" fmla="*/ 465126 w 3032161"/>
                <a:gd name="connsiteY55-15490" fmla="*/ 696093 h 1160647"/>
                <a:gd name="connsiteX56-15491" fmla="*/ 472219 w 3032161"/>
                <a:gd name="connsiteY56-15492" fmla="*/ 696093 h 1160647"/>
                <a:gd name="connsiteX57-15493" fmla="*/ 472219 w 3032161"/>
                <a:gd name="connsiteY57-15494" fmla="*/ 695012 h 1160647"/>
                <a:gd name="connsiteX58-15495" fmla="*/ 472219 w 3032161"/>
                <a:gd name="connsiteY58-15496" fmla="*/ 687446 h 1160647"/>
                <a:gd name="connsiteX59-15497" fmla="*/ 473992 w 3032161"/>
                <a:gd name="connsiteY59-15498" fmla="*/ 687446 h 1160647"/>
                <a:gd name="connsiteX60-15499" fmla="*/ 486406 w 3032161"/>
                <a:gd name="connsiteY60-15500" fmla="*/ 687446 h 1160647"/>
                <a:gd name="connsiteX61-15501" fmla="*/ 486406 w 3032161"/>
                <a:gd name="connsiteY61-15502" fmla="*/ 713387 h 1160647"/>
                <a:gd name="connsiteX62-15503" fmla="*/ 488433 w 3032161"/>
                <a:gd name="connsiteY62-15504" fmla="*/ 713387 h 1160647"/>
                <a:gd name="connsiteX63-15505" fmla="*/ 502619 w 3032161"/>
                <a:gd name="connsiteY63-15506" fmla="*/ 713387 h 1160647"/>
                <a:gd name="connsiteX64-15507" fmla="*/ 502619 w 3032161"/>
                <a:gd name="connsiteY64-15508" fmla="*/ 715008 h 1160647"/>
                <a:gd name="connsiteX65-15509" fmla="*/ 502619 w 3032161"/>
                <a:gd name="connsiteY65-15510" fmla="*/ 726358 h 1160647"/>
                <a:gd name="connsiteX66-15511" fmla="*/ 503379 w 3032161"/>
                <a:gd name="connsiteY66-15512" fmla="*/ 726358 h 1160647"/>
                <a:gd name="connsiteX67-15513" fmla="*/ 508700 w 3032161"/>
                <a:gd name="connsiteY67-15514" fmla="*/ 726358 h 1160647"/>
                <a:gd name="connsiteX68-15515" fmla="*/ 508700 w 3032161"/>
                <a:gd name="connsiteY68-15516" fmla="*/ 725547 h 1160647"/>
                <a:gd name="connsiteX69-15517" fmla="*/ 508700 w 3032161"/>
                <a:gd name="connsiteY69-15518" fmla="*/ 719872 h 1160647"/>
                <a:gd name="connsiteX70-15519" fmla="*/ 539100 w 3032161"/>
                <a:gd name="connsiteY70-15520" fmla="*/ 719872 h 1160647"/>
                <a:gd name="connsiteX71-15521" fmla="*/ 539100 w 3032161"/>
                <a:gd name="connsiteY71-15522" fmla="*/ 743652 h 1160647"/>
                <a:gd name="connsiteX72-15523" fmla="*/ 540113 w 3032161"/>
                <a:gd name="connsiteY72-15524" fmla="*/ 743652 h 1160647"/>
                <a:gd name="connsiteX73-15525" fmla="*/ 547207 w 3032161"/>
                <a:gd name="connsiteY73-15526" fmla="*/ 743652 h 1160647"/>
                <a:gd name="connsiteX74-15527" fmla="*/ 547207 w 3032161"/>
                <a:gd name="connsiteY74-15528" fmla="*/ 744733 h 1160647"/>
                <a:gd name="connsiteX75-15529" fmla="*/ 547207 w 3032161"/>
                <a:gd name="connsiteY75-15530" fmla="*/ 752299 h 1160647"/>
                <a:gd name="connsiteX76-15531" fmla="*/ 547967 w 3032161"/>
                <a:gd name="connsiteY76-15532" fmla="*/ 752299 h 1160647"/>
                <a:gd name="connsiteX77-15533" fmla="*/ 553287 w 3032161"/>
                <a:gd name="connsiteY77-15534" fmla="*/ 752299 h 1160647"/>
                <a:gd name="connsiteX78-15535" fmla="*/ 553287 w 3032161"/>
                <a:gd name="connsiteY78-15536" fmla="*/ 750137 h 1160647"/>
                <a:gd name="connsiteX79-15537" fmla="*/ 553287 w 3032161"/>
                <a:gd name="connsiteY79-15538" fmla="*/ 735005 h 1160647"/>
                <a:gd name="connsiteX80-15539" fmla="*/ 554300 w 3032161"/>
                <a:gd name="connsiteY80-15540" fmla="*/ 735005 h 1160647"/>
                <a:gd name="connsiteX81-15541" fmla="*/ 561394 w 3032161"/>
                <a:gd name="connsiteY81-15542" fmla="*/ 735005 h 1160647"/>
                <a:gd name="connsiteX82-15543" fmla="*/ 561394 w 3032161"/>
                <a:gd name="connsiteY82-15544" fmla="*/ 736086 h 1160647"/>
                <a:gd name="connsiteX83-15545" fmla="*/ 561394 w 3032161"/>
                <a:gd name="connsiteY83-15546" fmla="*/ 743652 h 1160647"/>
                <a:gd name="connsiteX84-15547" fmla="*/ 566714 w 3032161"/>
                <a:gd name="connsiteY84-15548" fmla="*/ 741659 h 1160647"/>
                <a:gd name="connsiteX85-15549" fmla="*/ 567474 w 3032161"/>
                <a:gd name="connsiteY85-15550" fmla="*/ 740679 h 1160647"/>
                <a:gd name="connsiteX86-15551" fmla="*/ 567474 w 3032161"/>
                <a:gd name="connsiteY86-15552" fmla="*/ 735005 h 1160647"/>
                <a:gd name="connsiteX87-15553" fmla="*/ 605981 w 3032161"/>
                <a:gd name="connsiteY87-15554" fmla="*/ 735005 h 1160647"/>
                <a:gd name="connsiteX88-15555" fmla="*/ 605981 w 3032161"/>
                <a:gd name="connsiteY88-15556" fmla="*/ 758784 h 1160647"/>
                <a:gd name="connsiteX89-15557" fmla="*/ 608007 w 3032161"/>
                <a:gd name="connsiteY89-15558" fmla="*/ 758784 h 1160647"/>
                <a:gd name="connsiteX90-15559" fmla="*/ 622194 w 3032161"/>
                <a:gd name="connsiteY90-15560" fmla="*/ 758784 h 1160647"/>
                <a:gd name="connsiteX91-15561" fmla="*/ 622194 w 3032161"/>
                <a:gd name="connsiteY91-15562" fmla="*/ 759865 h 1160647"/>
                <a:gd name="connsiteX92-15563" fmla="*/ 622194 w 3032161"/>
                <a:gd name="connsiteY92-15564" fmla="*/ 767431 h 1160647"/>
                <a:gd name="connsiteX93-15565" fmla="*/ 623968 w 3032161"/>
                <a:gd name="connsiteY93-15566" fmla="*/ 767431 h 1160647"/>
                <a:gd name="connsiteX94-15567" fmla="*/ 636381 w 3032161"/>
                <a:gd name="connsiteY94-15568" fmla="*/ 767431 h 1160647"/>
                <a:gd name="connsiteX95-15569" fmla="*/ 636381 w 3032161"/>
                <a:gd name="connsiteY95-15570" fmla="*/ 743652 h 1160647"/>
                <a:gd name="connsiteX96-15571" fmla="*/ 637394 w 3032161"/>
                <a:gd name="connsiteY96-15572" fmla="*/ 743652 h 1160647"/>
                <a:gd name="connsiteX97-15573" fmla="*/ 644488 w 3032161"/>
                <a:gd name="connsiteY97-15574" fmla="*/ 743652 h 1160647"/>
                <a:gd name="connsiteX98-15575" fmla="*/ 644488 w 3032161"/>
                <a:gd name="connsiteY98-15576" fmla="*/ 711225 h 1160647"/>
                <a:gd name="connsiteX99-15577" fmla="*/ 645501 w 3032161"/>
                <a:gd name="connsiteY99-15578" fmla="*/ 711225 h 1160647"/>
                <a:gd name="connsiteX100-15579" fmla="*/ 652595 w 3032161"/>
                <a:gd name="connsiteY100-15580" fmla="*/ 711225 h 1160647"/>
                <a:gd name="connsiteX101-15581" fmla="*/ 652595 w 3032161"/>
                <a:gd name="connsiteY101-15582" fmla="*/ 709334 h 1160647"/>
                <a:gd name="connsiteX102-15583" fmla="*/ 652595 w 3032161"/>
                <a:gd name="connsiteY102-15584" fmla="*/ 696093 h 1160647"/>
                <a:gd name="connsiteX103-15585" fmla="*/ 651328 w 3032161"/>
                <a:gd name="connsiteY103-15586" fmla="*/ 694471 h 1160647"/>
                <a:gd name="connsiteX104-15587" fmla="*/ 656648 w 3032161"/>
                <a:gd name="connsiteY104-15588" fmla="*/ 683122 h 1160647"/>
                <a:gd name="connsiteX105-15589" fmla="*/ 664755 w 3032161"/>
                <a:gd name="connsiteY105-15590" fmla="*/ 711225 h 1160647"/>
                <a:gd name="connsiteX106-15591" fmla="*/ 665515 w 3032161"/>
                <a:gd name="connsiteY106-15592" fmla="*/ 711225 h 1160647"/>
                <a:gd name="connsiteX107-15593" fmla="*/ 670835 w 3032161"/>
                <a:gd name="connsiteY107-15594" fmla="*/ 711225 h 1160647"/>
                <a:gd name="connsiteX108-15595" fmla="*/ 670835 w 3032161"/>
                <a:gd name="connsiteY108-15596" fmla="*/ 605298 h 1160647"/>
                <a:gd name="connsiteX109-15597" fmla="*/ 672355 w 3032161"/>
                <a:gd name="connsiteY109-15598" fmla="*/ 605298 h 1160647"/>
                <a:gd name="connsiteX110-15599" fmla="*/ 682995 w 3032161"/>
                <a:gd name="connsiteY110-15600" fmla="*/ 605298 h 1160647"/>
                <a:gd name="connsiteX111-15601" fmla="*/ 682995 w 3032161"/>
                <a:gd name="connsiteY111-15602" fmla="*/ 557739 h 1160647"/>
                <a:gd name="connsiteX112-15603" fmla="*/ 709342 w 3032161"/>
                <a:gd name="connsiteY112-15604" fmla="*/ 557739 h 1160647"/>
                <a:gd name="connsiteX113-15605" fmla="*/ 709342 w 3032161"/>
                <a:gd name="connsiteY113-15606" fmla="*/ 536121 h 1160647"/>
                <a:gd name="connsiteX114-15607" fmla="*/ 743796 w 3032161"/>
                <a:gd name="connsiteY114-15608" fmla="*/ 536121 h 1160647"/>
                <a:gd name="connsiteX115-15609" fmla="*/ 743796 w 3032161"/>
                <a:gd name="connsiteY115-15610" fmla="*/ 538553 h 1160647"/>
                <a:gd name="connsiteX116-15611" fmla="*/ 743796 w 3032161"/>
                <a:gd name="connsiteY116-15612" fmla="*/ 555577 h 1160647"/>
                <a:gd name="connsiteX117-15613" fmla="*/ 746076 w 3032161"/>
                <a:gd name="connsiteY117-15614" fmla="*/ 555577 h 1160647"/>
                <a:gd name="connsiteX118-15615" fmla="*/ 762036 w 3032161"/>
                <a:gd name="connsiteY118-15616" fmla="*/ 555577 h 1160647"/>
                <a:gd name="connsiteX119-15617" fmla="*/ 762036 w 3032161"/>
                <a:gd name="connsiteY119-15618" fmla="*/ 603136 h 1160647"/>
                <a:gd name="connsiteX120-15619" fmla="*/ 763049 w 3032161"/>
                <a:gd name="connsiteY120-15620" fmla="*/ 603136 h 1160647"/>
                <a:gd name="connsiteX121-15621" fmla="*/ 770143 w 3032161"/>
                <a:gd name="connsiteY121-15622" fmla="*/ 603136 h 1160647"/>
                <a:gd name="connsiteX122-15623" fmla="*/ 784330 w 3032161"/>
                <a:gd name="connsiteY122-15624" fmla="*/ 607460 h 1160647"/>
                <a:gd name="connsiteX123-15625" fmla="*/ 784330 w 3032161"/>
                <a:gd name="connsiteY123-15626" fmla="*/ 646372 h 1160647"/>
                <a:gd name="connsiteX124-15627" fmla="*/ 785343 w 3032161"/>
                <a:gd name="connsiteY124-15628" fmla="*/ 646372 h 1160647"/>
                <a:gd name="connsiteX125-15629" fmla="*/ 792436 w 3032161"/>
                <a:gd name="connsiteY125-15630" fmla="*/ 646372 h 1160647"/>
                <a:gd name="connsiteX126-15631" fmla="*/ 792436 w 3032161"/>
                <a:gd name="connsiteY126-15632" fmla="*/ 647993 h 1160647"/>
                <a:gd name="connsiteX127-15633" fmla="*/ 792436 w 3032161"/>
                <a:gd name="connsiteY127-15634" fmla="*/ 659342 h 1160647"/>
                <a:gd name="connsiteX128-15635" fmla="*/ 794463 w 3032161"/>
                <a:gd name="connsiteY128-15636" fmla="*/ 659342 h 1160647"/>
                <a:gd name="connsiteX129-15637" fmla="*/ 808650 w 3032161"/>
                <a:gd name="connsiteY129-15638" fmla="*/ 659342 h 1160647"/>
                <a:gd name="connsiteX130-15639" fmla="*/ 814730 w 3032161"/>
                <a:gd name="connsiteY130-15640" fmla="*/ 665828 h 1160647"/>
                <a:gd name="connsiteX131-15641" fmla="*/ 814730 w 3032161"/>
                <a:gd name="connsiteY131-15642" fmla="*/ 687446 h 1160647"/>
                <a:gd name="connsiteX132-15643" fmla="*/ 817010 w 3032161"/>
                <a:gd name="connsiteY132-15644" fmla="*/ 687446 h 1160647"/>
                <a:gd name="connsiteX133-15645" fmla="*/ 832970 w 3032161"/>
                <a:gd name="connsiteY133-15646" fmla="*/ 687446 h 1160647"/>
                <a:gd name="connsiteX134-15647" fmla="*/ 832970 w 3032161"/>
                <a:gd name="connsiteY134-15648" fmla="*/ 688526 h 1160647"/>
                <a:gd name="connsiteX135-15649" fmla="*/ 832970 w 3032161"/>
                <a:gd name="connsiteY135-15650" fmla="*/ 696093 h 1160647"/>
                <a:gd name="connsiteX136-15651" fmla="*/ 834237 w 3032161"/>
                <a:gd name="connsiteY136-15652" fmla="*/ 696093 h 1160647"/>
                <a:gd name="connsiteX137-15653" fmla="*/ 843104 w 3032161"/>
                <a:gd name="connsiteY137-15654" fmla="*/ 696093 h 1160647"/>
                <a:gd name="connsiteX138-15655" fmla="*/ 843104 w 3032161"/>
                <a:gd name="connsiteY138-15656" fmla="*/ 698254 h 1160647"/>
                <a:gd name="connsiteX139-15657" fmla="*/ 843104 w 3032161"/>
                <a:gd name="connsiteY139-15658" fmla="*/ 713387 h 1160647"/>
                <a:gd name="connsiteX140-15659" fmla="*/ 847157 w 3032161"/>
                <a:gd name="connsiteY140-15660" fmla="*/ 711495 h 1160647"/>
                <a:gd name="connsiteX141-15661" fmla="*/ 847157 w 3032161"/>
                <a:gd name="connsiteY141-15662" fmla="*/ 698254 h 1160647"/>
                <a:gd name="connsiteX142-15663" fmla="*/ 848170 w 3032161"/>
                <a:gd name="connsiteY142-15664" fmla="*/ 698254 h 1160647"/>
                <a:gd name="connsiteX143-15665" fmla="*/ 855264 w 3032161"/>
                <a:gd name="connsiteY143-15666" fmla="*/ 698254 h 1160647"/>
                <a:gd name="connsiteX144-15667" fmla="*/ 855264 w 3032161"/>
                <a:gd name="connsiteY144-15668" fmla="*/ 699876 h 1160647"/>
                <a:gd name="connsiteX145-15669" fmla="*/ 855264 w 3032161"/>
                <a:gd name="connsiteY145-15670" fmla="*/ 711225 h 1160647"/>
                <a:gd name="connsiteX146-15671" fmla="*/ 856024 w 3032161"/>
                <a:gd name="connsiteY146-15672" fmla="*/ 711225 h 1160647"/>
                <a:gd name="connsiteX147-15673" fmla="*/ 861344 w 3032161"/>
                <a:gd name="connsiteY147-15674" fmla="*/ 711225 h 1160647"/>
                <a:gd name="connsiteX148-15675" fmla="*/ 909984 w 3032161"/>
                <a:gd name="connsiteY148-15676" fmla="*/ 706902 h 1160647"/>
                <a:gd name="connsiteX149-15677" fmla="*/ 909984 w 3032161"/>
                <a:gd name="connsiteY149-15678" fmla="*/ 708253 h 1160647"/>
                <a:gd name="connsiteX150-15679" fmla="*/ 909984 w 3032161"/>
                <a:gd name="connsiteY150-15680" fmla="*/ 717710 h 1160647"/>
                <a:gd name="connsiteX151-15681" fmla="*/ 910744 w 3032161"/>
                <a:gd name="connsiteY151-15682" fmla="*/ 717710 h 1160647"/>
                <a:gd name="connsiteX152-15683" fmla="*/ 916065 w 3032161"/>
                <a:gd name="connsiteY152-15684" fmla="*/ 717710 h 1160647"/>
                <a:gd name="connsiteX153-15685" fmla="*/ 916065 w 3032161"/>
                <a:gd name="connsiteY153-15686" fmla="*/ 719872 h 1160647"/>
                <a:gd name="connsiteX154-15687" fmla="*/ 916065 w 3032161"/>
                <a:gd name="connsiteY154-15688" fmla="*/ 735005 h 1160647"/>
                <a:gd name="connsiteX155-15689" fmla="*/ 918091 w 3032161"/>
                <a:gd name="connsiteY155-15690" fmla="*/ 733654 h 1160647"/>
                <a:gd name="connsiteX156-15691" fmla="*/ 932278 w 3032161"/>
                <a:gd name="connsiteY156-15692" fmla="*/ 724196 h 1160647"/>
                <a:gd name="connsiteX157-15693" fmla="*/ 938358 w 3032161"/>
                <a:gd name="connsiteY157-15694" fmla="*/ 683122 h 1160647"/>
                <a:gd name="connsiteX158-15695" fmla="*/ 939118 w 3032161"/>
                <a:gd name="connsiteY158-15696" fmla="*/ 682852 h 1160647"/>
                <a:gd name="connsiteX159-15697" fmla="*/ 944438 w 3032161"/>
                <a:gd name="connsiteY159-15698" fmla="*/ 680960 h 1160647"/>
                <a:gd name="connsiteX160-15699" fmla="*/ 946465 w 3032161"/>
                <a:gd name="connsiteY160-15700" fmla="*/ 611783 h 1160647"/>
                <a:gd name="connsiteX161-15701" fmla="*/ 948492 w 3032161"/>
                <a:gd name="connsiteY161-15702" fmla="*/ 680960 h 1160647"/>
                <a:gd name="connsiteX162-15703" fmla="*/ 949252 w 3032161"/>
                <a:gd name="connsiteY162-15704" fmla="*/ 681230 h 1160647"/>
                <a:gd name="connsiteX163-15705" fmla="*/ 954572 w 3032161"/>
                <a:gd name="connsiteY163-15706" fmla="*/ 683122 h 1160647"/>
                <a:gd name="connsiteX164-15707" fmla="*/ 954572 w 3032161"/>
                <a:gd name="connsiteY164-15708" fmla="*/ 596651 h 1160647"/>
                <a:gd name="connsiteX165-15709" fmla="*/ 958625 w 3032161"/>
                <a:gd name="connsiteY165-15710" fmla="*/ 564224 h 1160647"/>
                <a:gd name="connsiteX166-15711" fmla="*/ 997132 w 3032161"/>
                <a:gd name="connsiteY166-15712" fmla="*/ 564224 h 1160647"/>
                <a:gd name="connsiteX167-15713" fmla="*/ 997132 w 3032161"/>
                <a:gd name="connsiteY167-15714" fmla="*/ 596651 h 1160647"/>
                <a:gd name="connsiteX168-15715" fmla="*/ 997892 w 3032161"/>
                <a:gd name="connsiteY168-15716" fmla="*/ 596651 h 1160647"/>
                <a:gd name="connsiteX169-15717" fmla="*/ 1003212 w 3032161"/>
                <a:gd name="connsiteY169-15718" fmla="*/ 596651 h 1160647"/>
                <a:gd name="connsiteX170-15719" fmla="*/ 1003212 w 3032161"/>
                <a:gd name="connsiteY170-15720" fmla="*/ 514503 h 1160647"/>
                <a:gd name="connsiteX171-15721" fmla="*/ 1004986 w 3032161"/>
                <a:gd name="connsiteY171-15722" fmla="*/ 514503 h 1160647"/>
                <a:gd name="connsiteX172-15723" fmla="*/ 1017399 w 3032161"/>
                <a:gd name="connsiteY172-15724" fmla="*/ 514503 h 1160647"/>
                <a:gd name="connsiteX173-15725" fmla="*/ 1017399 w 3032161"/>
                <a:gd name="connsiteY173-15726" fmla="*/ 512612 h 1160647"/>
                <a:gd name="connsiteX174-15727" fmla="*/ 1017399 w 3032161"/>
                <a:gd name="connsiteY174-15728" fmla="*/ 499371 h 1160647"/>
                <a:gd name="connsiteX175-15729" fmla="*/ 1039693 w 3032161"/>
                <a:gd name="connsiteY175-15730" fmla="*/ 499371 h 1160647"/>
                <a:gd name="connsiteX176-15731" fmla="*/ 1039693 w 3032161"/>
                <a:gd name="connsiteY176-15732" fmla="*/ 498290 h 1160647"/>
                <a:gd name="connsiteX177-15733" fmla="*/ 1039693 w 3032161"/>
                <a:gd name="connsiteY177-15734" fmla="*/ 490724 h 1160647"/>
                <a:gd name="connsiteX178-15735" fmla="*/ 1041466 w 3032161"/>
                <a:gd name="connsiteY178-15736" fmla="*/ 490724 h 1160647"/>
                <a:gd name="connsiteX179-15737" fmla="*/ 1053880 w 3032161"/>
                <a:gd name="connsiteY179-15738" fmla="*/ 490724 h 1160647"/>
                <a:gd name="connsiteX180-15739" fmla="*/ 1053880 w 3032161"/>
                <a:gd name="connsiteY180-15740" fmla="*/ 491805 h 1160647"/>
                <a:gd name="connsiteX181-15741" fmla="*/ 1053880 w 3032161"/>
                <a:gd name="connsiteY181-15742" fmla="*/ 499371 h 1160647"/>
                <a:gd name="connsiteX182-15743" fmla="*/ 1054640 w 3032161"/>
                <a:gd name="connsiteY182-15744" fmla="*/ 499371 h 1160647"/>
                <a:gd name="connsiteX183-15745" fmla="*/ 1059960 w 3032161"/>
                <a:gd name="connsiteY183-15746" fmla="*/ 499371 h 1160647"/>
                <a:gd name="connsiteX184-15747" fmla="*/ 1070093 w 3032161"/>
                <a:gd name="connsiteY184-15748" fmla="*/ 495047 h 1160647"/>
                <a:gd name="connsiteX185-15749" fmla="*/ 1074146 w 3032161"/>
                <a:gd name="connsiteY185-15750" fmla="*/ 498290 h 1160647"/>
                <a:gd name="connsiteX186-15751" fmla="*/ 1074146 w 3032161"/>
                <a:gd name="connsiteY186-15752" fmla="*/ 490724 h 1160647"/>
                <a:gd name="connsiteX187-15753" fmla="*/ 1076426 w 3032161"/>
                <a:gd name="connsiteY187-15754" fmla="*/ 490724 h 1160647"/>
                <a:gd name="connsiteX188-15755" fmla="*/ 1092387 w 3032161"/>
                <a:gd name="connsiteY188-15756" fmla="*/ 490724 h 1160647"/>
                <a:gd name="connsiteX189-15757" fmla="*/ 1092387 w 3032161"/>
                <a:gd name="connsiteY189-15758" fmla="*/ 491805 h 1160647"/>
                <a:gd name="connsiteX190-15759" fmla="*/ 1092387 w 3032161"/>
                <a:gd name="connsiteY190-15760" fmla="*/ 499371 h 1160647"/>
                <a:gd name="connsiteX191-15761" fmla="*/ 1122787 w 3032161"/>
                <a:gd name="connsiteY191-15762" fmla="*/ 499371 h 1160647"/>
                <a:gd name="connsiteX192-15763" fmla="*/ 1122787 w 3032161"/>
                <a:gd name="connsiteY192-15764" fmla="*/ 500992 h 1160647"/>
                <a:gd name="connsiteX193-15765" fmla="*/ 1122787 w 3032161"/>
                <a:gd name="connsiteY193-15766" fmla="*/ 512342 h 1160647"/>
                <a:gd name="connsiteX194-15767" fmla="*/ 1149134 w 3032161"/>
                <a:gd name="connsiteY194-15768" fmla="*/ 512342 h 1160647"/>
                <a:gd name="connsiteX195-15769" fmla="*/ 1149134 w 3032161"/>
                <a:gd name="connsiteY195-15770" fmla="*/ 542606 h 1160647"/>
                <a:gd name="connsiteX196-15771" fmla="*/ 1149894 w 3032161"/>
                <a:gd name="connsiteY196-15772" fmla="*/ 542606 h 1160647"/>
                <a:gd name="connsiteX197-15773" fmla="*/ 1155214 w 3032161"/>
                <a:gd name="connsiteY197-15774" fmla="*/ 542606 h 1160647"/>
                <a:gd name="connsiteX198-15775" fmla="*/ 1155214 w 3032161"/>
                <a:gd name="connsiteY198-15776" fmla="*/ 543687 h 1160647"/>
                <a:gd name="connsiteX199-15777" fmla="*/ 1155214 w 3032161"/>
                <a:gd name="connsiteY199-15778" fmla="*/ 551254 h 1160647"/>
                <a:gd name="connsiteX200-15779" fmla="*/ 1159268 w 3032161"/>
                <a:gd name="connsiteY200-15780" fmla="*/ 581518 h 1160647"/>
                <a:gd name="connsiteX201-15781" fmla="*/ 1160028 w 3032161"/>
                <a:gd name="connsiteY201-15782" fmla="*/ 581518 h 1160647"/>
                <a:gd name="connsiteX202-15783" fmla="*/ 1165348 w 3032161"/>
                <a:gd name="connsiteY202-15784" fmla="*/ 581518 h 1160647"/>
                <a:gd name="connsiteX203-15785" fmla="*/ 1165348 w 3032161"/>
                <a:gd name="connsiteY203-15786" fmla="*/ 582329 h 1160647"/>
                <a:gd name="connsiteX204-15787" fmla="*/ 1165348 w 3032161"/>
                <a:gd name="connsiteY204-15788" fmla="*/ 588004 h 1160647"/>
                <a:gd name="connsiteX205-15789" fmla="*/ 1166361 w 3032161"/>
                <a:gd name="connsiteY205-15790" fmla="*/ 588004 h 1160647"/>
                <a:gd name="connsiteX206-15791" fmla="*/ 1173454 w 3032161"/>
                <a:gd name="connsiteY206-15792" fmla="*/ 588004 h 1160647"/>
                <a:gd name="connsiteX207-15793" fmla="*/ 1173454 w 3032161"/>
                <a:gd name="connsiteY207-15794" fmla="*/ 618269 h 1160647"/>
                <a:gd name="connsiteX208-15795" fmla="*/ 1175481 w 3032161"/>
                <a:gd name="connsiteY208-15796" fmla="*/ 618269 h 1160647"/>
                <a:gd name="connsiteX209-15797" fmla="*/ 1189668 w 3032161"/>
                <a:gd name="connsiteY209-15798" fmla="*/ 618269 h 1160647"/>
                <a:gd name="connsiteX210-15799" fmla="*/ 1189668 w 3032161"/>
                <a:gd name="connsiteY210-15800" fmla="*/ 642048 h 1160647"/>
                <a:gd name="connsiteX211-15801" fmla="*/ 1191695 w 3032161"/>
                <a:gd name="connsiteY211-15802" fmla="*/ 643669 h 1160647"/>
                <a:gd name="connsiteX212-15803" fmla="*/ 1191695 w 3032161"/>
                <a:gd name="connsiteY212-15804" fmla="*/ 655019 h 1160647"/>
                <a:gd name="connsiteX213-15805" fmla="*/ 1192455 w 3032161"/>
                <a:gd name="connsiteY213-15806" fmla="*/ 655019 h 1160647"/>
                <a:gd name="connsiteX214-15807" fmla="*/ 1197775 w 3032161"/>
                <a:gd name="connsiteY214-15808" fmla="*/ 655019 h 1160647"/>
                <a:gd name="connsiteX215-15809" fmla="*/ 1197775 w 3032161"/>
                <a:gd name="connsiteY215-15810" fmla="*/ 678798 h 1160647"/>
                <a:gd name="connsiteX216-15811" fmla="*/ 1199041 w 3032161"/>
                <a:gd name="connsiteY216-15812" fmla="*/ 678798 h 1160647"/>
                <a:gd name="connsiteX217-15813" fmla="*/ 1207908 w 3032161"/>
                <a:gd name="connsiteY217-15814" fmla="*/ 678798 h 1160647"/>
                <a:gd name="connsiteX218-15815" fmla="*/ 1209935 w 3032161"/>
                <a:gd name="connsiteY218-15816" fmla="*/ 682852 h 1160647"/>
                <a:gd name="connsiteX219-15817" fmla="*/ 1209935 w 3032161"/>
                <a:gd name="connsiteY219-15818" fmla="*/ 696093 h 1160647"/>
                <a:gd name="connsiteX220-15819" fmla="*/ 1211455 w 3032161"/>
                <a:gd name="connsiteY220-15820" fmla="*/ 694201 h 1160647"/>
                <a:gd name="connsiteX221-15821" fmla="*/ 1222095 w 3032161"/>
                <a:gd name="connsiteY221-15822" fmla="*/ 680960 h 1160647"/>
                <a:gd name="connsiteX222-15823" fmla="*/ 1250469 w 3032161"/>
                <a:gd name="connsiteY222-15824" fmla="*/ 680960 h 1160647"/>
                <a:gd name="connsiteX223-15825" fmla="*/ 1250469 w 3032161"/>
                <a:gd name="connsiteY223-15826" fmla="*/ 767431 h 1160647"/>
                <a:gd name="connsiteX224-15827" fmla="*/ 1251229 w 3032161"/>
                <a:gd name="connsiteY224-15828" fmla="*/ 767431 h 1160647"/>
                <a:gd name="connsiteX225-15829" fmla="*/ 1256549 w 3032161"/>
                <a:gd name="connsiteY225-15830" fmla="*/ 767431 h 1160647"/>
                <a:gd name="connsiteX226-15831" fmla="*/ 1257309 w 3032161"/>
                <a:gd name="connsiteY226-15832" fmla="*/ 766080 h 1160647"/>
                <a:gd name="connsiteX227-15833" fmla="*/ 1262629 w 3032161"/>
                <a:gd name="connsiteY227-15834" fmla="*/ 756622 h 1160647"/>
                <a:gd name="connsiteX228-15835" fmla="*/ 1262629 w 3032161"/>
                <a:gd name="connsiteY228-15836" fmla="*/ 758514 h 1160647"/>
                <a:gd name="connsiteX229-15837" fmla="*/ 1262629 w 3032161"/>
                <a:gd name="connsiteY229-15838" fmla="*/ 771755 h 1160647"/>
                <a:gd name="connsiteX230-15839" fmla="*/ 1266682 w 3032161"/>
                <a:gd name="connsiteY230-15840" fmla="*/ 726358 h 1160647"/>
                <a:gd name="connsiteX231-15841" fmla="*/ 1267442 w 3032161"/>
                <a:gd name="connsiteY231-15842" fmla="*/ 726358 h 1160647"/>
                <a:gd name="connsiteX232-15843" fmla="*/ 1272762 w 3032161"/>
                <a:gd name="connsiteY232-15844" fmla="*/ 726358 h 1160647"/>
                <a:gd name="connsiteX233-15845" fmla="*/ 1272762 w 3032161"/>
                <a:gd name="connsiteY233-15846" fmla="*/ 661504 h 1160647"/>
                <a:gd name="connsiteX234-15847" fmla="*/ 1273776 w 3032161"/>
                <a:gd name="connsiteY234-15848" fmla="*/ 661504 h 1160647"/>
                <a:gd name="connsiteX235-15849" fmla="*/ 1280869 w 3032161"/>
                <a:gd name="connsiteY235-15850" fmla="*/ 661504 h 1160647"/>
                <a:gd name="connsiteX236-15851" fmla="*/ 1293029 w 3032161"/>
                <a:gd name="connsiteY236-15852" fmla="*/ 618269 h 1160647"/>
                <a:gd name="connsiteX237-15853" fmla="*/ 1294296 w 3032161"/>
                <a:gd name="connsiteY237-15854" fmla="*/ 618269 h 1160647"/>
                <a:gd name="connsiteX238-15855" fmla="*/ 1303163 w 3032161"/>
                <a:gd name="connsiteY238-15856" fmla="*/ 618269 h 1160647"/>
                <a:gd name="connsiteX239-15857" fmla="*/ 1313296 w 3032161"/>
                <a:gd name="connsiteY239-15858" fmla="*/ 661504 h 1160647"/>
                <a:gd name="connsiteX240-15859" fmla="*/ 1314309 w 3032161"/>
                <a:gd name="connsiteY240-15860" fmla="*/ 661504 h 1160647"/>
                <a:gd name="connsiteX241-15861" fmla="*/ 1321403 w 3032161"/>
                <a:gd name="connsiteY241-15862" fmla="*/ 661504 h 1160647"/>
                <a:gd name="connsiteX242-15863" fmla="*/ 1321403 w 3032161"/>
                <a:gd name="connsiteY242-15864" fmla="*/ 700416 h 1160647"/>
                <a:gd name="connsiteX243-15865" fmla="*/ 1323176 w 3032161"/>
                <a:gd name="connsiteY243-15866" fmla="*/ 700416 h 1160647"/>
                <a:gd name="connsiteX244-15867" fmla="*/ 1335590 w 3032161"/>
                <a:gd name="connsiteY244-15868" fmla="*/ 700416 h 1160647"/>
                <a:gd name="connsiteX245-15869" fmla="*/ 1335590 w 3032161"/>
                <a:gd name="connsiteY245-15870" fmla="*/ 702578 h 1160647"/>
                <a:gd name="connsiteX246-15871" fmla="*/ 1335590 w 3032161"/>
                <a:gd name="connsiteY246-15872" fmla="*/ 717710 h 1160647"/>
                <a:gd name="connsiteX247-15873" fmla="*/ 1339643 w 3032161"/>
                <a:gd name="connsiteY247-15874" fmla="*/ 715549 h 1160647"/>
                <a:gd name="connsiteX248-15875" fmla="*/ 1339643 w 3032161"/>
                <a:gd name="connsiteY248-15876" fmla="*/ 700416 h 1160647"/>
                <a:gd name="connsiteX249-15877" fmla="*/ 1341163 w 3032161"/>
                <a:gd name="connsiteY249-15878" fmla="*/ 700416 h 1160647"/>
                <a:gd name="connsiteX250-15879" fmla="*/ 1351803 w 3032161"/>
                <a:gd name="connsiteY250-15880" fmla="*/ 700416 h 1160647"/>
                <a:gd name="connsiteX251-15881" fmla="*/ 1351803 w 3032161"/>
                <a:gd name="connsiteY251-15882" fmla="*/ 702037 h 1160647"/>
                <a:gd name="connsiteX252-15883" fmla="*/ 1351803 w 3032161"/>
                <a:gd name="connsiteY252-15884" fmla="*/ 713387 h 1160647"/>
                <a:gd name="connsiteX253-15885" fmla="*/ 1382204 w 3032161"/>
                <a:gd name="connsiteY253-15886" fmla="*/ 713387 h 1160647"/>
                <a:gd name="connsiteX254-15887" fmla="*/ 1382204 w 3032161"/>
                <a:gd name="connsiteY254-15888" fmla="*/ 676637 h 1160647"/>
                <a:gd name="connsiteX255-15889" fmla="*/ 1383470 w 3032161"/>
                <a:gd name="connsiteY255-15890" fmla="*/ 676637 h 1160647"/>
                <a:gd name="connsiteX256-15891" fmla="*/ 1392337 w 3032161"/>
                <a:gd name="connsiteY256-15892" fmla="*/ 676637 h 1160647"/>
                <a:gd name="connsiteX257-15893" fmla="*/ 1392337 w 3032161"/>
                <a:gd name="connsiteY257-15894" fmla="*/ 698254 h 1160647"/>
                <a:gd name="connsiteX258-15895" fmla="*/ 1394364 w 3032161"/>
                <a:gd name="connsiteY258-15896" fmla="*/ 665828 h 1160647"/>
                <a:gd name="connsiteX259-15897" fmla="*/ 1416657 w 3032161"/>
                <a:gd name="connsiteY259-15898" fmla="*/ 665828 h 1160647"/>
                <a:gd name="connsiteX260-15899" fmla="*/ 1416657 w 3032161"/>
                <a:gd name="connsiteY260-15900" fmla="*/ 664206 h 1160647"/>
                <a:gd name="connsiteX261-15901" fmla="*/ 1416657 w 3032161"/>
                <a:gd name="connsiteY261-15902" fmla="*/ 652857 h 1160647"/>
                <a:gd name="connsiteX262-15903" fmla="*/ 1417417 w 3032161"/>
                <a:gd name="connsiteY262-15904" fmla="*/ 652857 h 1160647"/>
                <a:gd name="connsiteX263-15905" fmla="*/ 1422737 w 3032161"/>
                <a:gd name="connsiteY263-15906" fmla="*/ 652857 h 1160647"/>
                <a:gd name="connsiteX264-15907" fmla="*/ 1422737 w 3032161"/>
                <a:gd name="connsiteY264-15908" fmla="*/ 650966 h 1160647"/>
                <a:gd name="connsiteX265-15909" fmla="*/ 1422737 w 3032161"/>
                <a:gd name="connsiteY265-15910" fmla="*/ 637725 h 1160647"/>
                <a:gd name="connsiteX266-15911" fmla="*/ 1426791 w 3032161"/>
                <a:gd name="connsiteY266-15912" fmla="*/ 644210 h 1160647"/>
                <a:gd name="connsiteX267-15913" fmla="*/ 1429071 w 3032161"/>
                <a:gd name="connsiteY267-15914" fmla="*/ 644210 h 1160647"/>
                <a:gd name="connsiteX268-15915" fmla="*/ 1445031 w 3032161"/>
                <a:gd name="connsiteY268-15916" fmla="*/ 644210 h 1160647"/>
                <a:gd name="connsiteX269-15917" fmla="*/ 1445031 w 3032161"/>
                <a:gd name="connsiteY269-15918" fmla="*/ 643399 h 1160647"/>
                <a:gd name="connsiteX270-15919" fmla="*/ 1445031 w 3032161"/>
                <a:gd name="connsiteY270-15920" fmla="*/ 637725 h 1160647"/>
                <a:gd name="connsiteX271-15921" fmla="*/ 1445791 w 3032161"/>
                <a:gd name="connsiteY271-15922" fmla="*/ 637725 h 1160647"/>
                <a:gd name="connsiteX272-15923" fmla="*/ 1451111 w 3032161"/>
                <a:gd name="connsiteY272-15924" fmla="*/ 637725 h 1160647"/>
                <a:gd name="connsiteX273-15925" fmla="*/ 1451111 w 3032161"/>
                <a:gd name="connsiteY273-15926" fmla="*/ 639076 h 1160647"/>
                <a:gd name="connsiteX274-15927" fmla="*/ 1451111 w 3032161"/>
                <a:gd name="connsiteY274-15928" fmla="*/ 648534 h 1160647"/>
                <a:gd name="connsiteX275-15929" fmla="*/ 1489618 w 3032161"/>
                <a:gd name="connsiteY275-15930" fmla="*/ 648534 h 1160647"/>
                <a:gd name="connsiteX276-15931" fmla="*/ 1489618 w 3032161"/>
                <a:gd name="connsiteY276-15932" fmla="*/ 786887 h 1160647"/>
                <a:gd name="connsiteX277-15933" fmla="*/ 1491138 w 3032161"/>
                <a:gd name="connsiteY277-15934" fmla="*/ 786887 h 1160647"/>
                <a:gd name="connsiteX278-15935" fmla="*/ 1501778 w 3032161"/>
                <a:gd name="connsiteY278-15936" fmla="*/ 786887 h 1160647"/>
                <a:gd name="connsiteX279-15937" fmla="*/ 1501778 w 3032161"/>
                <a:gd name="connsiteY279-15938" fmla="*/ 773917 h 1160647"/>
                <a:gd name="connsiteX280-15939" fmla="*/ 1505832 w 3032161"/>
                <a:gd name="connsiteY280-15940" fmla="*/ 773917 h 1160647"/>
                <a:gd name="connsiteX281-15941" fmla="*/ 1505832 w 3032161"/>
                <a:gd name="connsiteY281-15942" fmla="*/ 786887 h 1160647"/>
                <a:gd name="connsiteX282-15943" fmla="*/ 1536232 w 3032161"/>
                <a:gd name="connsiteY282-15944" fmla="*/ 786887 h 1160647"/>
                <a:gd name="connsiteX283-15945" fmla="*/ 1536232 w 3032161"/>
                <a:gd name="connsiteY283-15946" fmla="*/ 756622 h 1160647"/>
                <a:gd name="connsiteX284-15947" fmla="*/ 1548392 w 3032161"/>
                <a:gd name="connsiteY284-15948" fmla="*/ 756622 h 1160647"/>
                <a:gd name="connsiteX285-15949" fmla="*/ 1560552 w 3032161"/>
                <a:gd name="connsiteY285-15950" fmla="*/ 754461 h 1160647"/>
                <a:gd name="connsiteX286-15951" fmla="*/ 1564606 w 3032161"/>
                <a:gd name="connsiteY286-15952" fmla="*/ 756622 h 1160647"/>
                <a:gd name="connsiteX287-15953" fmla="*/ 1574739 w 3032161"/>
                <a:gd name="connsiteY287-15954" fmla="*/ 756622 h 1160647"/>
                <a:gd name="connsiteX288-15955" fmla="*/ 1574739 w 3032161"/>
                <a:gd name="connsiteY288-15956" fmla="*/ 786887 h 1160647"/>
                <a:gd name="connsiteX289-15957" fmla="*/ 1582846 w 3032161"/>
                <a:gd name="connsiteY289-15958" fmla="*/ 786887 h 1160647"/>
                <a:gd name="connsiteX290-15959" fmla="*/ 1582846 w 3032161"/>
                <a:gd name="connsiteY290-15960" fmla="*/ 804182 h 1160647"/>
                <a:gd name="connsiteX291-15961" fmla="*/ 1592182 w 3032161"/>
                <a:gd name="connsiteY291-15962" fmla="*/ 805087 h 1160647"/>
                <a:gd name="connsiteX292-15963" fmla="*/ 1605140 w 3032161"/>
                <a:gd name="connsiteY292-15964" fmla="*/ 805087 h 1160647"/>
                <a:gd name="connsiteX293-15965" fmla="*/ 1605140 w 3032161"/>
                <a:gd name="connsiteY293-15966" fmla="*/ 789049 h 1160647"/>
                <a:gd name="connsiteX294-15967" fmla="*/ 1673096 w 3032161"/>
                <a:gd name="connsiteY294-15968" fmla="*/ 789049 h 1160647"/>
                <a:gd name="connsiteX295-15969" fmla="*/ 1673096 w 3032161"/>
                <a:gd name="connsiteY295-15970" fmla="*/ 703796 h 1160647"/>
                <a:gd name="connsiteX296-15971" fmla="*/ 1745104 w 3032161"/>
                <a:gd name="connsiteY296-15972" fmla="*/ 703796 h 1160647"/>
                <a:gd name="connsiteX297-15973" fmla="*/ 1745104 w 3032161"/>
                <a:gd name="connsiteY297-15974" fmla="*/ 782564 h 1160647"/>
                <a:gd name="connsiteX298-15975" fmla="*/ 1747008 w 3032161"/>
                <a:gd name="connsiteY298-15976" fmla="*/ 782564 h 1160647"/>
                <a:gd name="connsiteX299-15977" fmla="*/ 1748250 w 3032161"/>
                <a:gd name="connsiteY299-15978" fmla="*/ 805087 h 1160647"/>
                <a:gd name="connsiteX300-15979" fmla="*/ 1757926 w 3032161"/>
                <a:gd name="connsiteY300-15980" fmla="*/ 805087 h 1160647"/>
                <a:gd name="connsiteX301-15981" fmla="*/ 1759168 w 3032161"/>
                <a:gd name="connsiteY301-15982" fmla="*/ 782564 h 1160647"/>
                <a:gd name="connsiteX302-15983" fmla="*/ 1765248 w 3032161"/>
                <a:gd name="connsiteY302-15984" fmla="*/ 782564 h 1160647"/>
                <a:gd name="connsiteX303-15985" fmla="*/ 1766490 w 3032161"/>
                <a:gd name="connsiteY303-15986" fmla="*/ 805087 h 1160647"/>
                <a:gd name="connsiteX304-15987" fmla="*/ 1817112 w 3032161"/>
                <a:gd name="connsiteY304-15988" fmla="*/ 805087 h 1160647"/>
                <a:gd name="connsiteX305-15989" fmla="*/ 1817112 w 3032161"/>
                <a:gd name="connsiteY305-15990" fmla="*/ 642059 h 1160647"/>
                <a:gd name="connsiteX306-15991" fmla="*/ 2014439 w 3032161"/>
                <a:gd name="connsiteY306-15992" fmla="*/ 642059 h 1160647"/>
                <a:gd name="connsiteX307-15993" fmla="*/ 2014439 w 3032161"/>
                <a:gd name="connsiteY307-15994" fmla="*/ 805087 h 1160647"/>
                <a:gd name="connsiteX308-15995" fmla="*/ 2033136 w 3032161"/>
                <a:gd name="connsiteY308-15996" fmla="*/ 805087 h 1160647"/>
                <a:gd name="connsiteX309-15997" fmla="*/ 2033136 w 3032161"/>
                <a:gd name="connsiteY309-15998" fmla="*/ 722394 h 1160647"/>
                <a:gd name="connsiteX310-15999" fmla="*/ 2128256 w 3032161"/>
                <a:gd name="connsiteY310-16000" fmla="*/ 722394 h 1160647"/>
                <a:gd name="connsiteX311-16001" fmla="*/ 2140186 w 3032161"/>
                <a:gd name="connsiteY311-16002" fmla="*/ 404253 h 1160647"/>
                <a:gd name="connsiteX312-16003" fmla="*/ 2128026 w 3032161"/>
                <a:gd name="connsiteY312-16004" fmla="*/ 382635 h 1160647"/>
                <a:gd name="connsiteX313-16005" fmla="*/ 2121946 w 3032161"/>
                <a:gd name="connsiteY313-16006" fmla="*/ 378311 h 1160647"/>
                <a:gd name="connsiteX314-16007" fmla="*/ 2130053 w 3032161"/>
                <a:gd name="connsiteY314-16008" fmla="*/ 354532 h 1160647"/>
                <a:gd name="connsiteX315-16009" fmla="*/ 2130053 w 3032161"/>
                <a:gd name="connsiteY315-16010" fmla="*/ 337238 h 1160647"/>
                <a:gd name="connsiteX316-16011" fmla="*/ 2144240 w 3032161"/>
                <a:gd name="connsiteY316-16012" fmla="*/ 337238 h 1160647"/>
                <a:gd name="connsiteX317-16013" fmla="*/ 2144240 w 3032161"/>
                <a:gd name="connsiteY317-16014" fmla="*/ 315620 h 1160647"/>
                <a:gd name="connsiteX318-16015" fmla="*/ 2146266 w 3032161"/>
                <a:gd name="connsiteY318-16016" fmla="*/ 311296 h 1160647"/>
                <a:gd name="connsiteX319-16017" fmla="*/ 2146266 w 3032161"/>
                <a:gd name="connsiteY319-16018" fmla="*/ 233472 h 1160647"/>
                <a:gd name="connsiteX320-16019" fmla="*/ 2144240 w 3032161"/>
                <a:gd name="connsiteY320-16020" fmla="*/ 226987 h 1160647"/>
                <a:gd name="connsiteX321-16021" fmla="*/ 2150320 w 3032161"/>
                <a:gd name="connsiteY321-16022" fmla="*/ 220501 h 1160647"/>
                <a:gd name="connsiteX322-16023" fmla="*/ 2150320 w 3032161"/>
                <a:gd name="connsiteY322-16024" fmla="*/ 162133 h 1160647"/>
                <a:gd name="connsiteX323-16025" fmla="*/ 2152346 w 3032161"/>
                <a:gd name="connsiteY323-16026" fmla="*/ 157810 h 1160647"/>
                <a:gd name="connsiteX324-16027" fmla="*/ 2152346 w 3032161"/>
                <a:gd name="connsiteY324-16028" fmla="*/ 101604 h 1160647"/>
                <a:gd name="connsiteX325-16029" fmla="*/ 2154373 w 3032161"/>
                <a:gd name="connsiteY325-16030" fmla="*/ 82148 h 1160647"/>
                <a:gd name="connsiteX326-16031" fmla="*/ 2158427 w 3032161"/>
                <a:gd name="connsiteY326-16032" fmla="*/ 99442 h 1160647"/>
                <a:gd name="connsiteX327-16033" fmla="*/ 2160453 w 3032161"/>
                <a:gd name="connsiteY327-16034" fmla="*/ 157810 h 1160647"/>
                <a:gd name="connsiteX328-16035" fmla="*/ 2162480 w 3032161"/>
                <a:gd name="connsiteY328-16036" fmla="*/ 220501 h 1160647"/>
                <a:gd name="connsiteX329-16037" fmla="*/ 2168560 w 3032161"/>
                <a:gd name="connsiteY329-16038" fmla="*/ 226987 h 1160647"/>
                <a:gd name="connsiteX330-16039" fmla="*/ 2166533 w 3032161"/>
                <a:gd name="connsiteY330-16040" fmla="*/ 233472 h 1160647"/>
                <a:gd name="connsiteX331-16041" fmla="*/ 2166533 w 3032161"/>
                <a:gd name="connsiteY331-16042" fmla="*/ 311296 h 1160647"/>
                <a:gd name="connsiteX332-16043" fmla="*/ 2168560 w 3032161"/>
                <a:gd name="connsiteY332-16044" fmla="*/ 315620 h 1160647"/>
                <a:gd name="connsiteX333-16045" fmla="*/ 2168560 w 3032161"/>
                <a:gd name="connsiteY333-16046" fmla="*/ 337238 h 1160647"/>
                <a:gd name="connsiteX334-16047" fmla="*/ 2182747 w 3032161"/>
                <a:gd name="connsiteY334-16048" fmla="*/ 337238 h 1160647"/>
                <a:gd name="connsiteX335-16049" fmla="*/ 2182747 w 3032161"/>
                <a:gd name="connsiteY335-16050" fmla="*/ 354532 h 1160647"/>
                <a:gd name="connsiteX336-16051" fmla="*/ 2190854 w 3032161"/>
                <a:gd name="connsiteY336-16052" fmla="*/ 378311 h 1160647"/>
                <a:gd name="connsiteX337-16053" fmla="*/ 2184774 w 3032161"/>
                <a:gd name="connsiteY337-16054" fmla="*/ 382635 h 1160647"/>
                <a:gd name="connsiteX338-16055" fmla="*/ 2172613 w 3032161"/>
                <a:gd name="connsiteY338-16056" fmla="*/ 404253 h 1160647"/>
                <a:gd name="connsiteX339-16057" fmla="*/ 2180720 w 3032161"/>
                <a:gd name="connsiteY339-16058" fmla="*/ 657181 h 1160647"/>
                <a:gd name="connsiteX340-16059" fmla="*/ 2245574 w 3032161"/>
                <a:gd name="connsiteY340-16060" fmla="*/ 657181 h 1160647"/>
                <a:gd name="connsiteX341-16061" fmla="*/ 2245574 w 3032161"/>
                <a:gd name="connsiteY341-16062" fmla="*/ 732843 h 1160647"/>
                <a:gd name="connsiteX342-16063" fmla="*/ 2253681 w 3032161"/>
                <a:gd name="connsiteY342-16064" fmla="*/ 732843 h 1160647"/>
                <a:gd name="connsiteX343-16065" fmla="*/ 2255708 w 3032161"/>
                <a:gd name="connsiteY343-16066" fmla="*/ 726358 h 1160647"/>
                <a:gd name="connsiteX344-16067" fmla="*/ 2261788 w 3032161"/>
                <a:gd name="connsiteY344-16068" fmla="*/ 726358 h 1160647"/>
                <a:gd name="connsiteX345-16069" fmla="*/ 2263815 w 3032161"/>
                <a:gd name="connsiteY345-16070" fmla="*/ 735005 h 1160647"/>
                <a:gd name="connsiteX346-16071" fmla="*/ 2275975 w 3032161"/>
                <a:gd name="connsiteY346-16072" fmla="*/ 735005 h 1160647"/>
                <a:gd name="connsiteX347-16073" fmla="*/ 2275975 w 3032161"/>
                <a:gd name="connsiteY347-16074" fmla="*/ 728519 h 1160647"/>
                <a:gd name="connsiteX348-16075" fmla="*/ 2298268 w 3032161"/>
                <a:gd name="connsiteY348-16076" fmla="*/ 728519 h 1160647"/>
                <a:gd name="connsiteX349-16077" fmla="*/ 2298268 w 3032161"/>
                <a:gd name="connsiteY349-16078" fmla="*/ 735005 h 1160647"/>
                <a:gd name="connsiteX350-16079" fmla="*/ 2318535 w 3032161"/>
                <a:gd name="connsiteY350-16080" fmla="*/ 735005 h 1160647"/>
                <a:gd name="connsiteX351-16081" fmla="*/ 2318535 w 3032161"/>
                <a:gd name="connsiteY351-16082" fmla="*/ 780402 h 1160647"/>
                <a:gd name="connsiteX352-16083" fmla="*/ 2332722 w 3032161"/>
                <a:gd name="connsiteY352-16084" fmla="*/ 780402 h 1160647"/>
                <a:gd name="connsiteX353-16085" fmla="*/ 2332722 w 3032161"/>
                <a:gd name="connsiteY353-16086" fmla="*/ 767431 h 1160647"/>
                <a:gd name="connsiteX354-16087" fmla="*/ 2348936 w 3032161"/>
                <a:gd name="connsiteY354-16088" fmla="*/ 767431 h 1160647"/>
                <a:gd name="connsiteX355-16089" fmla="*/ 2348936 w 3032161"/>
                <a:gd name="connsiteY355-16090" fmla="*/ 588004 h 1160647"/>
                <a:gd name="connsiteX356-16091" fmla="*/ 2355016 w 3032161"/>
                <a:gd name="connsiteY356-16092" fmla="*/ 581518 h 1160647"/>
                <a:gd name="connsiteX357-16093" fmla="*/ 2427977 w 3032161"/>
                <a:gd name="connsiteY357-16094" fmla="*/ 581518 h 1160647"/>
                <a:gd name="connsiteX358-16095" fmla="*/ 2427977 w 3032161"/>
                <a:gd name="connsiteY358-16096" fmla="*/ 590166 h 1160647"/>
                <a:gd name="connsiteX359-16097" fmla="*/ 2438110 w 3032161"/>
                <a:gd name="connsiteY359-16098" fmla="*/ 590166 h 1160647"/>
                <a:gd name="connsiteX360-16099" fmla="*/ 2438110 w 3032161"/>
                <a:gd name="connsiteY360-16100" fmla="*/ 704740 h 1160647"/>
                <a:gd name="connsiteX361-16101" fmla="*/ 2460404 w 3032161"/>
                <a:gd name="connsiteY361-16102" fmla="*/ 704740 h 1160647"/>
                <a:gd name="connsiteX362-16103" fmla="*/ 2460404 w 3032161"/>
                <a:gd name="connsiteY362-16104" fmla="*/ 637725 h 1160647"/>
                <a:gd name="connsiteX363-16105" fmla="*/ 2486751 w 3032161"/>
                <a:gd name="connsiteY363-16106" fmla="*/ 637725 h 1160647"/>
                <a:gd name="connsiteX364-16107" fmla="*/ 2490804 w 3032161"/>
                <a:gd name="connsiteY364-16108" fmla="*/ 633401 h 1160647"/>
                <a:gd name="connsiteX365-16109" fmla="*/ 2498911 w 3032161"/>
                <a:gd name="connsiteY365-16110" fmla="*/ 633401 h 1160647"/>
                <a:gd name="connsiteX366-16111" fmla="*/ 2502964 w 3032161"/>
                <a:gd name="connsiteY366-16112" fmla="*/ 637725 h 1160647"/>
                <a:gd name="connsiteX367-16113" fmla="*/ 2525258 w 3032161"/>
                <a:gd name="connsiteY367-16114" fmla="*/ 637725 h 1160647"/>
                <a:gd name="connsiteX368-16115" fmla="*/ 2525258 w 3032161"/>
                <a:gd name="connsiteY368-16116" fmla="*/ 520989 h 1160647"/>
                <a:gd name="connsiteX369-16117" fmla="*/ 2582005 w 3032161"/>
                <a:gd name="connsiteY369-16118" fmla="*/ 510180 h 1160647"/>
                <a:gd name="connsiteX370-16119" fmla="*/ 2582005 w 3032161"/>
                <a:gd name="connsiteY370-16120" fmla="*/ 511261 h 1160647"/>
                <a:gd name="connsiteX371-16121" fmla="*/ 2582005 w 3032161"/>
                <a:gd name="connsiteY371-16122" fmla="*/ 518827 h 1160647"/>
                <a:gd name="connsiteX372-16123" fmla="*/ 2608352 w 3032161"/>
                <a:gd name="connsiteY372-16124" fmla="*/ 518827 h 1160647"/>
                <a:gd name="connsiteX373-16125" fmla="*/ 2608352 w 3032161"/>
                <a:gd name="connsiteY373-16126" fmla="*/ 773917 h 1160647"/>
                <a:gd name="connsiteX374-16127" fmla="*/ 2630646 w 3032161"/>
                <a:gd name="connsiteY374-16128" fmla="*/ 773917 h 1160647"/>
                <a:gd name="connsiteX375-16129" fmla="*/ 2630646 w 3032161"/>
                <a:gd name="connsiteY375-16130" fmla="*/ 769593 h 1160647"/>
                <a:gd name="connsiteX376-16131" fmla="*/ 2642806 w 3032161"/>
                <a:gd name="connsiteY376-16132" fmla="*/ 769593 h 1160647"/>
                <a:gd name="connsiteX377-16133" fmla="*/ 2642806 w 3032161"/>
                <a:gd name="connsiteY377-16134" fmla="*/ 773917 h 1160647"/>
                <a:gd name="connsiteX378-16135" fmla="*/ 2667126 w 3032161"/>
                <a:gd name="connsiteY378-16136" fmla="*/ 773917 h 1160647"/>
                <a:gd name="connsiteX379-16137" fmla="*/ 2667126 w 3032161"/>
                <a:gd name="connsiteY379-16138" fmla="*/ 760946 h 1160647"/>
                <a:gd name="connsiteX380-16139" fmla="*/ 2695500 w 3032161"/>
                <a:gd name="connsiteY380-16140" fmla="*/ 760946 h 1160647"/>
                <a:gd name="connsiteX381-16141" fmla="*/ 2707660 w 3032161"/>
                <a:gd name="connsiteY381-16142" fmla="*/ 756622 h 1160647"/>
                <a:gd name="connsiteX382-16143" fmla="*/ 2727927 w 3032161"/>
                <a:gd name="connsiteY382-16144" fmla="*/ 760946 h 1160647"/>
                <a:gd name="connsiteX383-16145" fmla="*/ 2727927 w 3032161"/>
                <a:gd name="connsiteY383-16146" fmla="*/ 743652 h 1160647"/>
                <a:gd name="connsiteX384-16147" fmla="*/ 2736034 w 3032161"/>
                <a:gd name="connsiteY384-16148" fmla="*/ 743652 h 1160647"/>
                <a:gd name="connsiteX385-16149" fmla="*/ 2736034 w 3032161"/>
                <a:gd name="connsiteY385-16150" fmla="*/ 730681 h 1160647"/>
                <a:gd name="connsiteX386-16151" fmla="*/ 2792781 w 3032161"/>
                <a:gd name="connsiteY386-16152" fmla="*/ 730681 h 1160647"/>
                <a:gd name="connsiteX387-16153" fmla="*/ 2792781 w 3032161"/>
                <a:gd name="connsiteY387-16154" fmla="*/ 700416 h 1160647"/>
                <a:gd name="connsiteX388-16155" fmla="*/ 2811021 w 3032161"/>
                <a:gd name="connsiteY388-16156" fmla="*/ 700416 h 1160647"/>
                <a:gd name="connsiteX389-16157" fmla="*/ 2811021 w 3032161"/>
                <a:gd name="connsiteY389-16158" fmla="*/ 693931 h 1160647"/>
                <a:gd name="connsiteX390-16159" fmla="*/ 2823181 w 3032161"/>
                <a:gd name="connsiteY390-16160" fmla="*/ 693931 h 1160647"/>
                <a:gd name="connsiteX391-16161" fmla="*/ 2823181 w 3032161"/>
                <a:gd name="connsiteY391-16162" fmla="*/ 700416 h 1160647"/>
                <a:gd name="connsiteX392-16163" fmla="*/ 2839395 w 3032161"/>
                <a:gd name="connsiteY392-16164" fmla="*/ 700416 h 1160647"/>
                <a:gd name="connsiteX393-16165" fmla="*/ 2839395 w 3032161"/>
                <a:gd name="connsiteY393-16166" fmla="*/ 750137 h 1160647"/>
                <a:gd name="connsiteX394-16167" fmla="*/ 2871822 w 3032161"/>
                <a:gd name="connsiteY394-16168" fmla="*/ 750137 h 1160647"/>
                <a:gd name="connsiteX395-16169" fmla="*/ 2871822 w 3032161"/>
                <a:gd name="connsiteY395-16170" fmla="*/ 724196 h 1160647"/>
                <a:gd name="connsiteX396-16171" fmla="*/ 2910329 w 3032161"/>
                <a:gd name="connsiteY396-16172" fmla="*/ 724196 h 1160647"/>
                <a:gd name="connsiteX397-16173" fmla="*/ 2910329 w 3032161"/>
                <a:gd name="connsiteY397-16174" fmla="*/ 693931 h 1160647"/>
                <a:gd name="connsiteX398-16175" fmla="*/ 2958970 w 3032161"/>
                <a:gd name="connsiteY398-16176" fmla="*/ 693931 h 1160647"/>
                <a:gd name="connsiteX399-16177" fmla="*/ 2958970 w 3032161"/>
                <a:gd name="connsiteY399-16178" fmla="*/ 805087 h 1160647"/>
                <a:gd name="connsiteX400-16179" fmla="*/ 2958970 w 3032161"/>
                <a:gd name="connsiteY400-16180" fmla="*/ 818866 h 1160647"/>
                <a:gd name="connsiteX401-16181" fmla="*/ 3031519 w 3032161"/>
                <a:gd name="connsiteY401-16182" fmla="*/ 818866 h 1160647"/>
                <a:gd name="connsiteX402-16183" fmla="*/ 3031520 w 3032161"/>
                <a:gd name="connsiteY402-16184" fmla="*/ 1160647 h 1160647"/>
                <a:gd name="connsiteX403-16185" fmla="*/ 2054 w 3032161"/>
                <a:gd name="connsiteY403-16186" fmla="*/ 1158314 h 1160647"/>
                <a:gd name="connsiteX404-16187" fmla="*/ 0 w 3032161"/>
                <a:gd name="connsiteY404-16188" fmla="*/ 724196 h 1160647"/>
                <a:gd name="connsiteX405-16189" fmla="*/ 20267 w 3032161"/>
                <a:gd name="connsiteY405-16190" fmla="*/ 724196 h 1160647"/>
                <a:gd name="connsiteX406-16191" fmla="*/ 20774 w 3032161"/>
                <a:gd name="connsiteY406-16192" fmla="*/ 723115 h 1160647"/>
                <a:gd name="connsiteX407-16193" fmla="*/ 24320 w 3032161"/>
                <a:gd name="connsiteY407-16194" fmla="*/ 715549 h 1160647"/>
                <a:gd name="connsiteX408-16195" fmla="*/ 26094 w 3032161"/>
                <a:gd name="connsiteY408-16196" fmla="*/ 715819 h 1160647"/>
                <a:gd name="connsiteX409-16197" fmla="*/ 38507 w 3032161"/>
                <a:gd name="connsiteY409-16198" fmla="*/ 717710 h 1160647"/>
                <a:gd name="connsiteX410-16199" fmla="*/ 39014 w 3032161"/>
                <a:gd name="connsiteY410-16200" fmla="*/ 719062 h 1160647"/>
                <a:gd name="connsiteX411-16201" fmla="*/ 42560 w 3032161"/>
                <a:gd name="connsiteY411-16202" fmla="*/ 728519 h 1160647"/>
                <a:gd name="connsiteX412-16203" fmla="*/ 68907 w 3032161"/>
                <a:gd name="connsiteY412-16204" fmla="*/ 730681 h 1160647"/>
                <a:gd name="connsiteX413-16205" fmla="*/ 68907 w 3032161"/>
                <a:gd name="connsiteY413-16206" fmla="*/ 607460 h 1160647"/>
                <a:gd name="connsiteX414-16207" fmla="*/ 70934 w 3032161"/>
                <a:gd name="connsiteY414-16208" fmla="*/ 607460 h 1160647"/>
                <a:gd name="connsiteX415-16209" fmla="*/ 85121 w 3032161"/>
                <a:gd name="connsiteY415-16210" fmla="*/ 607460 h 1160647"/>
                <a:gd name="connsiteX416-16211" fmla="*/ 85121 w 3032161"/>
                <a:gd name="connsiteY416-16212" fmla="*/ 471268 h 1160647"/>
                <a:gd name="connsiteX417-16213" fmla="*/ 86894 w 3032161"/>
                <a:gd name="connsiteY417-16214" fmla="*/ 471268 h 1160647"/>
                <a:gd name="connsiteX418-16215" fmla="*/ 99308 w 3032161"/>
                <a:gd name="connsiteY418-16216" fmla="*/ 471268 h 1160647"/>
                <a:gd name="connsiteX419-16217" fmla="*/ 99308 w 3032161"/>
                <a:gd name="connsiteY419-16218" fmla="*/ 356694 h 1160647"/>
                <a:gd name="connsiteX420-16219" fmla="*/ 103361 w 3032161"/>
                <a:gd name="connsiteY420-16220" fmla="*/ 328590 h 1160647"/>
                <a:gd name="connsiteX421-16221" fmla="*/ 105388 w 3032161"/>
                <a:gd name="connsiteY421-16222" fmla="*/ 328590 h 1160647"/>
                <a:gd name="connsiteX422-16223" fmla="*/ 119575 w 3032161"/>
                <a:gd name="connsiteY422-16224" fmla="*/ 328590 h 1160647"/>
                <a:gd name="connsiteX423-16225" fmla="*/ 156055 w 3032161"/>
                <a:gd name="connsiteY423-16226" fmla="*/ 246443 h 1160647"/>
                <a:gd name="connsiteX424-16227" fmla="*/ 160109 w 3032161"/>
                <a:gd name="connsiteY424-16228" fmla="*/ 0 h 116064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  <a:cxn ang="0">
                  <a:pos x="connsiteX49-99" y="connsiteY49-100"/>
                </a:cxn>
                <a:cxn ang="0">
                  <a:pos x="connsiteX50-101" y="connsiteY50-102"/>
                </a:cxn>
                <a:cxn ang="0">
                  <a:pos x="connsiteX51-103" y="connsiteY51-104"/>
                </a:cxn>
                <a:cxn ang="0">
                  <a:pos x="connsiteX52-105" y="connsiteY52-106"/>
                </a:cxn>
                <a:cxn ang="0">
                  <a:pos x="connsiteX53-107" y="connsiteY53-108"/>
                </a:cxn>
                <a:cxn ang="0">
                  <a:pos x="connsiteX54-109" y="connsiteY54-110"/>
                </a:cxn>
                <a:cxn ang="0">
                  <a:pos x="connsiteX55-111" y="connsiteY55-112"/>
                </a:cxn>
                <a:cxn ang="0">
                  <a:pos x="connsiteX56-113" y="connsiteY56-114"/>
                </a:cxn>
                <a:cxn ang="0">
                  <a:pos x="connsiteX57-115" y="connsiteY57-116"/>
                </a:cxn>
                <a:cxn ang="0">
                  <a:pos x="connsiteX58-117" y="connsiteY58-118"/>
                </a:cxn>
                <a:cxn ang="0">
                  <a:pos x="connsiteX59-119" y="connsiteY59-120"/>
                </a:cxn>
                <a:cxn ang="0">
                  <a:pos x="connsiteX60-121" y="connsiteY60-122"/>
                </a:cxn>
                <a:cxn ang="0">
                  <a:pos x="connsiteX61-123" y="connsiteY61-124"/>
                </a:cxn>
                <a:cxn ang="0">
                  <a:pos x="connsiteX62-125" y="connsiteY62-126"/>
                </a:cxn>
                <a:cxn ang="0">
                  <a:pos x="connsiteX63-127" y="connsiteY63-128"/>
                </a:cxn>
                <a:cxn ang="0">
                  <a:pos x="connsiteX64-129" y="connsiteY64-130"/>
                </a:cxn>
                <a:cxn ang="0">
                  <a:pos x="connsiteX65-131" y="connsiteY65-132"/>
                </a:cxn>
                <a:cxn ang="0">
                  <a:pos x="connsiteX66-133" y="connsiteY66-134"/>
                </a:cxn>
                <a:cxn ang="0">
                  <a:pos x="connsiteX67-135" y="connsiteY67-136"/>
                </a:cxn>
                <a:cxn ang="0">
                  <a:pos x="connsiteX68-137" y="connsiteY68-138"/>
                </a:cxn>
                <a:cxn ang="0">
                  <a:pos x="connsiteX69-139" y="connsiteY69-140"/>
                </a:cxn>
                <a:cxn ang="0">
                  <a:pos x="connsiteX70-141" y="connsiteY70-142"/>
                </a:cxn>
                <a:cxn ang="0">
                  <a:pos x="connsiteX71-143" y="connsiteY71-144"/>
                </a:cxn>
                <a:cxn ang="0">
                  <a:pos x="connsiteX72-145" y="connsiteY72-146"/>
                </a:cxn>
                <a:cxn ang="0">
                  <a:pos x="connsiteX73-147" y="connsiteY73-148"/>
                </a:cxn>
                <a:cxn ang="0">
                  <a:pos x="connsiteX74-149" y="connsiteY74-150"/>
                </a:cxn>
                <a:cxn ang="0">
                  <a:pos x="connsiteX75-151" y="connsiteY75-152"/>
                </a:cxn>
                <a:cxn ang="0">
                  <a:pos x="connsiteX76-153" y="connsiteY76-154"/>
                </a:cxn>
                <a:cxn ang="0">
                  <a:pos x="connsiteX77-155" y="connsiteY77-156"/>
                </a:cxn>
                <a:cxn ang="0">
                  <a:pos x="connsiteX78-157" y="connsiteY78-158"/>
                </a:cxn>
                <a:cxn ang="0">
                  <a:pos x="connsiteX79-159" y="connsiteY79-160"/>
                </a:cxn>
                <a:cxn ang="0">
                  <a:pos x="connsiteX80-161" y="connsiteY80-162"/>
                </a:cxn>
                <a:cxn ang="0">
                  <a:pos x="connsiteX81-163" y="connsiteY81-164"/>
                </a:cxn>
                <a:cxn ang="0">
                  <a:pos x="connsiteX82-165" y="connsiteY82-166"/>
                </a:cxn>
                <a:cxn ang="0">
                  <a:pos x="connsiteX83-167" y="connsiteY83-168"/>
                </a:cxn>
                <a:cxn ang="0">
                  <a:pos x="connsiteX84-169" y="connsiteY84-170"/>
                </a:cxn>
                <a:cxn ang="0">
                  <a:pos x="connsiteX85-171" y="connsiteY85-172"/>
                </a:cxn>
                <a:cxn ang="0">
                  <a:pos x="connsiteX86-173" y="connsiteY86-174"/>
                </a:cxn>
                <a:cxn ang="0">
                  <a:pos x="connsiteX87-175" y="connsiteY87-176"/>
                </a:cxn>
                <a:cxn ang="0">
                  <a:pos x="connsiteX88-177" y="connsiteY88-178"/>
                </a:cxn>
                <a:cxn ang="0">
                  <a:pos x="connsiteX89-179" y="connsiteY89-180"/>
                </a:cxn>
                <a:cxn ang="0">
                  <a:pos x="connsiteX90-181" y="connsiteY90-182"/>
                </a:cxn>
                <a:cxn ang="0">
                  <a:pos x="connsiteX91-183" y="connsiteY91-184"/>
                </a:cxn>
                <a:cxn ang="0">
                  <a:pos x="connsiteX92-185" y="connsiteY92-186"/>
                </a:cxn>
                <a:cxn ang="0">
                  <a:pos x="connsiteX93-187" y="connsiteY93-188"/>
                </a:cxn>
                <a:cxn ang="0">
                  <a:pos x="connsiteX94-189" y="connsiteY94-190"/>
                </a:cxn>
                <a:cxn ang="0">
                  <a:pos x="connsiteX95-191" y="connsiteY95-192"/>
                </a:cxn>
                <a:cxn ang="0">
                  <a:pos x="connsiteX96-193" y="connsiteY96-194"/>
                </a:cxn>
                <a:cxn ang="0">
                  <a:pos x="connsiteX97-195" y="connsiteY97-196"/>
                </a:cxn>
                <a:cxn ang="0">
                  <a:pos x="connsiteX98-197" y="connsiteY98-198"/>
                </a:cxn>
                <a:cxn ang="0">
                  <a:pos x="connsiteX99-199" y="connsiteY99-200"/>
                </a:cxn>
                <a:cxn ang="0">
                  <a:pos x="connsiteX100-201" y="connsiteY100-202"/>
                </a:cxn>
                <a:cxn ang="0">
                  <a:pos x="connsiteX101-203" y="connsiteY101-204"/>
                </a:cxn>
                <a:cxn ang="0">
                  <a:pos x="connsiteX102-205" y="connsiteY102-206"/>
                </a:cxn>
                <a:cxn ang="0">
                  <a:pos x="connsiteX103-207" y="connsiteY103-208"/>
                </a:cxn>
                <a:cxn ang="0">
                  <a:pos x="connsiteX104-209" y="connsiteY104-210"/>
                </a:cxn>
                <a:cxn ang="0">
                  <a:pos x="connsiteX105-211" y="connsiteY105-212"/>
                </a:cxn>
                <a:cxn ang="0">
                  <a:pos x="connsiteX106-213" y="connsiteY106-214"/>
                </a:cxn>
                <a:cxn ang="0">
                  <a:pos x="connsiteX107-215" y="connsiteY107-216"/>
                </a:cxn>
                <a:cxn ang="0">
                  <a:pos x="connsiteX108-217" y="connsiteY108-218"/>
                </a:cxn>
                <a:cxn ang="0">
                  <a:pos x="connsiteX109-219" y="connsiteY109-220"/>
                </a:cxn>
                <a:cxn ang="0">
                  <a:pos x="connsiteX110-221" y="connsiteY110-222"/>
                </a:cxn>
                <a:cxn ang="0">
                  <a:pos x="connsiteX111-223" y="connsiteY111-224"/>
                </a:cxn>
                <a:cxn ang="0">
                  <a:pos x="connsiteX112-225" y="connsiteY112-226"/>
                </a:cxn>
                <a:cxn ang="0">
                  <a:pos x="connsiteX113-227" y="connsiteY113-228"/>
                </a:cxn>
                <a:cxn ang="0">
                  <a:pos x="connsiteX114-229" y="connsiteY114-230"/>
                </a:cxn>
                <a:cxn ang="0">
                  <a:pos x="connsiteX115-231" y="connsiteY115-232"/>
                </a:cxn>
                <a:cxn ang="0">
                  <a:pos x="connsiteX116-233" y="connsiteY116-234"/>
                </a:cxn>
                <a:cxn ang="0">
                  <a:pos x="connsiteX117-235" y="connsiteY117-236"/>
                </a:cxn>
                <a:cxn ang="0">
                  <a:pos x="connsiteX118-237" y="connsiteY118-238"/>
                </a:cxn>
                <a:cxn ang="0">
                  <a:pos x="connsiteX119-239" y="connsiteY119-240"/>
                </a:cxn>
                <a:cxn ang="0">
                  <a:pos x="connsiteX120-241" y="connsiteY120-242"/>
                </a:cxn>
                <a:cxn ang="0">
                  <a:pos x="connsiteX121-243" y="connsiteY121-244"/>
                </a:cxn>
                <a:cxn ang="0">
                  <a:pos x="connsiteX122-245" y="connsiteY122-246"/>
                </a:cxn>
                <a:cxn ang="0">
                  <a:pos x="connsiteX123-247" y="connsiteY123-248"/>
                </a:cxn>
                <a:cxn ang="0">
                  <a:pos x="connsiteX124-249" y="connsiteY124-250"/>
                </a:cxn>
                <a:cxn ang="0">
                  <a:pos x="connsiteX125-251" y="connsiteY125-252"/>
                </a:cxn>
                <a:cxn ang="0">
                  <a:pos x="connsiteX126-253" y="connsiteY126-254"/>
                </a:cxn>
                <a:cxn ang="0">
                  <a:pos x="connsiteX127-255" y="connsiteY127-256"/>
                </a:cxn>
                <a:cxn ang="0">
                  <a:pos x="connsiteX128-257" y="connsiteY128-258"/>
                </a:cxn>
                <a:cxn ang="0">
                  <a:pos x="connsiteX129-259" y="connsiteY129-260"/>
                </a:cxn>
                <a:cxn ang="0">
                  <a:pos x="connsiteX130-261" y="connsiteY130-262"/>
                </a:cxn>
                <a:cxn ang="0">
                  <a:pos x="connsiteX131-263" y="connsiteY131-264"/>
                </a:cxn>
                <a:cxn ang="0">
                  <a:pos x="connsiteX132-265" y="connsiteY132-266"/>
                </a:cxn>
                <a:cxn ang="0">
                  <a:pos x="connsiteX133-267" y="connsiteY133-268"/>
                </a:cxn>
                <a:cxn ang="0">
                  <a:pos x="connsiteX134-269" y="connsiteY134-270"/>
                </a:cxn>
                <a:cxn ang="0">
                  <a:pos x="connsiteX135-271" y="connsiteY135-272"/>
                </a:cxn>
                <a:cxn ang="0">
                  <a:pos x="connsiteX136-273" y="connsiteY136-274"/>
                </a:cxn>
                <a:cxn ang="0">
                  <a:pos x="connsiteX137-275" y="connsiteY137-276"/>
                </a:cxn>
                <a:cxn ang="0">
                  <a:pos x="connsiteX138-277" y="connsiteY138-278"/>
                </a:cxn>
                <a:cxn ang="0">
                  <a:pos x="connsiteX139-279" y="connsiteY139-280"/>
                </a:cxn>
                <a:cxn ang="0">
                  <a:pos x="connsiteX140-281" y="connsiteY140-282"/>
                </a:cxn>
                <a:cxn ang="0">
                  <a:pos x="connsiteX141-283" y="connsiteY141-284"/>
                </a:cxn>
                <a:cxn ang="0">
                  <a:pos x="connsiteX142-285" y="connsiteY142-286"/>
                </a:cxn>
                <a:cxn ang="0">
                  <a:pos x="connsiteX143-287" y="connsiteY143-288"/>
                </a:cxn>
                <a:cxn ang="0">
                  <a:pos x="connsiteX144-289" y="connsiteY144-290"/>
                </a:cxn>
                <a:cxn ang="0">
                  <a:pos x="connsiteX145-291" y="connsiteY145-292"/>
                </a:cxn>
                <a:cxn ang="0">
                  <a:pos x="connsiteX146-293" y="connsiteY146-294"/>
                </a:cxn>
                <a:cxn ang="0">
                  <a:pos x="connsiteX147-295" y="connsiteY147-296"/>
                </a:cxn>
                <a:cxn ang="0">
                  <a:pos x="connsiteX148-297" y="connsiteY148-298"/>
                </a:cxn>
                <a:cxn ang="0">
                  <a:pos x="connsiteX149-299" y="connsiteY149-300"/>
                </a:cxn>
                <a:cxn ang="0">
                  <a:pos x="connsiteX150-301" y="connsiteY150-302"/>
                </a:cxn>
                <a:cxn ang="0">
                  <a:pos x="connsiteX151-303" y="connsiteY151-304"/>
                </a:cxn>
                <a:cxn ang="0">
                  <a:pos x="connsiteX152-305" y="connsiteY152-306"/>
                </a:cxn>
                <a:cxn ang="0">
                  <a:pos x="connsiteX153-307" y="connsiteY153-308"/>
                </a:cxn>
                <a:cxn ang="0">
                  <a:pos x="connsiteX154-309" y="connsiteY154-310"/>
                </a:cxn>
                <a:cxn ang="0">
                  <a:pos x="connsiteX155-311" y="connsiteY155-312"/>
                </a:cxn>
                <a:cxn ang="0">
                  <a:pos x="connsiteX156-313" y="connsiteY156-314"/>
                </a:cxn>
                <a:cxn ang="0">
                  <a:pos x="connsiteX157-315" y="connsiteY157-316"/>
                </a:cxn>
                <a:cxn ang="0">
                  <a:pos x="connsiteX158-317" y="connsiteY158-318"/>
                </a:cxn>
                <a:cxn ang="0">
                  <a:pos x="connsiteX159-319" y="connsiteY159-320"/>
                </a:cxn>
                <a:cxn ang="0">
                  <a:pos x="connsiteX160-321" y="connsiteY160-322"/>
                </a:cxn>
                <a:cxn ang="0">
                  <a:pos x="connsiteX161-323" y="connsiteY161-324"/>
                </a:cxn>
                <a:cxn ang="0">
                  <a:pos x="connsiteX162-325" y="connsiteY162-326"/>
                </a:cxn>
                <a:cxn ang="0">
                  <a:pos x="connsiteX163-327" y="connsiteY163-328"/>
                </a:cxn>
                <a:cxn ang="0">
                  <a:pos x="connsiteX164-329" y="connsiteY164-330"/>
                </a:cxn>
                <a:cxn ang="0">
                  <a:pos x="connsiteX165-331" y="connsiteY165-332"/>
                </a:cxn>
                <a:cxn ang="0">
                  <a:pos x="connsiteX166-333" y="connsiteY166-334"/>
                </a:cxn>
                <a:cxn ang="0">
                  <a:pos x="connsiteX167-335" y="connsiteY167-336"/>
                </a:cxn>
                <a:cxn ang="0">
                  <a:pos x="connsiteX168-337" y="connsiteY168-338"/>
                </a:cxn>
                <a:cxn ang="0">
                  <a:pos x="connsiteX169-339" y="connsiteY169-340"/>
                </a:cxn>
                <a:cxn ang="0">
                  <a:pos x="connsiteX170-341" y="connsiteY170-342"/>
                </a:cxn>
                <a:cxn ang="0">
                  <a:pos x="connsiteX171-343" y="connsiteY171-344"/>
                </a:cxn>
                <a:cxn ang="0">
                  <a:pos x="connsiteX172-345" y="connsiteY172-346"/>
                </a:cxn>
                <a:cxn ang="0">
                  <a:pos x="connsiteX173-347" y="connsiteY173-348"/>
                </a:cxn>
                <a:cxn ang="0">
                  <a:pos x="connsiteX174-349" y="connsiteY174-350"/>
                </a:cxn>
                <a:cxn ang="0">
                  <a:pos x="connsiteX175-351" y="connsiteY175-352"/>
                </a:cxn>
                <a:cxn ang="0">
                  <a:pos x="connsiteX176-353" y="connsiteY176-354"/>
                </a:cxn>
                <a:cxn ang="0">
                  <a:pos x="connsiteX177-355" y="connsiteY177-356"/>
                </a:cxn>
                <a:cxn ang="0">
                  <a:pos x="connsiteX178-357" y="connsiteY178-358"/>
                </a:cxn>
                <a:cxn ang="0">
                  <a:pos x="connsiteX179-359" y="connsiteY179-360"/>
                </a:cxn>
                <a:cxn ang="0">
                  <a:pos x="connsiteX180-361" y="connsiteY180-362"/>
                </a:cxn>
                <a:cxn ang="0">
                  <a:pos x="connsiteX181-363" y="connsiteY181-364"/>
                </a:cxn>
                <a:cxn ang="0">
                  <a:pos x="connsiteX182-365" y="connsiteY182-366"/>
                </a:cxn>
                <a:cxn ang="0">
                  <a:pos x="connsiteX183-367" y="connsiteY183-368"/>
                </a:cxn>
                <a:cxn ang="0">
                  <a:pos x="connsiteX184-369" y="connsiteY184-370"/>
                </a:cxn>
                <a:cxn ang="0">
                  <a:pos x="connsiteX185-371" y="connsiteY185-372"/>
                </a:cxn>
                <a:cxn ang="0">
                  <a:pos x="connsiteX186-373" y="connsiteY186-374"/>
                </a:cxn>
                <a:cxn ang="0">
                  <a:pos x="connsiteX187-375" y="connsiteY187-376"/>
                </a:cxn>
                <a:cxn ang="0">
                  <a:pos x="connsiteX188-377" y="connsiteY188-378"/>
                </a:cxn>
                <a:cxn ang="0">
                  <a:pos x="connsiteX189-379" y="connsiteY189-380"/>
                </a:cxn>
                <a:cxn ang="0">
                  <a:pos x="connsiteX190-381" y="connsiteY190-382"/>
                </a:cxn>
                <a:cxn ang="0">
                  <a:pos x="connsiteX191-383" y="connsiteY191-384"/>
                </a:cxn>
                <a:cxn ang="0">
                  <a:pos x="connsiteX192-385" y="connsiteY192-386"/>
                </a:cxn>
                <a:cxn ang="0">
                  <a:pos x="connsiteX193-387" y="connsiteY193-388"/>
                </a:cxn>
                <a:cxn ang="0">
                  <a:pos x="connsiteX194-389" y="connsiteY194-390"/>
                </a:cxn>
                <a:cxn ang="0">
                  <a:pos x="connsiteX195-391" y="connsiteY195-392"/>
                </a:cxn>
                <a:cxn ang="0">
                  <a:pos x="connsiteX196-393" y="connsiteY196-394"/>
                </a:cxn>
                <a:cxn ang="0">
                  <a:pos x="connsiteX197-395" y="connsiteY197-396"/>
                </a:cxn>
                <a:cxn ang="0">
                  <a:pos x="connsiteX198-397" y="connsiteY198-398"/>
                </a:cxn>
                <a:cxn ang="0">
                  <a:pos x="connsiteX199-399" y="connsiteY199-400"/>
                </a:cxn>
                <a:cxn ang="0">
                  <a:pos x="connsiteX200-401" y="connsiteY200-402"/>
                </a:cxn>
                <a:cxn ang="0">
                  <a:pos x="connsiteX201-403" y="connsiteY201-404"/>
                </a:cxn>
                <a:cxn ang="0">
                  <a:pos x="connsiteX202-405" y="connsiteY202-406"/>
                </a:cxn>
                <a:cxn ang="0">
                  <a:pos x="connsiteX203-407" y="connsiteY203-408"/>
                </a:cxn>
                <a:cxn ang="0">
                  <a:pos x="connsiteX204-409" y="connsiteY204-410"/>
                </a:cxn>
                <a:cxn ang="0">
                  <a:pos x="connsiteX205-411" y="connsiteY205-412"/>
                </a:cxn>
                <a:cxn ang="0">
                  <a:pos x="connsiteX206-413" y="connsiteY206-414"/>
                </a:cxn>
                <a:cxn ang="0">
                  <a:pos x="connsiteX207-415" y="connsiteY207-416"/>
                </a:cxn>
                <a:cxn ang="0">
                  <a:pos x="connsiteX208-417" y="connsiteY208-418"/>
                </a:cxn>
                <a:cxn ang="0">
                  <a:pos x="connsiteX209-419" y="connsiteY209-420"/>
                </a:cxn>
                <a:cxn ang="0">
                  <a:pos x="connsiteX210-421" y="connsiteY210-422"/>
                </a:cxn>
                <a:cxn ang="0">
                  <a:pos x="connsiteX211-423" y="connsiteY211-424"/>
                </a:cxn>
                <a:cxn ang="0">
                  <a:pos x="connsiteX212-425" y="connsiteY212-426"/>
                </a:cxn>
                <a:cxn ang="0">
                  <a:pos x="connsiteX213-427" y="connsiteY213-428"/>
                </a:cxn>
                <a:cxn ang="0">
                  <a:pos x="connsiteX214-429" y="connsiteY214-430"/>
                </a:cxn>
                <a:cxn ang="0">
                  <a:pos x="connsiteX215-431" y="connsiteY215-432"/>
                </a:cxn>
                <a:cxn ang="0">
                  <a:pos x="connsiteX216-433" y="connsiteY216-434"/>
                </a:cxn>
                <a:cxn ang="0">
                  <a:pos x="connsiteX217-435" y="connsiteY217-436"/>
                </a:cxn>
                <a:cxn ang="0">
                  <a:pos x="connsiteX218-437" y="connsiteY218-438"/>
                </a:cxn>
                <a:cxn ang="0">
                  <a:pos x="connsiteX219-439" y="connsiteY219-440"/>
                </a:cxn>
                <a:cxn ang="0">
                  <a:pos x="connsiteX220-441" y="connsiteY220-442"/>
                </a:cxn>
                <a:cxn ang="0">
                  <a:pos x="connsiteX221-443" y="connsiteY221-444"/>
                </a:cxn>
                <a:cxn ang="0">
                  <a:pos x="connsiteX222-445" y="connsiteY222-446"/>
                </a:cxn>
                <a:cxn ang="0">
                  <a:pos x="connsiteX223-447" y="connsiteY223-448"/>
                </a:cxn>
                <a:cxn ang="0">
                  <a:pos x="connsiteX224-449" y="connsiteY224-450"/>
                </a:cxn>
                <a:cxn ang="0">
                  <a:pos x="connsiteX225-451" y="connsiteY225-452"/>
                </a:cxn>
                <a:cxn ang="0">
                  <a:pos x="connsiteX226-453" y="connsiteY226-454"/>
                </a:cxn>
                <a:cxn ang="0">
                  <a:pos x="connsiteX227-455" y="connsiteY227-456"/>
                </a:cxn>
                <a:cxn ang="0">
                  <a:pos x="connsiteX228-457" y="connsiteY228-458"/>
                </a:cxn>
                <a:cxn ang="0">
                  <a:pos x="connsiteX229-459" y="connsiteY229-460"/>
                </a:cxn>
                <a:cxn ang="0">
                  <a:pos x="connsiteX230-461" y="connsiteY230-462"/>
                </a:cxn>
                <a:cxn ang="0">
                  <a:pos x="connsiteX231-463" y="connsiteY231-464"/>
                </a:cxn>
                <a:cxn ang="0">
                  <a:pos x="connsiteX232-465" y="connsiteY232-466"/>
                </a:cxn>
                <a:cxn ang="0">
                  <a:pos x="connsiteX233-467" y="connsiteY233-468"/>
                </a:cxn>
                <a:cxn ang="0">
                  <a:pos x="connsiteX234-469" y="connsiteY234-470"/>
                </a:cxn>
                <a:cxn ang="0">
                  <a:pos x="connsiteX235-471" y="connsiteY235-472"/>
                </a:cxn>
                <a:cxn ang="0">
                  <a:pos x="connsiteX236-473" y="connsiteY236-474"/>
                </a:cxn>
                <a:cxn ang="0">
                  <a:pos x="connsiteX237-475" y="connsiteY237-476"/>
                </a:cxn>
                <a:cxn ang="0">
                  <a:pos x="connsiteX238-477" y="connsiteY238-478"/>
                </a:cxn>
                <a:cxn ang="0">
                  <a:pos x="connsiteX239-479" y="connsiteY239-480"/>
                </a:cxn>
                <a:cxn ang="0">
                  <a:pos x="connsiteX240-481" y="connsiteY240-482"/>
                </a:cxn>
                <a:cxn ang="0">
                  <a:pos x="connsiteX241-483" y="connsiteY241-484"/>
                </a:cxn>
                <a:cxn ang="0">
                  <a:pos x="connsiteX242-485" y="connsiteY242-486"/>
                </a:cxn>
                <a:cxn ang="0">
                  <a:pos x="connsiteX243-487" y="connsiteY243-488"/>
                </a:cxn>
                <a:cxn ang="0">
                  <a:pos x="connsiteX244-489" y="connsiteY244-490"/>
                </a:cxn>
                <a:cxn ang="0">
                  <a:pos x="connsiteX245-491" y="connsiteY245-492"/>
                </a:cxn>
                <a:cxn ang="0">
                  <a:pos x="connsiteX246-493" y="connsiteY246-494"/>
                </a:cxn>
                <a:cxn ang="0">
                  <a:pos x="connsiteX247-495" y="connsiteY247-496"/>
                </a:cxn>
                <a:cxn ang="0">
                  <a:pos x="connsiteX248-497" y="connsiteY248-498"/>
                </a:cxn>
                <a:cxn ang="0">
                  <a:pos x="connsiteX249-499" y="connsiteY249-500"/>
                </a:cxn>
                <a:cxn ang="0">
                  <a:pos x="connsiteX250-501" y="connsiteY250-502"/>
                </a:cxn>
                <a:cxn ang="0">
                  <a:pos x="connsiteX251-503" y="connsiteY251-504"/>
                </a:cxn>
                <a:cxn ang="0">
                  <a:pos x="connsiteX252-505" y="connsiteY252-506"/>
                </a:cxn>
                <a:cxn ang="0">
                  <a:pos x="connsiteX253-507" y="connsiteY253-508"/>
                </a:cxn>
                <a:cxn ang="0">
                  <a:pos x="connsiteX254-509" y="connsiteY254-510"/>
                </a:cxn>
                <a:cxn ang="0">
                  <a:pos x="connsiteX255-511" y="connsiteY255-512"/>
                </a:cxn>
                <a:cxn ang="0">
                  <a:pos x="connsiteX256-513" y="connsiteY256-514"/>
                </a:cxn>
                <a:cxn ang="0">
                  <a:pos x="connsiteX257-515" y="connsiteY257-516"/>
                </a:cxn>
                <a:cxn ang="0">
                  <a:pos x="connsiteX258-517" y="connsiteY258-518"/>
                </a:cxn>
                <a:cxn ang="0">
                  <a:pos x="connsiteX259-519" y="connsiteY259-520"/>
                </a:cxn>
                <a:cxn ang="0">
                  <a:pos x="connsiteX260-521" y="connsiteY260-522"/>
                </a:cxn>
                <a:cxn ang="0">
                  <a:pos x="connsiteX261-523" y="connsiteY261-524"/>
                </a:cxn>
                <a:cxn ang="0">
                  <a:pos x="connsiteX262-525" y="connsiteY262-526"/>
                </a:cxn>
                <a:cxn ang="0">
                  <a:pos x="connsiteX263-527" y="connsiteY263-528"/>
                </a:cxn>
                <a:cxn ang="0">
                  <a:pos x="connsiteX264-529" y="connsiteY264-530"/>
                </a:cxn>
                <a:cxn ang="0">
                  <a:pos x="connsiteX265-531" y="connsiteY265-532"/>
                </a:cxn>
                <a:cxn ang="0">
                  <a:pos x="connsiteX266-533" y="connsiteY266-534"/>
                </a:cxn>
                <a:cxn ang="0">
                  <a:pos x="connsiteX267-535" y="connsiteY267-536"/>
                </a:cxn>
                <a:cxn ang="0">
                  <a:pos x="connsiteX268-537" y="connsiteY268-538"/>
                </a:cxn>
                <a:cxn ang="0">
                  <a:pos x="connsiteX269-539" y="connsiteY269-540"/>
                </a:cxn>
                <a:cxn ang="0">
                  <a:pos x="connsiteX270-541" y="connsiteY270-542"/>
                </a:cxn>
                <a:cxn ang="0">
                  <a:pos x="connsiteX271-543" y="connsiteY271-544"/>
                </a:cxn>
                <a:cxn ang="0">
                  <a:pos x="connsiteX272-545" y="connsiteY272-546"/>
                </a:cxn>
                <a:cxn ang="0">
                  <a:pos x="connsiteX273-547" y="connsiteY273-548"/>
                </a:cxn>
                <a:cxn ang="0">
                  <a:pos x="connsiteX274-549" y="connsiteY274-550"/>
                </a:cxn>
                <a:cxn ang="0">
                  <a:pos x="connsiteX275-551" y="connsiteY275-552"/>
                </a:cxn>
                <a:cxn ang="0">
                  <a:pos x="connsiteX276-553" y="connsiteY276-554"/>
                </a:cxn>
                <a:cxn ang="0">
                  <a:pos x="connsiteX277-555" y="connsiteY277-556"/>
                </a:cxn>
                <a:cxn ang="0">
                  <a:pos x="connsiteX278-557" y="connsiteY278-558"/>
                </a:cxn>
                <a:cxn ang="0">
                  <a:pos x="connsiteX279-559" y="connsiteY279-560"/>
                </a:cxn>
                <a:cxn ang="0">
                  <a:pos x="connsiteX280-561" y="connsiteY280-562"/>
                </a:cxn>
                <a:cxn ang="0">
                  <a:pos x="connsiteX281-563" y="connsiteY281-564"/>
                </a:cxn>
                <a:cxn ang="0">
                  <a:pos x="connsiteX282-565" y="connsiteY282-566"/>
                </a:cxn>
                <a:cxn ang="0">
                  <a:pos x="connsiteX283-567" y="connsiteY283-568"/>
                </a:cxn>
                <a:cxn ang="0">
                  <a:pos x="connsiteX284-569" y="connsiteY284-570"/>
                </a:cxn>
                <a:cxn ang="0">
                  <a:pos x="connsiteX285-571" y="connsiteY285-572"/>
                </a:cxn>
                <a:cxn ang="0">
                  <a:pos x="connsiteX286-573" y="connsiteY286-574"/>
                </a:cxn>
                <a:cxn ang="0">
                  <a:pos x="connsiteX287-575" y="connsiteY287-576"/>
                </a:cxn>
                <a:cxn ang="0">
                  <a:pos x="connsiteX288-577" y="connsiteY288-578"/>
                </a:cxn>
                <a:cxn ang="0">
                  <a:pos x="connsiteX289-579" y="connsiteY289-580"/>
                </a:cxn>
                <a:cxn ang="0">
                  <a:pos x="connsiteX290-581" y="connsiteY290-582"/>
                </a:cxn>
                <a:cxn ang="0">
                  <a:pos x="connsiteX291-583" y="connsiteY291-584"/>
                </a:cxn>
                <a:cxn ang="0">
                  <a:pos x="connsiteX292-585" y="connsiteY292-586"/>
                </a:cxn>
                <a:cxn ang="0">
                  <a:pos x="connsiteX293-587" y="connsiteY293-588"/>
                </a:cxn>
                <a:cxn ang="0">
                  <a:pos x="connsiteX294-589" y="connsiteY294-590"/>
                </a:cxn>
                <a:cxn ang="0">
                  <a:pos x="connsiteX295-591" y="connsiteY295-592"/>
                </a:cxn>
                <a:cxn ang="0">
                  <a:pos x="connsiteX296-593" y="connsiteY296-594"/>
                </a:cxn>
                <a:cxn ang="0">
                  <a:pos x="connsiteX297-595" y="connsiteY297-596"/>
                </a:cxn>
                <a:cxn ang="0">
                  <a:pos x="connsiteX298-597" y="connsiteY298-598"/>
                </a:cxn>
                <a:cxn ang="0">
                  <a:pos x="connsiteX299-599" y="connsiteY299-600"/>
                </a:cxn>
                <a:cxn ang="0">
                  <a:pos x="connsiteX300-601" y="connsiteY300-602"/>
                </a:cxn>
                <a:cxn ang="0">
                  <a:pos x="connsiteX301-603" y="connsiteY301-604"/>
                </a:cxn>
                <a:cxn ang="0">
                  <a:pos x="connsiteX302-605" y="connsiteY302-606"/>
                </a:cxn>
                <a:cxn ang="0">
                  <a:pos x="connsiteX303-607" y="connsiteY303-608"/>
                </a:cxn>
                <a:cxn ang="0">
                  <a:pos x="connsiteX304-609" y="connsiteY304-610"/>
                </a:cxn>
                <a:cxn ang="0">
                  <a:pos x="connsiteX305-611" y="connsiteY305-612"/>
                </a:cxn>
                <a:cxn ang="0">
                  <a:pos x="connsiteX306-613" y="connsiteY306-614"/>
                </a:cxn>
                <a:cxn ang="0">
                  <a:pos x="connsiteX307-615" y="connsiteY307-616"/>
                </a:cxn>
                <a:cxn ang="0">
                  <a:pos x="connsiteX308-617" y="connsiteY308-618"/>
                </a:cxn>
                <a:cxn ang="0">
                  <a:pos x="connsiteX309-619" y="connsiteY309-620"/>
                </a:cxn>
                <a:cxn ang="0">
                  <a:pos x="connsiteX310-621" y="connsiteY310-622"/>
                </a:cxn>
                <a:cxn ang="0">
                  <a:pos x="connsiteX311-623" y="connsiteY311-624"/>
                </a:cxn>
                <a:cxn ang="0">
                  <a:pos x="connsiteX312-625" y="connsiteY312-626"/>
                </a:cxn>
                <a:cxn ang="0">
                  <a:pos x="connsiteX313-627" y="connsiteY313-628"/>
                </a:cxn>
                <a:cxn ang="0">
                  <a:pos x="connsiteX314-629" y="connsiteY314-630"/>
                </a:cxn>
                <a:cxn ang="0">
                  <a:pos x="connsiteX315-631" y="connsiteY315-632"/>
                </a:cxn>
                <a:cxn ang="0">
                  <a:pos x="connsiteX316-633" y="connsiteY316-634"/>
                </a:cxn>
                <a:cxn ang="0">
                  <a:pos x="connsiteX317-635" y="connsiteY317-636"/>
                </a:cxn>
                <a:cxn ang="0">
                  <a:pos x="connsiteX318-637" y="connsiteY318-638"/>
                </a:cxn>
                <a:cxn ang="0">
                  <a:pos x="connsiteX319-639" y="connsiteY319-640"/>
                </a:cxn>
                <a:cxn ang="0">
                  <a:pos x="connsiteX320-641" y="connsiteY320-642"/>
                </a:cxn>
                <a:cxn ang="0">
                  <a:pos x="connsiteX321-643" y="connsiteY321-644"/>
                </a:cxn>
                <a:cxn ang="0">
                  <a:pos x="connsiteX322-645" y="connsiteY322-646"/>
                </a:cxn>
                <a:cxn ang="0">
                  <a:pos x="connsiteX323-647" y="connsiteY323-648"/>
                </a:cxn>
                <a:cxn ang="0">
                  <a:pos x="connsiteX324-649" y="connsiteY324-650"/>
                </a:cxn>
                <a:cxn ang="0">
                  <a:pos x="connsiteX325-651" y="connsiteY325-652"/>
                </a:cxn>
                <a:cxn ang="0">
                  <a:pos x="connsiteX326-653" y="connsiteY326-654"/>
                </a:cxn>
                <a:cxn ang="0">
                  <a:pos x="connsiteX327-655" y="connsiteY327-656"/>
                </a:cxn>
                <a:cxn ang="0">
                  <a:pos x="connsiteX328-657" y="connsiteY328-658"/>
                </a:cxn>
                <a:cxn ang="0">
                  <a:pos x="connsiteX329-659" y="connsiteY329-660"/>
                </a:cxn>
                <a:cxn ang="0">
                  <a:pos x="connsiteX330-661" y="connsiteY330-662"/>
                </a:cxn>
                <a:cxn ang="0">
                  <a:pos x="connsiteX331-663" y="connsiteY331-664"/>
                </a:cxn>
                <a:cxn ang="0">
                  <a:pos x="connsiteX332-665" y="connsiteY332-666"/>
                </a:cxn>
                <a:cxn ang="0">
                  <a:pos x="connsiteX333-667" y="connsiteY333-668"/>
                </a:cxn>
                <a:cxn ang="0">
                  <a:pos x="connsiteX334-669" y="connsiteY334-670"/>
                </a:cxn>
                <a:cxn ang="0">
                  <a:pos x="connsiteX335-671" y="connsiteY335-672"/>
                </a:cxn>
                <a:cxn ang="0">
                  <a:pos x="connsiteX336-673" y="connsiteY336-674"/>
                </a:cxn>
                <a:cxn ang="0">
                  <a:pos x="connsiteX337-675" y="connsiteY337-676"/>
                </a:cxn>
                <a:cxn ang="0">
                  <a:pos x="connsiteX338-677" y="connsiteY338-678"/>
                </a:cxn>
                <a:cxn ang="0">
                  <a:pos x="connsiteX339-679" y="connsiteY339-680"/>
                </a:cxn>
                <a:cxn ang="0">
                  <a:pos x="connsiteX340-681" y="connsiteY340-682"/>
                </a:cxn>
                <a:cxn ang="0">
                  <a:pos x="connsiteX341-683" y="connsiteY341-684"/>
                </a:cxn>
                <a:cxn ang="0">
                  <a:pos x="connsiteX342-685" y="connsiteY342-686"/>
                </a:cxn>
                <a:cxn ang="0">
                  <a:pos x="connsiteX343-687" y="connsiteY343-688"/>
                </a:cxn>
                <a:cxn ang="0">
                  <a:pos x="connsiteX344-689" y="connsiteY344-690"/>
                </a:cxn>
                <a:cxn ang="0">
                  <a:pos x="connsiteX345-691" y="connsiteY345-692"/>
                </a:cxn>
                <a:cxn ang="0">
                  <a:pos x="connsiteX346-693" y="connsiteY346-694"/>
                </a:cxn>
                <a:cxn ang="0">
                  <a:pos x="connsiteX347-695" y="connsiteY347-696"/>
                </a:cxn>
                <a:cxn ang="0">
                  <a:pos x="connsiteX348-697" y="connsiteY348-698"/>
                </a:cxn>
                <a:cxn ang="0">
                  <a:pos x="connsiteX349-699" y="connsiteY349-700"/>
                </a:cxn>
                <a:cxn ang="0">
                  <a:pos x="connsiteX350-701" y="connsiteY350-702"/>
                </a:cxn>
                <a:cxn ang="0">
                  <a:pos x="connsiteX351-703" y="connsiteY351-704"/>
                </a:cxn>
                <a:cxn ang="0">
                  <a:pos x="connsiteX352-705" y="connsiteY352-706"/>
                </a:cxn>
                <a:cxn ang="0">
                  <a:pos x="connsiteX353-707" y="connsiteY353-708"/>
                </a:cxn>
                <a:cxn ang="0">
                  <a:pos x="connsiteX354-709" y="connsiteY354-710"/>
                </a:cxn>
                <a:cxn ang="0">
                  <a:pos x="connsiteX355-711" y="connsiteY355-712"/>
                </a:cxn>
                <a:cxn ang="0">
                  <a:pos x="connsiteX356-713" y="connsiteY356-714"/>
                </a:cxn>
                <a:cxn ang="0">
                  <a:pos x="connsiteX357-715" y="connsiteY357-716"/>
                </a:cxn>
                <a:cxn ang="0">
                  <a:pos x="connsiteX358-717" y="connsiteY358-718"/>
                </a:cxn>
                <a:cxn ang="0">
                  <a:pos x="connsiteX359-719" y="connsiteY359-720"/>
                </a:cxn>
                <a:cxn ang="0">
                  <a:pos x="connsiteX360-721" y="connsiteY360-722"/>
                </a:cxn>
                <a:cxn ang="0">
                  <a:pos x="connsiteX361-723" y="connsiteY361-724"/>
                </a:cxn>
                <a:cxn ang="0">
                  <a:pos x="connsiteX362-725" y="connsiteY362-726"/>
                </a:cxn>
                <a:cxn ang="0">
                  <a:pos x="connsiteX363-727" y="connsiteY363-728"/>
                </a:cxn>
                <a:cxn ang="0">
                  <a:pos x="connsiteX364-729" y="connsiteY364-730"/>
                </a:cxn>
                <a:cxn ang="0">
                  <a:pos x="connsiteX365-731" y="connsiteY365-732"/>
                </a:cxn>
                <a:cxn ang="0">
                  <a:pos x="connsiteX366-733" y="connsiteY366-734"/>
                </a:cxn>
                <a:cxn ang="0">
                  <a:pos x="connsiteX367-735" y="connsiteY367-736"/>
                </a:cxn>
                <a:cxn ang="0">
                  <a:pos x="connsiteX368-737" y="connsiteY368-738"/>
                </a:cxn>
                <a:cxn ang="0">
                  <a:pos x="connsiteX369-739" y="connsiteY369-740"/>
                </a:cxn>
                <a:cxn ang="0">
                  <a:pos x="connsiteX370-741" y="connsiteY370-742"/>
                </a:cxn>
                <a:cxn ang="0">
                  <a:pos x="connsiteX371-743" y="connsiteY371-744"/>
                </a:cxn>
                <a:cxn ang="0">
                  <a:pos x="connsiteX372-745" y="connsiteY372-746"/>
                </a:cxn>
                <a:cxn ang="0">
                  <a:pos x="connsiteX373-747" y="connsiteY373-748"/>
                </a:cxn>
                <a:cxn ang="0">
                  <a:pos x="connsiteX374-749" y="connsiteY374-750"/>
                </a:cxn>
                <a:cxn ang="0">
                  <a:pos x="connsiteX375-751" y="connsiteY375-752"/>
                </a:cxn>
                <a:cxn ang="0">
                  <a:pos x="connsiteX376-753" y="connsiteY376-754"/>
                </a:cxn>
                <a:cxn ang="0">
                  <a:pos x="connsiteX377-755" y="connsiteY377-756"/>
                </a:cxn>
                <a:cxn ang="0">
                  <a:pos x="connsiteX378-757" y="connsiteY378-758"/>
                </a:cxn>
                <a:cxn ang="0">
                  <a:pos x="connsiteX379-759" y="connsiteY379-760"/>
                </a:cxn>
                <a:cxn ang="0">
                  <a:pos x="connsiteX380-761" y="connsiteY380-762"/>
                </a:cxn>
                <a:cxn ang="0">
                  <a:pos x="connsiteX381-763" y="connsiteY381-764"/>
                </a:cxn>
                <a:cxn ang="0">
                  <a:pos x="connsiteX382-765" y="connsiteY382-766"/>
                </a:cxn>
                <a:cxn ang="0">
                  <a:pos x="connsiteX383-767" y="connsiteY383-768"/>
                </a:cxn>
                <a:cxn ang="0">
                  <a:pos x="connsiteX384-769" y="connsiteY384-770"/>
                </a:cxn>
                <a:cxn ang="0">
                  <a:pos x="connsiteX385-771" y="connsiteY385-772"/>
                </a:cxn>
                <a:cxn ang="0">
                  <a:pos x="connsiteX386-773" y="connsiteY386-774"/>
                </a:cxn>
                <a:cxn ang="0">
                  <a:pos x="connsiteX387-775" y="connsiteY387-776"/>
                </a:cxn>
                <a:cxn ang="0">
                  <a:pos x="connsiteX388-777" y="connsiteY388-778"/>
                </a:cxn>
                <a:cxn ang="0">
                  <a:pos x="connsiteX389-779" y="connsiteY389-780"/>
                </a:cxn>
                <a:cxn ang="0">
                  <a:pos x="connsiteX390-781" y="connsiteY390-782"/>
                </a:cxn>
                <a:cxn ang="0">
                  <a:pos x="connsiteX391-783" y="connsiteY391-784"/>
                </a:cxn>
                <a:cxn ang="0">
                  <a:pos x="connsiteX392-785" y="connsiteY392-786"/>
                </a:cxn>
                <a:cxn ang="0">
                  <a:pos x="connsiteX393-787" y="connsiteY393-788"/>
                </a:cxn>
                <a:cxn ang="0">
                  <a:pos x="connsiteX394-789" y="connsiteY394-790"/>
                </a:cxn>
                <a:cxn ang="0">
                  <a:pos x="connsiteX395-791" y="connsiteY395-792"/>
                </a:cxn>
                <a:cxn ang="0">
                  <a:pos x="connsiteX396-793" y="connsiteY396-794"/>
                </a:cxn>
                <a:cxn ang="0">
                  <a:pos x="connsiteX397-795" y="connsiteY397-796"/>
                </a:cxn>
                <a:cxn ang="0">
                  <a:pos x="connsiteX398-797" y="connsiteY398-798"/>
                </a:cxn>
                <a:cxn ang="0">
                  <a:pos x="connsiteX399-799" y="connsiteY399-800"/>
                </a:cxn>
                <a:cxn ang="0">
                  <a:pos x="connsiteX400-801" y="connsiteY400-802"/>
                </a:cxn>
                <a:cxn ang="0">
                  <a:pos x="connsiteX401-803" y="connsiteY401-804"/>
                </a:cxn>
                <a:cxn ang="0">
                  <a:pos x="connsiteX402-805" y="connsiteY402-806"/>
                </a:cxn>
                <a:cxn ang="0">
                  <a:pos x="connsiteX403-807" y="connsiteY403-808"/>
                </a:cxn>
                <a:cxn ang="0">
                  <a:pos x="connsiteX404-809" y="connsiteY404-810"/>
                </a:cxn>
                <a:cxn ang="0">
                  <a:pos x="connsiteX405-811" y="connsiteY405-812"/>
                </a:cxn>
                <a:cxn ang="0">
                  <a:pos x="connsiteX406-813" y="connsiteY406-814"/>
                </a:cxn>
                <a:cxn ang="0">
                  <a:pos x="connsiteX407-815" y="connsiteY407-816"/>
                </a:cxn>
                <a:cxn ang="0">
                  <a:pos x="connsiteX408-817" y="connsiteY408-818"/>
                </a:cxn>
                <a:cxn ang="0">
                  <a:pos x="connsiteX409-819" y="connsiteY409-820"/>
                </a:cxn>
                <a:cxn ang="0">
                  <a:pos x="connsiteX410-821" y="connsiteY410-822"/>
                </a:cxn>
                <a:cxn ang="0">
                  <a:pos x="connsiteX411-823" y="connsiteY411-824"/>
                </a:cxn>
                <a:cxn ang="0">
                  <a:pos x="connsiteX412-825" y="connsiteY412-826"/>
                </a:cxn>
                <a:cxn ang="0">
                  <a:pos x="connsiteX413-827" y="connsiteY413-828"/>
                </a:cxn>
                <a:cxn ang="0">
                  <a:pos x="connsiteX414-829" y="connsiteY414-830"/>
                </a:cxn>
                <a:cxn ang="0">
                  <a:pos x="connsiteX415-831" y="connsiteY415-832"/>
                </a:cxn>
                <a:cxn ang="0">
                  <a:pos x="connsiteX416-833" y="connsiteY416-834"/>
                </a:cxn>
                <a:cxn ang="0">
                  <a:pos x="connsiteX417-835" y="connsiteY417-836"/>
                </a:cxn>
                <a:cxn ang="0">
                  <a:pos x="connsiteX418-837" y="connsiteY418-838"/>
                </a:cxn>
                <a:cxn ang="0">
                  <a:pos x="connsiteX419-839" y="connsiteY419-840"/>
                </a:cxn>
                <a:cxn ang="0">
                  <a:pos x="connsiteX420-841" y="connsiteY420-842"/>
                </a:cxn>
                <a:cxn ang="0">
                  <a:pos x="connsiteX421-843" y="connsiteY421-844"/>
                </a:cxn>
                <a:cxn ang="0">
                  <a:pos x="connsiteX422-845" y="connsiteY422-846"/>
                </a:cxn>
                <a:cxn ang="0">
                  <a:pos x="connsiteX423-847" y="connsiteY423-848"/>
                </a:cxn>
                <a:cxn ang="0">
                  <a:pos x="connsiteX424-849" y="connsiteY424-850"/>
                </a:cxn>
              </a:cxnLst>
              <a:rect l="l" t="t" r="r" b="b"/>
              <a:pathLst>
                <a:path w="3032161" h="1160647">
                  <a:moveTo>
                    <a:pt x="160109" y="0"/>
                  </a:moveTo>
                  <a:cubicBezTo>
                    <a:pt x="160109" y="18"/>
                    <a:pt x="160125" y="2040"/>
                    <a:pt x="162135" y="246443"/>
                  </a:cubicBezTo>
                  <a:cubicBezTo>
                    <a:pt x="162147" y="246467"/>
                    <a:pt x="162792" y="247808"/>
                    <a:pt x="200642" y="326429"/>
                  </a:cubicBezTo>
                  <a:lnTo>
                    <a:pt x="202669" y="326429"/>
                  </a:lnTo>
                  <a:lnTo>
                    <a:pt x="216856" y="326429"/>
                  </a:lnTo>
                  <a:lnTo>
                    <a:pt x="216856" y="350208"/>
                  </a:lnTo>
                  <a:cubicBezTo>
                    <a:pt x="216858" y="350214"/>
                    <a:pt x="216896" y="350272"/>
                    <a:pt x="217363" y="351019"/>
                  </a:cubicBezTo>
                  <a:lnTo>
                    <a:pt x="220909" y="356694"/>
                  </a:lnTo>
                  <a:lnTo>
                    <a:pt x="220909" y="471268"/>
                  </a:lnTo>
                  <a:lnTo>
                    <a:pt x="223189" y="471268"/>
                  </a:lnTo>
                  <a:lnTo>
                    <a:pt x="239150" y="471268"/>
                  </a:lnTo>
                  <a:lnTo>
                    <a:pt x="239150" y="611783"/>
                  </a:lnTo>
                  <a:cubicBezTo>
                    <a:pt x="239160" y="611782"/>
                    <a:pt x="239272" y="611761"/>
                    <a:pt x="240670" y="611513"/>
                  </a:cubicBezTo>
                  <a:lnTo>
                    <a:pt x="251310" y="609622"/>
                  </a:lnTo>
                  <a:cubicBezTo>
                    <a:pt x="251310" y="609644"/>
                    <a:pt x="251280" y="610978"/>
                    <a:pt x="249283" y="698254"/>
                  </a:cubicBezTo>
                  <a:cubicBezTo>
                    <a:pt x="249293" y="698256"/>
                    <a:pt x="249404" y="698276"/>
                    <a:pt x="250803" y="698525"/>
                  </a:cubicBezTo>
                  <a:lnTo>
                    <a:pt x="261443" y="700416"/>
                  </a:lnTo>
                  <a:cubicBezTo>
                    <a:pt x="261445" y="700423"/>
                    <a:pt x="261465" y="700487"/>
                    <a:pt x="261696" y="701227"/>
                  </a:cubicBezTo>
                  <a:lnTo>
                    <a:pt x="263470" y="706902"/>
                  </a:lnTo>
                  <a:cubicBezTo>
                    <a:pt x="263472" y="706893"/>
                    <a:pt x="263517" y="706750"/>
                    <a:pt x="264230" y="704470"/>
                  </a:cubicBezTo>
                  <a:lnTo>
                    <a:pt x="269550" y="687446"/>
                  </a:lnTo>
                  <a:lnTo>
                    <a:pt x="271323" y="687446"/>
                  </a:lnTo>
                  <a:lnTo>
                    <a:pt x="283737" y="687446"/>
                  </a:lnTo>
                  <a:lnTo>
                    <a:pt x="283737" y="719872"/>
                  </a:lnTo>
                  <a:cubicBezTo>
                    <a:pt x="283743" y="719877"/>
                    <a:pt x="283820" y="719917"/>
                    <a:pt x="284750" y="720413"/>
                  </a:cubicBezTo>
                  <a:lnTo>
                    <a:pt x="291844" y="724196"/>
                  </a:lnTo>
                  <a:lnTo>
                    <a:pt x="291844" y="725547"/>
                  </a:lnTo>
                  <a:lnTo>
                    <a:pt x="291844" y="735005"/>
                  </a:lnTo>
                  <a:lnTo>
                    <a:pt x="336431" y="735005"/>
                  </a:lnTo>
                  <a:lnTo>
                    <a:pt x="336431" y="736086"/>
                  </a:lnTo>
                  <a:lnTo>
                    <a:pt x="336431" y="743652"/>
                  </a:lnTo>
                  <a:lnTo>
                    <a:pt x="338457" y="743652"/>
                  </a:lnTo>
                  <a:lnTo>
                    <a:pt x="352644" y="743652"/>
                  </a:lnTo>
                  <a:lnTo>
                    <a:pt x="352644" y="713387"/>
                  </a:lnTo>
                  <a:lnTo>
                    <a:pt x="397231" y="713387"/>
                  </a:lnTo>
                  <a:lnTo>
                    <a:pt x="397231" y="712036"/>
                  </a:lnTo>
                  <a:lnTo>
                    <a:pt x="397231" y="702578"/>
                  </a:lnTo>
                  <a:lnTo>
                    <a:pt x="398245" y="702578"/>
                  </a:lnTo>
                  <a:lnTo>
                    <a:pt x="405338" y="702578"/>
                  </a:lnTo>
                  <a:lnTo>
                    <a:pt x="405338" y="700687"/>
                  </a:lnTo>
                  <a:lnTo>
                    <a:pt x="405338" y="687446"/>
                  </a:lnTo>
                  <a:lnTo>
                    <a:pt x="406098" y="687446"/>
                  </a:lnTo>
                  <a:lnTo>
                    <a:pt x="411418" y="687446"/>
                  </a:lnTo>
                  <a:lnTo>
                    <a:pt x="411418" y="686365"/>
                  </a:lnTo>
                  <a:lnTo>
                    <a:pt x="411418" y="678798"/>
                  </a:lnTo>
                  <a:lnTo>
                    <a:pt x="413445" y="678798"/>
                  </a:lnTo>
                  <a:lnTo>
                    <a:pt x="427632" y="678798"/>
                  </a:lnTo>
                  <a:lnTo>
                    <a:pt x="427632" y="679879"/>
                  </a:lnTo>
                  <a:lnTo>
                    <a:pt x="427632" y="687446"/>
                  </a:lnTo>
                  <a:lnTo>
                    <a:pt x="449925" y="687446"/>
                  </a:lnTo>
                  <a:lnTo>
                    <a:pt x="449925" y="685554"/>
                  </a:lnTo>
                  <a:lnTo>
                    <a:pt x="449925" y="672313"/>
                  </a:lnTo>
                  <a:lnTo>
                    <a:pt x="451699" y="672313"/>
                  </a:lnTo>
                  <a:lnTo>
                    <a:pt x="464112" y="672313"/>
                  </a:lnTo>
                  <a:lnTo>
                    <a:pt x="464112" y="696093"/>
                  </a:lnTo>
                  <a:lnTo>
                    <a:pt x="465126" y="696093"/>
                  </a:lnTo>
                  <a:lnTo>
                    <a:pt x="472219" y="696093"/>
                  </a:lnTo>
                  <a:lnTo>
                    <a:pt x="472219" y="695012"/>
                  </a:lnTo>
                  <a:lnTo>
                    <a:pt x="472219" y="687446"/>
                  </a:lnTo>
                  <a:lnTo>
                    <a:pt x="473992" y="687446"/>
                  </a:lnTo>
                  <a:lnTo>
                    <a:pt x="486406" y="687446"/>
                  </a:lnTo>
                  <a:lnTo>
                    <a:pt x="486406" y="713387"/>
                  </a:lnTo>
                  <a:lnTo>
                    <a:pt x="488433" y="713387"/>
                  </a:lnTo>
                  <a:lnTo>
                    <a:pt x="502619" y="713387"/>
                  </a:lnTo>
                  <a:lnTo>
                    <a:pt x="502619" y="715008"/>
                  </a:lnTo>
                  <a:lnTo>
                    <a:pt x="502619" y="726358"/>
                  </a:lnTo>
                  <a:lnTo>
                    <a:pt x="503379" y="726358"/>
                  </a:lnTo>
                  <a:lnTo>
                    <a:pt x="508700" y="726358"/>
                  </a:lnTo>
                  <a:lnTo>
                    <a:pt x="508700" y="725547"/>
                  </a:lnTo>
                  <a:lnTo>
                    <a:pt x="508700" y="719872"/>
                  </a:lnTo>
                  <a:lnTo>
                    <a:pt x="539100" y="719872"/>
                  </a:lnTo>
                  <a:lnTo>
                    <a:pt x="539100" y="743652"/>
                  </a:lnTo>
                  <a:lnTo>
                    <a:pt x="540113" y="743652"/>
                  </a:lnTo>
                  <a:lnTo>
                    <a:pt x="547207" y="743652"/>
                  </a:lnTo>
                  <a:lnTo>
                    <a:pt x="547207" y="744733"/>
                  </a:lnTo>
                  <a:lnTo>
                    <a:pt x="547207" y="752299"/>
                  </a:lnTo>
                  <a:lnTo>
                    <a:pt x="547967" y="752299"/>
                  </a:lnTo>
                  <a:lnTo>
                    <a:pt x="553287" y="752299"/>
                  </a:lnTo>
                  <a:lnTo>
                    <a:pt x="553287" y="750137"/>
                  </a:lnTo>
                  <a:lnTo>
                    <a:pt x="553287" y="735005"/>
                  </a:lnTo>
                  <a:lnTo>
                    <a:pt x="554300" y="735005"/>
                  </a:lnTo>
                  <a:lnTo>
                    <a:pt x="561394" y="735005"/>
                  </a:lnTo>
                  <a:lnTo>
                    <a:pt x="561394" y="736086"/>
                  </a:lnTo>
                  <a:lnTo>
                    <a:pt x="561394" y="743652"/>
                  </a:lnTo>
                  <a:lnTo>
                    <a:pt x="566714" y="741659"/>
                  </a:lnTo>
                  <a:cubicBezTo>
                    <a:pt x="567474" y="741287"/>
                    <a:pt x="567474" y="741085"/>
                    <a:pt x="567474" y="740679"/>
                  </a:cubicBezTo>
                  <a:lnTo>
                    <a:pt x="567474" y="735005"/>
                  </a:lnTo>
                  <a:lnTo>
                    <a:pt x="605981" y="735005"/>
                  </a:lnTo>
                  <a:lnTo>
                    <a:pt x="605981" y="758784"/>
                  </a:lnTo>
                  <a:lnTo>
                    <a:pt x="608007" y="758784"/>
                  </a:lnTo>
                  <a:lnTo>
                    <a:pt x="622194" y="758784"/>
                  </a:lnTo>
                  <a:lnTo>
                    <a:pt x="622194" y="759865"/>
                  </a:lnTo>
                  <a:lnTo>
                    <a:pt x="622194" y="767431"/>
                  </a:lnTo>
                  <a:lnTo>
                    <a:pt x="623968" y="767431"/>
                  </a:lnTo>
                  <a:lnTo>
                    <a:pt x="636381" y="767431"/>
                  </a:lnTo>
                  <a:lnTo>
                    <a:pt x="636381" y="743652"/>
                  </a:lnTo>
                  <a:lnTo>
                    <a:pt x="637394" y="743652"/>
                  </a:lnTo>
                  <a:lnTo>
                    <a:pt x="644488" y="743652"/>
                  </a:lnTo>
                  <a:lnTo>
                    <a:pt x="644488" y="711225"/>
                  </a:lnTo>
                  <a:lnTo>
                    <a:pt x="645501" y="711225"/>
                  </a:lnTo>
                  <a:lnTo>
                    <a:pt x="652595" y="711225"/>
                  </a:lnTo>
                  <a:lnTo>
                    <a:pt x="652595" y="709334"/>
                  </a:lnTo>
                  <a:lnTo>
                    <a:pt x="652595" y="696093"/>
                  </a:lnTo>
                  <a:cubicBezTo>
                    <a:pt x="650568" y="696093"/>
                    <a:pt x="650568" y="696093"/>
                    <a:pt x="651328" y="694471"/>
                  </a:cubicBezTo>
                  <a:lnTo>
                    <a:pt x="656648" y="683122"/>
                  </a:lnTo>
                  <a:cubicBezTo>
                    <a:pt x="656653" y="683139"/>
                    <a:pt x="656848" y="683813"/>
                    <a:pt x="664755" y="711225"/>
                  </a:cubicBezTo>
                  <a:lnTo>
                    <a:pt x="665515" y="711225"/>
                  </a:lnTo>
                  <a:lnTo>
                    <a:pt x="670835" y="711225"/>
                  </a:lnTo>
                  <a:lnTo>
                    <a:pt x="670835" y="605298"/>
                  </a:lnTo>
                  <a:lnTo>
                    <a:pt x="672355" y="605298"/>
                  </a:lnTo>
                  <a:lnTo>
                    <a:pt x="682995" y="605298"/>
                  </a:lnTo>
                  <a:lnTo>
                    <a:pt x="682995" y="557739"/>
                  </a:lnTo>
                  <a:lnTo>
                    <a:pt x="709342" y="557739"/>
                  </a:lnTo>
                  <a:lnTo>
                    <a:pt x="709342" y="536121"/>
                  </a:lnTo>
                  <a:lnTo>
                    <a:pt x="743796" y="536121"/>
                  </a:lnTo>
                  <a:lnTo>
                    <a:pt x="743796" y="538553"/>
                  </a:lnTo>
                  <a:lnTo>
                    <a:pt x="743796" y="555577"/>
                  </a:lnTo>
                  <a:lnTo>
                    <a:pt x="746076" y="555577"/>
                  </a:lnTo>
                  <a:lnTo>
                    <a:pt x="762036" y="555577"/>
                  </a:lnTo>
                  <a:lnTo>
                    <a:pt x="762036" y="603136"/>
                  </a:lnTo>
                  <a:lnTo>
                    <a:pt x="763049" y="603136"/>
                  </a:lnTo>
                  <a:lnTo>
                    <a:pt x="770143" y="603136"/>
                  </a:lnTo>
                  <a:lnTo>
                    <a:pt x="784330" y="607460"/>
                  </a:lnTo>
                  <a:lnTo>
                    <a:pt x="784330" y="646372"/>
                  </a:lnTo>
                  <a:lnTo>
                    <a:pt x="785343" y="646372"/>
                  </a:lnTo>
                  <a:lnTo>
                    <a:pt x="792436" y="646372"/>
                  </a:lnTo>
                  <a:lnTo>
                    <a:pt x="792436" y="647993"/>
                  </a:lnTo>
                  <a:lnTo>
                    <a:pt x="792436" y="659342"/>
                  </a:lnTo>
                  <a:lnTo>
                    <a:pt x="794463" y="659342"/>
                  </a:lnTo>
                  <a:lnTo>
                    <a:pt x="808650" y="659342"/>
                  </a:lnTo>
                  <a:lnTo>
                    <a:pt x="814730" y="665828"/>
                  </a:lnTo>
                  <a:lnTo>
                    <a:pt x="814730" y="687446"/>
                  </a:lnTo>
                  <a:lnTo>
                    <a:pt x="817010" y="687446"/>
                  </a:lnTo>
                  <a:lnTo>
                    <a:pt x="832970" y="687446"/>
                  </a:lnTo>
                  <a:lnTo>
                    <a:pt x="832970" y="688526"/>
                  </a:lnTo>
                  <a:lnTo>
                    <a:pt x="832970" y="696093"/>
                  </a:lnTo>
                  <a:lnTo>
                    <a:pt x="834237" y="696093"/>
                  </a:lnTo>
                  <a:lnTo>
                    <a:pt x="843104" y="696093"/>
                  </a:lnTo>
                  <a:lnTo>
                    <a:pt x="843104" y="698254"/>
                  </a:lnTo>
                  <a:lnTo>
                    <a:pt x="843104" y="713387"/>
                  </a:lnTo>
                  <a:cubicBezTo>
                    <a:pt x="847157" y="713387"/>
                    <a:pt x="847157" y="713387"/>
                    <a:pt x="847157" y="711495"/>
                  </a:cubicBezTo>
                  <a:lnTo>
                    <a:pt x="847157" y="698254"/>
                  </a:lnTo>
                  <a:lnTo>
                    <a:pt x="848170" y="698254"/>
                  </a:lnTo>
                  <a:lnTo>
                    <a:pt x="855264" y="698254"/>
                  </a:lnTo>
                  <a:lnTo>
                    <a:pt x="855264" y="699876"/>
                  </a:lnTo>
                  <a:lnTo>
                    <a:pt x="855264" y="711225"/>
                  </a:lnTo>
                  <a:lnTo>
                    <a:pt x="856024" y="711225"/>
                  </a:lnTo>
                  <a:lnTo>
                    <a:pt x="861344" y="711225"/>
                  </a:lnTo>
                  <a:cubicBezTo>
                    <a:pt x="861344" y="706902"/>
                    <a:pt x="861344" y="706902"/>
                    <a:pt x="909984" y="706902"/>
                  </a:cubicBezTo>
                  <a:lnTo>
                    <a:pt x="909984" y="708253"/>
                  </a:lnTo>
                  <a:lnTo>
                    <a:pt x="909984" y="717710"/>
                  </a:lnTo>
                  <a:lnTo>
                    <a:pt x="910744" y="717710"/>
                  </a:lnTo>
                  <a:lnTo>
                    <a:pt x="916065" y="717710"/>
                  </a:lnTo>
                  <a:lnTo>
                    <a:pt x="916065" y="719872"/>
                  </a:lnTo>
                  <a:lnTo>
                    <a:pt x="916065" y="735005"/>
                  </a:lnTo>
                  <a:cubicBezTo>
                    <a:pt x="916073" y="735001"/>
                    <a:pt x="916189" y="734923"/>
                    <a:pt x="918091" y="733654"/>
                  </a:cubicBezTo>
                  <a:lnTo>
                    <a:pt x="932278" y="724196"/>
                  </a:lnTo>
                  <a:cubicBezTo>
                    <a:pt x="932280" y="724177"/>
                    <a:pt x="932411" y="723302"/>
                    <a:pt x="938358" y="683122"/>
                  </a:cubicBezTo>
                  <a:cubicBezTo>
                    <a:pt x="938367" y="683120"/>
                    <a:pt x="938436" y="683094"/>
                    <a:pt x="939118" y="682852"/>
                  </a:cubicBezTo>
                  <a:lnTo>
                    <a:pt x="944438" y="680960"/>
                  </a:lnTo>
                  <a:cubicBezTo>
                    <a:pt x="944438" y="680944"/>
                    <a:pt x="944471" y="679883"/>
                    <a:pt x="946465" y="611783"/>
                  </a:cubicBezTo>
                  <a:cubicBezTo>
                    <a:pt x="946465" y="611801"/>
                    <a:pt x="946498" y="612892"/>
                    <a:pt x="948492" y="680960"/>
                  </a:cubicBezTo>
                  <a:cubicBezTo>
                    <a:pt x="948501" y="680963"/>
                    <a:pt x="948572" y="680988"/>
                    <a:pt x="949252" y="681230"/>
                  </a:cubicBezTo>
                  <a:lnTo>
                    <a:pt x="954572" y="683122"/>
                  </a:lnTo>
                  <a:lnTo>
                    <a:pt x="954572" y="596651"/>
                  </a:lnTo>
                  <a:cubicBezTo>
                    <a:pt x="958625" y="596651"/>
                    <a:pt x="958625" y="596651"/>
                    <a:pt x="958625" y="564224"/>
                  </a:cubicBezTo>
                  <a:lnTo>
                    <a:pt x="997132" y="564224"/>
                  </a:lnTo>
                  <a:lnTo>
                    <a:pt x="997132" y="596651"/>
                  </a:lnTo>
                  <a:lnTo>
                    <a:pt x="997892" y="596651"/>
                  </a:lnTo>
                  <a:lnTo>
                    <a:pt x="1003212" y="596651"/>
                  </a:lnTo>
                  <a:lnTo>
                    <a:pt x="1003212" y="514503"/>
                  </a:lnTo>
                  <a:lnTo>
                    <a:pt x="1004986" y="514503"/>
                  </a:lnTo>
                  <a:lnTo>
                    <a:pt x="1017399" y="514503"/>
                  </a:lnTo>
                  <a:lnTo>
                    <a:pt x="1017399" y="512612"/>
                  </a:lnTo>
                  <a:lnTo>
                    <a:pt x="1017399" y="499371"/>
                  </a:lnTo>
                  <a:lnTo>
                    <a:pt x="1039693" y="499371"/>
                  </a:lnTo>
                  <a:lnTo>
                    <a:pt x="1039693" y="498290"/>
                  </a:lnTo>
                  <a:lnTo>
                    <a:pt x="1039693" y="490724"/>
                  </a:lnTo>
                  <a:lnTo>
                    <a:pt x="1041466" y="490724"/>
                  </a:lnTo>
                  <a:lnTo>
                    <a:pt x="1053880" y="490724"/>
                  </a:lnTo>
                  <a:lnTo>
                    <a:pt x="1053880" y="491805"/>
                  </a:lnTo>
                  <a:lnTo>
                    <a:pt x="1053880" y="499371"/>
                  </a:lnTo>
                  <a:lnTo>
                    <a:pt x="1054640" y="499371"/>
                  </a:lnTo>
                  <a:lnTo>
                    <a:pt x="1059960" y="499371"/>
                  </a:lnTo>
                  <a:lnTo>
                    <a:pt x="1070093" y="495047"/>
                  </a:lnTo>
                  <a:lnTo>
                    <a:pt x="1074146" y="498290"/>
                  </a:lnTo>
                  <a:lnTo>
                    <a:pt x="1074146" y="490724"/>
                  </a:lnTo>
                  <a:lnTo>
                    <a:pt x="1076426" y="490724"/>
                  </a:lnTo>
                  <a:lnTo>
                    <a:pt x="1092387" y="490724"/>
                  </a:lnTo>
                  <a:lnTo>
                    <a:pt x="1092387" y="491805"/>
                  </a:lnTo>
                  <a:lnTo>
                    <a:pt x="1092387" y="499371"/>
                  </a:lnTo>
                  <a:lnTo>
                    <a:pt x="1122787" y="499371"/>
                  </a:lnTo>
                  <a:lnTo>
                    <a:pt x="1122787" y="500992"/>
                  </a:lnTo>
                  <a:lnTo>
                    <a:pt x="1122787" y="512342"/>
                  </a:lnTo>
                  <a:lnTo>
                    <a:pt x="1149134" y="512342"/>
                  </a:lnTo>
                  <a:lnTo>
                    <a:pt x="1149134" y="542606"/>
                  </a:lnTo>
                  <a:lnTo>
                    <a:pt x="1149894" y="542606"/>
                  </a:lnTo>
                  <a:lnTo>
                    <a:pt x="1155214" y="542606"/>
                  </a:lnTo>
                  <a:lnTo>
                    <a:pt x="1155214" y="543687"/>
                  </a:lnTo>
                  <a:lnTo>
                    <a:pt x="1155214" y="551254"/>
                  </a:lnTo>
                  <a:cubicBezTo>
                    <a:pt x="1159268" y="551254"/>
                    <a:pt x="1159268" y="551254"/>
                    <a:pt x="1159268" y="581518"/>
                  </a:cubicBezTo>
                  <a:lnTo>
                    <a:pt x="1160028" y="581518"/>
                  </a:lnTo>
                  <a:lnTo>
                    <a:pt x="1165348" y="581518"/>
                  </a:lnTo>
                  <a:lnTo>
                    <a:pt x="1165348" y="582329"/>
                  </a:lnTo>
                  <a:lnTo>
                    <a:pt x="1165348" y="588004"/>
                  </a:lnTo>
                  <a:lnTo>
                    <a:pt x="1166361" y="588004"/>
                  </a:lnTo>
                  <a:lnTo>
                    <a:pt x="1173454" y="588004"/>
                  </a:lnTo>
                  <a:lnTo>
                    <a:pt x="1173454" y="618269"/>
                  </a:lnTo>
                  <a:lnTo>
                    <a:pt x="1175481" y="618269"/>
                  </a:lnTo>
                  <a:lnTo>
                    <a:pt x="1189668" y="618269"/>
                  </a:lnTo>
                  <a:lnTo>
                    <a:pt x="1189668" y="642048"/>
                  </a:lnTo>
                  <a:cubicBezTo>
                    <a:pt x="1191695" y="642048"/>
                    <a:pt x="1191695" y="642048"/>
                    <a:pt x="1191695" y="643669"/>
                  </a:cubicBezTo>
                  <a:lnTo>
                    <a:pt x="1191695" y="655019"/>
                  </a:lnTo>
                  <a:lnTo>
                    <a:pt x="1192455" y="655019"/>
                  </a:lnTo>
                  <a:lnTo>
                    <a:pt x="1197775" y="655019"/>
                  </a:lnTo>
                  <a:lnTo>
                    <a:pt x="1197775" y="678798"/>
                  </a:lnTo>
                  <a:lnTo>
                    <a:pt x="1199041" y="678798"/>
                  </a:lnTo>
                  <a:lnTo>
                    <a:pt x="1207908" y="678798"/>
                  </a:lnTo>
                  <a:cubicBezTo>
                    <a:pt x="1209935" y="680960"/>
                    <a:pt x="1209935" y="680960"/>
                    <a:pt x="1209935" y="682852"/>
                  </a:cubicBezTo>
                  <a:lnTo>
                    <a:pt x="1209935" y="696093"/>
                  </a:lnTo>
                  <a:cubicBezTo>
                    <a:pt x="1209940" y="696086"/>
                    <a:pt x="1210027" y="695979"/>
                    <a:pt x="1211455" y="694201"/>
                  </a:cubicBezTo>
                  <a:lnTo>
                    <a:pt x="1222095" y="680960"/>
                  </a:lnTo>
                  <a:lnTo>
                    <a:pt x="1250469" y="680960"/>
                  </a:lnTo>
                  <a:lnTo>
                    <a:pt x="1250469" y="767431"/>
                  </a:lnTo>
                  <a:lnTo>
                    <a:pt x="1251229" y="767431"/>
                  </a:lnTo>
                  <a:lnTo>
                    <a:pt x="1256549" y="767431"/>
                  </a:lnTo>
                  <a:cubicBezTo>
                    <a:pt x="1256553" y="767423"/>
                    <a:pt x="1256612" y="767323"/>
                    <a:pt x="1257309" y="766080"/>
                  </a:cubicBezTo>
                  <a:lnTo>
                    <a:pt x="1262629" y="756622"/>
                  </a:lnTo>
                  <a:lnTo>
                    <a:pt x="1262629" y="758514"/>
                  </a:lnTo>
                  <a:lnTo>
                    <a:pt x="1262629" y="771755"/>
                  </a:lnTo>
                  <a:cubicBezTo>
                    <a:pt x="1266682" y="771755"/>
                    <a:pt x="1266682" y="771755"/>
                    <a:pt x="1266682" y="726358"/>
                  </a:cubicBezTo>
                  <a:lnTo>
                    <a:pt x="1267442" y="726358"/>
                  </a:lnTo>
                  <a:lnTo>
                    <a:pt x="1272762" y="726358"/>
                  </a:lnTo>
                  <a:lnTo>
                    <a:pt x="1272762" y="661504"/>
                  </a:lnTo>
                  <a:lnTo>
                    <a:pt x="1273776" y="661504"/>
                  </a:lnTo>
                  <a:lnTo>
                    <a:pt x="1280869" y="661504"/>
                  </a:lnTo>
                  <a:cubicBezTo>
                    <a:pt x="1280875" y="661483"/>
                    <a:pt x="1281139" y="660543"/>
                    <a:pt x="1293029" y="618269"/>
                  </a:cubicBezTo>
                  <a:lnTo>
                    <a:pt x="1294296" y="618269"/>
                  </a:lnTo>
                  <a:lnTo>
                    <a:pt x="1303163" y="618269"/>
                  </a:lnTo>
                  <a:cubicBezTo>
                    <a:pt x="1303168" y="618292"/>
                    <a:pt x="1303394" y="619258"/>
                    <a:pt x="1313296" y="661504"/>
                  </a:cubicBezTo>
                  <a:lnTo>
                    <a:pt x="1314309" y="661504"/>
                  </a:lnTo>
                  <a:lnTo>
                    <a:pt x="1321403" y="661504"/>
                  </a:lnTo>
                  <a:lnTo>
                    <a:pt x="1321403" y="700416"/>
                  </a:lnTo>
                  <a:lnTo>
                    <a:pt x="1323176" y="700416"/>
                  </a:lnTo>
                  <a:lnTo>
                    <a:pt x="1335590" y="700416"/>
                  </a:lnTo>
                  <a:lnTo>
                    <a:pt x="1335590" y="702578"/>
                  </a:lnTo>
                  <a:lnTo>
                    <a:pt x="1335590" y="717710"/>
                  </a:lnTo>
                  <a:cubicBezTo>
                    <a:pt x="1339643" y="717710"/>
                    <a:pt x="1339643" y="717710"/>
                    <a:pt x="1339643" y="715549"/>
                  </a:cubicBezTo>
                  <a:lnTo>
                    <a:pt x="1339643" y="700416"/>
                  </a:lnTo>
                  <a:lnTo>
                    <a:pt x="1341163" y="700416"/>
                  </a:lnTo>
                  <a:lnTo>
                    <a:pt x="1351803" y="700416"/>
                  </a:lnTo>
                  <a:lnTo>
                    <a:pt x="1351803" y="702037"/>
                  </a:lnTo>
                  <a:lnTo>
                    <a:pt x="1351803" y="713387"/>
                  </a:lnTo>
                  <a:lnTo>
                    <a:pt x="1382204" y="713387"/>
                  </a:lnTo>
                  <a:lnTo>
                    <a:pt x="1382204" y="676637"/>
                  </a:lnTo>
                  <a:lnTo>
                    <a:pt x="1383470" y="676637"/>
                  </a:lnTo>
                  <a:lnTo>
                    <a:pt x="1392337" y="676637"/>
                  </a:lnTo>
                  <a:lnTo>
                    <a:pt x="1392337" y="698254"/>
                  </a:lnTo>
                  <a:cubicBezTo>
                    <a:pt x="1394364" y="698254"/>
                    <a:pt x="1394364" y="698254"/>
                    <a:pt x="1394364" y="665828"/>
                  </a:cubicBezTo>
                  <a:lnTo>
                    <a:pt x="1416657" y="665828"/>
                  </a:lnTo>
                  <a:lnTo>
                    <a:pt x="1416657" y="664206"/>
                  </a:lnTo>
                  <a:lnTo>
                    <a:pt x="1416657" y="652857"/>
                  </a:lnTo>
                  <a:lnTo>
                    <a:pt x="1417417" y="652857"/>
                  </a:lnTo>
                  <a:lnTo>
                    <a:pt x="1422737" y="652857"/>
                  </a:lnTo>
                  <a:lnTo>
                    <a:pt x="1422737" y="650966"/>
                  </a:lnTo>
                  <a:lnTo>
                    <a:pt x="1422737" y="637725"/>
                  </a:lnTo>
                  <a:lnTo>
                    <a:pt x="1426791" y="644210"/>
                  </a:lnTo>
                  <a:lnTo>
                    <a:pt x="1429071" y="644210"/>
                  </a:lnTo>
                  <a:lnTo>
                    <a:pt x="1445031" y="644210"/>
                  </a:lnTo>
                  <a:lnTo>
                    <a:pt x="1445031" y="643399"/>
                  </a:lnTo>
                  <a:lnTo>
                    <a:pt x="1445031" y="637725"/>
                  </a:lnTo>
                  <a:lnTo>
                    <a:pt x="1445791" y="637725"/>
                  </a:lnTo>
                  <a:lnTo>
                    <a:pt x="1451111" y="637725"/>
                  </a:lnTo>
                  <a:lnTo>
                    <a:pt x="1451111" y="639076"/>
                  </a:lnTo>
                  <a:lnTo>
                    <a:pt x="1451111" y="648534"/>
                  </a:lnTo>
                  <a:lnTo>
                    <a:pt x="1489618" y="648534"/>
                  </a:lnTo>
                  <a:lnTo>
                    <a:pt x="1489618" y="786887"/>
                  </a:lnTo>
                  <a:lnTo>
                    <a:pt x="1491138" y="786887"/>
                  </a:lnTo>
                  <a:lnTo>
                    <a:pt x="1501778" y="786887"/>
                  </a:lnTo>
                  <a:lnTo>
                    <a:pt x="1501778" y="773917"/>
                  </a:lnTo>
                  <a:lnTo>
                    <a:pt x="1505832" y="773917"/>
                  </a:lnTo>
                  <a:lnTo>
                    <a:pt x="1505832" y="786887"/>
                  </a:lnTo>
                  <a:lnTo>
                    <a:pt x="1536232" y="786887"/>
                  </a:lnTo>
                  <a:lnTo>
                    <a:pt x="1536232" y="756622"/>
                  </a:lnTo>
                  <a:lnTo>
                    <a:pt x="1548392" y="756622"/>
                  </a:lnTo>
                  <a:lnTo>
                    <a:pt x="1560552" y="754461"/>
                  </a:lnTo>
                  <a:cubicBezTo>
                    <a:pt x="1562579" y="754461"/>
                    <a:pt x="1562579" y="756622"/>
                    <a:pt x="1564606" y="756622"/>
                  </a:cubicBezTo>
                  <a:lnTo>
                    <a:pt x="1574739" y="756622"/>
                  </a:lnTo>
                  <a:lnTo>
                    <a:pt x="1574739" y="786887"/>
                  </a:lnTo>
                  <a:lnTo>
                    <a:pt x="1582846" y="786887"/>
                  </a:lnTo>
                  <a:lnTo>
                    <a:pt x="1582846" y="804182"/>
                  </a:lnTo>
                  <a:lnTo>
                    <a:pt x="1592182" y="805087"/>
                  </a:lnTo>
                  <a:lnTo>
                    <a:pt x="1605140" y="805087"/>
                  </a:lnTo>
                  <a:lnTo>
                    <a:pt x="1605140" y="789049"/>
                  </a:lnTo>
                  <a:lnTo>
                    <a:pt x="1673096" y="789049"/>
                  </a:lnTo>
                  <a:lnTo>
                    <a:pt x="1673096" y="703796"/>
                  </a:lnTo>
                  <a:lnTo>
                    <a:pt x="1745104" y="703796"/>
                  </a:lnTo>
                  <a:lnTo>
                    <a:pt x="1745104" y="782564"/>
                  </a:lnTo>
                  <a:lnTo>
                    <a:pt x="1747008" y="782564"/>
                  </a:lnTo>
                  <a:lnTo>
                    <a:pt x="1748250" y="805087"/>
                  </a:lnTo>
                  <a:lnTo>
                    <a:pt x="1757926" y="805087"/>
                  </a:lnTo>
                  <a:cubicBezTo>
                    <a:pt x="1758462" y="797873"/>
                    <a:pt x="1759168" y="790219"/>
                    <a:pt x="1759168" y="782564"/>
                  </a:cubicBezTo>
                  <a:lnTo>
                    <a:pt x="1765248" y="782564"/>
                  </a:lnTo>
                  <a:lnTo>
                    <a:pt x="1766490" y="805087"/>
                  </a:lnTo>
                  <a:lnTo>
                    <a:pt x="1817112" y="805087"/>
                  </a:lnTo>
                  <a:lnTo>
                    <a:pt x="1817112" y="642059"/>
                  </a:lnTo>
                  <a:lnTo>
                    <a:pt x="2014439" y="642059"/>
                  </a:lnTo>
                  <a:lnTo>
                    <a:pt x="2014439" y="805087"/>
                  </a:lnTo>
                  <a:lnTo>
                    <a:pt x="2033136" y="805087"/>
                  </a:lnTo>
                  <a:lnTo>
                    <a:pt x="2033136" y="722394"/>
                  </a:lnTo>
                  <a:lnTo>
                    <a:pt x="2128256" y="722394"/>
                  </a:lnTo>
                  <a:cubicBezTo>
                    <a:pt x="2132331" y="616373"/>
                    <a:pt x="2135709" y="510899"/>
                    <a:pt x="2140186" y="404253"/>
                  </a:cubicBezTo>
                  <a:cubicBezTo>
                    <a:pt x="2130053" y="404253"/>
                    <a:pt x="2105733" y="391282"/>
                    <a:pt x="2128026" y="382635"/>
                  </a:cubicBezTo>
                  <a:cubicBezTo>
                    <a:pt x="2125999" y="380473"/>
                    <a:pt x="2123973" y="378311"/>
                    <a:pt x="2121946" y="378311"/>
                  </a:cubicBezTo>
                  <a:cubicBezTo>
                    <a:pt x="2121946" y="365341"/>
                    <a:pt x="2119919" y="363179"/>
                    <a:pt x="2130053" y="354532"/>
                  </a:cubicBezTo>
                  <a:lnTo>
                    <a:pt x="2130053" y="337238"/>
                  </a:lnTo>
                  <a:lnTo>
                    <a:pt x="2144240" y="337238"/>
                  </a:lnTo>
                  <a:lnTo>
                    <a:pt x="2144240" y="315620"/>
                  </a:lnTo>
                  <a:cubicBezTo>
                    <a:pt x="2144240" y="313458"/>
                    <a:pt x="2146266" y="313458"/>
                    <a:pt x="2146266" y="311296"/>
                  </a:cubicBezTo>
                  <a:lnTo>
                    <a:pt x="2146266" y="233472"/>
                  </a:lnTo>
                  <a:cubicBezTo>
                    <a:pt x="2146266" y="231310"/>
                    <a:pt x="2144240" y="229149"/>
                    <a:pt x="2144240" y="226987"/>
                  </a:cubicBezTo>
                  <a:lnTo>
                    <a:pt x="2150320" y="220501"/>
                  </a:lnTo>
                  <a:lnTo>
                    <a:pt x="2150320" y="162133"/>
                  </a:lnTo>
                  <a:cubicBezTo>
                    <a:pt x="2150320" y="159972"/>
                    <a:pt x="2150320" y="159972"/>
                    <a:pt x="2152346" y="157810"/>
                  </a:cubicBezTo>
                  <a:lnTo>
                    <a:pt x="2152346" y="101604"/>
                  </a:lnTo>
                  <a:cubicBezTo>
                    <a:pt x="2154373" y="92957"/>
                    <a:pt x="2154373" y="88633"/>
                    <a:pt x="2154373" y="82148"/>
                  </a:cubicBezTo>
                  <a:cubicBezTo>
                    <a:pt x="2158427" y="88633"/>
                    <a:pt x="2158427" y="92957"/>
                    <a:pt x="2158427" y="99442"/>
                  </a:cubicBezTo>
                  <a:cubicBezTo>
                    <a:pt x="2160453" y="121060"/>
                    <a:pt x="2160453" y="140516"/>
                    <a:pt x="2160453" y="157810"/>
                  </a:cubicBezTo>
                  <a:cubicBezTo>
                    <a:pt x="2162480" y="181589"/>
                    <a:pt x="2162480" y="201045"/>
                    <a:pt x="2162480" y="220501"/>
                  </a:cubicBezTo>
                  <a:lnTo>
                    <a:pt x="2168560" y="226987"/>
                  </a:lnTo>
                  <a:cubicBezTo>
                    <a:pt x="2168560" y="229149"/>
                    <a:pt x="2166533" y="231310"/>
                    <a:pt x="2166533" y="233472"/>
                  </a:cubicBezTo>
                  <a:lnTo>
                    <a:pt x="2166533" y="311296"/>
                  </a:lnTo>
                  <a:cubicBezTo>
                    <a:pt x="2166533" y="313458"/>
                    <a:pt x="2168560" y="313458"/>
                    <a:pt x="2168560" y="315620"/>
                  </a:cubicBezTo>
                  <a:lnTo>
                    <a:pt x="2168560" y="337238"/>
                  </a:lnTo>
                  <a:lnTo>
                    <a:pt x="2182747" y="337238"/>
                  </a:lnTo>
                  <a:lnTo>
                    <a:pt x="2182747" y="354532"/>
                  </a:lnTo>
                  <a:cubicBezTo>
                    <a:pt x="2190854" y="363179"/>
                    <a:pt x="2190854" y="363179"/>
                    <a:pt x="2190854" y="378311"/>
                  </a:cubicBezTo>
                  <a:cubicBezTo>
                    <a:pt x="2188827" y="378311"/>
                    <a:pt x="2186800" y="380473"/>
                    <a:pt x="2184774" y="382635"/>
                  </a:cubicBezTo>
                  <a:cubicBezTo>
                    <a:pt x="2205040" y="393444"/>
                    <a:pt x="2180720" y="402091"/>
                    <a:pt x="2172613" y="404253"/>
                  </a:cubicBezTo>
                  <a:cubicBezTo>
                    <a:pt x="2174640" y="488562"/>
                    <a:pt x="2178693" y="572871"/>
                    <a:pt x="2180720" y="657181"/>
                  </a:cubicBezTo>
                  <a:lnTo>
                    <a:pt x="2245574" y="657181"/>
                  </a:lnTo>
                  <a:lnTo>
                    <a:pt x="2245574" y="732843"/>
                  </a:lnTo>
                  <a:lnTo>
                    <a:pt x="2253681" y="732843"/>
                  </a:lnTo>
                  <a:cubicBezTo>
                    <a:pt x="2253681" y="730681"/>
                    <a:pt x="2255708" y="728519"/>
                    <a:pt x="2255708" y="726358"/>
                  </a:cubicBezTo>
                  <a:lnTo>
                    <a:pt x="2261788" y="726358"/>
                  </a:lnTo>
                  <a:cubicBezTo>
                    <a:pt x="2261788" y="728519"/>
                    <a:pt x="2261788" y="730681"/>
                    <a:pt x="2263815" y="735005"/>
                  </a:cubicBezTo>
                  <a:lnTo>
                    <a:pt x="2275975" y="735005"/>
                  </a:lnTo>
                  <a:lnTo>
                    <a:pt x="2275975" y="728519"/>
                  </a:lnTo>
                  <a:lnTo>
                    <a:pt x="2298268" y="728519"/>
                  </a:lnTo>
                  <a:lnTo>
                    <a:pt x="2298268" y="735005"/>
                  </a:lnTo>
                  <a:lnTo>
                    <a:pt x="2318535" y="735005"/>
                  </a:lnTo>
                  <a:lnTo>
                    <a:pt x="2318535" y="780402"/>
                  </a:lnTo>
                  <a:lnTo>
                    <a:pt x="2332722" y="780402"/>
                  </a:lnTo>
                  <a:lnTo>
                    <a:pt x="2332722" y="767431"/>
                  </a:lnTo>
                  <a:lnTo>
                    <a:pt x="2348936" y="767431"/>
                  </a:lnTo>
                  <a:lnTo>
                    <a:pt x="2348936" y="588004"/>
                  </a:lnTo>
                  <a:lnTo>
                    <a:pt x="2355016" y="581518"/>
                  </a:lnTo>
                  <a:lnTo>
                    <a:pt x="2427977" y="581518"/>
                  </a:lnTo>
                  <a:lnTo>
                    <a:pt x="2427977" y="590166"/>
                  </a:lnTo>
                  <a:lnTo>
                    <a:pt x="2438110" y="590166"/>
                  </a:lnTo>
                  <a:lnTo>
                    <a:pt x="2438110" y="704740"/>
                  </a:lnTo>
                  <a:lnTo>
                    <a:pt x="2460404" y="704740"/>
                  </a:lnTo>
                  <a:lnTo>
                    <a:pt x="2460404" y="637725"/>
                  </a:lnTo>
                  <a:lnTo>
                    <a:pt x="2486751" y="637725"/>
                  </a:lnTo>
                  <a:cubicBezTo>
                    <a:pt x="2488777" y="637725"/>
                    <a:pt x="2488777" y="635563"/>
                    <a:pt x="2490804" y="633401"/>
                  </a:cubicBezTo>
                  <a:lnTo>
                    <a:pt x="2498911" y="633401"/>
                  </a:lnTo>
                  <a:cubicBezTo>
                    <a:pt x="2500937" y="635563"/>
                    <a:pt x="2500937" y="637725"/>
                    <a:pt x="2502964" y="637725"/>
                  </a:cubicBezTo>
                  <a:lnTo>
                    <a:pt x="2525258" y="637725"/>
                  </a:lnTo>
                  <a:lnTo>
                    <a:pt x="2525258" y="520989"/>
                  </a:lnTo>
                  <a:cubicBezTo>
                    <a:pt x="2525272" y="520986"/>
                    <a:pt x="2526139" y="520822"/>
                    <a:pt x="2582005" y="510180"/>
                  </a:cubicBezTo>
                  <a:lnTo>
                    <a:pt x="2582005" y="511261"/>
                  </a:lnTo>
                  <a:lnTo>
                    <a:pt x="2582005" y="518827"/>
                  </a:lnTo>
                  <a:lnTo>
                    <a:pt x="2608352" y="518827"/>
                  </a:lnTo>
                  <a:lnTo>
                    <a:pt x="2608352" y="773917"/>
                  </a:lnTo>
                  <a:lnTo>
                    <a:pt x="2630646" y="773917"/>
                  </a:lnTo>
                  <a:lnTo>
                    <a:pt x="2630646" y="769593"/>
                  </a:lnTo>
                  <a:lnTo>
                    <a:pt x="2642806" y="769593"/>
                  </a:lnTo>
                  <a:lnTo>
                    <a:pt x="2642806" y="773917"/>
                  </a:lnTo>
                  <a:lnTo>
                    <a:pt x="2667126" y="773917"/>
                  </a:lnTo>
                  <a:lnTo>
                    <a:pt x="2667126" y="760946"/>
                  </a:lnTo>
                  <a:lnTo>
                    <a:pt x="2695500" y="760946"/>
                  </a:lnTo>
                  <a:cubicBezTo>
                    <a:pt x="2699553" y="756622"/>
                    <a:pt x="2703607" y="756622"/>
                    <a:pt x="2707660" y="756622"/>
                  </a:cubicBezTo>
                  <a:cubicBezTo>
                    <a:pt x="2713740" y="760946"/>
                    <a:pt x="2721847" y="760946"/>
                    <a:pt x="2727927" y="760946"/>
                  </a:cubicBezTo>
                  <a:lnTo>
                    <a:pt x="2727927" y="743652"/>
                  </a:lnTo>
                  <a:lnTo>
                    <a:pt x="2736034" y="743652"/>
                  </a:lnTo>
                  <a:lnTo>
                    <a:pt x="2736034" y="730681"/>
                  </a:lnTo>
                  <a:lnTo>
                    <a:pt x="2792781" y="730681"/>
                  </a:lnTo>
                  <a:lnTo>
                    <a:pt x="2792781" y="700416"/>
                  </a:lnTo>
                  <a:lnTo>
                    <a:pt x="2811021" y="700416"/>
                  </a:lnTo>
                  <a:lnTo>
                    <a:pt x="2811021" y="693931"/>
                  </a:lnTo>
                  <a:lnTo>
                    <a:pt x="2823181" y="693931"/>
                  </a:lnTo>
                  <a:lnTo>
                    <a:pt x="2823181" y="700416"/>
                  </a:lnTo>
                  <a:lnTo>
                    <a:pt x="2839395" y="700416"/>
                  </a:lnTo>
                  <a:lnTo>
                    <a:pt x="2839395" y="750137"/>
                  </a:lnTo>
                  <a:lnTo>
                    <a:pt x="2871822" y="750137"/>
                  </a:lnTo>
                  <a:lnTo>
                    <a:pt x="2871822" y="724196"/>
                  </a:lnTo>
                  <a:lnTo>
                    <a:pt x="2910329" y="724196"/>
                  </a:lnTo>
                  <a:lnTo>
                    <a:pt x="2910329" y="693931"/>
                  </a:lnTo>
                  <a:lnTo>
                    <a:pt x="2958970" y="693931"/>
                  </a:lnTo>
                  <a:lnTo>
                    <a:pt x="2958970" y="805087"/>
                  </a:lnTo>
                  <a:lnTo>
                    <a:pt x="2958970" y="818866"/>
                  </a:lnTo>
                  <a:lnTo>
                    <a:pt x="3031519" y="818866"/>
                  </a:lnTo>
                  <a:cubicBezTo>
                    <a:pt x="3029295" y="939467"/>
                    <a:pt x="3033744" y="999999"/>
                    <a:pt x="3031520" y="1160647"/>
                  </a:cubicBezTo>
                  <a:lnTo>
                    <a:pt x="2054" y="1158314"/>
                  </a:lnTo>
                  <a:cubicBezTo>
                    <a:pt x="1369" y="1010750"/>
                    <a:pt x="685" y="871760"/>
                    <a:pt x="0" y="724196"/>
                  </a:cubicBezTo>
                  <a:lnTo>
                    <a:pt x="20267" y="724196"/>
                  </a:lnTo>
                  <a:cubicBezTo>
                    <a:pt x="20271" y="724190"/>
                    <a:pt x="20308" y="724108"/>
                    <a:pt x="20774" y="723115"/>
                  </a:cubicBezTo>
                  <a:lnTo>
                    <a:pt x="24320" y="715549"/>
                  </a:lnTo>
                  <a:cubicBezTo>
                    <a:pt x="24329" y="715550"/>
                    <a:pt x="24442" y="715568"/>
                    <a:pt x="26094" y="715819"/>
                  </a:cubicBezTo>
                  <a:lnTo>
                    <a:pt x="38507" y="717710"/>
                  </a:lnTo>
                  <a:cubicBezTo>
                    <a:pt x="38510" y="717720"/>
                    <a:pt x="38548" y="717821"/>
                    <a:pt x="39014" y="719062"/>
                  </a:cubicBezTo>
                  <a:lnTo>
                    <a:pt x="42560" y="728519"/>
                  </a:lnTo>
                  <a:cubicBezTo>
                    <a:pt x="42574" y="728520"/>
                    <a:pt x="43170" y="728570"/>
                    <a:pt x="68907" y="730681"/>
                  </a:cubicBezTo>
                  <a:lnTo>
                    <a:pt x="68907" y="607460"/>
                  </a:lnTo>
                  <a:lnTo>
                    <a:pt x="70934" y="607460"/>
                  </a:lnTo>
                  <a:lnTo>
                    <a:pt x="85121" y="607460"/>
                  </a:lnTo>
                  <a:lnTo>
                    <a:pt x="85121" y="471268"/>
                  </a:lnTo>
                  <a:lnTo>
                    <a:pt x="86894" y="471268"/>
                  </a:lnTo>
                  <a:lnTo>
                    <a:pt x="99308" y="471268"/>
                  </a:lnTo>
                  <a:lnTo>
                    <a:pt x="99308" y="356694"/>
                  </a:lnTo>
                  <a:cubicBezTo>
                    <a:pt x="103361" y="354532"/>
                    <a:pt x="103361" y="354532"/>
                    <a:pt x="103361" y="328590"/>
                  </a:cubicBezTo>
                  <a:lnTo>
                    <a:pt x="105388" y="328590"/>
                  </a:lnTo>
                  <a:lnTo>
                    <a:pt x="119575" y="328590"/>
                  </a:lnTo>
                  <a:cubicBezTo>
                    <a:pt x="119586" y="328567"/>
                    <a:pt x="120192" y="327200"/>
                    <a:pt x="156055" y="246443"/>
                  </a:cubicBezTo>
                  <a:cubicBezTo>
                    <a:pt x="156055" y="246429"/>
                    <a:pt x="156089" y="244478"/>
                    <a:pt x="160109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230"/>
            </a:p>
          </p:txBody>
        </p:sp>
        <p:sp>
          <p:nvSpPr>
            <p:cNvPr id="5" name="Rectangle 35"/>
            <p:cNvSpPr/>
            <p:nvPr/>
          </p:nvSpPr>
          <p:spPr>
            <a:xfrm>
              <a:off x="3024845" y="1883798"/>
              <a:ext cx="3024845" cy="689379"/>
            </a:xfrm>
            <a:custGeom>
              <a:avLst/>
              <a:gdLst>
                <a:gd name="connsiteX0" fmla="*/ 215205 w 3079941"/>
                <a:gd name="connsiteY0" fmla="*/ 0 h 1160647"/>
                <a:gd name="connsiteX1" fmla="*/ 217231 w 3079941"/>
                <a:gd name="connsiteY1" fmla="*/ 246443 h 1160647"/>
                <a:gd name="connsiteX2" fmla="*/ 255738 w 3079941"/>
                <a:gd name="connsiteY2" fmla="*/ 326429 h 1160647"/>
                <a:gd name="connsiteX3" fmla="*/ 257765 w 3079941"/>
                <a:gd name="connsiteY3" fmla="*/ 326429 h 1160647"/>
                <a:gd name="connsiteX4" fmla="*/ 271952 w 3079941"/>
                <a:gd name="connsiteY4" fmla="*/ 326429 h 1160647"/>
                <a:gd name="connsiteX5" fmla="*/ 271952 w 3079941"/>
                <a:gd name="connsiteY5" fmla="*/ 350208 h 1160647"/>
                <a:gd name="connsiteX6" fmla="*/ 272459 w 3079941"/>
                <a:gd name="connsiteY6" fmla="*/ 351019 h 1160647"/>
                <a:gd name="connsiteX7" fmla="*/ 276005 w 3079941"/>
                <a:gd name="connsiteY7" fmla="*/ 356694 h 1160647"/>
                <a:gd name="connsiteX8" fmla="*/ 276005 w 3079941"/>
                <a:gd name="connsiteY8" fmla="*/ 471268 h 1160647"/>
                <a:gd name="connsiteX9" fmla="*/ 278285 w 3079941"/>
                <a:gd name="connsiteY9" fmla="*/ 471268 h 1160647"/>
                <a:gd name="connsiteX10" fmla="*/ 294246 w 3079941"/>
                <a:gd name="connsiteY10" fmla="*/ 471268 h 1160647"/>
                <a:gd name="connsiteX11" fmla="*/ 294246 w 3079941"/>
                <a:gd name="connsiteY11" fmla="*/ 611783 h 1160647"/>
                <a:gd name="connsiteX12" fmla="*/ 295766 w 3079941"/>
                <a:gd name="connsiteY12" fmla="*/ 611513 h 1160647"/>
                <a:gd name="connsiteX13" fmla="*/ 306406 w 3079941"/>
                <a:gd name="connsiteY13" fmla="*/ 609622 h 1160647"/>
                <a:gd name="connsiteX14" fmla="*/ 304379 w 3079941"/>
                <a:gd name="connsiteY14" fmla="*/ 698254 h 1160647"/>
                <a:gd name="connsiteX15" fmla="*/ 305899 w 3079941"/>
                <a:gd name="connsiteY15" fmla="*/ 698525 h 1160647"/>
                <a:gd name="connsiteX16" fmla="*/ 316539 w 3079941"/>
                <a:gd name="connsiteY16" fmla="*/ 700416 h 1160647"/>
                <a:gd name="connsiteX17" fmla="*/ 316792 w 3079941"/>
                <a:gd name="connsiteY17" fmla="*/ 701227 h 1160647"/>
                <a:gd name="connsiteX18" fmla="*/ 318566 w 3079941"/>
                <a:gd name="connsiteY18" fmla="*/ 706902 h 1160647"/>
                <a:gd name="connsiteX19" fmla="*/ 319326 w 3079941"/>
                <a:gd name="connsiteY19" fmla="*/ 704470 h 1160647"/>
                <a:gd name="connsiteX20" fmla="*/ 324646 w 3079941"/>
                <a:gd name="connsiteY20" fmla="*/ 687446 h 1160647"/>
                <a:gd name="connsiteX21" fmla="*/ 326419 w 3079941"/>
                <a:gd name="connsiteY21" fmla="*/ 687446 h 1160647"/>
                <a:gd name="connsiteX22" fmla="*/ 338833 w 3079941"/>
                <a:gd name="connsiteY22" fmla="*/ 687446 h 1160647"/>
                <a:gd name="connsiteX23" fmla="*/ 338833 w 3079941"/>
                <a:gd name="connsiteY23" fmla="*/ 719872 h 1160647"/>
                <a:gd name="connsiteX24" fmla="*/ 339846 w 3079941"/>
                <a:gd name="connsiteY24" fmla="*/ 720413 h 1160647"/>
                <a:gd name="connsiteX25" fmla="*/ 346940 w 3079941"/>
                <a:gd name="connsiteY25" fmla="*/ 724196 h 1160647"/>
                <a:gd name="connsiteX26" fmla="*/ 346940 w 3079941"/>
                <a:gd name="connsiteY26" fmla="*/ 725547 h 1160647"/>
                <a:gd name="connsiteX27" fmla="*/ 346940 w 3079941"/>
                <a:gd name="connsiteY27" fmla="*/ 735005 h 1160647"/>
                <a:gd name="connsiteX28" fmla="*/ 391527 w 3079941"/>
                <a:gd name="connsiteY28" fmla="*/ 735005 h 1160647"/>
                <a:gd name="connsiteX29" fmla="*/ 391527 w 3079941"/>
                <a:gd name="connsiteY29" fmla="*/ 736086 h 1160647"/>
                <a:gd name="connsiteX30" fmla="*/ 391527 w 3079941"/>
                <a:gd name="connsiteY30" fmla="*/ 743652 h 1160647"/>
                <a:gd name="connsiteX31" fmla="*/ 393553 w 3079941"/>
                <a:gd name="connsiteY31" fmla="*/ 743652 h 1160647"/>
                <a:gd name="connsiteX32" fmla="*/ 407740 w 3079941"/>
                <a:gd name="connsiteY32" fmla="*/ 743652 h 1160647"/>
                <a:gd name="connsiteX33" fmla="*/ 407740 w 3079941"/>
                <a:gd name="connsiteY33" fmla="*/ 713387 h 1160647"/>
                <a:gd name="connsiteX34" fmla="*/ 452327 w 3079941"/>
                <a:gd name="connsiteY34" fmla="*/ 713387 h 1160647"/>
                <a:gd name="connsiteX35" fmla="*/ 452327 w 3079941"/>
                <a:gd name="connsiteY35" fmla="*/ 712036 h 1160647"/>
                <a:gd name="connsiteX36" fmla="*/ 452327 w 3079941"/>
                <a:gd name="connsiteY36" fmla="*/ 702578 h 1160647"/>
                <a:gd name="connsiteX37" fmla="*/ 453341 w 3079941"/>
                <a:gd name="connsiteY37" fmla="*/ 702578 h 1160647"/>
                <a:gd name="connsiteX38" fmla="*/ 460434 w 3079941"/>
                <a:gd name="connsiteY38" fmla="*/ 702578 h 1160647"/>
                <a:gd name="connsiteX39" fmla="*/ 460434 w 3079941"/>
                <a:gd name="connsiteY39" fmla="*/ 700687 h 1160647"/>
                <a:gd name="connsiteX40" fmla="*/ 460434 w 3079941"/>
                <a:gd name="connsiteY40" fmla="*/ 687446 h 1160647"/>
                <a:gd name="connsiteX41" fmla="*/ 461194 w 3079941"/>
                <a:gd name="connsiteY41" fmla="*/ 687446 h 1160647"/>
                <a:gd name="connsiteX42" fmla="*/ 466514 w 3079941"/>
                <a:gd name="connsiteY42" fmla="*/ 687446 h 1160647"/>
                <a:gd name="connsiteX43" fmla="*/ 466514 w 3079941"/>
                <a:gd name="connsiteY43" fmla="*/ 686365 h 1160647"/>
                <a:gd name="connsiteX44" fmla="*/ 466514 w 3079941"/>
                <a:gd name="connsiteY44" fmla="*/ 678798 h 1160647"/>
                <a:gd name="connsiteX45" fmla="*/ 468541 w 3079941"/>
                <a:gd name="connsiteY45" fmla="*/ 678798 h 1160647"/>
                <a:gd name="connsiteX46" fmla="*/ 482728 w 3079941"/>
                <a:gd name="connsiteY46" fmla="*/ 678798 h 1160647"/>
                <a:gd name="connsiteX47" fmla="*/ 482728 w 3079941"/>
                <a:gd name="connsiteY47" fmla="*/ 679879 h 1160647"/>
                <a:gd name="connsiteX48" fmla="*/ 482728 w 3079941"/>
                <a:gd name="connsiteY48" fmla="*/ 687446 h 1160647"/>
                <a:gd name="connsiteX49" fmla="*/ 505021 w 3079941"/>
                <a:gd name="connsiteY49" fmla="*/ 687446 h 1160647"/>
                <a:gd name="connsiteX50" fmla="*/ 505021 w 3079941"/>
                <a:gd name="connsiteY50" fmla="*/ 685554 h 1160647"/>
                <a:gd name="connsiteX51" fmla="*/ 505021 w 3079941"/>
                <a:gd name="connsiteY51" fmla="*/ 672313 h 1160647"/>
                <a:gd name="connsiteX52" fmla="*/ 506795 w 3079941"/>
                <a:gd name="connsiteY52" fmla="*/ 672313 h 1160647"/>
                <a:gd name="connsiteX53" fmla="*/ 519208 w 3079941"/>
                <a:gd name="connsiteY53" fmla="*/ 672313 h 1160647"/>
                <a:gd name="connsiteX54" fmla="*/ 519208 w 3079941"/>
                <a:gd name="connsiteY54" fmla="*/ 696093 h 1160647"/>
                <a:gd name="connsiteX55" fmla="*/ 520222 w 3079941"/>
                <a:gd name="connsiteY55" fmla="*/ 696093 h 1160647"/>
                <a:gd name="connsiteX56" fmla="*/ 527315 w 3079941"/>
                <a:gd name="connsiteY56" fmla="*/ 696093 h 1160647"/>
                <a:gd name="connsiteX57" fmla="*/ 527315 w 3079941"/>
                <a:gd name="connsiteY57" fmla="*/ 695012 h 1160647"/>
                <a:gd name="connsiteX58" fmla="*/ 527315 w 3079941"/>
                <a:gd name="connsiteY58" fmla="*/ 687446 h 1160647"/>
                <a:gd name="connsiteX59" fmla="*/ 529088 w 3079941"/>
                <a:gd name="connsiteY59" fmla="*/ 687446 h 1160647"/>
                <a:gd name="connsiteX60" fmla="*/ 541502 w 3079941"/>
                <a:gd name="connsiteY60" fmla="*/ 687446 h 1160647"/>
                <a:gd name="connsiteX61" fmla="*/ 541502 w 3079941"/>
                <a:gd name="connsiteY61" fmla="*/ 713387 h 1160647"/>
                <a:gd name="connsiteX62" fmla="*/ 543529 w 3079941"/>
                <a:gd name="connsiteY62" fmla="*/ 713387 h 1160647"/>
                <a:gd name="connsiteX63" fmla="*/ 557715 w 3079941"/>
                <a:gd name="connsiteY63" fmla="*/ 713387 h 1160647"/>
                <a:gd name="connsiteX64" fmla="*/ 557715 w 3079941"/>
                <a:gd name="connsiteY64" fmla="*/ 715008 h 1160647"/>
                <a:gd name="connsiteX65" fmla="*/ 557715 w 3079941"/>
                <a:gd name="connsiteY65" fmla="*/ 726358 h 1160647"/>
                <a:gd name="connsiteX66" fmla="*/ 558475 w 3079941"/>
                <a:gd name="connsiteY66" fmla="*/ 726358 h 1160647"/>
                <a:gd name="connsiteX67" fmla="*/ 563796 w 3079941"/>
                <a:gd name="connsiteY67" fmla="*/ 726358 h 1160647"/>
                <a:gd name="connsiteX68" fmla="*/ 563796 w 3079941"/>
                <a:gd name="connsiteY68" fmla="*/ 725547 h 1160647"/>
                <a:gd name="connsiteX69" fmla="*/ 563796 w 3079941"/>
                <a:gd name="connsiteY69" fmla="*/ 719872 h 1160647"/>
                <a:gd name="connsiteX70" fmla="*/ 594196 w 3079941"/>
                <a:gd name="connsiteY70" fmla="*/ 719872 h 1160647"/>
                <a:gd name="connsiteX71" fmla="*/ 594196 w 3079941"/>
                <a:gd name="connsiteY71" fmla="*/ 743652 h 1160647"/>
                <a:gd name="connsiteX72" fmla="*/ 595209 w 3079941"/>
                <a:gd name="connsiteY72" fmla="*/ 743652 h 1160647"/>
                <a:gd name="connsiteX73" fmla="*/ 602303 w 3079941"/>
                <a:gd name="connsiteY73" fmla="*/ 743652 h 1160647"/>
                <a:gd name="connsiteX74" fmla="*/ 602303 w 3079941"/>
                <a:gd name="connsiteY74" fmla="*/ 744733 h 1160647"/>
                <a:gd name="connsiteX75" fmla="*/ 602303 w 3079941"/>
                <a:gd name="connsiteY75" fmla="*/ 752299 h 1160647"/>
                <a:gd name="connsiteX76" fmla="*/ 603063 w 3079941"/>
                <a:gd name="connsiteY76" fmla="*/ 752299 h 1160647"/>
                <a:gd name="connsiteX77" fmla="*/ 608383 w 3079941"/>
                <a:gd name="connsiteY77" fmla="*/ 752299 h 1160647"/>
                <a:gd name="connsiteX78" fmla="*/ 608383 w 3079941"/>
                <a:gd name="connsiteY78" fmla="*/ 750137 h 1160647"/>
                <a:gd name="connsiteX79" fmla="*/ 608383 w 3079941"/>
                <a:gd name="connsiteY79" fmla="*/ 735005 h 1160647"/>
                <a:gd name="connsiteX80" fmla="*/ 609396 w 3079941"/>
                <a:gd name="connsiteY80" fmla="*/ 735005 h 1160647"/>
                <a:gd name="connsiteX81" fmla="*/ 616490 w 3079941"/>
                <a:gd name="connsiteY81" fmla="*/ 735005 h 1160647"/>
                <a:gd name="connsiteX82" fmla="*/ 616490 w 3079941"/>
                <a:gd name="connsiteY82" fmla="*/ 736086 h 1160647"/>
                <a:gd name="connsiteX83" fmla="*/ 616490 w 3079941"/>
                <a:gd name="connsiteY83" fmla="*/ 743652 h 1160647"/>
                <a:gd name="connsiteX84" fmla="*/ 621810 w 3079941"/>
                <a:gd name="connsiteY84" fmla="*/ 741659 h 1160647"/>
                <a:gd name="connsiteX85" fmla="*/ 622570 w 3079941"/>
                <a:gd name="connsiteY85" fmla="*/ 740679 h 1160647"/>
                <a:gd name="connsiteX86" fmla="*/ 622570 w 3079941"/>
                <a:gd name="connsiteY86" fmla="*/ 735005 h 1160647"/>
                <a:gd name="connsiteX87" fmla="*/ 661077 w 3079941"/>
                <a:gd name="connsiteY87" fmla="*/ 735005 h 1160647"/>
                <a:gd name="connsiteX88" fmla="*/ 661077 w 3079941"/>
                <a:gd name="connsiteY88" fmla="*/ 758784 h 1160647"/>
                <a:gd name="connsiteX89" fmla="*/ 663103 w 3079941"/>
                <a:gd name="connsiteY89" fmla="*/ 758784 h 1160647"/>
                <a:gd name="connsiteX90" fmla="*/ 677290 w 3079941"/>
                <a:gd name="connsiteY90" fmla="*/ 758784 h 1160647"/>
                <a:gd name="connsiteX91" fmla="*/ 677290 w 3079941"/>
                <a:gd name="connsiteY91" fmla="*/ 759865 h 1160647"/>
                <a:gd name="connsiteX92" fmla="*/ 677290 w 3079941"/>
                <a:gd name="connsiteY92" fmla="*/ 767431 h 1160647"/>
                <a:gd name="connsiteX93" fmla="*/ 679064 w 3079941"/>
                <a:gd name="connsiteY93" fmla="*/ 767431 h 1160647"/>
                <a:gd name="connsiteX94" fmla="*/ 691477 w 3079941"/>
                <a:gd name="connsiteY94" fmla="*/ 767431 h 1160647"/>
                <a:gd name="connsiteX95" fmla="*/ 691477 w 3079941"/>
                <a:gd name="connsiteY95" fmla="*/ 743652 h 1160647"/>
                <a:gd name="connsiteX96" fmla="*/ 692490 w 3079941"/>
                <a:gd name="connsiteY96" fmla="*/ 743652 h 1160647"/>
                <a:gd name="connsiteX97" fmla="*/ 699584 w 3079941"/>
                <a:gd name="connsiteY97" fmla="*/ 743652 h 1160647"/>
                <a:gd name="connsiteX98" fmla="*/ 699584 w 3079941"/>
                <a:gd name="connsiteY98" fmla="*/ 711225 h 1160647"/>
                <a:gd name="connsiteX99" fmla="*/ 700597 w 3079941"/>
                <a:gd name="connsiteY99" fmla="*/ 711225 h 1160647"/>
                <a:gd name="connsiteX100" fmla="*/ 707691 w 3079941"/>
                <a:gd name="connsiteY100" fmla="*/ 711225 h 1160647"/>
                <a:gd name="connsiteX101" fmla="*/ 707691 w 3079941"/>
                <a:gd name="connsiteY101" fmla="*/ 709334 h 1160647"/>
                <a:gd name="connsiteX102" fmla="*/ 707691 w 3079941"/>
                <a:gd name="connsiteY102" fmla="*/ 696093 h 1160647"/>
                <a:gd name="connsiteX103" fmla="*/ 706424 w 3079941"/>
                <a:gd name="connsiteY103" fmla="*/ 694471 h 1160647"/>
                <a:gd name="connsiteX104" fmla="*/ 711744 w 3079941"/>
                <a:gd name="connsiteY104" fmla="*/ 683122 h 1160647"/>
                <a:gd name="connsiteX105" fmla="*/ 719851 w 3079941"/>
                <a:gd name="connsiteY105" fmla="*/ 711225 h 1160647"/>
                <a:gd name="connsiteX106" fmla="*/ 720611 w 3079941"/>
                <a:gd name="connsiteY106" fmla="*/ 711225 h 1160647"/>
                <a:gd name="connsiteX107" fmla="*/ 725931 w 3079941"/>
                <a:gd name="connsiteY107" fmla="*/ 711225 h 1160647"/>
                <a:gd name="connsiteX108" fmla="*/ 725931 w 3079941"/>
                <a:gd name="connsiteY108" fmla="*/ 605298 h 1160647"/>
                <a:gd name="connsiteX109" fmla="*/ 727451 w 3079941"/>
                <a:gd name="connsiteY109" fmla="*/ 605298 h 1160647"/>
                <a:gd name="connsiteX110" fmla="*/ 738091 w 3079941"/>
                <a:gd name="connsiteY110" fmla="*/ 605298 h 1160647"/>
                <a:gd name="connsiteX111" fmla="*/ 738091 w 3079941"/>
                <a:gd name="connsiteY111" fmla="*/ 557739 h 1160647"/>
                <a:gd name="connsiteX112" fmla="*/ 764438 w 3079941"/>
                <a:gd name="connsiteY112" fmla="*/ 557739 h 1160647"/>
                <a:gd name="connsiteX113" fmla="*/ 764438 w 3079941"/>
                <a:gd name="connsiteY113" fmla="*/ 536121 h 1160647"/>
                <a:gd name="connsiteX114" fmla="*/ 798892 w 3079941"/>
                <a:gd name="connsiteY114" fmla="*/ 536121 h 1160647"/>
                <a:gd name="connsiteX115" fmla="*/ 798892 w 3079941"/>
                <a:gd name="connsiteY115" fmla="*/ 538553 h 1160647"/>
                <a:gd name="connsiteX116" fmla="*/ 798892 w 3079941"/>
                <a:gd name="connsiteY116" fmla="*/ 555577 h 1160647"/>
                <a:gd name="connsiteX117" fmla="*/ 801172 w 3079941"/>
                <a:gd name="connsiteY117" fmla="*/ 555577 h 1160647"/>
                <a:gd name="connsiteX118" fmla="*/ 817132 w 3079941"/>
                <a:gd name="connsiteY118" fmla="*/ 555577 h 1160647"/>
                <a:gd name="connsiteX119" fmla="*/ 817132 w 3079941"/>
                <a:gd name="connsiteY119" fmla="*/ 603136 h 1160647"/>
                <a:gd name="connsiteX120" fmla="*/ 818145 w 3079941"/>
                <a:gd name="connsiteY120" fmla="*/ 603136 h 1160647"/>
                <a:gd name="connsiteX121" fmla="*/ 825239 w 3079941"/>
                <a:gd name="connsiteY121" fmla="*/ 603136 h 1160647"/>
                <a:gd name="connsiteX122" fmla="*/ 839426 w 3079941"/>
                <a:gd name="connsiteY122" fmla="*/ 607460 h 1160647"/>
                <a:gd name="connsiteX123" fmla="*/ 839426 w 3079941"/>
                <a:gd name="connsiteY123" fmla="*/ 646372 h 1160647"/>
                <a:gd name="connsiteX124" fmla="*/ 840439 w 3079941"/>
                <a:gd name="connsiteY124" fmla="*/ 646372 h 1160647"/>
                <a:gd name="connsiteX125" fmla="*/ 847532 w 3079941"/>
                <a:gd name="connsiteY125" fmla="*/ 646372 h 1160647"/>
                <a:gd name="connsiteX126" fmla="*/ 847532 w 3079941"/>
                <a:gd name="connsiteY126" fmla="*/ 647993 h 1160647"/>
                <a:gd name="connsiteX127" fmla="*/ 847532 w 3079941"/>
                <a:gd name="connsiteY127" fmla="*/ 659342 h 1160647"/>
                <a:gd name="connsiteX128" fmla="*/ 849559 w 3079941"/>
                <a:gd name="connsiteY128" fmla="*/ 659342 h 1160647"/>
                <a:gd name="connsiteX129" fmla="*/ 863746 w 3079941"/>
                <a:gd name="connsiteY129" fmla="*/ 659342 h 1160647"/>
                <a:gd name="connsiteX130" fmla="*/ 869826 w 3079941"/>
                <a:gd name="connsiteY130" fmla="*/ 665828 h 1160647"/>
                <a:gd name="connsiteX131" fmla="*/ 869826 w 3079941"/>
                <a:gd name="connsiteY131" fmla="*/ 687446 h 1160647"/>
                <a:gd name="connsiteX132" fmla="*/ 872106 w 3079941"/>
                <a:gd name="connsiteY132" fmla="*/ 687446 h 1160647"/>
                <a:gd name="connsiteX133" fmla="*/ 888066 w 3079941"/>
                <a:gd name="connsiteY133" fmla="*/ 687446 h 1160647"/>
                <a:gd name="connsiteX134" fmla="*/ 888066 w 3079941"/>
                <a:gd name="connsiteY134" fmla="*/ 688526 h 1160647"/>
                <a:gd name="connsiteX135" fmla="*/ 888066 w 3079941"/>
                <a:gd name="connsiteY135" fmla="*/ 696093 h 1160647"/>
                <a:gd name="connsiteX136" fmla="*/ 889333 w 3079941"/>
                <a:gd name="connsiteY136" fmla="*/ 696093 h 1160647"/>
                <a:gd name="connsiteX137" fmla="*/ 898200 w 3079941"/>
                <a:gd name="connsiteY137" fmla="*/ 696093 h 1160647"/>
                <a:gd name="connsiteX138" fmla="*/ 898200 w 3079941"/>
                <a:gd name="connsiteY138" fmla="*/ 698254 h 1160647"/>
                <a:gd name="connsiteX139" fmla="*/ 898200 w 3079941"/>
                <a:gd name="connsiteY139" fmla="*/ 713387 h 1160647"/>
                <a:gd name="connsiteX140" fmla="*/ 902253 w 3079941"/>
                <a:gd name="connsiteY140" fmla="*/ 711495 h 1160647"/>
                <a:gd name="connsiteX141" fmla="*/ 902253 w 3079941"/>
                <a:gd name="connsiteY141" fmla="*/ 698254 h 1160647"/>
                <a:gd name="connsiteX142" fmla="*/ 903266 w 3079941"/>
                <a:gd name="connsiteY142" fmla="*/ 698254 h 1160647"/>
                <a:gd name="connsiteX143" fmla="*/ 910360 w 3079941"/>
                <a:gd name="connsiteY143" fmla="*/ 698254 h 1160647"/>
                <a:gd name="connsiteX144" fmla="*/ 910360 w 3079941"/>
                <a:gd name="connsiteY144" fmla="*/ 699876 h 1160647"/>
                <a:gd name="connsiteX145" fmla="*/ 910360 w 3079941"/>
                <a:gd name="connsiteY145" fmla="*/ 711225 h 1160647"/>
                <a:gd name="connsiteX146" fmla="*/ 911120 w 3079941"/>
                <a:gd name="connsiteY146" fmla="*/ 711225 h 1160647"/>
                <a:gd name="connsiteX147" fmla="*/ 916440 w 3079941"/>
                <a:gd name="connsiteY147" fmla="*/ 711225 h 1160647"/>
                <a:gd name="connsiteX148" fmla="*/ 965080 w 3079941"/>
                <a:gd name="connsiteY148" fmla="*/ 706902 h 1160647"/>
                <a:gd name="connsiteX149" fmla="*/ 965080 w 3079941"/>
                <a:gd name="connsiteY149" fmla="*/ 708253 h 1160647"/>
                <a:gd name="connsiteX150" fmla="*/ 965080 w 3079941"/>
                <a:gd name="connsiteY150" fmla="*/ 717710 h 1160647"/>
                <a:gd name="connsiteX151" fmla="*/ 965840 w 3079941"/>
                <a:gd name="connsiteY151" fmla="*/ 717710 h 1160647"/>
                <a:gd name="connsiteX152" fmla="*/ 971161 w 3079941"/>
                <a:gd name="connsiteY152" fmla="*/ 717710 h 1160647"/>
                <a:gd name="connsiteX153" fmla="*/ 971161 w 3079941"/>
                <a:gd name="connsiteY153" fmla="*/ 719872 h 1160647"/>
                <a:gd name="connsiteX154" fmla="*/ 971161 w 3079941"/>
                <a:gd name="connsiteY154" fmla="*/ 735005 h 1160647"/>
                <a:gd name="connsiteX155" fmla="*/ 973187 w 3079941"/>
                <a:gd name="connsiteY155" fmla="*/ 733654 h 1160647"/>
                <a:gd name="connsiteX156" fmla="*/ 987374 w 3079941"/>
                <a:gd name="connsiteY156" fmla="*/ 724196 h 1160647"/>
                <a:gd name="connsiteX157" fmla="*/ 993454 w 3079941"/>
                <a:gd name="connsiteY157" fmla="*/ 683122 h 1160647"/>
                <a:gd name="connsiteX158" fmla="*/ 994214 w 3079941"/>
                <a:gd name="connsiteY158" fmla="*/ 682852 h 1160647"/>
                <a:gd name="connsiteX159" fmla="*/ 999534 w 3079941"/>
                <a:gd name="connsiteY159" fmla="*/ 680960 h 1160647"/>
                <a:gd name="connsiteX160" fmla="*/ 1001561 w 3079941"/>
                <a:gd name="connsiteY160" fmla="*/ 611783 h 1160647"/>
                <a:gd name="connsiteX161" fmla="*/ 1003588 w 3079941"/>
                <a:gd name="connsiteY161" fmla="*/ 680960 h 1160647"/>
                <a:gd name="connsiteX162" fmla="*/ 1004348 w 3079941"/>
                <a:gd name="connsiteY162" fmla="*/ 681230 h 1160647"/>
                <a:gd name="connsiteX163" fmla="*/ 1009668 w 3079941"/>
                <a:gd name="connsiteY163" fmla="*/ 683122 h 1160647"/>
                <a:gd name="connsiteX164" fmla="*/ 1009668 w 3079941"/>
                <a:gd name="connsiteY164" fmla="*/ 596651 h 1160647"/>
                <a:gd name="connsiteX165" fmla="*/ 1013721 w 3079941"/>
                <a:gd name="connsiteY165" fmla="*/ 564224 h 1160647"/>
                <a:gd name="connsiteX166" fmla="*/ 1052228 w 3079941"/>
                <a:gd name="connsiteY166" fmla="*/ 564224 h 1160647"/>
                <a:gd name="connsiteX167" fmla="*/ 1052228 w 3079941"/>
                <a:gd name="connsiteY167" fmla="*/ 596651 h 1160647"/>
                <a:gd name="connsiteX168" fmla="*/ 1052988 w 3079941"/>
                <a:gd name="connsiteY168" fmla="*/ 596651 h 1160647"/>
                <a:gd name="connsiteX169" fmla="*/ 1058308 w 3079941"/>
                <a:gd name="connsiteY169" fmla="*/ 596651 h 1160647"/>
                <a:gd name="connsiteX170" fmla="*/ 1058308 w 3079941"/>
                <a:gd name="connsiteY170" fmla="*/ 514503 h 1160647"/>
                <a:gd name="connsiteX171" fmla="*/ 1060082 w 3079941"/>
                <a:gd name="connsiteY171" fmla="*/ 514503 h 1160647"/>
                <a:gd name="connsiteX172" fmla="*/ 1072495 w 3079941"/>
                <a:gd name="connsiteY172" fmla="*/ 514503 h 1160647"/>
                <a:gd name="connsiteX173" fmla="*/ 1072495 w 3079941"/>
                <a:gd name="connsiteY173" fmla="*/ 512612 h 1160647"/>
                <a:gd name="connsiteX174" fmla="*/ 1072495 w 3079941"/>
                <a:gd name="connsiteY174" fmla="*/ 499371 h 1160647"/>
                <a:gd name="connsiteX175" fmla="*/ 1094789 w 3079941"/>
                <a:gd name="connsiteY175" fmla="*/ 499371 h 1160647"/>
                <a:gd name="connsiteX176" fmla="*/ 1094789 w 3079941"/>
                <a:gd name="connsiteY176" fmla="*/ 498290 h 1160647"/>
                <a:gd name="connsiteX177" fmla="*/ 1094789 w 3079941"/>
                <a:gd name="connsiteY177" fmla="*/ 490724 h 1160647"/>
                <a:gd name="connsiteX178" fmla="*/ 1096562 w 3079941"/>
                <a:gd name="connsiteY178" fmla="*/ 490724 h 1160647"/>
                <a:gd name="connsiteX179" fmla="*/ 1108976 w 3079941"/>
                <a:gd name="connsiteY179" fmla="*/ 490724 h 1160647"/>
                <a:gd name="connsiteX180" fmla="*/ 1108976 w 3079941"/>
                <a:gd name="connsiteY180" fmla="*/ 491805 h 1160647"/>
                <a:gd name="connsiteX181" fmla="*/ 1108976 w 3079941"/>
                <a:gd name="connsiteY181" fmla="*/ 499371 h 1160647"/>
                <a:gd name="connsiteX182" fmla="*/ 1109736 w 3079941"/>
                <a:gd name="connsiteY182" fmla="*/ 499371 h 1160647"/>
                <a:gd name="connsiteX183" fmla="*/ 1115056 w 3079941"/>
                <a:gd name="connsiteY183" fmla="*/ 499371 h 1160647"/>
                <a:gd name="connsiteX184" fmla="*/ 1125189 w 3079941"/>
                <a:gd name="connsiteY184" fmla="*/ 495047 h 1160647"/>
                <a:gd name="connsiteX185" fmla="*/ 1129242 w 3079941"/>
                <a:gd name="connsiteY185" fmla="*/ 498290 h 1160647"/>
                <a:gd name="connsiteX186" fmla="*/ 1129242 w 3079941"/>
                <a:gd name="connsiteY186" fmla="*/ 490724 h 1160647"/>
                <a:gd name="connsiteX187" fmla="*/ 1131522 w 3079941"/>
                <a:gd name="connsiteY187" fmla="*/ 490724 h 1160647"/>
                <a:gd name="connsiteX188" fmla="*/ 1147483 w 3079941"/>
                <a:gd name="connsiteY188" fmla="*/ 490724 h 1160647"/>
                <a:gd name="connsiteX189" fmla="*/ 1147483 w 3079941"/>
                <a:gd name="connsiteY189" fmla="*/ 491805 h 1160647"/>
                <a:gd name="connsiteX190" fmla="*/ 1147483 w 3079941"/>
                <a:gd name="connsiteY190" fmla="*/ 499371 h 1160647"/>
                <a:gd name="connsiteX191" fmla="*/ 1177883 w 3079941"/>
                <a:gd name="connsiteY191" fmla="*/ 499371 h 1160647"/>
                <a:gd name="connsiteX192" fmla="*/ 1177883 w 3079941"/>
                <a:gd name="connsiteY192" fmla="*/ 500992 h 1160647"/>
                <a:gd name="connsiteX193" fmla="*/ 1177883 w 3079941"/>
                <a:gd name="connsiteY193" fmla="*/ 512342 h 1160647"/>
                <a:gd name="connsiteX194" fmla="*/ 1204230 w 3079941"/>
                <a:gd name="connsiteY194" fmla="*/ 512342 h 1160647"/>
                <a:gd name="connsiteX195" fmla="*/ 1204230 w 3079941"/>
                <a:gd name="connsiteY195" fmla="*/ 542606 h 1160647"/>
                <a:gd name="connsiteX196" fmla="*/ 1204990 w 3079941"/>
                <a:gd name="connsiteY196" fmla="*/ 542606 h 1160647"/>
                <a:gd name="connsiteX197" fmla="*/ 1210310 w 3079941"/>
                <a:gd name="connsiteY197" fmla="*/ 542606 h 1160647"/>
                <a:gd name="connsiteX198" fmla="*/ 1210310 w 3079941"/>
                <a:gd name="connsiteY198" fmla="*/ 543687 h 1160647"/>
                <a:gd name="connsiteX199" fmla="*/ 1210310 w 3079941"/>
                <a:gd name="connsiteY199" fmla="*/ 551254 h 1160647"/>
                <a:gd name="connsiteX200" fmla="*/ 1214364 w 3079941"/>
                <a:gd name="connsiteY200" fmla="*/ 581518 h 1160647"/>
                <a:gd name="connsiteX201" fmla="*/ 1215124 w 3079941"/>
                <a:gd name="connsiteY201" fmla="*/ 581518 h 1160647"/>
                <a:gd name="connsiteX202" fmla="*/ 1220444 w 3079941"/>
                <a:gd name="connsiteY202" fmla="*/ 581518 h 1160647"/>
                <a:gd name="connsiteX203" fmla="*/ 1220444 w 3079941"/>
                <a:gd name="connsiteY203" fmla="*/ 582329 h 1160647"/>
                <a:gd name="connsiteX204" fmla="*/ 1220444 w 3079941"/>
                <a:gd name="connsiteY204" fmla="*/ 588004 h 1160647"/>
                <a:gd name="connsiteX205" fmla="*/ 1221457 w 3079941"/>
                <a:gd name="connsiteY205" fmla="*/ 588004 h 1160647"/>
                <a:gd name="connsiteX206" fmla="*/ 1228550 w 3079941"/>
                <a:gd name="connsiteY206" fmla="*/ 588004 h 1160647"/>
                <a:gd name="connsiteX207" fmla="*/ 1228550 w 3079941"/>
                <a:gd name="connsiteY207" fmla="*/ 618269 h 1160647"/>
                <a:gd name="connsiteX208" fmla="*/ 1230577 w 3079941"/>
                <a:gd name="connsiteY208" fmla="*/ 618269 h 1160647"/>
                <a:gd name="connsiteX209" fmla="*/ 1244764 w 3079941"/>
                <a:gd name="connsiteY209" fmla="*/ 618269 h 1160647"/>
                <a:gd name="connsiteX210" fmla="*/ 1244764 w 3079941"/>
                <a:gd name="connsiteY210" fmla="*/ 642048 h 1160647"/>
                <a:gd name="connsiteX211" fmla="*/ 1246791 w 3079941"/>
                <a:gd name="connsiteY211" fmla="*/ 643669 h 1160647"/>
                <a:gd name="connsiteX212" fmla="*/ 1246791 w 3079941"/>
                <a:gd name="connsiteY212" fmla="*/ 655019 h 1160647"/>
                <a:gd name="connsiteX213" fmla="*/ 1247551 w 3079941"/>
                <a:gd name="connsiteY213" fmla="*/ 655019 h 1160647"/>
                <a:gd name="connsiteX214" fmla="*/ 1252871 w 3079941"/>
                <a:gd name="connsiteY214" fmla="*/ 655019 h 1160647"/>
                <a:gd name="connsiteX215" fmla="*/ 1252871 w 3079941"/>
                <a:gd name="connsiteY215" fmla="*/ 678798 h 1160647"/>
                <a:gd name="connsiteX216" fmla="*/ 1254137 w 3079941"/>
                <a:gd name="connsiteY216" fmla="*/ 678798 h 1160647"/>
                <a:gd name="connsiteX217" fmla="*/ 1263004 w 3079941"/>
                <a:gd name="connsiteY217" fmla="*/ 678798 h 1160647"/>
                <a:gd name="connsiteX218" fmla="*/ 1265031 w 3079941"/>
                <a:gd name="connsiteY218" fmla="*/ 682852 h 1160647"/>
                <a:gd name="connsiteX219" fmla="*/ 1265031 w 3079941"/>
                <a:gd name="connsiteY219" fmla="*/ 696093 h 1160647"/>
                <a:gd name="connsiteX220" fmla="*/ 1266551 w 3079941"/>
                <a:gd name="connsiteY220" fmla="*/ 694201 h 1160647"/>
                <a:gd name="connsiteX221" fmla="*/ 1277191 w 3079941"/>
                <a:gd name="connsiteY221" fmla="*/ 680960 h 1160647"/>
                <a:gd name="connsiteX222" fmla="*/ 1305565 w 3079941"/>
                <a:gd name="connsiteY222" fmla="*/ 680960 h 1160647"/>
                <a:gd name="connsiteX223" fmla="*/ 1305565 w 3079941"/>
                <a:gd name="connsiteY223" fmla="*/ 767431 h 1160647"/>
                <a:gd name="connsiteX224" fmla="*/ 1306325 w 3079941"/>
                <a:gd name="connsiteY224" fmla="*/ 767431 h 1160647"/>
                <a:gd name="connsiteX225" fmla="*/ 1311645 w 3079941"/>
                <a:gd name="connsiteY225" fmla="*/ 767431 h 1160647"/>
                <a:gd name="connsiteX226" fmla="*/ 1312405 w 3079941"/>
                <a:gd name="connsiteY226" fmla="*/ 766080 h 1160647"/>
                <a:gd name="connsiteX227" fmla="*/ 1317725 w 3079941"/>
                <a:gd name="connsiteY227" fmla="*/ 756622 h 1160647"/>
                <a:gd name="connsiteX228" fmla="*/ 1317725 w 3079941"/>
                <a:gd name="connsiteY228" fmla="*/ 758514 h 1160647"/>
                <a:gd name="connsiteX229" fmla="*/ 1317725 w 3079941"/>
                <a:gd name="connsiteY229" fmla="*/ 771755 h 1160647"/>
                <a:gd name="connsiteX230" fmla="*/ 1321778 w 3079941"/>
                <a:gd name="connsiteY230" fmla="*/ 726358 h 1160647"/>
                <a:gd name="connsiteX231" fmla="*/ 1322538 w 3079941"/>
                <a:gd name="connsiteY231" fmla="*/ 726358 h 1160647"/>
                <a:gd name="connsiteX232" fmla="*/ 1327858 w 3079941"/>
                <a:gd name="connsiteY232" fmla="*/ 726358 h 1160647"/>
                <a:gd name="connsiteX233" fmla="*/ 1327858 w 3079941"/>
                <a:gd name="connsiteY233" fmla="*/ 661504 h 1160647"/>
                <a:gd name="connsiteX234" fmla="*/ 1328872 w 3079941"/>
                <a:gd name="connsiteY234" fmla="*/ 661504 h 1160647"/>
                <a:gd name="connsiteX235" fmla="*/ 1335965 w 3079941"/>
                <a:gd name="connsiteY235" fmla="*/ 661504 h 1160647"/>
                <a:gd name="connsiteX236" fmla="*/ 1348125 w 3079941"/>
                <a:gd name="connsiteY236" fmla="*/ 618269 h 1160647"/>
                <a:gd name="connsiteX237" fmla="*/ 1349392 w 3079941"/>
                <a:gd name="connsiteY237" fmla="*/ 618269 h 1160647"/>
                <a:gd name="connsiteX238" fmla="*/ 1358259 w 3079941"/>
                <a:gd name="connsiteY238" fmla="*/ 618269 h 1160647"/>
                <a:gd name="connsiteX239" fmla="*/ 1368392 w 3079941"/>
                <a:gd name="connsiteY239" fmla="*/ 661504 h 1160647"/>
                <a:gd name="connsiteX240" fmla="*/ 1369405 w 3079941"/>
                <a:gd name="connsiteY240" fmla="*/ 661504 h 1160647"/>
                <a:gd name="connsiteX241" fmla="*/ 1376499 w 3079941"/>
                <a:gd name="connsiteY241" fmla="*/ 661504 h 1160647"/>
                <a:gd name="connsiteX242" fmla="*/ 1376499 w 3079941"/>
                <a:gd name="connsiteY242" fmla="*/ 700416 h 1160647"/>
                <a:gd name="connsiteX243" fmla="*/ 1378272 w 3079941"/>
                <a:gd name="connsiteY243" fmla="*/ 700416 h 1160647"/>
                <a:gd name="connsiteX244" fmla="*/ 1390686 w 3079941"/>
                <a:gd name="connsiteY244" fmla="*/ 700416 h 1160647"/>
                <a:gd name="connsiteX245" fmla="*/ 1390686 w 3079941"/>
                <a:gd name="connsiteY245" fmla="*/ 702578 h 1160647"/>
                <a:gd name="connsiteX246" fmla="*/ 1390686 w 3079941"/>
                <a:gd name="connsiteY246" fmla="*/ 717710 h 1160647"/>
                <a:gd name="connsiteX247" fmla="*/ 1394739 w 3079941"/>
                <a:gd name="connsiteY247" fmla="*/ 715549 h 1160647"/>
                <a:gd name="connsiteX248" fmla="*/ 1394739 w 3079941"/>
                <a:gd name="connsiteY248" fmla="*/ 700416 h 1160647"/>
                <a:gd name="connsiteX249" fmla="*/ 1396259 w 3079941"/>
                <a:gd name="connsiteY249" fmla="*/ 700416 h 1160647"/>
                <a:gd name="connsiteX250" fmla="*/ 1406899 w 3079941"/>
                <a:gd name="connsiteY250" fmla="*/ 700416 h 1160647"/>
                <a:gd name="connsiteX251" fmla="*/ 1406899 w 3079941"/>
                <a:gd name="connsiteY251" fmla="*/ 702037 h 1160647"/>
                <a:gd name="connsiteX252" fmla="*/ 1406899 w 3079941"/>
                <a:gd name="connsiteY252" fmla="*/ 713387 h 1160647"/>
                <a:gd name="connsiteX253" fmla="*/ 1437300 w 3079941"/>
                <a:gd name="connsiteY253" fmla="*/ 713387 h 1160647"/>
                <a:gd name="connsiteX254" fmla="*/ 1437300 w 3079941"/>
                <a:gd name="connsiteY254" fmla="*/ 676637 h 1160647"/>
                <a:gd name="connsiteX255" fmla="*/ 1438566 w 3079941"/>
                <a:gd name="connsiteY255" fmla="*/ 676637 h 1160647"/>
                <a:gd name="connsiteX256" fmla="*/ 1447433 w 3079941"/>
                <a:gd name="connsiteY256" fmla="*/ 676637 h 1160647"/>
                <a:gd name="connsiteX257" fmla="*/ 1447433 w 3079941"/>
                <a:gd name="connsiteY257" fmla="*/ 698254 h 1160647"/>
                <a:gd name="connsiteX258" fmla="*/ 1449460 w 3079941"/>
                <a:gd name="connsiteY258" fmla="*/ 665828 h 1160647"/>
                <a:gd name="connsiteX259" fmla="*/ 1471753 w 3079941"/>
                <a:gd name="connsiteY259" fmla="*/ 665828 h 1160647"/>
                <a:gd name="connsiteX260" fmla="*/ 1471753 w 3079941"/>
                <a:gd name="connsiteY260" fmla="*/ 664206 h 1160647"/>
                <a:gd name="connsiteX261" fmla="*/ 1471753 w 3079941"/>
                <a:gd name="connsiteY261" fmla="*/ 652857 h 1160647"/>
                <a:gd name="connsiteX262" fmla="*/ 1472513 w 3079941"/>
                <a:gd name="connsiteY262" fmla="*/ 652857 h 1160647"/>
                <a:gd name="connsiteX263" fmla="*/ 1477833 w 3079941"/>
                <a:gd name="connsiteY263" fmla="*/ 652857 h 1160647"/>
                <a:gd name="connsiteX264" fmla="*/ 1477833 w 3079941"/>
                <a:gd name="connsiteY264" fmla="*/ 650966 h 1160647"/>
                <a:gd name="connsiteX265" fmla="*/ 1477833 w 3079941"/>
                <a:gd name="connsiteY265" fmla="*/ 637725 h 1160647"/>
                <a:gd name="connsiteX266" fmla="*/ 1481887 w 3079941"/>
                <a:gd name="connsiteY266" fmla="*/ 644210 h 1160647"/>
                <a:gd name="connsiteX267" fmla="*/ 1484167 w 3079941"/>
                <a:gd name="connsiteY267" fmla="*/ 644210 h 1160647"/>
                <a:gd name="connsiteX268" fmla="*/ 1500127 w 3079941"/>
                <a:gd name="connsiteY268" fmla="*/ 644210 h 1160647"/>
                <a:gd name="connsiteX269" fmla="*/ 1500127 w 3079941"/>
                <a:gd name="connsiteY269" fmla="*/ 643399 h 1160647"/>
                <a:gd name="connsiteX270" fmla="*/ 1500127 w 3079941"/>
                <a:gd name="connsiteY270" fmla="*/ 637725 h 1160647"/>
                <a:gd name="connsiteX271" fmla="*/ 1500887 w 3079941"/>
                <a:gd name="connsiteY271" fmla="*/ 637725 h 1160647"/>
                <a:gd name="connsiteX272" fmla="*/ 1506207 w 3079941"/>
                <a:gd name="connsiteY272" fmla="*/ 637725 h 1160647"/>
                <a:gd name="connsiteX273" fmla="*/ 1506207 w 3079941"/>
                <a:gd name="connsiteY273" fmla="*/ 639076 h 1160647"/>
                <a:gd name="connsiteX274" fmla="*/ 1506207 w 3079941"/>
                <a:gd name="connsiteY274" fmla="*/ 648534 h 1160647"/>
                <a:gd name="connsiteX275" fmla="*/ 1544714 w 3079941"/>
                <a:gd name="connsiteY275" fmla="*/ 648534 h 1160647"/>
                <a:gd name="connsiteX276" fmla="*/ 1544714 w 3079941"/>
                <a:gd name="connsiteY276" fmla="*/ 786887 h 1160647"/>
                <a:gd name="connsiteX277" fmla="*/ 1546234 w 3079941"/>
                <a:gd name="connsiteY277" fmla="*/ 786887 h 1160647"/>
                <a:gd name="connsiteX278" fmla="*/ 1556874 w 3079941"/>
                <a:gd name="connsiteY278" fmla="*/ 786887 h 1160647"/>
                <a:gd name="connsiteX279" fmla="*/ 1556874 w 3079941"/>
                <a:gd name="connsiteY279" fmla="*/ 773917 h 1160647"/>
                <a:gd name="connsiteX280" fmla="*/ 1560928 w 3079941"/>
                <a:gd name="connsiteY280" fmla="*/ 773917 h 1160647"/>
                <a:gd name="connsiteX281" fmla="*/ 1560928 w 3079941"/>
                <a:gd name="connsiteY281" fmla="*/ 786887 h 1160647"/>
                <a:gd name="connsiteX282" fmla="*/ 1591328 w 3079941"/>
                <a:gd name="connsiteY282" fmla="*/ 786887 h 1160647"/>
                <a:gd name="connsiteX283" fmla="*/ 1591328 w 3079941"/>
                <a:gd name="connsiteY283" fmla="*/ 756622 h 1160647"/>
                <a:gd name="connsiteX284" fmla="*/ 1603488 w 3079941"/>
                <a:gd name="connsiteY284" fmla="*/ 756622 h 1160647"/>
                <a:gd name="connsiteX285" fmla="*/ 1615648 w 3079941"/>
                <a:gd name="connsiteY285" fmla="*/ 754461 h 1160647"/>
                <a:gd name="connsiteX286" fmla="*/ 1619702 w 3079941"/>
                <a:gd name="connsiteY286" fmla="*/ 756622 h 1160647"/>
                <a:gd name="connsiteX287" fmla="*/ 1629835 w 3079941"/>
                <a:gd name="connsiteY287" fmla="*/ 756622 h 1160647"/>
                <a:gd name="connsiteX288" fmla="*/ 1629835 w 3079941"/>
                <a:gd name="connsiteY288" fmla="*/ 786887 h 1160647"/>
                <a:gd name="connsiteX289" fmla="*/ 1637942 w 3079941"/>
                <a:gd name="connsiteY289" fmla="*/ 786887 h 1160647"/>
                <a:gd name="connsiteX290" fmla="*/ 1637942 w 3079941"/>
                <a:gd name="connsiteY290" fmla="*/ 804182 h 1160647"/>
                <a:gd name="connsiteX291" fmla="*/ 1647278 w 3079941"/>
                <a:gd name="connsiteY291" fmla="*/ 805087 h 1160647"/>
                <a:gd name="connsiteX292" fmla="*/ 1660236 w 3079941"/>
                <a:gd name="connsiteY292" fmla="*/ 805087 h 1160647"/>
                <a:gd name="connsiteX293" fmla="*/ 1660236 w 3079941"/>
                <a:gd name="connsiteY293" fmla="*/ 789049 h 1160647"/>
                <a:gd name="connsiteX294" fmla="*/ 1728192 w 3079941"/>
                <a:gd name="connsiteY294" fmla="*/ 789049 h 1160647"/>
                <a:gd name="connsiteX295" fmla="*/ 1728192 w 3079941"/>
                <a:gd name="connsiteY295" fmla="*/ 703796 h 1160647"/>
                <a:gd name="connsiteX296" fmla="*/ 1800200 w 3079941"/>
                <a:gd name="connsiteY296" fmla="*/ 703796 h 1160647"/>
                <a:gd name="connsiteX297" fmla="*/ 1800200 w 3079941"/>
                <a:gd name="connsiteY297" fmla="*/ 782564 h 1160647"/>
                <a:gd name="connsiteX298" fmla="*/ 1802104 w 3079941"/>
                <a:gd name="connsiteY298" fmla="*/ 782564 h 1160647"/>
                <a:gd name="connsiteX299" fmla="*/ 1803346 w 3079941"/>
                <a:gd name="connsiteY299" fmla="*/ 805087 h 1160647"/>
                <a:gd name="connsiteX300" fmla="*/ 1813022 w 3079941"/>
                <a:gd name="connsiteY300" fmla="*/ 805087 h 1160647"/>
                <a:gd name="connsiteX301" fmla="*/ 1814264 w 3079941"/>
                <a:gd name="connsiteY301" fmla="*/ 782564 h 1160647"/>
                <a:gd name="connsiteX302" fmla="*/ 1820344 w 3079941"/>
                <a:gd name="connsiteY302" fmla="*/ 782564 h 1160647"/>
                <a:gd name="connsiteX303" fmla="*/ 1821586 w 3079941"/>
                <a:gd name="connsiteY303" fmla="*/ 805087 h 1160647"/>
                <a:gd name="connsiteX304" fmla="*/ 1872208 w 3079941"/>
                <a:gd name="connsiteY304" fmla="*/ 805087 h 1160647"/>
                <a:gd name="connsiteX305" fmla="*/ 1872208 w 3079941"/>
                <a:gd name="connsiteY305" fmla="*/ 642059 h 1160647"/>
                <a:gd name="connsiteX306" fmla="*/ 2069535 w 3079941"/>
                <a:gd name="connsiteY306" fmla="*/ 642059 h 1160647"/>
                <a:gd name="connsiteX307" fmla="*/ 2069535 w 3079941"/>
                <a:gd name="connsiteY307" fmla="*/ 805087 h 1160647"/>
                <a:gd name="connsiteX308" fmla="*/ 2088232 w 3079941"/>
                <a:gd name="connsiteY308" fmla="*/ 805087 h 1160647"/>
                <a:gd name="connsiteX309" fmla="*/ 2088232 w 3079941"/>
                <a:gd name="connsiteY309" fmla="*/ 722394 h 1160647"/>
                <a:gd name="connsiteX310" fmla="*/ 2183352 w 3079941"/>
                <a:gd name="connsiteY310" fmla="*/ 722394 h 1160647"/>
                <a:gd name="connsiteX311" fmla="*/ 2195282 w 3079941"/>
                <a:gd name="connsiteY311" fmla="*/ 404253 h 1160647"/>
                <a:gd name="connsiteX312" fmla="*/ 2183122 w 3079941"/>
                <a:gd name="connsiteY312" fmla="*/ 382635 h 1160647"/>
                <a:gd name="connsiteX313" fmla="*/ 2177042 w 3079941"/>
                <a:gd name="connsiteY313" fmla="*/ 378311 h 1160647"/>
                <a:gd name="connsiteX314" fmla="*/ 2185149 w 3079941"/>
                <a:gd name="connsiteY314" fmla="*/ 354532 h 1160647"/>
                <a:gd name="connsiteX315" fmla="*/ 2185149 w 3079941"/>
                <a:gd name="connsiteY315" fmla="*/ 337238 h 1160647"/>
                <a:gd name="connsiteX316" fmla="*/ 2199336 w 3079941"/>
                <a:gd name="connsiteY316" fmla="*/ 337238 h 1160647"/>
                <a:gd name="connsiteX317" fmla="*/ 2199336 w 3079941"/>
                <a:gd name="connsiteY317" fmla="*/ 315620 h 1160647"/>
                <a:gd name="connsiteX318" fmla="*/ 2201362 w 3079941"/>
                <a:gd name="connsiteY318" fmla="*/ 311296 h 1160647"/>
                <a:gd name="connsiteX319" fmla="*/ 2201362 w 3079941"/>
                <a:gd name="connsiteY319" fmla="*/ 233472 h 1160647"/>
                <a:gd name="connsiteX320" fmla="*/ 2199336 w 3079941"/>
                <a:gd name="connsiteY320" fmla="*/ 226987 h 1160647"/>
                <a:gd name="connsiteX321" fmla="*/ 2205416 w 3079941"/>
                <a:gd name="connsiteY321" fmla="*/ 220501 h 1160647"/>
                <a:gd name="connsiteX322" fmla="*/ 2205416 w 3079941"/>
                <a:gd name="connsiteY322" fmla="*/ 162133 h 1160647"/>
                <a:gd name="connsiteX323" fmla="*/ 2207442 w 3079941"/>
                <a:gd name="connsiteY323" fmla="*/ 157810 h 1160647"/>
                <a:gd name="connsiteX324" fmla="*/ 2207442 w 3079941"/>
                <a:gd name="connsiteY324" fmla="*/ 101604 h 1160647"/>
                <a:gd name="connsiteX325" fmla="*/ 2209469 w 3079941"/>
                <a:gd name="connsiteY325" fmla="*/ 82148 h 1160647"/>
                <a:gd name="connsiteX326" fmla="*/ 2213523 w 3079941"/>
                <a:gd name="connsiteY326" fmla="*/ 99442 h 1160647"/>
                <a:gd name="connsiteX327" fmla="*/ 2215549 w 3079941"/>
                <a:gd name="connsiteY327" fmla="*/ 157810 h 1160647"/>
                <a:gd name="connsiteX328" fmla="*/ 2217576 w 3079941"/>
                <a:gd name="connsiteY328" fmla="*/ 220501 h 1160647"/>
                <a:gd name="connsiteX329" fmla="*/ 2223656 w 3079941"/>
                <a:gd name="connsiteY329" fmla="*/ 226987 h 1160647"/>
                <a:gd name="connsiteX330" fmla="*/ 2221629 w 3079941"/>
                <a:gd name="connsiteY330" fmla="*/ 233472 h 1160647"/>
                <a:gd name="connsiteX331" fmla="*/ 2221629 w 3079941"/>
                <a:gd name="connsiteY331" fmla="*/ 311296 h 1160647"/>
                <a:gd name="connsiteX332" fmla="*/ 2223656 w 3079941"/>
                <a:gd name="connsiteY332" fmla="*/ 315620 h 1160647"/>
                <a:gd name="connsiteX333" fmla="*/ 2223656 w 3079941"/>
                <a:gd name="connsiteY333" fmla="*/ 337238 h 1160647"/>
                <a:gd name="connsiteX334" fmla="*/ 2237843 w 3079941"/>
                <a:gd name="connsiteY334" fmla="*/ 337238 h 1160647"/>
                <a:gd name="connsiteX335" fmla="*/ 2237843 w 3079941"/>
                <a:gd name="connsiteY335" fmla="*/ 354532 h 1160647"/>
                <a:gd name="connsiteX336" fmla="*/ 2245950 w 3079941"/>
                <a:gd name="connsiteY336" fmla="*/ 378311 h 1160647"/>
                <a:gd name="connsiteX337" fmla="*/ 2239870 w 3079941"/>
                <a:gd name="connsiteY337" fmla="*/ 382635 h 1160647"/>
                <a:gd name="connsiteX338" fmla="*/ 2227709 w 3079941"/>
                <a:gd name="connsiteY338" fmla="*/ 404253 h 1160647"/>
                <a:gd name="connsiteX339" fmla="*/ 2235816 w 3079941"/>
                <a:gd name="connsiteY339" fmla="*/ 657181 h 1160647"/>
                <a:gd name="connsiteX340" fmla="*/ 2300670 w 3079941"/>
                <a:gd name="connsiteY340" fmla="*/ 657181 h 1160647"/>
                <a:gd name="connsiteX341" fmla="*/ 2300670 w 3079941"/>
                <a:gd name="connsiteY341" fmla="*/ 732843 h 1160647"/>
                <a:gd name="connsiteX342" fmla="*/ 2308777 w 3079941"/>
                <a:gd name="connsiteY342" fmla="*/ 732843 h 1160647"/>
                <a:gd name="connsiteX343" fmla="*/ 2310804 w 3079941"/>
                <a:gd name="connsiteY343" fmla="*/ 726358 h 1160647"/>
                <a:gd name="connsiteX344" fmla="*/ 2316884 w 3079941"/>
                <a:gd name="connsiteY344" fmla="*/ 726358 h 1160647"/>
                <a:gd name="connsiteX345" fmla="*/ 2318911 w 3079941"/>
                <a:gd name="connsiteY345" fmla="*/ 735005 h 1160647"/>
                <a:gd name="connsiteX346" fmla="*/ 2331071 w 3079941"/>
                <a:gd name="connsiteY346" fmla="*/ 735005 h 1160647"/>
                <a:gd name="connsiteX347" fmla="*/ 2331071 w 3079941"/>
                <a:gd name="connsiteY347" fmla="*/ 728519 h 1160647"/>
                <a:gd name="connsiteX348" fmla="*/ 2353364 w 3079941"/>
                <a:gd name="connsiteY348" fmla="*/ 728519 h 1160647"/>
                <a:gd name="connsiteX349" fmla="*/ 2353364 w 3079941"/>
                <a:gd name="connsiteY349" fmla="*/ 735005 h 1160647"/>
                <a:gd name="connsiteX350" fmla="*/ 2373631 w 3079941"/>
                <a:gd name="connsiteY350" fmla="*/ 735005 h 1160647"/>
                <a:gd name="connsiteX351" fmla="*/ 2373631 w 3079941"/>
                <a:gd name="connsiteY351" fmla="*/ 780402 h 1160647"/>
                <a:gd name="connsiteX352" fmla="*/ 2387818 w 3079941"/>
                <a:gd name="connsiteY352" fmla="*/ 780402 h 1160647"/>
                <a:gd name="connsiteX353" fmla="*/ 2387818 w 3079941"/>
                <a:gd name="connsiteY353" fmla="*/ 767431 h 1160647"/>
                <a:gd name="connsiteX354" fmla="*/ 2404032 w 3079941"/>
                <a:gd name="connsiteY354" fmla="*/ 767431 h 1160647"/>
                <a:gd name="connsiteX355" fmla="*/ 2404032 w 3079941"/>
                <a:gd name="connsiteY355" fmla="*/ 588004 h 1160647"/>
                <a:gd name="connsiteX356" fmla="*/ 2410112 w 3079941"/>
                <a:gd name="connsiteY356" fmla="*/ 581518 h 1160647"/>
                <a:gd name="connsiteX357" fmla="*/ 2483073 w 3079941"/>
                <a:gd name="connsiteY357" fmla="*/ 581518 h 1160647"/>
                <a:gd name="connsiteX358" fmla="*/ 2483073 w 3079941"/>
                <a:gd name="connsiteY358" fmla="*/ 590166 h 1160647"/>
                <a:gd name="connsiteX359" fmla="*/ 2493206 w 3079941"/>
                <a:gd name="connsiteY359" fmla="*/ 590166 h 1160647"/>
                <a:gd name="connsiteX360" fmla="*/ 2493206 w 3079941"/>
                <a:gd name="connsiteY360" fmla="*/ 704740 h 1160647"/>
                <a:gd name="connsiteX361" fmla="*/ 2515500 w 3079941"/>
                <a:gd name="connsiteY361" fmla="*/ 704740 h 1160647"/>
                <a:gd name="connsiteX362" fmla="*/ 2515500 w 3079941"/>
                <a:gd name="connsiteY362" fmla="*/ 637725 h 1160647"/>
                <a:gd name="connsiteX363" fmla="*/ 2541847 w 3079941"/>
                <a:gd name="connsiteY363" fmla="*/ 637725 h 1160647"/>
                <a:gd name="connsiteX364" fmla="*/ 2545900 w 3079941"/>
                <a:gd name="connsiteY364" fmla="*/ 633401 h 1160647"/>
                <a:gd name="connsiteX365" fmla="*/ 2554007 w 3079941"/>
                <a:gd name="connsiteY365" fmla="*/ 633401 h 1160647"/>
                <a:gd name="connsiteX366" fmla="*/ 2558060 w 3079941"/>
                <a:gd name="connsiteY366" fmla="*/ 637725 h 1160647"/>
                <a:gd name="connsiteX367" fmla="*/ 2580354 w 3079941"/>
                <a:gd name="connsiteY367" fmla="*/ 637725 h 1160647"/>
                <a:gd name="connsiteX368" fmla="*/ 2580354 w 3079941"/>
                <a:gd name="connsiteY368" fmla="*/ 520989 h 1160647"/>
                <a:gd name="connsiteX369" fmla="*/ 2637101 w 3079941"/>
                <a:gd name="connsiteY369" fmla="*/ 510180 h 1160647"/>
                <a:gd name="connsiteX370" fmla="*/ 2637101 w 3079941"/>
                <a:gd name="connsiteY370" fmla="*/ 511261 h 1160647"/>
                <a:gd name="connsiteX371" fmla="*/ 2637101 w 3079941"/>
                <a:gd name="connsiteY371" fmla="*/ 518827 h 1160647"/>
                <a:gd name="connsiteX372" fmla="*/ 2663448 w 3079941"/>
                <a:gd name="connsiteY372" fmla="*/ 518827 h 1160647"/>
                <a:gd name="connsiteX373" fmla="*/ 2663448 w 3079941"/>
                <a:gd name="connsiteY373" fmla="*/ 773917 h 1160647"/>
                <a:gd name="connsiteX374" fmla="*/ 2685742 w 3079941"/>
                <a:gd name="connsiteY374" fmla="*/ 773917 h 1160647"/>
                <a:gd name="connsiteX375" fmla="*/ 2685742 w 3079941"/>
                <a:gd name="connsiteY375" fmla="*/ 769593 h 1160647"/>
                <a:gd name="connsiteX376" fmla="*/ 2697902 w 3079941"/>
                <a:gd name="connsiteY376" fmla="*/ 769593 h 1160647"/>
                <a:gd name="connsiteX377" fmla="*/ 2697902 w 3079941"/>
                <a:gd name="connsiteY377" fmla="*/ 773917 h 1160647"/>
                <a:gd name="connsiteX378" fmla="*/ 2722222 w 3079941"/>
                <a:gd name="connsiteY378" fmla="*/ 773917 h 1160647"/>
                <a:gd name="connsiteX379" fmla="*/ 2722222 w 3079941"/>
                <a:gd name="connsiteY379" fmla="*/ 760946 h 1160647"/>
                <a:gd name="connsiteX380" fmla="*/ 2750596 w 3079941"/>
                <a:gd name="connsiteY380" fmla="*/ 760946 h 1160647"/>
                <a:gd name="connsiteX381" fmla="*/ 2762756 w 3079941"/>
                <a:gd name="connsiteY381" fmla="*/ 756622 h 1160647"/>
                <a:gd name="connsiteX382" fmla="*/ 2783023 w 3079941"/>
                <a:gd name="connsiteY382" fmla="*/ 760946 h 1160647"/>
                <a:gd name="connsiteX383" fmla="*/ 2783023 w 3079941"/>
                <a:gd name="connsiteY383" fmla="*/ 743652 h 1160647"/>
                <a:gd name="connsiteX384" fmla="*/ 2791130 w 3079941"/>
                <a:gd name="connsiteY384" fmla="*/ 743652 h 1160647"/>
                <a:gd name="connsiteX385" fmla="*/ 2791130 w 3079941"/>
                <a:gd name="connsiteY385" fmla="*/ 730681 h 1160647"/>
                <a:gd name="connsiteX386" fmla="*/ 2847877 w 3079941"/>
                <a:gd name="connsiteY386" fmla="*/ 730681 h 1160647"/>
                <a:gd name="connsiteX387" fmla="*/ 2847877 w 3079941"/>
                <a:gd name="connsiteY387" fmla="*/ 700416 h 1160647"/>
                <a:gd name="connsiteX388" fmla="*/ 2866117 w 3079941"/>
                <a:gd name="connsiteY388" fmla="*/ 700416 h 1160647"/>
                <a:gd name="connsiteX389" fmla="*/ 2866117 w 3079941"/>
                <a:gd name="connsiteY389" fmla="*/ 693931 h 1160647"/>
                <a:gd name="connsiteX390" fmla="*/ 2878277 w 3079941"/>
                <a:gd name="connsiteY390" fmla="*/ 693931 h 1160647"/>
                <a:gd name="connsiteX391" fmla="*/ 2878277 w 3079941"/>
                <a:gd name="connsiteY391" fmla="*/ 700416 h 1160647"/>
                <a:gd name="connsiteX392" fmla="*/ 2894491 w 3079941"/>
                <a:gd name="connsiteY392" fmla="*/ 700416 h 1160647"/>
                <a:gd name="connsiteX393" fmla="*/ 2894491 w 3079941"/>
                <a:gd name="connsiteY393" fmla="*/ 750137 h 1160647"/>
                <a:gd name="connsiteX394" fmla="*/ 2926918 w 3079941"/>
                <a:gd name="connsiteY394" fmla="*/ 750137 h 1160647"/>
                <a:gd name="connsiteX395" fmla="*/ 2926918 w 3079941"/>
                <a:gd name="connsiteY395" fmla="*/ 724196 h 1160647"/>
                <a:gd name="connsiteX396" fmla="*/ 2965425 w 3079941"/>
                <a:gd name="connsiteY396" fmla="*/ 724196 h 1160647"/>
                <a:gd name="connsiteX397" fmla="*/ 2965425 w 3079941"/>
                <a:gd name="connsiteY397" fmla="*/ 693931 h 1160647"/>
                <a:gd name="connsiteX398" fmla="*/ 3014066 w 3079941"/>
                <a:gd name="connsiteY398" fmla="*/ 693931 h 1160647"/>
                <a:gd name="connsiteX399" fmla="*/ 3014066 w 3079941"/>
                <a:gd name="connsiteY399" fmla="*/ 805087 h 1160647"/>
                <a:gd name="connsiteX400" fmla="*/ 3014066 w 3079941"/>
                <a:gd name="connsiteY400" fmla="*/ 818866 h 1160647"/>
                <a:gd name="connsiteX401" fmla="*/ 3079941 w 3079941"/>
                <a:gd name="connsiteY401" fmla="*/ 818866 h 1160647"/>
                <a:gd name="connsiteX402" fmla="*/ 3079941 w 3079941"/>
                <a:gd name="connsiteY402" fmla="*/ 924638 h 1160647"/>
                <a:gd name="connsiteX403" fmla="*/ 3079941 w 3079941"/>
                <a:gd name="connsiteY403" fmla="*/ 1030409 h 1160647"/>
                <a:gd name="connsiteX404" fmla="*/ 3079941 w 3079941"/>
                <a:gd name="connsiteY404" fmla="*/ 1160647 h 1160647"/>
                <a:gd name="connsiteX405" fmla="*/ 2842946 w 3079941"/>
                <a:gd name="connsiteY405" fmla="*/ 1160647 h 1160647"/>
                <a:gd name="connsiteX406" fmla="*/ 200958 w 3079941"/>
                <a:gd name="connsiteY406" fmla="*/ 1160647 h 1160647"/>
                <a:gd name="connsiteX407" fmla="*/ 200958 w 3079941"/>
                <a:gd name="connsiteY407" fmla="*/ 1126882 h 1160647"/>
                <a:gd name="connsiteX408" fmla="*/ 0 w 3079941"/>
                <a:gd name="connsiteY408" fmla="*/ 1126882 h 1160647"/>
                <a:gd name="connsiteX409" fmla="*/ 0 w 3079941"/>
                <a:gd name="connsiteY409" fmla="*/ 915339 h 1160647"/>
                <a:gd name="connsiteX410" fmla="*/ 103377 w 3079941"/>
                <a:gd name="connsiteY410" fmla="*/ 915339 h 1160647"/>
                <a:gd name="connsiteX411" fmla="*/ 103377 w 3079941"/>
                <a:gd name="connsiteY411" fmla="*/ 886329 h 1160647"/>
                <a:gd name="connsiteX412" fmla="*/ 55096 w 3079941"/>
                <a:gd name="connsiteY412" fmla="*/ 886329 h 1160647"/>
                <a:gd name="connsiteX413" fmla="*/ 55096 w 3079941"/>
                <a:gd name="connsiteY413" fmla="*/ 724196 h 1160647"/>
                <a:gd name="connsiteX414" fmla="*/ 75363 w 3079941"/>
                <a:gd name="connsiteY414" fmla="*/ 724196 h 1160647"/>
                <a:gd name="connsiteX415" fmla="*/ 75870 w 3079941"/>
                <a:gd name="connsiteY415" fmla="*/ 723115 h 1160647"/>
                <a:gd name="connsiteX416" fmla="*/ 79416 w 3079941"/>
                <a:gd name="connsiteY416" fmla="*/ 715549 h 1160647"/>
                <a:gd name="connsiteX417" fmla="*/ 81190 w 3079941"/>
                <a:gd name="connsiteY417" fmla="*/ 715819 h 1160647"/>
                <a:gd name="connsiteX418" fmla="*/ 93603 w 3079941"/>
                <a:gd name="connsiteY418" fmla="*/ 717710 h 1160647"/>
                <a:gd name="connsiteX419" fmla="*/ 94110 w 3079941"/>
                <a:gd name="connsiteY419" fmla="*/ 719062 h 1160647"/>
                <a:gd name="connsiteX420" fmla="*/ 97656 w 3079941"/>
                <a:gd name="connsiteY420" fmla="*/ 728519 h 1160647"/>
                <a:gd name="connsiteX421" fmla="*/ 124003 w 3079941"/>
                <a:gd name="connsiteY421" fmla="*/ 730681 h 1160647"/>
                <a:gd name="connsiteX422" fmla="*/ 124003 w 3079941"/>
                <a:gd name="connsiteY422" fmla="*/ 607460 h 1160647"/>
                <a:gd name="connsiteX423" fmla="*/ 126030 w 3079941"/>
                <a:gd name="connsiteY423" fmla="*/ 607460 h 1160647"/>
                <a:gd name="connsiteX424" fmla="*/ 140217 w 3079941"/>
                <a:gd name="connsiteY424" fmla="*/ 607460 h 1160647"/>
                <a:gd name="connsiteX425" fmla="*/ 140217 w 3079941"/>
                <a:gd name="connsiteY425" fmla="*/ 471268 h 1160647"/>
                <a:gd name="connsiteX426" fmla="*/ 141990 w 3079941"/>
                <a:gd name="connsiteY426" fmla="*/ 471268 h 1160647"/>
                <a:gd name="connsiteX427" fmla="*/ 154404 w 3079941"/>
                <a:gd name="connsiteY427" fmla="*/ 471268 h 1160647"/>
                <a:gd name="connsiteX428" fmla="*/ 154404 w 3079941"/>
                <a:gd name="connsiteY428" fmla="*/ 356694 h 1160647"/>
                <a:gd name="connsiteX429" fmla="*/ 158457 w 3079941"/>
                <a:gd name="connsiteY429" fmla="*/ 328590 h 1160647"/>
                <a:gd name="connsiteX430" fmla="*/ 160484 w 3079941"/>
                <a:gd name="connsiteY430" fmla="*/ 328590 h 1160647"/>
                <a:gd name="connsiteX431" fmla="*/ 174671 w 3079941"/>
                <a:gd name="connsiteY431" fmla="*/ 328590 h 1160647"/>
                <a:gd name="connsiteX432" fmla="*/ 211151 w 3079941"/>
                <a:gd name="connsiteY432" fmla="*/ 246443 h 1160647"/>
                <a:gd name="connsiteX433" fmla="*/ 215205 w 3079941"/>
                <a:gd name="connsiteY433" fmla="*/ 0 h 1160647"/>
                <a:gd name="connsiteX0-1" fmla="*/ 215205 w 3079941"/>
                <a:gd name="connsiteY0-2" fmla="*/ 0 h 1160647"/>
                <a:gd name="connsiteX1-3" fmla="*/ 217231 w 3079941"/>
                <a:gd name="connsiteY1-4" fmla="*/ 246443 h 1160647"/>
                <a:gd name="connsiteX2-5" fmla="*/ 255738 w 3079941"/>
                <a:gd name="connsiteY2-6" fmla="*/ 326429 h 1160647"/>
                <a:gd name="connsiteX3-7" fmla="*/ 257765 w 3079941"/>
                <a:gd name="connsiteY3-8" fmla="*/ 326429 h 1160647"/>
                <a:gd name="connsiteX4-9" fmla="*/ 271952 w 3079941"/>
                <a:gd name="connsiteY4-10" fmla="*/ 326429 h 1160647"/>
                <a:gd name="connsiteX5-11" fmla="*/ 271952 w 3079941"/>
                <a:gd name="connsiteY5-12" fmla="*/ 350208 h 1160647"/>
                <a:gd name="connsiteX6-13" fmla="*/ 272459 w 3079941"/>
                <a:gd name="connsiteY6-14" fmla="*/ 351019 h 1160647"/>
                <a:gd name="connsiteX7-15" fmla="*/ 276005 w 3079941"/>
                <a:gd name="connsiteY7-16" fmla="*/ 356694 h 1160647"/>
                <a:gd name="connsiteX8-17" fmla="*/ 276005 w 3079941"/>
                <a:gd name="connsiteY8-18" fmla="*/ 471268 h 1160647"/>
                <a:gd name="connsiteX9-19" fmla="*/ 278285 w 3079941"/>
                <a:gd name="connsiteY9-20" fmla="*/ 471268 h 1160647"/>
                <a:gd name="connsiteX10-21" fmla="*/ 294246 w 3079941"/>
                <a:gd name="connsiteY10-22" fmla="*/ 471268 h 1160647"/>
                <a:gd name="connsiteX11-23" fmla="*/ 294246 w 3079941"/>
                <a:gd name="connsiteY11-24" fmla="*/ 611783 h 1160647"/>
                <a:gd name="connsiteX12-25" fmla="*/ 295766 w 3079941"/>
                <a:gd name="connsiteY12-26" fmla="*/ 611513 h 1160647"/>
                <a:gd name="connsiteX13-27" fmla="*/ 306406 w 3079941"/>
                <a:gd name="connsiteY13-28" fmla="*/ 609622 h 1160647"/>
                <a:gd name="connsiteX14-29" fmla="*/ 304379 w 3079941"/>
                <a:gd name="connsiteY14-30" fmla="*/ 698254 h 1160647"/>
                <a:gd name="connsiteX15-31" fmla="*/ 305899 w 3079941"/>
                <a:gd name="connsiteY15-32" fmla="*/ 698525 h 1160647"/>
                <a:gd name="connsiteX16-33" fmla="*/ 316539 w 3079941"/>
                <a:gd name="connsiteY16-34" fmla="*/ 700416 h 1160647"/>
                <a:gd name="connsiteX17-35" fmla="*/ 316792 w 3079941"/>
                <a:gd name="connsiteY17-36" fmla="*/ 701227 h 1160647"/>
                <a:gd name="connsiteX18-37" fmla="*/ 318566 w 3079941"/>
                <a:gd name="connsiteY18-38" fmla="*/ 706902 h 1160647"/>
                <a:gd name="connsiteX19-39" fmla="*/ 319326 w 3079941"/>
                <a:gd name="connsiteY19-40" fmla="*/ 704470 h 1160647"/>
                <a:gd name="connsiteX20-41" fmla="*/ 324646 w 3079941"/>
                <a:gd name="connsiteY20-42" fmla="*/ 687446 h 1160647"/>
                <a:gd name="connsiteX21-43" fmla="*/ 326419 w 3079941"/>
                <a:gd name="connsiteY21-44" fmla="*/ 687446 h 1160647"/>
                <a:gd name="connsiteX22-45" fmla="*/ 338833 w 3079941"/>
                <a:gd name="connsiteY22-46" fmla="*/ 687446 h 1160647"/>
                <a:gd name="connsiteX23-47" fmla="*/ 338833 w 3079941"/>
                <a:gd name="connsiteY23-48" fmla="*/ 719872 h 1160647"/>
                <a:gd name="connsiteX24-49" fmla="*/ 339846 w 3079941"/>
                <a:gd name="connsiteY24-50" fmla="*/ 720413 h 1160647"/>
                <a:gd name="connsiteX25-51" fmla="*/ 346940 w 3079941"/>
                <a:gd name="connsiteY25-52" fmla="*/ 724196 h 1160647"/>
                <a:gd name="connsiteX26-53" fmla="*/ 346940 w 3079941"/>
                <a:gd name="connsiteY26-54" fmla="*/ 725547 h 1160647"/>
                <a:gd name="connsiteX27-55" fmla="*/ 346940 w 3079941"/>
                <a:gd name="connsiteY27-56" fmla="*/ 735005 h 1160647"/>
                <a:gd name="connsiteX28-57" fmla="*/ 391527 w 3079941"/>
                <a:gd name="connsiteY28-58" fmla="*/ 735005 h 1160647"/>
                <a:gd name="connsiteX29-59" fmla="*/ 391527 w 3079941"/>
                <a:gd name="connsiteY29-60" fmla="*/ 736086 h 1160647"/>
                <a:gd name="connsiteX30-61" fmla="*/ 391527 w 3079941"/>
                <a:gd name="connsiteY30-62" fmla="*/ 743652 h 1160647"/>
                <a:gd name="connsiteX31-63" fmla="*/ 393553 w 3079941"/>
                <a:gd name="connsiteY31-64" fmla="*/ 743652 h 1160647"/>
                <a:gd name="connsiteX32-65" fmla="*/ 407740 w 3079941"/>
                <a:gd name="connsiteY32-66" fmla="*/ 743652 h 1160647"/>
                <a:gd name="connsiteX33-67" fmla="*/ 407740 w 3079941"/>
                <a:gd name="connsiteY33-68" fmla="*/ 713387 h 1160647"/>
                <a:gd name="connsiteX34-69" fmla="*/ 452327 w 3079941"/>
                <a:gd name="connsiteY34-70" fmla="*/ 713387 h 1160647"/>
                <a:gd name="connsiteX35-71" fmla="*/ 452327 w 3079941"/>
                <a:gd name="connsiteY35-72" fmla="*/ 712036 h 1160647"/>
                <a:gd name="connsiteX36-73" fmla="*/ 452327 w 3079941"/>
                <a:gd name="connsiteY36-74" fmla="*/ 702578 h 1160647"/>
                <a:gd name="connsiteX37-75" fmla="*/ 453341 w 3079941"/>
                <a:gd name="connsiteY37-76" fmla="*/ 702578 h 1160647"/>
                <a:gd name="connsiteX38-77" fmla="*/ 460434 w 3079941"/>
                <a:gd name="connsiteY38-78" fmla="*/ 702578 h 1160647"/>
                <a:gd name="connsiteX39-79" fmla="*/ 460434 w 3079941"/>
                <a:gd name="connsiteY39-80" fmla="*/ 700687 h 1160647"/>
                <a:gd name="connsiteX40-81" fmla="*/ 460434 w 3079941"/>
                <a:gd name="connsiteY40-82" fmla="*/ 687446 h 1160647"/>
                <a:gd name="connsiteX41-83" fmla="*/ 461194 w 3079941"/>
                <a:gd name="connsiteY41-84" fmla="*/ 687446 h 1160647"/>
                <a:gd name="connsiteX42-85" fmla="*/ 466514 w 3079941"/>
                <a:gd name="connsiteY42-86" fmla="*/ 687446 h 1160647"/>
                <a:gd name="connsiteX43-87" fmla="*/ 466514 w 3079941"/>
                <a:gd name="connsiteY43-88" fmla="*/ 686365 h 1160647"/>
                <a:gd name="connsiteX44-89" fmla="*/ 466514 w 3079941"/>
                <a:gd name="connsiteY44-90" fmla="*/ 678798 h 1160647"/>
                <a:gd name="connsiteX45-91" fmla="*/ 468541 w 3079941"/>
                <a:gd name="connsiteY45-92" fmla="*/ 678798 h 1160647"/>
                <a:gd name="connsiteX46-93" fmla="*/ 482728 w 3079941"/>
                <a:gd name="connsiteY46-94" fmla="*/ 678798 h 1160647"/>
                <a:gd name="connsiteX47-95" fmla="*/ 482728 w 3079941"/>
                <a:gd name="connsiteY47-96" fmla="*/ 679879 h 1160647"/>
                <a:gd name="connsiteX48-97" fmla="*/ 482728 w 3079941"/>
                <a:gd name="connsiteY48-98" fmla="*/ 687446 h 1160647"/>
                <a:gd name="connsiteX49-99" fmla="*/ 505021 w 3079941"/>
                <a:gd name="connsiteY49-100" fmla="*/ 687446 h 1160647"/>
                <a:gd name="connsiteX50-101" fmla="*/ 505021 w 3079941"/>
                <a:gd name="connsiteY50-102" fmla="*/ 685554 h 1160647"/>
                <a:gd name="connsiteX51-103" fmla="*/ 505021 w 3079941"/>
                <a:gd name="connsiteY51-104" fmla="*/ 672313 h 1160647"/>
                <a:gd name="connsiteX52-105" fmla="*/ 506795 w 3079941"/>
                <a:gd name="connsiteY52-106" fmla="*/ 672313 h 1160647"/>
                <a:gd name="connsiteX53-107" fmla="*/ 519208 w 3079941"/>
                <a:gd name="connsiteY53-108" fmla="*/ 672313 h 1160647"/>
                <a:gd name="connsiteX54-109" fmla="*/ 519208 w 3079941"/>
                <a:gd name="connsiteY54-110" fmla="*/ 696093 h 1160647"/>
                <a:gd name="connsiteX55-111" fmla="*/ 520222 w 3079941"/>
                <a:gd name="connsiteY55-112" fmla="*/ 696093 h 1160647"/>
                <a:gd name="connsiteX56-113" fmla="*/ 527315 w 3079941"/>
                <a:gd name="connsiteY56-114" fmla="*/ 696093 h 1160647"/>
                <a:gd name="connsiteX57-115" fmla="*/ 527315 w 3079941"/>
                <a:gd name="connsiteY57-116" fmla="*/ 695012 h 1160647"/>
                <a:gd name="connsiteX58-117" fmla="*/ 527315 w 3079941"/>
                <a:gd name="connsiteY58-118" fmla="*/ 687446 h 1160647"/>
                <a:gd name="connsiteX59-119" fmla="*/ 529088 w 3079941"/>
                <a:gd name="connsiteY59-120" fmla="*/ 687446 h 1160647"/>
                <a:gd name="connsiteX60-121" fmla="*/ 541502 w 3079941"/>
                <a:gd name="connsiteY60-122" fmla="*/ 687446 h 1160647"/>
                <a:gd name="connsiteX61-123" fmla="*/ 541502 w 3079941"/>
                <a:gd name="connsiteY61-124" fmla="*/ 713387 h 1160647"/>
                <a:gd name="connsiteX62-125" fmla="*/ 543529 w 3079941"/>
                <a:gd name="connsiteY62-126" fmla="*/ 713387 h 1160647"/>
                <a:gd name="connsiteX63-127" fmla="*/ 557715 w 3079941"/>
                <a:gd name="connsiteY63-128" fmla="*/ 713387 h 1160647"/>
                <a:gd name="connsiteX64-129" fmla="*/ 557715 w 3079941"/>
                <a:gd name="connsiteY64-130" fmla="*/ 715008 h 1160647"/>
                <a:gd name="connsiteX65-131" fmla="*/ 557715 w 3079941"/>
                <a:gd name="connsiteY65-132" fmla="*/ 726358 h 1160647"/>
                <a:gd name="connsiteX66-133" fmla="*/ 558475 w 3079941"/>
                <a:gd name="connsiteY66-134" fmla="*/ 726358 h 1160647"/>
                <a:gd name="connsiteX67-135" fmla="*/ 563796 w 3079941"/>
                <a:gd name="connsiteY67-136" fmla="*/ 726358 h 1160647"/>
                <a:gd name="connsiteX68-137" fmla="*/ 563796 w 3079941"/>
                <a:gd name="connsiteY68-138" fmla="*/ 725547 h 1160647"/>
                <a:gd name="connsiteX69-139" fmla="*/ 563796 w 3079941"/>
                <a:gd name="connsiteY69-140" fmla="*/ 719872 h 1160647"/>
                <a:gd name="connsiteX70-141" fmla="*/ 594196 w 3079941"/>
                <a:gd name="connsiteY70-142" fmla="*/ 719872 h 1160647"/>
                <a:gd name="connsiteX71-143" fmla="*/ 594196 w 3079941"/>
                <a:gd name="connsiteY71-144" fmla="*/ 743652 h 1160647"/>
                <a:gd name="connsiteX72-145" fmla="*/ 595209 w 3079941"/>
                <a:gd name="connsiteY72-146" fmla="*/ 743652 h 1160647"/>
                <a:gd name="connsiteX73-147" fmla="*/ 602303 w 3079941"/>
                <a:gd name="connsiteY73-148" fmla="*/ 743652 h 1160647"/>
                <a:gd name="connsiteX74-149" fmla="*/ 602303 w 3079941"/>
                <a:gd name="connsiteY74-150" fmla="*/ 744733 h 1160647"/>
                <a:gd name="connsiteX75-151" fmla="*/ 602303 w 3079941"/>
                <a:gd name="connsiteY75-152" fmla="*/ 752299 h 1160647"/>
                <a:gd name="connsiteX76-153" fmla="*/ 603063 w 3079941"/>
                <a:gd name="connsiteY76-154" fmla="*/ 752299 h 1160647"/>
                <a:gd name="connsiteX77-155" fmla="*/ 608383 w 3079941"/>
                <a:gd name="connsiteY77-156" fmla="*/ 752299 h 1160647"/>
                <a:gd name="connsiteX78-157" fmla="*/ 608383 w 3079941"/>
                <a:gd name="connsiteY78-158" fmla="*/ 750137 h 1160647"/>
                <a:gd name="connsiteX79-159" fmla="*/ 608383 w 3079941"/>
                <a:gd name="connsiteY79-160" fmla="*/ 735005 h 1160647"/>
                <a:gd name="connsiteX80-161" fmla="*/ 609396 w 3079941"/>
                <a:gd name="connsiteY80-162" fmla="*/ 735005 h 1160647"/>
                <a:gd name="connsiteX81-163" fmla="*/ 616490 w 3079941"/>
                <a:gd name="connsiteY81-164" fmla="*/ 735005 h 1160647"/>
                <a:gd name="connsiteX82-165" fmla="*/ 616490 w 3079941"/>
                <a:gd name="connsiteY82-166" fmla="*/ 736086 h 1160647"/>
                <a:gd name="connsiteX83-167" fmla="*/ 616490 w 3079941"/>
                <a:gd name="connsiteY83-168" fmla="*/ 743652 h 1160647"/>
                <a:gd name="connsiteX84-169" fmla="*/ 621810 w 3079941"/>
                <a:gd name="connsiteY84-170" fmla="*/ 741659 h 1160647"/>
                <a:gd name="connsiteX85-171" fmla="*/ 622570 w 3079941"/>
                <a:gd name="connsiteY85-172" fmla="*/ 740679 h 1160647"/>
                <a:gd name="connsiteX86-173" fmla="*/ 622570 w 3079941"/>
                <a:gd name="connsiteY86-174" fmla="*/ 735005 h 1160647"/>
                <a:gd name="connsiteX87-175" fmla="*/ 661077 w 3079941"/>
                <a:gd name="connsiteY87-176" fmla="*/ 735005 h 1160647"/>
                <a:gd name="connsiteX88-177" fmla="*/ 661077 w 3079941"/>
                <a:gd name="connsiteY88-178" fmla="*/ 758784 h 1160647"/>
                <a:gd name="connsiteX89-179" fmla="*/ 663103 w 3079941"/>
                <a:gd name="connsiteY89-180" fmla="*/ 758784 h 1160647"/>
                <a:gd name="connsiteX90-181" fmla="*/ 677290 w 3079941"/>
                <a:gd name="connsiteY90-182" fmla="*/ 758784 h 1160647"/>
                <a:gd name="connsiteX91-183" fmla="*/ 677290 w 3079941"/>
                <a:gd name="connsiteY91-184" fmla="*/ 759865 h 1160647"/>
                <a:gd name="connsiteX92-185" fmla="*/ 677290 w 3079941"/>
                <a:gd name="connsiteY92-186" fmla="*/ 767431 h 1160647"/>
                <a:gd name="connsiteX93-187" fmla="*/ 679064 w 3079941"/>
                <a:gd name="connsiteY93-188" fmla="*/ 767431 h 1160647"/>
                <a:gd name="connsiteX94-189" fmla="*/ 691477 w 3079941"/>
                <a:gd name="connsiteY94-190" fmla="*/ 767431 h 1160647"/>
                <a:gd name="connsiteX95-191" fmla="*/ 691477 w 3079941"/>
                <a:gd name="connsiteY95-192" fmla="*/ 743652 h 1160647"/>
                <a:gd name="connsiteX96-193" fmla="*/ 692490 w 3079941"/>
                <a:gd name="connsiteY96-194" fmla="*/ 743652 h 1160647"/>
                <a:gd name="connsiteX97-195" fmla="*/ 699584 w 3079941"/>
                <a:gd name="connsiteY97-196" fmla="*/ 743652 h 1160647"/>
                <a:gd name="connsiteX98-197" fmla="*/ 699584 w 3079941"/>
                <a:gd name="connsiteY98-198" fmla="*/ 711225 h 1160647"/>
                <a:gd name="connsiteX99-199" fmla="*/ 700597 w 3079941"/>
                <a:gd name="connsiteY99-200" fmla="*/ 711225 h 1160647"/>
                <a:gd name="connsiteX100-201" fmla="*/ 707691 w 3079941"/>
                <a:gd name="connsiteY100-202" fmla="*/ 711225 h 1160647"/>
                <a:gd name="connsiteX101-203" fmla="*/ 707691 w 3079941"/>
                <a:gd name="connsiteY101-204" fmla="*/ 709334 h 1160647"/>
                <a:gd name="connsiteX102-205" fmla="*/ 707691 w 3079941"/>
                <a:gd name="connsiteY102-206" fmla="*/ 696093 h 1160647"/>
                <a:gd name="connsiteX103-207" fmla="*/ 706424 w 3079941"/>
                <a:gd name="connsiteY103-208" fmla="*/ 694471 h 1160647"/>
                <a:gd name="connsiteX104-209" fmla="*/ 711744 w 3079941"/>
                <a:gd name="connsiteY104-210" fmla="*/ 683122 h 1160647"/>
                <a:gd name="connsiteX105-211" fmla="*/ 719851 w 3079941"/>
                <a:gd name="connsiteY105-212" fmla="*/ 711225 h 1160647"/>
                <a:gd name="connsiteX106-213" fmla="*/ 720611 w 3079941"/>
                <a:gd name="connsiteY106-214" fmla="*/ 711225 h 1160647"/>
                <a:gd name="connsiteX107-215" fmla="*/ 725931 w 3079941"/>
                <a:gd name="connsiteY107-216" fmla="*/ 711225 h 1160647"/>
                <a:gd name="connsiteX108-217" fmla="*/ 725931 w 3079941"/>
                <a:gd name="connsiteY108-218" fmla="*/ 605298 h 1160647"/>
                <a:gd name="connsiteX109-219" fmla="*/ 727451 w 3079941"/>
                <a:gd name="connsiteY109-220" fmla="*/ 605298 h 1160647"/>
                <a:gd name="connsiteX110-221" fmla="*/ 738091 w 3079941"/>
                <a:gd name="connsiteY110-222" fmla="*/ 605298 h 1160647"/>
                <a:gd name="connsiteX111-223" fmla="*/ 738091 w 3079941"/>
                <a:gd name="connsiteY111-224" fmla="*/ 557739 h 1160647"/>
                <a:gd name="connsiteX112-225" fmla="*/ 764438 w 3079941"/>
                <a:gd name="connsiteY112-226" fmla="*/ 557739 h 1160647"/>
                <a:gd name="connsiteX113-227" fmla="*/ 764438 w 3079941"/>
                <a:gd name="connsiteY113-228" fmla="*/ 536121 h 1160647"/>
                <a:gd name="connsiteX114-229" fmla="*/ 798892 w 3079941"/>
                <a:gd name="connsiteY114-230" fmla="*/ 536121 h 1160647"/>
                <a:gd name="connsiteX115-231" fmla="*/ 798892 w 3079941"/>
                <a:gd name="connsiteY115-232" fmla="*/ 538553 h 1160647"/>
                <a:gd name="connsiteX116-233" fmla="*/ 798892 w 3079941"/>
                <a:gd name="connsiteY116-234" fmla="*/ 555577 h 1160647"/>
                <a:gd name="connsiteX117-235" fmla="*/ 801172 w 3079941"/>
                <a:gd name="connsiteY117-236" fmla="*/ 555577 h 1160647"/>
                <a:gd name="connsiteX118-237" fmla="*/ 817132 w 3079941"/>
                <a:gd name="connsiteY118-238" fmla="*/ 555577 h 1160647"/>
                <a:gd name="connsiteX119-239" fmla="*/ 817132 w 3079941"/>
                <a:gd name="connsiteY119-240" fmla="*/ 603136 h 1160647"/>
                <a:gd name="connsiteX120-241" fmla="*/ 818145 w 3079941"/>
                <a:gd name="connsiteY120-242" fmla="*/ 603136 h 1160647"/>
                <a:gd name="connsiteX121-243" fmla="*/ 825239 w 3079941"/>
                <a:gd name="connsiteY121-244" fmla="*/ 603136 h 1160647"/>
                <a:gd name="connsiteX122-245" fmla="*/ 839426 w 3079941"/>
                <a:gd name="connsiteY122-246" fmla="*/ 607460 h 1160647"/>
                <a:gd name="connsiteX123-247" fmla="*/ 839426 w 3079941"/>
                <a:gd name="connsiteY123-248" fmla="*/ 646372 h 1160647"/>
                <a:gd name="connsiteX124-249" fmla="*/ 840439 w 3079941"/>
                <a:gd name="connsiteY124-250" fmla="*/ 646372 h 1160647"/>
                <a:gd name="connsiteX125-251" fmla="*/ 847532 w 3079941"/>
                <a:gd name="connsiteY125-252" fmla="*/ 646372 h 1160647"/>
                <a:gd name="connsiteX126-253" fmla="*/ 847532 w 3079941"/>
                <a:gd name="connsiteY126-254" fmla="*/ 647993 h 1160647"/>
                <a:gd name="connsiteX127-255" fmla="*/ 847532 w 3079941"/>
                <a:gd name="connsiteY127-256" fmla="*/ 659342 h 1160647"/>
                <a:gd name="connsiteX128-257" fmla="*/ 849559 w 3079941"/>
                <a:gd name="connsiteY128-258" fmla="*/ 659342 h 1160647"/>
                <a:gd name="connsiteX129-259" fmla="*/ 863746 w 3079941"/>
                <a:gd name="connsiteY129-260" fmla="*/ 659342 h 1160647"/>
                <a:gd name="connsiteX130-261" fmla="*/ 869826 w 3079941"/>
                <a:gd name="connsiteY130-262" fmla="*/ 665828 h 1160647"/>
                <a:gd name="connsiteX131-263" fmla="*/ 869826 w 3079941"/>
                <a:gd name="connsiteY131-264" fmla="*/ 687446 h 1160647"/>
                <a:gd name="connsiteX132-265" fmla="*/ 872106 w 3079941"/>
                <a:gd name="connsiteY132-266" fmla="*/ 687446 h 1160647"/>
                <a:gd name="connsiteX133-267" fmla="*/ 888066 w 3079941"/>
                <a:gd name="connsiteY133-268" fmla="*/ 687446 h 1160647"/>
                <a:gd name="connsiteX134-269" fmla="*/ 888066 w 3079941"/>
                <a:gd name="connsiteY134-270" fmla="*/ 688526 h 1160647"/>
                <a:gd name="connsiteX135-271" fmla="*/ 888066 w 3079941"/>
                <a:gd name="connsiteY135-272" fmla="*/ 696093 h 1160647"/>
                <a:gd name="connsiteX136-273" fmla="*/ 889333 w 3079941"/>
                <a:gd name="connsiteY136-274" fmla="*/ 696093 h 1160647"/>
                <a:gd name="connsiteX137-275" fmla="*/ 898200 w 3079941"/>
                <a:gd name="connsiteY137-276" fmla="*/ 696093 h 1160647"/>
                <a:gd name="connsiteX138-277" fmla="*/ 898200 w 3079941"/>
                <a:gd name="connsiteY138-278" fmla="*/ 698254 h 1160647"/>
                <a:gd name="connsiteX139-279" fmla="*/ 898200 w 3079941"/>
                <a:gd name="connsiteY139-280" fmla="*/ 713387 h 1160647"/>
                <a:gd name="connsiteX140-281" fmla="*/ 902253 w 3079941"/>
                <a:gd name="connsiteY140-282" fmla="*/ 711495 h 1160647"/>
                <a:gd name="connsiteX141-283" fmla="*/ 902253 w 3079941"/>
                <a:gd name="connsiteY141-284" fmla="*/ 698254 h 1160647"/>
                <a:gd name="connsiteX142-285" fmla="*/ 903266 w 3079941"/>
                <a:gd name="connsiteY142-286" fmla="*/ 698254 h 1160647"/>
                <a:gd name="connsiteX143-287" fmla="*/ 910360 w 3079941"/>
                <a:gd name="connsiteY143-288" fmla="*/ 698254 h 1160647"/>
                <a:gd name="connsiteX144-289" fmla="*/ 910360 w 3079941"/>
                <a:gd name="connsiteY144-290" fmla="*/ 699876 h 1160647"/>
                <a:gd name="connsiteX145-291" fmla="*/ 910360 w 3079941"/>
                <a:gd name="connsiteY145-292" fmla="*/ 711225 h 1160647"/>
                <a:gd name="connsiteX146-293" fmla="*/ 911120 w 3079941"/>
                <a:gd name="connsiteY146-294" fmla="*/ 711225 h 1160647"/>
                <a:gd name="connsiteX147-295" fmla="*/ 916440 w 3079941"/>
                <a:gd name="connsiteY147-296" fmla="*/ 711225 h 1160647"/>
                <a:gd name="connsiteX148-297" fmla="*/ 965080 w 3079941"/>
                <a:gd name="connsiteY148-298" fmla="*/ 706902 h 1160647"/>
                <a:gd name="connsiteX149-299" fmla="*/ 965080 w 3079941"/>
                <a:gd name="connsiteY149-300" fmla="*/ 708253 h 1160647"/>
                <a:gd name="connsiteX150-301" fmla="*/ 965080 w 3079941"/>
                <a:gd name="connsiteY150-302" fmla="*/ 717710 h 1160647"/>
                <a:gd name="connsiteX151-303" fmla="*/ 965840 w 3079941"/>
                <a:gd name="connsiteY151-304" fmla="*/ 717710 h 1160647"/>
                <a:gd name="connsiteX152-305" fmla="*/ 971161 w 3079941"/>
                <a:gd name="connsiteY152-306" fmla="*/ 717710 h 1160647"/>
                <a:gd name="connsiteX153-307" fmla="*/ 971161 w 3079941"/>
                <a:gd name="connsiteY153-308" fmla="*/ 719872 h 1160647"/>
                <a:gd name="connsiteX154-309" fmla="*/ 971161 w 3079941"/>
                <a:gd name="connsiteY154-310" fmla="*/ 735005 h 1160647"/>
                <a:gd name="connsiteX155-311" fmla="*/ 973187 w 3079941"/>
                <a:gd name="connsiteY155-312" fmla="*/ 733654 h 1160647"/>
                <a:gd name="connsiteX156-313" fmla="*/ 987374 w 3079941"/>
                <a:gd name="connsiteY156-314" fmla="*/ 724196 h 1160647"/>
                <a:gd name="connsiteX157-315" fmla="*/ 993454 w 3079941"/>
                <a:gd name="connsiteY157-316" fmla="*/ 683122 h 1160647"/>
                <a:gd name="connsiteX158-317" fmla="*/ 994214 w 3079941"/>
                <a:gd name="connsiteY158-318" fmla="*/ 682852 h 1160647"/>
                <a:gd name="connsiteX159-319" fmla="*/ 999534 w 3079941"/>
                <a:gd name="connsiteY159-320" fmla="*/ 680960 h 1160647"/>
                <a:gd name="connsiteX160-321" fmla="*/ 1001561 w 3079941"/>
                <a:gd name="connsiteY160-322" fmla="*/ 611783 h 1160647"/>
                <a:gd name="connsiteX161-323" fmla="*/ 1003588 w 3079941"/>
                <a:gd name="connsiteY161-324" fmla="*/ 680960 h 1160647"/>
                <a:gd name="connsiteX162-325" fmla="*/ 1004348 w 3079941"/>
                <a:gd name="connsiteY162-326" fmla="*/ 681230 h 1160647"/>
                <a:gd name="connsiteX163-327" fmla="*/ 1009668 w 3079941"/>
                <a:gd name="connsiteY163-328" fmla="*/ 683122 h 1160647"/>
                <a:gd name="connsiteX164-329" fmla="*/ 1009668 w 3079941"/>
                <a:gd name="connsiteY164-330" fmla="*/ 596651 h 1160647"/>
                <a:gd name="connsiteX165-331" fmla="*/ 1013721 w 3079941"/>
                <a:gd name="connsiteY165-332" fmla="*/ 564224 h 1160647"/>
                <a:gd name="connsiteX166-333" fmla="*/ 1052228 w 3079941"/>
                <a:gd name="connsiteY166-334" fmla="*/ 564224 h 1160647"/>
                <a:gd name="connsiteX167-335" fmla="*/ 1052228 w 3079941"/>
                <a:gd name="connsiteY167-336" fmla="*/ 596651 h 1160647"/>
                <a:gd name="connsiteX168-337" fmla="*/ 1052988 w 3079941"/>
                <a:gd name="connsiteY168-338" fmla="*/ 596651 h 1160647"/>
                <a:gd name="connsiteX169-339" fmla="*/ 1058308 w 3079941"/>
                <a:gd name="connsiteY169-340" fmla="*/ 596651 h 1160647"/>
                <a:gd name="connsiteX170-341" fmla="*/ 1058308 w 3079941"/>
                <a:gd name="connsiteY170-342" fmla="*/ 514503 h 1160647"/>
                <a:gd name="connsiteX171-343" fmla="*/ 1060082 w 3079941"/>
                <a:gd name="connsiteY171-344" fmla="*/ 514503 h 1160647"/>
                <a:gd name="connsiteX172-345" fmla="*/ 1072495 w 3079941"/>
                <a:gd name="connsiteY172-346" fmla="*/ 514503 h 1160647"/>
                <a:gd name="connsiteX173-347" fmla="*/ 1072495 w 3079941"/>
                <a:gd name="connsiteY173-348" fmla="*/ 512612 h 1160647"/>
                <a:gd name="connsiteX174-349" fmla="*/ 1072495 w 3079941"/>
                <a:gd name="connsiteY174-350" fmla="*/ 499371 h 1160647"/>
                <a:gd name="connsiteX175-351" fmla="*/ 1094789 w 3079941"/>
                <a:gd name="connsiteY175-352" fmla="*/ 499371 h 1160647"/>
                <a:gd name="connsiteX176-353" fmla="*/ 1094789 w 3079941"/>
                <a:gd name="connsiteY176-354" fmla="*/ 498290 h 1160647"/>
                <a:gd name="connsiteX177-355" fmla="*/ 1094789 w 3079941"/>
                <a:gd name="connsiteY177-356" fmla="*/ 490724 h 1160647"/>
                <a:gd name="connsiteX178-357" fmla="*/ 1096562 w 3079941"/>
                <a:gd name="connsiteY178-358" fmla="*/ 490724 h 1160647"/>
                <a:gd name="connsiteX179-359" fmla="*/ 1108976 w 3079941"/>
                <a:gd name="connsiteY179-360" fmla="*/ 490724 h 1160647"/>
                <a:gd name="connsiteX180-361" fmla="*/ 1108976 w 3079941"/>
                <a:gd name="connsiteY180-362" fmla="*/ 491805 h 1160647"/>
                <a:gd name="connsiteX181-363" fmla="*/ 1108976 w 3079941"/>
                <a:gd name="connsiteY181-364" fmla="*/ 499371 h 1160647"/>
                <a:gd name="connsiteX182-365" fmla="*/ 1109736 w 3079941"/>
                <a:gd name="connsiteY182-366" fmla="*/ 499371 h 1160647"/>
                <a:gd name="connsiteX183-367" fmla="*/ 1115056 w 3079941"/>
                <a:gd name="connsiteY183-368" fmla="*/ 499371 h 1160647"/>
                <a:gd name="connsiteX184-369" fmla="*/ 1125189 w 3079941"/>
                <a:gd name="connsiteY184-370" fmla="*/ 495047 h 1160647"/>
                <a:gd name="connsiteX185-371" fmla="*/ 1129242 w 3079941"/>
                <a:gd name="connsiteY185-372" fmla="*/ 498290 h 1160647"/>
                <a:gd name="connsiteX186-373" fmla="*/ 1129242 w 3079941"/>
                <a:gd name="connsiteY186-374" fmla="*/ 490724 h 1160647"/>
                <a:gd name="connsiteX187-375" fmla="*/ 1131522 w 3079941"/>
                <a:gd name="connsiteY187-376" fmla="*/ 490724 h 1160647"/>
                <a:gd name="connsiteX188-377" fmla="*/ 1147483 w 3079941"/>
                <a:gd name="connsiteY188-378" fmla="*/ 490724 h 1160647"/>
                <a:gd name="connsiteX189-379" fmla="*/ 1147483 w 3079941"/>
                <a:gd name="connsiteY189-380" fmla="*/ 491805 h 1160647"/>
                <a:gd name="connsiteX190-381" fmla="*/ 1147483 w 3079941"/>
                <a:gd name="connsiteY190-382" fmla="*/ 499371 h 1160647"/>
                <a:gd name="connsiteX191-383" fmla="*/ 1177883 w 3079941"/>
                <a:gd name="connsiteY191-384" fmla="*/ 499371 h 1160647"/>
                <a:gd name="connsiteX192-385" fmla="*/ 1177883 w 3079941"/>
                <a:gd name="connsiteY192-386" fmla="*/ 500992 h 1160647"/>
                <a:gd name="connsiteX193-387" fmla="*/ 1177883 w 3079941"/>
                <a:gd name="connsiteY193-388" fmla="*/ 512342 h 1160647"/>
                <a:gd name="connsiteX194-389" fmla="*/ 1204230 w 3079941"/>
                <a:gd name="connsiteY194-390" fmla="*/ 512342 h 1160647"/>
                <a:gd name="connsiteX195-391" fmla="*/ 1204230 w 3079941"/>
                <a:gd name="connsiteY195-392" fmla="*/ 542606 h 1160647"/>
                <a:gd name="connsiteX196-393" fmla="*/ 1204990 w 3079941"/>
                <a:gd name="connsiteY196-394" fmla="*/ 542606 h 1160647"/>
                <a:gd name="connsiteX197-395" fmla="*/ 1210310 w 3079941"/>
                <a:gd name="connsiteY197-396" fmla="*/ 542606 h 1160647"/>
                <a:gd name="connsiteX198-397" fmla="*/ 1210310 w 3079941"/>
                <a:gd name="connsiteY198-398" fmla="*/ 543687 h 1160647"/>
                <a:gd name="connsiteX199-399" fmla="*/ 1210310 w 3079941"/>
                <a:gd name="connsiteY199-400" fmla="*/ 551254 h 1160647"/>
                <a:gd name="connsiteX200-401" fmla="*/ 1214364 w 3079941"/>
                <a:gd name="connsiteY200-402" fmla="*/ 581518 h 1160647"/>
                <a:gd name="connsiteX201-403" fmla="*/ 1215124 w 3079941"/>
                <a:gd name="connsiteY201-404" fmla="*/ 581518 h 1160647"/>
                <a:gd name="connsiteX202-405" fmla="*/ 1220444 w 3079941"/>
                <a:gd name="connsiteY202-406" fmla="*/ 581518 h 1160647"/>
                <a:gd name="connsiteX203-407" fmla="*/ 1220444 w 3079941"/>
                <a:gd name="connsiteY203-408" fmla="*/ 582329 h 1160647"/>
                <a:gd name="connsiteX204-409" fmla="*/ 1220444 w 3079941"/>
                <a:gd name="connsiteY204-410" fmla="*/ 588004 h 1160647"/>
                <a:gd name="connsiteX205-411" fmla="*/ 1221457 w 3079941"/>
                <a:gd name="connsiteY205-412" fmla="*/ 588004 h 1160647"/>
                <a:gd name="connsiteX206-413" fmla="*/ 1228550 w 3079941"/>
                <a:gd name="connsiteY206-414" fmla="*/ 588004 h 1160647"/>
                <a:gd name="connsiteX207-415" fmla="*/ 1228550 w 3079941"/>
                <a:gd name="connsiteY207-416" fmla="*/ 618269 h 1160647"/>
                <a:gd name="connsiteX208-417" fmla="*/ 1230577 w 3079941"/>
                <a:gd name="connsiteY208-418" fmla="*/ 618269 h 1160647"/>
                <a:gd name="connsiteX209-419" fmla="*/ 1244764 w 3079941"/>
                <a:gd name="connsiteY209-420" fmla="*/ 618269 h 1160647"/>
                <a:gd name="connsiteX210-421" fmla="*/ 1244764 w 3079941"/>
                <a:gd name="connsiteY210-422" fmla="*/ 642048 h 1160647"/>
                <a:gd name="connsiteX211-423" fmla="*/ 1246791 w 3079941"/>
                <a:gd name="connsiteY211-424" fmla="*/ 643669 h 1160647"/>
                <a:gd name="connsiteX212-425" fmla="*/ 1246791 w 3079941"/>
                <a:gd name="connsiteY212-426" fmla="*/ 655019 h 1160647"/>
                <a:gd name="connsiteX213-427" fmla="*/ 1247551 w 3079941"/>
                <a:gd name="connsiteY213-428" fmla="*/ 655019 h 1160647"/>
                <a:gd name="connsiteX214-429" fmla="*/ 1252871 w 3079941"/>
                <a:gd name="connsiteY214-430" fmla="*/ 655019 h 1160647"/>
                <a:gd name="connsiteX215-431" fmla="*/ 1252871 w 3079941"/>
                <a:gd name="connsiteY215-432" fmla="*/ 678798 h 1160647"/>
                <a:gd name="connsiteX216-433" fmla="*/ 1254137 w 3079941"/>
                <a:gd name="connsiteY216-434" fmla="*/ 678798 h 1160647"/>
                <a:gd name="connsiteX217-435" fmla="*/ 1263004 w 3079941"/>
                <a:gd name="connsiteY217-436" fmla="*/ 678798 h 1160647"/>
                <a:gd name="connsiteX218-437" fmla="*/ 1265031 w 3079941"/>
                <a:gd name="connsiteY218-438" fmla="*/ 682852 h 1160647"/>
                <a:gd name="connsiteX219-439" fmla="*/ 1265031 w 3079941"/>
                <a:gd name="connsiteY219-440" fmla="*/ 696093 h 1160647"/>
                <a:gd name="connsiteX220-441" fmla="*/ 1266551 w 3079941"/>
                <a:gd name="connsiteY220-442" fmla="*/ 694201 h 1160647"/>
                <a:gd name="connsiteX221-443" fmla="*/ 1277191 w 3079941"/>
                <a:gd name="connsiteY221-444" fmla="*/ 680960 h 1160647"/>
                <a:gd name="connsiteX222-445" fmla="*/ 1305565 w 3079941"/>
                <a:gd name="connsiteY222-446" fmla="*/ 680960 h 1160647"/>
                <a:gd name="connsiteX223-447" fmla="*/ 1305565 w 3079941"/>
                <a:gd name="connsiteY223-448" fmla="*/ 767431 h 1160647"/>
                <a:gd name="connsiteX224-449" fmla="*/ 1306325 w 3079941"/>
                <a:gd name="connsiteY224-450" fmla="*/ 767431 h 1160647"/>
                <a:gd name="connsiteX225-451" fmla="*/ 1311645 w 3079941"/>
                <a:gd name="connsiteY225-452" fmla="*/ 767431 h 1160647"/>
                <a:gd name="connsiteX226-453" fmla="*/ 1312405 w 3079941"/>
                <a:gd name="connsiteY226-454" fmla="*/ 766080 h 1160647"/>
                <a:gd name="connsiteX227-455" fmla="*/ 1317725 w 3079941"/>
                <a:gd name="connsiteY227-456" fmla="*/ 756622 h 1160647"/>
                <a:gd name="connsiteX228-457" fmla="*/ 1317725 w 3079941"/>
                <a:gd name="connsiteY228-458" fmla="*/ 758514 h 1160647"/>
                <a:gd name="connsiteX229-459" fmla="*/ 1317725 w 3079941"/>
                <a:gd name="connsiteY229-460" fmla="*/ 771755 h 1160647"/>
                <a:gd name="connsiteX230-461" fmla="*/ 1321778 w 3079941"/>
                <a:gd name="connsiteY230-462" fmla="*/ 726358 h 1160647"/>
                <a:gd name="connsiteX231-463" fmla="*/ 1322538 w 3079941"/>
                <a:gd name="connsiteY231-464" fmla="*/ 726358 h 1160647"/>
                <a:gd name="connsiteX232-465" fmla="*/ 1327858 w 3079941"/>
                <a:gd name="connsiteY232-466" fmla="*/ 726358 h 1160647"/>
                <a:gd name="connsiteX233-467" fmla="*/ 1327858 w 3079941"/>
                <a:gd name="connsiteY233-468" fmla="*/ 661504 h 1160647"/>
                <a:gd name="connsiteX234-469" fmla="*/ 1328872 w 3079941"/>
                <a:gd name="connsiteY234-470" fmla="*/ 661504 h 1160647"/>
                <a:gd name="connsiteX235-471" fmla="*/ 1335965 w 3079941"/>
                <a:gd name="connsiteY235-472" fmla="*/ 661504 h 1160647"/>
                <a:gd name="connsiteX236-473" fmla="*/ 1348125 w 3079941"/>
                <a:gd name="connsiteY236-474" fmla="*/ 618269 h 1160647"/>
                <a:gd name="connsiteX237-475" fmla="*/ 1349392 w 3079941"/>
                <a:gd name="connsiteY237-476" fmla="*/ 618269 h 1160647"/>
                <a:gd name="connsiteX238-477" fmla="*/ 1358259 w 3079941"/>
                <a:gd name="connsiteY238-478" fmla="*/ 618269 h 1160647"/>
                <a:gd name="connsiteX239-479" fmla="*/ 1368392 w 3079941"/>
                <a:gd name="connsiteY239-480" fmla="*/ 661504 h 1160647"/>
                <a:gd name="connsiteX240-481" fmla="*/ 1369405 w 3079941"/>
                <a:gd name="connsiteY240-482" fmla="*/ 661504 h 1160647"/>
                <a:gd name="connsiteX241-483" fmla="*/ 1376499 w 3079941"/>
                <a:gd name="connsiteY241-484" fmla="*/ 661504 h 1160647"/>
                <a:gd name="connsiteX242-485" fmla="*/ 1376499 w 3079941"/>
                <a:gd name="connsiteY242-486" fmla="*/ 700416 h 1160647"/>
                <a:gd name="connsiteX243-487" fmla="*/ 1378272 w 3079941"/>
                <a:gd name="connsiteY243-488" fmla="*/ 700416 h 1160647"/>
                <a:gd name="connsiteX244-489" fmla="*/ 1390686 w 3079941"/>
                <a:gd name="connsiteY244-490" fmla="*/ 700416 h 1160647"/>
                <a:gd name="connsiteX245-491" fmla="*/ 1390686 w 3079941"/>
                <a:gd name="connsiteY245-492" fmla="*/ 702578 h 1160647"/>
                <a:gd name="connsiteX246-493" fmla="*/ 1390686 w 3079941"/>
                <a:gd name="connsiteY246-494" fmla="*/ 717710 h 1160647"/>
                <a:gd name="connsiteX247-495" fmla="*/ 1394739 w 3079941"/>
                <a:gd name="connsiteY247-496" fmla="*/ 715549 h 1160647"/>
                <a:gd name="connsiteX248-497" fmla="*/ 1394739 w 3079941"/>
                <a:gd name="connsiteY248-498" fmla="*/ 700416 h 1160647"/>
                <a:gd name="connsiteX249-499" fmla="*/ 1396259 w 3079941"/>
                <a:gd name="connsiteY249-500" fmla="*/ 700416 h 1160647"/>
                <a:gd name="connsiteX250-501" fmla="*/ 1406899 w 3079941"/>
                <a:gd name="connsiteY250-502" fmla="*/ 700416 h 1160647"/>
                <a:gd name="connsiteX251-503" fmla="*/ 1406899 w 3079941"/>
                <a:gd name="connsiteY251-504" fmla="*/ 702037 h 1160647"/>
                <a:gd name="connsiteX252-505" fmla="*/ 1406899 w 3079941"/>
                <a:gd name="connsiteY252-506" fmla="*/ 713387 h 1160647"/>
                <a:gd name="connsiteX253-507" fmla="*/ 1437300 w 3079941"/>
                <a:gd name="connsiteY253-508" fmla="*/ 713387 h 1160647"/>
                <a:gd name="connsiteX254-509" fmla="*/ 1437300 w 3079941"/>
                <a:gd name="connsiteY254-510" fmla="*/ 676637 h 1160647"/>
                <a:gd name="connsiteX255-511" fmla="*/ 1438566 w 3079941"/>
                <a:gd name="connsiteY255-512" fmla="*/ 676637 h 1160647"/>
                <a:gd name="connsiteX256-513" fmla="*/ 1447433 w 3079941"/>
                <a:gd name="connsiteY256-514" fmla="*/ 676637 h 1160647"/>
                <a:gd name="connsiteX257-515" fmla="*/ 1447433 w 3079941"/>
                <a:gd name="connsiteY257-516" fmla="*/ 698254 h 1160647"/>
                <a:gd name="connsiteX258-517" fmla="*/ 1449460 w 3079941"/>
                <a:gd name="connsiteY258-518" fmla="*/ 665828 h 1160647"/>
                <a:gd name="connsiteX259-519" fmla="*/ 1471753 w 3079941"/>
                <a:gd name="connsiteY259-520" fmla="*/ 665828 h 1160647"/>
                <a:gd name="connsiteX260-521" fmla="*/ 1471753 w 3079941"/>
                <a:gd name="connsiteY260-522" fmla="*/ 664206 h 1160647"/>
                <a:gd name="connsiteX261-523" fmla="*/ 1471753 w 3079941"/>
                <a:gd name="connsiteY261-524" fmla="*/ 652857 h 1160647"/>
                <a:gd name="connsiteX262-525" fmla="*/ 1472513 w 3079941"/>
                <a:gd name="connsiteY262-526" fmla="*/ 652857 h 1160647"/>
                <a:gd name="connsiteX263-527" fmla="*/ 1477833 w 3079941"/>
                <a:gd name="connsiteY263-528" fmla="*/ 652857 h 1160647"/>
                <a:gd name="connsiteX264-529" fmla="*/ 1477833 w 3079941"/>
                <a:gd name="connsiteY264-530" fmla="*/ 650966 h 1160647"/>
                <a:gd name="connsiteX265-531" fmla="*/ 1477833 w 3079941"/>
                <a:gd name="connsiteY265-532" fmla="*/ 637725 h 1160647"/>
                <a:gd name="connsiteX266-533" fmla="*/ 1481887 w 3079941"/>
                <a:gd name="connsiteY266-534" fmla="*/ 644210 h 1160647"/>
                <a:gd name="connsiteX267-535" fmla="*/ 1484167 w 3079941"/>
                <a:gd name="connsiteY267-536" fmla="*/ 644210 h 1160647"/>
                <a:gd name="connsiteX268-537" fmla="*/ 1500127 w 3079941"/>
                <a:gd name="connsiteY268-538" fmla="*/ 644210 h 1160647"/>
                <a:gd name="connsiteX269-539" fmla="*/ 1500127 w 3079941"/>
                <a:gd name="connsiteY269-540" fmla="*/ 643399 h 1160647"/>
                <a:gd name="connsiteX270-541" fmla="*/ 1500127 w 3079941"/>
                <a:gd name="connsiteY270-542" fmla="*/ 637725 h 1160647"/>
                <a:gd name="connsiteX271-543" fmla="*/ 1500887 w 3079941"/>
                <a:gd name="connsiteY271-544" fmla="*/ 637725 h 1160647"/>
                <a:gd name="connsiteX272-545" fmla="*/ 1506207 w 3079941"/>
                <a:gd name="connsiteY272-546" fmla="*/ 637725 h 1160647"/>
                <a:gd name="connsiteX273-547" fmla="*/ 1506207 w 3079941"/>
                <a:gd name="connsiteY273-548" fmla="*/ 639076 h 1160647"/>
                <a:gd name="connsiteX274-549" fmla="*/ 1506207 w 3079941"/>
                <a:gd name="connsiteY274-550" fmla="*/ 648534 h 1160647"/>
                <a:gd name="connsiteX275-551" fmla="*/ 1544714 w 3079941"/>
                <a:gd name="connsiteY275-552" fmla="*/ 648534 h 1160647"/>
                <a:gd name="connsiteX276-553" fmla="*/ 1544714 w 3079941"/>
                <a:gd name="connsiteY276-554" fmla="*/ 786887 h 1160647"/>
                <a:gd name="connsiteX277-555" fmla="*/ 1546234 w 3079941"/>
                <a:gd name="connsiteY277-556" fmla="*/ 786887 h 1160647"/>
                <a:gd name="connsiteX278-557" fmla="*/ 1556874 w 3079941"/>
                <a:gd name="connsiteY278-558" fmla="*/ 786887 h 1160647"/>
                <a:gd name="connsiteX279-559" fmla="*/ 1556874 w 3079941"/>
                <a:gd name="connsiteY279-560" fmla="*/ 773917 h 1160647"/>
                <a:gd name="connsiteX280-561" fmla="*/ 1560928 w 3079941"/>
                <a:gd name="connsiteY280-562" fmla="*/ 773917 h 1160647"/>
                <a:gd name="connsiteX281-563" fmla="*/ 1560928 w 3079941"/>
                <a:gd name="connsiteY281-564" fmla="*/ 786887 h 1160647"/>
                <a:gd name="connsiteX282-565" fmla="*/ 1591328 w 3079941"/>
                <a:gd name="connsiteY282-566" fmla="*/ 786887 h 1160647"/>
                <a:gd name="connsiteX283-567" fmla="*/ 1591328 w 3079941"/>
                <a:gd name="connsiteY283-568" fmla="*/ 756622 h 1160647"/>
                <a:gd name="connsiteX284-569" fmla="*/ 1603488 w 3079941"/>
                <a:gd name="connsiteY284-570" fmla="*/ 756622 h 1160647"/>
                <a:gd name="connsiteX285-571" fmla="*/ 1615648 w 3079941"/>
                <a:gd name="connsiteY285-572" fmla="*/ 754461 h 1160647"/>
                <a:gd name="connsiteX286-573" fmla="*/ 1619702 w 3079941"/>
                <a:gd name="connsiteY286-574" fmla="*/ 756622 h 1160647"/>
                <a:gd name="connsiteX287-575" fmla="*/ 1629835 w 3079941"/>
                <a:gd name="connsiteY287-576" fmla="*/ 756622 h 1160647"/>
                <a:gd name="connsiteX288-577" fmla="*/ 1629835 w 3079941"/>
                <a:gd name="connsiteY288-578" fmla="*/ 786887 h 1160647"/>
                <a:gd name="connsiteX289-579" fmla="*/ 1637942 w 3079941"/>
                <a:gd name="connsiteY289-580" fmla="*/ 786887 h 1160647"/>
                <a:gd name="connsiteX290-581" fmla="*/ 1637942 w 3079941"/>
                <a:gd name="connsiteY290-582" fmla="*/ 804182 h 1160647"/>
                <a:gd name="connsiteX291-583" fmla="*/ 1647278 w 3079941"/>
                <a:gd name="connsiteY291-584" fmla="*/ 805087 h 1160647"/>
                <a:gd name="connsiteX292-585" fmla="*/ 1660236 w 3079941"/>
                <a:gd name="connsiteY292-586" fmla="*/ 805087 h 1160647"/>
                <a:gd name="connsiteX293-587" fmla="*/ 1660236 w 3079941"/>
                <a:gd name="connsiteY293-588" fmla="*/ 789049 h 1160647"/>
                <a:gd name="connsiteX294-589" fmla="*/ 1728192 w 3079941"/>
                <a:gd name="connsiteY294-590" fmla="*/ 789049 h 1160647"/>
                <a:gd name="connsiteX295-591" fmla="*/ 1728192 w 3079941"/>
                <a:gd name="connsiteY295-592" fmla="*/ 703796 h 1160647"/>
                <a:gd name="connsiteX296-593" fmla="*/ 1800200 w 3079941"/>
                <a:gd name="connsiteY296-594" fmla="*/ 703796 h 1160647"/>
                <a:gd name="connsiteX297-595" fmla="*/ 1800200 w 3079941"/>
                <a:gd name="connsiteY297-596" fmla="*/ 782564 h 1160647"/>
                <a:gd name="connsiteX298-597" fmla="*/ 1802104 w 3079941"/>
                <a:gd name="connsiteY298-598" fmla="*/ 782564 h 1160647"/>
                <a:gd name="connsiteX299-599" fmla="*/ 1803346 w 3079941"/>
                <a:gd name="connsiteY299-600" fmla="*/ 805087 h 1160647"/>
                <a:gd name="connsiteX300-601" fmla="*/ 1813022 w 3079941"/>
                <a:gd name="connsiteY300-602" fmla="*/ 805087 h 1160647"/>
                <a:gd name="connsiteX301-603" fmla="*/ 1814264 w 3079941"/>
                <a:gd name="connsiteY301-604" fmla="*/ 782564 h 1160647"/>
                <a:gd name="connsiteX302-605" fmla="*/ 1820344 w 3079941"/>
                <a:gd name="connsiteY302-606" fmla="*/ 782564 h 1160647"/>
                <a:gd name="connsiteX303-607" fmla="*/ 1821586 w 3079941"/>
                <a:gd name="connsiteY303-608" fmla="*/ 805087 h 1160647"/>
                <a:gd name="connsiteX304-609" fmla="*/ 1872208 w 3079941"/>
                <a:gd name="connsiteY304-610" fmla="*/ 805087 h 1160647"/>
                <a:gd name="connsiteX305-611" fmla="*/ 1872208 w 3079941"/>
                <a:gd name="connsiteY305-612" fmla="*/ 642059 h 1160647"/>
                <a:gd name="connsiteX306-613" fmla="*/ 2069535 w 3079941"/>
                <a:gd name="connsiteY306-614" fmla="*/ 642059 h 1160647"/>
                <a:gd name="connsiteX307-615" fmla="*/ 2069535 w 3079941"/>
                <a:gd name="connsiteY307-616" fmla="*/ 805087 h 1160647"/>
                <a:gd name="connsiteX308-617" fmla="*/ 2088232 w 3079941"/>
                <a:gd name="connsiteY308-618" fmla="*/ 805087 h 1160647"/>
                <a:gd name="connsiteX309-619" fmla="*/ 2088232 w 3079941"/>
                <a:gd name="connsiteY309-620" fmla="*/ 722394 h 1160647"/>
                <a:gd name="connsiteX310-621" fmla="*/ 2183352 w 3079941"/>
                <a:gd name="connsiteY310-622" fmla="*/ 722394 h 1160647"/>
                <a:gd name="connsiteX311-623" fmla="*/ 2195282 w 3079941"/>
                <a:gd name="connsiteY311-624" fmla="*/ 404253 h 1160647"/>
                <a:gd name="connsiteX312-625" fmla="*/ 2183122 w 3079941"/>
                <a:gd name="connsiteY312-626" fmla="*/ 382635 h 1160647"/>
                <a:gd name="connsiteX313-627" fmla="*/ 2177042 w 3079941"/>
                <a:gd name="connsiteY313-628" fmla="*/ 378311 h 1160647"/>
                <a:gd name="connsiteX314-629" fmla="*/ 2185149 w 3079941"/>
                <a:gd name="connsiteY314-630" fmla="*/ 354532 h 1160647"/>
                <a:gd name="connsiteX315-631" fmla="*/ 2185149 w 3079941"/>
                <a:gd name="connsiteY315-632" fmla="*/ 337238 h 1160647"/>
                <a:gd name="connsiteX316-633" fmla="*/ 2199336 w 3079941"/>
                <a:gd name="connsiteY316-634" fmla="*/ 337238 h 1160647"/>
                <a:gd name="connsiteX317-635" fmla="*/ 2199336 w 3079941"/>
                <a:gd name="connsiteY317-636" fmla="*/ 315620 h 1160647"/>
                <a:gd name="connsiteX318-637" fmla="*/ 2201362 w 3079941"/>
                <a:gd name="connsiteY318-638" fmla="*/ 311296 h 1160647"/>
                <a:gd name="connsiteX319-639" fmla="*/ 2201362 w 3079941"/>
                <a:gd name="connsiteY319-640" fmla="*/ 233472 h 1160647"/>
                <a:gd name="connsiteX320-641" fmla="*/ 2199336 w 3079941"/>
                <a:gd name="connsiteY320-642" fmla="*/ 226987 h 1160647"/>
                <a:gd name="connsiteX321-643" fmla="*/ 2205416 w 3079941"/>
                <a:gd name="connsiteY321-644" fmla="*/ 220501 h 1160647"/>
                <a:gd name="connsiteX322-645" fmla="*/ 2205416 w 3079941"/>
                <a:gd name="connsiteY322-646" fmla="*/ 162133 h 1160647"/>
                <a:gd name="connsiteX323-647" fmla="*/ 2207442 w 3079941"/>
                <a:gd name="connsiteY323-648" fmla="*/ 157810 h 1160647"/>
                <a:gd name="connsiteX324-649" fmla="*/ 2207442 w 3079941"/>
                <a:gd name="connsiteY324-650" fmla="*/ 101604 h 1160647"/>
                <a:gd name="connsiteX325-651" fmla="*/ 2209469 w 3079941"/>
                <a:gd name="connsiteY325-652" fmla="*/ 82148 h 1160647"/>
                <a:gd name="connsiteX326-653" fmla="*/ 2213523 w 3079941"/>
                <a:gd name="connsiteY326-654" fmla="*/ 99442 h 1160647"/>
                <a:gd name="connsiteX327-655" fmla="*/ 2215549 w 3079941"/>
                <a:gd name="connsiteY327-656" fmla="*/ 157810 h 1160647"/>
                <a:gd name="connsiteX328-657" fmla="*/ 2217576 w 3079941"/>
                <a:gd name="connsiteY328-658" fmla="*/ 220501 h 1160647"/>
                <a:gd name="connsiteX329-659" fmla="*/ 2223656 w 3079941"/>
                <a:gd name="connsiteY329-660" fmla="*/ 226987 h 1160647"/>
                <a:gd name="connsiteX330-661" fmla="*/ 2221629 w 3079941"/>
                <a:gd name="connsiteY330-662" fmla="*/ 233472 h 1160647"/>
                <a:gd name="connsiteX331-663" fmla="*/ 2221629 w 3079941"/>
                <a:gd name="connsiteY331-664" fmla="*/ 311296 h 1160647"/>
                <a:gd name="connsiteX332-665" fmla="*/ 2223656 w 3079941"/>
                <a:gd name="connsiteY332-666" fmla="*/ 315620 h 1160647"/>
                <a:gd name="connsiteX333-667" fmla="*/ 2223656 w 3079941"/>
                <a:gd name="connsiteY333-668" fmla="*/ 337238 h 1160647"/>
                <a:gd name="connsiteX334-669" fmla="*/ 2237843 w 3079941"/>
                <a:gd name="connsiteY334-670" fmla="*/ 337238 h 1160647"/>
                <a:gd name="connsiteX335-671" fmla="*/ 2237843 w 3079941"/>
                <a:gd name="connsiteY335-672" fmla="*/ 354532 h 1160647"/>
                <a:gd name="connsiteX336-673" fmla="*/ 2245950 w 3079941"/>
                <a:gd name="connsiteY336-674" fmla="*/ 378311 h 1160647"/>
                <a:gd name="connsiteX337-675" fmla="*/ 2239870 w 3079941"/>
                <a:gd name="connsiteY337-676" fmla="*/ 382635 h 1160647"/>
                <a:gd name="connsiteX338-677" fmla="*/ 2227709 w 3079941"/>
                <a:gd name="connsiteY338-678" fmla="*/ 404253 h 1160647"/>
                <a:gd name="connsiteX339-679" fmla="*/ 2235816 w 3079941"/>
                <a:gd name="connsiteY339-680" fmla="*/ 657181 h 1160647"/>
                <a:gd name="connsiteX340-681" fmla="*/ 2300670 w 3079941"/>
                <a:gd name="connsiteY340-682" fmla="*/ 657181 h 1160647"/>
                <a:gd name="connsiteX341-683" fmla="*/ 2300670 w 3079941"/>
                <a:gd name="connsiteY341-684" fmla="*/ 732843 h 1160647"/>
                <a:gd name="connsiteX342-685" fmla="*/ 2308777 w 3079941"/>
                <a:gd name="connsiteY342-686" fmla="*/ 732843 h 1160647"/>
                <a:gd name="connsiteX343-687" fmla="*/ 2310804 w 3079941"/>
                <a:gd name="connsiteY343-688" fmla="*/ 726358 h 1160647"/>
                <a:gd name="connsiteX344-689" fmla="*/ 2316884 w 3079941"/>
                <a:gd name="connsiteY344-690" fmla="*/ 726358 h 1160647"/>
                <a:gd name="connsiteX345-691" fmla="*/ 2318911 w 3079941"/>
                <a:gd name="connsiteY345-692" fmla="*/ 735005 h 1160647"/>
                <a:gd name="connsiteX346-693" fmla="*/ 2331071 w 3079941"/>
                <a:gd name="connsiteY346-694" fmla="*/ 735005 h 1160647"/>
                <a:gd name="connsiteX347-695" fmla="*/ 2331071 w 3079941"/>
                <a:gd name="connsiteY347-696" fmla="*/ 728519 h 1160647"/>
                <a:gd name="connsiteX348-697" fmla="*/ 2353364 w 3079941"/>
                <a:gd name="connsiteY348-698" fmla="*/ 728519 h 1160647"/>
                <a:gd name="connsiteX349-699" fmla="*/ 2353364 w 3079941"/>
                <a:gd name="connsiteY349-700" fmla="*/ 735005 h 1160647"/>
                <a:gd name="connsiteX350-701" fmla="*/ 2373631 w 3079941"/>
                <a:gd name="connsiteY350-702" fmla="*/ 735005 h 1160647"/>
                <a:gd name="connsiteX351-703" fmla="*/ 2373631 w 3079941"/>
                <a:gd name="connsiteY351-704" fmla="*/ 780402 h 1160647"/>
                <a:gd name="connsiteX352-705" fmla="*/ 2387818 w 3079941"/>
                <a:gd name="connsiteY352-706" fmla="*/ 780402 h 1160647"/>
                <a:gd name="connsiteX353-707" fmla="*/ 2387818 w 3079941"/>
                <a:gd name="connsiteY353-708" fmla="*/ 767431 h 1160647"/>
                <a:gd name="connsiteX354-709" fmla="*/ 2404032 w 3079941"/>
                <a:gd name="connsiteY354-710" fmla="*/ 767431 h 1160647"/>
                <a:gd name="connsiteX355-711" fmla="*/ 2404032 w 3079941"/>
                <a:gd name="connsiteY355-712" fmla="*/ 588004 h 1160647"/>
                <a:gd name="connsiteX356-713" fmla="*/ 2410112 w 3079941"/>
                <a:gd name="connsiteY356-714" fmla="*/ 581518 h 1160647"/>
                <a:gd name="connsiteX357-715" fmla="*/ 2483073 w 3079941"/>
                <a:gd name="connsiteY357-716" fmla="*/ 581518 h 1160647"/>
                <a:gd name="connsiteX358-717" fmla="*/ 2483073 w 3079941"/>
                <a:gd name="connsiteY358-718" fmla="*/ 590166 h 1160647"/>
                <a:gd name="connsiteX359-719" fmla="*/ 2493206 w 3079941"/>
                <a:gd name="connsiteY359-720" fmla="*/ 590166 h 1160647"/>
                <a:gd name="connsiteX360-721" fmla="*/ 2493206 w 3079941"/>
                <a:gd name="connsiteY360-722" fmla="*/ 704740 h 1160647"/>
                <a:gd name="connsiteX361-723" fmla="*/ 2515500 w 3079941"/>
                <a:gd name="connsiteY361-724" fmla="*/ 704740 h 1160647"/>
                <a:gd name="connsiteX362-725" fmla="*/ 2515500 w 3079941"/>
                <a:gd name="connsiteY362-726" fmla="*/ 637725 h 1160647"/>
                <a:gd name="connsiteX363-727" fmla="*/ 2541847 w 3079941"/>
                <a:gd name="connsiteY363-728" fmla="*/ 637725 h 1160647"/>
                <a:gd name="connsiteX364-729" fmla="*/ 2545900 w 3079941"/>
                <a:gd name="connsiteY364-730" fmla="*/ 633401 h 1160647"/>
                <a:gd name="connsiteX365-731" fmla="*/ 2554007 w 3079941"/>
                <a:gd name="connsiteY365-732" fmla="*/ 633401 h 1160647"/>
                <a:gd name="connsiteX366-733" fmla="*/ 2558060 w 3079941"/>
                <a:gd name="connsiteY366-734" fmla="*/ 637725 h 1160647"/>
                <a:gd name="connsiteX367-735" fmla="*/ 2580354 w 3079941"/>
                <a:gd name="connsiteY367-736" fmla="*/ 637725 h 1160647"/>
                <a:gd name="connsiteX368-737" fmla="*/ 2580354 w 3079941"/>
                <a:gd name="connsiteY368-738" fmla="*/ 520989 h 1160647"/>
                <a:gd name="connsiteX369-739" fmla="*/ 2637101 w 3079941"/>
                <a:gd name="connsiteY369-740" fmla="*/ 510180 h 1160647"/>
                <a:gd name="connsiteX370-741" fmla="*/ 2637101 w 3079941"/>
                <a:gd name="connsiteY370-742" fmla="*/ 511261 h 1160647"/>
                <a:gd name="connsiteX371-743" fmla="*/ 2637101 w 3079941"/>
                <a:gd name="connsiteY371-744" fmla="*/ 518827 h 1160647"/>
                <a:gd name="connsiteX372-745" fmla="*/ 2663448 w 3079941"/>
                <a:gd name="connsiteY372-746" fmla="*/ 518827 h 1160647"/>
                <a:gd name="connsiteX373-747" fmla="*/ 2663448 w 3079941"/>
                <a:gd name="connsiteY373-748" fmla="*/ 773917 h 1160647"/>
                <a:gd name="connsiteX374-749" fmla="*/ 2685742 w 3079941"/>
                <a:gd name="connsiteY374-750" fmla="*/ 773917 h 1160647"/>
                <a:gd name="connsiteX375-751" fmla="*/ 2685742 w 3079941"/>
                <a:gd name="connsiteY375-752" fmla="*/ 769593 h 1160647"/>
                <a:gd name="connsiteX376-753" fmla="*/ 2697902 w 3079941"/>
                <a:gd name="connsiteY376-754" fmla="*/ 769593 h 1160647"/>
                <a:gd name="connsiteX377-755" fmla="*/ 2697902 w 3079941"/>
                <a:gd name="connsiteY377-756" fmla="*/ 773917 h 1160647"/>
                <a:gd name="connsiteX378-757" fmla="*/ 2722222 w 3079941"/>
                <a:gd name="connsiteY378-758" fmla="*/ 773917 h 1160647"/>
                <a:gd name="connsiteX379-759" fmla="*/ 2722222 w 3079941"/>
                <a:gd name="connsiteY379-760" fmla="*/ 760946 h 1160647"/>
                <a:gd name="connsiteX380-761" fmla="*/ 2750596 w 3079941"/>
                <a:gd name="connsiteY380-762" fmla="*/ 760946 h 1160647"/>
                <a:gd name="connsiteX381-763" fmla="*/ 2762756 w 3079941"/>
                <a:gd name="connsiteY381-764" fmla="*/ 756622 h 1160647"/>
                <a:gd name="connsiteX382-765" fmla="*/ 2783023 w 3079941"/>
                <a:gd name="connsiteY382-766" fmla="*/ 760946 h 1160647"/>
                <a:gd name="connsiteX383-767" fmla="*/ 2783023 w 3079941"/>
                <a:gd name="connsiteY383-768" fmla="*/ 743652 h 1160647"/>
                <a:gd name="connsiteX384-769" fmla="*/ 2791130 w 3079941"/>
                <a:gd name="connsiteY384-770" fmla="*/ 743652 h 1160647"/>
                <a:gd name="connsiteX385-771" fmla="*/ 2791130 w 3079941"/>
                <a:gd name="connsiteY385-772" fmla="*/ 730681 h 1160647"/>
                <a:gd name="connsiteX386-773" fmla="*/ 2847877 w 3079941"/>
                <a:gd name="connsiteY386-774" fmla="*/ 730681 h 1160647"/>
                <a:gd name="connsiteX387-775" fmla="*/ 2847877 w 3079941"/>
                <a:gd name="connsiteY387-776" fmla="*/ 700416 h 1160647"/>
                <a:gd name="connsiteX388-777" fmla="*/ 2866117 w 3079941"/>
                <a:gd name="connsiteY388-778" fmla="*/ 700416 h 1160647"/>
                <a:gd name="connsiteX389-779" fmla="*/ 2866117 w 3079941"/>
                <a:gd name="connsiteY389-780" fmla="*/ 693931 h 1160647"/>
                <a:gd name="connsiteX390-781" fmla="*/ 2878277 w 3079941"/>
                <a:gd name="connsiteY390-782" fmla="*/ 693931 h 1160647"/>
                <a:gd name="connsiteX391-783" fmla="*/ 2878277 w 3079941"/>
                <a:gd name="connsiteY391-784" fmla="*/ 700416 h 1160647"/>
                <a:gd name="connsiteX392-785" fmla="*/ 2894491 w 3079941"/>
                <a:gd name="connsiteY392-786" fmla="*/ 700416 h 1160647"/>
                <a:gd name="connsiteX393-787" fmla="*/ 2894491 w 3079941"/>
                <a:gd name="connsiteY393-788" fmla="*/ 750137 h 1160647"/>
                <a:gd name="connsiteX394-789" fmla="*/ 2926918 w 3079941"/>
                <a:gd name="connsiteY394-790" fmla="*/ 750137 h 1160647"/>
                <a:gd name="connsiteX395-791" fmla="*/ 2926918 w 3079941"/>
                <a:gd name="connsiteY395-792" fmla="*/ 724196 h 1160647"/>
                <a:gd name="connsiteX396-793" fmla="*/ 2965425 w 3079941"/>
                <a:gd name="connsiteY396-794" fmla="*/ 724196 h 1160647"/>
                <a:gd name="connsiteX397-795" fmla="*/ 2965425 w 3079941"/>
                <a:gd name="connsiteY397-796" fmla="*/ 693931 h 1160647"/>
                <a:gd name="connsiteX398-797" fmla="*/ 3014066 w 3079941"/>
                <a:gd name="connsiteY398-798" fmla="*/ 693931 h 1160647"/>
                <a:gd name="connsiteX399-799" fmla="*/ 3014066 w 3079941"/>
                <a:gd name="connsiteY399-800" fmla="*/ 805087 h 1160647"/>
                <a:gd name="connsiteX400-801" fmla="*/ 3014066 w 3079941"/>
                <a:gd name="connsiteY400-802" fmla="*/ 818866 h 1160647"/>
                <a:gd name="connsiteX401-803" fmla="*/ 3079941 w 3079941"/>
                <a:gd name="connsiteY401-804" fmla="*/ 818866 h 1160647"/>
                <a:gd name="connsiteX402-805" fmla="*/ 3079941 w 3079941"/>
                <a:gd name="connsiteY402-806" fmla="*/ 924638 h 1160647"/>
                <a:gd name="connsiteX403-807" fmla="*/ 3079941 w 3079941"/>
                <a:gd name="connsiteY403-808" fmla="*/ 1030409 h 1160647"/>
                <a:gd name="connsiteX404-809" fmla="*/ 3079941 w 3079941"/>
                <a:gd name="connsiteY404-810" fmla="*/ 1160647 h 1160647"/>
                <a:gd name="connsiteX405-811" fmla="*/ 200958 w 3079941"/>
                <a:gd name="connsiteY405-812" fmla="*/ 1160647 h 1160647"/>
                <a:gd name="connsiteX406-813" fmla="*/ 200958 w 3079941"/>
                <a:gd name="connsiteY406-814" fmla="*/ 1126882 h 1160647"/>
                <a:gd name="connsiteX407-815" fmla="*/ 0 w 3079941"/>
                <a:gd name="connsiteY407-816" fmla="*/ 1126882 h 1160647"/>
                <a:gd name="connsiteX408-817" fmla="*/ 0 w 3079941"/>
                <a:gd name="connsiteY408-818" fmla="*/ 915339 h 1160647"/>
                <a:gd name="connsiteX409-819" fmla="*/ 103377 w 3079941"/>
                <a:gd name="connsiteY409-820" fmla="*/ 915339 h 1160647"/>
                <a:gd name="connsiteX410-821" fmla="*/ 103377 w 3079941"/>
                <a:gd name="connsiteY410-822" fmla="*/ 886329 h 1160647"/>
                <a:gd name="connsiteX411-823" fmla="*/ 55096 w 3079941"/>
                <a:gd name="connsiteY411-824" fmla="*/ 886329 h 1160647"/>
                <a:gd name="connsiteX412-825" fmla="*/ 55096 w 3079941"/>
                <a:gd name="connsiteY412-826" fmla="*/ 724196 h 1160647"/>
                <a:gd name="connsiteX413-827" fmla="*/ 75363 w 3079941"/>
                <a:gd name="connsiteY413-828" fmla="*/ 724196 h 1160647"/>
                <a:gd name="connsiteX414-829" fmla="*/ 75870 w 3079941"/>
                <a:gd name="connsiteY414-830" fmla="*/ 723115 h 1160647"/>
                <a:gd name="connsiteX415-831" fmla="*/ 79416 w 3079941"/>
                <a:gd name="connsiteY415-832" fmla="*/ 715549 h 1160647"/>
                <a:gd name="connsiteX416-833" fmla="*/ 81190 w 3079941"/>
                <a:gd name="connsiteY416-834" fmla="*/ 715819 h 1160647"/>
                <a:gd name="connsiteX417-835" fmla="*/ 93603 w 3079941"/>
                <a:gd name="connsiteY417-836" fmla="*/ 717710 h 1160647"/>
                <a:gd name="connsiteX418-837" fmla="*/ 94110 w 3079941"/>
                <a:gd name="connsiteY418-838" fmla="*/ 719062 h 1160647"/>
                <a:gd name="connsiteX419-839" fmla="*/ 97656 w 3079941"/>
                <a:gd name="connsiteY419-840" fmla="*/ 728519 h 1160647"/>
                <a:gd name="connsiteX420-841" fmla="*/ 124003 w 3079941"/>
                <a:gd name="connsiteY420-842" fmla="*/ 730681 h 1160647"/>
                <a:gd name="connsiteX421-843" fmla="*/ 124003 w 3079941"/>
                <a:gd name="connsiteY421-844" fmla="*/ 607460 h 1160647"/>
                <a:gd name="connsiteX422-845" fmla="*/ 126030 w 3079941"/>
                <a:gd name="connsiteY422-846" fmla="*/ 607460 h 1160647"/>
                <a:gd name="connsiteX423-847" fmla="*/ 140217 w 3079941"/>
                <a:gd name="connsiteY423-848" fmla="*/ 607460 h 1160647"/>
                <a:gd name="connsiteX424-849" fmla="*/ 140217 w 3079941"/>
                <a:gd name="connsiteY424-850" fmla="*/ 471268 h 1160647"/>
                <a:gd name="connsiteX425-851" fmla="*/ 141990 w 3079941"/>
                <a:gd name="connsiteY425-852" fmla="*/ 471268 h 1160647"/>
                <a:gd name="connsiteX426-853" fmla="*/ 154404 w 3079941"/>
                <a:gd name="connsiteY426-854" fmla="*/ 471268 h 1160647"/>
                <a:gd name="connsiteX427-855" fmla="*/ 154404 w 3079941"/>
                <a:gd name="connsiteY427-856" fmla="*/ 356694 h 1160647"/>
                <a:gd name="connsiteX428-857" fmla="*/ 158457 w 3079941"/>
                <a:gd name="connsiteY428-858" fmla="*/ 328590 h 1160647"/>
                <a:gd name="connsiteX429-859" fmla="*/ 160484 w 3079941"/>
                <a:gd name="connsiteY429-860" fmla="*/ 328590 h 1160647"/>
                <a:gd name="connsiteX430-861" fmla="*/ 174671 w 3079941"/>
                <a:gd name="connsiteY430-862" fmla="*/ 328590 h 1160647"/>
                <a:gd name="connsiteX431-863" fmla="*/ 211151 w 3079941"/>
                <a:gd name="connsiteY431-864" fmla="*/ 246443 h 1160647"/>
                <a:gd name="connsiteX432-865" fmla="*/ 215205 w 3079941"/>
                <a:gd name="connsiteY432-866" fmla="*/ 0 h 1160647"/>
                <a:gd name="connsiteX0-867" fmla="*/ 215205 w 3079941"/>
                <a:gd name="connsiteY0-868" fmla="*/ 0 h 1160647"/>
                <a:gd name="connsiteX1-869" fmla="*/ 217231 w 3079941"/>
                <a:gd name="connsiteY1-870" fmla="*/ 246443 h 1160647"/>
                <a:gd name="connsiteX2-871" fmla="*/ 255738 w 3079941"/>
                <a:gd name="connsiteY2-872" fmla="*/ 326429 h 1160647"/>
                <a:gd name="connsiteX3-873" fmla="*/ 257765 w 3079941"/>
                <a:gd name="connsiteY3-874" fmla="*/ 326429 h 1160647"/>
                <a:gd name="connsiteX4-875" fmla="*/ 271952 w 3079941"/>
                <a:gd name="connsiteY4-876" fmla="*/ 326429 h 1160647"/>
                <a:gd name="connsiteX5-877" fmla="*/ 271952 w 3079941"/>
                <a:gd name="connsiteY5-878" fmla="*/ 350208 h 1160647"/>
                <a:gd name="connsiteX6-879" fmla="*/ 272459 w 3079941"/>
                <a:gd name="connsiteY6-880" fmla="*/ 351019 h 1160647"/>
                <a:gd name="connsiteX7-881" fmla="*/ 276005 w 3079941"/>
                <a:gd name="connsiteY7-882" fmla="*/ 356694 h 1160647"/>
                <a:gd name="connsiteX8-883" fmla="*/ 276005 w 3079941"/>
                <a:gd name="connsiteY8-884" fmla="*/ 471268 h 1160647"/>
                <a:gd name="connsiteX9-885" fmla="*/ 278285 w 3079941"/>
                <a:gd name="connsiteY9-886" fmla="*/ 471268 h 1160647"/>
                <a:gd name="connsiteX10-887" fmla="*/ 294246 w 3079941"/>
                <a:gd name="connsiteY10-888" fmla="*/ 471268 h 1160647"/>
                <a:gd name="connsiteX11-889" fmla="*/ 294246 w 3079941"/>
                <a:gd name="connsiteY11-890" fmla="*/ 611783 h 1160647"/>
                <a:gd name="connsiteX12-891" fmla="*/ 295766 w 3079941"/>
                <a:gd name="connsiteY12-892" fmla="*/ 611513 h 1160647"/>
                <a:gd name="connsiteX13-893" fmla="*/ 306406 w 3079941"/>
                <a:gd name="connsiteY13-894" fmla="*/ 609622 h 1160647"/>
                <a:gd name="connsiteX14-895" fmla="*/ 304379 w 3079941"/>
                <a:gd name="connsiteY14-896" fmla="*/ 698254 h 1160647"/>
                <a:gd name="connsiteX15-897" fmla="*/ 305899 w 3079941"/>
                <a:gd name="connsiteY15-898" fmla="*/ 698525 h 1160647"/>
                <a:gd name="connsiteX16-899" fmla="*/ 316539 w 3079941"/>
                <a:gd name="connsiteY16-900" fmla="*/ 700416 h 1160647"/>
                <a:gd name="connsiteX17-901" fmla="*/ 316792 w 3079941"/>
                <a:gd name="connsiteY17-902" fmla="*/ 701227 h 1160647"/>
                <a:gd name="connsiteX18-903" fmla="*/ 318566 w 3079941"/>
                <a:gd name="connsiteY18-904" fmla="*/ 706902 h 1160647"/>
                <a:gd name="connsiteX19-905" fmla="*/ 319326 w 3079941"/>
                <a:gd name="connsiteY19-906" fmla="*/ 704470 h 1160647"/>
                <a:gd name="connsiteX20-907" fmla="*/ 324646 w 3079941"/>
                <a:gd name="connsiteY20-908" fmla="*/ 687446 h 1160647"/>
                <a:gd name="connsiteX21-909" fmla="*/ 326419 w 3079941"/>
                <a:gd name="connsiteY21-910" fmla="*/ 687446 h 1160647"/>
                <a:gd name="connsiteX22-911" fmla="*/ 338833 w 3079941"/>
                <a:gd name="connsiteY22-912" fmla="*/ 687446 h 1160647"/>
                <a:gd name="connsiteX23-913" fmla="*/ 338833 w 3079941"/>
                <a:gd name="connsiteY23-914" fmla="*/ 719872 h 1160647"/>
                <a:gd name="connsiteX24-915" fmla="*/ 339846 w 3079941"/>
                <a:gd name="connsiteY24-916" fmla="*/ 720413 h 1160647"/>
                <a:gd name="connsiteX25-917" fmla="*/ 346940 w 3079941"/>
                <a:gd name="connsiteY25-918" fmla="*/ 724196 h 1160647"/>
                <a:gd name="connsiteX26-919" fmla="*/ 346940 w 3079941"/>
                <a:gd name="connsiteY26-920" fmla="*/ 725547 h 1160647"/>
                <a:gd name="connsiteX27-921" fmla="*/ 346940 w 3079941"/>
                <a:gd name="connsiteY27-922" fmla="*/ 735005 h 1160647"/>
                <a:gd name="connsiteX28-923" fmla="*/ 391527 w 3079941"/>
                <a:gd name="connsiteY28-924" fmla="*/ 735005 h 1160647"/>
                <a:gd name="connsiteX29-925" fmla="*/ 391527 w 3079941"/>
                <a:gd name="connsiteY29-926" fmla="*/ 736086 h 1160647"/>
                <a:gd name="connsiteX30-927" fmla="*/ 391527 w 3079941"/>
                <a:gd name="connsiteY30-928" fmla="*/ 743652 h 1160647"/>
                <a:gd name="connsiteX31-929" fmla="*/ 393553 w 3079941"/>
                <a:gd name="connsiteY31-930" fmla="*/ 743652 h 1160647"/>
                <a:gd name="connsiteX32-931" fmla="*/ 407740 w 3079941"/>
                <a:gd name="connsiteY32-932" fmla="*/ 743652 h 1160647"/>
                <a:gd name="connsiteX33-933" fmla="*/ 407740 w 3079941"/>
                <a:gd name="connsiteY33-934" fmla="*/ 713387 h 1160647"/>
                <a:gd name="connsiteX34-935" fmla="*/ 452327 w 3079941"/>
                <a:gd name="connsiteY34-936" fmla="*/ 713387 h 1160647"/>
                <a:gd name="connsiteX35-937" fmla="*/ 452327 w 3079941"/>
                <a:gd name="connsiteY35-938" fmla="*/ 712036 h 1160647"/>
                <a:gd name="connsiteX36-939" fmla="*/ 452327 w 3079941"/>
                <a:gd name="connsiteY36-940" fmla="*/ 702578 h 1160647"/>
                <a:gd name="connsiteX37-941" fmla="*/ 453341 w 3079941"/>
                <a:gd name="connsiteY37-942" fmla="*/ 702578 h 1160647"/>
                <a:gd name="connsiteX38-943" fmla="*/ 460434 w 3079941"/>
                <a:gd name="connsiteY38-944" fmla="*/ 702578 h 1160647"/>
                <a:gd name="connsiteX39-945" fmla="*/ 460434 w 3079941"/>
                <a:gd name="connsiteY39-946" fmla="*/ 700687 h 1160647"/>
                <a:gd name="connsiteX40-947" fmla="*/ 460434 w 3079941"/>
                <a:gd name="connsiteY40-948" fmla="*/ 687446 h 1160647"/>
                <a:gd name="connsiteX41-949" fmla="*/ 461194 w 3079941"/>
                <a:gd name="connsiteY41-950" fmla="*/ 687446 h 1160647"/>
                <a:gd name="connsiteX42-951" fmla="*/ 466514 w 3079941"/>
                <a:gd name="connsiteY42-952" fmla="*/ 687446 h 1160647"/>
                <a:gd name="connsiteX43-953" fmla="*/ 466514 w 3079941"/>
                <a:gd name="connsiteY43-954" fmla="*/ 686365 h 1160647"/>
                <a:gd name="connsiteX44-955" fmla="*/ 466514 w 3079941"/>
                <a:gd name="connsiteY44-956" fmla="*/ 678798 h 1160647"/>
                <a:gd name="connsiteX45-957" fmla="*/ 468541 w 3079941"/>
                <a:gd name="connsiteY45-958" fmla="*/ 678798 h 1160647"/>
                <a:gd name="connsiteX46-959" fmla="*/ 482728 w 3079941"/>
                <a:gd name="connsiteY46-960" fmla="*/ 678798 h 1160647"/>
                <a:gd name="connsiteX47-961" fmla="*/ 482728 w 3079941"/>
                <a:gd name="connsiteY47-962" fmla="*/ 679879 h 1160647"/>
                <a:gd name="connsiteX48-963" fmla="*/ 482728 w 3079941"/>
                <a:gd name="connsiteY48-964" fmla="*/ 687446 h 1160647"/>
                <a:gd name="connsiteX49-965" fmla="*/ 505021 w 3079941"/>
                <a:gd name="connsiteY49-966" fmla="*/ 687446 h 1160647"/>
                <a:gd name="connsiteX50-967" fmla="*/ 505021 w 3079941"/>
                <a:gd name="connsiteY50-968" fmla="*/ 685554 h 1160647"/>
                <a:gd name="connsiteX51-969" fmla="*/ 505021 w 3079941"/>
                <a:gd name="connsiteY51-970" fmla="*/ 672313 h 1160647"/>
                <a:gd name="connsiteX52-971" fmla="*/ 506795 w 3079941"/>
                <a:gd name="connsiteY52-972" fmla="*/ 672313 h 1160647"/>
                <a:gd name="connsiteX53-973" fmla="*/ 519208 w 3079941"/>
                <a:gd name="connsiteY53-974" fmla="*/ 672313 h 1160647"/>
                <a:gd name="connsiteX54-975" fmla="*/ 519208 w 3079941"/>
                <a:gd name="connsiteY54-976" fmla="*/ 696093 h 1160647"/>
                <a:gd name="connsiteX55-977" fmla="*/ 520222 w 3079941"/>
                <a:gd name="connsiteY55-978" fmla="*/ 696093 h 1160647"/>
                <a:gd name="connsiteX56-979" fmla="*/ 527315 w 3079941"/>
                <a:gd name="connsiteY56-980" fmla="*/ 696093 h 1160647"/>
                <a:gd name="connsiteX57-981" fmla="*/ 527315 w 3079941"/>
                <a:gd name="connsiteY57-982" fmla="*/ 695012 h 1160647"/>
                <a:gd name="connsiteX58-983" fmla="*/ 527315 w 3079941"/>
                <a:gd name="connsiteY58-984" fmla="*/ 687446 h 1160647"/>
                <a:gd name="connsiteX59-985" fmla="*/ 529088 w 3079941"/>
                <a:gd name="connsiteY59-986" fmla="*/ 687446 h 1160647"/>
                <a:gd name="connsiteX60-987" fmla="*/ 541502 w 3079941"/>
                <a:gd name="connsiteY60-988" fmla="*/ 687446 h 1160647"/>
                <a:gd name="connsiteX61-989" fmla="*/ 541502 w 3079941"/>
                <a:gd name="connsiteY61-990" fmla="*/ 713387 h 1160647"/>
                <a:gd name="connsiteX62-991" fmla="*/ 543529 w 3079941"/>
                <a:gd name="connsiteY62-992" fmla="*/ 713387 h 1160647"/>
                <a:gd name="connsiteX63-993" fmla="*/ 557715 w 3079941"/>
                <a:gd name="connsiteY63-994" fmla="*/ 713387 h 1160647"/>
                <a:gd name="connsiteX64-995" fmla="*/ 557715 w 3079941"/>
                <a:gd name="connsiteY64-996" fmla="*/ 715008 h 1160647"/>
                <a:gd name="connsiteX65-997" fmla="*/ 557715 w 3079941"/>
                <a:gd name="connsiteY65-998" fmla="*/ 726358 h 1160647"/>
                <a:gd name="connsiteX66-999" fmla="*/ 558475 w 3079941"/>
                <a:gd name="connsiteY66-1000" fmla="*/ 726358 h 1160647"/>
                <a:gd name="connsiteX67-1001" fmla="*/ 563796 w 3079941"/>
                <a:gd name="connsiteY67-1002" fmla="*/ 726358 h 1160647"/>
                <a:gd name="connsiteX68-1003" fmla="*/ 563796 w 3079941"/>
                <a:gd name="connsiteY68-1004" fmla="*/ 725547 h 1160647"/>
                <a:gd name="connsiteX69-1005" fmla="*/ 563796 w 3079941"/>
                <a:gd name="connsiteY69-1006" fmla="*/ 719872 h 1160647"/>
                <a:gd name="connsiteX70-1007" fmla="*/ 594196 w 3079941"/>
                <a:gd name="connsiteY70-1008" fmla="*/ 719872 h 1160647"/>
                <a:gd name="connsiteX71-1009" fmla="*/ 594196 w 3079941"/>
                <a:gd name="connsiteY71-1010" fmla="*/ 743652 h 1160647"/>
                <a:gd name="connsiteX72-1011" fmla="*/ 595209 w 3079941"/>
                <a:gd name="connsiteY72-1012" fmla="*/ 743652 h 1160647"/>
                <a:gd name="connsiteX73-1013" fmla="*/ 602303 w 3079941"/>
                <a:gd name="connsiteY73-1014" fmla="*/ 743652 h 1160647"/>
                <a:gd name="connsiteX74-1015" fmla="*/ 602303 w 3079941"/>
                <a:gd name="connsiteY74-1016" fmla="*/ 744733 h 1160647"/>
                <a:gd name="connsiteX75-1017" fmla="*/ 602303 w 3079941"/>
                <a:gd name="connsiteY75-1018" fmla="*/ 752299 h 1160647"/>
                <a:gd name="connsiteX76-1019" fmla="*/ 603063 w 3079941"/>
                <a:gd name="connsiteY76-1020" fmla="*/ 752299 h 1160647"/>
                <a:gd name="connsiteX77-1021" fmla="*/ 608383 w 3079941"/>
                <a:gd name="connsiteY77-1022" fmla="*/ 752299 h 1160647"/>
                <a:gd name="connsiteX78-1023" fmla="*/ 608383 w 3079941"/>
                <a:gd name="connsiteY78-1024" fmla="*/ 750137 h 1160647"/>
                <a:gd name="connsiteX79-1025" fmla="*/ 608383 w 3079941"/>
                <a:gd name="connsiteY79-1026" fmla="*/ 735005 h 1160647"/>
                <a:gd name="connsiteX80-1027" fmla="*/ 609396 w 3079941"/>
                <a:gd name="connsiteY80-1028" fmla="*/ 735005 h 1160647"/>
                <a:gd name="connsiteX81-1029" fmla="*/ 616490 w 3079941"/>
                <a:gd name="connsiteY81-1030" fmla="*/ 735005 h 1160647"/>
                <a:gd name="connsiteX82-1031" fmla="*/ 616490 w 3079941"/>
                <a:gd name="connsiteY82-1032" fmla="*/ 736086 h 1160647"/>
                <a:gd name="connsiteX83-1033" fmla="*/ 616490 w 3079941"/>
                <a:gd name="connsiteY83-1034" fmla="*/ 743652 h 1160647"/>
                <a:gd name="connsiteX84-1035" fmla="*/ 621810 w 3079941"/>
                <a:gd name="connsiteY84-1036" fmla="*/ 741659 h 1160647"/>
                <a:gd name="connsiteX85-1037" fmla="*/ 622570 w 3079941"/>
                <a:gd name="connsiteY85-1038" fmla="*/ 740679 h 1160647"/>
                <a:gd name="connsiteX86-1039" fmla="*/ 622570 w 3079941"/>
                <a:gd name="connsiteY86-1040" fmla="*/ 735005 h 1160647"/>
                <a:gd name="connsiteX87-1041" fmla="*/ 661077 w 3079941"/>
                <a:gd name="connsiteY87-1042" fmla="*/ 735005 h 1160647"/>
                <a:gd name="connsiteX88-1043" fmla="*/ 661077 w 3079941"/>
                <a:gd name="connsiteY88-1044" fmla="*/ 758784 h 1160647"/>
                <a:gd name="connsiteX89-1045" fmla="*/ 663103 w 3079941"/>
                <a:gd name="connsiteY89-1046" fmla="*/ 758784 h 1160647"/>
                <a:gd name="connsiteX90-1047" fmla="*/ 677290 w 3079941"/>
                <a:gd name="connsiteY90-1048" fmla="*/ 758784 h 1160647"/>
                <a:gd name="connsiteX91-1049" fmla="*/ 677290 w 3079941"/>
                <a:gd name="connsiteY91-1050" fmla="*/ 759865 h 1160647"/>
                <a:gd name="connsiteX92-1051" fmla="*/ 677290 w 3079941"/>
                <a:gd name="connsiteY92-1052" fmla="*/ 767431 h 1160647"/>
                <a:gd name="connsiteX93-1053" fmla="*/ 679064 w 3079941"/>
                <a:gd name="connsiteY93-1054" fmla="*/ 767431 h 1160647"/>
                <a:gd name="connsiteX94-1055" fmla="*/ 691477 w 3079941"/>
                <a:gd name="connsiteY94-1056" fmla="*/ 767431 h 1160647"/>
                <a:gd name="connsiteX95-1057" fmla="*/ 691477 w 3079941"/>
                <a:gd name="connsiteY95-1058" fmla="*/ 743652 h 1160647"/>
                <a:gd name="connsiteX96-1059" fmla="*/ 692490 w 3079941"/>
                <a:gd name="connsiteY96-1060" fmla="*/ 743652 h 1160647"/>
                <a:gd name="connsiteX97-1061" fmla="*/ 699584 w 3079941"/>
                <a:gd name="connsiteY97-1062" fmla="*/ 743652 h 1160647"/>
                <a:gd name="connsiteX98-1063" fmla="*/ 699584 w 3079941"/>
                <a:gd name="connsiteY98-1064" fmla="*/ 711225 h 1160647"/>
                <a:gd name="connsiteX99-1065" fmla="*/ 700597 w 3079941"/>
                <a:gd name="connsiteY99-1066" fmla="*/ 711225 h 1160647"/>
                <a:gd name="connsiteX100-1067" fmla="*/ 707691 w 3079941"/>
                <a:gd name="connsiteY100-1068" fmla="*/ 711225 h 1160647"/>
                <a:gd name="connsiteX101-1069" fmla="*/ 707691 w 3079941"/>
                <a:gd name="connsiteY101-1070" fmla="*/ 709334 h 1160647"/>
                <a:gd name="connsiteX102-1071" fmla="*/ 707691 w 3079941"/>
                <a:gd name="connsiteY102-1072" fmla="*/ 696093 h 1160647"/>
                <a:gd name="connsiteX103-1073" fmla="*/ 706424 w 3079941"/>
                <a:gd name="connsiteY103-1074" fmla="*/ 694471 h 1160647"/>
                <a:gd name="connsiteX104-1075" fmla="*/ 711744 w 3079941"/>
                <a:gd name="connsiteY104-1076" fmla="*/ 683122 h 1160647"/>
                <a:gd name="connsiteX105-1077" fmla="*/ 719851 w 3079941"/>
                <a:gd name="connsiteY105-1078" fmla="*/ 711225 h 1160647"/>
                <a:gd name="connsiteX106-1079" fmla="*/ 720611 w 3079941"/>
                <a:gd name="connsiteY106-1080" fmla="*/ 711225 h 1160647"/>
                <a:gd name="connsiteX107-1081" fmla="*/ 725931 w 3079941"/>
                <a:gd name="connsiteY107-1082" fmla="*/ 711225 h 1160647"/>
                <a:gd name="connsiteX108-1083" fmla="*/ 725931 w 3079941"/>
                <a:gd name="connsiteY108-1084" fmla="*/ 605298 h 1160647"/>
                <a:gd name="connsiteX109-1085" fmla="*/ 727451 w 3079941"/>
                <a:gd name="connsiteY109-1086" fmla="*/ 605298 h 1160647"/>
                <a:gd name="connsiteX110-1087" fmla="*/ 738091 w 3079941"/>
                <a:gd name="connsiteY110-1088" fmla="*/ 605298 h 1160647"/>
                <a:gd name="connsiteX111-1089" fmla="*/ 738091 w 3079941"/>
                <a:gd name="connsiteY111-1090" fmla="*/ 557739 h 1160647"/>
                <a:gd name="connsiteX112-1091" fmla="*/ 764438 w 3079941"/>
                <a:gd name="connsiteY112-1092" fmla="*/ 557739 h 1160647"/>
                <a:gd name="connsiteX113-1093" fmla="*/ 764438 w 3079941"/>
                <a:gd name="connsiteY113-1094" fmla="*/ 536121 h 1160647"/>
                <a:gd name="connsiteX114-1095" fmla="*/ 798892 w 3079941"/>
                <a:gd name="connsiteY114-1096" fmla="*/ 536121 h 1160647"/>
                <a:gd name="connsiteX115-1097" fmla="*/ 798892 w 3079941"/>
                <a:gd name="connsiteY115-1098" fmla="*/ 538553 h 1160647"/>
                <a:gd name="connsiteX116-1099" fmla="*/ 798892 w 3079941"/>
                <a:gd name="connsiteY116-1100" fmla="*/ 555577 h 1160647"/>
                <a:gd name="connsiteX117-1101" fmla="*/ 801172 w 3079941"/>
                <a:gd name="connsiteY117-1102" fmla="*/ 555577 h 1160647"/>
                <a:gd name="connsiteX118-1103" fmla="*/ 817132 w 3079941"/>
                <a:gd name="connsiteY118-1104" fmla="*/ 555577 h 1160647"/>
                <a:gd name="connsiteX119-1105" fmla="*/ 817132 w 3079941"/>
                <a:gd name="connsiteY119-1106" fmla="*/ 603136 h 1160647"/>
                <a:gd name="connsiteX120-1107" fmla="*/ 818145 w 3079941"/>
                <a:gd name="connsiteY120-1108" fmla="*/ 603136 h 1160647"/>
                <a:gd name="connsiteX121-1109" fmla="*/ 825239 w 3079941"/>
                <a:gd name="connsiteY121-1110" fmla="*/ 603136 h 1160647"/>
                <a:gd name="connsiteX122-1111" fmla="*/ 839426 w 3079941"/>
                <a:gd name="connsiteY122-1112" fmla="*/ 607460 h 1160647"/>
                <a:gd name="connsiteX123-1113" fmla="*/ 839426 w 3079941"/>
                <a:gd name="connsiteY123-1114" fmla="*/ 646372 h 1160647"/>
                <a:gd name="connsiteX124-1115" fmla="*/ 840439 w 3079941"/>
                <a:gd name="connsiteY124-1116" fmla="*/ 646372 h 1160647"/>
                <a:gd name="connsiteX125-1117" fmla="*/ 847532 w 3079941"/>
                <a:gd name="connsiteY125-1118" fmla="*/ 646372 h 1160647"/>
                <a:gd name="connsiteX126-1119" fmla="*/ 847532 w 3079941"/>
                <a:gd name="connsiteY126-1120" fmla="*/ 647993 h 1160647"/>
                <a:gd name="connsiteX127-1121" fmla="*/ 847532 w 3079941"/>
                <a:gd name="connsiteY127-1122" fmla="*/ 659342 h 1160647"/>
                <a:gd name="connsiteX128-1123" fmla="*/ 849559 w 3079941"/>
                <a:gd name="connsiteY128-1124" fmla="*/ 659342 h 1160647"/>
                <a:gd name="connsiteX129-1125" fmla="*/ 863746 w 3079941"/>
                <a:gd name="connsiteY129-1126" fmla="*/ 659342 h 1160647"/>
                <a:gd name="connsiteX130-1127" fmla="*/ 869826 w 3079941"/>
                <a:gd name="connsiteY130-1128" fmla="*/ 665828 h 1160647"/>
                <a:gd name="connsiteX131-1129" fmla="*/ 869826 w 3079941"/>
                <a:gd name="connsiteY131-1130" fmla="*/ 687446 h 1160647"/>
                <a:gd name="connsiteX132-1131" fmla="*/ 872106 w 3079941"/>
                <a:gd name="connsiteY132-1132" fmla="*/ 687446 h 1160647"/>
                <a:gd name="connsiteX133-1133" fmla="*/ 888066 w 3079941"/>
                <a:gd name="connsiteY133-1134" fmla="*/ 687446 h 1160647"/>
                <a:gd name="connsiteX134-1135" fmla="*/ 888066 w 3079941"/>
                <a:gd name="connsiteY134-1136" fmla="*/ 688526 h 1160647"/>
                <a:gd name="connsiteX135-1137" fmla="*/ 888066 w 3079941"/>
                <a:gd name="connsiteY135-1138" fmla="*/ 696093 h 1160647"/>
                <a:gd name="connsiteX136-1139" fmla="*/ 889333 w 3079941"/>
                <a:gd name="connsiteY136-1140" fmla="*/ 696093 h 1160647"/>
                <a:gd name="connsiteX137-1141" fmla="*/ 898200 w 3079941"/>
                <a:gd name="connsiteY137-1142" fmla="*/ 696093 h 1160647"/>
                <a:gd name="connsiteX138-1143" fmla="*/ 898200 w 3079941"/>
                <a:gd name="connsiteY138-1144" fmla="*/ 698254 h 1160647"/>
                <a:gd name="connsiteX139-1145" fmla="*/ 898200 w 3079941"/>
                <a:gd name="connsiteY139-1146" fmla="*/ 713387 h 1160647"/>
                <a:gd name="connsiteX140-1147" fmla="*/ 902253 w 3079941"/>
                <a:gd name="connsiteY140-1148" fmla="*/ 711495 h 1160647"/>
                <a:gd name="connsiteX141-1149" fmla="*/ 902253 w 3079941"/>
                <a:gd name="connsiteY141-1150" fmla="*/ 698254 h 1160647"/>
                <a:gd name="connsiteX142-1151" fmla="*/ 903266 w 3079941"/>
                <a:gd name="connsiteY142-1152" fmla="*/ 698254 h 1160647"/>
                <a:gd name="connsiteX143-1153" fmla="*/ 910360 w 3079941"/>
                <a:gd name="connsiteY143-1154" fmla="*/ 698254 h 1160647"/>
                <a:gd name="connsiteX144-1155" fmla="*/ 910360 w 3079941"/>
                <a:gd name="connsiteY144-1156" fmla="*/ 699876 h 1160647"/>
                <a:gd name="connsiteX145-1157" fmla="*/ 910360 w 3079941"/>
                <a:gd name="connsiteY145-1158" fmla="*/ 711225 h 1160647"/>
                <a:gd name="connsiteX146-1159" fmla="*/ 911120 w 3079941"/>
                <a:gd name="connsiteY146-1160" fmla="*/ 711225 h 1160647"/>
                <a:gd name="connsiteX147-1161" fmla="*/ 916440 w 3079941"/>
                <a:gd name="connsiteY147-1162" fmla="*/ 711225 h 1160647"/>
                <a:gd name="connsiteX148-1163" fmla="*/ 965080 w 3079941"/>
                <a:gd name="connsiteY148-1164" fmla="*/ 706902 h 1160647"/>
                <a:gd name="connsiteX149-1165" fmla="*/ 965080 w 3079941"/>
                <a:gd name="connsiteY149-1166" fmla="*/ 708253 h 1160647"/>
                <a:gd name="connsiteX150-1167" fmla="*/ 965080 w 3079941"/>
                <a:gd name="connsiteY150-1168" fmla="*/ 717710 h 1160647"/>
                <a:gd name="connsiteX151-1169" fmla="*/ 965840 w 3079941"/>
                <a:gd name="connsiteY151-1170" fmla="*/ 717710 h 1160647"/>
                <a:gd name="connsiteX152-1171" fmla="*/ 971161 w 3079941"/>
                <a:gd name="connsiteY152-1172" fmla="*/ 717710 h 1160647"/>
                <a:gd name="connsiteX153-1173" fmla="*/ 971161 w 3079941"/>
                <a:gd name="connsiteY153-1174" fmla="*/ 719872 h 1160647"/>
                <a:gd name="connsiteX154-1175" fmla="*/ 971161 w 3079941"/>
                <a:gd name="connsiteY154-1176" fmla="*/ 735005 h 1160647"/>
                <a:gd name="connsiteX155-1177" fmla="*/ 973187 w 3079941"/>
                <a:gd name="connsiteY155-1178" fmla="*/ 733654 h 1160647"/>
                <a:gd name="connsiteX156-1179" fmla="*/ 987374 w 3079941"/>
                <a:gd name="connsiteY156-1180" fmla="*/ 724196 h 1160647"/>
                <a:gd name="connsiteX157-1181" fmla="*/ 993454 w 3079941"/>
                <a:gd name="connsiteY157-1182" fmla="*/ 683122 h 1160647"/>
                <a:gd name="connsiteX158-1183" fmla="*/ 994214 w 3079941"/>
                <a:gd name="connsiteY158-1184" fmla="*/ 682852 h 1160647"/>
                <a:gd name="connsiteX159-1185" fmla="*/ 999534 w 3079941"/>
                <a:gd name="connsiteY159-1186" fmla="*/ 680960 h 1160647"/>
                <a:gd name="connsiteX160-1187" fmla="*/ 1001561 w 3079941"/>
                <a:gd name="connsiteY160-1188" fmla="*/ 611783 h 1160647"/>
                <a:gd name="connsiteX161-1189" fmla="*/ 1003588 w 3079941"/>
                <a:gd name="connsiteY161-1190" fmla="*/ 680960 h 1160647"/>
                <a:gd name="connsiteX162-1191" fmla="*/ 1004348 w 3079941"/>
                <a:gd name="connsiteY162-1192" fmla="*/ 681230 h 1160647"/>
                <a:gd name="connsiteX163-1193" fmla="*/ 1009668 w 3079941"/>
                <a:gd name="connsiteY163-1194" fmla="*/ 683122 h 1160647"/>
                <a:gd name="connsiteX164-1195" fmla="*/ 1009668 w 3079941"/>
                <a:gd name="connsiteY164-1196" fmla="*/ 596651 h 1160647"/>
                <a:gd name="connsiteX165-1197" fmla="*/ 1013721 w 3079941"/>
                <a:gd name="connsiteY165-1198" fmla="*/ 564224 h 1160647"/>
                <a:gd name="connsiteX166-1199" fmla="*/ 1052228 w 3079941"/>
                <a:gd name="connsiteY166-1200" fmla="*/ 564224 h 1160647"/>
                <a:gd name="connsiteX167-1201" fmla="*/ 1052228 w 3079941"/>
                <a:gd name="connsiteY167-1202" fmla="*/ 596651 h 1160647"/>
                <a:gd name="connsiteX168-1203" fmla="*/ 1052988 w 3079941"/>
                <a:gd name="connsiteY168-1204" fmla="*/ 596651 h 1160647"/>
                <a:gd name="connsiteX169-1205" fmla="*/ 1058308 w 3079941"/>
                <a:gd name="connsiteY169-1206" fmla="*/ 596651 h 1160647"/>
                <a:gd name="connsiteX170-1207" fmla="*/ 1058308 w 3079941"/>
                <a:gd name="connsiteY170-1208" fmla="*/ 514503 h 1160647"/>
                <a:gd name="connsiteX171-1209" fmla="*/ 1060082 w 3079941"/>
                <a:gd name="connsiteY171-1210" fmla="*/ 514503 h 1160647"/>
                <a:gd name="connsiteX172-1211" fmla="*/ 1072495 w 3079941"/>
                <a:gd name="connsiteY172-1212" fmla="*/ 514503 h 1160647"/>
                <a:gd name="connsiteX173-1213" fmla="*/ 1072495 w 3079941"/>
                <a:gd name="connsiteY173-1214" fmla="*/ 512612 h 1160647"/>
                <a:gd name="connsiteX174-1215" fmla="*/ 1072495 w 3079941"/>
                <a:gd name="connsiteY174-1216" fmla="*/ 499371 h 1160647"/>
                <a:gd name="connsiteX175-1217" fmla="*/ 1094789 w 3079941"/>
                <a:gd name="connsiteY175-1218" fmla="*/ 499371 h 1160647"/>
                <a:gd name="connsiteX176-1219" fmla="*/ 1094789 w 3079941"/>
                <a:gd name="connsiteY176-1220" fmla="*/ 498290 h 1160647"/>
                <a:gd name="connsiteX177-1221" fmla="*/ 1094789 w 3079941"/>
                <a:gd name="connsiteY177-1222" fmla="*/ 490724 h 1160647"/>
                <a:gd name="connsiteX178-1223" fmla="*/ 1096562 w 3079941"/>
                <a:gd name="connsiteY178-1224" fmla="*/ 490724 h 1160647"/>
                <a:gd name="connsiteX179-1225" fmla="*/ 1108976 w 3079941"/>
                <a:gd name="connsiteY179-1226" fmla="*/ 490724 h 1160647"/>
                <a:gd name="connsiteX180-1227" fmla="*/ 1108976 w 3079941"/>
                <a:gd name="connsiteY180-1228" fmla="*/ 491805 h 1160647"/>
                <a:gd name="connsiteX181-1229" fmla="*/ 1108976 w 3079941"/>
                <a:gd name="connsiteY181-1230" fmla="*/ 499371 h 1160647"/>
                <a:gd name="connsiteX182-1231" fmla="*/ 1109736 w 3079941"/>
                <a:gd name="connsiteY182-1232" fmla="*/ 499371 h 1160647"/>
                <a:gd name="connsiteX183-1233" fmla="*/ 1115056 w 3079941"/>
                <a:gd name="connsiteY183-1234" fmla="*/ 499371 h 1160647"/>
                <a:gd name="connsiteX184-1235" fmla="*/ 1125189 w 3079941"/>
                <a:gd name="connsiteY184-1236" fmla="*/ 495047 h 1160647"/>
                <a:gd name="connsiteX185-1237" fmla="*/ 1129242 w 3079941"/>
                <a:gd name="connsiteY185-1238" fmla="*/ 498290 h 1160647"/>
                <a:gd name="connsiteX186-1239" fmla="*/ 1129242 w 3079941"/>
                <a:gd name="connsiteY186-1240" fmla="*/ 490724 h 1160647"/>
                <a:gd name="connsiteX187-1241" fmla="*/ 1131522 w 3079941"/>
                <a:gd name="connsiteY187-1242" fmla="*/ 490724 h 1160647"/>
                <a:gd name="connsiteX188-1243" fmla="*/ 1147483 w 3079941"/>
                <a:gd name="connsiteY188-1244" fmla="*/ 490724 h 1160647"/>
                <a:gd name="connsiteX189-1245" fmla="*/ 1147483 w 3079941"/>
                <a:gd name="connsiteY189-1246" fmla="*/ 491805 h 1160647"/>
                <a:gd name="connsiteX190-1247" fmla="*/ 1147483 w 3079941"/>
                <a:gd name="connsiteY190-1248" fmla="*/ 499371 h 1160647"/>
                <a:gd name="connsiteX191-1249" fmla="*/ 1177883 w 3079941"/>
                <a:gd name="connsiteY191-1250" fmla="*/ 499371 h 1160647"/>
                <a:gd name="connsiteX192-1251" fmla="*/ 1177883 w 3079941"/>
                <a:gd name="connsiteY192-1252" fmla="*/ 500992 h 1160647"/>
                <a:gd name="connsiteX193-1253" fmla="*/ 1177883 w 3079941"/>
                <a:gd name="connsiteY193-1254" fmla="*/ 512342 h 1160647"/>
                <a:gd name="connsiteX194-1255" fmla="*/ 1204230 w 3079941"/>
                <a:gd name="connsiteY194-1256" fmla="*/ 512342 h 1160647"/>
                <a:gd name="connsiteX195-1257" fmla="*/ 1204230 w 3079941"/>
                <a:gd name="connsiteY195-1258" fmla="*/ 542606 h 1160647"/>
                <a:gd name="connsiteX196-1259" fmla="*/ 1204990 w 3079941"/>
                <a:gd name="connsiteY196-1260" fmla="*/ 542606 h 1160647"/>
                <a:gd name="connsiteX197-1261" fmla="*/ 1210310 w 3079941"/>
                <a:gd name="connsiteY197-1262" fmla="*/ 542606 h 1160647"/>
                <a:gd name="connsiteX198-1263" fmla="*/ 1210310 w 3079941"/>
                <a:gd name="connsiteY198-1264" fmla="*/ 543687 h 1160647"/>
                <a:gd name="connsiteX199-1265" fmla="*/ 1210310 w 3079941"/>
                <a:gd name="connsiteY199-1266" fmla="*/ 551254 h 1160647"/>
                <a:gd name="connsiteX200-1267" fmla="*/ 1214364 w 3079941"/>
                <a:gd name="connsiteY200-1268" fmla="*/ 581518 h 1160647"/>
                <a:gd name="connsiteX201-1269" fmla="*/ 1215124 w 3079941"/>
                <a:gd name="connsiteY201-1270" fmla="*/ 581518 h 1160647"/>
                <a:gd name="connsiteX202-1271" fmla="*/ 1220444 w 3079941"/>
                <a:gd name="connsiteY202-1272" fmla="*/ 581518 h 1160647"/>
                <a:gd name="connsiteX203-1273" fmla="*/ 1220444 w 3079941"/>
                <a:gd name="connsiteY203-1274" fmla="*/ 582329 h 1160647"/>
                <a:gd name="connsiteX204-1275" fmla="*/ 1220444 w 3079941"/>
                <a:gd name="connsiteY204-1276" fmla="*/ 588004 h 1160647"/>
                <a:gd name="connsiteX205-1277" fmla="*/ 1221457 w 3079941"/>
                <a:gd name="connsiteY205-1278" fmla="*/ 588004 h 1160647"/>
                <a:gd name="connsiteX206-1279" fmla="*/ 1228550 w 3079941"/>
                <a:gd name="connsiteY206-1280" fmla="*/ 588004 h 1160647"/>
                <a:gd name="connsiteX207-1281" fmla="*/ 1228550 w 3079941"/>
                <a:gd name="connsiteY207-1282" fmla="*/ 618269 h 1160647"/>
                <a:gd name="connsiteX208-1283" fmla="*/ 1230577 w 3079941"/>
                <a:gd name="connsiteY208-1284" fmla="*/ 618269 h 1160647"/>
                <a:gd name="connsiteX209-1285" fmla="*/ 1244764 w 3079941"/>
                <a:gd name="connsiteY209-1286" fmla="*/ 618269 h 1160647"/>
                <a:gd name="connsiteX210-1287" fmla="*/ 1244764 w 3079941"/>
                <a:gd name="connsiteY210-1288" fmla="*/ 642048 h 1160647"/>
                <a:gd name="connsiteX211-1289" fmla="*/ 1246791 w 3079941"/>
                <a:gd name="connsiteY211-1290" fmla="*/ 643669 h 1160647"/>
                <a:gd name="connsiteX212-1291" fmla="*/ 1246791 w 3079941"/>
                <a:gd name="connsiteY212-1292" fmla="*/ 655019 h 1160647"/>
                <a:gd name="connsiteX213-1293" fmla="*/ 1247551 w 3079941"/>
                <a:gd name="connsiteY213-1294" fmla="*/ 655019 h 1160647"/>
                <a:gd name="connsiteX214-1295" fmla="*/ 1252871 w 3079941"/>
                <a:gd name="connsiteY214-1296" fmla="*/ 655019 h 1160647"/>
                <a:gd name="connsiteX215-1297" fmla="*/ 1252871 w 3079941"/>
                <a:gd name="connsiteY215-1298" fmla="*/ 678798 h 1160647"/>
                <a:gd name="connsiteX216-1299" fmla="*/ 1254137 w 3079941"/>
                <a:gd name="connsiteY216-1300" fmla="*/ 678798 h 1160647"/>
                <a:gd name="connsiteX217-1301" fmla="*/ 1263004 w 3079941"/>
                <a:gd name="connsiteY217-1302" fmla="*/ 678798 h 1160647"/>
                <a:gd name="connsiteX218-1303" fmla="*/ 1265031 w 3079941"/>
                <a:gd name="connsiteY218-1304" fmla="*/ 682852 h 1160647"/>
                <a:gd name="connsiteX219-1305" fmla="*/ 1265031 w 3079941"/>
                <a:gd name="connsiteY219-1306" fmla="*/ 696093 h 1160647"/>
                <a:gd name="connsiteX220-1307" fmla="*/ 1266551 w 3079941"/>
                <a:gd name="connsiteY220-1308" fmla="*/ 694201 h 1160647"/>
                <a:gd name="connsiteX221-1309" fmla="*/ 1277191 w 3079941"/>
                <a:gd name="connsiteY221-1310" fmla="*/ 680960 h 1160647"/>
                <a:gd name="connsiteX222-1311" fmla="*/ 1305565 w 3079941"/>
                <a:gd name="connsiteY222-1312" fmla="*/ 680960 h 1160647"/>
                <a:gd name="connsiteX223-1313" fmla="*/ 1305565 w 3079941"/>
                <a:gd name="connsiteY223-1314" fmla="*/ 767431 h 1160647"/>
                <a:gd name="connsiteX224-1315" fmla="*/ 1306325 w 3079941"/>
                <a:gd name="connsiteY224-1316" fmla="*/ 767431 h 1160647"/>
                <a:gd name="connsiteX225-1317" fmla="*/ 1311645 w 3079941"/>
                <a:gd name="connsiteY225-1318" fmla="*/ 767431 h 1160647"/>
                <a:gd name="connsiteX226-1319" fmla="*/ 1312405 w 3079941"/>
                <a:gd name="connsiteY226-1320" fmla="*/ 766080 h 1160647"/>
                <a:gd name="connsiteX227-1321" fmla="*/ 1317725 w 3079941"/>
                <a:gd name="connsiteY227-1322" fmla="*/ 756622 h 1160647"/>
                <a:gd name="connsiteX228-1323" fmla="*/ 1317725 w 3079941"/>
                <a:gd name="connsiteY228-1324" fmla="*/ 758514 h 1160647"/>
                <a:gd name="connsiteX229-1325" fmla="*/ 1317725 w 3079941"/>
                <a:gd name="connsiteY229-1326" fmla="*/ 771755 h 1160647"/>
                <a:gd name="connsiteX230-1327" fmla="*/ 1321778 w 3079941"/>
                <a:gd name="connsiteY230-1328" fmla="*/ 726358 h 1160647"/>
                <a:gd name="connsiteX231-1329" fmla="*/ 1322538 w 3079941"/>
                <a:gd name="connsiteY231-1330" fmla="*/ 726358 h 1160647"/>
                <a:gd name="connsiteX232-1331" fmla="*/ 1327858 w 3079941"/>
                <a:gd name="connsiteY232-1332" fmla="*/ 726358 h 1160647"/>
                <a:gd name="connsiteX233-1333" fmla="*/ 1327858 w 3079941"/>
                <a:gd name="connsiteY233-1334" fmla="*/ 661504 h 1160647"/>
                <a:gd name="connsiteX234-1335" fmla="*/ 1328872 w 3079941"/>
                <a:gd name="connsiteY234-1336" fmla="*/ 661504 h 1160647"/>
                <a:gd name="connsiteX235-1337" fmla="*/ 1335965 w 3079941"/>
                <a:gd name="connsiteY235-1338" fmla="*/ 661504 h 1160647"/>
                <a:gd name="connsiteX236-1339" fmla="*/ 1348125 w 3079941"/>
                <a:gd name="connsiteY236-1340" fmla="*/ 618269 h 1160647"/>
                <a:gd name="connsiteX237-1341" fmla="*/ 1349392 w 3079941"/>
                <a:gd name="connsiteY237-1342" fmla="*/ 618269 h 1160647"/>
                <a:gd name="connsiteX238-1343" fmla="*/ 1358259 w 3079941"/>
                <a:gd name="connsiteY238-1344" fmla="*/ 618269 h 1160647"/>
                <a:gd name="connsiteX239-1345" fmla="*/ 1368392 w 3079941"/>
                <a:gd name="connsiteY239-1346" fmla="*/ 661504 h 1160647"/>
                <a:gd name="connsiteX240-1347" fmla="*/ 1369405 w 3079941"/>
                <a:gd name="connsiteY240-1348" fmla="*/ 661504 h 1160647"/>
                <a:gd name="connsiteX241-1349" fmla="*/ 1376499 w 3079941"/>
                <a:gd name="connsiteY241-1350" fmla="*/ 661504 h 1160647"/>
                <a:gd name="connsiteX242-1351" fmla="*/ 1376499 w 3079941"/>
                <a:gd name="connsiteY242-1352" fmla="*/ 700416 h 1160647"/>
                <a:gd name="connsiteX243-1353" fmla="*/ 1378272 w 3079941"/>
                <a:gd name="connsiteY243-1354" fmla="*/ 700416 h 1160647"/>
                <a:gd name="connsiteX244-1355" fmla="*/ 1390686 w 3079941"/>
                <a:gd name="connsiteY244-1356" fmla="*/ 700416 h 1160647"/>
                <a:gd name="connsiteX245-1357" fmla="*/ 1390686 w 3079941"/>
                <a:gd name="connsiteY245-1358" fmla="*/ 702578 h 1160647"/>
                <a:gd name="connsiteX246-1359" fmla="*/ 1390686 w 3079941"/>
                <a:gd name="connsiteY246-1360" fmla="*/ 717710 h 1160647"/>
                <a:gd name="connsiteX247-1361" fmla="*/ 1394739 w 3079941"/>
                <a:gd name="connsiteY247-1362" fmla="*/ 715549 h 1160647"/>
                <a:gd name="connsiteX248-1363" fmla="*/ 1394739 w 3079941"/>
                <a:gd name="connsiteY248-1364" fmla="*/ 700416 h 1160647"/>
                <a:gd name="connsiteX249-1365" fmla="*/ 1396259 w 3079941"/>
                <a:gd name="connsiteY249-1366" fmla="*/ 700416 h 1160647"/>
                <a:gd name="connsiteX250-1367" fmla="*/ 1406899 w 3079941"/>
                <a:gd name="connsiteY250-1368" fmla="*/ 700416 h 1160647"/>
                <a:gd name="connsiteX251-1369" fmla="*/ 1406899 w 3079941"/>
                <a:gd name="connsiteY251-1370" fmla="*/ 702037 h 1160647"/>
                <a:gd name="connsiteX252-1371" fmla="*/ 1406899 w 3079941"/>
                <a:gd name="connsiteY252-1372" fmla="*/ 713387 h 1160647"/>
                <a:gd name="connsiteX253-1373" fmla="*/ 1437300 w 3079941"/>
                <a:gd name="connsiteY253-1374" fmla="*/ 713387 h 1160647"/>
                <a:gd name="connsiteX254-1375" fmla="*/ 1437300 w 3079941"/>
                <a:gd name="connsiteY254-1376" fmla="*/ 676637 h 1160647"/>
                <a:gd name="connsiteX255-1377" fmla="*/ 1438566 w 3079941"/>
                <a:gd name="connsiteY255-1378" fmla="*/ 676637 h 1160647"/>
                <a:gd name="connsiteX256-1379" fmla="*/ 1447433 w 3079941"/>
                <a:gd name="connsiteY256-1380" fmla="*/ 676637 h 1160647"/>
                <a:gd name="connsiteX257-1381" fmla="*/ 1447433 w 3079941"/>
                <a:gd name="connsiteY257-1382" fmla="*/ 698254 h 1160647"/>
                <a:gd name="connsiteX258-1383" fmla="*/ 1449460 w 3079941"/>
                <a:gd name="connsiteY258-1384" fmla="*/ 665828 h 1160647"/>
                <a:gd name="connsiteX259-1385" fmla="*/ 1471753 w 3079941"/>
                <a:gd name="connsiteY259-1386" fmla="*/ 665828 h 1160647"/>
                <a:gd name="connsiteX260-1387" fmla="*/ 1471753 w 3079941"/>
                <a:gd name="connsiteY260-1388" fmla="*/ 664206 h 1160647"/>
                <a:gd name="connsiteX261-1389" fmla="*/ 1471753 w 3079941"/>
                <a:gd name="connsiteY261-1390" fmla="*/ 652857 h 1160647"/>
                <a:gd name="connsiteX262-1391" fmla="*/ 1472513 w 3079941"/>
                <a:gd name="connsiteY262-1392" fmla="*/ 652857 h 1160647"/>
                <a:gd name="connsiteX263-1393" fmla="*/ 1477833 w 3079941"/>
                <a:gd name="connsiteY263-1394" fmla="*/ 652857 h 1160647"/>
                <a:gd name="connsiteX264-1395" fmla="*/ 1477833 w 3079941"/>
                <a:gd name="connsiteY264-1396" fmla="*/ 650966 h 1160647"/>
                <a:gd name="connsiteX265-1397" fmla="*/ 1477833 w 3079941"/>
                <a:gd name="connsiteY265-1398" fmla="*/ 637725 h 1160647"/>
                <a:gd name="connsiteX266-1399" fmla="*/ 1481887 w 3079941"/>
                <a:gd name="connsiteY266-1400" fmla="*/ 644210 h 1160647"/>
                <a:gd name="connsiteX267-1401" fmla="*/ 1484167 w 3079941"/>
                <a:gd name="connsiteY267-1402" fmla="*/ 644210 h 1160647"/>
                <a:gd name="connsiteX268-1403" fmla="*/ 1500127 w 3079941"/>
                <a:gd name="connsiteY268-1404" fmla="*/ 644210 h 1160647"/>
                <a:gd name="connsiteX269-1405" fmla="*/ 1500127 w 3079941"/>
                <a:gd name="connsiteY269-1406" fmla="*/ 643399 h 1160647"/>
                <a:gd name="connsiteX270-1407" fmla="*/ 1500127 w 3079941"/>
                <a:gd name="connsiteY270-1408" fmla="*/ 637725 h 1160647"/>
                <a:gd name="connsiteX271-1409" fmla="*/ 1500887 w 3079941"/>
                <a:gd name="connsiteY271-1410" fmla="*/ 637725 h 1160647"/>
                <a:gd name="connsiteX272-1411" fmla="*/ 1506207 w 3079941"/>
                <a:gd name="connsiteY272-1412" fmla="*/ 637725 h 1160647"/>
                <a:gd name="connsiteX273-1413" fmla="*/ 1506207 w 3079941"/>
                <a:gd name="connsiteY273-1414" fmla="*/ 639076 h 1160647"/>
                <a:gd name="connsiteX274-1415" fmla="*/ 1506207 w 3079941"/>
                <a:gd name="connsiteY274-1416" fmla="*/ 648534 h 1160647"/>
                <a:gd name="connsiteX275-1417" fmla="*/ 1544714 w 3079941"/>
                <a:gd name="connsiteY275-1418" fmla="*/ 648534 h 1160647"/>
                <a:gd name="connsiteX276-1419" fmla="*/ 1544714 w 3079941"/>
                <a:gd name="connsiteY276-1420" fmla="*/ 786887 h 1160647"/>
                <a:gd name="connsiteX277-1421" fmla="*/ 1546234 w 3079941"/>
                <a:gd name="connsiteY277-1422" fmla="*/ 786887 h 1160647"/>
                <a:gd name="connsiteX278-1423" fmla="*/ 1556874 w 3079941"/>
                <a:gd name="connsiteY278-1424" fmla="*/ 786887 h 1160647"/>
                <a:gd name="connsiteX279-1425" fmla="*/ 1556874 w 3079941"/>
                <a:gd name="connsiteY279-1426" fmla="*/ 773917 h 1160647"/>
                <a:gd name="connsiteX280-1427" fmla="*/ 1560928 w 3079941"/>
                <a:gd name="connsiteY280-1428" fmla="*/ 773917 h 1160647"/>
                <a:gd name="connsiteX281-1429" fmla="*/ 1560928 w 3079941"/>
                <a:gd name="connsiteY281-1430" fmla="*/ 786887 h 1160647"/>
                <a:gd name="connsiteX282-1431" fmla="*/ 1591328 w 3079941"/>
                <a:gd name="connsiteY282-1432" fmla="*/ 786887 h 1160647"/>
                <a:gd name="connsiteX283-1433" fmla="*/ 1591328 w 3079941"/>
                <a:gd name="connsiteY283-1434" fmla="*/ 756622 h 1160647"/>
                <a:gd name="connsiteX284-1435" fmla="*/ 1603488 w 3079941"/>
                <a:gd name="connsiteY284-1436" fmla="*/ 756622 h 1160647"/>
                <a:gd name="connsiteX285-1437" fmla="*/ 1615648 w 3079941"/>
                <a:gd name="connsiteY285-1438" fmla="*/ 754461 h 1160647"/>
                <a:gd name="connsiteX286-1439" fmla="*/ 1619702 w 3079941"/>
                <a:gd name="connsiteY286-1440" fmla="*/ 756622 h 1160647"/>
                <a:gd name="connsiteX287-1441" fmla="*/ 1629835 w 3079941"/>
                <a:gd name="connsiteY287-1442" fmla="*/ 756622 h 1160647"/>
                <a:gd name="connsiteX288-1443" fmla="*/ 1629835 w 3079941"/>
                <a:gd name="connsiteY288-1444" fmla="*/ 786887 h 1160647"/>
                <a:gd name="connsiteX289-1445" fmla="*/ 1637942 w 3079941"/>
                <a:gd name="connsiteY289-1446" fmla="*/ 786887 h 1160647"/>
                <a:gd name="connsiteX290-1447" fmla="*/ 1637942 w 3079941"/>
                <a:gd name="connsiteY290-1448" fmla="*/ 804182 h 1160647"/>
                <a:gd name="connsiteX291-1449" fmla="*/ 1647278 w 3079941"/>
                <a:gd name="connsiteY291-1450" fmla="*/ 805087 h 1160647"/>
                <a:gd name="connsiteX292-1451" fmla="*/ 1660236 w 3079941"/>
                <a:gd name="connsiteY292-1452" fmla="*/ 805087 h 1160647"/>
                <a:gd name="connsiteX293-1453" fmla="*/ 1660236 w 3079941"/>
                <a:gd name="connsiteY293-1454" fmla="*/ 789049 h 1160647"/>
                <a:gd name="connsiteX294-1455" fmla="*/ 1728192 w 3079941"/>
                <a:gd name="connsiteY294-1456" fmla="*/ 789049 h 1160647"/>
                <a:gd name="connsiteX295-1457" fmla="*/ 1728192 w 3079941"/>
                <a:gd name="connsiteY295-1458" fmla="*/ 703796 h 1160647"/>
                <a:gd name="connsiteX296-1459" fmla="*/ 1800200 w 3079941"/>
                <a:gd name="connsiteY296-1460" fmla="*/ 703796 h 1160647"/>
                <a:gd name="connsiteX297-1461" fmla="*/ 1800200 w 3079941"/>
                <a:gd name="connsiteY297-1462" fmla="*/ 782564 h 1160647"/>
                <a:gd name="connsiteX298-1463" fmla="*/ 1802104 w 3079941"/>
                <a:gd name="connsiteY298-1464" fmla="*/ 782564 h 1160647"/>
                <a:gd name="connsiteX299-1465" fmla="*/ 1803346 w 3079941"/>
                <a:gd name="connsiteY299-1466" fmla="*/ 805087 h 1160647"/>
                <a:gd name="connsiteX300-1467" fmla="*/ 1813022 w 3079941"/>
                <a:gd name="connsiteY300-1468" fmla="*/ 805087 h 1160647"/>
                <a:gd name="connsiteX301-1469" fmla="*/ 1814264 w 3079941"/>
                <a:gd name="connsiteY301-1470" fmla="*/ 782564 h 1160647"/>
                <a:gd name="connsiteX302-1471" fmla="*/ 1820344 w 3079941"/>
                <a:gd name="connsiteY302-1472" fmla="*/ 782564 h 1160647"/>
                <a:gd name="connsiteX303-1473" fmla="*/ 1821586 w 3079941"/>
                <a:gd name="connsiteY303-1474" fmla="*/ 805087 h 1160647"/>
                <a:gd name="connsiteX304-1475" fmla="*/ 1872208 w 3079941"/>
                <a:gd name="connsiteY304-1476" fmla="*/ 805087 h 1160647"/>
                <a:gd name="connsiteX305-1477" fmla="*/ 1872208 w 3079941"/>
                <a:gd name="connsiteY305-1478" fmla="*/ 642059 h 1160647"/>
                <a:gd name="connsiteX306-1479" fmla="*/ 2069535 w 3079941"/>
                <a:gd name="connsiteY306-1480" fmla="*/ 642059 h 1160647"/>
                <a:gd name="connsiteX307-1481" fmla="*/ 2069535 w 3079941"/>
                <a:gd name="connsiteY307-1482" fmla="*/ 805087 h 1160647"/>
                <a:gd name="connsiteX308-1483" fmla="*/ 2088232 w 3079941"/>
                <a:gd name="connsiteY308-1484" fmla="*/ 805087 h 1160647"/>
                <a:gd name="connsiteX309-1485" fmla="*/ 2088232 w 3079941"/>
                <a:gd name="connsiteY309-1486" fmla="*/ 722394 h 1160647"/>
                <a:gd name="connsiteX310-1487" fmla="*/ 2183352 w 3079941"/>
                <a:gd name="connsiteY310-1488" fmla="*/ 722394 h 1160647"/>
                <a:gd name="connsiteX311-1489" fmla="*/ 2195282 w 3079941"/>
                <a:gd name="connsiteY311-1490" fmla="*/ 404253 h 1160647"/>
                <a:gd name="connsiteX312-1491" fmla="*/ 2183122 w 3079941"/>
                <a:gd name="connsiteY312-1492" fmla="*/ 382635 h 1160647"/>
                <a:gd name="connsiteX313-1493" fmla="*/ 2177042 w 3079941"/>
                <a:gd name="connsiteY313-1494" fmla="*/ 378311 h 1160647"/>
                <a:gd name="connsiteX314-1495" fmla="*/ 2185149 w 3079941"/>
                <a:gd name="connsiteY314-1496" fmla="*/ 354532 h 1160647"/>
                <a:gd name="connsiteX315-1497" fmla="*/ 2185149 w 3079941"/>
                <a:gd name="connsiteY315-1498" fmla="*/ 337238 h 1160647"/>
                <a:gd name="connsiteX316-1499" fmla="*/ 2199336 w 3079941"/>
                <a:gd name="connsiteY316-1500" fmla="*/ 337238 h 1160647"/>
                <a:gd name="connsiteX317-1501" fmla="*/ 2199336 w 3079941"/>
                <a:gd name="connsiteY317-1502" fmla="*/ 315620 h 1160647"/>
                <a:gd name="connsiteX318-1503" fmla="*/ 2201362 w 3079941"/>
                <a:gd name="connsiteY318-1504" fmla="*/ 311296 h 1160647"/>
                <a:gd name="connsiteX319-1505" fmla="*/ 2201362 w 3079941"/>
                <a:gd name="connsiteY319-1506" fmla="*/ 233472 h 1160647"/>
                <a:gd name="connsiteX320-1507" fmla="*/ 2199336 w 3079941"/>
                <a:gd name="connsiteY320-1508" fmla="*/ 226987 h 1160647"/>
                <a:gd name="connsiteX321-1509" fmla="*/ 2205416 w 3079941"/>
                <a:gd name="connsiteY321-1510" fmla="*/ 220501 h 1160647"/>
                <a:gd name="connsiteX322-1511" fmla="*/ 2205416 w 3079941"/>
                <a:gd name="connsiteY322-1512" fmla="*/ 162133 h 1160647"/>
                <a:gd name="connsiteX323-1513" fmla="*/ 2207442 w 3079941"/>
                <a:gd name="connsiteY323-1514" fmla="*/ 157810 h 1160647"/>
                <a:gd name="connsiteX324-1515" fmla="*/ 2207442 w 3079941"/>
                <a:gd name="connsiteY324-1516" fmla="*/ 101604 h 1160647"/>
                <a:gd name="connsiteX325-1517" fmla="*/ 2209469 w 3079941"/>
                <a:gd name="connsiteY325-1518" fmla="*/ 82148 h 1160647"/>
                <a:gd name="connsiteX326-1519" fmla="*/ 2213523 w 3079941"/>
                <a:gd name="connsiteY326-1520" fmla="*/ 99442 h 1160647"/>
                <a:gd name="connsiteX327-1521" fmla="*/ 2215549 w 3079941"/>
                <a:gd name="connsiteY327-1522" fmla="*/ 157810 h 1160647"/>
                <a:gd name="connsiteX328-1523" fmla="*/ 2217576 w 3079941"/>
                <a:gd name="connsiteY328-1524" fmla="*/ 220501 h 1160647"/>
                <a:gd name="connsiteX329-1525" fmla="*/ 2223656 w 3079941"/>
                <a:gd name="connsiteY329-1526" fmla="*/ 226987 h 1160647"/>
                <a:gd name="connsiteX330-1527" fmla="*/ 2221629 w 3079941"/>
                <a:gd name="connsiteY330-1528" fmla="*/ 233472 h 1160647"/>
                <a:gd name="connsiteX331-1529" fmla="*/ 2221629 w 3079941"/>
                <a:gd name="connsiteY331-1530" fmla="*/ 311296 h 1160647"/>
                <a:gd name="connsiteX332-1531" fmla="*/ 2223656 w 3079941"/>
                <a:gd name="connsiteY332-1532" fmla="*/ 315620 h 1160647"/>
                <a:gd name="connsiteX333-1533" fmla="*/ 2223656 w 3079941"/>
                <a:gd name="connsiteY333-1534" fmla="*/ 337238 h 1160647"/>
                <a:gd name="connsiteX334-1535" fmla="*/ 2237843 w 3079941"/>
                <a:gd name="connsiteY334-1536" fmla="*/ 337238 h 1160647"/>
                <a:gd name="connsiteX335-1537" fmla="*/ 2237843 w 3079941"/>
                <a:gd name="connsiteY335-1538" fmla="*/ 354532 h 1160647"/>
                <a:gd name="connsiteX336-1539" fmla="*/ 2245950 w 3079941"/>
                <a:gd name="connsiteY336-1540" fmla="*/ 378311 h 1160647"/>
                <a:gd name="connsiteX337-1541" fmla="*/ 2239870 w 3079941"/>
                <a:gd name="connsiteY337-1542" fmla="*/ 382635 h 1160647"/>
                <a:gd name="connsiteX338-1543" fmla="*/ 2227709 w 3079941"/>
                <a:gd name="connsiteY338-1544" fmla="*/ 404253 h 1160647"/>
                <a:gd name="connsiteX339-1545" fmla="*/ 2235816 w 3079941"/>
                <a:gd name="connsiteY339-1546" fmla="*/ 657181 h 1160647"/>
                <a:gd name="connsiteX340-1547" fmla="*/ 2300670 w 3079941"/>
                <a:gd name="connsiteY340-1548" fmla="*/ 657181 h 1160647"/>
                <a:gd name="connsiteX341-1549" fmla="*/ 2300670 w 3079941"/>
                <a:gd name="connsiteY341-1550" fmla="*/ 732843 h 1160647"/>
                <a:gd name="connsiteX342-1551" fmla="*/ 2308777 w 3079941"/>
                <a:gd name="connsiteY342-1552" fmla="*/ 732843 h 1160647"/>
                <a:gd name="connsiteX343-1553" fmla="*/ 2310804 w 3079941"/>
                <a:gd name="connsiteY343-1554" fmla="*/ 726358 h 1160647"/>
                <a:gd name="connsiteX344-1555" fmla="*/ 2316884 w 3079941"/>
                <a:gd name="connsiteY344-1556" fmla="*/ 726358 h 1160647"/>
                <a:gd name="connsiteX345-1557" fmla="*/ 2318911 w 3079941"/>
                <a:gd name="connsiteY345-1558" fmla="*/ 735005 h 1160647"/>
                <a:gd name="connsiteX346-1559" fmla="*/ 2331071 w 3079941"/>
                <a:gd name="connsiteY346-1560" fmla="*/ 735005 h 1160647"/>
                <a:gd name="connsiteX347-1561" fmla="*/ 2331071 w 3079941"/>
                <a:gd name="connsiteY347-1562" fmla="*/ 728519 h 1160647"/>
                <a:gd name="connsiteX348-1563" fmla="*/ 2353364 w 3079941"/>
                <a:gd name="connsiteY348-1564" fmla="*/ 728519 h 1160647"/>
                <a:gd name="connsiteX349-1565" fmla="*/ 2353364 w 3079941"/>
                <a:gd name="connsiteY349-1566" fmla="*/ 735005 h 1160647"/>
                <a:gd name="connsiteX350-1567" fmla="*/ 2373631 w 3079941"/>
                <a:gd name="connsiteY350-1568" fmla="*/ 735005 h 1160647"/>
                <a:gd name="connsiteX351-1569" fmla="*/ 2373631 w 3079941"/>
                <a:gd name="connsiteY351-1570" fmla="*/ 780402 h 1160647"/>
                <a:gd name="connsiteX352-1571" fmla="*/ 2387818 w 3079941"/>
                <a:gd name="connsiteY352-1572" fmla="*/ 780402 h 1160647"/>
                <a:gd name="connsiteX353-1573" fmla="*/ 2387818 w 3079941"/>
                <a:gd name="connsiteY353-1574" fmla="*/ 767431 h 1160647"/>
                <a:gd name="connsiteX354-1575" fmla="*/ 2404032 w 3079941"/>
                <a:gd name="connsiteY354-1576" fmla="*/ 767431 h 1160647"/>
                <a:gd name="connsiteX355-1577" fmla="*/ 2404032 w 3079941"/>
                <a:gd name="connsiteY355-1578" fmla="*/ 588004 h 1160647"/>
                <a:gd name="connsiteX356-1579" fmla="*/ 2410112 w 3079941"/>
                <a:gd name="connsiteY356-1580" fmla="*/ 581518 h 1160647"/>
                <a:gd name="connsiteX357-1581" fmla="*/ 2483073 w 3079941"/>
                <a:gd name="connsiteY357-1582" fmla="*/ 581518 h 1160647"/>
                <a:gd name="connsiteX358-1583" fmla="*/ 2483073 w 3079941"/>
                <a:gd name="connsiteY358-1584" fmla="*/ 590166 h 1160647"/>
                <a:gd name="connsiteX359-1585" fmla="*/ 2493206 w 3079941"/>
                <a:gd name="connsiteY359-1586" fmla="*/ 590166 h 1160647"/>
                <a:gd name="connsiteX360-1587" fmla="*/ 2493206 w 3079941"/>
                <a:gd name="connsiteY360-1588" fmla="*/ 704740 h 1160647"/>
                <a:gd name="connsiteX361-1589" fmla="*/ 2515500 w 3079941"/>
                <a:gd name="connsiteY361-1590" fmla="*/ 704740 h 1160647"/>
                <a:gd name="connsiteX362-1591" fmla="*/ 2515500 w 3079941"/>
                <a:gd name="connsiteY362-1592" fmla="*/ 637725 h 1160647"/>
                <a:gd name="connsiteX363-1593" fmla="*/ 2541847 w 3079941"/>
                <a:gd name="connsiteY363-1594" fmla="*/ 637725 h 1160647"/>
                <a:gd name="connsiteX364-1595" fmla="*/ 2545900 w 3079941"/>
                <a:gd name="connsiteY364-1596" fmla="*/ 633401 h 1160647"/>
                <a:gd name="connsiteX365-1597" fmla="*/ 2554007 w 3079941"/>
                <a:gd name="connsiteY365-1598" fmla="*/ 633401 h 1160647"/>
                <a:gd name="connsiteX366-1599" fmla="*/ 2558060 w 3079941"/>
                <a:gd name="connsiteY366-1600" fmla="*/ 637725 h 1160647"/>
                <a:gd name="connsiteX367-1601" fmla="*/ 2580354 w 3079941"/>
                <a:gd name="connsiteY367-1602" fmla="*/ 637725 h 1160647"/>
                <a:gd name="connsiteX368-1603" fmla="*/ 2580354 w 3079941"/>
                <a:gd name="connsiteY368-1604" fmla="*/ 520989 h 1160647"/>
                <a:gd name="connsiteX369-1605" fmla="*/ 2637101 w 3079941"/>
                <a:gd name="connsiteY369-1606" fmla="*/ 510180 h 1160647"/>
                <a:gd name="connsiteX370-1607" fmla="*/ 2637101 w 3079941"/>
                <a:gd name="connsiteY370-1608" fmla="*/ 511261 h 1160647"/>
                <a:gd name="connsiteX371-1609" fmla="*/ 2637101 w 3079941"/>
                <a:gd name="connsiteY371-1610" fmla="*/ 518827 h 1160647"/>
                <a:gd name="connsiteX372-1611" fmla="*/ 2663448 w 3079941"/>
                <a:gd name="connsiteY372-1612" fmla="*/ 518827 h 1160647"/>
                <a:gd name="connsiteX373-1613" fmla="*/ 2663448 w 3079941"/>
                <a:gd name="connsiteY373-1614" fmla="*/ 773917 h 1160647"/>
                <a:gd name="connsiteX374-1615" fmla="*/ 2685742 w 3079941"/>
                <a:gd name="connsiteY374-1616" fmla="*/ 773917 h 1160647"/>
                <a:gd name="connsiteX375-1617" fmla="*/ 2685742 w 3079941"/>
                <a:gd name="connsiteY375-1618" fmla="*/ 769593 h 1160647"/>
                <a:gd name="connsiteX376-1619" fmla="*/ 2697902 w 3079941"/>
                <a:gd name="connsiteY376-1620" fmla="*/ 769593 h 1160647"/>
                <a:gd name="connsiteX377-1621" fmla="*/ 2697902 w 3079941"/>
                <a:gd name="connsiteY377-1622" fmla="*/ 773917 h 1160647"/>
                <a:gd name="connsiteX378-1623" fmla="*/ 2722222 w 3079941"/>
                <a:gd name="connsiteY378-1624" fmla="*/ 773917 h 1160647"/>
                <a:gd name="connsiteX379-1625" fmla="*/ 2722222 w 3079941"/>
                <a:gd name="connsiteY379-1626" fmla="*/ 760946 h 1160647"/>
                <a:gd name="connsiteX380-1627" fmla="*/ 2750596 w 3079941"/>
                <a:gd name="connsiteY380-1628" fmla="*/ 760946 h 1160647"/>
                <a:gd name="connsiteX381-1629" fmla="*/ 2762756 w 3079941"/>
                <a:gd name="connsiteY381-1630" fmla="*/ 756622 h 1160647"/>
                <a:gd name="connsiteX382-1631" fmla="*/ 2783023 w 3079941"/>
                <a:gd name="connsiteY382-1632" fmla="*/ 760946 h 1160647"/>
                <a:gd name="connsiteX383-1633" fmla="*/ 2783023 w 3079941"/>
                <a:gd name="connsiteY383-1634" fmla="*/ 743652 h 1160647"/>
                <a:gd name="connsiteX384-1635" fmla="*/ 2791130 w 3079941"/>
                <a:gd name="connsiteY384-1636" fmla="*/ 743652 h 1160647"/>
                <a:gd name="connsiteX385-1637" fmla="*/ 2791130 w 3079941"/>
                <a:gd name="connsiteY385-1638" fmla="*/ 730681 h 1160647"/>
                <a:gd name="connsiteX386-1639" fmla="*/ 2847877 w 3079941"/>
                <a:gd name="connsiteY386-1640" fmla="*/ 730681 h 1160647"/>
                <a:gd name="connsiteX387-1641" fmla="*/ 2847877 w 3079941"/>
                <a:gd name="connsiteY387-1642" fmla="*/ 700416 h 1160647"/>
                <a:gd name="connsiteX388-1643" fmla="*/ 2866117 w 3079941"/>
                <a:gd name="connsiteY388-1644" fmla="*/ 700416 h 1160647"/>
                <a:gd name="connsiteX389-1645" fmla="*/ 2866117 w 3079941"/>
                <a:gd name="connsiteY389-1646" fmla="*/ 693931 h 1160647"/>
                <a:gd name="connsiteX390-1647" fmla="*/ 2878277 w 3079941"/>
                <a:gd name="connsiteY390-1648" fmla="*/ 693931 h 1160647"/>
                <a:gd name="connsiteX391-1649" fmla="*/ 2878277 w 3079941"/>
                <a:gd name="connsiteY391-1650" fmla="*/ 700416 h 1160647"/>
                <a:gd name="connsiteX392-1651" fmla="*/ 2894491 w 3079941"/>
                <a:gd name="connsiteY392-1652" fmla="*/ 700416 h 1160647"/>
                <a:gd name="connsiteX393-1653" fmla="*/ 2894491 w 3079941"/>
                <a:gd name="connsiteY393-1654" fmla="*/ 750137 h 1160647"/>
                <a:gd name="connsiteX394-1655" fmla="*/ 2926918 w 3079941"/>
                <a:gd name="connsiteY394-1656" fmla="*/ 750137 h 1160647"/>
                <a:gd name="connsiteX395-1657" fmla="*/ 2926918 w 3079941"/>
                <a:gd name="connsiteY395-1658" fmla="*/ 724196 h 1160647"/>
                <a:gd name="connsiteX396-1659" fmla="*/ 2965425 w 3079941"/>
                <a:gd name="connsiteY396-1660" fmla="*/ 724196 h 1160647"/>
                <a:gd name="connsiteX397-1661" fmla="*/ 2965425 w 3079941"/>
                <a:gd name="connsiteY397-1662" fmla="*/ 693931 h 1160647"/>
                <a:gd name="connsiteX398-1663" fmla="*/ 3014066 w 3079941"/>
                <a:gd name="connsiteY398-1664" fmla="*/ 693931 h 1160647"/>
                <a:gd name="connsiteX399-1665" fmla="*/ 3014066 w 3079941"/>
                <a:gd name="connsiteY399-1666" fmla="*/ 805087 h 1160647"/>
                <a:gd name="connsiteX400-1667" fmla="*/ 3014066 w 3079941"/>
                <a:gd name="connsiteY400-1668" fmla="*/ 818866 h 1160647"/>
                <a:gd name="connsiteX401-1669" fmla="*/ 3079941 w 3079941"/>
                <a:gd name="connsiteY401-1670" fmla="*/ 818866 h 1160647"/>
                <a:gd name="connsiteX402-1671" fmla="*/ 3079941 w 3079941"/>
                <a:gd name="connsiteY402-1672" fmla="*/ 1030409 h 1160647"/>
                <a:gd name="connsiteX403-1673" fmla="*/ 3079941 w 3079941"/>
                <a:gd name="connsiteY403-1674" fmla="*/ 1160647 h 1160647"/>
                <a:gd name="connsiteX404-1675" fmla="*/ 200958 w 3079941"/>
                <a:gd name="connsiteY404-1676" fmla="*/ 1160647 h 1160647"/>
                <a:gd name="connsiteX405-1677" fmla="*/ 200958 w 3079941"/>
                <a:gd name="connsiteY405-1678" fmla="*/ 1126882 h 1160647"/>
                <a:gd name="connsiteX406-1679" fmla="*/ 0 w 3079941"/>
                <a:gd name="connsiteY406-1680" fmla="*/ 1126882 h 1160647"/>
                <a:gd name="connsiteX407-1681" fmla="*/ 0 w 3079941"/>
                <a:gd name="connsiteY407-1682" fmla="*/ 915339 h 1160647"/>
                <a:gd name="connsiteX408-1683" fmla="*/ 103377 w 3079941"/>
                <a:gd name="connsiteY408-1684" fmla="*/ 915339 h 1160647"/>
                <a:gd name="connsiteX409-1685" fmla="*/ 103377 w 3079941"/>
                <a:gd name="connsiteY409-1686" fmla="*/ 886329 h 1160647"/>
                <a:gd name="connsiteX410-1687" fmla="*/ 55096 w 3079941"/>
                <a:gd name="connsiteY410-1688" fmla="*/ 886329 h 1160647"/>
                <a:gd name="connsiteX411-1689" fmla="*/ 55096 w 3079941"/>
                <a:gd name="connsiteY411-1690" fmla="*/ 724196 h 1160647"/>
                <a:gd name="connsiteX412-1691" fmla="*/ 75363 w 3079941"/>
                <a:gd name="connsiteY412-1692" fmla="*/ 724196 h 1160647"/>
                <a:gd name="connsiteX413-1693" fmla="*/ 75870 w 3079941"/>
                <a:gd name="connsiteY413-1694" fmla="*/ 723115 h 1160647"/>
                <a:gd name="connsiteX414-1695" fmla="*/ 79416 w 3079941"/>
                <a:gd name="connsiteY414-1696" fmla="*/ 715549 h 1160647"/>
                <a:gd name="connsiteX415-1697" fmla="*/ 81190 w 3079941"/>
                <a:gd name="connsiteY415-1698" fmla="*/ 715819 h 1160647"/>
                <a:gd name="connsiteX416-1699" fmla="*/ 93603 w 3079941"/>
                <a:gd name="connsiteY416-1700" fmla="*/ 717710 h 1160647"/>
                <a:gd name="connsiteX417-1701" fmla="*/ 94110 w 3079941"/>
                <a:gd name="connsiteY417-1702" fmla="*/ 719062 h 1160647"/>
                <a:gd name="connsiteX418-1703" fmla="*/ 97656 w 3079941"/>
                <a:gd name="connsiteY418-1704" fmla="*/ 728519 h 1160647"/>
                <a:gd name="connsiteX419-1705" fmla="*/ 124003 w 3079941"/>
                <a:gd name="connsiteY419-1706" fmla="*/ 730681 h 1160647"/>
                <a:gd name="connsiteX420-1707" fmla="*/ 124003 w 3079941"/>
                <a:gd name="connsiteY420-1708" fmla="*/ 607460 h 1160647"/>
                <a:gd name="connsiteX421-1709" fmla="*/ 126030 w 3079941"/>
                <a:gd name="connsiteY421-1710" fmla="*/ 607460 h 1160647"/>
                <a:gd name="connsiteX422-1711" fmla="*/ 140217 w 3079941"/>
                <a:gd name="connsiteY422-1712" fmla="*/ 607460 h 1160647"/>
                <a:gd name="connsiteX423-1713" fmla="*/ 140217 w 3079941"/>
                <a:gd name="connsiteY423-1714" fmla="*/ 471268 h 1160647"/>
                <a:gd name="connsiteX424-1715" fmla="*/ 141990 w 3079941"/>
                <a:gd name="connsiteY424-1716" fmla="*/ 471268 h 1160647"/>
                <a:gd name="connsiteX425-1717" fmla="*/ 154404 w 3079941"/>
                <a:gd name="connsiteY425-1718" fmla="*/ 471268 h 1160647"/>
                <a:gd name="connsiteX426-1719" fmla="*/ 154404 w 3079941"/>
                <a:gd name="connsiteY426-1720" fmla="*/ 356694 h 1160647"/>
                <a:gd name="connsiteX427-1721" fmla="*/ 158457 w 3079941"/>
                <a:gd name="connsiteY427-1722" fmla="*/ 328590 h 1160647"/>
                <a:gd name="connsiteX428-1723" fmla="*/ 160484 w 3079941"/>
                <a:gd name="connsiteY428-1724" fmla="*/ 328590 h 1160647"/>
                <a:gd name="connsiteX429-1725" fmla="*/ 174671 w 3079941"/>
                <a:gd name="connsiteY429-1726" fmla="*/ 328590 h 1160647"/>
                <a:gd name="connsiteX430-1727" fmla="*/ 211151 w 3079941"/>
                <a:gd name="connsiteY430-1728" fmla="*/ 246443 h 1160647"/>
                <a:gd name="connsiteX431-1729" fmla="*/ 215205 w 3079941"/>
                <a:gd name="connsiteY431-1730" fmla="*/ 0 h 1160647"/>
                <a:gd name="connsiteX0-1731" fmla="*/ 215205 w 3079941"/>
                <a:gd name="connsiteY0-1732" fmla="*/ 0 h 1160647"/>
                <a:gd name="connsiteX1-1733" fmla="*/ 217231 w 3079941"/>
                <a:gd name="connsiteY1-1734" fmla="*/ 246443 h 1160647"/>
                <a:gd name="connsiteX2-1735" fmla="*/ 255738 w 3079941"/>
                <a:gd name="connsiteY2-1736" fmla="*/ 326429 h 1160647"/>
                <a:gd name="connsiteX3-1737" fmla="*/ 257765 w 3079941"/>
                <a:gd name="connsiteY3-1738" fmla="*/ 326429 h 1160647"/>
                <a:gd name="connsiteX4-1739" fmla="*/ 271952 w 3079941"/>
                <a:gd name="connsiteY4-1740" fmla="*/ 326429 h 1160647"/>
                <a:gd name="connsiteX5-1741" fmla="*/ 271952 w 3079941"/>
                <a:gd name="connsiteY5-1742" fmla="*/ 350208 h 1160647"/>
                <a:gd name="connsiteX6-1743" fmla="*/ 272459 w 3079941"/>
                <a:gd name="connsiteY6-1744" fmla="*/ 351019 h 1160647"/>
                <a:gd name="connsiteX7-1745" fmla="*/ 276005 w 3079941"/>
                <a:gd name="connsiteY7-1746" fmla="*/ 356694 h 1160647"/>
                <a:gd name="connsiteX8-1747" fmla="*/ 276005 w 3079941"/>
                <a:gd name="connsiteY8-1748" fmla="*/ 471268 h 1160647"/>
                <a:gd name="connsiteX9-1749" fmla="*/ 278285 w 3079941"/>
                <a:gd name="connsiteY9-1750" fmla="*/ 471268 h 1160647"/>
                <a:gd name="connsiteX10-1751" fmla="*/ 294246 w 3079941"/>
                <a:gd name="connsiteY10-1752" fmla="*/ 471268 h 1160647"/>
                <a:gd name="connsiteX11-1753" fmla="*/ 294246 w 3079941"/>
                <a:gd name="connsiteY11-1754" fmla="*/ 611783 h 1160647"/>
                <a:gd name="connsiteX12-1755" fmla="*/ 295766 w 3079941"/>
                <a:gd name="connsiteY12-1756" fmla="*/ 611513 h 1160647"/>
                <a:gd name="connsiteX13-1757" fmla="*/ 306406 w 3079941"/>
                <a:gd name="connsiteY13-1758" fmla="*/ 609622 h 1160647"/>
                <a:gd name="connsiteX14-1759" fmla="*/ 304379 w 3079941"/>
                <a:gd name="connsiteY14-1760" fmla="*/ 698254 h 1160647"/>
                <a:gd name="connsiteX15-1761" fmla="*/ 305899 w 3079941"/>
                <a:gd name="connsiteY15-1762" fmla="*/ 698525 h 1160647"/>
                <a:gd name="connsiteX16-1763" fmla="*/ 316539 w 3079941"/>
                <a:gd name="connsiteY16-1764" fmla="*/ 700416 h 1160647"/>
                <a:gd name="connsiteX17-1765" fmla="*/ 316792 w 3079941"/>
                <a:gd name="connsiteY17-1766" fmla="*/ 701227 h 1160647"/>
                <a:gd name="connsiteX18-1767" fmla="*/ 318566 w 3079941"/>
                <a:gd name="connsiteY18-1768" fmla="*/ 706902 h 1160647"/>
                <a:gd name="connsiteX19-1769" fmla="*/ 319326 w 3079941"/>
                <a:gd name="connsiteY19-1770" fmla="*/ 704470 h 1160647"/>
                <a:gd name="connsiteX20-1771" fmla="*/ 324646 w 3079941"/>
                <a:gd name="connsiteY20-1772" fmla="*/ 687446 h 1160647"/>
                <a:gd name="connsiteX21-1773" fmla="*/ 326419 w 3079941"/>
                <a:gd name="connsiteY21-1774" fmla="*/ 687446 h 1160647"/>
                <a:gd name="connsiteX22-1775" fmla="*/ 338833 w 3079941"/>
                <a:gd name="connsiteY22-1776" fmla="*/ 687446 h 1160647"/>
                <a:gd name="connsiteX23-1777" fmla="*/ 338833 w 3079941"/>
                <a:gd name="connsiteY23-1778" fmla="*/ 719872 h 1160647"/>
                <a:gd name="connsiteX24-1779" fmla="*/ 339846 w 3079941"/>
                <a:gd name="connsiteY24-1780" fmla="*/ 720413 h 1160647"/>
                <a:gd name="connsiteX25-1781" fmla="*/ 346940 w 3079941"/>
                <a:gd name="connsiteY25-1782" fmla="*/ 724196 h 1160647"/>
                <a:gd name="connsiteX26-1783" fmla="*/ 346940 w 3079941"/>
                <a:gd name="connsiteY26-1784" fmla="*/ 725547 h 1160647"/>
                <a:gd name="connsiteX27-1785" fmla="*/ 346940 w 3079941"/>
                <a:gd name="connsiteY27-1786" fmla="*/ 735005 h 1160647"/>
                <a:gd name="connsiteX28-1787" fmla="*/ 391527 w 3079941"/>
                <a:gd name="connsiteY28-1788" fmla="*/ 735005 h 1160647"/>
                <a:gd name="connsiteX29-1789" fmla="*/ 391527 w 3079941"/>
                <a:gd name="connsiteY29-1790" fmla="*/ 736086 h 1160647"/>
                <a:gd name="connsiteX30-1791" fmla="*/ 391527 w 3079941"/>
                <a:gd name="connsiteY30-1792" fmla="*/ 743652 h 1160647"/>
                <a:gd name="connsiteX31-1793" fmla="*/ 393553 w 3079941"/>
                <a:gd name="connsiteY31-1794" fmla="*/ 743652 h 1160647"/>
                <a:gd name="connsiteX32-1795" fmla="*/ 407740 w 3079941"/>
                <a:gd name="connsiteY32-1796" fmla="*/ 743652 h 1160647"/>
                <a:gd name="connsiteX33-1797" fmla="*/ 407740 w 3079941"/>
                <a:gd name="connsiteY33-1798" fmla="*/ 713387 h 1160647"/>
                <a:gd name="connsiteX34-1799" fmla="*/ 452327 w 3079941"/>
                <a:gd name="connsiteY34-1800" fmla="*/ 713387 h 1160647"/>
                <a:gd name="connsiteX35-1801" fmla="*/ 452327 w 3079941"/>
                <a:gd name="connsiteY35-1802" fmla="*/ 712036 h 1160647"/>
                <a:gd name="connsiteX36-1803" fmla="*/ 452327 w 3079941"/>
                <a:gd name="connsiteY36-1804" fmla="*/ 702578 h 1160647"/>
                <a:gd name="connsiteX37-1805" fmla="*/ 453341 w 3079941"/>
                <a:gd name="connsiteY37-1806" fmla="*/ 702578 h 1160647"/>
                <a:gd name="connsiteX38-1807" fmla="*/ 460434 w 3079941"/>
                <a:gd name="connsiteY38-1808" fmla="*/ 702578 h 1160647"/>
                <a:gd name="connsiteX39-1809" fmla="*/ 460434 w 3079941"/>
                <a:gd name="connsiteY39-1810" fmla="*/ 700687 h 1160647"/>
                <a:gd name="connsiteX40-1811" fmla="*/ 460434 w 3079941"/>
                <a:gd name="connsiteY40-1812" fmla="*/ 687446 h 1160647"/>
                <a:gd name="connsiteX41-1813" fmla="*/ 461194 w 3079941"/>
                <a:gd name="connsiteY41-1814" fmla="*/ 687446 h 1160647"/>
                <a:gd name="connsiteX42-1815" fmla="*/ 466514 w 3079941"/>
                <a:gd name="connsiteY42-1816" fmla="*/ 687446 h 1160647"/>
                <a:gd name="connsiteX43-1817" fmla="*/ 466514 w 3079941"/>
                <a:gd name="connsiteY43-1818" fmla="*/ 686365 h 1160647"/>
                <a:gd name="connsiteX44-1819" fmla="*/ 466514 w 3079941"/>
                <a:gd name="connsiteY44-1820" fmla="*/ 678798 h 1160647"/>
                <a:gd name="connsiteX45-1821" fmla="*/ 468541 w 3079941"/>
                <a:gd name="connsiteY45-1822" fmla="*/ 678798 h 1160647"/>
                <a:gd name="connsiteX46-1823" fmla="*/ 482728 w 3079941"/>
                <a:gd name="connsiteY46-1824" fmla="*/ 678798 h 1160647"/>
                <a:gd name="connsiteX47-1825" fmla="*/ 482728 w 3079941"/>
                <a:gd name="connsiteY47-1826" fmla="*/ 679879 h 1160647"/>
                <a:gd name="connsiteX48-1827" fmla="*/ 482728 w 3079941"/>
                <a:gd name="connsiteY48-1828" fmla="*/ 687446 h 1160647"/>
                <a:gd name="connsiteX49-1829" fmla="*/ 505021 w 3079941"/>
                <a:gd name="connsiteY49-1830" fmla="*/ 687446 h 1160647"/>
                <a:gd name="connsiteX50-1831" fmla="*/ 505021 w 3079941"/>
                <a:gd name="connsiteY50-1832" fmla="*/ 685554 h 1160647"/>
                <a:gd name="connsiteX51-1833" fmla="*/ 505021 w 3079941"/>
                <a:gd name="connsiteY51-1834" fmla="*/ 672313 h 1160647"/>
                <a:gd name="connsiteX52-1835" fmla="*/ 506795 w 3079941"/>
                <a:gd name="connsiteY52-1836" fmla="*/ 672313 h 1160647"/>
                <a:gd name="connsiteX53-1837" fmla="*/ 519208 w 3079941"/>
                <a:gd name="connsiteY53-1838" fmla="*/ 672313 h 1160647"/>
                <a:gd name="connsiteX54-1839" fmla="*/ 519208 w 3079941"/>
                <a:gd name="connsiteY54-1840" fmla="*/ 696093 h 1160647"/>
                <a:gd name="connsiteX55-1841" fmla="*/ 520222 w 3079941"/>
                <a:gd name="connsiteY55-1842" fmla="*/ 696093 h 1160647"/>
                <a:gd name="connsiteX56-1843" fmla="*/ 527315 w 3079941"/>
                <a:gd name="connsiteY56-1844" fmla="*/ 696093 h 1160647"/>
                <a:gd name="connsiteX57-1845" fmla="*/ 527315 w 3079941"/>
                <a:gd name="connsiteY57-1846" fmla="*/ 695012 h 1160647"/>
                <a:gd name="connsiteX58-1847" fmla="*/ 527315 w 3079941"/>
                <a:gd name="connsiteY58-1848" fmla="*/ 687446 h 1160647"/>
                <a:gd name="connsiteX59-1849" fmla="*/ 529088 w 3079941"/>
                <a:gd name="connsiteY59-1850" fmla="*/ 687446 h 1160647"/>
                <a:gd name="connsiteX60-1851" fmla="*/ 541502 w 3079941"/>
                <a:gd name="connsiteY60-1852" fmla="*/ 687446 h 1160647"/>
                <a:gd name="connsiteX61-1853" fmla="*/ 541502 w 3079941"/>
                <a:gd name="connsiteY61-1854" fmla="*/ 713387 h 1160647"/>
                <a:gd name="connsiteX62-1855" fmla="*/ 543529 w 3079941"/>
                <a:gd name="connsiteY62-1856" fmla="*/ 713387 h 1160647"/>
                <a:gd name="connsiteX63-1857" fmla="*/ 557715 w 3079941"/>
                <a:gd name="connsiteY63-1858" fmla="*/ 713387 h 1160647"/>
                <a:gd name="connsiteX64-1859" fmla="*/ 557715 w 3079941"/>
                <a:gd name="connsiteY64-1860" fmla="*/ 715008 h 1160647"/>
                <a:gd name="connsiteX65-1861" fmla="*/ 557715 w 3079941"/>
                <a:gd name="connsiteY65-1862" fmla="*/ 726358 h 1160647"/>
                <a:gd name="connsiteX66-1863" fmla="*/ 558475 w 3079941"/>
                <a:gd name="connsiteY66-1864" fmla="*/ 726358 h 1160647"/>
                <a:gd name="connsiteX67-1865" fmla="*/ 563796 w 3079941"/>
                <a:gd name="connsiteY67-1866" fmla="*/ 726358 h 1160647"/>
                <a:gd name="connsiteX68-1867" fmla="*/ 563796 w 3079941"/>
                <a:gd name="connsiteY68-1868" fmla="*/ 725547 h 1160647"/>
                <a:gd name="connsiteX69-1869" fmla="*/ 563796 w 3079941"/>
                <a:gd name="connsiteY69-1870" fmla="*/ 719872 h 1160647"/>
                <a:gd name="connsiteX70-1871" fmla="*/ 594196 w 3079941"/>
                <a:gd name="connsiteY70-1872" fmla="*/ 719872 h 1160647"/>
                <a:gd name="connsiteX71-1873" fmla="*/ 594196 w 3079941"/>
                <a:gd name="connsiteY71-1874" fmla="*/ 743652 h 1160647"/>
                <a:gd name="connsiteX72-1875" fmla="*/ 595209 w 3079941"/>
                <a:gd name="connsiteY72-1876" fmla="*/ 743652 h 1160647"/>
                <a:gd name="connsiteX73-1877" fmla="*/ 602303 w 3079941"/>
                <a:gd name="connsiteY73-1878" fmla="*/ 743652 h 1160647"/>
                <a:gd name="connsiteX74-1879" fmla="*/ 602303 w 3079941"/>
                <a:gd name="connsiteY74-1880" fmla="*/ 744733 h 1160647"/>
                <a:gd name="connsiteX75-1881" fmla="*/ 602303 w 3079941"/>
                <a:gd name="connsiteY75-1882" fmla="*/ 752299 h 1160647"/>
                <a:gd name="connsiteX76-1883" fmla="*/ 603063 w 3079941"/>
                <a:gd name="connsiteY76-1884" fmla="*/ 752299 h 1160647"/>
                <a:gd name="connsiteX77-1885" fmla="*/ 608383 w 3079941"/>
                <a:gd name="connsiteY77-1886" fmla="*/ 752299 h 1160647"/>
                <a:gd name="connsiteX78-1887" fmla="*/ 608383 w 3079941"/>
                <a:gd name="connsiteY78-1888" fmla="*/ 750137 h 1160647"/>
                <a:gd name="connsiteX79-1889" fmla="*/ 608383 w 3079941"/>
                <a:gd name="connsiteY79-1890" fmla="*/ 735005 h 1160647"/>
                <a:gd name="connsiteX80-1891" fmla="*/ 609396 w 3079941"/>
                <a:gd name="connsiteY80-1892" fmla="*/ 735005 h 1160647"/>
                <a:gd name="connsiteX81-1893" fmla="*/ 616490 w 3079941"/>
                <a:gd name="connsiteY81-1894" fmla="*/ 735005 h 1160647"/>
                <a:gd name="connsiteX82-1895" fmla="*/ 616490 w 3079941"/>
                <a:gd name="connsiteY82-1896" fmla="*/ 736086 h 1160647"/>
                <a:gd name="connsiteX83-1897" fmla="*/ 616490 w 3079941"/>
                <a:gd name="connsiteY83-1898" fmla="*/ 743652 h 1160647"/>
                <a:gd name="connsiteX84-1899" fmla="*/ 621810 w 3079941"/>
                <a:gd name="connsiteY84-1900" fmla="*/ 741659 h 1160647"/>
                <a:gd name="connsiteX85-1901" fmla="*/ 622570 w 3079941"/>
                <a:gd name="connsiteY85-1902" fmla="*/ 740679 h 1160647"/>
                <a:gd name="connsiteX86-1903" fmla="*/ 622570 w 3079941"/>
                <a:gd name="connsiteY86-1904" fmla="*/ 735005 h 1160647"/>
                <a:gd name="connsiteX87-1905" fmla="*/ 661077 w 3079941"/>
                <a:gd name="connsiteY87-1906" fmla="*/ 735005 h 1160647"/>
                <a:gd name="connsiteX88-1907" fmla="*/ 661077 w 3079941"/>
                <a:gd name="connsiteY88-1908" fmla="*/ 758784 h 1160647"/>
                <a:gd name="connsiteX89-1909" fmla="*/ 663103 w 3079941"/>
                <a:gd name="connsiteY89-1910" fmla="*/ 758784 h 1160647"/>
                <a:gd name="connsiteX90-1911" fmla="*/ 677290 w 3079941"/>
                <a:gd name="connsiteY90-1912" fmla="*/ 758784 h 1160647"/>
                <a:gd name="connsiteX91-1913" fmla="*/ 677290 w 3079941"/>
                <a:gd name="connsiteY91-1914" fmla="*/ 759865 h 1160647"/>
                <a:gd name="connsiteX92-1915" fmla="*/ 677290 w 3079941"/>
                <a:gd name="connsiteY92-1916" fmla="*/ 767431 h 1160647"/>
                <a:gd name="connsiteX93-1917" fmla="*/ 679064 w 3079941"/>
                <a:gd name="connsiteY93-1918" fmla="*/ 767431 h 1160647"/>
                <a:gd name="connsiteX94-1919" fmla="*/ 691477 w 3079941"/>
                <a:gd name="connsiteY94-1920" fmla="*/ 767431 h 1160647"/>
                <a:gd name="connsiteX95-1921" fmla="*/ 691477 w 3079941"/>
                <a:gd name="connsiteY95-1922" fmla="*/ 743652 h 1160647"/>
                <a:gd name="connsiteX96-1923" fmla="*/ 692490 w 3079941"/>
                <a:gd name="connsiteY96-1924" fmla="*/ 743652 h 1160647"/>
                <a:gd name="connsiteX97-1925" fmla="*/ 699584 w 3079941"/>
                <a:gd name="connsiteY97-1926" fmla="*/ 743652 h 1160647"/>
                <a:gd name="connsiteX98-1927" fmla="*/ 699584 w 3079941"/>
                <a:gd name="connsiteY98-1928" fmla="*/ 711225 h 1160647"/>
                <a:gd name="connsiteX99-1929" fmla="*/ 700597 w 3079941"/>
                <a:gd name="connsiteY99-1930" fmla="*/ 711225 h 1160647"/>
                <a:gd name="connsiteX100-1931" fmla="*/ 707691 w 3079941"/>
                <a:gd name="connsiteY100-1932" fmla="*/ 711225 h 1160647"/>
                <a:gd name="connsiteX101-1933" fmla="*/ 707691 w 3079941"/>
                <a:gd name="connsiteY101-1934" fmla="*/ 709334 h 1160647"/>
                <a:gd name="connsiteX102-1935" fmla="*/ 707691 w 3079941"/>
                <a:gd name="connsiteY102-1936" fmla="*/ 696093 h 1160647"/>
                <a:gd name="connsiteX103-1937" fmla="*/ 706424 w 3079941"/>
                <a:gd name="connsiteY103-1938" fmla="*/ 694471 h 1160647"/>
                <a:gd name="connsiteX104-1939" fmla="*/ 711744 w 3079941"/>
                <a:gd name="connsiteY104-1940" fmla="*/ 683122 h 1160647"/>
                <a:gd name="connsiteX105-1941" fmla="*/ 719851 w 3079941"/>
                <a:gd name="connsiteY105-1942" fmla="*/ 711225 h 1160647"/>
                <a:gd name="connsiteX106-1943" fmla="*/ 720611 w 3079941"/>
                <a:gd name="connsiteY106-1944" fmla="*/ 711225 h 1160647"/>
                <a:gd name="connsiteX107-1945" fmla="*/ 725931 w 3079941"/>
                <a:gd name="connsiteY107-1946" fmla="*/ 711225 h 1160647"/>
                <a:gd name="connsiteX108-1947" fmla="*/ 725931 w 3079941"/>
                <a:gd name="connsiteY108-1948" fmla="*/ 605298 h 1160647"/>
                <a:gd name="connsiteX109-1949" fmla="*/ 727451 w 3079941"/>
                <a:gd name="connsiteY109-1950" fmla="*/ 605298 h 1160647"/>
                <a:gd name="connsiteX110-1951" fmla="*/ 738091 w 3079941"/>
                <a:gd name="connsiteY110-1952" fmla="*/ 605298 h 1160647"/>
                <a:gd name="connsiteX111-1953" fmla="*/ 738091 w 3079941"/>
                <a:gd name="connsiteY111-1954" fmla="*/ 557739 h 1160647"/>
                <a:gd name="connsiteX112-1955" fmla="*/ 764438 w 3079941"/>
                <a:gd name="connsiteY112-1956" fmla="*/ 557739 h 1160647"/>
                <a:gd name="connsiteX113-1957" fmla="*/ 764438 w 3079941"/>
                <a:gd name="connsiteY113-1958" fmla="*/ 536121 h 1160647"/>
                <a:gd name="connsiteX114-1959" fmla="*/ 798892 w 3079941"/>
                <a:gd name="connsiteY114-1960" fmla="*/ 536121 h 1160647"/>
                <a:gd name="connsiteX115-1961" fmla="*/ 798892 w 3079941"/>
                <a:gd name="connsiteY115-1962" fmla="*/ 538553 h 1160647"/>
                <a:gd name="connsiteX116-1963" fmla="*/ 798892 w 3079941"/>
                <a:gd name="connsiteY116-1964" fmla="*/ 555577 h 1160647"/>
                <a:gd name="connsiteX117-1965" fmla="*/ 801172 w 3079941"/>
                <a:gd name="connsiteY117-1966" fmla="*/ 555577 h 1160647"/>
                <a:gd name="connsiteX118-1967" fmla="*/ 817132 w 3079941"/>
                <a:gd name="connsiteY118-1968" fmla="*/ 555577 h 1160647"/>
                <a:gd name="connsiteX119-1969" fmla="*/ 817132 w 3079941"/>
                <a:gd name="connsiteY119-1970" fmla="*/ 603136 h 1160647"/>
                <a:gd name="connsiteX120-1971" fmla="*/ 818145 w 3079941"/>
                <a:gd name="connsiteY120-1972" fmla="*/ 603136 h 1160647"/>
                <a:gd name="connsiteX121-1973" fmla="*/ 825239 w 3079941"/>
                <a:gd name="connsiteY121-1974" fmla="*/ 603136 h 1160647"/>
                <a:gd name="connsiteX122-1975" fmla="*/ 839426 w 3079941"/>
                <a:gd name="connsiteY122-1976" fmla="*/ 607460 h 1160647"/>
                <a:gd name="connsiteX123-1977" fmla="*/ 839426 w 3079941"/>
                <a:gd name="connsiteY123-1978" fmla="*/ 646372 h 1160647"/>
                <a:gd name="connsiteX124-1979" fmla="*/ 840439 w 3079941"/>
                <a:gd name="connsiteY124-1980" fmla="*/ 646372 h 1160647"/>
                <a:gd name="connsiteX125-1981" fmla="*/ 847532 w 3079941"/>
                <a:gd name="connsiteY125-1982" fmla="*/ 646372 h 1160647"/>
                <a:gd name="connsiteX126-1983" fmla="*/ 847532 w 3079941"/>
                <a:gd name="connsiteY126-1984" fmla="*/ 647993 h 1160647"/>
                <a:gd name="connsiteX127-1985" fmla="*/ 847532 w 3079941"/>
                <a:gd name="connsiteY127-1986" fmla="*/ 659342 h 1160647"/>
                <a:gd name="connsiteX128-1987" fmla="*/ 849559 w 3079941"/>
                <a:gd name="connsiteY128-1988" fmla="*/ 659342 h 1160647"/>
                <a:gd name="connsiteX129-1989" fmla="*/ 863746 w 3079941"/>
                <a:gd name="connsiteY129-1990" fmla="*/ 659342 h 1160647"/>
                <a:gd name="connsiteX130-1991" fmla="*/ 869826 w 3079941"/>
                <a:gd name="connsiteY130-1992" fmla="*/ 665828 h 1160647"/>
                <a:gd name="connsiteX131-1993" fmla="*/ 869826 w 3079941"/>
                <a:gd name="connsiteY131-1994" fmla="*/ 687446 h 1160647"/>
                <a:gd name="connsiteX132-1995" fmla="*/ 872106 w 3079941"/>
                <a:gd name="connsiteY132-1996" fmla="*/ 687446 h 1160647"/>
                <a:gd name="connsiteX133-1997" fmla="*/ 888066 w 3079941"/>
                <a:gd name="connsiteY133-1998" fmla="*/ 687446 h 1160647"/>
                <a:gd name="connsiteX134-1999" fmla="*/ 888066 w 3079941"/>
                <a:gd name="connsiteY134-2000" fmla="*/ 688526 h 1160647"/>
                <a:gd name="connsiteX135-2001" fmla="*/ 888066 w 3079941"/>
                <a:gd name="connsiteY135-2002" fmla="*/ 696093 h 1160647"/>
                <a:gd name="connsiteX136-2003" fmla="*/ 889333 w 3079941"/>
                <a:gd name="connsiteY136-2004" fmla="*/ 696093 h 1160647"/>
                <a:gd name="connsiteX137-2005" fmla="*/ 898200 w 3079941"/>
                <a:gd name="connsiteY137-2006" fmla="*/ 696093 h 1160647"/>
                <a:gd name="connsiteX138-2007" fmla="*/ 898200 w 3079941"/>
                <a:gd name="connsiteY138-2008" fmla="*/ 698254 h 1160647"/>
                <a:gd name="connsiteX139-2009" fmla="*/ 898200 w 3079941"/>
                <a:gd name="connsiteY139-2010" fmla="*/ 713387 h 1160647"/>
                <a:gd name="connsiteX140-2011" fmla="*/ 902253 w 3079941"/>
                <a:gd name="connsiteY140-2012" fmla="*/ 711495 h 1160647"/>
                <a:gd name="connsiteX141-2013" fmla="*/ 902253 w 3079941"/>
                <a:gd name="connsiteY141-2014" fmla="*/ 698254 h 1160647"/>
                <a:gd name="connsiteX142-2015" fmla="*/ 903266 w 3079941"/>
                <a:gd name="connsiteY142-2016" fmla="*/ 698254 h 1160647"/>
                <a:gd name="connsiteX143-2017" fmla="*/ 910360 w 3079941"/>
                <a:gd name="connsiteY143-2018" fmla="*/ 698254 h 1160647"/>
                <a:gd name="connsiteX144-2019" fmla="*/ 910360 w 3079941"/>
                <a:gd name="connsiteY144-2020" fmla="*/ 699876 h 1160647"/>
                <a:gd name="connsiteX145-2021" fmla="*/ 910360 w 3079941"/>
                <a:gd name="connsiteY145-2022" fmla="*/ 711225 h 1160647"/>
                <a:gd name="connsiteX146-2023" fmla="*/ 911120 w 3079941"/>
                <a:gd name="connsiteY146-2024" fmla="*/ 711225 h 1160647"/>
                <a:gd name="connsiteX147-2025" fmla="*/ 916440 w 3079941"/>
                <a:gd name="connsiteY147-2026" fmla="*/ 711225 h 1160647"/>
                <a:gd name="connsiteX148-2027" fmla="*/ 965080 w 3079941"/>
                <a:gd name="connsiteY148-2028" fmla="*/ 706902 h 1160647"/>
                <a:gd name="connsiteX149-2029" fmla="*/ 965080 w 3079941"/>
                <a:gd name="connsiteY149-2030" fmla="*/ 708253 h 1160647"/>
                <a:gd name="connsiteX150-2031" fmla="*/ 965080 w 3079941"/>
                <a:gd name="connsiteY150-2032" fmla="*/ 717710 h 1160647"/>
                <a:gd name="connsiteX151-2033" fmla="*/ 965840 w 3079941"/>
                <a:gd name="connsiteY151-2034" fmla="*/ 717710 h 1160647"/>
                <a:gd name="connsiteX152-2035" fmla="*/ 971161 w 3079941"/>
                <a:gd name="connsiteY152-2036" fmla="*/ 717710 h 1160647"/>
                <a:gd name="connsiteX153-2037" fmla="*/ 971161 w 3079941"/>
                <a:gd name="connsiteY153-2038" fmla="*/ 719872 h 1160647"/>
                <a:gd name="connsiteX154-2039" fmla="*/ 971161 w 3079941"/>
                <a:gd name="connsiteY154-2040" fmla="*/ 735005 h 1160647"/>
                <a:gd name="connsiteX155-2041" fmla="*/ 973187 w 3079941"/>
                <a:gd name="connsiteY155-2042" fmla="*/ 733654 h 1160647"/>
                <a:gd name="connsiteX156-2043" fmla="*/ 987374 w 3079941"/>
                <a:gd name="connsiteY156-2044" fmla="*/ 724196 h 1160647"/>
                <a:gd name="connsiteX157-2045" fmla="*/ 993454 w 3079941"/>
                <a:gd name="connsiteY157-2046" fmla="*/ 683122 h 1160647"/>
                <a:gd name="connsiteX158-2047" fmla="*/ 994214 w 3079941"/>
                <a:gd name="connsiteY158-2048" fmla="*/ 682852 h 1160647"/>
                <a:gd name="connsiteX159-2049" fmla="*/ 999534 w 3079941"/>
                <a:gd name="connsiteY159-2050" fmla="*/ 680960 h 1160647"/>
                <a:gd name="connsiteX160-2051" fmla="*/ 1001561 w 3079941"/>
                <a:gd name="connsiteY160-2052" fmla="*/ 611783 h 1160647"/>
                <a:gd name="connsiteX161-2053" fmla="*/ 1003588 w 3079941"/>
                <a:gd name="connsiteY161-2054" fmla="*/ 680960 h 1160647"/>
                <a:gd name="connsiteX162-2055" fmla="*/ 1004348 w 3079941"/>
                <a:gd name="connsiteY162-2056" fmla="*/ 681230 h 1160647"/>
                <a:gd name="connsiteX163-2057" fmla="*/ 1009668 w 3079941"/>
                <a:gd name="connsiteY163-2058" fmla="*/ 683122 h 1160647"/>
                <a:gd name="connsiteX164-2059" fmla="*/ 1009668 w 3079941"/>
                <a:gd name="connsiteY164-2060" fmla="*/ 596651 h 1160647"/>
                <a:gd name="connsiteX165-2061" fmla="*/ 1013721 w 3079941"/>
                <a:gd name="connsiteY165-2062" fmla="*/ 564224 h 1160647"/>
                <a:gd name="connsiteX166-2063" fmla="*/ 1052228 w 3079941"/>
                <a:gd name="connsiteY166-2064" fmla="*/ 564224 h 1160647"/>
                <a:gd name="connsiteX167-2065" fmla="*/ 1052228 w 3079941"/>
                <a:gd name="connsiteY167-2066" fmla="*/ 596651 h 1160647"/>
                <a:gd name="connsiteX168-2067" fmla="*/ 1052988 w 3079941"/>
                <a:gd name="connsiteY168-2068" fmla="*/ 596651 h 1160647"/>
                <a:gd name="connsiteX169-2069" fmla="*/ 1058308 w 3079941"/>
                <a:gd name="connsiteY169-2070" fmla="*/ 596651 h 1160647"/>
                <a:gd name="connsiteX170-2071" fmla="*/ 1058308 w 3079941"/>
                <a:gd name="connsiteY170-2072" fmla="*/ 514503 h 1160647"/>
                <a:gd name="connsiteX171-2073" fmla="*/ 1060082 w 3079941"/>
                <a:gd name="connsiteY171-2074" fmla="*/ 514503 h 1160647"/>
                <a:gd name="connsiteX172-2075" fmla="*/ 1072495 w 3079941"/>
                <a:gd name="connsiteY172-2076" fmla="*/ 514503 h 1160647"/>
                <a:gd name="connsiteX173-2077" fmla="*/ 1072495 w 3079941"/>
                <a:gd name="connsiteY173-2078" fmla="*/ 512612 h 1160647"/>
                <a:gd name="connsiteX174-2079" fmla="*/ 1072495 w 3079941"/>
                <a:gd name="connsiteY174-2080" fmla="*/ 499371 h 1160647"/>
                <a:gd name="connsiteX175-2081" fmla="*/ 1094789 w 3079941"/>
                <a:gd name="connsiteY175-2082" fmla="*/ 499371 h 1160647"/>
                <a:gd name="connsiteX176-2083" fmla="*/ 1094789 w 3079941"/>
                <a:gd name="connsiteY176-2084" fmla="*/ 498290 h 1160647"/>
                <a:gd name="connsiteX177-2085" fmla="*/ 1094789 w 3079941"/>
                <a:gd name="connsiteY177-2086" fmla="*/ 490724 h 1160647"/>
                <a:gd name="connsiteX178-2087" fmla="*/ 1096562 w 3079941"/>
                <a:gd name="connsiteY178-2088" fmla="*/ 490724 h 1160647"/>
                <a:gd name="connsiteX179-2089" fmla="*/ 1108976 w 3079941"/>
                <a:gd name="connsiteY179-2090" fmla="*/ 490724 h 1160647"/>
                <a:gd name="connsiteX180-2091" fmla="*/ 1108976 w 3079941"/>
                <a:gd name="connsiteY180-2092" fmla="*/ 491805 h 1160647"/>
                <a:gd name="connsiteX181-2093" fmla="*/ 1108976 w 3079941"/>
                <a:gd name="connsiteY181-2094" fmla="*/ 499371 h 1160647"/>
                <a:gd name="connsiteX182-2095" fmla="*/ 1109736 w 3079941"/>
                <a:gd name="connsiteY182-2096" fmla="*/ 499371 h 1160647"/>
                <a:gd name="connsiteX183-2097" fmla="*/ 1115056 w 3079941"/>
                <a:gd name="connsiteY183-2098" fmla="*/ 499371 h 1160647"/>
                <a:gd name="connsiteX184-2099" fmla="*/ 1125189 w 3079941"/>
                <a:gd name="connsiteY184-2100" fmla="*/ 495047 h 1160647"/>
                <a:gd name="connsiteX185-2101" fmla="*/ 1129242 w 3079941"/>
                <a:gd name="connsiteY185-2102" fmla="*/ 498290 h 1160647"/>
                <a:gd name="connsiteX186-2103" fmla="*/ 1129242 w 3079941"/>
                <a:gd name="connsiteY186-2104" fmla="*/ 490724 h 1160647"/>
                <a:gd name="connsiteX187-2105" fmla="*/ 1131522 w 3079941"/>
                <a:gd name="connsiteY187-2106" fmla="*/ 490724 h 1160647"/>
                <a:gd name="connsiteX188-2107" fmla="*/ 1147483 w 3079941"/>
                <a:gd name="connsiteY188-2108" fmla="*/ 490724 h 1160647"/>
                <a:gd name="connsiteX189-2109" fmla="*/ 1147483 w 3079941"/>
                <a:gd name="connsiteY189-2110" fmla="*/ 491805 h 1160647"/>
                <a:gd name="connsiteX190-2111" fmla="*/ 1147483 w 3079941"/>
                <a:gd name="connsiteY190-2112" fmla="*/ 499371 h 1160647"/>
                <a:gd name="connsiteX191-2113" fmla="*/ 1177883 w 3079941"/>
                <a:gd name="connsiteY191-2114" fmla="*/ 499371 h 1160647"/>
                <a:gd name="connsiteX192-2115" fmla="*/ 1177883 w 3079941"/>
                <a:gd name="connsiteY192-2116" fmla="*/ 500992 h 1160647"/>
                <a:gd name="connsiteX193-2117" fmla="*/ 1177883 w 3079941"/>
                <a:gd name="connsiteY193-2118" fmla="*/ 512342 h 1160647"/>
                <a:gd name="connsiteX194-2119" fmla="*/ 1204230 w 3079941"/>
                <a:gd name="connsiteY194-2120" fmla="*/ 512342 h 1160647"/>
                <a:gd name="connsiteX195-2121" fmla="*/ 1204230 w 3079941"/>
                <a:gd name="connsiteY195-2122" fmla="*/ 542606 h 1160647"/>
                <a:gd name="connsiteX196-2123" fmla="*/ 1204990 w 3079941"/>
                <a:gd name="connsiteY196-2124" fmla="*/ 542606 h 1160647"/>
                <a:gd name="connsiteX197-2125" fmla="*/ 1210310 w 3079941"/>
                <a:gd name="connsiteY197-2126" fmla="*/ 542606 h 1160647"/>
                <a:gd name="connsiteX198-2127" fmla="*/ 1210310 w 3079941"/>
                <a:gd name="connsiteY198-2128" fmla="*/ 543687 h 1160647"/>
                <a:gd name="connsiteX199-2129" fmla="*/ 1210310 w 3079941"/>
                <a:gd name="connsiteY199-2130" fmla="*/ 551254 h 1160647"/>
                <a:gd name="connsiteX200-2131" fmla="*/ 1214364 w 3079941"/>
                <a:gd name="connsiteY200-2132" fmla="*/ 581518 h 1160647"/>
                <a:gd name="connsiteX201-2133" fmla="*/ 1215124 w 3079941"/>
                <a:gd name="connsiteY201-2134" fmla="*/ 581518 h 1160647"/>
                <a:gd name="connsiteX202-2135" fmla="*/ 1220444 w 3079941"/>
                <a:gd name="connsiteY202-2136" fmla="*/ 581518 h 1160647"/>
                <a:gd name="connsiteX203-2137" fmla="*/ 1220444 w 3079941"/>
                <a:gd name="connsiteY203-2138" fmla="*/ 582329 h 1160647"/>
                <a:gd name="connsiteX204-2139" fmla="*/ 1220444 w 3079941"/>
                <a:gd name="connsiteY204-2140" fmla="*/ 588004 h 1160647"/>
                <a:gd name="connsiteX205-2141" fmla="*/ 1221457 w 3079941"/>
                <a:gd name="connsiteY205-2142" fmla="*/ 588004 h 1160647"/>
                <a:gd name="connsiteX206-2143" fmla="*/ 1228550 w 3079941"/>
                <a:gd name="connsiteY206-2144" fmla="*/ 588004 h 1160647"/>
                <a:gd name="connsiteX207-2145" fmla="*/ 1228550 w 3079941"/>
                <a:gd name="connsiteY207-2146" fmla="*/ 618269 h 1160647"/>
                <a:gd name="connsiteX208-2147" fmla="*/ 1230577 w 3079941"/>
                <a:gd name="connsiteY208-2148" fmla="*/ 618269 h 1160647"/>
                <a:gd name="connsiteX209-2149" fmla="*/ 1244764 w 3079941"/>
                <a:gd name="connsiteY209-2150" fmla="*/ 618269 h 1160647"/>
                <a:gd name="connsiteX210-2151" fmla="*/ 1244764 w 3079941"/>
                <a:gd name="connsiteY210-2152" fmla="*/ 642048 h 1160647"/>
                <a:gd name="connsiteX211-2153" fmla="*/ 1246791 w 3079941"/>
                <a:gd name="connsiteY211-2154" fmla="*/ 643669 h 1160647"/>
                <a:gd name="connsiteX212-2155" fmla="*/ 1246791 w 3079941"/>
                <a:gd name="connsiteY212-2156" fmla="*/ 655019 h 1160647"/>
                <a:gd name="connsiteX213-2157" fmla="*/ 1247551 w 3079941"/>
                <a:gd name="connsiteY213-2158" fmla="*/ 655019 h 1160647"/>
                <a:gd name="connsiteX214-2159" fmla="*/ 1252871 w 3079941"/>
                <a:gd name="connsiteY214-2160" fmla="*/ 655019 h 1160647"/>
                <a:gd name="connsiteX215-2161" fmla="*/ 1252871 w 3079941"/>
                <a:gd name="connsiteY215-2162" fmla="*/ 678798 h 1160647"/>
                <a:gd name="connsiteX216-2163" fmla="*/ 1254137 w 3079941"/>
                <a:gd name="connsiteY216-2164" fmla="*/ 678798 h 1160647"/>
                <a:gd name="connsiteX217-2165" fmla="*/ 1263004 w 3079941"/>
                <a:gd name="connsiteY217-2166" fmla="*/ 678798 h 1160647"/>
                <a:gd name="connsiteX218-2167" fmla="*/ 1265031 w 3079941"/>
                <a:gd name="connsiteY218-2168" fmla="*/ 682852 h 1160647"/>
                <a:gd name="connsiteX219-2169" fmla="*/ 1265031 w 3079941"/>
                <a:gd name="connsiteY219-2170" fmla="*/ 696093 h 1160647"/>
                <a:gd name="connsiteX220-2171" fmla="*/ 1266551 w 3079941"/>
                <a:gd name="connsiteY220-2172" fmla="*/ 694201 h 1160647"/>
                <a:gd name="connsiteX221-2173" fmla="*/ 1277191 w 3079941"/>
                <a:gd name="connsiteY221-2174" fmla="*/ 680960 h 1160647"/>
                <a:gd name="connsiteX222-2175" fmla="*/ 1305565 w 3079941"/>
                <a:gd name="connsiteY222-2176" fmla="*/ 680960 h 1160647"/>
                <a:gd name="connsiteX223-2177" fmla="*/ 1305565 w 3079941"/>
                <a:gd name="connsiteY223-2178" fmla="*/ 767431 h 1160647"/>
                <a:gd name="connsiteX224-2179" fmla="*/ 1306325 w 3079941"/>
                <a:gd name="connsiteY224-2180" fmla="*/ 767431 h 1160647"/>
                <a:gd name="connsiteX225-2181" fmla="*/ 1311645 w 3079941"/>
                <a:gd name="connsiteY225-2182" fmla="*/ 767431 h 1160647"/>
                <a:gd name="connsiteX226-2183" fmla="*/ 1312405 w 3079941"/>
                <a:gd name="connsiteY226-2184" fmla="*/ 766080 h 1160647"/>
                <a:gd name="connsiteX227-2185" fmla="*/ 1317725 w 3079941"/>
                <a:gd name="connsiteY227-2186" fmla="*/ 756622 h 1160647"/>
                <a:gd name="connsiteX228-2187" fmla="*/ 1317725 w 3079941"/>
                <a:gd name="connsiteY228-2188" fmla="*/ 758514 h 1160647"/>
                <a:gd name="connsiteX229-2189" fmla="*/ 1317725 w 3079941"/>
                <a:gd name="connsiteY229-2190" fmla="*/ 771755 h 1160647"/>
                <a:gd name="connsiteX230-2191" fmla="*/ 1321778 w 3079941"/>
                <a:gd name="connsiteY230-2192" fmla="*/ 726358 h 1160647"/>
                <a:gd name="connsiteX231-2193" fmla="*/ 1322538 w 3079941"/>
                <a:gd name="connsiteY231-2194" fmla="*/ 726358 h 1160647"/>
                <a:gd name="connsiteX232-2195" fmla="*/ 1327858 w 3079941"/>
                <a:gd name="connsiteY232-2196" fmla="*/ 726358 h 1160647"/>
                <a:gd name="connsiteX233-2197" fmla="*/ 1327858 w 3079941"/>
                <a:gd name="connsiteY233-2198" fmla="*/ 661504 h 1160647"/>
                <a:gd name="connsiteX234-2199" fmla="*/ 1328872 w 3079941"/>
                <a:gd name="connsiteY234-2200" fmla="*/ 661504 h 1160647"/>
                <a:gd name="connsiteX235-2201" fmla="*/ 1335965 w 3079941"/>
                <a:gd name="connsiteY235-2202" fmla="*/ 661504 h 1160647"/>
                <a:gd name="connsiteX236-2203" fmla="*/ 1348125 w 3079941"/>
                <a:gd name="connsiteY236-2204" fmla="*/ 618269 h 1160647"/>
                <a:gd name="connsiteX237-2205" fmla="*/ 1349392 w 3079941"/>
                <a:gd name="connsiteY237-2206" fmla="*/ 618269 h 1160647"/>
                <a:gd name="connsiteX238-2207" fmla="*/ 1358259 w 3079941"/>
                <a:gd name="connsiteY238-2208" fmla="*/ 618269 h 1160647"/>
                <a:gd name="connsiteX239-2209" fmla="*/ 1368392 w 3079941"/>
                <a:gd name="connsiteY239-2210" fmla="*/ 661504 h 1160647"/>
                <a:gd name="connsiteX240-2211" fmla="*/ 1369405 w 3079941"/>
                <a:gd name="connsiteY240-2212" fmla="*/ 661504 h 1160647"/>
                <a:gd name="connsiteX241-2213" fmla="*/ 1376499 w 3079941"/>
                <a:gd name="connsiteY241-2214" fmla="*/ 661504 h 1160647"/>
                <a:gd name="connsiteX242-2215" fmla="*/ 1376499 w 3079941"/>
                <a:gd name="connsiteY242-2216" fmla="*/ 700416 h 1160647"/>
                <a:gd name="connsiteX243-2217" fmla="*/ 1378272 w 3079941"/>
                <a:gd name="connsiteY243-2218" fmla="*/ 700416 h 1160647"/>
                <a:gd name="connsiteX244-2219" fmla="*/ 1390686 w 3079941"/>
                <a:gd name="connsiteY244-2220" fmla="*/ 700416 h 1160647"/>
                <a:gd name="connsiteX245-2221" fmla="*/ 1390686 w 3079941"/>
                <a:gd name="connsiteY245-2222" fmla="*/ 702578 h 1160647"/>
                <a:gd name="connsiteX246-2223" fmla="*/ 1390686 w 3079941"/>
                <a:gd name="connsiteY246-2224" fmla="*/ 717710 h 1160647"/>
                <a:gd name="connsiteX247-2225" fmla="*/ 1394739 w 3079941"/>
                <a:gd name="connsiteY247-2226" fmla="*/ 715549 h 1160647"/>
                <a:gd name="connsiteX248-2227" fmla="*/ 1394739 w 3079941"/>
                <a:gd name="connsiteY248-2228" fmla="*/ 700416 h 1160647"/>
                <a:gd name="connsiteX249-2229" fmla="*/ 1396259 w 3079941"/>
                <a:gd name="connsiteY249-2230" fmla="*/ 700416 h 1160647"/>
                <a:gd name="connsiteX250-2231" fmla="*/ 1406899 w 3079941"/>
                <a:gd name="connsiteY250-2232" fmla="*/ 700416 h 1160647"/>
                <a:gd name="connsiteX251-2233" fmla="*/ 1406899 w 3079941"/>
                <a:gd name="connsiteY251-2234" fmla="*/ 702037 h 1160647"/>
                <a:gd name="connsiteX252-2235" fmla="*/ 1406899 w 3079941"/>
                <a:gd name="connsiteY252-2236" fmla="*/ 713387 h 1160647"/>
                <a:gd name="connsiteX253-2237" fmla="*/ 1437300 w 3079941"/>
                <a:gd name="connsiteY253-2238" fmla="*/ 713387 h 1160647"/>
                <a:gd name="connsiteX254-2239" fmla="*/ 1437300 w 3079941"/>
                <a:gd name="connsiteY254-2240" fmla="*/ 676637 h 1160647"/>
                <a:gd name="connsiteX255-2241" fmla="*/ 1438566 w 3079941"/>
                <a:gd name="connsiteY255-2242" fmla="*/ 676637 h 1160647"/>
                <a:gd name="connsiteX256-2243" fmla="*/ 1447433 w 3079941"/>
                <a:gd name="connsiteY256-2244" fmla="*/ 676637 h 1160647"/>
                <a:gd name="connsiteX257-2245" fmla="*/ 1447433 w 3079941"/>
                <a:gd name="connsiteY257-2246" fmla="*/ 698254 h 1160647"/>
                <a:gd name="connsiteX258-2247" fmla="*/ 1449460 w 3079941"/>
                <a:gd name="connsiteY258-2248" fmla="*/ 665828 h 1160647"/>
                <a:gd name="connsiteX259-2249" fmla="*/ 1471753 w 3079941"/>
                <a:gd name="connsiteY259-2250" fmla="*/ 665828 h 1160647"/>
                <a:gd name="connsiteX260-2251" fmla="*/ 1471753 w 3079941"/>
                <a:gd name="connsiteY260-2252" fmla="*/ 664206 h 1160647"/>
                <a:gd name="connsiteX261-2253" fmla="*/ 1471753 w 3079941"/>
                <a:gd name="connsiteY261-2254" fmla="*/ 652857 h 1160647"/>
                <a:gd name="connsiteX262-2255" fmla="*/ 1472513 w 3079941"/>
                <a:gd name="connsiteY262-2256" fmla="*/ 652857 h 1160647"/>
                <a:gd name="connsiteX263-2257" fmla="*/ 1477833 w 3079941"/>
                <a:gd name="connsiteY263-2258" fmla="*/ 652857 h 1160647"/>
                <a:gd name="connsiteX264-2259" fmla="*/ 1477833 w 3079941"/>
                <a:gd name="connsiteY264-2260" fmla="*/ 650966 h 1160647"/>
                <a:gd name="connsiteX265-2261" fmla="*/ 1477833 w 3079941"/>
                <a:gd name="connsiteY265-2262" fmla="*/ 637725 h 1160647"/>
                <a:gd name="connsiteX266-2263" fmla="*/ 1481887 w 3079941"/>
                <a:gd name="connsiteY266-2264" fmla="*/ 644210 h 1160647"/>
                <a:gd name="connsiteX267-2265" fmla="*/ 1484167 w 3079941"/>
                <a:gd name="connsiteY267-2266" fmla="*/ 644210 h 1160647"/>
                <a:gd name="connsiteX268-2267" fmla="*/ 1500127 w 3079941"/>
                <a:gd name="connsiteY268-2268" fmla="*/ 644210 h 1160647"/>
                <a:gd name="connsiteX269-2269" fmla="*/ 1500127 w 3079941"/>
                <a:gd name="connsiteY269-2270" fmla="*/ 643399 h 1160647"/>
                <a:gd name="connsiteX270-2271" fmla="*/ 1500127 w 3079941"/>
                <a:gd name="connsiteY270-2272" fmla="*/ 637725 h 1160647"/>
                <a:gd name="connsiteX271-2273" fmla="*/ 1500887 w 3079941"/>
                <a:gd name="connsiteY271-2274" fmla="*/ 637725 h 1160647"/>
                <a:gd name="connsiteX272-2275" fmla="*/ 1506207 w 3079941"/>
                <a:gd name="connsiteY272-2276" fmla="*/ 637725 h 1160647"/>
                <a:gd name="connsiteX273-2277" fmla="*/ 1506207 w 3079941"/>
                <a:gd name="connsiteY273-2278" fmla="*/ 639076 h 1160647"/>
                <a:gd name="connsiteX274-2279" fmla="*/ 1506207 w 3079941"/>
                <a:gd name="connsiteY274-2280" fmla="*/ 648534 h 1160647"/>
                <a:gd name="connsiteX275-2281" fmla="*/ 1544714 w 3079941"/>
                <a:gd name="connsiteY275-2282" fmla="*/ 648534 h 1160647"/>
                <a:gd name="connsiteX276-2283" fmla="*/ 1544714 w 3079941"/>
                <a:gd name="connsiteY276-2284" fmla="*/ 786887 h 1160647"/>
                <a:gd name="connsiteX277-2285" fmla="*/ 1546234 w 3079941"/>
                <a:gd name="connsiteY277-2286" fmla="*/ 786887 h 1160647"/>
                <a:gd name="connsiteX278-2287" fmla="*/ 1556874 w 3079941"/>
                <a:gd name="connsiteY278-2288" fmla="*/ 786887 h 1160647"/>
                <a:gd name="connsiteX279-2289" fmla="*/ 1556874 w 3079941"/>
                <a:gd name="connsiteY279-2290" fmla="*/ 773917 h 1160647"/>
                <a:gd name="connsiteX280-2291" fmla="*/ 1560928 w 3079941"/>
                <a:gd name="connsiteY280-2292" fmla="*/ 773917 h 1160647"/>
                <a:gd name="connsiteX281-2293" fmla="*/ 1560928 w 3079941"/>
                <a:gd name="connsiteY281-2294" fmla="*/ 786887 h 1160647"/>
                <a:gd name="connsiteX282-2295" fmla="*/ 1591328 w 3079941"/>
                <a:gd name="connsiteY282-2296" fmla="*/ 786887 h 1160647"/>
                <a:gd name="connsiteX283-2297" fmla="*/ 1591328 w 3079941"/>
                <a:gd name="connsiteY283-2298" fmla="*/ 756622 h 1160647"/>
                <a:gd name="connsiteX284-2299" fmla="*/ 1603488 w 3079941"/>
                <a:gd name="connsiteY284-2300" fmla="*/ 756622 h 1160647"/>
                <a:gd name="connsiteX285-2301" fmla="*/ 1615648 w 3079941"/>
                <a:gd name="connsiteY285-2302" fmla="*/ 754461 h 1160647"/>
                <a:gd name="connsiteX286-2303" fmla="*/ 1619702 w 3079941"/>
                <a:gd name="connsiteY286-2304" fmla="*/ 756622 h 1160647"/>
                <a:gd name="connsiteX287-2305" fmla="*/ 1629835 w 3079941"/>
                <a:gd name="connsiteY287-2306" fmla="*/ 756622 h 1160647"/>
                <a:gd name="connsiteX288-2307" fmla="*/ 1629835 w 3079941"/>
                <a:gd name="connsiteY288-2308" fmla="*/ 786887 h 1160647"/>
                <a:gd name="connsiteX289-2309" fmla="*/ 1637942 w 3079941"/>
                <a:gd name="connsiteY289-2310" fmla="*/ 786887 h 1160647"/>
                <a:gd name="connsiteX290-2311" fmla="*/ 1637942 w 3079941"/>
                <a:gd name="connsiteY290-2312" fmla="*/ 804182 h 1160647"/>
                <a:gd name="connsiteX291-2313" fmla="*/ 1647278 w 3079941"/>
                <a:gd name="connsiteY291-2314" fmla="*/ 805087 h 1160647"/>
                <a:gd name="connsiteX292-2315" fmla="*/ 1660236 w 3079941"/>
                <a:gd name="connsiteY292-2316" fmla="*/ 805087 h 1160647"/>
                <a:gd name="connsiteX293-2317" fmla="*/ 1660236 w 3079941"/>
                <a:gd name="connsiteY293-2318" fmla="*/ 789049 h 1160647"/>
                <a:gd name="connsiteX294-2319" fmla="*/ 1728192 w 3079941"/>
                <a:gd name="connsiteY294-2320" fmla="*/ 789049 h 1160647"/>
                <a:gd name="connsiteX295-2321" fmla="*/ 1728192 w 3079941"/>
                <a:gd name="connsiteY295-2322" fmla="*/ 703796 h 1160647"/>
                <a:gd name="connsiteX296-2323" fmla="*/ 1800200 w 3079941"/>
                <a:gd name="connsiteY296-2324" fmla="*/ 703796 h 1160647"/>
                <a:gd name="connsiteX297-2325" fmla="*/ 1800200 w 3079941"/>
                <a:gd name="connsiteY297-2326" fmla="*/ 782564 h 1160647"/>
                <a:gd name="connsiteX298-2327" fmla="*/ 1802104 w 3079941"/>
                <a:gd name="connsiteY298-2328" fmla="*/ 782564 h 1160647"/>
                <a:gd name="connsiteX299-2329" fmla="*/ 1803346 w 3079941"/>
                <a:gd name="connsiteY299-2330" fmla="*/ 805087 h 1160647"/>
                <a:gd name="connsiteX300-2331" fmla="*/ 1813022 w 3079941"/>
                <a:gd name="connsiteY300-2332" fmla="*/ 805087 h 1160647"/>
                <a:gd name="connsiteX301-2333" fmla="*/ 1814264 w 3079941"/>
                <a:gd name="connsiteY301-2334" fmla="*/ 782564 h 1160647"/>
                <a:gd name="connsiteX302-2335" fmla="*/ 1820344 w 3079941"/>
                <a:gd name="connsiteY302-2336" fmla="*/ 782564 h 1160647"/>
                <a:gd name="connsiteX303-2337" fmla="*/ 1821586 w 3079941"/>
                <a:gd name="connsiteY303-2338" fmla="*/ 805087 h 1160647"/>
                <a:gd name="connsiteX304-2339" fmla="*/ 1872208 w 3079941"/>
                <a:gd name="connsiteY304-2340" fmla="*/ 805087 h 1160647"/>
                <a:gd name="connsiteX305-2341" fmla="*/ 1872208 w 3079941"/>
                <a:gd name="connsiteY305-2342" fmla="*/ 642059 h 1160647"/>
                <a:gd name="connsiteX306-2343" fmla="*/ 2069535 w 3079941"/>
                <a:gd name="connsiteY306-2344" fmla="*/ 642059 h 1160647"/>
                <a:gd name="connsiteX307-2345" fmla="*/ 2069535 w 3079941"/>
                <a:gd name="connsiteY307-2346" fmla="*/ 805087 h 1160647"/>
                <a:gd name="connsiteX308-2347" fmla="*/ 2088232 w 3079941"/>
                <a:gd name="connsiteY308-2348" fmla="*/ 805087 h 1160647"/>
                <a:gd name="connsiteX309-2349" fmla="*/ 2088232 w 3079941"/>
                <a:gd name="connsiteY309-2350" fmla="*/ 722394 h 1160647"/>
                <a:gd name="connsiteX310-2351" fmla="*/ 2183352 w 3079941"/>
                <a:gd name="connsiteY310-2352" fmla="*/ 722394 h 1160647"/>
                <a:gd name="connsiteX311-2353" fmla="*/ 2195282 w 3079941"/>
                <a:gd name="connsiteY311-2354" fmla="*/ 404253 h 1160647"/>
                <a:gd name="connsiteX312-2355" fmla="*/ 2183122 w 3079941"/>
                <a:gd name="connsiteY312-2356" fmla="*/ 382635 h 1160647"/>
                <a:gd name="connsiteX313-2357" fmla="*/ 2177042 w 3079941"/>
                <a:gd name="connsiteY313-2358" fmla="*/ 378311 h 1160647"/>
                <a:gd name="connsiteX314-2359" fmla="*/ 2185149 w 3079941"/>
                <a:gd name="connsiteY314-2360" fmla="*/ 354532 h 1160647"/>
                <a:gd name="connsiteX315-2361" fmla="*/ 2185149 w 3079941"/>
                <a:gd name="connsiteY315-2362" fmla="*/ 337238 h 1160647"/>
                <a:gd name="connsiteX316-2363" fmla="*/ 2199336 w 3079941"/>
                <a:gd name="connsiteY316-2364" fmla="*/ 337238 h 1160647"/>
                <a:gd name="connsiteX317-2365" fmla="*/ 2199336 w 3079941"/>
                <a:gd name="connsiteY317-2366" fmla="*/ 315620 h 1160647"/>
                <a:gd name="connsiteX318-2367" fmla="*/ 2201362 w 3079941"/>
                <a:gd name="connsiteY318-2368" fmla="*/ 311296 h 1160647"/>
                <a:gd name="connsiteX319-2369" fmla="*/ 2201362 w 3079941"/>
                <a:gd name="connsiteY319-2370" fmla="*/ 233472 h 1160647"/>
                <a:gd name="connsiteX320-2371" fmla="*/ 2199336 w 3079941"/>
                <a:gd name="connsiteY320-2372" fmla="*/ 226987 h 1160647"/>
                <a:gd name="connsiteX321-2373" fmla="*/ 2205416 w 3079941"/>
                <a:gd name="connsiteY321-2374" fmla="*/ 220501 h 1160647"/>
                <a:gd name="connsiteX322-2375" fmla="*/ 2205416 w 3079941"/>
                <a:gd name="connsiteY322-2376" fmla="*/ 162133 h 1160647"/>
                <a:gd name="connsiteX323-2377" fmla="*/ 2207442 w 3079941"/>
                <a:gd name="connsiteY323-2378" fmla="*/ 157810 h 1160647"/>
                <a:gd name="connsiteX324-2379" fmla="*/ 2207442 w 3079941"/>
                <a:gd name="connsiteY324-2380" fmla="*/ 101604 h 1160647"/>
                <a:gd name="connsiteX325-2381" fmla="*/ 2209469 w 3079941"/>
                <a:gd name="connsiteY325-2382" fmla="*/ 82148 h 1160647"/>
                <a:gd name="connsiteX326-2383" fmla="*/ 2213523 w 3079941"/>
                <a:gd name="connsiteY326-2384" fmla="*/ 99442 h 1160647"/>
                <a:gd name="connsiteX327-2385" fmla="*/ 2215549 w 3079941"/>
                <a:gd name="connsiteY327-2386" fmla="*/ 157810 h 1160647"/>
                <a:gd name="connsiteX328-2387" fmla="*/ 2217576 w 3079941"/>
                <a:gd name="connsiteY328-2388" fmla="*/ 220501 h 1160647"/>
                <a:gd name="connsiteX329-2389" fmla="*/ 2223656 w 3079941"/>
                <a:gd name="connsiteY329-2390" fmla="*/ 226987 h 1160647"/>
                <a:gd name="connsiteX330-2391" fmla="*/ 2221629 w 3079941"/>
                <a:gd name="connsiteY330-2392" fmla="*/ 233472 h 1160647"/>
                <a:gd name="connsiteX331-2393" fmla="*/ 2221629 w 3079941"/>
                <a:gd name="connsiteY331-2394" fmla="*/ 311296 h 1160647"/>
                <a:gd name="connsiteX332-2395" fmla="*/ 2223656 w 3079941"/>
                <a:gd name="connsiteY332-2396" fmla="*/ 315620 h 1160647"/>
                <a:gd name="connsiteX333-2397" fmla="*/ 2223656 w 3079941"/>
                <a:gd name="connsiteY333-2398" fmla="*/ 337238 h 1160647"/>
                <a:gd name="connsiteX334-2399" fmla="*/ 2237843 w 3079941"/>
                <a:gd name="connsiteY334-2400" fmla="*/ 337238 h 1160647"/>
                <a:gd name="connsiteX335-2401" fmla="*/ 2237843 w 3079941"/>
                <a:gd name="connsiteY335-2402" fmla="*/ 354532 h 1160647"/>
                <a:gd name="connsiteX336-2403" fmla="*/ 2245950 w 3079941"/>
                <a:gd name="connsiteY336-2404" fmla="*/ 378311 h 1160647"/>
                <a:gd name="connsiteX337-2405" fmla="*/ 2239870 w 3079941"/>
                <a:gd name="connsiteY337-2406" fmla="*/ 382635 h 1160647"/>
                <a:gd name="connsiteX338-2407" fmla="*/ 2227709 w 3079941"/>
                <a:gd name="connsiteY338-2408" fmla="*/ 404253 h 1160647"/>
                <a:gd name="connsiteX339-2409" fmla="*/ 2235816 w 3079941"/>
                <a:gd name="connsiteY339-2410" fmla="*/ 657181 h 1160647"/>
                <a:gd name="connsiteX340-2411" fmla="*/ 2300670 w 3079941"/>
                <a:gd name="connsiteY340-2412" fmla="*/ 657181 h 1160647"/>
                <a:gd name="connsiteX341-2413" fmla="*/ 2300670 w 3079941"/>
                <a:gd name="connsiteY341-2414" fmla="*/ 732843 h 1160647"/>
                <a:gd name="connsiteX342-2415" fmla="*/ 2308777 w 3079941"/>
                <a:gd name="connsiteY342-2416" fmla="*/ 732843 h 1160647"/>
                <a:gd name="connsiteX343-2417" fmla="*/ 2310804 w 3079941"/>
                <a:gd name="connsiteY343-2418" fmla="*/ 726358 h 1160647"/>
                <a:gd name="connsiteX344-2419" fmla="*/ 2316884 w 3079941"/>
                <a:gd name="connsiteY344-2420" fmla="*/ 726358 h 1160647"/>
                <a:gd name="connsiteX345-2421" fmla="*/ 2318911 w 3079941"/>
                <a:gd name="connsiteY345-2422" fmla="*/ 735005 h 1160647"/>
                <a:gd name="connsiteX346-2423" fmla="*/ 2331071 w 3079941"/>
                <a:gd name="connsiteY346-2424" fmla="*/ 735005 h 1160647"/>
                <a:gd name="connsiteX347-2425" fmla="*/ 2331071 w 3079941"/>
                <a:gd name="connsiteY347-2426" fmla="*/ 728519 h 1160647"/>
                <a:gd name="connsiteX348-2427" fmla="*/ 2353364 w 3079941"/>
                <a:gd name="connsiteY348-2428" fmla="*/ 728519 h 1160647"/>
                <a:gd name="connsiteX349-2429" fmla="*/ 2353364 w 3079941"/>
                <a:gd name="connsiteY349-2430" fmla="*/ 735005 h 1160647"/>
                <a:gd name="connsiteX350-2431" fmla="*/ 2373631 w 3079941"/>
                <a:gd name="connsiteY350-2432" fmla="*/ 735005 h 1160647"/>
                <a:gd name="connsiteX351-2433" fmla="*/ 2373631 w 3079941"/>
                <a:gd name="connsiteY351-2434" fmla="*/ 780402 h 1160647"/>
                <a:gd name="connsiteX352-2435" fmla="*/ 2387818 w 3079941"/>
                <a:gd name="connsiteY352-2436" fmla="*/ 780402 h 1160647"/>
                <a:gd name="connsiteX353-2437" fmla="*/ 2387818 w 3079941"/>
                <a:gd name="connsiteY353-2438" fmla="*/ 767431 h 1160647"/>
                <a:gd name="connsiteX354-2439" fmla="*/ 2404032 w 3079941"/>
                <a:gd name="connsiteY354-2440" fmla="*/ 767431 h 1160647"/>
                <a:gd name="connsiteX355-2441" fmla="*/ 2404032 w 3079941"/>
                <a:gd name="connsiteY355-2442" fmla="*/ 588004 h 1160647"/>
                <a:gd name="connsiteX356-2443" fmla="*/ 2410112 w 3079941"/>
                <a:gd name="connsiteY356-2444" fmla="*/ 581518 h 1160647"/>
                <a:gd name="connsiteX357-2445" fmla="*/ 2483073 w 3079941"/>
                <a:gd name="connsiteY357-2446" fmla="*/ 581518 h 1160647"/>
                <a:gd name="connsiteX358-2447" fmla="*/ 2483073 w 3079941"/>
                <a:gd name="connsiteY358-2448" fmla="*/ 590166 h 1160647"/>
                <a:gd name="connsiteX359-2449" fmla="*/ 2493206 w 3079941"/>
                <a:gd name="connsiteY359-2450" fmla="*/ 590166 h 1160647"/>
                <a:gd name="connsiteX360-2451" fmla="*/ 2493206 w 3079941"/>
                <a:gd name="connsiteY360-2452" fmla="*/ 704740 h 1160647"/>
                <a:gd name="connsiteX361-2453" fmla="*/ 2515500 w 3079941"/>
                <a:gd name="connsiteY361-2454" fmla="*/ 704740 h 1160647"/>
                <a:gd name="connsiteX362-2455" fmla="*/ 2515500 w 3079941"/>
                <a:gd name="connsiteY362-2456" fmla="*/ 637725 h 1160647"/>
                <a:gd name="connsiteX363-2457" fmla="*/ 2541847 w 3079941"/>
                <a:gd name="connsiteY363-2458" fmla="*/ 637725 h 1160647"/>
                <a:gd name="connsiteX364-2459" fmla="*/ 2545900 w 3079941"/>
                <a:gd name="connsiteY364-2460" fmla="*/ 633401 h 1160647"/>
                <a:gd name="connsiteX365-2461" fmla="*/ 2554007 w 3079941"/>
                <a:gd name="connsiteY365-2462" fmla="*/ 633401 h 1160647"/>
                <a:gd name="connsiteX366-2463" fmla="*/ 2558060 w 3079941"/>
                <a:gd name="connsiteY366-2464" fmla="*/ 637725 h 1160647"/>
                <a:gd name="connsiteX367-2465" fmla="*/ 2580354 w 3079941"/>
                <a:gd name="connsiteY367-2466" fmla="*/ 637725 h 1160647"/>
                <a:gd name="connsiteX368-2467" fmla="*/ 2580354 w 3079941"/>
                <a:gd name="connsiteY368-2468" fmla="*/ 520989 h 1160647"/>
                <a:gd name="connsiteX369-2469" fmla="*/ 2637101 w 3079941"/>
                <a:gd name="connsiteY369-2470" fmla="*/ 510180 h 1160647"/>
                <a:gd name="connsiteX370-2471" fmla="*/ 2637101 w 3079941"/>
                <a:gd name="connsiteY370-2472" fmla="*/ 511261 h 1160647"/>
                <a:gd name="connsiteX371-2473" fmla="*/ 2637101 w 3079941"/>
                <a:gd name="connsiteY371-2474" fmla="*/ 518827 h 1160647"/>
                <a:gd name="connsiteX372-2475" fmla="*/ 2663448 w 3079941"/>
                <a:gd name="connsiteY372-2476" fmla="*/ 518827 h 1160647"/>
                <a:gd name="connsiteX373-2477" fmla="*/ 2663448 w 3079941"/>
                <a:gd name="connsiteY373-2478" fmla="*/ 773917 h 1160647"/>
                <a:gd name="connsiteX374-2479" fmla="*/ 2685742 w 3079941"/>
                <a:gd name="connsiteY374-2480" fmla="*/ 773917 h 1160647"/>
                <a:gd name="connsiteX375-2481" fmla="*/ 2685742 w 3079941"/>
                <a:gd name="connsiteY375-2482" fmla="*/ 769593 h 1160647"/>
                <a:gd name="connsiteX376-2483" fmla="*/ 2697902 w 3079941"/>
                <a:gd name="connsiteY376-2484" fmla="*/ 769593 h 1160647"/>
                <a:gd name="connsiteX377-2485" fmla="*/ 2697902 w 3079941"/>
                <a:gd name="connsiteY377-2486" fmla="*/ 773917 h 1160647"/>
                <a:gd name="connsiteX378-2487" fmla="*/ 2722222 w 3079941"/>
                <a:gd name="connsiteY378-2488" fmla="*/ 773917 h 1160647"/>
                <a:gd name="connsiteX379-2489" fmla="*/ 2722222 w 3079941"/>
                <a:gd name="connsiteY379-2490" fmla="*/ 760946 h 1160647"/>
                <a:gd name="connsiteX380-2491" fmla="*/ 2750596 w 3079941"/>
                <a:gd name="connsiteY380-2492" fmla="*/ 760946 h 1160647"/>
                <a:gd name="connsiteX381-2493" fmla="*/ 2762756 w 3079941"/>
                <a:gd name="connsiteY381-2494" fmla="*/ 756622 h 1160647"/>
                <a:gd name="connsiteX382-2495" fmla="*/ 2783023 w 3079941"/>
                <a:gd name="connsiteY382-2496" fmla="*/ 760946 h 1160647"/>
                <a:gd name="connsiteX383-2497" fmla="*/ 2783023 w 3079941"/>
                <a:gd name="connsiteY383-2498" fmla="*/ 743652 h 1160647"/>
                <a:gd name="connsiteX384-2499" fmla="*/ 2791130 w 3079941"/>
                <a:gd name="connsiteY384-2500" fmla="*/ 743652 h 1160647"/>
                <a:gd name="connsiteX385-2501" fmla="*/ 2791130 w 3079941"/>
                <a:gd name="connsiteY385-2502" fmla="*/ 730681 h 1160647"/>
                <a:gd name="connsiteX386-2503" fmla="*/ 2847877 w 3079941"/>
                <a:gd name="connsiteY386-2504" fmla="*/ 730681 h 1160647"/>
                <a:gd name="connsiteX387-2505" fmla="*/ 2847877 w 3079941"/>
                <a:gd name="connsiteY387-2506" fmla="*/ 700416 h 1160647"/>
                <a:gd name="connsiteX388-2507" fmla="*/ 2866117 w 3079941"/>
                <a:gd name="connsiteY388-2508" fmla="*/ 700416 h 1160647"/>
                <a:gd name="connsiteX389-2509" fmla="*/ 2866117 w 3079941"/>
                <a:gd name="connsiteY389-2510" fmla="*/ 693931 h 1160647"/>
                <a:gd name="connsiteX390-2511" fmla="*/ 2878277 w 3079941"/>
                <a:gd name="connsiteY390-2512" fmla="*/ 693931 h 1160647"/>
                <a:gd name="connsiteX391-2513" fmla="*/ 2878277 w 3079941"/>
                <a:gd name="connsiteY391-2514" fmla="*/ 700416 h 1160647"/>
                <a:gd name="connsiteX392-2515" fmla="*/ 2894491 w 3079941"/>
                <a:gd name="connsiteY392-2516" fmla="*/ 700416 h 1160647"/>
                <a:gd name="connsiteX393-2517" fmla="*/ 2894491 w 3079941"/>
                <a:gd name="connsiteY393-2518" fmla="*/ 750137 h 1160647"/>
                <a:gd name="connsiteX394-2519" fmla="*/ 2926918 w 3079941"/>
                <a:gd name="connsiteY394-2520" fmla="*/ 750137 h 1160647"/>
                <a:gd name="connsiteX395-2521" fmla="*/ 2926918 w 3079941"/>
                <a:gd name="connsiteY395-2522" fmla="*/ 724196 h 1160647"/>
                <a:gd name="connsiteX396-2523" fmla="*/ 2965425 w 3079941"/>
                <a:gd name="connsiteY396-2524" fmla="*/ 724196 h 1160647"/>
                <a:gd name="connsiteX397-2525" fmla="*/ 2965425 w 3079941"/>
                <a:gd name="connsiteY397-2526" fmla="*/ 693931 h 1160647"/>
                <a:gd name="connsiteX398-2527" fmla="*/ 3014066 w 3079941"/>
                <a:gd name="connsiteY398-2528" fmla="*/ 693931 h 1160647"/>
                <a:gd name="connsiteX399-2529" fmla="*/ 3014066 w 3079941"/>
                <a:gd name="connsiteY399-2530" fmla="*/ 805087 h 1160647"/>
                <a:gd name="connsiteX400-2531" fmla="*/ 3014066 w 3079941"/>
                <a:gd name="connsiteY400-2532" fmla="*/ 818866 h 1160647"/>
                <a:gd name="connsiteX401-2533" fmla="*/ 3079941 w 3079941"/>
                <a:gd name="connsiteY401-2534" fmla="*/ 818866 h 1160647"/>
                <a:gd name="connsiteX402-2535" fmla="*/ 3079941 w 3079941"/>
                <a:gd name="connsiteY402-2536" fmla="*/ 1160647 h 1160647"/>
                <a:gd name="connsiteX403-2537" fmla="*/ 200958 w 3079941"/>
                <a:gd name="connsiteY403-2538" fmla="*/ 1160647 h 1160647"/>
                <a:gd name="connsiteX404-2539" fmla="*/ 200958 w 3079941"/>
                <a:gd name="connsiteY404-2540" fmla="*/ 1126882 h 1160647"/>
                <a:gd name="connsiteX405-2541" fmla="*/ 0 w 3079941"/>
                <a:gd name="connsiteY405-2542" fmla="*/ 1126882 h 1160647"/>
                <a:gd name="connsiteX406-2543" fmla="*/ 0 w 3079941"/>
                <a:gd name="connsiteY406-2544" fmla="*/ 915339 h 1160647"/>
                <a:gd name="connsiteX407-2545" fmla="*/ 103377 w 3079941"/>
                <a:gd name="connsiteY407-2546" fmla="*/ 915339 h 1160647"/>
                <a:gd name="connsiteX408-2547" fmla="*/ 103377 w 3079941"/>
                <a:gd name="connsiteY408-2548" fmla="*/ 886329 h 1160647"/>
                <a:gd name="connsiteX409-2549" fmla="*/ 55096 w 3079941"/>
                <a:gd name="connsiteY409-2550" fmla="*/ 886329 h 1160647"/>
                <a:gd name="connsiteX410-2551" fmla="*/ 55096 w 3079941"/>
                <a:gd name="connsiteY410-2552" fmla="*/ 724196 h 1160647"/>
                <a:gd name="connsiteX411-2553" fmla="*/ 75363 w 3079941"/>
                <a:gd name="connsiteY411-2554" fmla="*/ 724196 h 1160647"/>
                <a:gd name="connsiteX412-2555" fmla="*/ 75870 w 3079941"/>
                <a:gd name="connsiteY412-2556" fmla="*/ 723115 h 1160647"/>
                <a:gd name="connsiteX413-2557" fmla="*/ 79416 w 3079941"/>
                <a:gd name="connsiteY413-2558" fmla="*/ 715549 h 1160647"/>
                <a:gd name="connsiteX414-2559" fmla="*/ 81190 w 3079941"/>
                <a:gd name="connsiteY414-2560" fmla="*/ 715819 h 1160647"/>
                <a:gd name="connsiteX415-2561" fmla="*/ 93603 w 3079941"/>
                <a:gd name="connsiteY415-2562" fmla="*/ 717710 h 1160647"/>
                <a:gd name="connsiteX416-2563" fmla="*/ 94110 w 3079941"/>
                <a:gd name="connsiteY416-2564" fmla="*/ 719062 h 1160647"/>
                <a:gd name="connsiteX417-2565" fmla="*/ 97656 w 3079941"/>
                <a:gd name="connsiteY417-2566" fmla="*/ 728519 h 1160647"/>
                <a:gd name="connsiteX418-2567" fmla="*/ 124003 w 3079941"/>
                <a:gd name="connsiteY418-2568" fmla="*/ 730681 h 1160647"/>
                <a:gd name="connsiteX419-2569" fmla="*/ 124003 w 3079941"/>
                <a:gd name="connsiteY419-2570" fmla="*/ 607460 h 1160647"/>
                <a:gd name="connsiteX420-2571" fmla="*/ 126030 w 3079941"/>
                <a:gd name="connsiteY420-2572" fmla="*/ 607460 h 1160647"/>
                <a:gd name="connsiteX421-2573" fmla="*/ 140217 w 3079941"/>
                <a:gd name="connsiteY421-2574" fmla="*/ 607460 h 1160647"/>
                <a:gd name="connsiteX422-2575" fmla="*/ 140217 w 3079941"/>
                <a:gd name="connsiteY422-2576" fmla="*/ 471268 h 1160647"/>
                <a:gd name="connsiteX423-2577" fmla="*/ 141990 w 3079941"/>
                <a:gd name="connsiteY423-2578" fmla="*/ 471268 h 1160647"/>
                <a:gd name="connsiteX424-2579" fmla="*/ 154404 w 3079941"/>
                <a:gd name="connsiteY424-2580" fmla="*/ 471268 h 1160647"/>
                <a:gd name="connsiteX425-2581" fmla="*/ 154404 w 3079941"/>
                <a:gd name="connsiteY425-2582" fmla="*/ 356694 h 1160647"/>
                <a:gd name="connsiteX426-2583" fmla="*/ 158457 w 3079941"/>
                <a:gd name="connsiteY426-2584" fmla="*/ 328590 h 1160647"/>
                <a:gd name="connsiteX427-2585" fmla="*/ 160484 w 3079941"/>
                <a:gd name="connsiteY427-2586" fmla="*/ 328590 h 1160647"/>
                <a:gd name="connsiteX428-2587" fmla="*/ 174671 w 3079941"/>
                <a:gd name="connsiteY428-2588" fmla="*/ 328590 h 1160647"/>
                <a:gd name="connsiteX429-2589" fmla="*/ 211151 w 3079941"/>
                <a:gd name="connsiteY429-2590" fmla="*/ 246443 h 1160647"/>
                <a:gd name="connsiteX430-2591" fmla="*/ 215205 w 3079941"/>
                <a:gd name="connsiteY430-2592" fmla="*/ 0 h 1160647"/>
                <a:gd name="connsiteX0-2593" fmla="*/ 215205 w 3079941"/>
                <a:gd name="connsiteY0-2594" fmla="*/ 0 h 1160647"/>
                <a:gd name="connsiteX1-2595" fmla="*/ 217231 w 3079941"/>
                <a:gd name="connsiteY1-2596" fmla="*/ 246443 h 1160647"/>
                <a:gd name="connsiteX2-2597" fmla="*/ 255738 w 3079941"/>
                <a:gd name="connsiteY2-2598" fmla="*/ 326429 h 1160647"/>
                <a:gd name="connsiteX3-2599" fmla="*/ 257765 w 3079941"/>
                <a:gd name="connsiteY3-2600" fmla="*/ 326429 h 1160647"/>
                <a:gd name="connsiteX4-2601" fmla="*/ 271952 w 3079941"/>
                <a:gd name="connsiteY4-2602" fmla="*/ 326429 h 1160647"/>
                <a:gd name="connsiteX5-2603" fmla="*/ 271952 w 3079941"/>
                <a:gd name="connsiteY5-2604" fmla="*/ 350208 h 1160647"/>
                <a:gd name="connsiteX6-2605" fmla="*/ 272459 w 3079941"/>
                <a:gd name="connsiteY6-2606" fmla="*/ 351019 h 1160647"/>
                <a:gd name="connsiteX7-2607" fmla="*/ 276005 w 3079941"/>
                <a:gd name="connsiteY7-2608" fmla="*/ 356694 h 1160647"/>
                <a:gd name="connsiteX8-2609" fmla="*/ 276005 w 3079941"/>
                <a:gd name="connsiteY8-2610" fmla="*/ 471268 h 1160647"/>
                <a:gd name="connsiteX9-2611" fmla="*/ 278285 w 3079941"/>
                <a:gd name="connsiteY9-2612" fmla="*/ 471268 h 1160647"/>
                <a:gd name="connsiteX10-2613" fmla="*/ 294246 w 3079941"/>
                <a:gd name="connsiteY10-2614" fmla="*/ 471268 h 1160647"/>
                <a:gd name="connsiteX11-2615" fmla="*/ 294246 w 3079941"/>
                <a:gd name="connsiteY11-2616" fmla="*/ 611783 h 1160647"/>
                <a:gd name="connsiteX12-2617" fmla="*/ 295766 w 3079941"/>
                <a:gd name="connsiteY12-2618" fmla="*/ 611513 h 1160647"/>
                <a:gd name="connsiteX13-2619" fmla="*/ 306406 w 3079941"/>
                <a:gd name="connsiteY13-2620" fmla="*/ 609622 h 1160647"/>
                <a:gd name="connsiteX14-2621" fmla="*/ 304379 w 3079941"/>
                <a:gd name="connsiteY14-2622" fmla="*/ 698254 h 1160647"/>
                <a:gd name="connsiteX15-2623" fmla="*/ 305899 w 3079941"/>
                <a:gd name="connsiteY15-2624" fmla="*/ 698525 h 1160647"/>
                <a:gd name="connsiteX16-2625" fmla="*/ 316539 w 3079941"/>
                <a:gd name="connsiteY16-2626" fmla="*/ 700416 h 1160647"/>
                <a:gd name="connsiteX17-2627" fmla="*/ 316792 w 3079941"/>
                <a:gd name="connsiteY17-2628" fmla="*/ 701227 h 1160647"/>
                <a:gd name="connsiteX18-2629" fmla="*/ 318566 w 3079941"/>
                <a:gd name="connsiteY18-2630" fmla="*/ 706902 h 1160647"/>
                <a:gd name="connsiteX19-2631" fmla="*/ 319326 w 3079941"/>
                <a:gd name="connsiteY19-2632" fmla="*/ 704470 h 1160647"/>
                <a:gd name="connsiteX20-2633" fmla="*/ 324646 w 3079941"/>
                <a:gd name="connsiteY20-2634" fmla="*/ 687446 h 1160647"/>
                <a:gd name="connsiteX21-2635" fmla="*/ 326419 w 3079941"/>
                <a:gd name="connsiteY21-2636" fmla="*/ 687446 h 1160647"/>
                <a:gd name="connsiteX22-2637" fmla="*/ 338833 w 3079941"/>
                <a:gd name="connsiteY22-2638" fmla="*/ 687446 h 1160647"/>
                <a:gd name="connsiteX23-2639" fmla="*/ 338833 w 3079941"/>
                <a:gd name="connsiteY23-2640" fmla="*/ 719872 h 1160647"/>
                <a:gd name="connsiteX24-2641" fmla="*/ 339846 w 3079941"/>
                <a:gd name="connsiteY24-2642" fmla="*/ 720413 h 1160647"/>
                <a:gd name="connsiteX25-2643" fmla="*/ 346940 w 3079941"/>
                <a:gd name="connsiteY25-2644" fmla="*/ 724196 h 1160647"/>
                <a:gd name="connsiteX26-2645" fmla="*/ 346940 w 3079941"/>
                <a:gd name="connsiteY26-2646" fmla="*/ 725547 h 1160647"/>
                <a:gd name="connsiteX27-2647" fmla="*/ 346940 w 3079941"/>
                <a:gd name="connsiteY27-2648" fmla="*/ 735005 h 1160647"/>
                <a:gd name="connsiteX28-2649" fmla="*/ 391527 w 3079941"/>
                <a:gd name="connsiteY28-2650" fmla="*/ 735005 h 1160647"/>
                <a:gd name="connsiteX29-2651" fmla="*/ 391527 w 3079941"/>
                <a:gd name="connsiteY29-2652" fmla="*/ 736086 h 1160647"/>
                <a:gd name="connsiteX30-2653" fmla="*/ 391527 w 3079941"/>
                <a:gd name="connsiteY30-2654" fmla="*/ 743652 h 1160647"/>
                <a:gd name="connsiteX31-2655" fmla="*/ 393553 w 3079941"/>
                <a:gd name="connsiteY31-2656" fmla="*/ 743652 h 1160647"/>
                <a:gd name="connsiteX32-2657" fmla="*/ 407740 w 3079941"/>
                <a:gd name="connsiteY32-2658" fmla="*/ 743652 h 1160647"/>
                <a:gd name="connsiteX33-2659" fmla="*/ 407740 w 3079941"/>
                <a:gd name="connsiteY33-2660" fmla="*/ 713387 h 1160647"/>
                <a:gd name="connsiteX34-2661" fmla="*/ 452327 w 3079941"/>
                <a:gd name="connsiteY34-2662" fmla="*/ 713387 h 1160647"/>
                <a:gd name="connsiteX35-2663" fmla="*/ 452327 w 3079941"/>
                <a:gd name="connsiteY35-2664" fmla="*/ 712036 h 1160647"/>
                <a:gd name="connsiteX36-2665" fmla="*/ 452327 w 3079941"/>
                <a:gd name="connsiteY36-2666" fmla="*/ 702578 h 1160647"/>
                <a:gd name="connsiteX37-2667" fmla="*/ 453341 w 3079941"/>
                <a:gd name="connsiteY37-2668" fmla="*/ 702578 h 1160647"/>
                <a:gd name="connsiteX38-2669" fmla="*/ 460434 w 3079941"/>
                <a:gd name="connsiteY38-2670" fmla="*/ 702578 h 1160647"/>
                <a:gd name="connsiteX39-2671" fmla="*/ 460434 w 3079941"/>
                <a:gd name="connsiteY39-2672" fmla="*/ 700687 h 1160647"/>
                <a:gd name="connsiteX40-2673" fmla="*/ 460434 w 3079941"/>
                <a:gd name="connsiteY40-2674" fmla="*/ 687446 h 1160647"/>
                <a:gd name="connsiteX41-2675" fmla="*/ 461194 w 3079941"/>
                <a:gd name="connsiteY41-2676" fmla="*/ 687446 h 1160647"/>
                <a:gd name="connsiteX42-2677" fmla="*/ 466514 w 3079941"/>
                <a:gd name="connsiteY42-2678" fmla="*/ 687446 h 1160647"/>
                <a:gd name="connsiteX43-2679" fmla="*/ 466514 w 3079941"/>
                <a:gd name="connsiteY43-2680" fmla="*/ 686365 h 1160647"/>
                <a:gd name="connsiteX44-2681" fmla="*/ 466514 w 3079941"/>
                <a:gd name="connsiteY44-2682" fmla="*/ 678798 h 1160647"/>
                <a:gd name="connsiteX45-2683" fmla="*/ 468541 w 3079941"/>
                <a:gd name="connsiteY45-2684" fmla="*/ 678798 h 1160647"/>
                <a:gd name="connsiteX46-2685" fmla="*/ 482728 w 3079941"/>
                <a:gd name="connsiteY46-2686" fmla="*/ 678798 h 1160647"/>
                <a:gd name="connsiteX47-2687" fmla="*/ 482728 w 3079941"/>
                <a:gd name="connsiteY47-2688" fmla="*/ 679879 h 1160647"/>
                <a:gd name="connsiteX48-2689" fmla="*/ 482728 w 3079941"/>
                <a:gd name="connsiteY48-2690" fmla="*/ 687446 h 1160647"/>
                <a:gd name="connsiteX49-2691" fmla="*/ 505021 w 3079941"/>
                <a:gd name="connsiteY49-2692" fmla="*/ 687446 h 1160647"/>
                <a:gd name="connsiteX50-2693" fmla="*/ 505021 w 3079941"/>
                <a:gd name="connsiteY50-2694" fmla="*/ 685554 h 1160647"/>
                <a:gd name="connsiteX51-2695" fmla="*/ 505021 w 3079941"/>
                <a:gd name="connsiteY51-2696" fmla="*/ 672313 h 1160647"/>
                <a:gd name="connsiteX52-2697" fmla="*/ 506795 w 3079941"/>
                <a:gd name="connsiteY52-2698" fmla="*/ 672313 h 1160647"/>
                <a:gd name="connsiteX53-2699" fmla="*/ 519208 w 3079941"/>
                <a:gd name="connsiteY53-2700" fmla="*/ 672313 h 1160647"/>
                <a:gd name="connsiteX54-2701" fmla="*/ 519208 w 3079941"/>
                <a:gd name="connsiteY54-2702" fmla="*/ 696093 h 1160647"/>
                <a:gd name="connsiteX55-2703" fmla="*/ 520222 w 3079941"/>
                <a:gd name="connsiteY55-2704" fmla="*/ 696093 h 1160647"/>
                <a:gd name="connsiteX56-2705" fmla="*/ 527315 w 3079941"/>
                <a:gd name="connsiteY56-2706" fmla="*/ 696093 h 1160647"/>
                <a:gd name="connsiteX57-2707" fmla="*/ 527315 w 3079941"/>
                <a:gd name="connsiteY57-2708" fmla="*/ 695012 h 1160647"/>
                <a:gd name="connsiteX58-2709" fmla="*/ 527315 w 3079941"/>
                <a:gd name="connsiteY58-2710" fmla="*/ 687446 h 1160647"/>
                <a:gd name="connsiteX59-2711" fmla="*/ 529088 w 3079941"/>
                <a:gd name="connsiteY59-2712" fmla="*/ 687446 h 1160647"/>
                <a:gd name="connsiteX60-2713" fmla="*/ 541502 w 3079941"/>
                <a:gd name="connsiteY60-2714" fmla="*/ 687446 h 1160647"/>
                <a:gd name="connsiteX61-2715" fmla="*/ 541502 w 3079941"/>
                <a:gd name="connsiteY61-2716" fmla="*/ 713387 h 1160647"/>
                <a:gd name="connsiteX62-2717" fmla="*/ 543529 w 3079941"/>
                <a:gd name="connsiteY62-2718" fmla="*/ 713387 h 1160647"/>
                <a:gd name="connsiteX63-2719" fmla="*/ 557715 w 3079941"/>
                <a:gd name="connsiteY63-2720" fmla="*/ 713387 h 1160647"/>
                <a:gd name="connsiteX64-2721" fmla="*/ 557715 w 3079941"/>
                <a:gd name="connsiteY64-2722" fmla="*/ 715008 h 1160647"/>
                <a:gd name="connsiteX65-2723" fmla="*/ 557715 w 3079941"/>
                <a:gd name="connsiteY65-2724" fmla="*/ 726358 h 1160647"/>
                <a:gd name="connsiteX66-2725" fmla="*/ 558475 w 3079941"/>
                <a:gd name="connsiteY66-2726" fmla="*/ 726358 h 1160647"/>
                <a:gd name="connsiteX67-2727" fmla="*/ 563796 w 3079941"/>
                <a:gd name="connsiteY67-2728" fmla="*/ 726358 h 1160647"/>
                <a:gd name="connsiteX68-2729" fmla="*/ 563796 w 3079941"/>
                <a:gd name="connsiteY68-2730" fmla="*/ 725547 h 1160647"/>
                <a:gd name="connsiteX69-2731" fmla="*/ 563796 w 3079941"/>
                <a:gd name="connsiteY69-2732" fmla="*/ 719872 h 1160647"/>
                <a:gd name="connsiteX70-2733" fmla="*/ 594196 w 3079941"/>
                <a:gd name="connsiteY70-2734" fmla="*/ 719872 h 1160647"/>
                <a:gd name="connsiteX71-2735" fmla="*/ 594196 w 3079941"/>
                <a:gd name="connsiteY71-2736" fmla="*/ 743652 h 1160647"/>
                <a:gd name="connsiteX72-2737" fmla="*/ 595209 w 3079941"/>
                <a:gd name="connsiteY72-2738" fmla="*/ 743652 h 1160647"/>
                <a:gd name="connsiteX73-2739" fmla="*/ 602303 w 3079941"/>
                <a:gd name="connsiteY73-2740" fmla="*/ 743652 h 1160647"/>
                <a:gd name="connsiteX74-2741" fmla="*/ 602303 w 3079941"/>
                <a:gd name="connsiteY74-2742" fmla="*/ 744733 h 1160647"/>
                <a:gd name="connsiteX75-2743" fmla="*/ 602303 w 3079941"/>
                <a:gd name="connsiteY75-2744" fmla="*/ 752299 h 1160647"/>
                <a:gd name="connsiteX76-2745" fmla="*/ 603063 w 3079941"/>
                <a:gd name="connsiteY76-2746" fmla="*/ 752299 h 1160647"/>
                <a:gd name="connsiteX77-2747" fmla="*/ 608383 w 3079941"/>
                <a:gd name="connsiteY77-2748" fmla="*/ 752299 h 1160647"/>
                <a:gd name="connsiteX78-2749" fmla="*/ 608383 w 3079941"/>
                <a:gd name="connsiteY78-2750" fmla="*/ 750137 h 1160647"/>
                <a:gd name="connsiteX79-2751" fmla="*/ 608383 w 3079941"/>
                <a:gd name="connsiteY79-2752" fmla="*/ 735005 h 1160647"/>
                <a:gd name="connsiteX80-2753" fmla="*/ 609396 w 3079941"/>
                <a:gd name="connsiteY80-2754" fmla="*/ 735005 h 1160647"/>
                <a:gd name="connsiteX81-2755" fmla="*/ 616490 w 3079941"/>
                <a:gd name="connsiteY81-2756" fmla="*/ 735005 h 1160647"/>
                <a:gd name="connsiteX82-2757" fmla="*/ 616490 w 3079941"/>
                <a:gd name="connsiteY82-2758" fmla="*/ 736086 h 1160647"/>
                <a:gd name="connsiteX83-2759" fmla="*/ 616490 w 3079941"/>
                <a:gd name="connsiteY83-2760" fmla="*/ 743652 h 1160647"/>
                <a:gd name="connsiteX84-2761" fmla="*/ 621810 w 3079941"/>
                <a:gd name="connsiteY84-2762" fmla="*/ 741659 h 1160647"/>
                <a:gd name="connsiteX85-2763" fmla="*/ 622570 w 3079941"/>
                <a:gd name="connsiteY85-2764" fmla="*/ 740679 h 1160647"/>
                <a:gd name="connsiteX86-2765" fmla="*/ 622570 w 3079941"/>
                <a:gd name="connsiteY86-2766" fmla="*/ 735005 h 1160647"/>
                <a:gd name="connsiteX87-2767" fmla="*/ 661077 w 3079941"/>
                <a:gd name="connsiteY87-2768" fmla="*/ 735005 h 1160647"/>
                <a:gd name="connsiteX88-2769" fmla="*/ 661077 w 3079941"/>
                <a:gd name="connsiteY88-2770" fmla="*/ 758784 h 1160647"/>
                <a:gd name="connsiteX89-2771" fmla="*/ 663103 w 3079941"/>
                <a:gd name="connsiteY89-2772" fmla="*/ 758784 h 1160647"/>
                <a:gd name="connsiteX90-2773" fmla="*/ 677290 w 3079941"/>
                <a:gd name="connsiteY90-2774" fmla="*/ 758784 h 1160647"/>
                <a:gd name="connsiteX91-2775" fmla="*/ 677290 w 3079941"/>
                <a:gd name="connsiteY91-2776" fmla="*/ 759865 h 1160647"/>
                <a:gd name="connsiteX92-2777" fmla="*/ 677290 w 3079941"/>
                <a:gd name="connsiteY92-2778" fmla="*/ 767431 h 1160647"/>
                <a:gd name="connsiteX93-2779" fmla="*/ 679064 w 3079941"/>
                <a:gd name="connsiteY93-2780" fmla="*/ 767431 h 1160647"/>
                <a:gd name="connsiteX94-2781" fmla="*/ 691477 w 3079941"/>
                <a:gd name="connsiteY94-2782" fmla="*/ 767431 h 1160647"/>
                <a:gd name="connsiteX95-2783" fmla="*/ 691477 w 3079941"/>
                <a:gd name="connsiteY95-2784" fmla="*/ 743652 h 1160647"/>
                <a:gd name="connsiteX96-2785" fmla="*/ 692490 w 3079941"/>
                <a:gd name="connsiteY96-2786" fmla="*/ 743652 h 1160647"/>
                <a:gd name="connsiteX97-2787" fmla="*/ 699584 w 3079941"/>
                <a:gd name="connsiteY97-2788" fmla="*/ 743652 h 1160647"/>
                <a:gd name="connsiteX98-2789" fmla="*/ 699584 w 3079941"/>
                <a:gd name="connsiteY98-2790" fmla="*/ 711225 h 1160647"/>
                <a:gd name="connsiteX99-2791" fmla="*/ 700597 w 3079941"/>
                <a:gd name="connsiteY99-2792" fmla="*/ 711225 h 1160647"/>
                <a:gd name="connsiteX100-2793" fmla="*/ 707691 w 3079941"/>
                <a:gd name="connsiteY100-2794" fmla="*/ 711225 h 1160647"/>
                <a:gd name="connsiteX101-2795" fmla="*/ 707691 w 3079941"/>
                <a:gd name="connsiteY101-2796" fmla="*/ 709334 h 1160647"/>
                <a:gd name="connsiteX102-2797" fmla="*/ 707691 w 3079941"/>
                <a:gd name="connsiteY102-2798" fmla="*/ 696093 h 1160647"/>
                <a:gd name="connsiteX103-2799" fmla="*/ 706424 w 3079941"/>
                <a:gd name="connsiteY103-2800" fmla="*/ 694471 h 1160647"/>
                <a:gd name="connsiteX104-2801" fmla="*/ 711744 w 3079941"/>
                <a:gd name="connsiteY104-2802" fmla="*/ 683122 h 1160647"/>
                <a:gd name="connsiteX105-2803" fmla="*/ 719851 w 3079941"/>
                <a:gd name="connsiteY105-2804" fmla="*/ 711225 h 1160647"/>
                <a:gd name="connsiteX106-2805" fmla="*/ 720611 w 3079941"/>
                <a:gd name="connsiteY106-2806" fmla="*/ 711225 h 1160647"/>
                <a:gd name="connsiteX107-2807" fmla="*/ 725931 w 3079941"/>
                <a:gd name="connsiteY107-2808" fmla="*/ 711225 h 1160647"/>
                <a:gd name="connsiteX108-2809" fmla="*/ 725931 w 3079941"/>
                <a:gd name="connsiteY108-2810" fmla="*/ 605298 h 1160647"/>
                <a:gd name="connsiteX109-2811" fmla="*/ 727451 w 3079941"/>
                <a:gd name="connsiteY109-2812" fmla="*/ 605298 h 1160647"/>
                <a:gd name="connsiteX110-2813" fmla="*/ 738091 w 3079941"/>
                <a:gd name="connsiteY110-2814" fmla="*/ 605298 h 1160647"/>
                <a:gd name="connsiteX111-2815" fmla="*/ 738091 w 3079941"/>
                <a:gd name="connsiteY111-2816" fmla="*/ 557739 h 1160647"/>
                <a:gd name="connsiteX112-2817" fmla="*/ 764438 w 3079941"/>
                <a:gd name="connsiteY112-2818" fmla="*/ 557739 h 1160647"/>
                <a:gd name="connsiteX113-2819" fmla="*/ 764438 w 3079941"/>
                <a:gd name="connsiteY113-2820" fmla="*/ 536121 h 1160647"/>
                <a:gd name="connsiteX114-2821" fmla="*/ 798892 w 3079941"/>
                <a:gd name="connsiteY114-2822" fmla="*/ 536121 h 1160647"/>
                <a:gd name="connsiteX115-2823" fmla="*/ 798892 w 3079941"/>
                <a:gd name="connsiteY115-2824" fmla="*/ 538553 h 1160647"/>
                <a:gd name="connsiteX116-2825" fmla="*/ 798892 w 3079941"/>
                <a:gd name="connsiteY116-2826" fmla="*/ 555577 h 1160647"/>
                <a:gd name="connsiteX117-2827" fmla="*/ 801172 w 3079941"/>
                <a:gd name="connsiteY117-2828" fmla="*/ 555577 h 1160647"/>
                <a:gd name="connsiteX118-2829" fmla="*/ 817132 w 3079941"/>
                <a:gd name="connsiteY118-2830" fmla="*/ 555577 h 1160647"/>
                <a:gd name="connsiteX119-2831" fmla="*/ 817132 w 3079941"/>
                <a:gd name="connsiteY119-2832" fmla="*/ 603136 h 1160647"/>
                <a:gd name="connsiteX120-2833" fmla="*/ 818145 w 3079941"/>
                <a:gd name="connsiteY120-2834" fmla="*/ 603136 h 1160647"/>
                <a:gd name="connsiteX121-2835" fmla="*/ 825239 w 3079941"/>
                <a:gd name="connsiteY121-2836" fmla="*/ 603136 h 1160647"/>
                <a:gd name="connsiteX122-2837" fmla="*/ 839426 w 3079941"/>
                <a:gd name="connsiteY122-2838" fmla="*/ 607460 h 1160647"/>
                <a:gd name="connsiteX123-2839" fmla="*/ 839426 w 3079941"/>
                <a:gd name="connsiteY123-2840" fmla="*/ 646372 h 1160647"/>
                <a:gd name="connsiteX124-2841" fmla="*/ 840439 w 3079941"/>
                <a:gd name="connsiteY124-2842" fmla="*/ 646372 h 1160647"/>
                <a:gd name="connsiteX125-2843" fmla="*/ 847532 w 3079941"/>
                <a:gd name="connsiteY125-2844" fmla="*/ 646372 h 1160647"/>
                <a:gd name="connsiteX126-2845" fmla="*/ 847532 w 3079941"/>
                <a:gd name="connsiteY126-2846" fmla="*/ 647993 h 1160647"/>
                <a:gd name="connsiteX127-2847" fmla="*/ 847532 w 3079941"/>
                <a:gd name="connsiteY127-2848" fmla="*/ 659342 h 1160647"/>
                <a:gd name="connsiteX128-2849" fmla="*/ 849559 w 3079941"/>
                <a:gd name="connsiteY128-2850" fmla="*/ 659342 h 1160647"/>
                <a:gd name="connsiteX129-2851" fmla="*/ 863746 w 3079941"/>
                <a:gd name="connsiteY129-2852" fmla="*/ 659342 h 1160647"/>
                <a:gd name="connsiteX130-2853" fmla="*/ 869826 w 3079941"/>
                <a:gd name="connsiteY130-2854" fmla="*/ 665828 h 1160647"/>
                <a:gd name="connsiteX131-2855" fmla="*/ 869826 w 3079941"/>
                <a:gd name="connsiteY131-2856" fmla="*/ 687446 h 1160647"/>
                <a:gd name="connsiteX132-2857" fmla="*/ 872106 w 3079941"/>
                <a:gd name="connsiteY132-2858" fmla="*/ 687446 h 1160647"/>
                <a:gd name="connsiteX133-2859" fmla="*/ 888066 w 3079941"/>
                <a:gd name="connsiteY133-2860" fmla="*/ 687446 h 1160647"/>
                <a:gd name="connsiteX134-2861" fmla="*/ 888066 w 3079941"/>
                <a:gd name="connsiteY134-2862" fmla="*/ 688526 h 1160647"/>
                <a:gd name="connsiteX135-2863" fmla="*/ 888066 w 3079941"/>
                <a:gd name="connsiteY135-2864" fmla="*/ 696093 h 1160647"/>
                <a:gd name="connsiteX136-2865" fmla="*/ 889333 w 3079941"/>
                <a:gd name="connsiteY136-2866" fmla="*/ 696093 h 1160647"/>
                <a:gd name="connsiteX137-2867" fmla="*/ 898200 w 3079941"/>
                <a:gd name="connsiteY137-2868" fmla="*/ 696093 h 1160647"/>
                <a:gd name="connsiteX138-2869" fmla="*/ 898200 w 3079941"/>
                <a:gd name="connsiteY138-2870" fmla="*/ 698254 h 1160647"/>
                <a:gd name="connsiteX139-2871" fmla="*/ 898200 w 3079941"/>
                <a:gd name="connsiteY139-2872" fmla="*/ 713387 h 1160647"/>
                <a:gd name="connsiteX140-2873" fmla="*/ 902253 w 3079941"/>
                <a:gd name="connsiteY140-2874" fmla="*/ 711495 h 1160647"/>
                <a:gd name="connsiteX141-2875" fmla="*/ 902253 w 3079941"/>
                <a:gd name="connsiteY141-2876" fmla="*/ 698254 h 1160647"/>
                <a:gd name="connsiteX142-2877" fmla="*/ 903266 w 3079941"/>
                <a:gd name="connsiteY142-2878" fmla="*/ 698254 h 1160647"/>
                <a:gd name="connsiteX143-2879" fmla="*/ 910360 w 3079941"/>
                <a:gd name="connsiteY143-2880" fmla="*/ 698254 h 1160647"/>
                <a:gd name="connsiteX144-2881" fmla="*/ 910360 w 3079941"/>
                <a:gd name="connsiteY144-2882" fmla="*/ 699876 h 1160647"/>
                <a:gd name="connsiteX145-2883" fmla="*/ 910360 w 3079941"/>
                <a:gd name="connsiteY145-2884" fmla="*/ 711225 h 1160647"/>
                <a:gd name="connsiteX146-2885" fmla="*/ 911120 w 3079941"/>
                <a:gd name="connsiteY146-2886" fmla="*/ 711225 h 1160647"/>
                <a:gd name="connsiteX147-2887" fmla="*/ 916440 w 3079941"/>
                <a:gd name="connsiteY147-2888" fmla="*/ 711225 h 1160647"/>
                <a:gd name="connsiteX148-2889" fmla="*/ 965080 w 3079941"/>
                <a:gd name="connsiteY148-2890" fmla="*/ 706902 h 1160647"/>
                <a:gd name="connsiteX149-2891" fmla="*/ 965080 w 3079941"/>
                <a:gd name="connsiteY149-2892" fmla="*/ 708253 h 1160647"/>
                <a:gd name="connsiteX150-2893" fmla="*/ 965080 w 3079941"/>
                <a:gd name="connsiteY150-2894" fmla="*/ 717710 h 1160647"/>
                <a:gd name="connsiteX151-2895" fmla="*/ 965840 w 3079941"/>
                <a:gd name="connsiteY151-2896" fmla="*/ 717710 h 1160647"/>
                <a:gd name="connsiteX152-2897" fmla="*/ 971161 w 3079941"/>
                <a:gd name="connsiteY152-2898" fmla="*/ 717710 h 1160647"/>
                <a:gd name="connsiteX153-2899" fmla="*/ 971161 w 3079941"/>
                <a:gd name="connsiteY153-2900" fmla="*/ 719872 h 1160647"/>
                <a:gd name="connsiteX154-2901" fmla="*/ 971161 w 3079941"/>
                <a:gd name="connsiteY154-2902" fmla="*/ 735005 h 1160647"/>
                <a:gd name="connsiteX155-2903" fmla="*/ 973187 w 3079941"/>
                <a:gd name="connsiteY155-2904" fmla="*/ 733654 h 1160647"/>
                <a:gd name="connsiteX156-2905" fmla="*/ 987374 w 3079941"/>
                <a:gd name="connsiteY156-2906" fmla="*/ 724196 h 1160647"/>
                <a:gd name="connsiteX157-2907" fmla="*/ 993454 w 3079941"/>
                <a:gd name="connsiteY157-2908" fmla="*/ 683122 h 1160647"/>
                <a:gd name="connsiteX158-2909" fmla="*/ 994214 w 3079941"/>
                <a:gd name="connsiteY158-2910" fmla="*/ 682852 h 1160647"/>
                <a:gd name="connsiteX159-2911" fmla="*/ 999534 w 3079941"/>
                <a:gd name="connsiteY159-2912" fmla="*/ 680960 h 1160647"/>
                <a:gd name="connsiteX160-2913" fmla="*/ 1001561 w 3079941"/>
                <a:gd name="connsiteY160-2914" fmla="*/ 611783 h 1160647"/>
                <a:gd name="connsiteX161-2915" fmla="*/ 1003588 w 3079941"/>
                <a:gd name="connsiteY161-2916" fmla="*/ 680960 h 1160647"/>
                <a:gd name="connsiteX162-2917" fmla="*/ 1004348 w 3079941"/>
                <a:gd name="connsiteY162-2918" fmla="*/ 681230 h 1160647"/>
                <a:gd name="connsiteX163-2919" fmla="*/ 1009668 w 3079941"/>
                <a:gd name="connsiteY163-2920" fmla="*/ 683122 h 1160647"/>
                <a:gd name="connsiteX164-2921" fmla="*/ 1009668 w 3079941"/>
                <a:gd name="connsiteY164-2922" fmla="*/ 596651 h 1160647"/>
                <a:gd name="connsiteX165-2923" fmla="*/ 1013721 w 3079941"/>
                <a:gd name="connsiteY165-2924" fmla="*/ 564224 h 1160647"/>
                <a:gd name="connsiteX166-2925" fmla="*/ 1052228 w 3079941"/>
                <a:gd name="connsiteY166-2926" fmla="*/ 564224 h 1160647"/>
                <a:gd name="connsiteX167-2927" fmla="*/ 1052228 w 3079941"/>
                <a:gd name="connsiteY167-2928" fmla="*/ 596651 h 1160647"/>
                <a:gd name="connsiteX168-2929" fmla="*/ 1052988 w 3079941"/>
                <a:gd name="connsiteY168-2930" fmla="*/ 596651 h 1160647"/>
                <a:gd name="connsiteX169-2931" fmla="*/ 1058308 w 3079941"/>
                <a:gd name="connsiteY169-2932" fmla="*/ 596651 h 1160647"/>
                <a:gd name="connsiteX170-2933" fmla="*/ 1058308 w 3079941"/>
                <a:gd name="connsiteY170-2934" fmla="*/ 514503 h 1160647"/>
                <a:gd name="connsiteX171-2935" fmla="*/ 1060082 w 3079941"/>
                <a:gd name="connsiteY171-2936" fmla="*/ 514503 h 1160647"/>
                <a:gd name="connsiteX172-2937" fmla="*/ 1072495 w 3079941"/>
                <a:gd name="connsiteY172-2938" fmla="*/ 514503 h 1160647"/>
                <a:gd name="connsiteX173-2939" fmla="*/ 1072495 w 3079941"/>
                <a:gd name="connsiteY173-2940" fmla="*/ 512612 h 1160647"/>
                <a:gd name="connsiteX174-2941" fmla="*/ 1072495 w 3079941"/>
                <a:gd name="connsiteY174-2942" fmla="*/ 499371 h 1160647"/>
                <a:gd name="connsiteX175-2943" fmla="*/ 1094789 w 3079941"/>
                <a:gd name="connsiteY175-2944" fmla="*/ 499371 h 1160647"/>
                <a:gd name="connsiteX176-2945" fmla="*/ 1094789 w 3079941"/>
                <a:gd name="connsiteY176-2946" fmla="*/ 498290 h 1160647"/>
                <a:gd name="connsiteX177-2947" fmla="*/ 1094789 w 3079941"/>
                <a:gd name="connsiteY177-2948" fmla="*/ 490724 h 1160647"/>
                <a:gd name="connsiteX178-2949" fmla="*/ 1096562 w 3079941"/>
                <a:gd name="connsiteY178-2950" fmla="*/ 490724 h 1160647"/>
                <a:gd name="connsiteX179-2951" fmla="*/ 1108976 w 3079941"/>
                <a:gd name="connsiteY179-2952" fmla="*/ 490724 h 1160647"/>
                <a:gd name="connsiteX180-2953" fmla="*/ 1108976 w 3079941"/>
                <a:gd name="connsiteY180-2954" fmla="*/ 491805 h 1160647"/>
                <a:gd name="connsiteX181-2955" fmla="*/ 1108976 w 3079941"/>
                <a:gd name="connsiteY181-2956" fmla="*/ 499371 h 1160647"/>
                <a:gd name="connsiteX182-2957" fmla="*/ 1109736 w 3079941"/>
                <a:gd name="connsiteY182-2958" fmla="*/ 499371 h 1160647"/>
                <a:gd name="connsiteX183-2959" fmla="*/ 1115056 w 3079941"/>
                <a:gd name="connsiteY183-2960" fmla="*/ 499371 h 1160647"/>
                <a:gd name="connsiteX184-2961" fmla="*/ 1125189 w 3079941"/>
                <a:gd name="connsiteY184-2962" fmla="*/ 495047 h 1160647"/>
                <a:gd name="connsiteX185-2963" fmla="*/ 1129242 w 3079941"/>
                <a:gd name="connsiteY185-2964" fmla="*/ 498290 h 1160647"/>
                <a:gd name="connsiteX186-2965" fmla="*/ 1129242 w 3079941"/>
                <a:gd name="connsiteY186-2966" fmla="*/ 490724 h 1160647"/>
                <a:gd name="connsiteX187-2967" fmla="*/ 1131522 w 3079941"/>
                <a:gd name="connsiteY187-2968" fmla="*/ 490724 h 1160647"/>
                <a:gd name="connsiteX188-2969" fmla="*/ 1147483 w 3079941"/>
                <a:gd name="connsiteY188-2970" fmla="*/ 490724 h 1160647"/>
                <a:gd name="connsiteX189-2971" fmla="*/ 1147483 w 3079941"/>
                <a:gd name="connsiteY189-2972" fmla="*/ 491805 h 1160647"/>
                <a:gd name="connsiteX190-2973" fmla="*/ 1147483 w 3079941"/>
                <a:gd name="connsiteY190-2974" fmla="*/ 499371 h 1160647"/>
                <a:gd name="connsiteX191-2975" fmla="*/ 1177883 w 3079941"/>
                <a:gd name="connsiteY191-2976" fmla="*/ 499371 h 1160647"/>
                <a:gd name="connsiteX192-2977" fmla="*/ 1177883 w 3079941"/>
                <a:gd name="connsiteY192-2978" fmla="*/ 500992 h 1160647"/>
                <a:gd name="connsiteX193-2979" fmla="*/ 1177883 w 3079941"/>
                <a:gd name="connsiteY193-2980" fmla="*/ 512342 h 1160647"/>
                <a:gd name="connsiteX194-2981" fmla="*/ 1204230 w 3079941"/>
                <a:gd name="connsiteY194-2982" fmla="*/ 512342 h 1160647"/>
                <a:gd name="connsiteX195-2983" fmla="*/ 1204230 w 3079941"/>
                <a:gd name="connsiteY195-2984" fmla="*/ 542606 h 1160647"/>
                <a:gd name="connsiteX196-2985" fmla="*/ 1204990 w 3079941"/>
                <a:gd name="connsiteY196-2986" fmla="*/ 542606 h 1160647"/>
                <a:gd name="connsiteX197-2987" fmla="*/ 1210310 w 3079941"/>
                <a:gd name="connsiteY197-2988" fmla="*/ 542606 h 1160647"/>
                <a:gd name="connsiteX198-2989" fmla="*/ 1210310 w 3079941"/>
                <a:gd name="connsiteY198-2990" fmla="*/ 543687 h 1160647"/>
                <a:gd name="connsiteX199-2991" fmla="*/ 1210310 w 3079941"/>
                <a:gd name="connsiteY199-2992" fmla="*/ 551254 h 1160647"/>
                <a:gd name="connsiteX200-2993" fmla="*/ 1214364 w 3079941"/>
                <a:gd name="connsiteY200-2994" fmla="*/ 581518 h 1160647"/>
                <a:gd name="connsiteX201-2995" fmla="*/ 1215124 w 3079941"/>
                <a:gd name="connsiteY201-2996" fmla="*/ 581518 h 1160647"/>
                <a:gd name="connsiteX202-2997" fmla="*/ 1220444 w 3079941"/>
                <a:gd name="connsiteY202-2998" fmla="*/ 581518 h 1160647"/>
                <a:gd name="connsiteX203-2999" fmla="*/ 1220444 w 3079941"/>
                <a:gd name="connsiteY203-3000" fmla="*/ 582329 h 1160647"/>
                <a:gd name="connsiteX204-3001" fmla="*/ 1220444 w 3079941"/>
                <a:gd name="connsiteY204-3002" fmla="*/ 588004 h 1160647"/>
                <a:gd name="connsiteX205-3003" fmla="*/ 1221457 w 3079941"/>
                <a:gd name="connsiteY205-3004" fmla="*/ 588004 h 1160647"/>
                <a:gd name="connsiteX206-3005" fmla="*/ 1228550 w 3079941"/>
                <a:gd name="connsiteY206-3006" fmla="*/ 588004 h 1160647"/>
                <a:gd name="connsiteX207-3007" fmla="*/ 1228550 w 3079941"/>
                <a:gd name="connsiteY207-3008" fmla="*/ 618269 h 1160647"/>
                <a:gd name="connsiteX208-3009" fmla="*/ 1230577 w 3079941"/>
                <a:gd name="connsiteY208-3010" fmla="*/ 618269 h 1160647"/>
                <a:gd name="connsiteX209-3011" fmla="*/ 1244764 w 3079941"/>
                <a:gd name="connsiteY209-3012" fmla="*/ 618269 h 1160647"/>
                <a:gd name="connsiteX210-3013" fmla="*/ 1244764 w 3079941"/>
                <a:gd name="connsiteY210-3014" fmla="*/ 642048 h 1160647"/>
                <a:gd name="connsiteX211-3015" fmla="*/ 1246791 w 3079941"/>
                <a:gd name="connsiteY211-3016" fmla="*/ 643669 h 1160647"/>
                <a:gd name="connsiteX212-3017" fmla="*/ 1246791 w 3079941"/>
                <a:gd name="connsiteY212-3018" fmla="*/ 655019 h 1160647"/>
                <a:gd name="connsiteX213-3019" fmla="*/ 1247551 w 3079941"/>
                <a:gd name="connsiteY213-3020" fmla="*/ 655019 h 1160647"/>
                <a:gd name="connsiteX214-3021" fmla="*/ 1252871 w 3079941"/>
                <a:gd name="connsiteY214-3022" fmla="*/ 655019 h 1160647"/>
                <a:gd name="connsiteX215-3023" fmla="*/ 1252871 w 3079941"/>
                <a:gd name="connsiteY215-3024" fmla="*/ 678798 h 1160647"/>
                <a:gd name="connsiteX216-3025" fmla="*/ 1254137 w 3079941"/>
                <a:gd name="connsiteY216-3026" fmla="*/ 678798 h 1160647"/>
                <a:gd name="connsiteX217-3027" fmla="*/ 1263004 w 3079941"/>
                <a:gd name="connsiteY217-3028" fmla="*/ 678798 h 1160647"/>
                <a:gd name="connsiteX218-3029" fmla="*/ 1265031 w 3079941"/>
                <a:gd name="connsiteY218-3030" fmla="*/ 682852 h 1160647"/>
                <a:gd name="connsiteX219-3031" fmla="*/ 1265031 w 3079941"/>
                <a:gd name="connsiteY219-3032" fmla="*/ 696093 h 1160647"/>
                <a:gd name="connsiteX220-3033" fmla="*/ 1266551 w 3079941"/>
                <a:gd name="connsiteY220-3034" fmla="*/ 694201 h 1160647"/>
                <a:gd name="connsiteX221-3035" fmla="*/ 1277191 w 3079941"/>
                <a:gd name="connsiteY221-3036" fmla="*/ 680960 h 1160647"/>
                <a:gd name="connsiteX222-3037" fmla="*/ 1305565 w 3079941"/>
                <a:gd name="connsiteY222-3038" fmla="*/ 680960 h 1160647"/>
                <a:gd name="connsiteX223-3039" fmla="*/ 1305565 w 3079941"/>
                <a:gd name="connsiteY223-3040" fmla="*/ 767431 h 1160647"/>
                <a:gd name="connsiteX224-3041" fmla="*/ 1306325 w 3079941"/>
                <a:gd name="connsiteY224-3042" fmla="*/ 767431 h 1160647"/>
                <a:gd name="connsiteX225-3043" fmla="*/ 1311645 w 3079941"/>
                <a:gd name="connsiteY225-3044" fmla="*/ 767431 h 1160647"/>
                <a:gd name="connsiteX226-3045" fmla="*/ 1312405 w 3079941"/>
                <a:gd name="connsiteY226-3046" fmla="*/ 766080 h 1160647"/>
                <a:gd name="connsiteX227-3047" fmla="*/ 1317725 w 3079941"/>
                <a:gd name="connsiteY227-3048" fmla="*/ 756622 h 1160647"/>
                <a:gd name="connsiteX228-3049" fmla="*/ 1317725 w 3079941"/>
                <a:gd name="connsiteY228-3050" fmla="*/ 758514 h 1160647"/>
                <a:gd name="connsiteX229-3051" fmla="*/ 1317725 w 3079941"/>
                <a:gd name="connsiteY229-3052" fmla="*/ 771755 h 1160647"/>
                <a:gd name="connsiteX230-3053" fmla="*/ 1321778 w 3079941"/>
                <a:gd name="connsiteY230-3054" fmla="*/ 726358 h 1160647"/>
                <a:gd name="connsiteX231-3055" fmla="*/ 1322538 w 3079941"/>
                <a:gd name="connsiteY231-3056" fmla="*/ 726358 h 1160647"/>
                <a:gd name="connsiteX232-3057" fmla="*/ 1327858 w 3079941"/>
                <a:gd name="connsiteY232-3058" fmla="*/ 726358 h 1160647"/>
                <a:gd name="connsiteX233-3059" fmla="*/ 1327858 w 3079941"/>
                <a:gd name="connsiteY233-3060" fmla="*/ 661504 h 1160647"/>
                <a:gd name="connsiteX234-3061" fmla="*/ 1328872 w 3079941"/>
                <a:gd name="connsiteY234-3062" fmla="*/ 661504 h 1160647"/>
                <a:gd name="connsiteX235-3063" fmla="*/ 1335965 w 3079941"/>
                <a:gd name="connsiteY235-3064" fmla="*/ 661504 h 1160647"/>
                <a:gd name="connsiteX236-3065" fmla="*/ 1348125 w 3079941"/>
                <a:gd name="connsiteY236-3066" fmla="*/ 618269 h 1160647"/>
                <a:gd name="connsiteX237-3067" fmla="*/ 1349392 w 3079941"/>
                <a:gd name="connsiteY237-3068" fmla="*/ 618269 h 1160647"/>
                <a:gd name="connsiteX238-3069" fmla="*/ 1358259 w 3079941"/>
                <a:gd name="connsiteY238-3070" fmla="*/ 618269 h 1160647"/>
                <a:gd name="connsiteX239-3071" fmla="*/ 1368392 w 3079941"/>
                <a:gd name="connsiteY239-3072" fmla="*/ 661504 h 1160647"/>
                <a:gd name="connsiteX240-3073" fmla="*/ 1369405 w 3079941"/>
                <a:gd name="connsiteY240-3074" fmla="*/ 661504 h 1160647"/>
                <a:gd name="connsiteX241-3075" fmla="*/ 1376499 w 3079941"/>
                <a:gd name="connsiteY241-3076" fmla="*/ 661504 h 1160647"/>
                <a:gd name="connsiteX242-3077" fmla="*/ 1376499 w 3079941"/>
                <a:gd name="connsiteY242-3078" fmla="*/ 700416 h 1160647"/>
                <a:gd name="connsiteX243-3079" fmla="*/ 1378272 w 3079941"/>
                <a:gd name="connsiteY243-3080" fmla="*/ 700416 h 1160647"/>
                <a:gd name="connsiteX244-3081" fmla="*/ 1390686 w 3079941"/>
                <a:gd name="connsiteY244-3082" fmla="*/ 700416 h 1160647"/>
                <a:gd name="connsiteX245-3083" fmla="*/ 1390686 w 3079941"/>
                <a:gd name="connsiteY245-3084" fmla="*/ 702578 h 1160647"/>
                <a:gd name="connsiteX246-3085" fmla="*/ 1390686 w 3079941"/>
                <a:gd name="connsiteY246-3086" fmla="*/ 717710 h 1160647"/>
                <a:gd name="connsiteX247-3087" fmla="*/ 1394739 w 3079941"/>
                <a:gd name="connsiteY247-3088" fmla="*/ 715549 h 1160647"/>
                <a:gd name="connsiteX248-3089" fmla="*/ 1394739 w 3079941"/>
                <a:gd name="connsiteY248-3090" fmla="*/ 700416 h 1160647"/>
                <a:gd name="connsiteX249-3091" fmla="*/ 1396259 w 3079941"/>
                <a:gd name="connsiteY249-3092" fmla="*/ 700416 h 1160647"/>
                <a:gd name="connsiteX250-3093" fmla="*/ 1406899 w 3079941"/>
                <a:gd name="connsiteY250-3094" fmla="*/ 700416 h 1160647"/>
                <a:gd name="connsiteX251-3095" fmla="*/ 1406899 w 3079941"/>
                <a:gd name="connsiteY251-3096" fmla="*/ 702037 h 1160647"/>
                <a:gd name="connsiteX252-3097" fmla="*/ 1406899 w 3079941"/>
                <a:gd name="connsiteY252-3098" fmla="*/ 713387 h 1160647"/>
                <a:gd name="connsiteX253-3099" fmla="*/ 1437300 w 3079941"/>
                <a:gd name="connsiteY253-3100" fmla="*/ 713387 h 1160647"/>
                <a:gd name="connsiteX254-3101" fmla="*/ 1437300 w 3079941"/>
                <a:gd name="connsiteY254-3102" fmla="*/ 676637 h 1160647"/>
                <a:gd name="connsiteX255-3103" fmla="*/ 1438566 w 3079941"/>
                <a:gd name="connsiteY255-3104" fmla="*/ 676637 h 1160647"/>
                <a:gd name="connsiteX256-3105" fmla="*/ 1447433 w 3079941"/>
                <a:gd name="connsiteY256-3106" fmla="*/ 676637 h 1160647"/>
                <a:gd name="connsiteX257-3107" fmla="*/ 1447433 w 3079941"/>
                <a:gd name="connsiteY257-3108" fmla="*/ 698254 h 1160647"/>
                <a:gd name="connsiteX258-3109" fmla="*/ 1449460 w 3079941"/>
                <a:gd name="connsiteY258-3110" fmla="*/ 665828 h 1160647"/>
                <a:gd name="connsiteX259-3111" fmla="*/ 1471753 w 3079941"/>
                <a:gd name="connsiteY259-3112" fmla="*/ 665828 h 1160647"/>
                <a:gd name="connsiteX260-3113" fmla="*/ 1471753 w 3079941"/>
                <a:gd name="connsiteY260-3114" fmla="*/ 664206 h 1160647"/>
                <a:gd name="connsiteX261-3115" fmla="*/ 1471753 w 3079941"/>
                <a:gd name="connsiteY261-3116" fmla="*/ 652857 h 1160647"/>
                <a:gd name="connsiteX262-3117" fmla="*/ 1472513 w 3079941"/>
                <a:gd name="connsiteY262-3118" fmla="*/ 652857 h 1160647"/>
                <a:gd name="connsiteX263-3119" fmla="*/ 1477833 w 3079941"/>
                <a:gd name="connsiteY263-3120" fmla="*/ 652857 h 1160647"/>
                <a:gd name="connsiteX264-3121" fmla="*/ 1477833 w 3079941"/>
                <a:gd name="connsiteY264-3122" fmla="*/ 650966 h 1160647"/>
                <a:gd name="connsiteX265-3123" fmla="*/ 1477833 w 3079941"/>
                <a:gd name="connsiteY265-3124" fmla="*/ 637725 h 1160647"/>
                <a:gd name="connsiteX266-3125" fmla="*/ 1481887 w 3079941"/>
                <a:gd name="connsiteY266-3126" fmla="*/ 644210 h 1160647"/>
                <a:gd name="connsiteX267-3127" fmla="*/ 1484167 w 3079941"/>
                <a:gd name="connsiteY267-3128" fmla="*/ 644210 h 1160647"/>
                <a:gd name="connsiteX268-3129" fmla="*/ 1500127 w 3079941"/>
                <a:gd name="connsiteY268-3130" fmla="*/ 644210 h 1160647"/>
                <a:gd name="connsiteX269-3131" fmla="*/ 1500127 w 3079941"/>
                <a:gd name="connsiteY269-3132" fmla="*/ 643399 h 1160647"/>
                <a:gd name="connsiteX270-3133" fmla="*/ 1500127 w 3079941"/>
                <a:gd name="connsiteY270-3134" fmla="*/ 637725 h 1160647"/>
                <a:gd name="connsiteX271-3135" fmla="*/ 1500887 w 3079941"/>
                <a:gd name="connsiteY271-3136" fmla="*/ 637725 h 1160647"/>
                <a:gd name="connsiteX272-3137" fmla="*/ 1506207 w 3079941"/>
                <a:gd name="connsiteY272-3138" fmla="*/ 637725 h 1160647"/>
                <a:gd name="connsiteX273-3139" fmla="*/ 1506207 w 3079941"/>
                <a:gd name="connsiteY273-3140" fmla="*/ 639076 h 1160647"/>
                <a:gd name="connsiteX274-3141" fmla="*/ 1506207 w 3079941"/>
                <a:gd name="connsiteY274-3142" fmla="*/ 648534 h 1160647"/>
                <a:gd name="connsiteX275-3143" fmla="*/ 1544714 w 3079941"/>
                <a:gd name="connsiteY275-3144" fmla="*/ 648534 h 1160647"/>
                <a:gd name="connsiteX276-3145" fmla="*/ 1544714 w 3079941"/>
                <a:gd name="connsiteY276-3146" fmla="*/ 786887 h 1160647"/>
                <a:gd name="connsiteX277-3147" fmla="*/ 1546234 w 3079941"/>
                <a:gd name="connsiteY277-3148" fmla="*/ 786887 h 1160647"/>
                <a:gd name="connsiteX278-3149" fmla="*/ 1556874 w 3079941"/>
                <a:gd name="connsiteY278-3150" fmla="*/ 786887 h 1160647"/>
                <a:gd name="connsiteX279-3151" fmla="*/ 1556874 w 3079941"/>
                <a:gd name="connsiteY279-3152" fmla="*/ 773917 h 1160647"/>
                <a:gd name="connsiteX280-3153" fmla="*/ 1560928 w 3079941"/>
                <a:gd name="connsiteY280-3154" fmla="*/ 773917 h 1160647"/>
                <a:gd name="connsiteX281-3155" fmla="*/ 1560928 w 3079941"/>
                <a:gd name="connsiteY281-3156" fmla="*/ 786887 h 1160647"/>
                <a:gd name="connsiteX282-3157" fmla="*/ 1591328 w 3079941"/>
                <a:gd name="connsiteY282-3158" fmla="*/ 786887 h 1160647"/>
                <a:gd name="connsiteX283-3159" fmla="*/ 1591328 w 3079941"/>
                <a:gd name="connsiteY283-3160" fmla="*/ 756622 h 1160647"/>
                <a:gd name="connsiteX284-3161" fmla="*/ 1603488 w 3079941"/>
                <a:gd name="connsiteY284-3162" fmla="*/ 756622 h 1160647"/>
                <a:gd name="connsiteX285-3163" fmla="*/ 1615648 w 3079941"/>
                <a:gd name="connsiteY285-3164" fmla="*/ 754461 h 1160647"/>
                <a:gd name="connsiteX286-3165" fmla="*/ 1619702 w 3079941"/>
                <a:gd name="connsiteY286-3166" fmla="*/ 756622 h 1160647"/>
                <a:gd name="connsiteX287-3167" fmla="*/ 1629835 w 3079941"/>
                <a:gd name="connsiteY287-3168" fmla="*/ 756622 h 1160647"/>
                <a:gd name="connsiteX288-3169" fmla="*/ 1629835 w 3079941"/>
                <a:gd name="connsiteY288-3170" fmla="*/ 786887 h 1160647"/>
                <a:gd name="connsiteX289-3171" fmla="*/ 1637942 w 3079941"/>
                <a:gd name="connsiteY289-3172" fmla="*/ 786887 h 1160647"/>
                <a:gd name="connsiteX290-3173" fmla="*/ 1637942 w 3079941"/>
                <a:gd name="connsiteY290-3174" fmla="*/ 804182 h 1160647"/>
                <a:gd name="connsiteX291-3175" fmla="*/ 1647278 w 3079941"/>
                <a:gd name="connsiteY291-3176" fmla="*/ 805087 h 1160647"/>
                <a:gd name="connsiteX292-3177" fmla="*/ 1660236 w 3079941"/>
                <a:gd name="connsiteY292-3178" fmla="*/ 805087 h 1160647"/>
                <a:gd name="connsiteX293-3179" fmla="*/ 1660236 w 3079941"/>
                <a:gd name="connsiteY293-3180" fmla="*/ 789049 h 1160647"/>
                <a:gd name="connsiteX294-3181" fmla="*/ 1728192 w 3079941"/>
                <a:gd name="connsiteY294-3182" fmla="*/ 789049 h 1160647"/>
                <a:gd name="connsiteX295-3183" fmla="*/ 1728192 w 3079941"/>
                <a:gd name="connsiteY295-3184" fmla="*/ 703796 h 1160647"/>
                <a:gd name="connsiteX296-3185" fmla="*/ 1800200 w 3079941"/>
                <a:gd name="connsiteY296-3186" fmla="*/ 703796 h 1160647"/>
                <a:gd name="connsiteX297-3187" fmla="*/ 1800200 w 3079941"/>
                <a:gd name="connsiteY297-3188" fmla="*/ 782564 h 1160647"/>
                <a:gd name="connsiteX298-3189" fmla="*/ 1802104 w 3079941"/>
                <a:gd name="connsiteY298-3190" fmla="*/ 782564 h 1160647"/>
                <a:gd name="connsiteX299-3191" fmla="*/ 1803346 w 3079941"/>
                <a:gd name="connsiteY299-3192" fmla="*/ 805087 h 1160647"/>
                <a:gd name="connsiteX300-3193" fmla="*/ 1813022 w 3079941"/>
                <a:gd name="connsiteY300-3194" fmla="*/ 805087 h 1160647"/>
                <a:gd name="connsiteX301-3195" fmla="*/ 1814264 w 3079941"/>
                <a:gd name="connsiteY301-3196" fmla="*/ 782564 h 1160647"/>
                <a:gd name="connsiteX302-3197" fmla="*/ 1820344 w 3079941"/>
                <a:gd name="connsiteY302-3198" fmla="*/ 782564 h 1160647"/>
                <a:gd name="connsiteX303-3199" fmla="*/ 1821586 w 3079941"/>
                <a:gd name="connsiteY303-3200" fmla="*/ 805087 h 1160647"/>
                <a:gd name="connsiteX304-3201" fmla="*/ 1872208 w 3079941"/>
                <a:gd name="connsiteY304-3202" fmla="*/ 805087 h 1160647"/>
                <a:gd name="connsiteX305-3203" fmla="*/ 1872208 w 3079941"/>
                <a:gd name="connsiteY305-3204" fmla="*/ 642059 h 1160647"/>
                <a:gd name="connsiteX306-3205" fmla="*/ 2069535 w 3079941"/>
                <a:gd name="connsiteY306-3206" fmla="*/ 642059 h 1160647"/>
                <a:gd name="connsiteX307-3207" fmla="*/ 2069535 w 3079941"/>
                <a:gd name="connsiteY307-3208" fmla="*/ 805087 h 1160647"/>
                <a:gd name="connsiteX308-3209" fmla="*/ 2088232 w 3079941"/>
                <a:gd name="connsiteY308-3210" fmla="*/ 805087 h 1160647"/>
                <a:gd name="connsiteX309-3211" fmla="*/ 2088232 w 3079941"/>
                <a:gd name="connsiteY309-3212" fmla="*/ 722394 h 1160647"/>
                <a:gd name="connsiteX310-3213" fmla="*/ 2183352 w 3079941"/>
                <a:gd name="connsiteY310-3214" fmla="*/ 722394 h 1160647"/>
                <a:gd name="connsiteX311-3215" fmla="*/ 2195282 w 3079941"/>
                <a:gd name="connsiteY311-3216" fmla="*/ 404253 h 1160647"/>
                <a:gd name="connsiteX312-3217" fmla="*/ 2183122 w 3079941"/>
                <a:gd name="connsiteY312-3218" fmla="*/ 382635 h 1160647"/>
                <a:gd name="connsiteX313-3219" fmla="*/ 2177042 w 3079941"/>
                <a:gd name="connsiteY313-3220" fmla="*/ 378311 h 1160647"/>
                <a:gd name="connsiteX314-3221" fmla="*/ 2185149 w 3079941"/>
                <a:gd name="connsiteY314-3222" fmla="*/ 354532 h 1160647"/>
                <a:gd name="connsiteX315-3223" fmla="*/ 2185149 w 3079941"/>
                <a:gd name="connsiteY315-3224" fmla="*/ 337238 h 1160647"/>
                <a:gd name="connsiteX316-3225" fmla="*/ 2199336 w 3079941"/>
                <a:gd name="connsiteY316-3226" fmla="*/ 337238 h 1160647"/>
                <a:gd name="connsiteX317-3227" fmla="*/ 2199336 w 3079941"/>
                <a:gd name="connsiteY317-3228" fmla="*/ 315620 h 1160647"/>
                <a:gd name="connsiteX318-3229" fmla="*/ 2201362 w 3079941"/>
                <a:gd name="connsiteY318-3230" fmla="*/ 311296 h 1160647"/>
                <a:gd name="connsiteX319-3231" fmla="*/ 2201362 w 3079941"/>
                <a:gd name="connsiteY319-3232" fmla="*/ 233472 h 1160647"/>
                <a:gd name="connsiteX320-3233" fmla="*/ 2199336 w 3079941"/>
                <a:gd name="connsiteY320-3234" fmla="*/ 226987 h 1160647"/>
                <a:gd name="connsiteX321-3235" fmla="*/ 2205416 w 3079941"/>
                <a:gd name="connsiteY321-3236" fmla="*/ 220501 h 1160647"/>
                <a:gd name="connsiteX322-3237" fmla="*/ 2205416 w 3079941"/>
                <a:gd name="connsiteY322-3238" fmla="*/ 162133 h 1160647"/>
                <a:gd name="connsiteX323-3239" fmla="*/ 2207442 w 3079941"/>
                <a:gd name="connsiteY323-3240" fmla="*/ 157810 h 1160647"/>
                <a:gd name="connsiteX324-3241" fmla="*/ 2207442 w 3079941"/>
                <a:gd name="connsiteY324-3242" fmla="*/ 101604 h 1160647"/>
                <a:gd name="connsiteX325-3243" fmla="*/ 2209469 w 3079941"/>
                <a:gd name="connsiteY325-3244" fmla="*/ 82148 h 1160647"/>
                <a:gd name="connsiteX326-3245" fmla="*/ 2213523 w 3079941"/>
                <a:gd name="connsiteY326-3246" fmla="*/ 99442 h 1160647"/>
                <a:gd name="connsiteX327-3247" fmla="*/ 2215549 w 3079941"/>
                <a:gd name="connsiteY327-3248" fmla="*/ 157810 h 1160647"/>
                <a:gd name="connsiteX328-3249" fmla="*/ 2217576 w 3079941"/>
                <a:gd name="connsiteY328-3250" fmla="*/ 220501 h 1160647"/>
                <a:gd name="connsiteX329-3251" fmla="*/ 2223656 w 3079941"/>
                <a:gd name="connsiteY329-3252" fmla="*/ 226987 h 1160647"/>
                <a:gd name="connsiteX330-3253" fmla="*/ 2221629 w 3079941"/>
                <a:gd name="connsiteY330-3254" fmla="*/ 233472 h 1160647"/>
                <a:gd name="connsiteX331-3255" fmla="*/ 2221629 w 3079941"/>
                <a:gd name="connsiteY331-3256" fmla="*/ 311296 h 1160647"/>
                <a:gd name="connsiteX332-3257" fmla="*/ 2223656 w 3079941"/>
                <a:gd name="connsiteY332-3258" fmla="*/ 315620 h 1160647"/>
                <a:gd name="connsiteX333-3259" fmla="*/ 2223656 w 3079941"/>
                <a:gd name="connsiteY333-3260" fmla="*/ 337238 h 1160647"/>
                <a:gd name="connsiteX334-3261" fmla="*/ 2237843 w 3079941"/>
                <a:gd name="connsiteY334-3262" fmla="*/ 337238 h 1160647"/>
                <a:gd name="connsiteX335-3263" fmla="*/ 2237843 w 3079941"/>
                <a:gd name="connsiteY335-3264" fmla="*/ 354532 h 1160647"/>
                <a:gd name="connsiteX336-3265" fmla="*/ 2245950 w 3079941"/>
                <a:gd name="connsiteY336-3266" fmla="*/ 378311 h 1160647"/>
                <a:gd name="connsiteX337-3267" fmla="*/ 2239870 w 3079941"/>
                <a:gd name="connsiteY337-3268" fmla="*/ 382635 h 1160647"/>
                <a:gd name="connsiteX338-3269" fmla="*/ 2227709 w 3079941"/>
                <a:gd name="connsiteY338-3270" fmla="*/ 404253 h 1160647"/>
                <a:gd name="connsiteX339-3271" fmla="*/ 2235816 w 3079941"/>
                <a:gd name="connsiteY339-3272" fmla="*/ 657181 h 1160647"/>
                <a:gd name="connsiteX340-3273" fmla="*/ 2300670 w 3079941"/>
                <a:gd name="connsiteY340-3274" fmla="*/ 657181 h 1160647"/>
                <a:gd name="connsiteX341-3275" fmla="*/ 2300670 w 3079941"/>
                <a:gd name="connsiteY341-3276" fmla="*/ 732843 h 1160647"/>
                <a:gd name="connsiteX342-3277" fmla="*/ 2308777 w 3079941"/>
                <a:gd name="connsiteY342-3278" fmla="*/ 732843 h 1160647"/>
                <a:gd name="connsiteX343-3279" fmla="*/ 2310804 w 3079941"/>
                <a:gd name="connsiteY343-3280" fmla="*/ 726358 h 1160647"/>
                <a:gd name="connsiteX344-3281" fmla="*/ 2316884 w 3079941"/>
                <a:gd name="connsiteY344-3282" fmla="*/ 726358 h 1160647"/>
                <a:gd name="connsiteX345-3283" fmla="*/ 2318911 w 3079941"/>
                <a:gd name="connsiteY345-3284" fmla="*/ 735005 h 1160647"/>
                <a:gd name="connsiteX346-3285" fmla="*/ 2331071 w 3079941"/>
                <a:gd name="connsiteY346-3286" fmla="*/ 735005 h 1160647"/>
                <a:gd name="connsiteX347-3287" fmla="*/ 2331071 w 3079941"/>
                <a:gd name="connsiteY347-3288" fmla="*/ 728519 h 1160647"/>
                <a:gd name="connsiteX348-3289" fmla="*/ 2353364 w 3079941"/>
                <a:gd name="connsiteY348-3290" fmla="*/ 728519 h 1160647"/>
                <a:gd name="connsiteX349-3291" fmla="*/ 2353364 w 3079941"/>
                <a:gd name="connsiteY349-3292" fmla="*/ 735005 h 1160647"/>
                <a:gd name="connsiteX350-3293" fmla="*/ 2373631 w 3079941"/>
                <a:gd name="connsiteY350-3294" fmla="*/ 735005 h 1160647"/>
                <a:gd name="connsiteX351-3295" fmla="*/ 2373631 w 3079941"/>
                <a:gd name="connsiteY351-3296" fmla="*/ 780402 h 1160647"/>
                <a:gd name="connsiteX352-3297" fmla="*/ 2387818 w 3079941"/>
                <a:gd name="connsiteY352-3298" fmla="*/ 780402 h 1160647"/>
                <a:gd name="connsiteX353-3299" fmla="*/ 2387818 w 3079941"/>
                <a:gd name="connsiteY353-3300" fmla="*/ 767431 h 1160647"/>
                <a:gd name="connsiteX354-3301" fmla="*/ 2404032 w 3079941"/>
                <a:gd name="connsiteY354-3302" fmla="*/ 767431 h 1160647"/>
                <a:gd name="connsiteX355-3303" fmla="*/ 2404032 w 3079941"/>
                <a:gd name="connsiteY355-3304" fmla="*/ 588004 h 1160647"/>
                <a:gd name="connsiteX356-3305" fmla="*/ 2410112 w 3079941"/>
                <a:gd name="connsiteY356-3306" fmla="*/ 581518 h 1160647"/>
                <a:gd name="connsiteX357-3307" fmla="*/ 2483073 w 3079941"/>
                <a:gd name="connsiteY357-3308" fmla="*/ 581518 h 1160647"/>
                <a:gd name="connsiteX358-3309" fmla="*/ 2483073 w 3079941"/>
                <a:gd name="connsiteY358-3310" fmla="*/ 590166 h 1160647"/>
                <a:gd name="connsiteX359-3311" fmla="*/ 2493206 w 3079941"/>
                <a:gd name="connsiteY359-3312" fmla="*/ 590166 h 1160647"/>
                <a:gd name="connsiteX360-3313" fmla="*/ 2493206 w 3079941"/>
                <a:gd name="connsiteY360-3314" fmla="*/ 704740 h 1160647"/>
                <a:gd name="connsiteX361-3315" fmla="*/ 2515500 w 3079941"/>
                <a:gd name="connsiteY361-3316" fmla="*/ 704740 h 1160647"/>
                <a:gd name="connsiteX362-3317" fmla="*/ 2515500 w 3079941"/>
                <a:gd name="connsiteY362-3318" fmla="*/ 637725 h 1160647"/>
                <a:gd name="connsiteX363-3319" fmla="*/ 2541847 w 3079941"/>
                <a:gd name="connsiteY363-3320" fmla="*/ 637725 h 1160647"/>
                <a:gd name="connsiteX364-3321" fmla="*/ 2545900 w 3079941"/>
                <a:gd name="connsiteY364-3322" fmla="*/ 633401 h 1160647"/>
                <a:gd name="connsiteX365-3323" fmla="*/ 2554007 w 3079941"/>
                <a:gd name="connsiteY365-3324" fmla="*/ 633401 h 1160647"/>
                <a:gd name="connsiteX366-3325" fmla="*/ 2558060 w 3079941"/>
                <a:gd name="connsiteY366-3326" fmla="*/ 637725 h 1160647"/>
                <a:gd name="connsiteX367-3327" fmla="*/ 2580354 w 3079941"/>
                <a:gd name="connsiteY367-3328" fmla="*/ 637725 h 1160647"/>
                <a:gd name="connsiteX368-3329" fmla="*/ 2580354 w 3079941"/>
                <a:gd name="connsiteY368-3330" fmla="*/ 520989 h 1160647"/>
                <a:gd name="connsiteX369-3331" fmla="*/ 2637101 w 3079941"/>
                <a:gd name="connsiteY369-3332" fmla="*/ 510180 h 1160647"/>
                <a:gd name="connsiteX370-3333" fmla="*/ 2637101 w 3079941"/>
                <a:gd name="connsiteY370-3334" fmla="*/ 511261 h 1160647"/>
                <a:gd name="connsiteX371-3335" fmla="*/ 2637101 w 3079941"/>
                <a:gd name="connsiteY371-3336" fmla="*/ 518827 h 1160647"/>
                <a:gd name="connsiteX372-3337" fmla="*/ 2663448 w 3079941"/>
                <a:gd name="connsiteY372-3338" fmla="*/ 518827 h 1160647"/>
                <a:gd name="connsiteX373-3339" fmla="*/ 2663448 w 3079941"/>
                <a:gd name="connsiteY373-3340" fmla="*/ 773917 h 1160647"/>
                <a:gd name="connsiteX374-3341" fmla="*/ 2685742 w 3079941"/>
                <a:gd name="connsiteY374-3342" fmla="*/ 773917 h 1160647"/>
                <a:gd name="connsiteX375-3343" fmla="*/ 2685742 w 3079941"/>
                <a:gd name="connsiteY375-3344" fmla="*/ 769593 h 1160647"/>
                <a:gd name="connsiteX376-3345" fmla="*/ 2697902 w 3079941"/>
                <a:gd name="connsiteY376-3346" fmla="*/ 769593 h 1160647"/>
                <a:gd name="connsiteX377-3347" fmla="*/ 2697902 w 3079941"/>
                <a:gd name="connsiteY377-3348" fmla="*/ 773917 h 1160647"/>
                <a:gd name="connsiteX378-3349" fmla="*/ 2722222 w 3079941"/>
                <a:gd name="connsiteY378-3350" fmla="*/ 773917 h 1160647"/>
                <a:gd name="connsiteX379-3351" fmla="*/ 2722222 w 3079941"/>
                <a:gd name="connsiteY379-3352" fmla="*/ 760946 h 1160647"/>
                <a:gd name="connsiteX380-3353" fmla="*/ 2750596 w 3079941"/>
                <a:gd name="connsiteY380-3354" fmla="*/ 760946 h 1160647"/>
                <a:gd name="connsiteX381-3355" fmla="*/ 2762756 w 3079941"/>
                <a:gd name="connsiteY381-3356" fmla="*/ 756622 h 1160647"/>
                <a:gd name="connsiteX382-3357" fmla="*/ 2783023 w 3079941"/>
                <a:gd name="connsiteY382-3358" fmla="*/ 760946 h 1160647"/>
                <a:gd name="connsiteX383-3359" fmla="*/ 2783023 w 3079941"/>
                <a:gd name="connsiteY383-3360" fmla="*/ 743652 h 1160647"/>
                <a:gd name="connsiteX384-3361" fmla="*/ 2791130 w 3079941"/>
                <a:gd name="connsiteY384-3362" fmla="*/ 743652 h 1160647"/>
                <a:gd name="connsiteX385-3363" fmla="*/ 2791130 w 3079941"/>
                <a:gd name="connsiteY385-3364" fmla="*/ 730681 h 1160647"/>
                <a:gd name="connsiteX386-3365" fmla="*/ 2847877 w 3079941"/>
                <a:gd name="connsiteY386-3366" fmla="*/ 730681 h 1160647"/>
                <a:gd name="connsiteX387-3367" fmla="*/ 2847877 w 3079941"/>
                <a:gd name="connsiteY387-3368" fmla="*/ 700416 h 1160647"/>
                <a:gd name="connsiteX388-3369" fmla="*/ 2866117 w 3079941"/>
                <a:gd name="connsiteY388-3370" fmla="*/ 700416 h 1160647"/>
                <a:gd name="connsiteX389-3371" fmla="*/ 2866117 w 3079941"/>
                <a:gd name="connsiteY389-3372" fmla="*/ 693931 h 1160647"/>
                <a:gd name="connsiteX390-3373" fmla="*/ 2878277 w 3079941"/>
                <a:gd name="connsiteY390-3374" fmla="*/ 693931 h 1160647"/>
                <a:gd name="connsiteX391-3375" fmla="*/ 2878277 w 3079941"/>
                <a:gd name="connsiteY391-3376" fmla="*/ 700416 h 1160647"/>
                <a:gd name="connsiteX392-3377" fmla="*/ 2894491 w 3079941"/>
                <a:gd name="connsiteY392-3378" fmla="*/ 700416 h 1160647"/>
                <a:gd name="connsiteX393-3379" fmla="*/ 2894491 w 3079941"/>
                <a:gd name="connsiteY393-3380" fmla="*/ 750137 h 1160647"/>
                <a:gd name="connsiteX394-3381" fmla="*/ 2926918 w 3079941"/>
                <a:gd name="connsiteY394-3382" fmla="*/ 750137 h 1160647"/>
                <a:gd name="connsiteX395-3383" fmla="*/ 2926918 w 3079941"/>
                <a:gd name="connsiteY395-3384" fmla="*/ 724196 h 1160647"/>
                <a:gd name="connsiteX396-3385" fmla="*/ 2965425 w 3079941"/>
                <a:gd name="connsiteY396-3386" fmla="*/ 724196 h 1160647"/>
                <a:gd name="connsiteX397-3387" fmla="*/ 2965425 w 3079941"/>
                <a:gd name="connsiteY397-3388" fmla="*/ 693931 h 1160647"/>
                <a:gd name="connsiteX398-3389" fmla="*/ 3014066 w 3079941"/>
                <a:gd name="connsiteY398-3390" fmla="*/ 693931 h 1160647"/>
                <a:gd name="connsiteX399-3391" fmla="*/ 3014066 w 3079941"/>
                <a:gd name="connsiteY399-3392" fmla="*/ 805087 h 1160647"/>
                <a:gd name="connsiteX400-3393" fmla="*/ 3014066 w 3079941"/>
                <a:gd name="connsiteY400-3394" fmla="*/ 818866 h 1160647"/>
                <a:gd name="connsiteX401-3395" fmla="*/ 3079941 w 3079941"/>
                <a:gd name="connsiteY401-3396" fmla="*/ 818866 h 1160647"/>
                <a:gd name="connsiteX402-3397" fmla="*/ 3079941 w 3079941"/>
                <a:gd name="connsiteY402-3398" fmla="*/ 1160647 h 1160647"/>
                <a:gd name="connsiteX403-3399" fmla="*/ 200958 w 3079941"/>
                <a:gd name="connsiteY403-3400" fmla="*/ 1160647 h 1160647"/>
                <a:gd name="connsiteX404-3401" fmla="*/ 0 w 3079941"/>
                <a:gd name="connsiteY404-3402" fmla="*/ 1126882 h 1160647"/>
                <a:gd name="connsiteX405-3403" fmla="*/ 0 w 3079941"/>
                <a:gd name="connsiteY405-3404" fmla="*/ 915339 h 1160647"/>
                <a:gd name="connsiteX406-3405" fmla="*/ 103377 w 3079941"/>
                <a:gd name="connsiteY406-3406" fmla="*/ 915339 h 1160647"/>
                <a:gd name="connsiteX407-3407" fmla="*/ 103377 w 3079941"/>
                <a:gd name="connsiteY407-3408" fmla="*/ 886329 h 1160647"/>
                <a:gd name="connsiteX408-3409" fmla="*/ 55096 w 3079941"/>
                <a:gd name="connsiteY408-3410" fmla="*/ 886329 h 1160647"/>
                <a:gd name="connsiteX409-3411" fmla="*/ 55096 w 3079941"/>
                <a:gd name="connsiteY409-3412" fmla="*/ 724196 h 1160647"/>
                <a:gd name="connsiteX410-3413" fmla="*/ 75363 w 3079941"/>
                <a:gd name="connsiteY410-3414" fmla="*/ 724196 h 1160647"/>
                <a:gd name="connsiteX411-3415" fmla="*/ 75870 w 3079941"/>
                <a:gd name="connsiteY411-3416" fmla="*/ 723115 h 1160647"/>
                <a:gd name="connsiteX412-3417" fmla="*/ 79416 w 3079941"/>
                <a:gd name="connsiteY412-3418" fmla="*/ 715549 h 1160647"/>
                <a:gd name="connsiteX413-3419" fmla="*/ 81190 w 3079941"/>
                <a:gd name="connsiteY413-3420" fmla="*/ 715819 h 1160647"/>
                <a:gd name="connsiteX414-3421" fmla="*/ 93603 w 3079941"/>
                <a:gd name="connsiteY414-3422" fmla="*/ 717710 h 1160647"/>
                <a:gd name="connsiteX415-3423" fmla="*/ 94110 w 3079941"/>
                <a:gd name="connsiteY415-3424" fmla="*/ 719062 h 1160647"/>
                <a:gd name="connsiteX416-3425" fmla="*/ 97656 w 3079941"/>
                <a:gd name="connsiteY416-3426" fmla="*/ 728519 h 1160647"/>
                <a:gd name="connsiteX417-3427" fmla="*/ 124003 w 3079941"/>
                <a:gd name="connsiteY417-3428" fmla="*/ 730681 h 1160647"/>
                <a:gd name="connsiteX418-3429" fmla="*/ 124003 w 3079941"/>
                <a:gd name="connsiteY418-3430" fmla="*/ 607460 h 1160647"/>
                <a:gd name="connsiteX419-3431" fmla="*/ 126030 w 3079941"/>
                <a:gd name="connsiteY419-3432" fmla="*/ 607460 h 1160647"/>
                <a:gd name="connsiteX420-3433" fmla="*/ 140217 w 3079941"/>
                <a:gd name="connsiteY420-3434" fmla="*/ 607460 h 1160647"/>
                <a:gd name="connsiteX421-3435" fmla="*/ 140217 w 3079941"/>
                <a:gd name="connsiteY421-3436" fmla="*/ 471268 h 1160647"/>
                <a:gd name="connsiteX422-3437" fmla="*/ 141990 w 3079941"/>
                <a:gd name="connsiteY422-3438" fmla="*/ 471268 h 1160647"/>
                <a:gd name="connsiteX423-3439" fmla="*/ 154404 w 3079941"/>
                <a:gd name="connsiteY423-3440" fmla="*/ 471268 h 1160647"/>
                <a:gd name="connsiteX424-3441" fmla="*/ 154404 w 3079941"/>
                <a:gd name="connsiteY424-3442" fmla="*/ 356694 h 1160647"/>
                <a:gd name="connsiteX425-3443" fmla="*/ 158457 w 3079941"/>
                <a:gd name="connsiteY425-3444" fmla="*/ 328590 h 1160647"/>
                <a:gd name="connsiteX426-3445" fmla="*/ 160484 w 3079941"/>
                <a:gd name="connsiteY426-3446" fmla="*/ 328590 h 1160647"/>
                <a:gd name="connsiteX427-3447" fmla="*/ 174671 w 3079941"/>
                <a:gd name="connsiteY427-3448" fmla="*/ 328590 h 1160647"/>
                <a:gd name="connsiteX428-3449" fmla="*/ 211151 w 3079941"/>
                <a:gd name="connsiteY428-3450" fmla="*/ 246443 h 1160647"/>
                <a:gd name="connsiteX429-3451" fmla="*/ 215205 w 3079941"/>
                <a:gd name="connsiteY429-3452" fmla="*/ 0 h 1160647"/>
                <a:gd name="connsiteX0-3453" fmla="*/ 215205 w 3079941"/>
                <a:gd name="connsiteY0-3454" fmla="*/ 0 h 1160647"/>
                <a:gd name="connsiteX1-3455" fmla="*/ 217231 w 3079941"/>
                <a:gd name="connsiteY1-3456" fmla="*/ 246443 h 1160647"/>
                <a:gd name="connsiteX2-3457" fmla="*/ 255738 w 3079941"/>
                <a:gd name="connsiteY2-3458" fmla="*/ 326429 h 1160647"/>
                <a:gd name="connsiteX3-3459" fmla="*/ 257765 w 3079941"/>
                <a:gd name="connsiteY3-3460" fmla="*/ 326429 h 1160647"/>
                <a:gd name="connsiteX4-3461" fmla="*/ 271952 w 3079941"/>
                <a:gd name="connsiteY4-3462" fmla="*/ 326429 h 1160647"/>
                <a:gd name="connsiteX5-3463" fmla="*/ 271952 w 3079941"/>
                <a:gd name="connsiteY5-3464" fmla="*/ 350208 h 1160647"/>
                <a:gd name="connsiteX6-3465" fmla="*/ 272459 w 3079941"/>
                <a:gd name="connsiteY6-3466" fmla="*/ 351019 h 1160647"/>
                <a:gd name="connsiteX7-3467" fmla="*/ 276005 w 3079941"/>
                <a:gd name="connsiteY7-3468" fmla="*/ 356694 h 1160647"/>
                <a:gd name="connsiteX8-3469" fmla="*/ 276005 w 3079941"/>
                <a:gd name="connsiteY8-3470" fmla="*/ 471268 h 1160647"/>
                <a:gd name="connsiteX9-3471" fmla="*/ 278285 w 3079941"/>
                <a:gd name="connsiteY9-3472" fmla="*/ 471268 h 1160647"/>
                <a:gd name="connsiteX10-3473" fmla="*/ 294246 w 3079941"/>
                <a:gd name="connsiteY10-3474" fmla="*/ 471268 h 1160647"/>
                <a:gd name="connsiteX11-3475" fmla="*/ 294246 w 3079941"/>
                <a:gd name="connsiteY11-3476" fmla="*/ 611783 h 1160647"/>
                <a:gd name="connsiteX12-3477" fmla="*/ 295766 w 3079941"/>
                <a:gd name="connsiteY12-3478" fmla="*/ 611513 h 1160647"/>
                <a:gd name="connsiteX13-3479" fmla="*/ 306406 w 3079941"/>
                <a:gd name="connsiteY13-3480" fmla="*/ 609622 h 1160647"/>
                <a:gd name="connsiteX14-3481" fmla="*/ 304379 w 3079941"/>
                <a:gd name="connsiteY14-3482" fmla="*/ 698254 h 1160647"/>
                <a:gd name="connsiteX15-3483" fmla="*/ 305899 w 3079941"/>
                <a:gd name="connsiteY15-3484" fmla="*/ 698525 h 1160647"/>
                <a:gd name="connsiteX16-3485" fmla="*/ 316539 w 3079941"/>
                <a:gd name="connsiteY16-3486" fmla="*/ 700416 h 1160647"/>
                <a:gd name="connsiteX17-3487" fmla="*/ 316792 w 3079941"/>
                <a:gd name="connsiteY17-3488" fmla="*/ 701227 h 1160647"/>
                <a:gd name="connsiteX18-3489" fmla="*/ 318566 w 3079941"/>
                <a:gd name="connsiteY18-3490" fmla="*/ 706902 h 1160647"/>
                <a:gd name="connsiteX19-3491" fmla="*/ 319326 w 3079941"/>
                <a:gd name="connsiteY19-3492" fmla="*/ 704470 h 1160647"/>
                <a:gd name="connsiteX20-3493" fmla="*/ 324646 w 3079941"/>
                <a:gd name="connsiteY20-3494" fmla="*/ 687446 h 1160647"/>
                <a:gd name="connsiteX21-3495" fmla="*/ 326419 w 3079941"/>
                <a:gd name="connsiteY21-3496" fmla="*/ 687446 h 1160647"/>
                <a:gd name="connsiteX22-3497" fmla="*/ 338833 w 3079941"/>
                <a:gd name="connsiteY22-3498" fmla="*/ 687446 h 1160647"/>
                <a:gd name="connsiteX23-3499" fmla="*/ 338833 w 3079941"/>
                <a:gd name="connsiteY23-3500" fmla="*/ 719872 h 1160647"/>
                <a:gd name="connsiteX24-3501" fmla="*/ 339846 w 3079941"/>
                <a:gd name="connsiteY24-3502" fmla="*/ 720413 h 1160647"/>
                <a:gd name="connsiteX25-3503" fmla="*/ 346940 w 3079941"/>
                <a:gd name="connsiteY25-3504" fmla="*/ 724196 h 1160647"/>
                <a:gd name="connsiteX26-3505" fmla="*/ 346940 w 3079941"/>
                <a:gd name="connsiteY26-3506" fmla="*/ 725547 h 1160647"/>
                <a:gd name="connsiteX27-3507" fmla="*/ 346940 w 3079941"/>
                <a:gd name="connsiteY27-3508" fmla="*/ 735005 h 1160647"/>
                <a:gd name="connsiteX28-3509" fmla="*/ 391527 w 3079941"/>
                <a:gd name="connsiteY28-3510" fmla="*/ 735005 h 1160647"/>
                <a:gd name="connsiteX29-3511" fmla="*/ 391527 w 3079941"/>
                <a:gd name="connsiteY29-3512" fmla="*/ 736086 h 1160647"/>
                <a:gd name="connsiteX30-3513" fmla="*/ 391527 w 3079941"/>
                <a:gd name="connsiteY30-3514" fmla="*/ 743652 h 1160647"/>
                <a:gd name="connsiteX31-3515" fmla="*/ 393553 w 3079941"/>
                <a:gd name="connsiteY31-3516" fmla="*/ 743652 h 1160647"/>
                <a:gd name="connsiteX32-3517" fmla="*/ 407740 w 3079941"/>
                <a:gd name="connsiteY32-3518" fmla="*/ 743652 h 1160647"/>
                <a:gd name="connsiteX33-3519" fmla="*/ 407740 w 3079941"/>
                <a:gd name="connsiteY33-3520" fmla="*/ 713387 h 1160647"/>
                <a:gd name="connsiteX34-3521" fmla="*/ 452327 w 3079941"/>
                <a:gd name="connsiteY34-3522" fmla="*/ 713387 h 1160647"/>
                <a:gd name="connsiteX35-3523" fmla="*/ 452327 w 3079941"/>
                <a:gd name="connsiteY35-3524" fmla="*/ 712036 h 1160647"/>
                <a:gd name="connsiteX36-3525" fmla="*/ 452327 w 3079941"/>
                <a:gd name="connsiteY36-3526" fmla="*/ 702578 h 1160647"/>
                <a:gd name="connsiteX37-3527" fmla="*/ 453341 w 3079941"/>
                <a:gd name="connsiteY37-3528" fmla="*/ 702578 h 1160647"/>
                <a:gd name="connsiteX38-3529" fmla="*/ 460434 w 3079941"/>
                <a:gd name="connsiteY38-3530" fmla="*/ 702578 h 1160647"/>
                <a:gd name="connsiteX39-3531" fmla="*/ 460434 w 3079941"/>
                <a:gd name="connsiteY39-3532" fmla="*/ 700687 h 1160647"/>
                <a:gd name="connsiteX40-3533" fmla="*/ 460434 w 3079941"/>
                <a:gd name="connsiteY40-3534" fmla="*/ 687446 h 1160647"/>
                <a:gd name="connsiteX41-3535" fmla="*/ 461194 w 3079941"/>
                <a:gd name="connsiteY41-3536" fmla="*/ 687446 h 1160647"/>
                <a:gd name="connsiteX42-3537" fmla="*/ 466514 w 3079941"/>
                <a:gd name="connsiteY42-3538" fmla="*/ 687446 h 1160647"/>
                <a:gd name="connsiteX43-3539" fmla="*/ 466514 w 3079941"/>
                <a:gd name="connsiteY43-3540" fmla="*/ 686365 h 1160647"/>
                <a:gd name="connsiteX44-3541" fmla="*/ 466514 w 3079941"/>
                <a:gd name="connsiteY44-3542" fmla="*/ 678798 h 1160647"/>
                <a:gd name="connsiteX45-3543" fmla="*/ 468541 w 3079941"/>
                <a:gd name="connsiteY45-3544" fmla="*/ 678798 h 1160647"/>
                <a:gd name="connsiteX46-3545" fmla="*/ 482728 w 3079941"/>
                <a:gd name="connsiteY46-3546" fmla="*/ 678798 h 1160647"/>
                <a:gd name="connsiteX47-3547" fmla="*/ 482728 w 3079941"/>
                <a:gd name="connsiteY47-3548" fmla="*/ 679879 h 1160647"/>
                <a:gd name="connsiteX48-3549" fmla="*/ 482728 w 3079941"/>
                <a:gd name="connsiteY48-3550" fmla="*/ 687446 h 1160647"/>
                <a:gd name="connsiteX49-3551" fmla="*/ 505021 w 3079941"/>
                <a:gd name="connsiteY49-3552" fmla="*/ 687446 h 1160647"/>
                <a:gd name="connsiteX50-3553" fmla="*/ 505021 w 3079941"/>
                <a:gd name="connsiteY50-3554" fmla="*/ 685554 h 1160647"/>
                <a:gd name="connsiteX51-3555" fmla="*/ 505021 w 3079941"/>
                <a:gd name="connsiteY51-3556" fmla="*/ 672313 h 1160647"/>
                <a:gd name="connsiteX52-3557" fmla="*/ 506795 w 3079941"/>
                <a:gd name="connsiteY52-3558" fmla="*/ 672313 h 1160647"/>
                <a:gd name="connsiteX53-3559" fmla="*/ 519208 w 3079941"/>
                <a:gd name="connsiteY53-3560" fmla="*/ 672313 h 1160647"/>
                <a:gd name="connsiteX54-3561" fmla="*/ 519208 w 3079941"/>
                <a:gd name="connsiteY54-3562" fmla="*/ 696093 h 1160647"/>
                <a:gd name="connsiteX55-3563" fmla="*/ 520222 w 3079941"/>
                <a:gd name="connsiteY55-3564" fmla="*/ 696093 h 1160647"/>
                <a:gd name="connsiteX56-3565" fmla="*/ 527315 w 3079941"/>
                <a:gd name="connsiteY56-3566" fmla="*/ 696093 h 1160647"/>
                <a:gd name="connsiteX57-3567" fmla="*/ 527315 w 3079941"/>
                <a:gd name="connsiteY57-3568" fmla="*/ 695012 h 1160647"/>
                <a:gd name="connsiteX58-3569" fmla="*/ 527315 w 3079941"/>
                <a:gd name="connsiteY58-3570" fmla="*/ 687446 h 1160647"/>
                <a:gd name="connsiteX59-3571" fmla="*/ 529088 w 3079941"/>
                <a:gd name="connsiteY59-3572" fmla="*/ 687446 h 1160647"/>
                <a:gd name="connsiteX60-3573" fmla="*/ 541502 w 3079941"/>
                <a:gd name="connsiteY60-3574" fmla="*/ 687446 h 1160647"/>
                <a:gd name="connsiteX61-3575" fmla="*/ 541502 w 3079941"/>
                <a:gd name="connsiteY61-3576" fmla="*/ 713387 h 1160647"/>
                <a:gd name="connsiteX62-3577" fmla="*/ 543529 w 3079941"/>
                <a:gd name="connsiteY62-3578" fmla="*/ 713387 h 1160647"/>
                <a:gd name="connsiteX63-3579" fmla="*/ 557715 w 3079941"/>
                <a:gd name="connsiteY63-3580" fmla="*/ 713387 h 1160647"/>
                <a:gd name="connsiteX64-3581" fmla="*/ 557715 w 3079941"/>
                <a:gd name="connsiteY64-3582" fmla="*/ 715008 h 1160647"/>
                <a:gd name="connsiteX65-3583" fmla="*/ 557715 w 3079941"/>
                <a:gd name="connsiteY65-3584" fmla="*/ 726358 h 1160647"/>
                <a:gd name="connsiteX66-3585" fmla="*/ 558475 w 3079941"/>
                <a:gd name="connsiteY66-3586" fmla="*/ 726358 h 1160647"/>
                <a:gd name="connsiteX67-3587" fmla="*/ 563796 w 3079941"/>
                <a:gd name="connsiteY67-3588" fmla="*/ 726358 h 1160647"/>
                <a:gd name="connsiteX68-3589" fmla="*/ 563796 w 3079941"/>
                <a:gd name="connsiteY68-3590" fmla="*/ 725547 h 1160647"/>
                <a:gd name="connsiteX69-3591" fmla="*/ 563796 w 3079941"/>
                <a:gd name="connsiteY69-3592" fmla="*/ 719872 h 1160647"/>
                <a:gd name="connsiteX70-3593" fmla="*/ 594196 w 3079941"/>
                <a:gd name="connsiteY70-3594" fmla="*/ 719872 h 1160647"/>
                <a:gd name="connsiteX71-3595" fmla="*/ 594196 w 3079941"/>
                <a:gd name="connsiteY71-3596" fmla="*/ 743652 h 1160647"/>
                <a:gd name="connsiteX72-3597" fmla="*/ 595209 w 3079941"/>
                <a:gd name="connsiteY72-3598" fmla="*/ 743652 h 1160647"/>
                <a:gd name="connsiteX73-3599" fmla="*/ 602303 w 3079941"/>
                <a:gd name="connsiteY73-3600" fmla="*/ 743652 h 1160647"/>
                <a:gd name="connsiteX74-3601" fmla="*/ 602303 w 3079941"/>
                <a:gd name="connsiteY74-3602" fmla="*/ 744733 h 1160647"/>
                <a:gd name="connsiteX75-3603" fmla="*/ 602303 w 3079941"/>
                <a:gd name="connsiteY75-3604" fmla="*/ 752299 h 1160647"/>
                <a:gd name="connsiteX76-3605" fmla="*/ 603063 w 3079941"/>
                <a:gd name="connsiteY76-3606" fmla="*/ 752299 h 1160647"/>
                <a:gd name="connsiteX77-3607" fmla="*/ 608383 w 3079941"/>
                <a:gd name="connsiteY77-3608" fmla="*/ 752299 h 1160647"/>
                <a:gd name="connsiteX78-3609" fmla="*/ 608383 w 3079941"/>
                <a:gd name="connsiteY78-3610" fmla="*/ 750137 h 1160647"/>
                <a:gd name="connsiteX79-3611" fmla="*/ 608383 w 3079941"/>
                <a:gd name="connsiteY79-3612" fmla="*/ 735005 h 1160647"/>
                <a:gd name="connsiteX80-3613" fmla="*/ 609396 w 3079941"/>
                <a:gd name="connsiteY80-3614" fmla="*/ 735005 h 1160647"/>
                <a:gd name="connsiteX81-3615" fmla="*/ 616490 w 3079941"/>
                <a:gd name="connsiteY81-3616" fmla="*/ 735005 h 1160647"/>
                <a:gd name="connsiteX82-3617" fmla="*/ 616490 w 3079941"/>
                <a:gd name="connsiteY82-3618" fmla="*/ 736086 h 1160647"/>
                <a:gd name="connsiteX83-3619" fmla="*/ 616490 w 3079941"/>
                <a:gd name="connsiteY83-3620" fmla="*/ 743652 h 1160647"/>
                <a:gd name="connsiteX84-3621" fmla="*/ 621810 w 3079941"/>
                <a:gd name="connsiteY84-3622" fmla="*/ 741659 h 1160647"/>
                <a:gd name="connsiteX85-3623" fmla="*/ 622570 w 3079941"/>
                <a:gd name="connsiteY85-3624" fmla="*/ 740679 h 1160647"/>
                <a:gd name="connsiteX86-3625" fmla="*/ 622570 w 3079941"/>
                <a:gd name="connsiteY86-3626" fmla="*/ 735005 h 1160647"/>
                <a:gd name="connsiteX87-3627" fmla="*/ 661077 w 3079941"/>
                <a:gd name="connsiteY87-3628" fmla="*/ 735005 h 1160647"/>
                <a:gd name="connsiteX88-3629" fmla="*/ 661077 w 3079941"/>
                <a:gd name="connsiteY88-3630" fmla="*/ 758784 h 1160647"/>
                <a:gd name="connsiteX89-3631" fmla="*/ 663103 w 3079941"/>
                <a:gd name="connsiteY89-3632" fmla="*/ 758784 h 1160647"/>
                <a:gd name="connsiteX90-3633" fmla="*/ 677290 w 3079941"/>
                <a:gd name="connsiteY90-3634" fmla="*/ 758784 h 1160647"/>
                <a:gd name="connsiteX91-3635" fmla="*/ 677290 w 3079941"/>
                <a:gd name="connsiteY91-3636" fmla="*/ 759865 h 1160647"/>
                <a:gd name="connsiteX92-3637" fmla="*/ 677290 w 3079941"/>
                <a:gd name="connsiteY92-3638" fmla="*/ 767431 h 1160647"/>
                <a:gd name="connsiteX93-3639" fmla="*/ 679064 w 3079941"/>
                <a:gd name="connsiteY93-3640" fmla="*/ 767431 h 1160647"/>
                <a:gd name="connsiteX94-3641" fmla="*/ 691477 w 3079941"/>
                <a:gd name="connsiteY94-3642" fmla="*/ 767431 h 1160647"/>
                <a:gd name="connsiteX95-3643" fmla="*/ 691477 w 3079941"/>
                <a:gd name="connsiteY95-3644" fmla="*/ 743652 h 1160647"/>
                <a:gd name="connsiteX96-3645" fmla="*/ 692490 w 3079941"/>
                <a:gd name="connsiteY96-3646" fmla="*/ 743652 h 1160647"/>
                <a:gd name="connsiteX97-3647" fmla="*/ 699584 w 3079941"/>
                <a:gd name="connsiteY97-3648" fmla="*/ 743652 h 1160647"/>
                <a:gd name="connsiteX98-3649" fmla="*/ 699584 w 3079941"/>
                <a:gd name="connsiteY98-3650" fmla="*/ 711225 h 1160647"/>
                <a:gd name="connsiteX99-3651" fmla="*/ 700597 w 3079941"/>
                <a:gd name="connsiteY99-3652" fmla="*/ 711225 h 1160647"/>
                <a:gd name="connsiteX100-3653" fmla="*/ 707691 w 3079941"/>
                <a:gd name="connsiteY100-3654" fmla="*/ 711225 h 1160647"/>
                <a:gd name="connsiteX101-3655" fmla="*/ 707691 w 3079941"/>
                <a:gd name="connsiteY101-3656" fmla="*/ 709334 h 1160647"/>
                <a:gd name="connsiteX102-3657" fmla="*/ 707691 w 3079941"/>
                <a:gd name="connsiteY102-3658" fmla="*/ 696093 h 1160647"/>
                <a:gd name="connsiteX103-3659" fmla="*/ 706424 w 3079941"/>
                <a:gd name="connsiteY103-3660" fmla="*/ 694471 h 1160647"/>
                <a:gd name="connsiteX104-3661" fmla="*/ 711744 w 3079941"/>
                <a:gd name="connsiteY104-3662" fmla="*/ 683122 h 1160647"/>
                <a:gd name="connsiteX105-3663" fmla="*/ 719851 w 3079941"/>
                <a:gd name="connsiteY105-3664" fmla="*/ 711225 h 1160647"/>
                <a:gd name="connsiteX106-3665" fmla="*/ 720611 w 3079941"/>
                <a:gd name="connsiteY106-3666" fmla="*/ 711225 h 1160647"/>
                <a:gd name="connsiteX107-3667" fmla="*/ 725931 w 3079941"/>
                <a:gd name="connsiteY107-3668" fmla="*/ 711225 h 1160647"/>
                <a:gd name="connsiteX108-3669" fmla="*/ 725931 w 3079941"/>
                <a:gd name="connsiteY108-3670" fmla="*/ 605298 h 1160647"/>
                <a:gd name="connsiteX109-3671" fmla="*/ 727451 w 3079941"/>
                <a:gd name="connsiteY109-3672" fmla="*/ 605298 h 1160647"/>
                <a:gd name="connsiteX110-3673" fmla="*/ 738091 w 3079941"/>
                <a:gd name="connsiteY110-3674" fmla="*/ 605298 h 1160647"/>
                <a:gd name="connsiteX111-3675" fmla="*/ 738091 w 3079941"/>
                <a:gd name="connsiteY111-3676" fmla="*/ 557739 h 1160647"/>
                <a:gd name="connsiteX112-3677" fmla="*/ 764438 w 3079941"/>
                <a:gd name="connsiteY112-3678" fmla="*/ 557739 h 1160647"/>
                <a:gd name="connsiteX113-3679" fmla="*/ 764438 w 3079941"/>
                <a:gd name="connsiteY113-3680" fmla="*/ 536121 h 1160647"/>
                <a:gd name="connsiteX114-3681" fmla="*/ 798892 w 3079941"/>
                <a:gd name="connsiteY114-3682" fmla="*/ 536121 h 1160647"/>
                <a:gd name="connsiteX115-3683" fmla="*/ 798892 w 3079941"/>
                <a:gd name="connsiteY115-3684" fmla="*/ 538553 h 1160647"/>
                <a:gd name="connsiteX116-3685" fmla="*/ 798892 w 3079941"/>
                <a:gd name="connsiteY116-3686" fmla="*/ 555577 h 1160647"/>
                <a:gd name="connsiteX117-3687" fmla="*/ 801172 w 3079941"/>
                <a:gd name="connsiteY117-3688" fmla="*/ 555577 h 1160647"/>
                <a:gd name="connsiteX118-3689" fmla="*/ 817132 w 3079941"/>
                <a:gd name="connsiteY118-3690" fmla="*/ 555577 h 1160647"/>
                <a:gd name="connsiteX119-3691" fmla="*/ 817132 w 3079941"/>
                <a:gd name="connsiteY119-3692" fmla="*/ 603136 h 1160647"/>
                <a:gd name="connsiteX120-3693" fmla="*/ 818145 w 3079941"/>
                <a:gd name="connsiteY120-3694" fmla="*/ 603136 h 1160647"/>
                <a:gd name="connsiteX121-3695" fmla="*/ 825239 w 3079941"/>
                <a:gd name="connsiteY121-3696" fmla="*/ 603136 h 1160647"/>
                <a:gd name="connsiteX122-3697" fmla="*/ 839426 w 3079941"/>
                <a:gd name="connsiteY122-3698" fmla="*/ 607460 h 1160647"/>
                <a:gd name="connsiteX123-3699" fmla="*/ 839426 w 3079941"/>
                <a:gd name="connsiteY123-3700" fmla="*/ 646372 h 1160647"/>
                <a:gd name="connsiteX124-3701" fmla="*/ 840439 w 3079941"/>
                <a:gd name="connsiteY124-3702" fmla="*/ 646372 h 1160647"/>
                <a:gd name="connsiteX125-3703" fmla="*/ 847532 w 3079941"/>
                <a:gd name="connsiteY125-3704" fmla="*/ 646372 h 1160647"/>
                <a:gd name="connsiteX126-3705" fmla="*/ 847532 w 3079941"/>
                <a:gd name="connsiteY126-3706" fmla="*/ 647993 h 1160647"/>
                <a:gd name="connsiteX127-3707" fmla="*/ 847532 w 3079941"/>
                <a:gd name="connsiteY127-3708" fmla="*/ 659342 h 1160647"/>
                <a:gd name="connsiteX128-3709" fmla="*/ 849559 w 3079941"/>
                <a:gd name="connsiteY128-3710" fmla="*/ 659342 h 1160647"/>
                <a:gd name="connsiteX129-3711" fmla="*/ 863746 w 3079941"/>
                <a:gd name="connsiteY129-3712" fmla="*/ 659342 h 1160647"/>
                <a:gd name="connsiteX130-3713" fmla="*/ 869826 w 3079941"/>
                <a:gd name="connsiteY130-3714" fmla="*/ 665828 h 1160647"/>
                <a:gd name="connsiteX131-3715" fmla="*/ 869826 w 3079941"/>
                <a:gd name="connsiteY131-3716" fmla="*/ 687446 h 1160647"/>
                <a:gd name="connsiteX132-3717" fmla="*/ 872106 w 3079941"/>
                <a:gd name="connsiteY132-3718" fmla="*/ 687446 h 1160647"/>
                <a:gd name="connsiteX133-3719" fmla="*/ 888066 w 3079941"/>
                <a:gd name="connsiteY133-3720" fmla="*/ 687446 h 1160647"/>
                <a:gd name="connsiteX134-3721" fmla="*/ 888066 w 3079941"/>
                <a:gd name="connsiteY134-3722" fmla="*/ 688526 h 1160647"/>
                <a:gd name="connsiteX135-3723" fmla="*/ 888066 w 3079941"/>
                <a:gd name="connsiteY135-3724" fmla="*/ 696093 h 1160647"/>
                <a:gd name="connsiteX136-3725" fmla="*/ 889333 w 3079941"/>
                <a:gd name="connsiteY136-3726" fmla="*/ 696093 h 1160647"/>
                <a:gd name="connsiteX137-3727" fmla="*/ 898200 w 3079941"/>
                <a:gd name="connsiteY137-3728" fmla="*/ 696093 h 1160647"/>
                <a:gd name="connsiteX138-3729" fmla="*/ 898200 w 3079941"/>
                <a:gd name="connsiteY138-3730" fmla="*/ 698254 h 1160647"/>
                <a:gd name="connsiteX139-3731" fmla="*/ 898200 w 3079941"/>
                <a:gd name="connsiteY139-3732" fmla="*/ 713387 h 1160647"/>
                <a:gd name="connsiteX140-3733" fmla="*/ 902253 w 3079941"/>
                <a:gd name="connsiteY140-3734" fmla="*/ 711495 h 1160647"/>
                <a:gd name="connsiteX141-3735" fmla="*/ 902253 w 3079941"/>
                <a:gd name="connsiteY141-3736" fmla="*/ 698254 h 1160647"/>
                <a:gd name="connsiteX142-3737" fmla="*/ 903266 w 3079941"/>
                <a:gd name="connsiteY142-3738" fmla="*/ 698254 h 1160647"/>
                <a:gd name="connsiteX143-3739" fmla="*/ 910360 w 3079941"/>
                <a:gd name="connsiteY143-3740" fmla="*/ 698254 h 1160647"/>
                <a:gd name="connsiteX144-3741" fmla="*/ 910360 w 3079941"/>
                <a:gd name="connsiteY144-3742" fmla="*/ 699876 h 1160647"/>
                <a:gd name="connsiteX145-3743" fmla="*/ 910360 w 3079941"/>
                <a:gd name="connsiteY145-3744" fmla="*/ 711225 h 1160647"/>
                <a:gd name="connsiteX146-3745" fmla="*/ 911120 w 3079941"/>
                <a:gd name="connsiteY146-3746" fmla="*/ 711225 h 1160647"/>
                <a:gd name="connsiteX147-3747" fmla="*/ 916440 w 3079941"/>
                <a:gd name="connsiteY147-3748" fmla="*/ 711225 h 1160647"/>
                <a:gd name="connsiteX148-3749" fmla="*/ 965080 w 3079941"/>
                <a:gd name="connsiteY148-3750" fmla="*/ 706902 h 1160647"/>
                <a:gd name="connsiteX149-3751" fmla="*/ 965080 w 3079941"/>
                <a:gd name="connsiteY149-3752" fmla="*/ 708253 h 1160647"/>
                <a:gd name="connsiteX150-3753" fmla="*/ 965080 w 3079941"/>
                <a:gd name="connsiteY150-3754" fmla="*/ 717710 h 1160647"/>
                <a:gd name="connsiteX151-3755" fmla="*/ 965840 w 3079941"/>
                <a:gd name="connsiteY151-3756" fmla="*/ 717710 h 1160647"/>
                <a:gd name="connsiteX152-3757" fmla="*/ 971161 w 3079941"/>
                <a:gd name="connsiteY152-3758" fmla="*/ 717710 h 1160647"/>
                <a:gd name="connsiteX153-3759" fmla="*/ 971161 w 3079941"/>
                <a:gd name="connsiteY153-3760" fmla="*/ 719872 h 1160647"/>
                <a:gd name="connsiteX154-3761" fmla="*/ 971161 w 3079941"/>
                <a:gd name="connsiteY154-3762" fmla="*/ 735005 h 1160647"/>
                <a:gd name="connsiteX155-3763" fmla="*/ 973187 w 3079941"/>
                <a:gd name="connsiteY155-3764" fmla="*/ 733654 h 1160647"/>
                <a:gd name="connsiteX156-3765" fmla="*/ 987374 w 3079941"/>
                <a:gd name="connsiteY156-3766" fmla="*/ 724196 h 1160647"/>
                <a:gd name="connsiteX157-3767" fmla="*/ 993454 w 3079941"/>
                <a:gd name="connsiteY157-3768" fmla="*/ 683122 h 1160647"/>
                <a:gd name="connsiteX158-3769" fmla="*/ 994214 w 3079941"/>
                <a:gd name="connsiteY158-3770" fmla="*/ 682852 h 1160647"/>
                <a:gd name="connsiteX159-3771" fmla="*/ 999534 w 3079941"/>
                <a:gd name="connsiteY159-3772" fmla="*/ 680960 h 1160647"/>
                <a:gd name="connsiteX160-3773" fmla="*/ 1001561 w 3079941"/>
                <a:gd name="connsiteY160-3774" fmla="*/ 611783 h 1160647"/>
                <a:gd name="connsiteX161-3775" fmla="*/ 1003588 w 3079941"/>
                <a:gd name="connsiteY161-3776" fmla="*/ 680960 h 1160647"/>
                <a:gd name="connsiteX162-3777" fmla="*/ 1004348 w 3079941"/>
                <a:gd name="connsiteY162-3778" fmla="*/ 681230 h 1160647"/>
                <a:gd name="connsiteX163-3779" fmla="*/ 1009668 w 3079941"/>
                <a:gd name="connsiteY163-3780" fmla="*/ 683122 h 1160647"/>
                <a:gd name="connsiteX164-3781" fmla="*/ 1009668 w 3079941"/>
                <a:gd name="connsiteY164-3782" fmla="*/ 596651 h 1160647"/>
                <a:gd name="connsiteX165-3783" fmla="*/ 1013721 w 3079941"/>
                <a:gd name="connsiteY165-3784" fmla="*/ 564224 h 1160647"/>
                <a:gd name="connsiteX166-3785" fmla="*/ 1052228 w 3079941"/>
                <a:gd name="connsiteY166-3786" fmla="*/ 564224 h 1160647"/>
                <a:gd name="connsiteX167-3787" fmla="*/ 1052228 w 3079941"/>
                <a:gd name="connsiteY167-3788" fmla="*/ 596651 h 1160647"/>
                <a:gd name="connsiteX168-3789" fmla="*/ 1052988 w 3079941"/>
                <a:gd name="connsiteY168-3790" fmla="*/ 596651 h 1160647"/>
                <a:gd name="connsiteX169-3791" fmla="*/ 1058308 w 3079941"/>
                <a:gd name="connsiteY169-3792" fmla="*/ 596651 h 1160647"/>
                <a:gd name="connsiteX170-3793" fmla="*/ 1058308 w 3079941"/>
                <a:gd name="connsiteY170-3794" fmla="*/ 514503 h 1160647"/>
                <a:gd name="connsiteX171-3795" fmla="*/ 1060082 w 3079941"/>
                <a:gd name="connsiteY171-3796" fmla="*/ 514503 h 1160647"/>
                <a:gd name="connsiteX172-3797" fmla="*/ 1072495 w 3079941"/>
                <a:gd name="connsiteY172-3798" fmla="*/ 514503 h 1160647"/>
                <a:gd name="connsiteX173-3799" fmla="*/ 1072495 w 3079941"/>
                <a:gd name="connsiteY173-3800" fmla="*/ 512612 h 1160647"/>
                <a:gd name="connsiteX174-3801" fmla="*/ 1072495 w 3079941"/>
                <a:gd name="connsiteY174-3802" fmla="*/ 499371 h 1160647"/>
                <a:gd name="connsiteX175-3803" fmla="*/ 1094789 w 3079941"/>
                <a:gd name="connsiteY175-3804" fmla="*/ 499371 h 1160647"/>
                <a:gd name="connsiteX176-3805" fmla="*/ 1094789 w 3079941"/>
                <a:gd name="connsiteY176-3806" fmla="*/ 498290 h 1160647"/>
                <a:gd name="connsiteX177-3807" fmla="*/ 1094789 w 3079941"/>
                <a:gd name="connsiteY177-3808" fmla="*/ 490724 h 1160647"/>
                <a:gd name="connsiteX178-3809" fmla="*/ 1096562 w 3079941"/>
                <a:gd name="connsiteY178-3810" fmla="*/ 490724 h 1160647"/>
                <a:gd name="connsiteX179-3811" fmla="*/ 1108976 w 3079941"/>
                <a:gd name="connsiteY179-3812" fmla="*/ 490724 h 1160647"/>
                <a:gd name="connsiteX180-3813" fmla="*/ 1108976 w 3079941"/>
                <a:gd name="connsiteY180-3814" fmla="*/ 491805 h 1160647"/>
                <a:gd name="connsiteX181-3815" fmla="*/ 1108976 w 3079941"/>
                <a:gd name="connsiteY181-3816" fmla="*/ 499371 h 1160647"/>
                <a:gd name="connsiteX182-3817" fmla="*/ 1109736 w 3079941"/>
                <a:gd name="connsiteY182-3818" fmla="*/ 499371 h 1160647"/>
                <a:gd name="connsiteX183-3819" fmla="*/ 1115056 w 3079941"/>
                <a:gd name="connsiteY183-3820" fmla="*/ 499371 h 1160647"/>
                <a:gd name="connsiteX184-3821" fmla="*/ 1125189 w 3079941"/>
                <a:gd name="connsiteY184-3822" fmla="*/ 495047 h 1160647"/>
                <a:gd name="connsiteX185-3823" fmla="*/ 1129242 w 3079941"/>
                <a:gd name="connsiteY185-3824" fmla="*/ 498290 h 1160647"/>
                <a:gd name="connsiteX186-3825" fmla="*/ 1129242 w 3079941"/>
                <a:gd name="connsiteY186-3826" fmla="*/ 490724 h 1160647"/>
                <a:gd name="connsiteX187-3827" fmla="*/ 1131522 w 3079941"/>
                <a:gd name="connsiteY187-3828" fmla="*/ 490724 h 1160647"/>
                <a:gd name="connsiteX188-3829" fmla="*/ 1147483 w 3079941"/>
                <a:gd name="connsiteY188-3830" fmla="*/ 490724 h 1160647"/>
                <a:gd name="connsiteX189-3831" fmla="*/ 1147483 w 3079941"/>
                <a:gd name="connsiteY189-3832" fmla="*/ 491805 h 1160647"/>
                <a:gd name="connsiteX190-3833" fmla="*/ 1147483 w 3079941"/>
                <a:gd name="connsiteY190-3834" fmla="*/ 499371 h 1160647"/>
                <a:gd name="connsiteX191-3835" fmla="*/ 1177883 w 3079941"/>
                <a:gd name="connsiteY191-3836" fmla="*/ 499371 h 1160647"/>
                <a:gd name="connsiteX192-3837" fmla="*/ 1177883 w 3079941"/>
                <a:gd name="connsiteY192-3838" fmla="*/ 500992 h 1160647"/>
                <a:gd name="connsiteX193-3839" fmla="*/ 1177883 w 3079941"/>
                <a:gd name="connsiteY193-3840" fmla="*/ 512342 h 1160647"/>
                <a:gd name="connsiteX194-3841" fmla="*/ 1204230 w 3079941"/>
                <a:gd name="connsiteY194-3842" fmla="*/ 512342 h 1160647"/>
                <a:gd name="connsiteX195-3843" fmla="*/ 1204230 w 3079941"/>
                <a:gd name="connsiteY195-3844" fmla="*/ 542606 h 1160647"/>
                <a:gd name="connsiteX196-3845" fmla="*/ 1204990 w 3079941"/>
                <a:gd name="connsiteY196-3846" fmla="*/ 542606 h 1160647"/>
                <a:gd name="connsiteX197-3847" fmla="*/ 1210310 w 3079941"/>
                <a:gd name="connsiteY197-3848" fmla="*/ 542606 h 1160647"/>
                <a:gd name="connsiteX198-3849" fmla="*/ 1210310 w 3079941"/>
                <a:gd name="connsiteY198-3850" fmla="*/ 543687 h 1160647"/>
                <a:gd name="connsiteX199-3851" fmla="*/ 1210310 w 3079941"/>
                <a:gd name="connsiteY199-3852" fmla="*/ 551254 h 1160647"/>
                <a:gd name="connsiteX200-3853" fmla="*/ 1214364 w 3079941"/>
                <a:gd name="connsiteY200-3854" fmla="*/ 581518 h 1160647"/>
                <a:gd name="connsiteX201-3855" fmla="*/ 1215124 w 3079941"/>
                <a:gd name="connsiteY201-3856" fmla="*/ 581518 h 1160647"/>
                <a:gd name="connsiteX202-3857" fmla="*/ 1220444 w 3079941"/>
                <a:gd name="connsiteY202-3858" fmla="*/ 581518 h 1160647"/>
                <a:gd name="connsiteX203-3859" fmla="*/ 1220444 w 3079941"/>
                <a:gd name="connsiteY203-3860" fmla="*/ 582329 h 1160647"/>
                <a:gd name="connsiteX204-3861" fmla="*/ 1220444 w 3079941"/>
                <a:gd name="connsiteY204-3862" fmla="*/ 588004 h 1160647"/>
                <a:gd name="connsiteX205-3863" fmla="*/ 1221457 w 3079941"/>
                <a:gd name="connsiteY205-3864" fmla="*/ 588004 h 1160647"/>
                <a:gd name="connsiteX206-3865" fmla="*/ 1228550 w 3079941"/>
                <a:gd name="connsiteY206-3866" fmla="*/ 588004 h 1160647"/>
                <a:gd name="connsiteX207-3867" fmla="*/ 1228550 w 3079941"/>
                <a:gd name="connsiteY207-3868" fmla="*/ 618269 h 1160647"/>
                <a:gd name="connsiteX208-3869" fmla="*/ 1230577 w 3079941"/>
                <a:gd name="connsiteY208-3870" fmla="*/ 618269 h 1160647"/>
                <a:gd name="connsiteX209-3871" fmla="*/ 1244764 w 3079941"/>
                <a:gd name="connsiteY209-3872" fmla="*/ 618269 h 1160647"/>
                <a:gd name="connsiteX210-3873" fmla="*/ 1244764 w 3079941"/>
                <a:gd name="connsiteY210-3874" fmla="*/ 642048 h 1160647"/>
                <a:gd name="connsiteX211-3875" fmla="*/ 1246791 w 3079941"/>
                <a:gd name="connsiteY211-3876" fmla="*/ 643669 h 1160647"/>
                <a:gd name="connsiteX212-3877" fmla="*/ 1246791 w 3079941"/>
                <a:gd name="connsiteY212-3878" fmla="*/ 655019 h 1160647"/>
                <a:gd name="connsiteX213-3879" fmla="*/ 1247551 w 3079941"/>
                <a:gd name="connsiteY213-3880" fmla="*/ 655019 h 1160647"/>
                <a:gd name="connsiteX214-3881" fmla="*/ 1252871 w 3079941"/>
                <a:gd name="connsiteY214-3882" fmla="*/ 655019 h 1160647"/>
                <a:gd name="connsiteX215-3883" fmla="*/ 1252871 w 3079941"/>
                <a:gd name="connsiteY215-3884" fmla="*/ 678798 h 1160647"/>
                <a:gd name="connsiteX216-3885" fmla="*/ 1254137 w 3079941"/>
                <a:gd name="connsiteY216-3886" fmla="*/ 678798 h 1160647"/>
                <a:gd name="connsiteX217-3887" fmla="*/ 1263004 w 3079941"/>
                <a:gd name="connsiteY217-3888" fmla="*/ 678798 h 1160647"/>
                <a:gd name="connsiteX218-3889" fmla="*/ 1265031 w 3079941"/>
                <a:gd name="connsiteY218-3890" fmla="*/ 682852 h 1160647"/>
                <a:gd name="connsiteX219-3891" fmla="*/ 1265031 w 3079941"/>
                <a:gd name="connsiteY219-3892" fmla="*/ 696093 h 1160647"/>
                <a:gd name="connsiteX220-3893" fmla="*/ 1266551 w 3079941"/>
                <a:gd name="connsiteY220-3894" fmla="*/ 694201 h 1160647"/>
                <a:gd name="connsiteX221-3895" fmla="*/ 1277191 w 3079941"/>
                <a:gd name="connsiteY221-3896" fmla="*/ 680960 h 1160647"/>
                <a:gd name="connsiteX222-3897" fmla="*/ 1305565 w 3079941"/>
                <a:gd name="connsiteY222-3898" fmla="*/ 680960 h 1160647"/>
                <a:gd name="connsiteX223-3899" fmla="*/ 1305565 w 3079941"/>
                <a:gd name="connsiteY223-3900" fmla="*/ 767431 h 1160647"/>
                <a:gd name="connsiteX224-3901" fmla="*/ 1306325 w 3079941"/>
                <a:gd name="connsiteY224-3902" fmla="*/ 767431 h 1160647"/>
                <a:gd name="connsiteX225-3903" fmla="*/ 1311645 w 3079941"/>
                <a:gd name="connsiteY225-3904" fmla="*/ 767431 h 1160647"/>
                <a:gd name="connsiteX226-3905" fmla="*/ 1312405 w 3079941"/>
                <a:gd name="connsiteY226-3906" fmla="*/ 766080 h 1160647"/>
                <a:gd name="connsiteX227-3907" fmla="*/ 1317725 w 3079941"/>
                <a:gd name="connsiteY227-3908" fmla="*/ 756622 h 1160647"/>
                <a:gd name="connsiteX228-3909" fmla="*/ 1317725 w 3079941"/>
                <a:gd name="connsiteY228-3910" fmla="*/ 758514 h 1160647"/>
                <a:gd name="connsiteX229-3911" fmla="*/ 1317725 w 3079941"/>
                <a:gd name="connsiteY229-3912" fmla="*/ 771755 h 1160647"/>
                <a:gd name="connsiteX230-3913" fmla="*/ 1321778 w 3079941"/>
                <a:gd name="connsiteY230-3914" fmla="*/ 726358 h 1160647"/>
                <a:gd name="connsiteX231-3915" fmla="*/ 1322538 w 3079941"/>
                <a:gd name="connsiteY231-3916" fmla="*/ 726358 h 1160647"/>
                <a:gd name="connsiteX232-3917" fmla="*/ 1327858 w 3079941"/>
                <a:gd name="connsiteY232-3918" fmla="*/ 726358 h 1160647"/>
                <a:gd name="connsiteX233-3919" fmla="*/ 1327858 w 3079941"/>
                <a:gd name="connsiteY233-3920" fmla="*/ 661504 h 1160647"/>
                <a:gd name="connsiteX234-3921" fmla="*/ 1328872 w 3079941"/>
                <a:gd name="connsiteY234-3922" fmla="*/ 661504 h 1160647"/>
                <a:gd name="connsiteX235-3923" fmla="*/ 1335965 w 3079941"/>
                <a:gd name="connsiteY235-3924" fmla="*/ 661504 h 1160647"/>
                <a:gd name="connsiteX236-3925" fmla="*/ 1348125 w 3079941"/>
                <a:gd name="connsiteY236-3926" fmla="*/ 618269 h 1160647"/>
                <a:gd name="connsiteX237-3927" fmla="*/ 1349392 w 3079941"/>
                <a:gd name="connsiteY237-3928" fmla="*/ 618269 h 1160647"/>
                <a:gd name="connsiteX238-3929" fmla="*/ 1358259 w 3079941"/>
                <a:gd name="connsiteY238-3930" fmla="*/ 618269 h 1160647"/>
                <a:gd name="connsiteX239-3931" fmla="*/ 1368392 w 3079941"/>
                <a:gd name="connsiteY239-3932" fmla="*/ 661504 h 1160647"/>
                <a:gd name="connsiteX240-3933" fmla="*/ 1369405 w 3079941"/>
                <a:gd name="connsiteY240-3934" fmla="*/ 661504 h 1160647"/>
                <a:gd name="connsiteX241-3935" fmla="*/ 1376499 w 3079941"/>
                <a:gd name="connsiteY241-3936" fmla="*/ 661504 h 1160647"/>
                <a:gd name="connsiteX242-3937" fmla="*/ 1376499 w 3079941"/>
                <a:gd name="connsiteY242-3938" fmla="*/ 700416 h 1160647"/>
                <a:gd name="connsiteX243-3939" fmla="*/ 1378272 w 3079941"/>
                <a:gd name="connsiteY243-3940" fmla="*/ 700416 h 1160647"/>
                <a:gd name="connsiteX244-3941" fmla="*/ 1390686 w 3079941"/>
                <a:gd name="connsiteY244-3942" fmla="*/ 700416 h 1160647"/>
                <a:gd name="connsiteX245-3943" fmla="*/ 1390686 w 3079941"/>
                <a:gd name="connsiteY245-3944" fmla="*/ 702578 h 1160647"/>
                <a:gd name="connsiteX246-3945" fmla="*/ 1390686 w 3079941"/>
                <a:gd name="connsiteY246-3946" fmla="*/ 717710 h 1160647"/>
                <a:gd name="connsiteX247-3947" fmla="*/ 1394739 w 3079941"/>
                <a:gd name="connsiteY247-3948" fmla="*/ 715549 h 1160647"/>
                <a:gd name="connsiteX248-3949" fmla="*/ 1394739 w 3079941"/>
                <a:gd name="connsiteY248-3950" fmla="*/ 700416 h 1160647"/>
                <a:gd name="connsiteX249-3951" fmla="*/ 1396259 w 3079941"/>
                <a:gd name="connsiteY249-3952" fmla="*/ 700416 h 1160647"/>
                <a:gd name="connsiteX250-3953" fmla="*/ 1406899 w 3079941"/>
                <a:gd name="connsiteY250-3954" fmla="*/ 700416 h 1160647"/>
                <a:gd name="connsiteX251-3955" fmla="*/ 1406899 w 3079941"/>
                <a:gd name="connsiteY251-3956" fmla="*/ 702037 h 1160647"/>
                <a:gd name="connsiteX252-3957" fmla="*/ 1406899 w 3079941"/>
                <a:gd name="connsiteY252-3958" fmla="*/ 713387 h 1160647"/>
                <a:gd name="connsiteX253-3959" fmla="*/ 1437300 w 3079941"/>
                <a:gd name="connsiteY253-3960" fmla="*/ 713387 h 1160647"/>
                <a:gd name="connsiteX254-3961" fmla="*/ 1437300 w 3079941"/>
                <a:gd name="connsiteY254-3962" fmla="*/ 676637 h 1160647"/>
                <a:gd name="connsiteX255-3963" fmla="*/ 1438566 w 3079941"/>
                <a:gd name="connsiteY255-3964" fmla="*/ 676637 h 1160647"/>
                <a:gd name="connsiteX256-3965" fmla="*/ 1447433 w 3079941"/>
                <a:gd name="connsiteY256-3966" fmla="*/ 676637 h 1160647"/>
                <a:gd name="connsiteX257-3967" fmla="*/ 1447433 w 3079941"/>
                <a:gd name="connsiteY257-3968" fmla="*/ 698254 h 1160647"/>
                <a:gd name="connsiteX258-3969" fmla="*/ 1449460 w 3079941"/>
                <a:gd name="connsiteY258-3970" fmla="*/ 665828 h 1160647"/>
                <a:gd name="connsiteX259-3971" fmla="*/ 1471753 w 3079941"/>
                <a:gd name="connsiteY259-3972" fmla="*/ 665828 h 1160647"/>
                <a:gd name="connsiteX260-3973" fmla="*/ 1471753 w 3079941"/>
                <a:gd name="connsiteY260-3974" fmla="*/ 664206 h 1160647"/>
                <a:gd name="connsiteX261-3975" fmla="*/ 1471753 w 3079941"/>
                <a:gd name="connsiteY261-3976" fmla="*/ 652857 h 1160647"/>
                <a:gd name="connsiteX262-3977" fmla="*/ 1472513 w 3079941"/>
                <a:gd name="connsiteY262-3978" fmla="*/ 652857 h 1160647"/>
                <a:gd name="connsiteX263-3979" fmla="*/ 1477833 w 3079941"/>
                <a:gd name="connsiteY263-3980" fmla="*/ 652857 h 1160647"/>
                <a:gd name="connsiteX264-3981" fmla="*/ 1477833 w 3079941"/>
                <a:gd name="connsiteY264-3982" fmla="*/ 650966 h 1160647"/>
                <a:gd name="connsiteX265-3983" fmla="*/ 1477833 w 3079941"/>
                <a:gd name="connsiteY265-3984" fmla="*/ 637725 h 1160647"/>
                <a:gd name="connsiteX266-3985" fmla="*/ 1481887 w 3079941"/>
                <a:gd name="connsiteY266-3986" fmla="*/ 644210 h 1160647"/>
                <a:gd name="connsiteX267-3987" fmla="*/ 1484167 w 3079941"/>
                <a:gd name="connsiteY267-3988" fmla="*/ 644210 h 1160647"/>
                <a:gd name="connsiteX268-3989" fmla="*/ 1500127 w 3079941"/>
                <a:gd name="connsiteY268-3990" fmla="*/ 644210 h 1160647"/>
                <a:gd name="connsiteX269-3991" fmla="*/ 1500127 w 3079941"/>
                <a:gd name="connsiteY269-3992" fmla="*/ 643399 h 1160647"/>
                <a:gd name="connsiteX270-3993" fmla="*/ 1500127 w 3079941"/>
                <a:gd name="connsiteY270-3994" fmla="*/ 637725 h 1160647"/>
                <a:gd name="connsiteX271-3995" fmla="*/ 1500887 w 3079941"/>
                <a:gd name="connsiteY271-3996" fmla="*/ 637725 h 1160647"/>
                <a:gd name="connsiteX272-3997" fmla="*/ 1506207 w 3079941"/>
                <a:gd name="connsiteY272-3998" fmla="*/ 637725 h 1160647"/>
                <a:gd name="connsiteX273-3999" fmla="*/ 1506207 w 3079941"/>
                <a:gd name="connsiteY273-4000" fmla="*/ 639076 h 1160647"/>
                <a:gd name="connsiteX274-4001" fmla="*/ 1506207 w 3079941"/>
                <a:gd name="connsiteY274-4002" fmla="*/ 648534 h 1160647"/>
                <a:gd name="connsiteX275-4003" fmla="*/ 1544714 w 3079941"/>
                <a:gd name="connsiteY275-4004" fmla="*/ 648534 h 1160647"/>
                <a:gd name="connsiteX276-4005" fmla="*/ 1544714 w 3079941"/>
                <a:gd name="connsiteY276-4006" fmla="*/ 786887 h 1160647"/>
                <a:gd name="connsiteX277-4007" fmla="*/ 1546234 w 3079941"/>
                <a:gd name="connsiteY277-4008" fmla="*/ 786887 h 1160647"/>
                <a:gd name="connsiteX278-4009" fmla="*/ 1556874 w 3079941"/>
                <a:gd name="connsiteY278-4010" fmla="*/ 786887 h 1160647"/>
                <a:gd name="connsiteX279-4011" fmla="*/ 1556874 w 3079941"/>
                <a:gd name="connsiteY279-4012" fmla="*/ 773917 h 1160647"/>
                <a:gd name="connsiteX280-4013" fmla="*/ 1560928 w 3079941"/>
                <a:gd name="connsiteY280-4014" fmla="*/ 773917 h 1160647"/>
                <a:gd name="connsiteX281-4015" fmla="*/ 1560928 w 3079941"/>
                <a:gd name="connsiteY281-4016" fmla="*/ 786887 h 1160647"/>
                <a:gd name="connsiteX282-4017" fmla="*/ 1591328 w 3079941"/>
                <a:gd name="connsiteY282-4018" fmla="*/ 786887 h 1160647"/>
                <a:gd name="connsiteX283-4019" fmla="*/ 1591328 w 3079941"/>
                <a:gd name="connsiteY283-4020" fmla="*/ 756622 h 1160647"/>
                <a:gd name="connsiteX284-4021" fmla="*/ 1603488 w 3079941"/>
                <a:gd name="connsiteY284-4022" fmla="*/ 756622 h 1160647"/>
                <a:gd name="connsiteX285-4023" fmla="*/ 1615648 w 3079941"/>
                <a:gd name="connsiteY285-4024" fmla="*/ 754461 h 1160647"/>
                <a:gd name="connsiteX286-4025" fmla="*/ 1619702 w 3079941"/>
                <a:gd name="connsiteY286-4026" fmla="*/ 756622 h 1160647"/>
                <a:gd name="connsiteX287-4027" fmla="*/ 1629835 w 3079941"/>
                <a:gd name="connsiteY287-4028" fmla="*/ 756622 h 1160647"/>
                <a:gd name="connsiteX288-4029" fmla="*/ 1629835 w 3079941"/>
                <a:gd name="connsiteY288-4030" fmla="*/ 786887 h 1160647"/>
                <a:gd name="connsiteX289-4031" fmla="*/ 1637942 w 3079941"/>
                <a:gd name="connsiteY289-4032" fmla="*/ 786887 h 1160647"/>
                <a:gd name="connsiteX290-4033" fmla="*/ 1637942 w 3079941"/>
                <a:gd name="connsiteY290-4034" fmla="*/ 804182 h 1160647"/>
                <a:gd name="connsiteX291-4035" fmla="*/ 1647278 w 3079941"/>
                <a:gd name="connsiteY291-4036" fmla="*/ 805087 h 1160647"/>
                <a:gd name="connsiteX292-4037" fmla="*/ 1660236 w 3079941"/>
                <a:gd name="connsiteY292-4038" fmla="*/ 805087 h 1160647"/>
                <a:gd name="connsiteX293-4039" fmla="*/ 1660236 w 3079941"/>
                <a:gd name="connsiteY293-4040" fmla="*/ 789049 h 1160647"/>
                <a:gd name="connsiteX294-4041" fmla="*/ 1728192 w 3079941"/>
                <a:gd name="connsiteY294-4042" fmla="*/ 789049 h 1160647"/>
                <a:gd name="connsiteX295-4043" fmla="*/ 1728192 w 3079941"/>
                <a:gd name="connsiteY295-4044" fmla="*/ 703796 h 1160647"/>
                <a:gd name="connsiteX296-4045" fmla="*/ 1800200 w 3079941"/>
                <a:gd name="connsiteY296-4046" fmla="*/ 703796 h 1160647"/>
                <a:gd name="connsiteX297-4047" fmla="*/ 1800200 w 3079941"/>
                <a:gd name="connsiteY297-4048" fmla="*/ 782564 h 1160647"/>
                <a:gd name="connsiteX298-4049" fmla="*/ 1802104 w 3079941"/>
                <a:gd name="connsiteY298-4050" fmla="*/ 782564 h 1160647"/>
                <a:gd name="connsiteX299-4051" fmla="*/ 1803346 w 3079941"/>
                <a:gd name="connsiteY299-4052" fmla="*/ 805087 h 1160647"/>
                <a:gd name="connsiteX300-4053" fmla="*/ 1813022 w 3079941"/>
                <a:gd name="connsiteY300-4054" fmla="*/ 805087 h 1160647"/>
                <a:gd name="connsiteX301-4055" fmla="*/ 1814264 w 3079941"/>
                <a:gd name="connsiteY301-4056" fmla="*/ 782564 h 1160647"/>
                <a:gd name="connsiteX302-4057" fmla="*/ 1820344 w 3079941"/>
                <a:gd name="connsiteY302-4058" fmla="*/ 782564 h 1160647"/>
                <a:gd name="connsiteX303-4059" fmla="*/ 1821586 w 3079941"/>
                <a:gd name="connsiteY303-4060" fmla="*/ 805087 h 1160647"/>
                <a:gd name="connsiteX304-4061" fmla="*/ 1872208 w 3079941"/>
                <a:gd name="connsiteY304-4062" fmla="*/ 805087 h 1160647"/>
                <a:gd name="connsiteX305-4063" fmla="*/ 1872208 w 3079941"/>
                <a:gd name="connsiteY305-4064" fmla="*/ 642059 h 1160647"/>
                <a:gd name="connsiteX306-4065" fmla="*/ 2069535 w 3079941"/>
                <a:gd name="connsiteY306-4066" fmla="*/ 642059 h 1160647"/>
                <a:gd name="connsiteX307-4067" fmla="*/ 2069535 w 3079941"/>
                <a:gd name="connsiteY307-4068" fmla="*/ 805087 h 1160647"/>
                <a:gd name="connsiteX308-4069" fmla="*/ 2088232 w 3079941"/>
                <a:gd name="connsiteY308-4070" fmla="*/ 805087 h 1160647"/>
                <a:gd name="connsiteX309-4071" fmla="*/ 2088232 w 3079941"/>
                <a:gd name="connsiteY309-4072" fmla="*/ 722394 h 1160647"/>
                <a:gd name="connsiteX310-4073" fmla="*/ 2183352 w 3079941"/>
                <a:gd name="connsiteY310-4074" fmla="*/ 722394 h 1160647"/>
                <a:gd name="connsiteX311-4075" fmla="*/ 2195282 w 3079941"/>
                <a:gd name="connsiteY311-4076" fmla="*/ 404253 h 1160647"/>
                <a:gd name="connsiteX312-4077" fmla="*/ 2183122 w 3079941"/>
                <a:gd name="connsiteY312-4078" fmla="*/ 382635 h 1160647"/>
                <a:gd name="connsiteX313-4079" fmla="*/ 2177042 w 3079941"/>
                <a:gd name="connsiteY313-4080" fmla="*/ 378311 h 1160647"/>
                <a:gd name="connsiteX314-4081" fmla="*/ 2185149 w 3079941"/>
                <a:gd name="connsiteY314-4082" fmla="*/ 354532 h 1160647"/>
                <a:gd name="connsiteX315-4083" fmla="*/ 2185149 w 3079941"/>
                <a:gd name="connsiteY315-4084" fmla="*/ 337238 h 1160647"/>
                <a:gd name="connsiteX316-4085" fmla="*/ 2199336 w 3079941"/>
                <a:gd name="connsiteY316-4086" fmla="*/ 337238 h 1160647"/>
                <a:gd name="connsiteX317-4087" fmla="*/ 2199336 w 3079941"/>
                <a:gd name="connsiteY317-4088" fmla="*/ 315620 h 1160647"/>
                <a:gd name="connsiteX318-4089" fmla="*/ 2201362 w 3079941"/>
                <a:gd name="connsiteY318-4090" fmla="*/ 311296 h 1160647"/>
                <a:gd name="connsiteX319-4091" fmla="*/ 2201362 w 3079941"/>
                <a:gd name="connsiteY319-4092" fmla="*/ 233472 h 1160647"/>
                <a:gd name="connsiteX320-4093" fmla="*/ 2199336 w 3079941"/>
                <a:gd name="connsiteY320-4094" fmla="*/ 226987 h 1160647"/>
                <a:gd name="connsiteX321-4095" fmla="*/ 2205416 w 3079941"/>
                <a:gd name="connsiteY321-4096" fmla="*/ 220501 h 1160647"/>
                <a:gd name="connsiteX322-4097" fmla="*/ 2205416 w 3079941"/>
                <a:gd name="connsiteY322-4098" fmla="*/ 162133 h 1160647"/>
                <a:gd name="connsiteX323-4099" fmla="*/ 2207442 w 3079941"/>
                <a:gd name="connsiteY323-4100" fmla="*/ 157810 h 1160647"/>
                <a:gd name="connsiteX324-4101" fmla="*/ 2207442 w 3079941"/>
                <a:gd name="connsiteY324-4102" fmla="*/ 101604 h 1160647"/>
                <a:gd name="connsiteX325-4103" fmla="*/ 2209469 w 3079941"/>
                <a:gd name="connsiteY325-4104" fmla="*/ 82148 h 1160647"/>
                <a:gd name="connsiteX326-4105" fmla="*/ 2213523 w 3079941"/>
                <a:gd name="connsiteY326-4106" fmla="*/ 99442 h 1160647"/>
                <a:gd name="connsiteX327-4107" fmla="*/ 2215549 w 3079941"/>
                <a:gd name="connsiteY327-4108" fmla="*/ 157810 h 1160647"/>
                <a:gd name="connsiteX328-4109" fmla="*/ 2217576 w 3079941"/>
                <a:gd name="connsiteY328-4110" fmla="*/ 220501 h 1160647"/>
                <a:gd name="connsiteX329-4111" fmla="*/ 2223656 w 3079941"/>
                <a:gd name="connsiteY329-4112" fmla="*/ 226987 h 1160647"/>
                <a:gd name="connsiteX330-4113" fmla="*/ 2221629 w 3079941"/>
                <a:gd name="connsiteY330-4114" fmla="*/ 233472 h 1160647"/>
                <a:gd name="connsiteX331-4115" fmla="*/ 2221629 w 3079941"/>
                <a:gd name="connsiteY331-4116" fmla="*/ 311296 h 1160647"/>
                <a:gd name="connsiteX332-4117" fmla="*/ 2223656 w 3079941"/>
                <a:gd name="connsiteY332-4118" fmla="*/ 315620 h 1160647"/>
                <a:gd name="connsiteX333-4119" fmla="*/ 2223656 w 3079941"/>
                <a:gd name="connsiteY333-4120" fmla="*/ 337238 h 1160647"/>
                <a:gd name="connsiteX334-4121" fmla="*/ 2237843 w 3079941"/>
                <a:gd name="connsiteY334-4122" fmla="*/ 337238 h 1160647"/>
                <a:gd name="connsiteX335-4123" fmla="*/ 2237843 w 3079941"/>
                <a:gd name="connsiteY335-4124" fmla="*/ 354532 h 1160647"/>
                <a:gd name="connsiteX336-4125" fmla="*/ 2245950 w 3079941"/>
                <a:gd name="connsiteY336-4126" fmla="*/ 378311 h 1160647"/>
                <a:gd name="connsiteX337-4127" fmla="*/ 2239870 w 3079941"/>
                <a:gd name="connsiteY337-4128" fmla="*/ 382635 h 1160647"/>
                <a:gd name="connsiteX338-4129" fmla="*/ 2227709 w 3079941"/>
                <a:gd name="connsiteY338-4130" fmla="*/ 404253 h 1160647"/>
                <a:gd name="connsiteX339-4131" fmla="*/ 2235816 w 3079941"/>
                <a:gd name="connsiteY339-4132" fmla="*/ 657181 h 1160647"/>
                <a:gd name="connsiteX340-4133" fmla="*/ 2300670 w 3079941"/>
                <a:gd name="connsiteY340-4134" fmla="*/ 657181 h 1160647"/>
                <a:gd name="connsiteX341-4135" fmla="*/ 2300670 w 3079941"/>
                <a:gd name="connsiteY341-4136" fmla="*/ 732843 h 1160647"/>
                <a:gd name="connsiteX342-4137" fmla="*/ 2308777 w 3079941"/>
                <a:gd name="connsiteY342-4138" fmla="*/ 732843 h 1160647"/>
                <a:gd name="connsiteX343-4139" fmla="*/ 2310804 w 3079941"/>
                <a:gd name="connsiteY343-4140" fmla="*/ 726358 h 1160647"/>
                <a:gd name="connsiteX344-4141" fmla="*/ 2316884 w 3079941"/>
                <a:gd name="connsiteY344-4142" fmla="*/ 726358 h 1160647"/>
                <a:gd name="connsiteX345-4143" fmla="*/ 2318911 w 3079941"/>
                <a:gd name="connsiteY345-4144" fmla="*/ 735005 h 1160647"/>
                <a:gd name="connsiteX346-4145" fmla="*/ 2331071 w 3079941"/>
                <a:gd name="connsiteY346-4146" fmla="*/ 735005 h 1160647"/>
                <a:gd name="connsiteX347-4147" fmla="*/ 2331071 w 3079941"/>
                <a:gd name="connsiteY347-4148" fmla="*/ 728519 h 1160647"/>
                <a:gd name="connsiteX348-4149" fmla="*/ 2353364 w 3079941"/>
                <a:gd name="connsiteY348-4150" fmla="*/ 728519 h 1160647"/>
                <a:gd name="connsiteX349-4151" fmla="*/ 2353364 w 3079941"/>
                <a:gd name="connsiteY349-4152" fmla="*/ 735005 h 1160647"/>
                <a:gd name="connsiteX350-4153" fmla="*/ 2373631 w 3079941"/>
                <a:gd name="connsiteY350-4154" fmla="*/ 735005 h 1160647"/>
                <a:gd name="connsiteX351-4155" fmla="*/ 2373631 w 3079941"/>
                <a:gd name="connsiteY351-4156" fmla="*/ 780402 h 1160647"/>
                <a:gd name="connsiteX352-4157" fmla="*/ 2387818 w 3079941"/>
                <a:gd name="connsiteY352-4158" fmla="*/ 780402 h 1160647"/>
                <a:gd name="connsiteX353-4159" fmla="*/ 2387818 w 3079941"/>
                <a:gd name="connsiteY353-4160" fmla="*/ 767431 h 1160647"/>
                <a:gd name="connsiteX354-4161" fmla="*/ 2404032 w 3079941"/>
                <a:gd name="connsiteY354-4162" fmla="*/ 767431 h 1160647"/>
                <a:gd name="connsiteX355-4163" fmla="*/ 2404032 w 3079941"/>
                <a:gd name="connsiteY355-4164" fmla="*/ 588004 h 1160647"/>
                <a:gd name="connsiteX356-4165" fmla="*/ 2410112 w 3079941"/>
                <a:gd name="connsiteY356-4166" fmla="*/ 581518 h 1160647"/>
                <a:gd name="connsiteX357-4167" fmla="*/ 2483073 w 3079941"/>
                <a:gd name="connsiteY357-4168" fmla="*/ 581518 h 1160647"/>
                <a:gd name="connsiteX358-4169" fmla="*/ 2483073 w 3079941"/>
                <a:gd name="connsiteY358-4170" fmla="*/ 590166 h 1160647"/>
                <a:gd name="connsiteX359-4171" fmla="*/ 2493206 w 3079941"/>
                <a:gd name="connsiteY359-4172" fmla="*/ 590166 h 1160647"/>
                <a:gd name="connsiteX360-4173" fmla="*/ 2493206 w 3079941"/>
                <a:gd name="connsiteY360-4174" fmla="*/ 704740 h 1160647"/>
                <a:gd name="connsiteX361-4175" fmla="*/ 2515500 w 3079941"/>
                <a:gd name="connsiteY361-4176" fmla="*/ 704740 h 1160647"/>
                <a:gd name="connsiteX362-4177" fmla="*/ 2515500 w 3079941"/>
                <a:gd name="connsiteY362-4178" fmla="*/ 637725 h 1160647"/>
                <a:gd name="connsiteX363-4179" fmla="*/ 2541847 w 3079941"/>
                <a:gd name="connsiteY363-4180" fmla="*/ 637725 h 1160647"/>
                <a:gd name="connsiteX364-4181" fmla="*/ 2545900 w 3079941"/>
                <a:gd name="connsiteY364-4182" fmla="*/ 633401 h 1160647"/>
                <a:gd name="connsiteX365-4183" fmla="*/ 2554007 w 3079941"/>
                <a:gd name="connsiteY365-4184" fmla="*/ 633401 h 1160647"/>
                <a:gd name="connsiteX366-4185" fmla="*/ 2558060 w 3079941"/>
                <a:gd name="connsiteY366-4186" fmla="*/ 637725 h 1160647"/>
                <a:gd name="connsiteX367-4187" fmla="*/ 2580354 w 3079941"/>
                <a:gd name="connsiteY367-4188" fmla="*/ 637725 h 1160647"/>
                <a:gd name="connsiteX368-4189" fmla="*/ 2580354 w 3079941"/>
                <a:gd name="connsiteY368-4190" fmla="*/ 520989 h 1160647"/>
                <a:gd name="connsiteX369-4191" fmla="*/ 2637101 w 3079941"/>
                <a:gd name="connsiteY369-4192" fmla="*/ 510180 h 1160647"/>
                <a:gd name="connsiteX370-4193" fmla="*/ 2637101 w 3079941"/>
                <a:gd name="connsiteY370-4194" fmla="*/ 511261 h 1160647"/>
                <a:gd name="connsiteX371-4195" fmla="*/ 2637101 w 3079941"/>
                <a:gd name="connsiteY371-4196" fmla="*/ 518827 h 1160647"/>
                <a:gd name="connsiteX372-4197" fmla="*/ 2663448 w 3079941"/>
                <a:gd name="connsiteY372-4198" fmla="*/ 518827 h 1160647"/>
                <a:gd name="connsiteX373-4199" fmla="*/ 2663448 w 3079941"/>
                <a:gd name="connsiteY373-4200" fmla="*/ 773917 h 1160647"/>
                <a:gd name="connsiteX374-4201" fmla="*/ 2685742 w 3079941"/>
                <a:gd name="connsiteY374-4202" fmla="*/ 773917 h 1160647"/>
                <a:gd name="connsiteX375-4203" fmla="*/ 2685742 w 3079941"/>
                <a:gd name="connsiteY375-4204" fmla="*/ 769593 h 1160647"/>
                <a:gd name="connsiteX376-4205" fmla="*/ 2697902 w 3079941"/>
                <a:gd name="connsiteY376-4206" fmla="*/ 769593 h 1160647"/>
                <a:gd name="connsiteX377-4207" fmla="*/ 2697902 w 3079941"/>
                <a:gd name="connsiteY377-4208" fmla="*/ 773917 h 1160647"/>
                <a:gd name="connsiteX378-4209" fmla="*/ 2722222 w 3079941"/>
                <a:gd name="connsiteY378-4210" fmla="*/ 773917 h 1160647"/>
                <a:gd name="connsiteX379-4211" fmla="*/ 2722222 w 3079941"/>
                <a:gd name="connsiteY379-4212" fmla="*/ 760946 h 1160647"/>
                <a:gd name="connsiteX380-4213" fmla="*/ 2750596 w 3079941"/>
                <a:gd name="connsiteY380-4214" fmla="*/ 760946 h 1160647"/>
                <a:gd name="connsiteX381-4215" fmla="*/ 2762756 w 3079941"/>
                <a:gd name="connsiteY381-4216" fmla="*/ 756622 h 1160647"/>
                <a:gd name="connsiteX382-4217" fmla="*/ 2783023 w 3079941"/>
                <a:gd name="connsiteY382-4218" fmla="*/ 760946 h 1160647"/>
                <a:gd name="connsiteX383-4219" fmla="*/ 2783023 w 3079941"/>
                <a:gd name="connsiteY383-4220" fmla="*/ 743652 h 1160647"/>
                <a:gd name="connsiteX384-4221" fmla="*/ 2791130 w 3079941"/>
                <a:gd name="connsiteY384-4222" fmla="*/ 743652 h 1160647"/>
                <a:gd name="connsiteX385-4223" fmla="*/ 2791130 w 3079941"/>
                <a:gd name="connsiteY385-4224" fmla="*/ 730681 h 1160647"/>
                <a:gd name="connsiteX386-4225" fmla="*/ 2847877 w 3079941"/>
                <a:gd name="connsiteY386-4226" fmla="*/ 730681 h 1160647"/>
                <a:gd name="connsiteX387-4227" fmla="*/ 2847877 w 3079941"/>
                <a:gd name="connsiteY387-4228" fmla="*/ 700416 h 1160647"/>
                <a:gd name="connsiteX388-4229" fmla="*/ 2866117 w 3079941"/>
                <a:gd name="connsiteY388-4230" fmla="*/ 700416 h 1160647"/>
                <a:gd name="connsiteX389-4231" fmla="*/ 2866117 w 3079941"/>
                <a:gd name="connsiteY389-4232" fmla="*/ 693931 h 1160647"/>
                <a:gd name="connsiteX390-4233" fmla="*/ 2878277 w 3079941"/>
                <a:gd name="connsiteY390-4234" fmla="*/ 693931 h 1160647"/>
                <a:gd name="connsiteX391-4235" fmla="*/ 2878277 w 3079941"/>
                <a:gd name="connsiteY391-4236" fmla="*/ 700416 h 1160647"/>
                <a:gd name="connsiteX392-4237" fmla="*/ 2894491 w 3079941"/>
                <a:gd name="connsiteY392-4238" fmla="*/ 700416 h 1160647"/>
                <a:gd name="connsiteX393-4239" fmla="*/ 2894491 w 3079941"/>
                <a:gd name="connsiteY393-4240" fmla="*/ 750137 h 1160647"/>
                <a:gd name="connsiteX394-4241" fmla="*/ 2926918 w 3079941"/>
                <a:gd name="connsiteY394-4242" fmla="*/ 750137 h 1160647"/>
                <a:gd name="connsiteX395-4243" fmla="*/ 2926918 w 3079941"/>
                <a:gd name="connsiteY395-4244" fmla="*/ 724196 h 1160647"/>
                <a:gd name="connsiteX396-4245" fmla="*/ 2965425 w 3079941"/>
                <a:gd name="connsiteY396-4246" fmla="*/ 724196 h 1160647"/>
                <a:gd name="connsiteX397-4247" fmla="*/ 2965425 w 3079941"/>
                <a:gd name="connsiteY397-4248" fmla="*/ 693931 h 1160647"/>
                <a:gd name="connsiteX398-4249" fmla="*/ 3014066 w 3079941"/>
                <a:gd name="connsiteY398-4250" fmla="*/ 693931 h 1160647"/>
                <a:gd name="connsiteX399-4251" fmla="*/ 3014066 w 3079941"/>
                <a:gd name="connsiteY399-4252" fmla="*/ 805087 h 1160647"/>
                <a:gd name="connsiteX400-4253" fmla="*/ 3014066 w 3079941"/>
                <a:gd name="connsiteY400-4254" fmla="*/ 818866 h 1160647"/>
                <a:gd name="connsiteX401-4255" fmla="*/ 3079941 w 3079941"/>
                <a:gd name="connsiteY401-4256" fmla="*/ 818866 h 1160647"/>
                <a:gd name="connsiteX402-4257" fmla="*/ 3079941 w 3079941"/>
                <a:gd name="connsiteY402-4258" fmla="*/ 1160647 h 1160647"/>
                <a:gd name="connsiteX403-4259" fmla="*/ 200958 w 3079941"/>
                <a:gd name="connsiteY403-4260" fmla="*/ 1160647 h 1160647"/>
                <a:gd name="connsiteX404-4261" fmla="*/ 0 w 3079941"/>
                <a:gd name="connsiteY404-4262" fmla="*/ 1126882 h 1160647"/>
                <a:gd name="connsiteX405-4263" fmla="*/ 0 w 3079941"/>
                <a:gd name="connsiteY405-4264" fmla="*/ 915339 h 1160647"/>
                <a:gd name="connsiteX406-4265" fmla="*/ 103377 w 3079941"/>
                <a:gd name="connsiteY406-4266" fmla="*/ 915339 h 1160647"/>
                <a:gd name="connsiteX407-4267" fmla="*/ 55096 w 3079941"/>
                <a:gd name="connsiteY407-4268" fmla="*/ 886329 h 1160647"/>
                <a:gd name="connsiteX408-4269" fmla="*/ 55096 w 3079941"/>
                <a:gd name="connsiteY408-4270" fmla="*/ 724196 h 1160647"/>
                <a:gd name="connsiteX409-4271" fmla="*/ 75363 w 3079941"/>
                <a:gd name="connsiteY409-4272" fmla="*/ 724196 h 1160647"/>
                <a:gd name="connsiteX410-4273" fmla="*/ 75870 w 3079941"/>
                <a:gd name="connsiteY410-4274" fmla="*/ 723115 h 1160647"/>
                <a:gd name="connsiteX411-4275" fmla="*/ 79416 w 3079941"/>
                <a:gd name="connsiteY411-4276" fmla="*/ 715549 h 1160647"/>
                <a:gd name="connsiteX412-4277" fmla="*/ 81190 w 3079941"/>
                <a:gd name="connsiteY412-4278" fmla="*/ 715819 h 1160647"/>
                <a:gd name="connsiteX413-4279" fmla="*/ 93603 w 3079941"/>
                <a:gd name="connsiteY413-4280" fmla="*/ 717710 h 1160647"/>
                <a:gd name="connsiteX414-4281" fmla="*/ 94110 w 3079941"/>
                <a:gd name="connsiteY414-4282" fmla="*/ 719062 h 1160647"/>
                <a:gd name="connsiteX415-4283" fmla="*/ 97656 w 3079941"/>
                <a:gd name="connsiteY415-4284" fmla="*/ 728519 h 1160647"/>
                <a:gd name="connsiteX416-4285" fmla="*/ 124003 w 3079941"/>
                <a:gd name="connsiteY416-4286" fmla="*/ 730681 h 1160647"/>
                <a:gd name="connsiteX417-4287" fmla="*/ 124003 w 3079941"/>
                <a:gd name="connsiteY417-4288" fmla="*/ 607460 h 1160647"/>
                <a:gd name="connsiteX418-4289" fmla="*/ 126030 w 3079941"/>
                <a:gd name="connsiteY418-4290" fmla="*/ 607460 h 1160647"/>
                <a:gd name="connsiteX419-4291" fmla="*/ 140217 w 3079941"/>
                <a:gd name="connsiteY419-4292" fmla="*/ 607460 h 1160647"/>
                <a:gd name="connsiteX420-4293" fmla="*/ 140217 w 3079941"/>
                <a:gd name="connsiteY420-4294" fmla="*/ 471268 h 1160647"/>
                <a:gd name="connsiteX421-4295" fmla="*/ 141990 w 3079941"/>
                <a:gd name="connsiteY421-4296" fmla="*/ 471268 h 1160647"/>
                <a:gd name="connsiteX422-4297" fmla="*/ 154404 w 3079941"/>
                <a:gd name="connsiteY422-4298" fmla="*/ 471268 h 1160647"/>
                <a:gd name="connsiteX423-4299" fmla="*/ 154404 w 3079941"/>
                <a:gd name="connsiteY423-4300" fmla="*/ 356694 h 1160647"/>
                <a:gd name="connsiteX424-4301" fmla="*/ 158457 w 3079941"/>
                <a:gd name="connsiteY424-4302" fmla="*/ 328590 h 1160647"/>
                <a:gd name="connsiteX425-4303" fmla="*/ 160484 w 3079941"/>
                <a:gd name="connsiteY425-4304" fmla="*/ 328590 h 1160647"/>
                <a:gd name="connsiteX426-4305" fmla="*/ 174671 w 3079941"/>
                <a:gd name="connsiteY426-4306" fmla="*/ 328590 h 1160647"/>
                <a:gd name="connsiteX427-4307" fmla="*/ 211151 w 3079941"/>
                <a:gd name="connsiteY427-4308" fmla="*/ 246443 h 1160647"/>
                <a:gd name="connsiteX428-4309" fmla="*/ 215205 w 3079941"/>
                <a:gd name="connsiteY428-4310" fmla="*/ 0 h 1160647"/>
                <a:gd name="connsiteX0-4311" fmla="*/ 215205 w 3079941"/>
                <a:gd name="connsiteY0-4312" fmla="*/ 0 h 1160647"/>
                <a:gd name="connsiteX1-4313" fmla="*/ 217231 w 3079941"/>
                <a:gd name="connsiteY1-4314" fmla="*/ 246443 h 1160647"/>
                <a:gd name="connsiteX2-4315" fmla="*/ 255738 w 3079941"/>
                <a:gd name="connsiteY2-4316" fmla="*/ 326429 h 1160647"/>
                <a:gd name="connsiteX3-4317" fmla="*/ 257765 w 3079941"/>
                <a:gd name="connsiteY3-4318" fmla="*/ 326429 h 1160647"/>
                <a:gd name="connsiteX4-4319" fmla="*/ 271952 w 3079941"/>
                <a:gd name="connsiteY4-4320" fmla="*/ 326429 h 1160647"/>
                <a:gd name="connsiteX5-4321" fmla="*/ 271952 w 3079941"/>
                <a:gd name="connsiteY5-4322" fmla="*/ 350208 h 1160647"/>
                <a:gd name="connsiteX6-4323" fmla="*/ 272459 w 3079941"/>
                <a:gd name="connsiteY6-4324" fmla="*/ 351019 h 1160647"/>
                <a:gd name="connsiteX7-4325" fmla="*/ 276005 w 3079941"/>
                <a:gd name="connsiteY7-4326" fmla="*/ 356694 h 1160647"/>
                <a:gd name="connsiteX8-4327" fmla="*/ 276005 w 3079941"/>
                <a:gd name="connsiteY8-4328" fmla="*/ 471268 h 1160647"/>
                <a:gd name="connsiteX9-4329" fmla="*/ 278285 w 3079941"/>
                <a:gd name="connsiteY9-4330" fmla="*/ 471268 h 1160647"/>
                <a:gd name="connsiteX10-4331" fmla="*/ 294246 w 3079941"/>
                <a:gd name="connsiteY10-4332" fmla="*/ 471268 h 1160647"/>
                <a:gd name="connsiteX11-4333" fmla="*/ 294246 w 3079941"/>
                <a:gd name="connsiteY11-4334" fmla="*/ 611783 h 1160647"/>
                <a:gd name="connsiteX12-4335" fmla="*/ 295766 w 3079941"/>
                <a:gd name="connsiteY12-4336" fmla="*/ 611513 h 1160647"/>
                <a:gd name="connsiteX13-4337" fmla="*/ 306406 w 3079941"/>
                <a:gd name="connsiteY13-4338" fmla="*/ 609622 h 1160647"/>
                <a:gd name="connsiteX14-4339" fmla="*/ 304379 w 3079941"/>
                <a:gd name="connsiteY14-4340" fmla="*/ 698254 h 1160647"/>
                <a:gd name="connsiteX15-4341" fmla="*/ 305899 w 3079941"/>
                <a:gd name="connsiteY15-4342" fmla="*/ 698525 h 1160647"/>
                <a:gd name="connsiteX16-4343" fmla="*/ 316539 w 3079941"/>
                <a:gd name="connsiteY16-4344" fmla="*/ 700416 h 1160647"/>
                <a:gd name="connsiteX17-4345" fmla="*/ 316792 w 3079941"/>
                <a:gd name="connsiteY17-4346" fmla="*/ 701227 h 1160647"/>
                <a:gd name="connsiteX18-4347" fmla="*/ 318566 w 3079941"/>
                <a:gd name="connsiteY18-4348" fmla="*/ 706902 h 1160647"/>
                <a:gd name="connsiteX19-4349" fmla="*/ 319326 w 3079941"/>
                <a:gd name="connsiteY19-4350" fmla="*/ 704470 h 1160647"/>
                <a:gd name="connsiteX20-4351" fmla="*/ 324646 w 3079941"/>
                <a:gd name="connsiteY20-4352" fmla="*/ 687446 h 1160647"/>
                <a:gd name="connsiteX21-4353" fmla="*/ 326419 w 3079941"/>
                <a:gd name="connsiteY21-4354" fmla="*/ 687446 h 1160647"/>
                <a:gd name="connsiteX22-4355" fmla="*/ 338833 w 3079941"/>
                <a:gd name="connsiteY22-4356" fmla="*/ 687446 h 1160647"/>
                <a:gd name="connsiteX23-4357" fmla="*/ 338833 w 3079941"/>
                <a:gd name="connsiteY23-4358" fmla="*/ 719872 h 1160647"/>
                <a:gd name="connsiteX24-4359" fmla="*/ 339846 w 3079941"/>
                <a:gd name="connsiteY24-4360" fmla="*/ 720413 h 1160647"/>
                <a:gd name="connsiteX25-4361" fmla="*/ 346940 w 3079941"/>
                <a:gd name="connsiteY25-4362" fmla="*/ 724196 h 1160647"/>
                <a:gd name="connsiteX26-4363" fmla="*/ 346940 w 3079941"/>
                <a:gd name="connsiteY26-4364" fmla="*/ 725547 h 1160647"/>
                <a:gd name="connsiteX27-4365" fmla="*/ 346940 w 3079941"/>
                <a:gd name="connsiteY27-4366" fmla="*/ 735005 h 1160647"/>
                <a:gd name="connsiteX28-4367" fmla="*/ 391527 w 3079941"/>
                <a:gd name="connsiteY28-4368" fmla="*/ 735005 h 1160647"/>
                <a:gd name="connsiteX29-4369" fmla="*/ 391527 w 3079941"/>
                <a:gd name="connsiteY29-4370" fmla="*/ 736086 h 1160647"/>
                <a:gd name="connsiteX30-4371" fmla="*/ 391527 w 3079941"/>
                <a:gd name="connsiteY30-4372" fmla="*/ 743652 h 1160647"/>
                <a:gd name="connsiteX31-4373" fmla="*/ 393553 w 3079941"/>
                <a:gd name="connsiteY31-4374" fmla="*/ 743652 h 1160647"/>
                <a:gd name="connsiteX32-4375" fmla="*/ 407740 w 3079941"/>
                <a:gd name="connsiteY32-4376" fmla="*/ 743652 h 1160647"/>
                <a:gd name="connsiteX33-4377" fmla="*/ 407740 w 3079941"/>
                <a:gd name="connsiteY33-4378" fmla="*/ 713387 h 1160647"/>
                <a:gd name="connsiteX34-4379" fmla="*/ 452327 w 3079941"/>
                <a:gd name="connsiteY34-4380" fmla="*/ 713387 h 1160647"/>
                <a:gd name="connsiteX35-4381" fmla="*/ 452327 w 3079941"/>
                <a:gd name="connsiteY35-4382" fmla="*/ 712036 h 1160647"/>
                <a:gd name="connsiteX36-4383" fmla="*/ 452327 w 3079941"/>
                <a:gd name="connsiteY36-4384" fmla="*/ 702578 h 1160647"/>
                <a:gd name="connsiteX37-4385" fmla="*/ 453341 w 3079941"/>
                <a:gd name="connsiteY37-4386" fmla="*/ 702578 h 1160647"/>
                <a:gd name="connsiteX38-4387" fmla="*/ 460434 w 3079941"/>
                <a:gd name="connsiteY38-4388" fmla="*/ 702578 h 1160647"/>
                <a:gd name="connsiteX39-4389" fmla="*/ 460434 w 3079941"/>
                <a:gd name="connsiteY39-4390" fmla="*/ 700687 h 1160647"/>
                <a:gd name="connsiteX40-4391" fmla="*/ 460434 w 3079941"/>
                <a:gd name="connsiteY40-4392" fmla="*/ 687446 h 1160647"/>
                <a:gd name="connsiteX41-4393" fmla="*/ 461194 w 3079941"/>
                <a:gd name="connsiteY41-4394" fmla="*/ 687446 h 1160647"/>
                <a:gd name="connsiteX42-4395" fmla="*/ 466514 w 3079941"/>
                <a:gd name="connsiteY42-4396" fmla="*/ 687446 h 1160647"/>
                <a:gd name="connsiteX43-4397" fmla="*/ 466514 w 3079941"/>
                <a:gd name="connsiteY43-4398" fmla="*/ 686365 h 1160647"/>
                <a:gd name="connsiteX44-4399" fmla="*/ 466514 w 3079941"/>
                <a:gd name="connsiteY44-4400" fmla="*/ 678798 h 1160647"/>
                <a:gd name="connsiteX45-4401" fmla="*/ 468541 w 3079941"/>
                <a:gd name="connsiteY45-4402" fmla="*/ 678798 h 1160647"/>
                <a:gd name="connsiteX46-4403" fmla="*/ 482728 w 3079941"/>
                <a:gd name="connsiteY46-4404" fmla="*/ 678798 h 1160647"/>
                <a:gd name="connsiteX47-4405" fmla="*/ 482728 w 3079941"/>
                <a:gd name="connsiteY47-4406" fmla="*/ 679879 h 1160647"/>
                <a:gd name="connsiteX48-4407" fmla="*/ 482728 w 3079941"/>
                <a:gd name="connsiteY48-4408" fmla="*/ 687446 h 1160647"/>
                <a:gd name="connsiteX49-4409" fmla="*/ 505021 w 3079941"/>
                <a:gd name="connsiteY49-4410" fmla="*/ 687446 h 1160647"/>
                <a:gd name="connsiteX50-4411" fmla="*/ 505021 w 3079941"/>
                <a:gd name="connsiteY50-4412" fmla="*/ 685554 h 1160647"/>
                <a:gd name="connsiteX51-4413" fmla="*/ 505021 w 3079941"/>
                <a:gd name="connsiteY51-4414" fmla="*/ 672313 h 1160647"/>
                <a:gd name="connsiteX52-4415" fmla="*/ 506795 w 3079941"/>
                <a:gd name="connsiteY52-4416" fmla="*/ 672313 h 1160647"/>
                <a:gd name="connsiteX53-4417" fmla="*/ 519208 w 3079941"/>
                <a:gd name="connsiteY53-4418" fmla="*/ 672313 h 1160647"/>
                <a:gd name="connsiteX54-4419" fmla="*/ 519208 w 3079941"/>
                <a:gd name="connsiteY54-4420" fmla="*/ 696093 h 1160647"/>
                <a:gd name="connsiteX55-4421" fmla="*/ 520222 w 3079941"/>
                <a:gd name="connsiteY55-4422" fmla="*/ 696093 h 1160647"/>
                <a:gd name="connsiteX56-4423" fmla="*/ 527315 w 3079941"/>
                <a:gd name="connsiteY56-4424" fmla="*/ 696093 h 1160647"/>
                <a:gd name="connsiteX57-4425" fmla="*/ 527315 w 3079941"/>
                <a:gd name="connsiteY57-4426" fmla="*/ 695012 h 1160647"/>
                <a:gd name="connsiteX58-4427" fmla="*/ 527315 w 3079941"/>
                <a:gd name="connsiteY58-4428" fmla="*/ 687446 h 1160647"/>
                <a:gd name="connsiteX59-4429" fmla="*/ 529088 w 3079941"/>
                <a:gd name="connsiteY59-4430" fmla="*/ 687446 h 1160647"/>
                <a:gd name="connsiteX60-4431" fmla="*/ 541502 w 3079941"/>
                <a:gd name="connsiteY60-4432" fmla="*/ 687446 h 1160647"/>
                <a:gd name="connsiteX61-4433" fmla="*/ 541502 w 3079941"/>
                <a:gd name="connsiteY61-4434" fmla="*/ 713387 h 1160647"/>
                <a:gd name="connsiteX62-4435" fmla="*/ 543529 w 3079941"/>
                <a:gd name="connsiteY62-4436" fmla="*/ 713387 h 1160647"/>
                <a:gd name="connsiteX63-4437" fmla="*/ 557715 w 3079941"/>
                <a:gd name="connsiteY63-4438" fmla="*/ 713387 h 1160647"/>
                <a:gd name="connsiteX64-4439" fmla="*/ 557715 w 3079941"/>
                <a:gd name="connsiteY64-4440" fmla="*/ 715008 h 1160647"/>
                <a:gd name="connsiteX65-4441" fmla="*/ 557715 w 3079941"/>
                <a:gd name="connsiteY65-4442" fmla="*/ 726358 h 1160647"/>
                <a:gd name="connsiteX66-4443" fmla="*/ 558475 w 3079941"/>
                <a:gd name="connsiteY66-4444" fmla="*/ 726358 h 1160647"/>
                <a:gd name="connsiteX67-4445" fmla="*/ 563796 w 3079941"/>
                <a:gd name="connsiteY67-4446" fmla="*/ 726358 h 1160647"/>
                <a:gd name="connsiteX68-4447" fmla="*/ 563796 w 3079941"/>
                <a:gd name="connsiteY68-4448" fmla="*/ 725547 h 1160647"/>
                <a:gd name="connsiteX69-4449" fmla="*/ 563796 w 3079941"/>
                <a:gd name="connsiteY69-4450" fmla="*/ 719872 h 1160647"/>
                <a:gd name="connsiteX70-4451" fmla="*/ 594196 w 3079941"/>
                <a:gd name="connsiteY70-4452" fmla="*/ 719872 h 1160647"/>
                <a:gd name="connsiteX71-4453" fmla="*/ 594196 w 3079941"/>
                <a:gd name="connsiteY71-4454" fmla="*/ 743652 h 1160647"/>
                <a:gd name="connsiteX72-4455" fmla="*/ 595209 w 3079941"/>
                <a:gd name="connsiteY72-4456" fmla="*/ 743652 h 1160647"/>
                <a:gd name="connsiteX73-4457" fmla="*/ 602303 w 3079941"/>
                <a:gd name="connsiteY73-4458" fmla="*/ 743652 h 1160647"/>
                <a:gd name="connsiteX74-4459" fmla="*/ 602303 w 3079941"/>
                <a:gd name="connsiteY74-4460" fmla="*/ 744733 h 1160647"/>
                <a:gd name="connsiteX75-4461" fmla="*/ 602303 w 3079941"/>
                <a:gd name="connsiteY75-4462" fmla="*/ 752299 h 1160647"/>
                <a:gd name="connsiteX76-4463" fmla="*/ 603063 w 3079941"/>
                <a:gd name="connsiteY76-4464" fmla="*/ 752299 h 1160647"/>
                <a:gd name="connsiteX77-4465" fmla="*/ 608383 w 3079941"/>
                <a:gd name="connsiteY77-4466" fmla="*/ 752299 h 1160647"/>
                <a:gd name="connsiteX78-4467" fmla="*/ 608383 w 3079941"/>
                <a:gd name="connsiteY78-4468" fmla="*/ 750137 h 1160647"/>
                <a:gd name="connsiteX79-4469" fmla="*/ 608383 w 3079941"/>
                <a:gd name="connsiteY79-4470" fmla="*/ 735005 h 1160647"/>
                <a:gd name="connsiteX80-4471" fmla="*/ 609396 w 3079941"/>
                <a:gd name="connsiteY80-4472" fmla="*/ 735005 h 1160647"/>
                <a:gd name="connsiteX81-4473" fmla="*/ 616490 w 3079941"/>
                <a:gd name="connsiteY81-4474" fmla="*/ 735005 h 1160647"/>
                <a:gd name="connsiteX82-4475" fmla="*/ 616490 w 3079941"/>
                <a:gd name="connsiteY82-4476" fmla="*/ 736086 h 1160647"/>
                <a:gd name="connsiteX83-4477" fmla="*/ 616490 w 3079941"/>
                <a:gd name="connsiteY83-4478" fmla="*/ 743652 h 1160647"/>
                <a:gd name="connsiteX84-4479" fmla="*/ 621810 w 3079941"/>
                <a:gd name="connsiteY84-4480" fmla="*/ 741659 h 1160647"/>
                <a:gd name="connsiteX85-4481" fmla="*/ 622570 w 3079941"/>
                <a:gd name="connsiteY85-4482" fmla="*/ 740679 h 1160647"/>
                <a:gd name="connsiteX86-4483" fmla="*/ 622570 w 3079941"/>
                <a:gd name="connsiteY86-4484" fmla="*/ 735005 h 1160647"/>
                <a:gd name="connsiteX87-4485" fmla="*/ 661077 w 3079941"/>
                <a:gd name="connsiteY87-4486" fmla="*/ 735005 h 1160647"/>
                <a:gd name="connsiteX88-4487" fmla="*/ 661077 w 3079941"/>
                <a:gd name="connsiteY88-4488" fmla="*/ 758784 h 1160647"/>
                <a:gd name="connsiteX89-4489" fmla="*/ 663103 w 3079941"/>
                <a:gd name="connsiteY89-4490" fmla="*/ 758784 h 1160647"/>
                <a:gd name="connsiteX90-4491" fmla="*/ 677290 w 3079941"/>
                <a:gd name="connsiteY90-4492" fmla="*/ 758784 h 1160647"/>
                <a:gd name="connsiteX91-4493" fmla="*/ 677290 w 3079941"/>
                <a:gd name="connsiteY91-4494" fmla="*/ 759865 h 1160647"/>
                <a:gd name="connsiteX92-4495" fmla="*/ 677290 w 3079941"/>
                <a:gd name="connsiteY92-4496" fmla="*/ 767431 h 1160647"/>
                <a:gd name="connsiteX93-4497" fmla="*/ 679064 w 3079941"/>
                <a:gd name="connsiteY93-4498" fmla="*/ 767431 h 1160647"/>
                <a:gd name="connsiteX94-4499" fmla="*/ 691477 w 3079941"/>
                <a:gd name="connsiteY94-4500" fmla="*/ 767431 h 1160647"/>
                <a:gd name="connsiteX95-4501" fmla="*/ 691477 w 3079941"/>
                <a:gd name="connsiteY95-4502" fmla="*/ 743652 h 1160647"/>
                <a:gd name="connsiteX96-4503" fmla="*/ 692490 w 3079941"/>
                <a:gd name="connsiteY96-4504" fmla="*/ 743652 h 1160647"/>
                <a:gd name="connsiteX97-4505" fmla="*/ 699584 w 3079941"/>
                <a:gd name="connsiteY97-4506" fmla="*/ 743652 h 1160647"/>
                <a:gd name="connsiteX98-4507" fmla="*/ 699584 w 3079941"/>
                <a:gd name="connsiteY98-4508" fmla="*/ 711225 h 1160647"/>
                <a:gd name="connsiteX99-4509" fmla="*/ 700597 w 3079941"/>
                <a:gd name="connsiteY99-4510" fmla="*/ 711225 h 1160647"/>
                <a:gd name="connsiteX100-4511" fmla="*/ 707691 w 3079941"/>
                <a:gd name="connsiteY100-4512" fmla="*/ 711225 h 1160647"/>
                <a:gd name="connsiteX101-4513" fmla="*/ 707691 w 3079941"/>
                <a:gd name="connsiteY101-4514" fmla="*/ 709334 h 1160647"/>
                <a:gd name="connsiteX102-4515" fmla="*/ 707691 w 3079941"/>
                <a:gd name="connsiteY102-4516" fmla="*/ 696093 h 1160647"/>
                <a:gd name="connsiteX103-4517" fmla="*/ 706424 w 3079941"/>
                <a:gd name="connsiteY103-4518" fmla="*/ 694471 h 1160647"/>
                <a:gd name="connsiteX104-4519" fmla="*/ 711744 w 3079941"/>
                <a:gd name="connsiteY104-4520" fmla="*/ 683122 h 1160647"/>
                <a:gd name="connsiteX105-4521" fmla="*/ 719851 w 3079941"/>
                <a:gd name="connsiteY105-4522" fmla="*/ 711225 h 1160647"/>
                <a:gd name="connsiteX106-4523" fmla="*/ 720611 w 3079941"/>
                <a:gd name="connsiteY106-4524" fmla="*/ 711225 h 1160647"/>
                <a:gd name="connsiteX107-4525" fmla="*/ 725931 w 3079941"/>
                <a:gd name="connsiteY107-4526" fmla="*/ 711225 h 1160647"/>
                <a:gd name="connsiteX108-4527" fmla="*/ 725931 w 3079941"/>
                <a:gd name="connsiteY108-4528" fmla="*/ 605298 h 1160647"/>
                <a:gd name="connsiteX109-4529" fmla="*/ 727451 w 3079941"/>
                <a:gd name="connsiteY109-4530" fmla="*/ 605298 h 1160647"/>
                <a:gd name="connsiteX110-4531" fmla="*/ 738091 w 3079941"/>
                <a:gd name="connsiteY110-4532" fmla="*/ 605298 h 1160647"/>
                <a:gd name="connsiteX111-4533" fmla="*/ 738091 w 3079941"/>
                <a:gd name="connsiteY111-4534" fmla="*/ 557739 h 1160647"/>
                <a:gd name="connsiteX112-4535" fmla="*/ 764438 w 3079941"/>
                <a:gd name="connsiteY112-4536" fmla="*/ 557739 h 1160647"/>
                <a:gd name="connsiteX113-4537" fmla="*/ 764438 w 3079941"/>
                <a:gd name="connsiteY113-4538" fmla="*/ 536121 h 1160647"/>
                <a:gd name="connsiteX114-4539" fmla="*/ 798892 w 3079941"/>
                <a:gd name="connsiteY114-4540" fmla="*/ 536121 h 1160647"/>
                <a:gd name="connsiteX115-4541" fmla="*/ 798892 w 3079941"/>
                <a:gd name="connsiteY115-4542" fmla="*/ 538553 h 1160647"/>
                <a:gd name="connsiteX116-4543" fmla="*/ 798892 w 3079941"/>
                <a:gd name="connsiteY116-4544" fmla="*/ 555577 h 1160647"/>
                <a:gd name="connsiteX117-4545" fmla="*/ 801172 w 3079941"/>
                <a:gd name="connsiteY117-4546" fmla="*/ 555577 h 1160647"/>
                <a:gd name="connsiteX118-4547" fmla="*/ 817132 w 3079941"/>
                <a:gd name="connsiteY118-4548" fmla="*/ 555577 h 1160647"/>
                <a:gd name="connsiteX119-4549" fmla="*/ 817132 w 3079941"/>
                <a:gd name="connsiteY119-4550" fmla="*/ 603136 h 1160647"/>
                <a:gd name="connsiteX120-4551" fmla="*/ 818145 w 3079941"/>
                <a:gd name="connsiteY120-4552" fmla="*/ 603136 h 1160647"/>
                <a:gd name="connsiteX121-4553" fmla="*/ 825239 w 3079941"/>
                <a:gd name="connsiteY121-4554" fmla="*/ 603136 h 1160647"/>
                <a:gd name="connsiteX122-4555" fmla="*/ 839426 w 3079941"/>
                <a:gd name="connsiteY122-4556" fmla="*/ 607460 h 1160647"/>
                <a:gd name="connsiteX123-4557" fmla="*/ 839426 w 3079941"/>
                <a:gd name="connsiteY123-4558" fmla="*/ 646372 h 1160647"/>
                <a:gd name="connsiteX124-4559" fmla="*/ 840439 w 3079941"/>
                <a:gd name="connsiteY124-4560" fmla="*/ 646372 h 1160647"/>
                <a:gd name="connsiteX125-4561" fmla="*/ 847532 w 3079941"/>
                <a:gd name="connsiteY125-4562" fmla="*/ 646372 h 1160647"/>
                <a:gd name="connsiteX126-4563" fmla="*/ 847532 w 3079941"/>
                <a:gd name="connsiteY126-4564" fmla="*/ 647993 h 1160647"/>
                <a:gd name="connsiteX127-4565" fmla="*/ 847532 w 3079941"/>
                <a:gd name="connsiteY127-4566" fmla="*/ 659342 h 1160647"/>
                <a:gd name="connsiteX128-4567" fmla="*/ 849559 w 3079941"/>
                <a:gd name="connsiteY128-4568" fmla="*/ 659342 h 1160647"/>
                <a:gd name="connsiteX129-4569" fmla="*/ 863746 w 3079941"/>
                <a:gd name="connsiteY129-4570" fmla="*/ 659342 h 1160647"/>
                <a:gd name="connsiteX130-4571" fmla="*/ 869826 w 3079941"/>
                <a:gd name="connsiteY130-4572" fmla="*/ 665828 h 1160647"/>
                <a:gd name="connsiteX131-4573" fmla="*/ 869826 w 3079941"/>
                <a:gd name="connsiteY131-4574" fmla="*/ 687446 h 1160647"/>
                <a:gd name="connsiteX132-4575" fmla="*/ 872106 w 3079941"/>
                <a:gd name="connsiteY132-4576" fmla="*/ 687446 h 1160647"/>
                <a:gd name="connsiteX133-4577" fmla="*/ 888066 w 3079941"/>
                <a:gd name="connsiteY133-4578" fmla="*/ 687446 h 1160647"/>
                <a:gd name="connsiteX134-4579" fmla="*/ 888066 w 3079941"/>
                <a:gd name="connsiteY134-4580" fmla="*/ 688526 h 1160647"/>
                <a:gd name="connsiteX135-4581" fmla="*/ 888066 w 3079941"/>
                <a:gd name="connsiteY135-4582" fmla="*/ 696093 h 1160647"/>
                <a:gd name="connsiteX136-4583" fmla="*/ 889333 w 3079941"/>
                <a:gd name="connsiteY136-4584" fmla="*/ 696093 h 1160647"/>
                <a:gd name="connsiteX137-4585" fmla="*/ 898200 w 3079941"/>
                <a:gd name="connsiteY137-4586" fmla="*/ 696093 h 1160647"/>
                <a:gd name="connsiteX138-4587" fmla="*/ 898200 w 3079941"/>
                <a:gd name="connsiteY138-4588" fmla="*/ 698254 h 1160647"/>
                <a:gd name="connsiteX139-4589" fmla="*/ 898200 w 3079941"/>
                <a:gd name="connsiteY139-4590" fmla="*/ 713387 h 1160647"/>
                <a:gd name="connsiteX140-4591" fmla="*/ 902253 w 3079941"/>
                <a:gd name="connsiteY140-4592" fmla="*/ 711495 h 1160647"/>
                <a:gd name="connsiteX141-4593" fmla="*/ 902253 w 3079941"/>
                <a:gd name="connsiteY141-4594" fmla="*/ 698254 h 1160647"/>
                <a:gd name="connsiteX142-4595" fmla="*/ 903266 w 3079941"/>
                <a:gd name="connsiteY142-4596" fmla="*/ 698254 h 1160647"/>
                <a:gd name="connsiteX143-4597" fmla="*/ 910360 w 3079941"/>
                <a:gd name="connsiteY143-4598" fmla="*/ 698254 h 1160647"/>
                <a:gd name="connsiteX144-4599" fmla="*/ 910360 w 3079941"/>
                <a:gd name="connsiteY144-4600" fmla="*/ 699876 h 1160647"/>
                <a:gd name="connsiteX145-4601" fmla="*/ 910360 w 3079941"/>
                <a:gd name="connsiteY145-4602" fmla="*/ 711225 h 1160647"/>
                <a:gd name="connsiteX146-4603" fmla="*/ 911120 w 3079941"/>
                <a:gd name="connsiteY146-4604" fmla="*/ 711225 h 1160647"/>
                <a:gd name="connsiteX147-4605" fmla="*/ 916440 w 3079941"/>
                <a:gd name="connsiteY147-4606" fmla="*/ 711225 h 1160647"/>
                <a:gd name="connsiteX148-4607" fmla="*/ 965080 w 3079941"/>
                <a:gd name="connsiteY148-4608" fmla="*/ 706902 h 1160647"/>
                <a:gd name="connsiteX149-4609" fmla="*/ 965080 w 3079941"/>
                <a:gd name="connsiteY149-4610" fmla="*/ 708253 h 1160647"/>
                <a:gd name="connsiteX150-4611" fmla="*/ 965080 w 3079941"/>
                <a:gd name="connsiteY150-4612" fmla="*/ 717710 h 1160647"/>
                <a:gd name="connsiteX151-4613" fmla="*/ 965840 w 3079941"/>
                <a:gd name="connsiteY151-4614" fmla="*/ 717710 h 1160647"/>
                <a:gd name="connsiteX152-4615" fmla="*/ 971161 w 3079941"/>
                <a:gd name="connsiteY152-4616" fmla="*/ 717710 h 1160647"/>
                <a:gd name="connsiteX153-4617" fmla="*/ 971161 w 3079941"/>
                <a:gd name="connsiteY153-4618" fmla="*/ 719872 h 1160647"/>
                <a:gd name="connsiteX154-4619" fmla="*/ 971161 w 3079941"/>
                <a:gd name="connsiteY154-4620" fmla="*/ 735005 h 1160647"/>
                <a:gd name="connsiteX155-4621" fmla="*/ 973187 w 3079941"/>
                <a:gd name="connsiteY155-4622" fmla="*/ 733654 h 1160647"/>
                <a:gd name="connsiteX156-4623" fmla="*/ 987374 w 3079941"/>
                <a:gd name="connsiteY156-4624" fmla="*/ 724196 h 1160647"/>
                <a:gd name="connsiteX157-4625" fmla="*/ 993454 w 3079941"/>
                <a:gd name="connsiteY157-4626" fmla="*/ 683122 h 1160647"/>
                <a:gd name="connsiteX158-4627" fmla="*/ 994214 w 3079941"/>
                <a:gd name="connsiteY158-4628" fmla="*/ 682852 h 1160647"/>
                <a:gd name="connsiteX159-4629" fmla="*/ 999534 w 3079941"/>
                <a:gd name="connsiteY159-4630" fmla="*/ 680960 h 1160647"/>
                <a:gd name="connsiteX160-4631" fmla="*/ 1001561 w 3079941"/>
                <a:gd name="connsiteY160-4632" fmla="*/ 611783 h 1160647"/>
                <a:gd name="connsiteX161-4633" fmla="*/ 1003588 w 3079941"/>
                <a:gd name="connsiteY161-4634" fmla="*/ 680960 h 1160647"/>
                <a:gd name="connsiteX162-4635" fmla="*/ 1004348 w 3079941"/>
                <a:gd name="connsiteY162-4636" fmla="*/ 681230 h 1160647"/>
                <a:gd name="connsiteX163-4637" fmla="*/ 1009668 w 3079941"/>
                <a:gd name="connsiteY163-4638" fmla="*/ 683122 h 1160647"/>
                <a:gd name="connsiteX164-4639" fmla="*/ 1009668 w 3079941"/>
                <a:gd name="connsiteY164-4640" fmla="*/ 596651 h 1160647"/>
                <a:gd name="connsiteX165-4641" fmla="*/ 1013721 w 3079941"/>
                <a:gd name="connsiteY165-4642" fmla="*/ 564224 h 1160647"/>
                <a:gd name="connsiteX166-4643" fmla="*/ 1052228 w 3079941"/>
                <a:gd name="connsiteY166-4644" fmla="*/ 564224 h 1160647"/>
                <a:gd name="connsiteX167-4645" fmla="*/ 1052228 w 3079941"/>
                <a:gd name="connsiteY167-4646" fmla="*/ 596651 h 1160647"/>
                <a:gd name="connsiteX168-4647" fmla="*/ 1052988 w 3079941"/>
                <a:gd name="connsiteY168-4648" fmla="*/ 596651 h 1160647"/>
                <a:gd name="connsiteX169-4649" fmla="*/ 1058308 w 3079941"/>
                <a:gd name="connsiteY169-4650" fmla="*/ 596651 h 1160647"/>
                <a:gd name="connsiteX170-4651" fmla="*/ 1058308 w 3079941"/>
                <a:gd name="connsiteY170-4652" fmla="*/ 514503 h 1160647"/>
                <a:gd name="connsiteX171-4653" fmla="*/ 1060082 w 3079941"/>
                <a:gd name="connsiteY171-4654" fmla="*/ 514503 h 1160647"/>
                <a:gd name="connsiteX172-4655" fmla="*/ 1072495 w 3079941"/>
                <a:gd name="connsiteY172-4656" fmla="*/ 514503 h 1160647"/>
                <a:gd name="connsiteX173-4657" fmla="*/ 1072495 w 3079941"/>
                <a:gd name="connsiteY173-4658" fmla="*/ 512612 h 1160647"/>
                <a:gd name="connsiteX174-4659" fmla="*/ 1072495 w 3079941"/>
                <a:gd name="connsiteY174-4660" fmla="*/ 499371 h 1160647"/>
                <a:gd name="connsiteX175-4661" fmla="*/ 1094789 w 3079941"/>
                <a:gd name="connsiteY175-4662" fmla="*/ 499371 h 1160647"/>
                <a:gd name="connsiteX176-4663" fmla="*/ 1094789 w 3079941"/>
                <a:gd name="connsiteY176-4664" fmla="*/ 498290 h 1160647"/>
                <a:gd name="connsiteX177-4665" fmla="*/ 1094789 w 3079941"/>
                <a:gd name="connsiteY177-4666" fmla="*/ 490724 h 1160647"/>
                <a:gd name="connsiteX178-4667" fmla="*/ 1096562 w 3079941"/>
                <a:gd name="connsiteY178-4668" fmla="*/ 490724 h 1160647"/>
                <a:gd name="connsiteX179-4669" fmla="*/ 1108976 w 3079941"/>
                <a:gd name="connsiteY179-4670" fmla="*/ 490724 h 1160647"/>
                <a:gd name="connsiteX180-4671" fmla="*/ 1108976 w 3079941"/>
                <a:gd name="connsiteY180-4672" fmla="*/ 491805 h 1160647"/>
                <a:gd name="connsiteX181-4673" fmla="*/ 1108976 w 3079941"/>
                <a:gd name="connsiteY181-4674" fmla="*/ 499371 h 1160647"/>
                <a:gd name="connsiteX182-4675" fmla="*/ 1109736 w 3079941"/>
                <a:gd name="connsiteY182-4676" fmla="*/ 499371 h 1160647"/>
                <a:gd name="connsiteX183-4677" fmla="*/ 1115056 w 3079941"/>
                <a:gd name="connsiteY183-4678" fmla="*/ 499371 h 1160647"/>
                <a:gd name="connsiteX184-4679" fmla="*/ 1125189 w 3079941"/>
                <a:gd name="connsiteY184-4680" fmla="*/ 495047 h 1160647"/>
                <a:gd name="connsiteX185-4681" fmla="*/ 1129242 w 3079941"/>
                <a:gd name="connsiteY185-4682" fmla="*/ 498290 h 1160647"/>
                <a:gd name="connsiteX186-4683" fmla="*/ 1129242 w 3079941"/>
                <a:gd name="connsiteY186-4684" fmla="*/ 490724 h 1160647"/>
                <a:gd name="connsiteX187-4685" fmla="*/ 1131522 w 3079941"/>
                <a:gd name="connsiteY187-4686" fmla="*/ 490724 h 1160647"/>
                <a:gd name="connsiteX188-4687" fmla="*/ 1147483 w 3079941"/>
                <a:gd name="connsiteY188-4688" fmla="*/ 490724 h 1160647"/>
                <a:gd name="connsiteX189-4689" fmla="*/ 1147483 w 3079941"/>
                <a:gd name="connsiteY189-4690" fmla="*/ 491805 h 1160647"/>
                <a:gd name="connsiteX190-4691" fmla="*/ 1147483 w 3079941"/>
                <a:gd name="connsiteY190-4692" fmla="*/ 499371 h 1160647"/>
                <a:gd name="connsiteX191-4693" fmla="*/ 1177883 w 3079941"/>
                <a:gd name="connsiteY191-4694" fmla="*/ 499371 h 1160647"/>
                <a:gd name="connsiteX192-4695" fmla="*/ 1177883 w 3079941"/>
                <a:gd name="connsiteY192-4696" fmla="*/ 500992 h 1160647"/>
                <a:gd name="connsiteX193-4697" fmla="*/ 1177883 w 3079941"/>
                <a:gd name="connsiteY193-4698" fmla="*/ 512342 h 1160647"/>
                <a:gd name="connsiteX194-4699" fmla="*/ 1204230 w 3079941"/>
                <a:gd name="connsiteY194-4700" fmla="*/ 512342 h 1160647"/>
                <a:gd name="connsiteX195-4701" fmla="*/ 1204230 w 3079941"/>
                <a:gd name="connsiteY195-4702" fmla="*/ 542606 h 1160647"/>
                <a:gd name="connsiteX196-4703" fmla="*/ 1204990 w 3079941"/>
                <a:gd name="connsiteY196-4704" fmla="*/ 542606 h 1160647"/>
                <a:gd name="connsiteX197-4705" fmla="*/ 1210310 w 3079941"/>
                <a:gd name="connsiteY197-4706" fmla="*/ 542606 h 1160647"/>
                <a:gd name="connsiteX198-4707" fmla="*/ 1210310 w 3079941"/>
                <a:gd name="connsiteY198-4708" fmla="*/ 543687 h 1160647"/>
                <a:gd name="connsiteX199-4709" fmla="*/ 1210310 w 3079941"/>
                <a:gd name="connsiteY199-4710" fmla="*/ 551254 h 1160647"/>
                <a:gd name="connsiteX200-4711" fmla="*/ 1214364 w 3079941"/>
                <a:gd name="connsiteY200-4712" fmla="*/ 581518 h 1160647"/>
                <a:gd name="connsiteX201-4713" fmla="*/ 1215124 w 3079941"/>
                <a:gd name="connsiteY201-4714" fmla="*/ 581518 h 1160647"/>
                <a:gd name="connsiteX202-4715" fmla="*/ 1220444 w 3079941"/>
                <a:gd name="connsiteY202-4716" fmla="*/ 581518 h 1160647"/>
                <a:gd name="connsiteX203-4717" fmla="*/ 1220444 w 3079941"/>
                <a:gd name="connsiteY203-4718" fmla="*/ 582329 h 1160647"/>
                <a:gd name="connsiteX204-4719" fmla="*/ 1220444 w 3079941"/>
                <a:gd name="connsiteY204-4720" fmla="*/ 588004 h 1160647"/>
                <a:gd name="connsiteX205-4721" fmla="*/ 1221457 w 3079941"/>
                <a:gd name="connsiteY205-4722" fmla="*/ 588004 h 1160647"/>
                <a:gd name="connsiteX206-4723" fmla="*/ 1228550 w 3079941"/>
                <a:gd name="connsiteY206-4724" fmla="*/ 588004 h 1160647"/>
                <a:gd name="connsiteX207-4725" fmla="*/ 1228550 w 3079941"/>
                <a:gd name="connsiteY207-4726" fmla="*/ 618269 h 1160647"/>
                <a:gd name="connsiteX208-4727" fmla="*/ 1230577 w 3079941"/>
                <a:gd name="connsiteY208-4728" fmla="*/ 618269 h 1160647"/>
                <a:gd name="connsiteX209-4729" fmla="*/ 1244764 w 3079941"/>
                <a:gd name="connsiteY209-4730" fmla="*/ 618269 h 1160647"/>
                <a:gd name="connsiteX210-4731" fmla="*/ 1244764 w 3079941"/>
                <a:gd name="connsiteY210-4732" fmla="*/ 642048 h 1160647"/>
                <a:gd name="connsiteX211-4733" fmla="*/ 1246791 w 3079941"/>
                <a:gd name="connsiteY211-4734" fmla="*/ 643669 h 1160647"/>
                <a:gd name="connsiteX212-4735" fmla="*/ 1246791 w 3079941"/>
                <a:gd name="connsiteY212-4736" fmla="*/ 655019 h 1160647"/>
                <a:gd name="connsiteX213-4737" fmla="*/ 1247551 w 3079941"/>
                <a:gd name="connsiteY213-4738" fmla="*/ 655019 h 1160647"/>
                <a:gd name="connsiteX214-4739" fmla="*/ 1252871 w 3079941"/>
                <a:gd name="connsiteY214-4740" fmla="*/ 655019 h 1160647"/>
                <a:gd name="connsiteX215-4741" fmla="*/ 1252871 w 3079941"/>
                <a:gd name="connsiteY215-4742" fmla="*/ 678798 h 1160647"/>
                <a:gd name="connsiteX216-4743" fmla="*/ 1254137 w 3079941"/>
                <a:gd name="connsiteY216-4744" fmla="*/ 678798 h 1160647"/>
                <a:gd name="connsiteX217-4745" fmla="*/ 1263004 w 3079941"/>
                <a:gd name="connsiteY217-4746" fmla="*/ 678798 h 1160647"/>
                <a:gd name="connsiteX218-4747" fmla="*/ 1265031 w 3079941"/>
                <a:gd name="connsiteY218-4748" fmla="*/ 682852 h 1160647"/>
                <a:gd name="connsiteX219-4749" fmla="*/ 1265031 w 3079941"/>
                <a:gd name="connsiteY219-4750" fmla="*/ 696093 h 1160647"/>
                <a:gd name="connsiteX220-4751" fmla="*/ 1266551 w 3079941"/>
                <a:gd name="connsiteY220-4752" fmla="*/ 694201 h 1160647"/>
                <a:gd name="connsiteX221-4753" fmla="*/ 1277191 w 3079941"/>
                <a:gd name="connsiteY221-4754" fmla="*/ 680960 h 1160647"/>
                <a:gd name="connsiteX222-4755" fmla="*/ 1305565 w 3079941"/>
                <a:gd name="connsiteY222-4756" fmla="*/ 680960 h 1160647"/>
                <a:gd name="connsiteX223-4757" fmla="*/ 1305565 w 3079941"/>
                <a:gd name="connsiteY223-4758" fmla="*/ 767431 h 1160647"/>
                <a:gd name="connsiteX224-4759" fmla="*/ 1306325 w 3079941"/>
                <a:gd name="connsiteY224-4760" fmla="*/ 767431 h 1160647"/>
                <a:gd name="connsiteX225-4761" fmla="*/ 1311645 w 3079941"/>
                <a:gd name="connsiteY225-4762" fmla="*/ 767431 h 1160647"/>
                <a:gd name="connsiteX226-4763" fmla="*/ 1312405 w 3079941"/>
                <a:gd name="connsiteY226-4764" fmla="*/ 766080 h 1160647"/>
                <a:gd name="connsiteX227-4765" fmla="*/ 1317725 w 3079941"/>
                <a:gd name="connsiteY227-4766" fmla="*/ 756622 h 1160647"/>
                <a:gd name="connsiteX228-4767" fmla="*/ 1317725 w 3079941"/>
                <a:gd name="connsiteY228-4768" fmla="*/ 758514 h 1160647"/>
                <a:gd name="connsiteX229-4769" fmla="*/ 1317725 w 3079941"/>
                <a:gd name="connsiteY229-4770" fmla="*/ 771755 h 1160647"/>
                <a:gd name="connsiteX230-4771" fmla="*/ 1321778 w 3079941"/>
                <a:gd name="connsiteY230-4772" fmla="*/ 726358 h 1160647"/>
                <a:gd name="connsiteX231-4773" fmla="*/ 1322538 w 3079941"/>
                <a:gd name="connsiteY231-4774" fmla="*/ 726358 h 1160647"/>
                <a:gd name="connsiteX232-4775" fmla="*/ 1327858 w 3079941"/>
                <a:gd name="connsiteY232-4776" fmla="*/ 726358 h 1160647"/>
                <a:gd name="connsiteX233-4777" fmla="*/ 1327858 w 3079941"/>
                <a:gd name="connsiteY233-4778" fmla="*/ 661504 h 1160647"/>
                <a:gd name="connsiteX234-4779" fmla="*/ 1328872 w 3079941"/>
                <a:gd name="connsiteY234-4780" fmla="*/ 661504 h 1160647"/>
                <a:gd name="connsiteX235-4781" fmla="*/ 1335965 w 3079941"/>
                <a:gd name="connsiteY235-4782" fmla="*/ 661504 h 1160647"/>
                <a:gd name="connsiteX236-4783" fmla="*/ 1348125 w 3079941"/>
                <a:gd name="connsiteY236-4784" fmla="*/ 618269 h 1160647"/>
                <a:gd name="connsiteX237-4785" fmla="*/ 1349392 w 3079941"/>
                <a:gd name="connsiteY237-4786" fmla="*/ 618269 h 1160647"/>
                <a:gd name="connsiteX238-4787" fmla="*/ 1358259 w 3079941"/>
                <a:gd name="connsiteY238-4788" fmla="*/ 618269 h 1160647"/>
                <a:gd name="connsiteX239-4789" fmla="*/ 1368392 w 3079941"/>
                <a:gd name="connsiteY239-4790" fmla="*/ 661504 h 1160647"/>
                <a:gd name="connsiteX240-4791" fmla="*/ 1369405 w 3079941"/>
                <a:gd name="connsiteY240-4792" fmla="*/ 661504 h 1160647"/>
                <a:gd name="connsiteX241-4793" fmla="*/ 1376499 w 3079941"/>
                <a:gd name="connsiteY241-4794" fmla="*/ 661504 h 1160647"/>
                <a:gd name="connsiteX242-4795" fmla="*/ 1376499 w 3079941"/>
                <a:gd name="connsiteY242-4796" fmla="*/ 700416 h 1160647"/>
                <a:gd name="connsiteX243-4797" fmla="*/ 1378272 w 3079941"/>
                <a:gd name="connsiteY243-4798" fmla="*/ 700416 h 1160647"/>
                <a:gd name="connsiteX244-4799" fmla="*/ 1390686 w 3079941"/>
                <a:gd name="connsiteY244-4800" fmla="*/ 700416 h 1160647"/>
                <a:gd name="connsiteX245-4801" fmla="*/ 1390686 w 3079941"/>
                <a:gd name="connsiteY245-4802" fmla="*/ 702578 h 1160647"/>
                <a:gd name="connsiteX246-4803" fmla="*/ 1390686 w 3079941"/>
                <a:gd name="connsiteY246-4804" fmla="*/ 717710 h 1160647"/>
                <a:gd name="connsiteX247-4805" fmla="*/ 1394739 w 3079941"/>
                <a:gd name="connsiteY247-4806" fmla="*/ 715549 h 1160647"/>
                <a:gd name="connsiteX248-4807" fmla="*/ 1394739 w 3079941"/>
                <a:gd name="connsiteY248-4808" fmla="*/ 700416 h 1160647"/>
                <a:gd name="connsiteX249-4809" fmla="*/ 1396259 w 3079941"/>
                <a:gd name="connsiteY249-4810" fmla="*/ 700416 h 1160647"/>
                <a:gd name="connsiteX250-4811" fmla="*/ 1406899 w 3079941"/>
                <a:gd name="connsiteY250-4812" fmla="*/ 700416 h 1160647"/>
                <a:gd name="connsiteX251-4813" fmla="*/ 1406899 w 3079941"/>
                <a:gd name="connsiteY251-4814" fmla="*/ 702037 h 1160647"/>
                <a:gd name="connsiteX252-4815" fmla="*/ 1406899 w 3079941"/>
                <a:gd name="connsiteY252-4816" fmla="*/ 713387 h 1160647"/>
                <a:gd name="connsiteX253-4817" fmla="*/ 1437300 w 3079941"/>
                <a:gd name="connsiteY253-4818" fmla="*/ 713387 h 1160647"/>
                <a:gd name="connsiteX254-4819" fmla="*/ 1437300 w 3079941"/>
                <a:gd name="connsiteY254-4820" fmla="*/ 676637 h 1160647"/>
                <a:gd name="connsiteX255-4821" fmla="*/ 1438566 w 3079941"/>
                <a:gd name="connsiteY255-4822" fmla="*/ 676637 h 1160647"/>
                <a:gd name="connsiteX256-4823" fmla="*/ 1447433 w 3079941"/>
                <a:gd name="connsiteY256-4824" fmla="*/ 676637 h 1160647"/>
                <a:gd name="connsiteX257-4825" fmla="*/ 1447433 w 3079941"/>
                <a:gd name="connsiteY257-4826" fmla="*/ 698254 h 1160647"/>
                <a:gd name="connsiteX258-4827" fmla="*/ 1449460 w 3079941"/>
                <a:gd name="connsiteY258-4828" fmla="*/ 665828 h 1160647"/>
                <a:gd name="connsiteX259-4829" fmla="*/ 1471753 w 3079941"/>
                <a:gd name="connsiteY259-4830" fmla="*/ 665828 h 1160647"/>
                <a:gd name="connsiteX260-4831" fmla="*/ 1471753 w 3079941"/>
                <a:gd name="connsiteY260-4832" fmla="*/ 664206 h 1160647"/>
                <a:gd name="connsiteX261-4833" fmla="*/ 1471753 w 3079941"/>
                <a:gd name="connsiteY261-4834" fmla="*/ 652857 h 1160647"/>
                <a:gd name="connsiteX262-4835" fmla="*/ 1472513 w 3079941"/>
                <a:gd name="connsiteY262-4836" fmla="*/ 652857 h 1160647"/>
                <a:gd name="connsiteX263-4837" fmla="*/ 1477833 w 3079941"/>
                <a:gd name="connsiteY263-4838" fmla="*/ 652857 h 1160647"/>
                <a:gd name="connsiteX264-4839" fmla="*/ 1477833 w 3079941"/>
                <a:gd name="connsiteY264-4840" fmla="*/ 650966 h 1160647"/>
                <a:gd name="connsiteX265-4841" fmla="*/ 1477833 w 3079941"/>
                <a:gd name="connsiteY265-4842" fmla="*/ 637725 h 1160647"/>
                <a:gd name="connsiteX266-4843" fmla="*/ 1481887 w 3079941"/>
                <a:gd name="connsiteY266-4844" fmla="*/ 644210 h 1160647"/>
                <a:gd name="connsiteX267-4845" fmla="*/ 1484167 w 3079941"/>
                <a:gd name="connsiteY267-4846" fmla="*/ 644210 h 1160647"/>
                <a:gd name="connsiteX268-4847" fmla="*/ 1500127 w 3079941"/>
                <a:gd name="connsiteY268-4848" fmla="*/ 644210 h 1160647"/>
                <a:gd name="connsiteX269-4849" fmla="*/ 1500127 w 3079941"/>
                <a:gd name="connsiteY269-4850" fmla="*/ 643399 h 1160647"/>
                <a:gd name="connsiteX270-4851" fmla="*/ 1500127 w 3079941"/>
                <a:gd name="connsiteY270-4852" fmla="*/ 637725 h 1160647"/>
                <a:gd name="connsiteX271-4853" fmla="*/ 1500887 w 3079941"/>
                <a:gd name="connsiteY271-4854" fmla="*/ 637725 h 1160647"/>
                <a:gd name="connsiteX272-4855" fmla="*/ 1506207 w 3079941"/>
                <a:gd name="connsiteY272-4856" fmla="*/ 637725 h 1160647"/>
                <a:gd name="connsiteX273-4857" fmla="*/ 1506207 w 3079941"/>
                <a:gd name="connsiteY273-4858" fmla="*/ 639076 h 1160647"/>
                <a:gd name="connsiteX274-4859" fmla="*/ 1506207 w 3079941"/>
                <a:gd name="connsiteY274-4860" fmla="*/ 648534 h 1160647"/>
                <a:gd name="connsiteX275-4861" fmla="*/ 1544714 w 3079941"/>
                <a:gd name="connsiteY275-4862" fmla="*/ 648534 h 1160647"/>
                <a:gd name="connsiteX276-4863" fmla="*/ 1544714 w 3079941"/>
                <a:gd name="connsiteY276-4864" fmla="*/ 786887 h 1160647"/>
                <a:gd name="connsiteX277-4865" fmla="*/ 1546234 w 3079941"/>
                <a:gd name="connsiteY277-4866" fmla="*/ 786887 h 1160647"/>
                <a:gd name="connsiteX278-4867" fmla="*/ 1556874 w 3079941"/>
                <a:gd name="connsiteY278-4868" fmla="*/ 786887 h 1160647"/>
                <a:gd name="connsiteX279-4869" fmla="*/ 1556874 w 3079941"/>
                <a:gd name="connsiteY279-4870" fmla="*/ 773917 h 1160647"/>
                <a:gd name="connsiteX280-4871" fmla="*/ 1560928 w 3079941"/>
                <a:gd name="connsiteY280-4872" fmla="*/ 773917 h 1160647"/>
                <a:gd name="connsiteX281-4873" fmla="*/ 1560928 w 3079941"/>
                <a:gd name="connsiteY281-4874" fmla="*/ 786887 h 1160647"/>
                <a:gd name="connsiteX282-4875" fmla="*/ 1591328 w 3079941"/>
                <a:gd name="connsiteY282-4876" fmla="*/ 786887 h 1160647"/>
                <a:gd name="connsiteX283-4877" fmla="*/ 1591328 w 3079941"/>
                <a:gd name="connsiteY283-4878" fmla="*/ 756622 h 1160647"/>
                <a:gd name="connsiteX284-4879" fmla="*/ 1603488 w 3079941"/>
                <a:gd name="connsiteY284-4880" fmla="*/ 756622 h 1160647"/>
                <a:gd name="connsiteX285-4881" fmla="*/ 1615648 w 3079941"/>
                <a:gd name="connsiteY285-4882" fmla="*/ 754461 h 1160647"/>
                <a:gd name="connsiteX286-4883" fmla="*/ 1619702 w 3079941"/>
                <a:gd name="connsiteY286-4884" fmla="*/ 756622 h 1160647"/>
                <a:gd name="connsiteX287-4885" fmla="*/ 1629835 w 3079941"/>
                <a:gd name="connsiteY287-4886" fmla="*/ 756622 h 1160647"/>
                <a:gd name="connsiteX288-4887" fmla="*/ 1629835 w 3079941"/>
                <a:gd name="connsiteY288-4888" fmla="*/ 786887 h 1160647"/>
                <a:gd name="connsiteX289-4889" fmla="*/ 1637942 w 3079941"/>
                <a:gd name="connsiteY289-4890" fmla="*/ 786887 h 1160647"/>
                <a:gd name="connsiteX290-4891" fmla="*/ 1637942 w 3079941"/>
                <a:gd name="connsiteY290-4892" fmla="*/ 804182 h 1160647"/>
                <a:gd name="connsiteX291-4893" fmla="*/ 1647278 w 3079941"/>
                <a:gd name="connsiteY291-4894" fmla="*/ 805087 h 1160647"/>
                <a:gd name="connsiteX292-4895" fmla="*/ 1660236 w 3079941"/>
                <a:gd name="connsiteY292-4896" fmla="*/ 805087 h 1160647"/>
                <a:gd name="connsiteX293-4897" fmla="*/ 1660236 w 3079941"/>
                <a:gd name="connsiteY293-4898" fmla="*/ 789049 h 1160647"/>
                <a:gd name="connsiteX294-4899" fmla="*/ 1728192 w 3079941"/>
                <a:gd name="connsiteY294-4900" fmla="*/ 789049 h 1160647"/>
                <a:gd name="connsiteX295-4901" fmla="*/ 1728192 w 3079941"/>
                <a:gd name="connsiteY295-4902" fmla="*/ 703796 h 1160647"/>
                <a:gd name="connsiteX296-4903" fmla="*/ 1800200 w 3079941"/>
                <a:gd name="connsiteY296-4904" fmla="*/ 703796 h 1160647"/>
                <a:gd name="connsiteX297-4905" fmla="*/ 1800200 w 3079941"/>
                <a:gd name="connsiteY297-4906" fmla="*/ 782564 h 1160647"/>
                <a:gd name="connsiteX298-4907" fmla="*/ 1802104 w 3079941"/>
                <a:gd name="connsiteY298-4908" fmla="*/ 782564 h 1160647"/>
                <a:gd name="connsiteX299-4909" fmla="*/ 1803346 w 3079941"/>
                <a:gd name="connsiteY299-4910" fmla="*/ 805087 h 1160647"/>
                <a:gd name="connsiteX300-4911" fmla="*/ 1813022 w 3079941"/>
                <a:gd name="connsiteY300-4912" fmla="*/ 805087 h 1160647"/>
                <a:gd name="connsiteX301-4913" fmla="*/ 1814264 w 3079941"/>
                <a:gd name="connsiteY301-4914" fmla="*/ 782564 h 1160647"/>
                <a:gd name="connsiteX302-4915" fmla="*/ 1820344 w 3079941"/>
                <a:gd name="connsiteY302-4916" fmla="*/ 782564 h 1160647"/>
                <a:gd name="connsiteX303-4917" fmla="*/ 1821586 w 3079941"/>
                <a:gd name="connsiteY303-4918" fmla="*/ 805087 h 1160647"/>
                <a:gd name="connsiteX304-4919" fmla="*/ 1872208 w 3079941"/>
                <a:gd name="connsiteY304-4920" fmla="*/ 805087 h 1160647"/>
                <a:gd name="connsiteX305-4921" fmla="*/ 1872208 w 3079941"/>
                <a:gd name="connsiteY305-4922" fmla="*/ 642059 h 1160647"/>
                <a:gd name="connsiteX306-4923" fmla="*/ 2069535 w 3079941"/>
                <a:gd name="connsiteY306-4924" fmla="*/ 642059 h 1160647"/>
                <a:gd name="connsiteX307-4925" fmla="*/ 2069535 w 3079941"/>
                <a:gd name="connsiteY307-4926" fmla="*/ 805087 h 1160647"/>
                <a:gd name="connsiteX308-4927" fmla="*/ 2088232 w 3079941"/>
                <a:gd name="connsiteY308-4928" fmla="*/ 805087 h 1160647"/>
                <a:gd name="connsiteX309-4929" fmla="*/ 2088232 w 3079941"/>
                <a:gd name="connsiteY309-4930" fmla="*/ 722394 h 1160647"/>
                <a:gd name="connsiteX310-4931" fmla="*/ 2183352 w 3079941"/>
                <a:gd name="connsiteY310-4932" fmla="*/ 722394 h 1160647"/>
                <a:gd name="connsiteX311-4933" fmla="*/ 2195282 w 3079941"/>
                <a:gd name="connsiteY311-4934" fmla="*/ 404253 h 1160647"/>
                <a:gd name="connsiteX312-4935" fmla="*/ 2183122 w 3079941"/>
                <a:gd name="connsiteY312-4936" fmla="*/ 382635 h 1160647"/>
                <a:gd name="connsiteX313-4937" fmla="*/ 2177042 w 3079941"/>
                <a:gd name="connsiteY313-4938" fmla="*/ 378311 h 1160647"/>
                <a:gd name="connsiteX314-4939" fmla="*/ 2185149 w 3079941"/>
                <a:gd name="connsiteY314-4940" fmla="*/ 354532 h 1160647"/>
                <a:gd name="connsiteX315-4941" fmla="*/ 2185149 w 3079941"/>
                <a:gd name="connsiteY315-4942" fmla="*/ 337238 h 1160647"/>
                <a:gd name="connsiteX316-4943" fmla="*/ 2199336 w 3079941"/>
                <a:gd name="connsiteY316-4944" fmla="*/ 337238 h 1160647"/>
                <a:gd name="connsiteX317-4945" fmla="*/ 2199336 w 3079941"/>
                <a:gd name="connsiteY317-4946" fmla="*/ 315620 h 1160647"/>
                <a:gd name="connsiteX318-4947" fmla="*/ 2201362 w 3079941"/>
                <a:gd name="connsiteY318-4948" fmla="*/ 311296 h 1160647"/>
                <a:gd name="connsiteX319-4949" fmla="*/ 2201362 w 3079941"/>
                <a:gd name="connsiteY319-4950" fmla="*/ 233472 h 1160647"/>
                <a:gd name="connsiteX320-4951" fmla="*/ 2199336 w 3079941"/>
                <a:gd name="connsiteY320-4952" fmla="*/ 226987 h 1160647"/>
                <a:gd name="connsiteX321-4953" fmla="*/ 2205416 w 3079941"/>
                <a:gd name="connsiteY321-4954" fmla="*/ 220501 h 1160647"/>
                <a:gd name="connsiteX322-4955" fmla="*/ 2205416 w 3079941"/>
                <a:gd name="connsiteY322-4956" fmla="*/ 162133 h 1160647"/>
                <a:gd name="connsiteX323-4957" fmla="*/ 2207442 w 3079941"/>
                <a:gd name="connsiteY323-4958" fmla="*/ 157810 h 1160647"/>
                <a:gd name="connsiteX324-4959" fmla="*/ 2207442 w 3079941"/>
                <a:gd name="connsiteY324-4960" fmla="*/ 101604 h 1160647"/>
                <a:gd name="connsiteX325-4961" fmla="*/ 2209469 w 3079941"/>
                <a:gd name="connsiteY325-4962" fmla="*/ 82148 h 1160647"/>
                <a:gd name="connsiteX326-4963" fmla="*/ 2213523 w 3079941"/>
                <a:gd name="connsiteY326-4964" fmla="*/ 99442 h 1160647"/>
                <a:gd name="connsiteX327-4965" fmla="*/ 2215549 w 3079941"/>
                <a:gd name="connsiteY327-4966" fmla="*/ 157810 h 1160647"/>
                <a:gd name="connsiteX328-4967" fmla="*/ 2217576 w 3079941"/>
                <a:gd name="connsiteY328-4968" fmla="*/ 220501 h 1160647"/>
                <a:gd name="connsiteX329-4969" fmla="*/ 2223656 w 3079941"/>
                <a:gd name="connsiteY329-4970" fmla="*/ 226987 h 1160647"/>
                <a:gd name="connsiteX330-4971" fmla="*/ 2221629 w 3079941"/>
                <a:gd name="connsiteY330-4972" fmla="*/ 233472 h 1160647"/>
                <a:gd name="connsiteX331-4973" fmla="*/ 2221629 w 3079941"/>
                <a:gd name="connsiteY331-4974" fmla="*/ 311296 h 1160647"/>
                <a:gd name="connsiteX332-4975" fmla="*/ 2223656 w 3079941"/>
                <a:gd name="connsiteY332-4976" fmla="*/ 315620 h 1160647"/>
                <a:gd name="connsiteX333-4977" fmla="*/ 2223656 w 3079941"/>
                <a:gd name="connsiteY333-4978" fmla="*/ 337238 h 1160647"/>
                <a:gd name="connsiteX334-4979" fmla="*/ 2237843 w 3079941"/>
                <a:gd name="connsiteY334-4980" fmla="*/ 337238 h 1160647"/>
                <a:gd name="connsiteX335-4981" fmla="*/ 2237843 w 3079941"/>
                <a:gd name="connsiteY335-4982" fmla="*/ 354532 h 1160647"/>
                <a:gd name="connsiteX336-4983" fmla="*/ 2245950 w 3079941"/>
                <a:gd name="connsiteY336-4984" fmla="*/ 378311 h 1160647"/>
                <a:gd name="connsiteX337-4985" fmla="*/ 2239870 w 3079941"/>
                <a:gd name="connsiteY337-4986" fmla="*/ 382635 h 1160647"/>
                <a:gd name="connsiteX338-4987" fmla="*/ 2227709 w 3079941"/>
                <a:gd name="connsiteY338-4988" fmla="*/ 404253 h 1160647"/>
                <a:gd name="connsiteX339-4989" fmla="*/ 2235816 w 3079941"/>
                <a:gd name="connsiteY339-4990" fmla="*/ 657181 h 1160647"/>
                <a:gd name="connsiteX340-4991" fmla="*/ 2300670 w 3079941"/>
                <a:gd name="connsiteY340-4992" fmla="*/ 657181 h 1160647"/>
                <a:gd name="connsiteX341-4993" fmla="*/ 2300670 w 3079941"/>
                <a:gd name="connsiteY341-4994" fmla="*/ 732843 h 1160647"/>
                <a:gd name="connsiteX342-4995" fmla="*/ 2308777 w 3079941"/>
                <a:gd name="connsiteY342-4996" fmla="*/ 732843 h 1160647"/>
                <a:gd name="connsiteX343-4997" fmla="*/ 2310804 w 3079941"/>
                <a:gd name="connsiteY343-4998" fmla="*/ 726358 h 1160647"/>
                <a:gd name="connsiteX344-4999" fmla="*/ 2316884 w 3079941"/>
                <a:gd name="connsiteY344-5000" fmla="*/ 726358 h 1160647"/>
                <a:gd name="connsiteX345-5001" fmla="*/ 2318911 w 3079941"/>
                <a:gd name="connsiteY345-5002" fmla="*/ 735005 h 1160647"/>
                <a:gd name="connsiteX346-5003" fmla="*/ 2331071 w 3079941"/>
                <a:gd name="connsiteY346-5004" fmla="*/ 735005 h 1160647"/>
                <a:gd name="connsiteX347-5005" fmla="*/ 2331071 w 3079941"/>
                <a:gd name="connsiteY347-5006" fmla="*/ 728519 h 1160647"/>
                <a:gd name="connsiteX348-5007" fmla="*/ 2353364 w 3079941"/>
                <a:gd name="connsiteY348-5008" fmla="*/ 728519 h 1160647"/>
                <a:gd name="connsiteX349-5009" fmla="*/ 2353364 w 3079941"/>
                <a:gd name="connsiteY349-5010" fmla="*/ 735005 h 1160647"/>
                <a:gd name="connsiteX350-5011" fmla="*/ 2373631 w 3079941"/>
                <a:gd name="connsiteY350-5012" fmla="*/ 735005 h 1160647"/>
                <a:gd name="connsiteX351-5013" fmla="*/ 2373631 w 3079941"/>
                <a:gd name="connsiteY351-5014" fmla="*/ 780402 h 1160647"/>
                <a:gd name="connsiteX352-5015" fmla="*/ 2387818 w 3079941"/>
                <a:gd name="connsiteY352-5016" fmla="*/ 780402 h 1160647"/>
                <a:gd name="connsiteX353-5017" fmla="*/ 2387818 w 3079941"/>
                <a:gd name="connsiteY353-5018" fmla="*/ 767431 h 1160647"/>
                <a:gd name="connsiteX354-5019" fmla="*/ 2404032 w 3079941"/>
                <a:gd name="connsiteY354-5020" fmla="*/ 767431 h 1160647"/>
                <a:gd name="connsiteX355-5021" fmla="*/ 2404032 w 3079941"/>
                <a:gd name="connsiteY355-5022" fmla="*/ 588004 h 1160647"/>
                <a:gd name="connsiteX356-5023" fmla="*/ 2410112 w 3079941"/>
                <a:gd name="connsiteY356-5024" fmla="*/ 581518 h 1160647"/>
                <a:gd name="connsiteX357-5025" fmla="*/ 2483073 w 3079941"/>
                <a:gd name="connsiteY357-5026" fmla="*/ 581518 h 1160647"/>
                <a:gd name="connsiteX358-5027" fmla="*/ 2483073 w 3079941"/>
                <a:gd name="connsiteY358-5028" fmla="*/ 590166 h 1160647"/>
                <a:gd name="connsiteX359-5029" fmla="*/ 2493206 w 3079941"/>
                <a:gd name="connsiteY359-5030" fmla="*/ 590166 h 1160647"/>
                <a:gd name="connsiteX360-5031" fmla="*/ 2493206 w 3079941"/>
                <a:gd name="connsiteY360-5032" fmla="*/ 704740 h 1160647"/>
                <a:gd name="connsiteX361-5033" fmla="*/ 2515500 w 3079941"/>
                <a:gd name="connsiteY361-5034" fmla="*/ 704740 h 1160647"/>
                <a:gd name="connsiteX362-5035" fmla="*/ 2515500 w 3079941"/>
                <a:gd name="connsiteY362-5036" fmla="*/ 637725 h 1160647"/>
                <a:gd name="connsiteX363-5037" fmla="*/ 2541847 w 3079941"/>
                <a:gd name="connsiteY363-5038" fmla="*/ 637725 h 1160647"/>
                <a:gd name="connsiteX364-5039" fmla="*/ 2545900 w 3079941"/>
                <a:gd name="connsiteY364-5040" fmla="*/ 633401 h 1160647"/>
                <a:gd name="connsiteX365-5041" fmla="*/ 2554007 w 3079941"/>
                <a:gd name="connsiteY365-5042" fmla="*/ 633401 h 1160647"/>
                <a:gd name="connsiteX366-5043" fmla="*/ 2558060 w 3079941"/>
                <a:gd name="connsiteY366-5044" fmla="*/ 637725 h 1160647"/>
                <a:gd name="connsiteX367-5045" fmla="*/ 2580354 w 3079941"/>
                <a:gd name="connsiteY367-5046" fmla="*/ 637725 h 1160647"/>
                <a:gd name="connsiteX368-5047" fmla="*/ 2580354 w 3079941"/>
                <a:gd name="connsiteY368-5048" fmla="*/ 520989 h 1160647"/>
                <a:gd name="connsiteX369-5049" fmla="*/ 2637101 w 3079941"/>
                <a:gd name="connsiteY369-5050" fmla="*/ 510180 h 1160647"/>
                <a:gd name="connsiteX370-5051" fmla="*/ 2637101 w 3079941"/>
                <a:gd name="connsiteY370-5052" fmla="*/ 511261 h 1160647"/>
                <a:gd name="connsiteX371-5053" fmla="*/ 2637101 w 3079941"/>
                <a:gd name="connsiteY371-5054" fmla="*/ 518827 h 1160647"/>
                <a:gd name="connsiteX372-5055" fmla="*/ 2663448 w 3079941"/>
                <a:gd name="connsiteY372-5056" fmla="*/ 518827 h 1160647"/>
                <a:gd name="connsiteX373-5057" fmla="*/ 2663448 w 3079941"/>
                <a:gd name="connsiteY373-5058" fmla="*/ 773917 h 1160647"/>
                <a:gd name="connsiteX374-5059" fmla="*/ 2685742 w 3079941"/>
                <a:gd name="connsiteY374-5060" fmla="*/ 773917 h 1160647"/>
                <a:gd name="connsiteX375-5061" fmla="*/ 2685742 w 3079941"/>
                <a:gd name="connsiteY375-5062" fmla="*/ 769593 h 1160647"/>
                <a:gd name="connsiteX376-5063" fmla="*/ 2697902 w 3079941"/>
                <a:gd name="connsiteY376-5064" fmla="*/ 769593 h 1160647"/>
                <a:gd name="connsiteX377-5065" fmla="*/ 2697902 w 3079941"/>
                <a:gd name="connsiteY377-5066" fmla="*/ 773917 h 1160647"/>
                <a:gd name="connsiteX378-5067" fmla="*/ 2722222 w 3079941"/>
                <a:gd name="connsiteY378-5068" fmla="*/ 773917 h 1160647"/>
                <a:gd name="connsiteX379-5069" fmla="*/ 2722222 w 3079941"/>
                <a:gd name="connsiteY379-5070" fmla="*/ 760946 h 1160647"/>
                <a:gd name="connsiteX380-5071" fmla="*/ 2750596 w 3079941"/>
                <a:gd name="connsiteY380-5072" fmla="*/ 760946 h 1160647"/>
                <a:gd name="connsiteX381-5073" fmla="*/ 2762756 w 3079941"/>
                <a:gd name="connsiteY381-5074" fmla="*/ 756622 h 1160647"/>
                <a:gd name="connsiteX382-5075" fmla="*/ 2783023 w 3079941"/>
                <a:gd name="connsiteY382-5076" fmla="*/ 760946 h 1160647"/>
                <a:gd name="connsiteX383-5077" fmla="*/ 2783023 w 3079941"/>
                <a:gd name="connsiteY383-5078" fmla="*/ 743652 h 1160647"/>
                <a:gd name="connsiteX384-5079" fmla="*/ 2791130 w 3079941"/>
                <a:gd name="connsiteY384-5080" fmla="*/ 743652 h 1160647"/>
                <a:gd name="connsiteX385-5081" fmla="*/ 2791130 w 3079941"/>
                <a:gd name="connsiteY385-5082" fmla="*/ 730681 h 1160647"/>
                <a:gd name="connsiteX386-5083" fmla="*/ 2847877 w 3079941"/>
                <a:gd name="connsiteY386-5084" fmla="*/ 730681 h 1160647"/>
                <a:gd name="connsiteX387-5085" fmla="*/ 2847877 w 3079941"/>
                <a:gd name="connsiteY387-5086" fmla="*/ 700416 h 1160647"/>
                <a:gd name="connsiteX388-5087" fmla="*/ 2866117 w 3079941"/>
                <a:gd name="connsiteY388-5088" fmla="*/ 700416 h 1160647"/>
                <a:gd name="connsiteX389-5089" fmla="*/ 2866117 w 3079941"/>
                <a:gd name="connsiteY389-5090" fmla="*/ 693931 h 1160647"/>
                <a:gd name="connsiteX390-5091" fmla="*/ 2878277 w 3079941"/>
                <a:gd name="connsiteY390-5092" fmla="*/ 693931 h 1160647"/>
                <a:gd name="connsiteX391-5093" fmla="*/ 2878277 w 3079941"/>
                <a:gd name="connsiteY391-5094" fmla="*/ 700416 h 1160647"/>
                <a:gd name="connsiteX392-5095" fmla="*/ 2894491 w 3079941"/>
                <a:gd name="connsiteY392-5096" fmla="*/ 700416 h 1160647"/>
                <a:gd name="connsiteX393-5097" fmla="*/ 2894491 w 3079941"/>
                <a:gd name="connsiteY393-5098" fmla="*/ 750137 h 1160647"/>
                <a:gd name="connsiteX394-5099" fmla="*/ 2926918 w 3079941"/>
                <a:gd name="connsiteY394-5100" fmla="*/ 750137 h 1160647"/>
                <a:gd name="connsiteX395-5101" fmla="*/ 2926918 w 3079941"/>
                <a:gd name="connsiteY395-5102" fmla="*/ 724196 h 1160647"/>
                <a:gd name="connsiteX396-5103" fmla="*/ 2965425 w 3079941"/>
                <a:gd name="connsiteY396-5104" fmla="*/ 724196 h 1160647"/>
                <a:gd name="connsiteX397-5105" fmla="*/ 2965425 w 3079941"/>
                <a:gd name="connsiteY397-5106" fmla="*/ 693931 h 1160647"/>
                <a:gd name="connsiteX398-5107" fmla="*/ 3014066 w 3079941"/>
                <a:gd name="connsiteY398-5108" fmla="*/ 693931 h 1160647"/>
                <a:gd name="connsiteX399-5109" fmla="*/ 3014066 w 3079941"/>
                <a:gd name="connsiteY399-5110" fmla="*/ 805087 h 1160647"/>
                <a:gd name="connsiteX400-5111" fmla="*/ 3014066 w 3079941"/>
                <a:gd name="connsiteY400-5112" fmla="*/ 818866 h 1160647"/>
                <a:gd name="connsiteX401-5113" fmla="*/ 3079941 w 3079941"/>
                <a:gd name="connsiteY401-5114" fmla="*/ 818866 h 1160647"/>
                <a:gd name="connsiteX402-5115" fmla="*/ 3079941 w 3079941"/>
                <a:gd name="connsiteY402-5116" fmla="*/ 1160647 h 1160647"/>
                <a:gd name="connsiteX403-5117" fmla="*/ 200958 w 3079941"/>
                <a:gd name="connsiteY403-5118" fmla="*/ 1160647 h 1160647"/>
                <a:gd name="connsiteX404-5119" fmla="*/ 0 w 3079941"/>
                <a:gd name="connsiteY404-5120" fmla="*/ 1126882 h 1160647"/>
                <a:gd name="connsiteX405-5121" fmla="*/ 0 w 3079941"/>
                <a:gd name="connsiteY405-5122" fmla="*/ 915339 h 1160647"/>
                <a:gd name="connsiteX406-5123" fmla="*/ 55096 w 3079941"/>
                <a:gd name="connsiteY406-5124" fmla="*/ 886329 h 1160647"/>
                <a:gd name="connsiteX407-5125" fmla="*/ 55096 w 3079941"/>
                <a:gd name="connsiteY407-5126" fmla="*/ 724196 h 1160647"/>
                <a:gd name="connsiteX408-5127" fmla="*/ 75363 w 3079941"/>
                <a:gd name="connsiteY408-5128" fmla="*/ 724196 h 1160647"/>
                <a:gd name="connsiteX409-5129" fmla="*/ 75870 w 3079941"/>
                <a:gd name="connsiteY409-5130" fmla="*/ 723115 h 1160647"/>
                <a:gd name="connsiteX410-5131" fmla="*/ 79416 w 3079941"/>
                <a:gd name="connsiteY410-5132" fmla="*/ 715549 h 1160647"/>
                <a:gd name="connsiteX411-5133" fmla="*/ 81190 w 3079941"/>
                <a:gd name="connsiteY411-5134" fmla="*/ 715819 h 1160647"/>
                <a:gd name="connsiteX412-5135" fmla="*/ 93603 w 3079941"/>
                <a:gd name="connsiteY412-5136" fmla="*/ 717710 h 1160647"/>
                <a:gd name="connsiteX413-5137" fmla="*/ 94110 w 3079941"/>
                <a:gd name="connsiteY413-5138" fmla="*/ 719062 h 1160647"/>
                <a:gd name="connsiteX414-5139" fmla="*/ 97656 w 3079941"/>
                <a:gd name="connsiteY414-5140" fmla="*/ 728519 h 1160647"/>
                <a:gd name="connsiteX415-5141" fmla="*/ 124003 w 3079941"/>
                <a:gd name="connsiteY415-5142" fmla="*/ 730681 h 1160647"/>
                <a:gd name="connsiteX416-5143" fmla="*/ 124003 w 3079941"/>
                <a:gd name="connsiteY416-5144" fmla="*/ 607460 h 1160647"/>
                <a:gd name="connsiteX417-5145" fmla="*/ 126030 w 3079941"/>
                <a:gd name="connsiteY417-5146" fmla="*/ 607460 h 1160647"/>
                <a:gd name="connsiteX418-5147" fmla="*/ 140217 w 3079941"/>
                <a:gd name="connsiteY418-5148" fmla="*/ 607460 h 1160647"/>
                <a:gd name="connsiteX419-5149" fmla="*/ 140217 w 3079941"/>
                <a:gd name="connsiteY419-5150" fmla="*/ 471268 h 1160647"/>
                <a:gd name="connsiteX420-5151" fmla="*/ 141990 w 3079941"/>
                <a:gd name="connsiteY420-5152" fmla="*/ 471268 h 1160647"/>
                <a:gd name="connsiteX421-5153" fmla="*/ 154404 w 3079941"/>
                <a:gd name="connsiteY421-5154" fmla="*/ 471268 h 1160647"/>
                <a:gd name="connsiteX422-5155" fmla="*/ 154404 w 3079941"/>
                <a:gd name="connsiteY422-5156" fmla="*/ 356694 h 1160647"/>
                <a:gd name="connsiteX423-5157" fmla="*/ 158457 w 3079941"/>
                <a:gd name="connsiteY423-5158" fmla="*/ 328590 h 1160647"/>
                <a:gd name="connsiteX424-5159" fmla="*/ 160484 w 3079941"/>
                <a:gd name="connsiteY424-5160" fmla="*/ 328590 h 1160647"/>
                <a:gd name="connsiteX425-5161" fmla="*/ 174671 w 3079941"/>
                <a:gd name="connsiteY425-5162" fmla="*/ 328590 h 1160647"/>
                <a:gd name="connsiteX426-5163" fmla="*/ 211151 w 3079941"/>
                <a:gd name="connsiteY426-5164" fmla="*/ 246443 h 1160647"/>
                <a:gd name="connsiteX427-5165" fmla="*/ 215205 w 3079941"/>
                <a:gd name="connsiteY427-5166" fmla="*/ 0 h 1160647"/>
                <a:gd name="connsiteX0-5167" fmla="*/ 215205 w 3079941"/>
                <a:gd name="connsiteY0-5168" fmla="*/ 0 h 1160647"/>
                <a:gd name="connsiteX1-5169" fmla="*/ 217231 w 3079941"/>
                <a:gd name="connsiteY1-5170" fmla="*/ 246443 h 1160647"/>
                <a:gd name="connsiteX2-5171" fmla="*/ 255738 w 3079941"/>
                <a:gd name="connsiteY2-5172" fmla="*/ 326429 h 1160647"/>
                <a:gd name="connsiteX3-5173" fmla="*/ 257765 w 3079941"/>
                <a:gd name="connsiteY3-5174" fmla="*/ 326429 h 1160647"/>
                <a:gd name="connsiteX4-5175" fmla="*/ 271952 w 3079941"/>
                <a:gd name="connsiteY4-5176" fmla="*/ 326429 h 1160647"/>
                <a:gd name="connsiteX5-5177" fmla="*/ 271952 w 3079941"/>
                <a:gd name="connsiteY5-5178" fmla="*/ 350208 h 1160647"/>
                <a:gd name="connsiteX6-5179" fmla="*/ 272459 w 3079941"/>
                <a:gd name="connsiteY6-5180" fmla="*/ 351019 h 1160647"/>
                <a:gd name="connsiteX7-5181" fmla="*/ 276005 w 3079941"/>
                <a:gd name="connsiteY7-5182" fmla="*/ 356694 h 1160647"/>
                <a:gd name="connsiteX8-5183" fmla="*/ 276005 w 3079941"/>
                <a:gd name="connsiteY8-5184" fmla="*/ 471268 h 1160647"/>
                <a:gd name="connsiteX9-5185" fmla="*/ 278285 w 3079941"/>
                <a:gd name="connsiteY9-5186" fmla="*/ 471268 h 1160647"/>
                <a:gd name="connsiteX10-5187" fmla="*/ 294246 w 3079941"/>
                <a:gd name="connsiteY10-5188" fmla="*/ 471268 h 1160647"/>
                <a:gd name="connsiteX11-5189" fmla="*/ 294246 w 3079941"/>
                <a:gd name="connsiteY11-5190" fmla="*/ 611783 h 1160647"/>
                <a:gd name="connsiteX12-5191" fmla="*/ 295766 w 3079941"/>
                <a:gd name="connsiteY12-5192" fmla="*/ 611513 h 1160647"/>
                <a:gd name="connsiteX13-5193" fmla="*/ 306406 w 3079941"/>
                <a:gd name="connsiteY13-5194" fmla="*/ 609622 h 1160647"/>
                <a:gd name="connsiteX14-5195" fmla="*/ 304379 w 3079941"/>
                <a:gd name="connsiteY14-5196" fmla="*/ 698254 h 1160647"/>
                <a:gd name="connsiteX15-5197" fmla="*/ 305899 w 3079941"/>
                <a:gd name="connsiteY15-5198" fmla="*/ 698525 h 1160647"/>
                <a:gd name="connsiteX16-5199" fmla="*/ 316539 w 3079941"/>
                <a:gd name="connsiteY16-5200" fmla="*/ 700416 h 1160647"/>
                <a:gd name="connsiteX17-5201" fmla="*/ 316792 w 3079941"/>
                <a:gd name="connsiteY17-5202" fmla="*/ 701227 h 1160647"/>
                <a:gd name="connsiteX18-5203" fmla="*/ 318566 w 3079941"/>
                <a:gd name="connsiteY18-5204" fmla="*/ 706902 h 1160647"/>
                <a:gd name="connsiteX19-5205" fmla="*/ 319326 w 3079941"/>
                <a:gd name="connsiteY19-5206" fmla="*/ 704470 h 1160647"/>
                <a:gd name="connsiteX20-5207" fmla="*/ 324646 w 3079941"/>
                <a:gd name="connsiteY20-5208" fmla="*/ 687446 h 1160647"/>
                <a:gd name="connsiteX21-5209" fmla="*/ 326419 w 3079941"/>
                <a:gd name="connsiteY21-5210" fmla="*/ 687446 h 1160647"/>
                <a:gd name="connsiteX22-5211" fmla="*/ 338833 w 3079941"/>
                <a:gd name="connsiteY22-5212" fmla="*/ 687446 h 1160647"/>
                <a:gd name="connsiteX23-5213" fmla="*/ 338833 w 3079941"/>
                <a:gd name="connsiteY23-5214" fmla="*/ 719872 h 1160647"/>
                <a:gd name="connsiteX24-5215" fmla="*/ 339846 w 3079941"/>
                <a:gd name="connsiteY24-5216" fmla="*/ 720413 h 1160647"/>
                <a:gd name="connsiteX25-5217" fmla="*/ 346940 w 3079941"/>
                <a:gd name="connsiteY25-5218" fmla="*/ 724196 h 1160647"/>
                <a:gd name="connsiteX26-5219" fmla="*/ 346940 w 3079941"/>
                <a:gd name="connsiteY26-5220" fmla="*/ 725547 h 1160647"/>
                <a:gd name="connsiteX27-5221" fmla="*/ 346940 w 3079941"/>
                <a:gd name="connsiteY27-5222" fmla="*/ 735005 h 1160647"/>
                <a:gd name="connsiteX28-5223" fmla="*/ 391527 w 3079941"/>
                <a:gd name="connsiteY28-5224" fmla="*/ 735005 h 1160647"/>
                <a:gd name="connsiteX29-5225" fmla="*/ 391527 w 3079941"/>
                <a:gd name="connsiteY29-5226" fmla="*/ 736086 h 1160647"/>
                <a:gd name="connsiteX30-5227" fmla="*/ 391527 w 3079941"/>
                <a:gd name="connsiteY30-5228" fmla="*/ 743652 h 1160647"/>
                <a:gd name="connsiteX31-5229" fmla="*/ 393553 w 3079941"/>
                <a:gd name="connsiteY31-5230" fmla="*/ 743652 h 1160647"/>
                <a:gd name="connsiteX32-5231" fmla="*/ 407740 w 3079941"/>
                <a:gd name="connsiteY32-5232" fmla="*/ 743652 h 1160647"/>
                <a:gd name="connsiteX33-5233" fmla="*/ 407740 w 3079941"/>
                <a:gd name="connsiteY33-5234" fmla="*/ 713387 h 1160647"/>
                <a:gd name="connsiteX34-5235" fmla="*/ 452327 w 3079941"/>
                <a:gd name="connsiteY34-5236" fmla="*/ 713387 h 1160647"/>
                <a:gd name="connsiteX35-5237" fmla="*/ 452327 w 3079941"/>
                <a:gd name="connsiteY35-5238" fmla="*/ 712036 h 1160647"/>
                <a:gd name="connsiteX36-5239" fmla="*/ 452327 w 3079941"/>
                <a:gd name="connsiteY36-5240" fmla="*/ 702578 h 1160647"/>
                <a:gd name="connsiteX37-5241" fmla="*/ 453341 w 3079941"/>
                <a:gd name="connsiteY37-5242" fmla="*/ 702578 h 1160647"/>
                <a:gd name="connsiteX38-5243" fmla="*/ 460434 w 3079941"/>
                <a:gd name="connsiteY38-5244" fmla="*/ 702578 h 1160647"/>
                <a:gd name="connsiteX39-5245" fmla="*/ 460434 w 3079941"/>
                <a:gd name="connsiteY39-5246" fmla="*/ 700687 h 1160647"/>
                <a:gd name="connsiteX40-5247" fmla="*/ 460434 w 3079941"/>
                <a:gd name="connsiteY40-5248" fmla="*/ 687446 h 1160647"/>
                <a:gd name="connsiteX41-5249" fmla="*/ 461194 w 3079941"/>
                <a:gd name="connsiteY41-5250" fmla="*/ 687446 h 1160647"/>
                <a:gd name="connsiteX42-5251" fmla="*/ 466514 w 3079941"/>
                <a:gd name="connsiteY42-5252" fmla="*/ 687446 h 1160647"/>
                <a:gd name="connsiteX43-5253" fmla="*/ 466514 w 3079941"/>
                <a:gd name="connsiteY43-5254" fmla="*/ 686365 h 1160647"/>
                <a:gd name="connsiteX44-5255" fmla="*/ 466514 w 3079941"/>
                <a:gd name="connsiteY44-5256" fmla="*/ 678798 h 1160647"/>
                <a:gd name="connsiteX45-5257" fmla="*/ 468541 w 3079941"/>
                <a:gd name="connsiteY45-5258" fmla="*/ 678798 h 1160647"/>
                <a:gd name="connsiteX46-5259" fmla="*/ 482728 w 3079941"/>
                <a:gd name="connsiteY46-5260" fmla="*/ 678798 h 1160647"/>
                <a:gd name="connsiteX47-5261" fmla="*/ 482728 w 3079941"/>
                <a:gd name="connsiteY47-5262" fmla="*/ 679879 h 1160647"/>
                <a:gd name="connsiteX48-5263" fmla="*/ 482728 w 3079941"/>
                <a:gd name="connsiteY48-5264" fmla="*/ 687446 h 1160647"/>
                <a:gd name="connsiteX49-5265" fmla="*/ 505021 w 3079941"/>
                <a:gd name="connsiteY49-5266" fmla="*/ 687446 h 1160647"/>
                <a:gd name="connsiteX50-5267" fmla="*/ 505021 w 3079941"/>
                <a:gd name="connsiteY50-5268" fmla="*/ 685554 h 1160647"/>
                <a:gd name="connsiteX51-5269" fmla="*/ 505021 w 3079941"/>
                <a:gd name="connsiteY51-5270" fmla="*/ 672313 h 1160647"/>
                <a:gd name="connsiteX52-5271" fmla="*/ 506795 w 3079941"/>
                <a:gd name="connsiteY52-5272" fmla="*/ 672313 h 1160647"/>
                <a:gd name="connsiteX53-5273" fmla="*/ 519208 w 3079941"/>
                <a:gd name="connsiteY53-5274" fmla="*/ 672313 h 1160647"/>
                <a:gd name="connsiteX54-5275" fmla="*/ 519208 w 3079941"/>
                <a:gd name="connsiteY54-5276" fmla="*/ 696093 h 1160647"/>
                <a:gd name="connsiteX55-5277" fmla="*/ 520222 w 3079941"/>
                <a:gd name="connsiteY55-5278" fmla="*/ 696093 h 1160647"/>
                <a:gd name="connsiteX56-5279" fmla="*/ 527315 w 3079941"/>
                <a:gd name="connsiteY56-5280" fmla="*/ 696093 h 1160647"/>
                <a:gd name="connsiteX57-5281" fmla="*/ 527315 w 3079941"/>
                <a:gd name="connsiteY57-5282" fmla="*/ 695012 h 1160647"/>
                <a:gd name="connsiteX58-5283" fmla="*/ 527315 w 3079941"/>
                <a:gd name="connsiteY58-5284" fmla="*/ 687446 h 1160647"/>
                <a:gd name="connsiteX59-5285" fmla="*/ 529088 w 3079941"/>
                <a:gd name="connsiteY59-5286" fmla="*/ 687446 h 1160647"/>
                <a:gd name="connsiteX60-5287" fmla="*/ 541502 w 3079941"/>
                <a:gd name="connsiteY60-5288" fmla="*/ 687446 h 1160647"/>
                <a:gd name="connsiteX61-5289" fmla="*/ 541502 w 3079941"/>
                <a:gd name="connsiteY61-5290" fmla="*/ 713387 h 1160647"/>
                <a:gd name="connsiteX62-5291" fmla="*/ 543529 w 3079941"/>
                <a:gd name="connsiteY62-5292" fmla="*/ 713387 h 1160647"/>
                <a:gd name="connsiteX63-5293" fmla="*/ 557715 w 3079941"/>
                <a:gd name="connsiteY63-5294" fmla="*/ 713387 h 1160647"/>
                <a:gd name="connsiteX64-5295" fmla="*/ 557715 w 3079941"/>
                <a:gd name="connsiteY64-5296" fmla="*/ 715008 h 1160647"/>
                <a:gd name="connsiteX65-5297" fmla="*/ 557715 w 3079941"/>
                <a:gd name="connsiteY65-5298" fmla="*/ 726358 h 1160647"/>
                <a:gd name="connsiteX66-5299" fmla="*/ 558475 w 3079941"/>
                <a:gd name="connsiteY66-5300" fmla="*/ 726358 h 1160647"/>
                <a:gd name="connsiteX67-5301" fmla="*/ 563796 w 3079941"/>
                <a:gd name="connsiteY67-5302" fmla="*/ 726358 h 1160647"/>
                <a:gd name="connsiteX68-5303" fmla="*/ 563796 w 3079941"/>
                <a:gd name="connsiteY68-5304" fmla="*/ 725547 h 1160647"/>
                <a:gd name="connsiteX69-5305" fmla="*/ 563796 w 3079941"/>
                <a:gd name="connsiteY69-5306" fmla="*/ 719872 h 1160647"/>
                <a:gd name="connsiteX70-5307" fmla="*/ 594196 w 3079941"/>
                <a:gd name="connsiteY70-5308" fmla="*/ 719872 h 1160647"/>
                <a:gd name="connsiteX71-5309" fmla="*/ 594196 w 3079941"/>
                <a:gd name="connsiteY71-5310" fmla="*/ 743652 h 1160647"/>
                <a:gd name="connsiteX72-5311" fmla="*/ 595209 w 3079941"/>
                <a:gd name="connsiteY72-5312" fmla="*/ 743652 h 1160647"/>
                <a:gd name="connsiteX73-5313" fmla="*/ 602303 w 3079941"/>
                <a:gd name="connsiteY73-5314" fmla="*/ 743652 h 1160647"/>
                <a:gd name="connsiteX74-5315" fmla="*/ 602303 w 3079941"/>
                <a:gd name="connsiteY74-5316" fmla="*/ 744733 h 1160647"/>
                <a:gd name="connsiteX75-5317" fmla="*/ 602303 w 3079941"/>
                <a:gd name="connsiteY75-5318" fmla="*/ 752299 h 1160647"/>
                <a:gd name="connsiteX76-5319" fmla="*/ 603063 w 3079941"/>
                <a:gd name="connsiteY76-5320" fmla="*/ 752299 h 1160647"/>
                <a:gd name="connsiteX77-5321" fmla="*/ 608383 w 3079941"/>
                <a:gd name="connsiteY77-5322" fmla="*/ 752299 h 1160647"/>
                <a:gd name="connsiteX78-5323" fmla="*/ 608383 w 3079941"/>
                <a:gd name="connsiteY78-5324" fmla="*/ 750137 h 1160647"/>
                <a:gd name="connsiteX79-5325" fmla="*/ 608383 w 3079941"/>
                <a:gd name="connsiteY79-5326" fmla="*/ 735005 h 1160647"/>
                <a:gd name="connsiteX80-5327" fmla="*/ 609396 w 3079941"/>
                <a:gd name="connsiteY80-5328" fmla="*/ 735005 h 1160647"/>
                <a:gd name="connsiteX81-5329" fmla="*/ 616490 w 3079941"/>
                <a:gd name="connsiteY81-5330" fmla="*/ 735005 h 1160647"/>
                <a:gd name="connsiteX82-5331" fmla="*/ 616490 w 3079941"/>
                <a:gd name="connsiteY82-5332" fmla="*/ 736086 h 1160647"/>
                <a:gd name="connsiteX83-5333" fmla="*/ 616490 w 3079941"/>
                <a:gd name="connsiteY83-5334" fmla="*/ 743652 h 1160647"/>
                <a:gd name="connsiteX84-5335" fmla="*/ 621810 w 3079941"/>
                <a:gd name="connsiteY84-5336" fmla="*/ 741659 h 1160647"/>
                <a:gd name="connsiteX85-5337" fmla="*/ 622570 w 3079941"/>
                <a:gd name="connsiteY85-5338" fmla="*/ 740679 h 1160647"/>
                <a:gd name="connsiteX86-5339" fmla="*/ 622570 w 3079941"/>
                <a:gd name="connsiteY86-5340" fmla="*/ 735005 h 1160647"/>
                <a:gd name="connsiteX87-5341" fmla="*/ 661077 w 3079941"/>
                <a:gd name="connsiteY87-5342" fmla="*/ 735005 h 1160647"/>
                <a:gd name="connsiteX88-5343" fmla="*/ 661077 w 3079941"/>
                <a:gd name="connsiteY88-5344" fmla="*/ 758784 h 1160647"/>
                <a:gd name="connsiteX89-5345" fmla="*/ 663103 w 3079941"/>
                <a:gd name="connsiteY89-5346" fmla="*/ 758784 h 1160647"/>
                <a:gd name="connsiteX90-5347" fmla="*/ 677290 w 3079941"/>
                <a:gd name="connsiteY90-5348" fmla="*/ 758784 h 1160647"/>
                <a:gd name="connsiteX91-5349" fmla="*/ 677290 w 3079941"/>
                <a:gd name="connsiteY91-5350" fmla="*/ 759865 h 1160647"/>
                <a:gd name="connsiteX92-5351" fmla="*/ 677290 w 3079941"/>
                <a:gd name="connsiteY92-5352" fmla="*/ 767431 h 1160647"/>
                <a:gd name="connsiteX93-5353" fmla="*/ 679064 w 3079941"/>
                <a:gd name="connsiteY93-5354" fmla="*/ 767431 h 1160647"/>
                <a:gd name="connsiteX94-5355" fmla="*/ 691477 w 3079941"/>
                <a:gd name="connsiteY94-5356" fmla="*/ 767431 h 1160647"/>
                <a:gd name="connsiteX95-5357" fmla="*/ 691477 w 3079941"/>
                <a:gd name="connsiteY95-5358" fmla="*/ 743652 h 1160647"/>
                <a:gd name="connsiteX96-5359" fmla="*/ 692490 w 3079941"/>
                <a:gd name="connsiteY96-5360" fmla="*/ 743652 h 1160647"/>
                <a:gd name="connsiteX97-5361" fmla="*/ 699584 w 3079941"/>
                <a:gd name="connsiteY97-5362" fmla="*/ 743652 h 1160647"/>
                <a:gd name="connsiteX98-5363" fmla="*/ 699584 w 3079941"/>
                <a:gd name="connsiteY98-5364" fmla="*/ 711225 h 1160647"/>
                <a:gd name="connsiteX99-5365" fmla="*/ 700597 w 3079941"/>
                <a:gd name="connsiteY99-5366" fmla="*/ 711225 h 1160647"/>
                <a:gd name="connsiteX100-5367" fmla="*/ 707691 w 3079941"/>
                <a:gd name="connsiteY100-5368" fmla="*/ 711225 h 1160647"/>
                <a:gd name="connsiteX101-5369" fmla="*/ 707691 w 3079941"/>
                <a:gd name="connsiteY101-5370" fmla="*/ 709334 h 1160647"/>
                <a:gd name="connsiteX102-5371" fmla="*/ 707691 w 3079941"/>
                <a:gd name="connsiteY102-5372" fmla="*/ 696093 h 1160647"/>
                <a:gd name="connsiteX103-5373" fmla="*/ 706424 w 3079941"/>
                <a:gd name="connsiteY103-5374" fmla="*/ 694471 h 1160647"/>
                <a:gd name="connsiteX104-5375" fmla="*/ 711744 w 3079941"/>
                <a:gd name="connsiteY104-5376" fmla="*/ 683122 h 1160647"/>
                <a:gd name="connsiteX105-5377" fmla="*/ 719851 w 3079941"/>
                <a:gd name="connsiteY105-5378" fmla="*/ 711225 h 1160647"/>
                <a:gd name="connsiteX106-5379" fmla="*/ 720611 w 3079941"/>
                <a:gd name="connsiteY106-5380" fmla="*/ 711225 h 1160647"/>
                <a:gd name="connsiteX107-5381" fmla="*/ 725931 w 3079941"/>
                <a:gd name="connsiteY107-5382" fmla="*/ 711225 h 1160647"/>
                <a:gd name="connsiteX108-5383" fmla="*/ 725931 w 3079941"/>
                <a:gd name="connsiteY108-5384" fmla="*/ 605298 h 1160647"/>
                <a:gd name="connsiteX109-5385" fmla="*/ 727451 w 3079941"/>
                <a:gd name="connsiteY109-5386" fmla="*/ 605298 h 1160647"/>
                <a:gd name="connsiteX110-5387" fmla="*/ 738091 w 3079941"/>
                <a:gd name="connsiteY110-5388" fmla="*/ 605298 h 1160647"/>
                <a:gd name="connsiteX111-5389" fmla="*/ 738091 w 3079941"/>
                <a:gd name="connsiteY111-5390" fmla="*/ 557739 h 1160647"/>
                <a:gd name="connsiteX112-5391" fmla="*/ 764438 w 3079941"/>
                <a:gd name="connsiteY112-5392" fmla="*/ 557739 h 1160647"/>
                <a:gd name="connsiteX113-5393" fmla="*/ 764438 w 3079941"/>
                <a:gd name="connsiteY113-5394" fmla="*/ 536121 h 1160647"/>
                <a:gd name="connsiteX114-5395" fmla="*/ 798892 w 3079941"/>
                <a:gd name="connsiteY114-5396" fmla="*/ 536121 h 1160647"/>
                <a:gd name="connsiteX115-5397" fmla="*/ 798892 w 3079941"/>
                <a:gd name="connsiteY115-5398" fmla="*/ 538553 h 1160647"/>
                <a:gd name="connsiteX116-5399" fmla="*/ 798892 w 3079941"/>
                <a:gd name="connsiteY116-5400" fmla="*/ 555577 h 1160647"/>
                <a:gd name="connsiteX117-5401" fmla="*/ 801172 w 3079941"/>
                <a:gd name="connsiteY117-5402" fmla="*/ 555577 h 1160647"/>
                <a:gd name="connsiteX118-5403" fmla="*/ 817132 w 3079941"/>
                <a:gd name="connsiteY118-5404" fmla="*/ 555577 h 1160647"/>
                <a:gd name="connsiteX119-5405" fmla="*/ 817132 w 3079941"/>
                <a:gd name="connsiteY119-5406" fmla="*/ 603136 h 1160647"/>
                <a:gd name="connsiteX120-5407" fmla="*/ 818145 w 3079941"/>
                <a:gd name="connsiteY120-5408" fmla="*/ 603136 h 1160647"/>
                <a:gd name="connsiteX121-5409" fmla="*/ 825239 w 3079941"/>
                <a:gd name="connsiteY121-5410" fmla="*/ 603136 h 1160647"/>
                <a:gd name="connsiteX122-5411" fmla="*/ 839426 w 3079941"/>
                <a:gd name="connsiteY122-5412" fmla="*/ 607460 h 1160647"/>
                <a:gd name="connsiteX123-5413" fmla="*/ 839426 w 3079941"/>
                <a:gd name="connsiteY123-5414" fmla="*/ 646372 h 1160647"/>
                <a:gd name="connsiteX124-5415" fmla="*/ 840439 w 3079941"/>
                <a:gd name="connsiteY124-5416" fmla="*/ 646372 h 1160647"/>
                <a:gd name="connsiteX125-5417" fmla="*/ 847532 w 3079941"/>
                <a:gd name="connsiteY125-5418" fmla="*/ 646372 h 1160647"/>
                <a:gd name="connsiteX126-5419" fmla="*/ 847532 w 3079941"/>
                <a:gd name="connsiteY126-5420" fmla="*/ 647993 h 1160647"/>
                <a:gd name="connsiteX127-5421" fmla="*/ 847532 w 3079941"/>
                <a:gd name="connsiteY127-5422" fmla="*/ 659342 h 1160647"/>
                <a:gd name="connsiteX128-5423" fmla="*/ 849559 w 3079941"/>
                <a:gd name="connsiteY128-5424" fmla="*/ 659342 h 1160647"/>
                <a:gd name="connsiteX129-5425" fmla="*/ 863746 w 3079941"/>
                <a:gd name="connsiteY129-5426" fmla="*/ 659342 h 1160647"/>
                <a:gd name="connsiteX130-5427" fmla="*/ 869826 w 3079941"/>
                <a:gd name="connsiteY130-5428" fmla="*/ 665828 h 1160647"/>
                <a:gd name="connsiteX131-5429" fmla="*/ 869826 w 3079941"/>
                <a:gd name="connsiteY131-5430" fmla="*/ 687446 h 1160647"/>
                <a:gd name="connsiteX132-5431" fmla="*/ 872106 w 3079941"/>
                <a:gd name="connsiteY132-5432" fmla="*/ 687446 h 1160647"/>
                <a:gd name="connsiteX133-5433" fmla="*/ 888066 w 3079941"/>
                <a:gd name="connsiteY133-5434" fmla="*/ 687446 h 1160647"/>
                <a:gd name="connsiteX134-5435" fmla="*/ 888066 w 3079941"/>
                <a:gd name="connsiteY134-5436" fmla="*/ 688526 h 1160647"/>
                <a:gd name="connsiteX135-5437" fmla="*/ 888066 w 3079941"/>
                <a:gd name="connsiteY135-5438" fmla="*/ 696093 h 1160647"/>
                <a:gd name="connsiteX136-5439" fmla="*/ 889333 w 3079941"/>
                <a:gd name="connsiteY136-5440" fmla="*/ 696093 h 1160647"/>
                <a:gd name="connsiteX137-5441" fmla="*/ 898200 w 3079941"/>
                <a:gd name="connsiteY137-5442" fmla="*/ 696093 h 1160647"/>
                <a:gd name="connsiteX138-5443" fmla="*/ 898200 w 3079941"/>
                <a:gd name="connsiteY138-5444" fmla="*/ 698254 h 1160647"/>
                <a:gd name="connsiteX139-5445" fmla="*/ 898200 w 3079941"/>
                <a:gd name="connsiteY139-5446" fmla="*/ 713387 h 1160647"/>
                <a:gd name="connsiteX140-5447" fmla="*/ 902253 w 3079941"/>
                <a:gd name="connsiteY140-5448" fmla="*/ 711495 h 1160647"/>
                <a:gd name="connsiteX141-5449" fmla="*/ 902253 w 3079941"/>
                <a:gd name="connsiteY141-5450" fmla="*/ 698254 h 1160647"/>
                <a:gd name="connsiteX142-5451" fmla="*/ 903266 w 3079941"/>
                <a:gd name="connsiteY142-5452" fmla="*/ 698254 h 1160647"/>
                <a:gd name="connsiteX143-5453" fmla="*/ 910360 w 3079941"/>
                <a:gd name="connsiteY143-5454" fmla="*/ 698254 h 1160647"/>
                <a:gd name="connsiteX144-5455" fmla="*/ 910360 w 3079941"/>
                <a:gd name="connsiteY144-5456" fmla="*/ 699876 h 1160647"/>
                <a:gd name="connsiteX145-5457" fmla="*/ 910360 w 3079941"/>
                <a:gd name="connsiteY145-5458" fmla="*/ 711225 h 1160647"/>
                <a:gd name="connsiteX146-5459" fmla="*/ 911120 w 3079941"/>
                <a:gd name="connsiteY146-5460" fmla="*/ 711225 h 1160647"/>
                <a:gd name="connsiteX147-5461" fmla="*/ 916440 w 3079941"/>
                <a:gd name="connsiteY147-5462" fmla="*/ 711225 h 1160647"/>
                <a:gd name="connsiteX148-5463" fmla="*/ 965080 w 3079941"/>
                <a:gd name="connsiteY148-5464" fmla="*/ 706902 h 1160647"/>
                <a:gd name="connsiteX149-5465" fmla="*/ 965080 w 3079941"/>
                <a:gd name="connsiteY149-5466" fmla="*/ 708253 h 1160647"/>
                <a:gd name="connsiteX150-5467" fmla="*/ 965080 w 3079941"/>
                <a:gd name="connsiteY150-5468" fmla="*/ 717710 h 1160647"/>
                <a:gd name="connsiteX151-5469" fmla="*/ 965840 w 3079941"/>
                <a:gd name="connsiteY151-5470" fmla="*/ 717710 h 1160647"/>
                <a:gd name="connsiteX152-5471" fmla="*/ 971161 w 3079941"/>
                <a:gd name="connsiteY152-5472" fmla="*/ 717710 h 1160647"/>
                <a:gd name="connsiteX153-5473" fmla="*/ 971161 w 3079941"/>
                <a:gd name="connsiteY153-5474" fmla="*/ 719872 h 1160647"/>
                <a:gd name="connsiteX154-5475" fmla="*/ 971161 w 3079941"/>
                <a:gd name="connsiteY154-5476" fmla="*/ 735005 h 1160647"/>
                <a:gd name="connsiteX155-5477" fmla="*/ 973187 w 3079941"/>
                <a:gd name="connsiteY155-5478" fmla="*/ 733654 h 1160647"/>
                <a:gd name="connsiteX156-5479" fmla="*/ 987374 w 3079941"/>
                <a:gd name="connsiteY156-5480" fmla="*/ 724196 h 1160647"/>
                <a:gd name="connsiteX157-5481" fmla="*/ 993454 w 3079941"/>
                <a:gd name="connsiteY157-5482" fmla="*/ 683122 h 1160647"/>
                <a:gd name="connsiteX158-5483" fmla="*/ 994214 w 3079941"/>
                <a:gd name="connsiteY158-5484" fmla="*/ 682852 h 1160647"/>
                <a:gd name="connsiteX159-5485" fmla="*/ 999534 w 3079941"/>
                <a:gd name="connsiteY159-5486" fmla="*/ 680960 h 1160647"/>
                <a:gd name="connsiteX160-5487" fmla="*/ 1001561 w 3079941"/>
                <a:gd name="connsiteY160-5488" fmla="*/ 611783 h 1160647"/>
                <a:gd name="connsiteX161-5489" fmla="*/ 1003588 w 3079941"/>
                <a:gd name="connsiteY161-5490" fmla="*/ 680960 h 1160647"/>
                <a:gd name="connsiteX162-5491" fmla="*/ 1004348 w 3079941"/>
                <a:gd name="connsiteY162-5492" fmla="*/ 681230 h 1160647"/>
                <a:gd name="connsiteX163-5493" fmla="*/ 1009668 w 3079941"/>
                <a:gd name="connsiteY163-5494" fmla="*/ 683122 h 1160647"/>
                <a:gd name="connsiteX164-5495" fmla="*/ 1009668 w 3079941"/>
                <a:gd name="connsiteY164-5496" fmla="*/ 596651 h 1160647"/>
                <a:gd name="connsiteX165-5497" fmla="*/ 1013721 w 3079941"/>
                <a:gd name="connsiteY165-5498" fmla="*/ 564224 h 1160647"/>
                <a:gd name="connsiteX166-5499" fmla="*/ 1052228 w 3079941"/>
                <a:gd name="connsiteY166-5500" fmla="*/ 564224 h 1160647"/>
                <a:gd name="connsiteX167-5501" fmla="*/ 1052228 w 3079941"/>
                <a:gd name="connsiteY167-5502" fmla="*/ 596651 h 1160647"/>
                <a:gd name="connsiteX168-5503" fmla="*/ 1052988 w 3079941"/>
                <a:gd name="connsiteY168-5504" fmla="*/ 596651 h 1160647"/>
                <a:gd name="connsiteX169-5505" fmla="*/ 1058308 w 3079941"/>
                <a:gd name="connsiteY169-5506" fmla="*/ 596651 h 1160647"/>
                <a:gd name="connsiteX170-5507" fmla="*/ 1058308 w 3079941"/>
                <a:gd name="connsiteY170-5508" fmla="*/ 514503 h 1160647"/>
                <a:gd name="connsiteX171-5509" fmla="*/ 1060082 w 3079941"/>
                <a:gd name="connsiteY171-5510" fmla="*/ 514503 h 1160647"/>
                <a:gd name="connsiteX172-5511" fmla="*/ 1072495 w 3079941"/>
                <a:gd name="connsiteY172-5512" fmla="*/ 514503 h 1160647"/>
                <a:gd name="connsiteX173-5513" fmla="*/ 1072495 w 3079941"/>
                <a:gd name="connsiteY173-5514" fmla="*/ 512612 h 1160647"/>
                <a:gd name="connsiteX174-5515" fmla="*/ 1072495 w 3079941"/>
                <a:gd name="connsiteY174-5516" fmla="*/ 499371 h 1160647"/>
                <a:gd name="connsiteX175-5517" fmla="*/ 1094789 w 3079941"/>
                <a:gd name="connsiteY175-5518" fmla="*/ 499371 h 1160647"/>
                <a:gd name="connsiteX176-5519" fmla="*/ 1094789 w 3079941"/>
                <a:gd name="connsiteY176-5520" fmla="*/ 498290 h 1160647"/>
                <a:gd name="connsiteX177-5521" fmla="*/ 1094789 w 3079941"/>
                <a:gd name="connsiteY177-5522" fmla="*/ 490724 h 1160647"/>
                <a:gd name="connsiteX178-5523" fmla="*/ 1096562 w 3079941"/>
                <a:gd name="connsiteY178-5524" fmla="*/ 490724 h 1160647"/>
                <a:gd name="connsiteX179-5525" fmla="*/ 1108976 w 3079941"/>
                <a:gd name="connsiteY179-5526" fmla="*/ 490724 h 1160647"/>
                <a:gd name="connsiteX180-5527" fmla="*/ 1108976 w 3079941"/>
                <a:gd name="connsiteY180-5528" fmla="*/ 491805 h 1160647"/>
                <a:gd name="connsiteX181-5529" fmla="*/ 1108976 w 3079941"/>
                <a:gd name="connsiteY181-5530" fmla="*/ 499371 h 1160647"/>
                <a:gd name="connsiteX182-5531" fmla="*/ 1109736 w 3079941"/>
                <a:gd name="connsiteY182-5532" fmla="*/ 499371 h 1160647"/>
                <a:gd name="connsiteX183-5533" fmla="*/ 1115056 w 3079941"/>
                <a:gd name="connsiteY183-5534" fmla="*/ 499371 h 1160647"/>
                <a:gd name="connsiteX184-5535" fmla="*/ 1125189 w 3079941"/>
                <a:gd name="connsiteY184-5536" fmla="*/ 495047 h 1160647"/>
                <a:gd name="connsiteX185-5537" fmla="*/ 1129242 w 3079941"/>
                <a:gd name="connsiteY185-5538" fmla="*/ 498290 h 1160647"/>
                <a:gd name="connsiteX186-5539" fmla="*/ 1129242 w 3079941"/>
                <a:gd name="connsiteY186-5540" fmla="*/ 490724 h 1160647"/>
                <a:gd name="connsiteX187-5541" fmla="*/ 1131522 w 3079941"/>
                <a:gd name="connsiteY187-5542" fmla="*/ 490724 h 1160647"/>
                <a:gd name="connsiteX188-5543" fmla="*/ 1147483 w 3079941"/>
                <a:gd name="connsiteY188-5544" fmla="*/ 490724 h 1160647"/>
                <a:gd name="connsiteX189-5545" fmla="*/ 1147483 w 3079941"/>
                <a:gd name="connsiteY189-5546" fmla="*/ 491805 h 1160647"/>
                <a:gd name="connsiteX190-5547" fmla="*/ 1147483 w 3079941"/>
                <a:gd name="connsiteY190-5548" fmla="*/ 499371 h 1160647"/>
                <a:gd name="connsiteX191-5549" fmla="*/ 1177883 w 3079941"/>
                <a:gd name="connsiteY191-5550" fmla="*/ 499371 h 1160647"/>
                <a:gd name="connsiteX192-5551" fmla="*/ 1177883 w 3079941"/>
                <a:gd name="connsiteY192-5552" fmla="*/ 500992 h 1160647"/>
                <a:gd name="connsiteX193-5553" fmla="*/ 1177883 w 3079941"/>
                <a:gd name="connsiteY193-5554" fmla="*/ 512342 h 1160647"/>
                <a:gd name="connsiteX194-5555" fmla="*/ 1204230 w 3079941"/>
                <a:gd name="connsiteY194-5556" fmla="*/ 512342 h 1160647"/>
                <a:gd name="connsiteX195-5557" fmla="*/ 1204230 w 3079941"/>
                <a:gd name="connsiteY195-5558" fmla="*/ 542606 h 1160647"/>
                <a:gd name="connsiteX196-5559" fmla="*/ 1204990 w 3079941"/>
                <a:gd name="connsiteY196-5560" fmla="*/ 542606 h 1160647"/>
                <a:gd name="connsiteX197-5561" fmla="*/ 1210310 w 3079941"/>
                <a:gd name="connsiteY197-5562" fmla="*/ 542606 h 1160647"/>
                <a:gd name="connsiteX198-5563" fmla="*/ 1210310 w 3079941"/>
                <a:gd name="connsiteY198-5564" fmla="*/ 543687 h 1160647"/>
                <a:gd name="connsiteX199-5565" fmla="*/ 1210310 w 3079941"/>
                <a:gd name="connsiteY199-5566" fmla="*/ 551254 h 1160647"/>
                <a:gd name="connsiteX200-5567" fmla="*/ 1214364 w 3079941"/>
                <a:gd name="connsiteY200-5568" fmla="*/ 581518 h 1160647"/>
                <a:gd name="connsiteX201-5569" fmla="*/ 1215124 w 3079941"/>
                <a:gd name="connsiteY201-5570" fmla="*/ 581518 h 1160647"/>
                <a:gd name="connsiteX202-5571" fmla="*/ 1220444 w 3079941"/>
                <a:gd name="connsiteY202-5572" fmla="*/ 581518 h 1160647"/>
                <a:gd name="connsiteX203-5573" fmla="*/ 1220444 w 3079941"/>
                <a:gd name="connsiteY203-5574" fmla="*/ 582329 h 1160647"/>
                <a:gd name="connsiteX204-5575" fmla="*/ 1220444 w 3079941"/>
                <a:gd name="connsiteY204-5576" fmla="*/ 588004 h 1160647"/>
                <a:gd name="connsiteX205-5577" fmla="*/ 1221457 w 3079941"/>
                <a:gd name="connsiteY205-5578" fmla="*/ 588004 h 1160647"/>
                <a:gd name="connsiteX206-5579" fmla="*/ 1228550 w 3079941"/>
                <a:gd name="connsiteY206-5580" fmla="*/ 588004 h 1160647"/>
                <a:gd name="connsiteX207-5581" fmla="*/ 1228550 w 3079941"/>
                <a:gd name="connsiteY207-5582" fmla="*/ 618269 h 1160647"/>
                <a:gd name="connsiteX208-5583" fmla="*/ 1230577 w 3079941"/>
                <a:gd name="connsiteY208-5584" fmla="*/ 618269 h 1160647"/>
                <a:gd name="connsiteX209-5585" fmla="*/ 1244764 w 3079941"/>
                <a:gd name="connsiteY209-5586" fmla="*/ 618269 h 1160647"/>
                <a:gd name="connsiteX210-5587" fmla="*/ 1244764 w 3079941"/>
                <a:gd name="connsiteY210-5588" fmla="*/ 642048 h 1160647"/>
                <a:gd name="connsiteX211-5589" fmla="*/ 1246791 w 3079941"/>
                <a:gd name="connsiteY211-5590" fmla="*/ 643669 h 1160647"/>
                <a:gd name="connsiteX212-5591" fmla="*/ 1246791 w 3079941"/>
                <a:gd name="connsiteY212-5592" fmla="*/ 655019 h 1160647"/>
                <a:gd name="connsiteX213-5593" fmla="*/ 1247551 w 3079941"/>
                <a:gd name="connsiteY213-5594" fmla="*/ 655019 h 1160647"/>
                <a:gd name="connsiteX214-5595" fmla="*/ 1252871 w 3079941"/>
                <a:gd name="connsiteY214-5596" fmla="*/ 655019 h 1160647"/>
                <a:gd name="connsiteX215-5597" fmla="*/ 1252871 w 3079941"/>
                <a:gd name="connsiteY215-5598" fmla="*/ 678798 h 1160647"/>
                <a:gd name="connsiteX216-5599" fmla="*/ 1254137 w 3079941"/>
                <a:gd name="connsiteY216-5600" fmla="*/ 678798 h 1160647"/>
                <a:gd name="connsiteX217-5601" fmla="*/ 1263004 w 3079941"/>
                <a:gd name="connsiteY217-5602" fmla="*/ 678798 h 1160647"/>
                <a:gd name="connsiteX218-5603" fmla="*/ 1265031 w 3079941"/>
                <a:gd name="connsiteY218-5604" fmla="*/ 682852 h 1160647"/>
                <a:gd name="connsiteX219-5605" fmla="*/ 1265031 w 3079941"/>
                <a:gd name="connsiteY219-5606" fmla="*/ 696093 h 1160647"/>
                <a:gd name="connsiteX220-5607" fmla="*/ 1266551 w 3079941"/>
                <a:gd name="connsiteY220-5608" fmla="*/ 694201 h 1160647"/>
                <a:gd name="connsiteX221-5609" fmla="*/ 1277191 w 3079941"/>
                <a:gd name="connsiteY221-5610" fmla="*/ 680960 h 1160647"/>
                <a:gd name="connsiteX222-5611" fmla="*/ 1305565 w 3079941"/>
                <a:gd name="connsiteY222-5612" fmla="*/ 680960 h 1160647"/>
                <a:gd name="connsiteX223-5613" fmla="*/ 1305565 w 3079941"/>
                <a:gd name="connsiteY223-5614" fmla="*/ 767431 h 1160647"/>
                <a:gd name="connsiteX224-5615" fmla="*/ 1306325 w 3079941"/>
                <a:gd name="connsiteY224-5616" fmla="*/ 767431 h 1160647"/>
                <a:gd name="connsiteX225-5617" fmla="*/ 1311645 w 3079941"/>
                <a:gd name="connsiteY225-5618" fmla="*/ 767431 h 1160647"/>
                <a:gd name="connsiteX226-5619" fmla="*/ 1312405 w 3079941"/>
                <a:gd name="connsiteY226-5620" fmla="*/ 766080 h 1160647"/>
                <a:gd name="connsiteX227-5621" fmla="*/ 1317725 w 3079941"/>
                <a:gd name="connsiteY227-5622" fmla="*/ 756622 h 1160647"/>
                <a:gd name="connsiteX228-5623" fmla="*/ 1317725 w 3079941"/>
                <a:gd name="connsiteY228-5624" fmla="*/ 758514 h 1160647"/>
                <a:gd name="connsiteX229-5625" fmla="*/ 1317725 w 3079941"/>
                <a:gd name="connsiteY229-5626" fmla="*/ 771755 h 1160647"/>
                <a:gd name="connsiteX230-5627" fmla="*/ 1321778 w 3079941"/>
                <a:gd name="connsiteY230-5628" fmla="*/ 726358 h 1160647"/>
                <a:gd name="connsiteX231-5629" fmla="*/ 1322538 w 3079941"/>
                <a:gd name="connsiteY231-5630" fmla="*/ 726358 h 1160647"/>
                <a:gd name="connsiteX232-5631" fmla="*/ 1327858 w 3079941"/>
                <a:gd name="connsiteY232-5632" fmla="*/ 726358 h 1160647"/>
                <a:gd name="connsiteX233-5633" fmla="*/ 1327858 w 3079941"/>
                <a:gd name="connsiteY233-5634" fmla="*/ 661504 h 1160647"/>
                <a:gd name="connsiteX234-5635" fmla="*/ 1328872 w 3079941"/>
                <a:gd name="connsiteY234-5636" fmla="*/ 661504 h 1160647"/>
                <a:gd name="connsiteX235-5637" fmla="*/ 1335965 w 3079941"/>
                <a:gd name="connsiteY235-5638" fmla="*/ 661504 h 1160647"/>
                <a:gd name="connsiteX236-5639" fmla="*/ 1348125 w 3079941"/>
                <a:gd name="connsiteY236-5640" fmla="*/ 618269 h 1160647"/>
                <a:gd name="connsiteX237-5641" fmla="*/ 1349392 w 3079941"/>
                <a:gd name="connsiteY237-5642" fmla="*/ 618269 h 1160647"/>
                <a:gd name="connsiteX238-5643" fmla="*/ 1358259 w 3079941"/>
                <a:gd name="connsiteY238-5644" fmla="*/ 618269 h 1160647"/>
                <a:gd name="connsiteX239-5645" fmla="*/ 1368392 w 3079941"/>
                <a:gd name="connsiteY239-5646" fmla="*/ 661504 h 1160647"/>
                <a:gd name="connsiteX240-5647" fmla="*/ 1369405 w 3079941"/>
                <a:gd name="connsiteY240-5648" fmla="*/ 661504 h 1160647"/>
                <a:gd name="connsiteX241-5649" fmla="*/ 1376499 w 3079941"/>
                <a:gd name="connsiteY241-5650" fmla="*/ 661504 h 1160647"/>
                <a:gd name="connsiteX242-5651" fmla="*/ 1376499 w 3079941"/>
                <a:gd name="connsiteY242-5652" fmla="*/ 700416 h 1160647"/>
                <a:gd name="connsiteX243-5653" fmla="*/ 1378272 w 3079941"/>
                <a:gd name="connsiteY243-5654" fmla="*/ 700416 h 1160647"/>
                <a:gd name="connsiteX244-5655" fmla="*/ 1390686 w 3079941"/>
                <a:gd name="connsiteY244-5656" fmla="*/ 700416 h 1160647"/>
                <a:gd name="connsiteX245-5657" fmla="*/ 1390686 w 3079941"/>
                <a:gd name="connsiteY245-5658" fmla="*/ 702578 h 1160647"/>
                <a:gd name="connsiteX246-5659" fmla="*/ 1390686 w 3079941"/>
                <a:gd name="connsiteY246-5660" fmla="*/ 717710 h 1160647"/>
                <a:gd name="connsiteX247-5661" fmla="*/ 1394739 w 3079941"/>
                <a:gd name="connsiteY247-5662" fmla="*/ 715549 h 1160647"/>
                <a:gd name="connsiteX248-5663" fmla="*/ 1394739 w 3079941"/>
                <a:gd name="connsiteY248-5664" fmla="*/ 700416 h 1160647"/>
                <a:gd name="connsiteX249-5665" fmla="*/ 1396259 w 3079941"/>
                <a:gd name="connsiteY249-5666" fmla="*/ 700416 h 1160647"/>
                <a:gd name="connsiteX250-5667" fmla="*/ 1406899 w 3079941"/>
                <a:gd name="connsiteY250-5668" fmla="*/ 700416 h 1160647"/>
                <a:gd name="connsiteX251-5669" fmla="*/ 1406899 w 3079941"/>
                <a:gd name="connsiteY251-5670" fmla="*/ 702037 h 1160647"/>
                <a:gd name="connsiteX252-5671" fmla="*/ 1406899 w 3079941"/>
                <a:gd name="connsiteY252-5672" fmla="*/ 713387 h 1160647"/>
                <a:gd name="connsiteX253-5673" fmla="*/ 1437300 w 3079941"/>
                <a:gd name="connsiteY253-5674" fmla="*/ 713387 h 1160647"/>
                <a:gd name="connsiteX254-5675" fmla="*/ 1437300 w 3079941"/>
                <a:gd name="connsiteY254-5676" fmla="*/ 676637 h 1160647"/>
                <a:gd name="connsiteX255-5677" fmla="*/ 1438566 w 3079941"/>
                <a:gd name="connsiteY255-5678" fmla="*/ 676637 h 1160647"/>
                <a:gd name="connsiteX256-5679" fmla="*/ 1447433 w 3079941"/>
                <a:gd name="connsiteY256-5680" fmla="*/ 676637 h 1160647"/>
                <a:gd name="connsiteX257-5681" fmla="*/ 1447433 w 3079941"/>
                <a:gd name="connsiteY257-5682" fmla="*/ 698254 h 1160647"/>
                <a:gd name="connsiteX258-5683" fmla="*/ 1449460 w 3079941"/>
                <a:gd name="connsiteY258-5684" fmla="*/ 665828 h 1160647"/>
                <a:gd name="connsiteX259-5685" fmla="*/ 1471753 w 3079941"/>
                <a:gd name="connsiteY259-5686" fmla="*/ 665828 h 1160647"/>
                <a:gd name="connsiteX260-5687" fmla="*/ 1471753 w 3079941"/>
                <a:gd name="connsiteY260-5688" fmla="*/ 664206 h 1160647"/>
                <a:gd name="connsiteX261-5689" fmla="*/ 1471753 w 3079941"/>
                <a:gd name="connsiteY261-5690" fmla="*/ 652857 h 1160647"/>
                <a:gd name="connsiteX262-5691" fmla="*/ 1472513 w 3079941"/>
                <a:gd name="connsiteY262-5692" fmla="*/ 652857 h 1160647"/>
                <a:gd name="connsiteX263-5693" fmla="*/ 1477833 w 3079941"/>
                <a:gd name="connsiteY263-5694" fmla="*/ 652857 h 1160647"/>
                <a:gd name="connsiteX264-5695" fmla="*/ 1477833 w 3079941"/>
                <a:gd name="connsiteY264-5696" fmla="*/ 650966 h 1160647"/>
                <a:gd name="connsiteX265-5697" fmla="*/ 1477833 w 3079941"/>
                <a:gd name="connsiteY265-5698" fmla="*/ 637725 h 1160647"/>
                <a:gd name="connsiteX266-5699" fmla="*/ 1481887 w 3079941"/>
                <a:gd name="connsiteY266-5700" fmla="*/ 644210 h 1160647"/>
                <a:gd name="connsiteX267-5701" fmla="*/ 1484167 w 3079941"/>
                <a:gd name="connsiteY267-5702" fmla="*/ 644210 h 1160647"/>
                <a:gd name="connsiteX268-5703" fmla="*/ 1500127 w 3079941"/>
                <a:gd name="connsiteY268-5704" fmla="*/ 644210 h 1160647"/>
                <a:gd name="connsiteX269-5705" fmla="*/ 1500127 w 3079941"/>
                <a:gd name="connsiteY269-5706" fmla="*/ 643399 h 1160647"/>
                <a:gd name="connsiteX270-5707" fmla="*/ 1500127 w 3079941"/>
                <a:gd name="connsiteY270-5708" fmla="*/ 637725 h 1160647"/>
                <a:gd name="connsiteX271-5709" fmla="*/ 1500887 w 3079941"/>
                <a:gd name="connsiteY271-5710" fmla="*/ 637725 h 1160647"/>
                <a:gd name="connsiteX272-5711" fmla="*/ 1506207 w 3079941"/>
                <a:gd name="connsiteY272-5712" fmla="*/ 637725 h 1160647"/>
                <a:gd name="connsiteX273-5713" fmla="*/ 1506207 w 3079941"/>
                <a:gd name="connsiteY273-5714" fmla="*/ 639076 h 1160647"/>
                <a:gd name="connsiteX274-5715" fmla="*/ 1506207 w 3079941"/>
                <a:gd name="connsiteY274-5716" fmla="*/ 648534 h 1160647"/>
                <a:gd name="connsiteX275-5717" fmla="*/ 1544714 w 3079941"/>
                <a:gd name="connsiteY275-5718" fmla="*/ 648534 h 1160647"/>
                <a:gd name="connsiteX276-5719" fmla="*/ 1544714 w 3079941"/>
                <a:gd name="connsiteY276-5720" fmla="*/ 786887 h 1160647"/>
                <a:gd name="connsiteX277-5721" fmla="*/ 1546234 w 3079941"/>
                <a:gd name="connsiteY277-5722" fmla="*/ 786887 h 1160647"/>
                <a:gd name="connsiteX278-5723" fmla="*/ 1556874 w 3079941"/>
                <a:gd name="connsiteY278-5724" fmla="*/ 786887 h 1160647"/>
                <a:gd name="connsiteX279-5725" fmla="*/ 1556874 w 3079941"/>
                <a:gd name="connsiteY279-5726" fmla="*/ 773917 h 1160647"/>
                <a:gd name="connsiteX280-5727" fmla="*/ 1560928 w 3079941"/>
                <a:gd name="connsiteY280-5728" fmla="*/ 773917 h 1160647"/>
                <a:gd name="connsiteX281-5729" fmla="*/ 1560928 w 3079941"/>
                <a:gd name="connsiteY281-5730" fmla="*/ 786887 h 1160647"/>
                <a:gd name="connsiteX282-5731" fmla="*/ 1591328 w 3079941"/>
                <a:gd name="connsiteY282-5732" fmla="*/ 786887 h 1160647"/>
                <a:gd name="connsiteX283-5733" fmla="*/ 1591328 w 3079941"/>
                <a:gd name="connsiteY283-5734" fmla="*/ 756622 h 1160647"/>
                <a:gd name="connsiteX284-5735" fmla="*/ 1603488 w 3079941"/>
                <a:gd name="connsiteY284-5736" fmla="*/ 756622 h 1160647"/>
                <a:gd name="connsiteX285-5737" fmla="*/ 1615648 w 3079941"/>
                <a:gd name="connsiteY285-5738" fmla="*/ 754461 h 1160647"/>
                <a:gd name="connsiteX286-5739" fmla="*/ 1619702 w 3079941"/>
                <a:gd name="connsiteY286-5740" fmla="*/ 756622 h 1160647"/>
                <a:gd name="connsiteX287-5741" fmla="*/ 1629835 w 3079941"/>
                <a:gd name="connsiteY287-5742" fmla="*/ 756622 h 1160647"/>
                <a:gd name="connsiteX288-5743" fmla="*/ 1629835 w 3079941"/>
                <a:gd name="connsiteY288-5744" fmla="*/ 786887 h 1160647"/>
                <a:gd name="connsiteX289-5745" fmla="*/ 1637942 w 3079941"/>
                <a:gd name="connsiteY289-5746" fmla="*/ 786887 h 1160647"/>
                <a:gd name="connsiteX290-5747" fmla="*/ 1637942 w 3079941"/>
                <a:gd name="connsiteY290-5748" fmla="*/ 804182 h 1160647"/>
                <a:gd name="connsiteX291-5749" fmla="*/ 1647278 w 3079941"/>
                <a:gd name="connsiteY291-5750" fmla="*/ 805087 h 1160647"/>
                <a:gd name="connsiteX292-5751" fmla="*/ 1660236 w 3079941"/>
                <a:gd name="connsiteY292-5752" fmla="*/ 805087 h 1160647"/>
                <a:gd name="connsiteX293-5753" fmla="*/ 1660236 w 3079941"/>
                <a:gd name="connsiteY293-5754" fmla="*/ 789049 h 1160647"/>
                <a:gd name="connsiteX294-5755" fmla="*/ 1728192 w 3079941"/>
                <a:gd name="connsiteY294-5756" fmla="*/ 789049 h 1160647"/>
                <a:gd name="connsiteX295-5757" fmla="*/ 1728192 w 3079941"/>
                <a:gd name="connsiteY295-5758" fmla="*/ 703796 h 1160647"/>
                <a:gd name="connsiteX296-5759" fmla="*/ 1800200 w 3079941"/>
                <a:gd name="connsiteY296-5760" fmla="*/ 703796 h 1160647"/>
                <a:gd name="connsiteX297-5761" fmla="*/ 1800200 w 3079941"/>
                <a:gd name="connsiteY297-5762" fmla="*/ 782564 h 1160647"/>
                <a:gd name="connsiteX298-5763" fmla="*/ 1802104 w 3079941"/>
                <a:gd name="connsiteY298-5764" fmla="*/ 782564 h 1160647"/>
                <a:gd name="connsiteX299-5765" fmla="*/ 1803346 w 3079941"/>
                <a:gd name="connsiteY299-5766" fmla="*/ 805087 h 1160647"/>
                <a:gd name="connsiteX300-5767" fmla="*/ 1813022 w 3079941"/>
                <a:gd name="connsiteY300-5768" fmla="*/ 805087 h 1160647"/>
                <a:gd name="connsiteX301-5769" fmla="*/ 1814264 w 3079941"/>
                <a:gd name="connsiteY301-5770" fmla="*/ 782564 h 1160647"/>
                <a:gd name="connsiteX302-5771" fmla="*/ 1820344 w 3079941"/>
                <a:gd name="connsiteY302-5772" fmla="*/ 782564 h 1160647"/>
                <a:gd name="connsiteX303-5773" fmla="*/ 1821586 w 3079941"/>
                <a:gd name="connsiteY303-5774" fmla="*/ 805087 h 1160647"/>
                <a:gd name="connsiteX304-5775" fmla="*/ 1872208 w 3079941"/>
                <a:gd name="connsiteY304-5776" fmla="*/ 805087 h 1160647"/>
                <a:gd name="connsiteX305-5777" fmla="*/ 1872208 w 3079941"/>
                <a:gd name="connsiteY305-5778" fmla="*/ 642059 h 1160647"/>
                <a:gd name="connsiteX306-5779" fmla="*/ 2069535 w 3079941"/>
                <a:gd name="connsiteY306-5780" fmla="*/ 642059 h 1160647"/>
                <a:gd name="connsiteX307-5781" fmla="*/ 2069535 w 3079941"/>
                <a:gd name="connsiteY307-5782" fmla="*/ 805087 h 1160647"/>
                <a:gd name="connsiteX308-5783" fmla="*/ 2088232 w 3079941"/>
                <a:gd name="connsiteY308-5784" fmla="*/ 805087 h 1160647"/>
                <a:gd name="connsiteX309-5785" fmla="*/ 2088232 w 3079941"/>
                <a:gd name="connsiteY309-5786" fmla="*/ 722394 h 1160647"/>
                <a:gd name="connsiteX310-5787" fmla="*/ 2183352 w 3079941"/>
                <a:gd name="connsiteY310-5788" fmla="*/ 722394 h 1160647"/>
                <a:gd name="connsiteX311-5789" fmla="*/ 2195282 w 3079941"/>
                <a:gd name="connsiteY311-5790" fmla="*/ 404253 h 1160647"/>
                <a:gd name="connsiteX312-5791" fmla="*/ 2183122 w 3079941"/>
                <a:gd name="connsiteY312-5792" fmla="*/ 382635 h 1160647"/>
                <a:gd name="connsiteX313-5793" fmla="*/ 2177042 w 3079941"/>
                <a:gd name="connsiteY313-5794" fmla="*/ 378311 h 1160647"/>
                <a:gd name="connsiteX314-5795" fmla="*/ 2185149 w 3079941"/>
                <a:gd name="connsiteY314-5796" fmla="*/ 354532 h 1160647"/>
                <a:gd name="connsiteX315-5797" fmla="*/ 2185149 w 3079941"/>
                <a:gd name="connsiteY315-5798" fmla="*/ 337238 h 1160647"/>
                <a:gd name="connsiteX316-5799" fmla="*/ 2199336 w 3079941"/>
                <a:gd name="connsiteY316-5800" fmla="*/ 337238 h 1160647"/>
                <a:gd name="connsiteX317-5801" fmla="*/ 2199336 w 3079941"/>
                <a:gd name="connsiteY317-5802" fmla="*/ 315620 h 1160647"/>
                <a:gd name="connsiteX318-5803" fmla="*/ 2201362 w 3079941"/>
                <a:gd name="connsiteY318-5804" fmla="*/ 311296 h 1160647"/>
                <a:gd name="connsiteX319-5805" fmla="*/ 2201362 w 3079941"/>
                <a:gd name="connsiteY319-5806" fmla="*/ 233472 h 1160647"/>
                <a:gd name="connsiteX320-5807" fmla="*/ 2199336 w 3079941"/>
                <a:gd name="connsiteY320-5808" fmla="*/ 226987 h 1160647"/>
                <a:gd name="connsiteX321-5809" fmla="*/ 2205416 w 3079941"/>
                <a:gd name="connsiteY321-5810" fmla="*/ 220501 h 1160647"/>
                <a:gd name="connsiteX322-5811" fmla="*/ 2205416 w 3079941"/>
                <a:gd name="connsiteY322-5812" fmla="*/ 162133 h 1160647"/>
                <a:gd name="connsiteX323-5813" fmla="*/ 2207442 w 3079941"/>
                <a:gd name="connsiteY323-5814" fmla="*/ 157810 h 1160647"/>
                <a:gd name="connsiteX324-5815" fmla="*/ 2207442 w 3079941"/>
                <a:gd name="connsiteY324-5816" fmla="*/ 101604 h 1160647"/>
                <a:gd name="connsiteX325-5817" fmla="*/ 2209469 w 3079941"/>
                <a:gd name="connsiteY325-5818" fmla="*/ 82148 h 1160647"/>
                <a:gd name="connsiteX326-5819" fmla="*/ 2213523 w 3079941"/>
                <a:gd name="connsiteY326-5820" fmla="*/ 99442 h 1160647"/>
                <a:gd name="connsiteX327-5821" fmla="*/ 2215549 w 3079941"/>
                <a:gd name="connsiteY327-5822" fmla="*/ 157810 h 1160647"/>
                <a:gd name="connsiteX328-5823" fmla="*/ 2217576 w 3079941"/>
                <a:gd name="connsiteY328-5824" fmla="*/ 220501 h 1160647"/>
                <a:gd name="connsiteX329-5825" fmla="*/ 2223656 w 3079941"/>
                <a:gd name="connsiteY329-5826" fmla="*/ 226987 h 1160647"/>
                <a:gd name="connsiteX330-5827" fmla="*/ 2221629 w 3079941"/>
                <a:gd name="connsiteY330-5828" fmla="*/ 233472 h 1160647"/>
                <a:gd name="connsiteX331-5829" fmla="*/ 2221629 w 3079941"/>
                <a:gd name="connsiteY331-5830" fmla="*/ 311296 h 1160647"/>
                <a:gd name="connsiteX332-5831" fmla="*/ 2223656 w 3079941"/>
                <a:gd name="connsiteY332-5832" fmla="*/ 315620 h 1160647"/>
                <a:gd name="connsiteX333-5833" fmla="*/ 2223656 w 3079941"/>
                <a:gd name="connsiteY333-5834" fmla="*/ 337238 h 1160647"/>
                <a:gd name="connsiteX334-5835" fmla="*/ 2237843 w 3079941"/>
                <a:gd name="connsiteY334-5836" fmla="*/ 337238 h 1160647"/>
                <a:gd name="connsiteX335-5837" fmla="*/ 2237843 w 3079941"/>
                <a:gd name="connsiteY335-5838" fmla="*/ 354532 h 1160647"/>
                <a:gd name="connsiteX336-5839" fmla="*/ 2245950 w 3079941"/>
                <a:gd name="connsiteY336-5840" fmla="*/ 378311 h 1160647"/>
                <a:gd name="connsiteX337-5841" fmla="*/ 2239870 w 3079941"/>
                <a:gd name="connsiteY337-5842" fmla="*/ 382635 h 1160647"/>
                <a:gd name="connsiteX338-5843" fmla="*/ 2227709 w 3079941"/>
                <a:gd name="connsiteY338-5844" fmla="*/ 404253 h 1160647"/>
                <a:gd name="connsiteX339-5845" fmla="*/ 2235816 w 3079941"/>
                <a:gd name="connsiteY339-5846" fmla="*/ 657181 h 1160647"/>
                <a:gd name="connsiteX340-5847" fmla="*/ 2300670 w 3079941"/>
                <a:gd name="connsiteY340-5848" fmla="*/ 657181 h 1160647"/>
                <a:gd name="connsiteX341-5849" fmla="*/ 2300670 w 3079941"/>
                <a:gd name="connsiteY341-5850" fmla="*/ 732843 h 1160647"/>
                <a:gd name="connsiteX342-5851" fmla="*/ 2308777 w 3079941"/>
                <a:gd name="connsiteY342-5852" fmla="*/ 732843 h 1160647"/>
                <a:gd name="connsiteX343-5853" fmla="*/ 2310804 w 3079941"/>
                <a:gd name="connsiteY343-5854" fmla="*/ 726358 h 1160647"/>
                <a:gd name="connsiteX344-5855" fmla="*/ 2316884 w 3079941"/>
                <a:gd name="connsiteY344-5856" fmla="*/ 726358 h 1160647"/>
                <a:gd name="connsiteX345-5857" fmla="*/ 2318911 w 3079941"/>
                <a:gd name="connsiteY345-5858" fmla="*/ 735005 h 1160647"/>
                <a:gd name="connsiteX346-5859" fmla="*/ 2331071 w 3079941"/>
                <a:gd name="connsiteY346-5860" fmla="*/ 735005 h 1160647"/>
                <a:gd name="connsiteX347-5861" fmla="*/ 2331071 w 3079941"/>
                <a:gd name="connsiteY347-5862" fmla="*/ 728519 h 1160647"/>
                <a:gd name="connsiteX348-5863" fmla="*/ 2353364 w 3079941"/>
                <a:gd name="connsiteY348-5864" fmla="*/ 728519 h 1160647"/>
                <a:gd name="connsiteX349-5865" fmla="*/ 2353364 w 3079941"/>
                <a:gd name="connsiteY349-5866" fmla="*/ 735005 h 1160647"/>
                <a:gd name="connsiteX350-5867" fmla="*/ 2373631 w 3079941"/>
                <a:gd name="connsiteY350-5868" fmla="*/ 735005 h 1160647"/>
                <a:gd name="connsiteX351-5869" fmla="*/ 2373631 w 3079941"/>
                <a:gd name="connsiteY351-5870" fmla="*/ 780402 h 1160647"/>
                <a:gd name="connsiteX352-5871" fmla="*/ 2387818 w 3079941"/>
                <a:gd name="connsiteY352-5872" fmla="*/ 780402 h 1160647"/>
                <a:gd name="connsiteX353-5873" fmla="*/ 2387818 w 3079941"/>
                <a:gd name="connsiteY353-5874" fmla="*/ 767431 h 1160647"/>
                <a:gd name="connsiteX354-5875" fmla="*/ 2404032 w 3079941"/>
                <a:gd name="connsiteY354-5876" fmla="*/ 767431 h 1160647"/>
                <a:gd name="connsiteX355-5877" fmla="*/ 2404032 w 3079941"/>
                <a:gd name="connsiteY355-5878" fmla="*/ 588004 h 1160647"/>
                <a:gd name="connsiteX356-5879" fmla="*/ 2410112 w 3079941"/>
                <a:gd name="connsiteY356-5880" fmla="*/ 581518 h 1160647"/>
                <a:gd name="connsiteX357-5881" fmla="*/ 2483073 w 3079941"/>
                <a:gd name="connsiteY357-5882" fmla="*/ 581518 h 1160647"/>
                <a:gd name="connsiteX358-5883" fmla="*/ 2483073 w 3079941"/>
                <a:gd name="connsiteY358-5884" fmla="*/ 590166 h 1160647"/>
                <a:gd name="connsiteX359-5885" fmla="*/ 2493206 w 3079941"/>
                <a:gd name="connsiteY359-5886" fmla="*/ 590166 h 1160647"/>
                <a:gd name="connsiteX360-5887" fmla="*/ 2493206 w 3079941"/>
                <a:gd name="connsiteY360-5888" fmla="*/ 704740 h 1160647"/>
                <a:gd name="connsiteX361-5889" fmla="*/ 2515500 w 3079941"/>
                <a:gd name="connsiteY361-5890" fmla="*/ 704740 h 1160647"/>
                <a:gd name="connsiteX362-5891" fmla="*/ 2515500 w 3079941"/>
                <a:gd name="connsiteY362-5892" fmla="*/ 637725 h 1160647"/>
                <a:gd name="connsiteX363-5893" fmla="*/ 2541847 w 3079941"/>
                <a:gd name="connsiteY363-5894" fmla="*/ 637725 h 1160647"/>
                <a:gd name="connsiteX364-5895" fmla="*/ 2545900 w 3079941"/>
                <a:gd name="connsiteY364-5896" fmla="*/ 633401 h 1160647"/>
                <a:gd name="connsiteX365-5897" fmla="*/ 2554007 w 3079941"/>
                <a:gd name="connsiteY365-5898" fmla="*/ 633401 h 1160647"/>
                <a:gd name="connsiteX366-5899" fmla="*/ 2558060 w 3079941"/>
                <a:gd name="connsiteY366-5900" fmla="*/ 637725 h 1160647"/>
                <a:gd name="connsiteX367-5901" fmla="*/ 2580354 w 3079941"/>
                <a:gd name="connsiteY367-5902" fmla="*/ 637725 h 1160647"/>
                <a:gd name="connsiteX368-5903" fmla="*/ 2580354 w 3079941"/>
                <a:gd name="connsiteY368-5904" fmla="*/ 520989 h 1160647"/>
                <a:gd name="connsiteX369-5905" fmla="*/ 2637101 w 3079941"/>
                <a:gd name="connsiteY369-5906" fmla="*/ 510180 h 1160647"/>
                <a:gd name="connsiteX370-5907" fmla="*/ 2637101 w 3079941"/>
                <a:gd name="connsiteY370-5908" fmla="*/ 511261 h 1160647"/>
                <a:gd name="connsiteX371-5909" fmla="*/ 2637101 w 3079941"/>
                <a:gd name="connsiteY371-5910" fmla="*/ 518827 h 1160647"/>
                <a:gd name="connsiteX372-5911" fmla="*/ 2663448 w 3079941"/>
                <a:gd name="connsiteY372-5912" fmla="*/ 518827 h 1160647"/>
                <a:gd name="connsiteX373-5913" fmla="*/ 2663448 w 3079941"/>
                <a:gd name="connsiteY373-5914" fmla="*/ 773917 h 1160647"/>
                <a:gd name="connsiteX374-5915" fmla="*/ 2685742 w 3079941"/>
                <a:gd name="connsiteY374-5916" fmla="*/ 773917 h 1160647"/>
                <a:gd name="connsiteX375-5917" fmla="*/ 2685742 w 3079941"/>
                <a:gd name="connsiteY375-5918" fmla="*/ 769593 h 1160647"/>
                <a:gd name="connsiteX376-5919" fmla="*/ 2697902 w 3079941"/>
                <a:gd name="connsiteY376-5920" fmla="*/ 769593 h 1160647"/>
                <a:gd name="connsiteX377-5921" fmla="*/ 2697902 w 3079941"/>
                <a:gd name="connsiteY377-5922" fmla="*/ 773917 h 1160647"/>
                <a:gd name="connsiteX378-5923" fmla="*/ 2722222 w 3079941"/>
                <a:gd name="connsiteY378-5924" fmla="*/ 773917 h 1160647"/>
                <a:gd name="connsiteX379-5925" fmla="*/ 2722222 w 3079941"/>
                <a:gd name="connsiteY379-5926" fmla="*/ 760946 h 1160647"/>
                <a:gd name="connsiteX380-5927" fmla="*/ 2750596 w 3079941"/>
                <a:gd name="connsiteY380-5928" fmla="*/ 760946 h 1160647"/>
                <a:gd name="connsiteX381-5929" fmla="*/ 2762756 w 3079941"/>
                <a:gd name="connsiteY381-5930" fmla="*/ 756622 h 1160647"/>
                <a:gd name="connsiteX382-5931" fmla="*/ 2783023 w 3079941"/>
                <a:gd name="connsiteY382-5932" fmla="*/ 760946 h 1160647"/>
                <a:gd name="connsiteX383-5933" fmla="*/ 2783023 w 3079941"/>
                <a:gd name="connsiteY383-5934" fmla="*/ 743652 h 1160647"/>
                <a:gd name="connsiteX384-5935" fmla="*/ 2791130 w 3079941"/>
                <a:gd name="connsiteY384-5936" fmla="*/ 743652 h 1160647"/>
                <a:gd name="connsiteX385-5937" fmla="*/ 2791130 w 3079941"/>
                <a:gd name="connsiteY385-5938" fmla="*/ 730681 h 1160647"/>
                <a:gd name="connsiteX386-5939" fmla="*/ 2847877 w 3079941"/>
                <a:gd name="connsiteY386-5940" fmla="*/ 730681 h 1160647"/>
                <a:gd name="connsiteX387-5941" fmla="*/ 2847877 w 3079941"/>
                <a:gd name="connsiteY387-5942" fmla="*/ 700416 h 1160647"/>
                <a:gd name="connsiteX388-5943" fmla="*/ 2866117 w 3079941"/>
                <a:gd name="connsiteY388-5944" fmla="*/ 700416 h 1160647"/>
                <a:gd name="connsiteX389-5945" fmla="*/ 2866117 w 3079941"/>
                <a:gd name="connsiteY389-5946" fmla="*/ 693931 h 1160647"/>
                <a:gd name="connsiteX390-5947" fmla="*/ 2878277 w 3079941"/>
                <a:gd name="connsiteY390-5948" fmla="*/ 693931 h 1160647"/>
                <a:gd name="connsiteX391-5949" fmla="*/ 2878277 w 3079941"/>
                <a:gd name="connsiteY391-5950" fmla="*/ 700416 h 1160647"/>
                <a:gd name="connsiteX392-5951" fmla="*/ 2894491 w 3079941"/>
                <a:gd name="connsiteY392-5952" fmla="*/ 700416 h 1160647"/>
                <a:gd name="connsiteX393-5953" fmla="*/ 2894491 w 3079941"/>
                <a:gd name="connsiteY393-5954" fmla="*/ 750137 h 1160647"/>
                <a:gd name="connsiteX394-5955" fmla="*/ 2926918 w 3079941"/>
                <a:gd name="connsiteY394-5956" fmla="*/ 750137 h 1160647"/>
                <a:gd name="connsiteX395-5957" fmla="*/ 2926918 w 3079941"/>
                <a:gd name="connsiteY395-5958" fmla="*/ 724196 h 1160647"/>
                <a:gd name="connsiteX396-5959" fmla="*/ 2965425 w 3079941"/>
                <a:gd name="connsiteY396-5960" fmla="*/ 724196 h 1160647"/>
                <a:gd name="connsiteX397-5961" fmla="*/ 2965425 w 3079941"/>
                <a:gd name="connsiteY397-5962" fmla="*/ 693931 h 1160647"/>
                <a:gd name="connsiteX398-5963" fmla="*/ 3014066 w 3079941"/>
                <a:gd name="connsiteY398-5964" fmla="*/ 693931 h 1160647"/>
                <a:gd name="connsiteX399-5965" fmla="*/ 3014066 w 3079941"/>
                <a:gd name="connsiteY399-5966" fmla="*/ 805087 h 1160647"/>
                <a:gd name="connsiteX400-5967" fmla="*/ 3014066 w 3079941"/>
                <a:gd name="connsiteY400-5968" fmla="*/ 818866 h 1160647"/>
                <a:gd name="connsiteX401-5969" fmla="*/ 3079941 w 3079941"/>
                <a:gd name="connsiteY401-5970" fmla="*/ 818866 h 1160647"/>
                <a:gd name="connsiteX402-5971" fmla="*/ 3079941 w 3079941"/>
                <a:gd name="connsiteY402-5972" fmla="*/ 1160647 h 1160647"/>
                <a:gd name="connsiteX403-5973" fmla="*/ 200958 w 3079941"/>
                <a:gd name="connsiteY403-5974" fmla="*/ 1160647 h 1160647"/>
                <a:gd name="connsiteX404-5975" fmla="*/ 0 w 3079941"/>
                <a:gd name="connsiteY404-5976" fmla="*/ 1126882 h 1160647"/>
                <a:gd name="connsiteX405-5977" fmla="*/ 55096 w 3079941"/>
                <a:gd name="connsiteY405-5978" fmla="*/ 886329 h 1160647"/>
                <a:gd name="connsiteX406-5979" fmla="*/ 55096 w 3079941"/>
                <a:gd name="connsiteY406-5980" fmla="*/ 724196 h 1160647"/>
                <a:gd name="connsiteX407-5981" fmla="*/ 75363 w 3079941"/>
                <a:gd name="connsiteY407-5982" fmla="*/ 724196 h 1160647"/>
                <a:gd name="connsiteX408-5983" fmla="*/ 75870 w 3079941"/>
                <a:gd name="connsiteY408-5984" fmla="*/ 723115 h 1160647"/>
                <a:gd name="connsiteX409-5985" fmla="*/ 79416 w 3079941"/>
                <a:gd name="connsiteY409-5986" fmla="*/ 715549 h 1160647"/>
                <a:gd name="connsiteX410-5987" fmla="*/ 81190 w 3079941"/>
                <a:gd name="connsiteY410-5988" fmla="*/ 715819 h 1160647"/>
                <a:gd name="connsiteX411-5989" fmla="*/ 93603 w 3079941"/>
                <a:gd name="connsiteY411-5990" fmla="*/ 717710 h 1160647"/>
                <a:gd name="connsiteX412-5991" fmla="*/ 94110 w 3079941"/>
                <a:gd name="connsiteY412-5992" fmla="*/ 719062 h 1160647"/>
                <a:gd name="connsiteX413-5993" fmla="*/ 97656 w 3079941"/>
                <a:gd name="connsiteY413-5994" fmla="*/ 728519 h 1160647"/>
                <a:gd name="connsiteX414-5995" fmla="*/ 124003 w 3079941"/>
                <a:gd name="connsiteY414-5996" fmla="*/ 730681 h 1160647"/>
                <a:gd name="connsiteX415-5997" fmla="*/ 124003 w 3079941"/>
                <a:gd name="connsiteY415-5998" fmla="*/ 607460 h 1160647"/>
                <a:gd name="connsiteX416-5999" fmla="*/ 126030 w 3079941"/>
                <a:gd name="connsiteY416-6000" fmla="*/ 607460 h 1160647"/>
                <a:gd name="connsiteX417-6001" fmla="*/ 140217 w 3079941"/>
                <a:gd name="connsiteY417-6002" fmla="*/ 607460 h 1160647"/>
                <a:gd name="connsiteX418-6003" fmla="*/ 140217 w 3079941"/>
                <a:gd name="connsiteY418-6004" fmla="*/ 471268 h 1160647"/>
                <a:gd name="connsiteX419-6005" fmla="*/ 141990 w 3079941"/>
                <a:gd name="connsiteY419-6006" fmla="*/ 471268 h 1160647"/>
                <a:gd name="connsiteX420-6007" fmla="*/ 154404 w 3079941"/>
                <a:gd name="connsiteY420-6008" fmla="*/ 471268 h 1160647"/>
                <a:gd name="connsiteX421-6009" fmla="*/ 154404 w 3079941"/>
                <a:gd name="connsiteY421-6010" fmla="*/ 356694 h 1160647"/>
                <a:gd name="connsiteX422-6011" fmla="*/ 158457 w 3079941"/>
                <a:gd name="connsiteY422-6012" fmla="*/ 328590 h 1160647"/>
                <a:gd name="connsiteX423-6013" fmla="*/ 160484 w 3079941"/>
                <a:gd name="connsiteY423-6014" fmla="*/ 328590 h 1160647"/>
                <a:gd name="connsiteX424-6015" fmla="*/ 174671 w 3079941"/>
                <a:gd name="connsiteY424-6016" fmla="*/ 328590 h 1160647"/>
                <a:gd name="connsiteX425-6017" fmla="*/ 211151 w 3079941"/>
                <a:gd name="connsiteY425-6018" fmla="*/ 246443 h 1160647"/>
                <a:gd name="connsiteX426-6019" fmla="*/ 215205 w 3079941"/>
                <a:gd name="connsiteY426-6020" fmla="*/ 0 h 1160647"/>
                <a:gd name="connsiteX0-6021" fmla="*/ 215205 w 3079941"/>
                <a:gd name="connsiteY0-6022" fmla="*/ 0 h 1160647"/>
                <a:gd name="connsiteX1-6023" fmla="*/ 217231 w 3079941"/>
                <a:gd name="connsiteY1-6024" fmla="*/ 246443 h 1160647"/>
                <a:gd name="connsiteX2-6025" fmla="*/ 255738 w 3079941"/>
                <a:gd name="connsiteY2-6026" fmla="*/ 326429 h 1160647"/>
                <a:gd name="connsiteX3-6027" fmla="*/ 257765 w 3079941"/>
                <a:gd name="connsiteY3-6028" fmla="*/ 326429 h 1160647"/>
                <a:gd name="connsiteX4-6029" fmla="*/ 271952 w 3079941"/>
                <a:gd name="connsiteY4-6030" fmla="*/ 326429 h 1160647"/>
                <a:gd name="connsiteX5-6031" fmla="*/ 271952 w 3079941"/>
                <a:gd name="connsiteY5-6032" fmla="*/ 350208 h 1160647"/>
                <a:gd name="connsiteX6-6033" fmla="*/ 272459 w 3079941"/>
                <a:gd name="connsiteY6-6034" fmla="*/ 351019 h 1160647"/>
                <a:gd name="connsiteX7-6035" fmla="*/ 276005 w 3079941"/>
                <a:gd name="connsiteY7-6036" fmla="*/ 356694 h 1160647"/>
                <a:gd name="connsiteX8-6037" fmla="*/ 276005 w 3079941"/>
                <a:gd name="connsiteY8-6038" fmla="*/ 471268 h 1160647"/>
                <a:gd name="connsiteX9-6039" fmla="*/ 278285 w 3079941"/>
                <a:gd name="connsiteY9-6040" fmla="*/ 471268 h 1160647"/>
                <a:gd name="connsiteX10-6041" fmla="*/ 294246 w 3079941"/>
                <a:gd name="connsiteY10-6042" fmla="*/ 471268 h 1160647"/>
                <a:gd name="connsiteX11-6043" fmla="*/ 294246 w 3079941"/>
                <a:gd name="connsiteY11-6044" fmla="*/ 611783 h 1160647"/>
                <a:gd name="connsiteX12-6045" fmla="*/ 295766 w 3079941"/>
                <a:gd name="connsiteY12-6046" fmla="*/ 611513 h 1160647"/>
                <a:gd name="connsiteX13-6047" fmla="*/ 306406 w 3079941"/>
                <a:gd name="connsiteY13-6048" fmla="*/ 609622 h 1160647"/>
                <a:gd name="connsiteX14-6049" fmla="*/ 304379 w 3079941"/>
                <a:gd name="connsiteY14-6050" fmla="*/ 698254 h 1160647"/>
                <a:gd name="connsiteX15-6051" fmla="*/ 305899 w 3079941"/>
                <a:gd name="connsiteY15-6052" fmla="*/ 698525 h 1160647"/>
                <a:gd name="connsiteX16-6053" fmla="*/ 316539 w 3079941"/>
                <a:gd name="connsiteY16-6054" fmla="*/ 700416 h 1160647"/>
                <a:gd name="connsiteX17-6055" fmla="*/ 316792 w 3079941"/>
                <a:gd name="connsiteY17-6056" fmla="*/ 701227 h 1160647"/>
                <a:gd name="connsiteX18-6057" fmla="*/ 318566 w 3079941"/>
                <a:gd name="connsiteY18-6058" fmla="*/ 706902 h 1160647"/>
                <a:gd name="connsiteX19-6059" fmla="*/ 319326 w 3079941"/>
                <a:gd name="connsiteY19-6060" fmla="*/ 704470 h 1160647"/>
                <a:gd name="connsiteX20-6061" fmla="*/ 324646 w 3079941"/>
                <a:gd name="connsiteY20-6062" fmla="*/ 687446 h 1160647"/>
                <a:gd name="connsiteX21-6063" fmla="*/ 326419 w 3079941"/>
                <a:gd name="connsiteY21-6064" fmla="*/ 687446 h 1160647"/>
                <a:gd name="connsiteX22-6065" fmla="*/ 338833 w 3079941"/>
                <a:gd name="connsiteY22-6066" fmla="*/ 687446 h 1160647"/>
                <a:gd name="connsiteX23-6067" fmla="*/ 338833 w 3079941"/>
                <a:gd name="connsiteY23-6068" fmla="*/ 719872 h 1160647"/>
                <a:gd name="connsiteX24-6069" fmla="*/ 339846 w 3079941"/>
                <a:gd name="connsiteY24-6070" fmla="*/ 720413 h 1160647"/>
                <a:gd name="connsiteX25-6071" fmla="*/ 346940 w 3079941"/>
                <a:gd name="connsiteY25-6072" fmla="*/ 724196 h 1160647"/>
                <a:gd name="connsiteX26-6073" fmla="*/ 346940 w 3079941"/>
                <a:gd name="connsiteY26-6074" fmla="*/ 725547 h 1160647"/>
                <a:gd name="connsiteX27-6075" fmla="*/ 346940 w 3079941"/>
                <a:gd name="connsiteY27-6076" fmla="*/ 735005 h 1160647"/>
                <a:gd name="connsiteX28-6077" fmla="*/ 391527 w 3079941"/>
                <a:gd name="connsiteY28-6078" fmla="*/ 735005 h 1160647"/>
                <a:gd name="connsiteX29-6079" fmla="*/ 391527 w 3079941"/>
                <a:gd name="connsiteY29-6080" fmla="*/ 736086 h 1160647"/>
                <a:gd name="connsiteX30-6081" fmla="*/ 391527 w 3079941"/>
                <a:gd name="connsiteY30-6082" fmla="*/ 743652 h 1160647"/>
                <a:gd name="connsiteX31-6083" fmla="*/ 393553 w 3079941"/>
                <a:gd name="connsiteY31-6084" fmla="*/ 743652 h 1160647"/>
                <a:gd name="connsiteX32-6085" fmla="*/ 407740 w 3079941"/>
                <a:gd name="connsiteY32-6086" fmla="*/ 743652 h 1160647"/>
                <a:gd name="connsiteX33-6087" fmla="*/ 407740 w 3079941"/>
                <a:gd name="connsiteY33-6088" fmla="*/ 713387 h 1160647"/>
                <a:gd name="connsiteX34-6089" fmla="*/ 452327 w 3079941"/>
                <a:gd name="connsiteY34-6090" fmla="*/ 713387 h 1160647"/>
                <a:gd name="connsiteX35-6091" fmla="*/ 452327 w 3079941"/>
                <a:gd name="connsiteY35-6092" fmla="*/ 712036 h 1160647"/>
                <a:gd name="connsiteX36-6093" fmla="*/ 452327 w 3079941"/>
                <a:gd name="connsiteY36-6094" fmla="*/ 702578 h 1160647"/>
                <a:gd name="connsiteX37-6095" fmla="*/ 453341 w 3079941"/>
                <a:gd name="connsiteY37-6096" fmla="*/ 702578 h 1160647"/>
                <a:gd name="connsiteX38-6097" fmla="*/ 460434 w 3079941"/>
                <a:gd name="connsiteY38-6098" fmla="*/ 702578 h 1160647"/>
                <a:gd name="connsiteX39-6099" fmla="*/ 460434 w 3079941"/>
                <a:gd name="connsiteY39-6100" fmla="*/ 700687 h 1160647"/>
                <a:gd name="connsiteX40-6101" fmla="*/ 460434 w 3079941"/>
                <a:gd name="connsiteY40-6102" fmla="*/ 687446 h 1160647"/>
                <a:gd name="connsiteX41-6103" fmla="*/ 461194 w 3079941"/>
                <a:gd name="connsiteY41-6104" fmla="*/ 687446 h 1160647"/>
                <a:gd name="connsiteX42-6105" fmla="*/ 466514 w 3079941"/>
                <a:gd name="connsiteY42-6106" fmla="*/ 687446 h 1160647"/>
                <a:gd name="connsiteX43-6107" fmla="*/ 466514 w 3079941"/>
                <a:gd name="connsiteY43-6108" fmla="*/ 686365 h 1160647"/>
                <a:gd name="connsiteX44-6109" fmla="*/ 466514 w 3079941"/>
                <a:gd name="connsiteY44-6110" fmla="*/ 678798 h 1160647"/>
                <a:gd name="connsiteX45-6111" fmla="*/ 468541 w 3079941"/>
                <a:gd name="connsiteY45-6112" fmla="*/ 678798 h 1160647"/>
                <a:gd name="connsiteX46-6113" fmla="*/ 482728 w 3079941"/>
                <a:gd name="connsiteY46-6114" fmla="*/ 678798 h 1160647"/>
                <a:gd name="connsiteX47-6115" fmla="*/ 482728 w 3079941"/>
                <a:gd name="connsiteY47-6116" fmla="*/ 679879 h 1160647"/>
                <a:gd name="connsiteX48-6117" fmla="*/ 482728 w 3079941"/>
                <a:gd name="connsiteY48-6118" fmla="*/ 687446 h 1160647"/>
                <a:gd name="connsiteX49-6119" fmla="*/ 505021 w 3079941"/>
                <a:gd name="connsiteY49-6120" fmla="*/ 687446 h 1160647"/>
                <a:gd name="connsiteX50-6121" fmla="*/ 505021 w 3079941"/>
                <a:gd name="connsiteY50-6122" fmla="*/ 685554 h 1160647"/>
                <a:gd name="connsiteX51-6123" fmla="*/ 505021 w 3079941"/>
                <a:gd name="connsiteY51-6124" fmla="*/ 672313 h 1160647"/>
                <a:gd name="connsiteX52-6125" fmla="*/ 506795 w 3079941"/>
                <a:gd name="connsiteY52-6126" fmla="*/ 672313 h 1160647"/>
                <a:gd name="connsiteX53-6127" fmla="*/ 519208 w 3079941"/>
                <a:gd name="connsiteY53-6128" fmla="*/ 672313 h 1160647"/>
                <a:gd name="connsiteX54-6129" fmla="*/ 519208 w 3079941"/>
                <a:gd name="connsiteY54-6130" fmla="*/ 696093 h 1160647"/>
                <a:gd name="connsiteX55-6131" fmla="*/ 520222 w 3079941"/>
                <a:gd name="connsiteY55-6132" fmla="*/ 696093 h 1160647"/>
                <a:gd name="connsiteX56-6133" fmla="*/ 527315 w 3079941"/>
                <a:gd name="connsiteY56-6134" fmla="*/ 696093 h 1160647"/>
                <a:gd name="connsiteX57-6135" fmla="*/ 527315 w 3079941"/>
                <a:gd name="connsiteY57-6136" fmla="*/ 695012 h 1160647"/>
                <a:gd name="connsiteX58-6137" fmla="*/ 527315 w 3079941"/>
                <a:gd name="connsiteY58-6138" fmla="*/ 687446 h 1160647"/>
                <a:gd name="connsiteX59-6139" fmla="*/ 529088 w 3079941"/>
                <a:gd name="connsiteY59-6140" fmla="*/ 687446 h 1160647"/>
                <a:gd name="connsiteX60-6141" fmla="*/ 541502 w 3079941"/>
                <a:gd name="connsiteY60-6142" fmla="*/ 687446 h 1160647"/>
                <a:gd name="connsiteX61-6143" fmla="*/ 541502 w 3079941"/>
                <a:gd name="connsiteY61-6144" fmla="*/ 713387 h 1160647"/>
                <a:gd name="connsiteX62-6145" fmla="*/ 543529 w 3079941"/>
                <a:gd name="connsiteY62-6146" fmla="*/ 713387 h 1160647"/>
                <a:gd name="connsiteX63-6147" fmla="*/ 557715 w 3079941"/>
                <a:gd name="connsiteY63-6148" fmla="*/ 713387 h 1160647"/>
                <a:gd name="connsiteX64-6149" fmla="*/ 557715 w 3079941"/>
                <a:gd name="connsiteY64-6150" fmla="*/ 715008 h 1160647"/>
                <a:gd name="connsiteX65-6151" fmla="*/ 557715 w 3079941"/>
                <a:gd name="connsiteY65-6152" fmla="*/ 726358 h 1160647"/>
                <a:gd name="connsiteX66-6153" fmla="*/ 558475 w 3079941"/>
                <a:gd name="connsiteY66-6154" fmla="*/ 726358 h 1160647"/>
                <a:gd name="connsiteX67-6155" fmla="*/ 563796 w 3079941"/>
                <a:gd name="connsiteY67-6156" fmla="*/ 726358 h 1160647"/>
                <a:gd name="connsiteX68-6157" fmla="*/ 563796 w 3079941"/>
                <a:gd name="connsiteY68-6158" fmla="*/ 725547 h 1160647"/>
                <a:gd name="connsiteX69-6159" fmla="*/ 563796 w 3079941"/>
                <a:gd name="connsiteY69-6160" fmla="*/ 719872 h 1160647"/>
                <a:gd name="connsiteX70-6161" fmla="*/ 594196 w 3079941"/>
                <a:gd name="connsiteY70-6162" fmla="*/ 719872 h 1160647"/>
                <a:gd name="connsiteX71-6163" fmla="*/ 594196 w 3079941"/>
                <a:gd name="connsiteY71-6164" fmla="*/ 743652 h 1160647"/>
                <a:gd name="connsiteX72-6165" fmla="*/ 595209 w 3079941"/>
                <a:gd name="connsiteY72-6166" fmla="*/ 743652 h 1160647"/>
                <a:gd name="connsiteX73-6167" fmla="*/ 602303 w 3079941"/>
                <a:gd name="connsiteY73-6168" fmla="*/ 743652 h 1160647"/>
                <a:gd name="connsiteX74-6169" fmla="*/ 602303 w 3079941"/>
                <a:gd name="connsiteY74-6170" fmla="*/ 744733 h 1160647"/>
                <a:gd name="connsiteX75-6171" fmla="*/ 602303 w 3079941"/>
                <a:gd name="connsiteY75-6172" fmla="*/ 752299 h 1160647"/>
                <a:gd name="connsiteX76-6173" fmla="*/ 603063 w 3079941"/>
                <a:gd name="connsiteY76-6174" fmla="*/ 752299 h 1160647"/>
                <a:gd name="connsiteX77-6175" fmla="*/ 608383 w 3079941"/>
                <a:gd name="connsiteY77-6176" fmla="*/ 752299 h 1160647"/>
                <a:gd name="connsiteX78-6177" fmla="*/ 608383 w 3079941"/>
                <a:gd name="connsiteY78-6178" fmla="*/ 750137 h 1160647"/>
                <a:gd name="connsiteX79-6179" fmla="*/ 608383 w 3079941"/>
                <a:gd name="connsiteY79-6180" fmla="*/ 735005 h 1160647"/>
                <a:gd name="connsiteX80-6181" fmla="*/ 609396 w 3079941"/>
                <a:gd name="connsiteY80-6182" fmla="*/ 735005 h 1160647"/>
                <a:gd name="connsiteX81-6183" fmla="*/ 616490 w 3079941"/>
                <a:gd name="connsiteY81-6184" fmla="*/ 735005 h 1160647"/>
                <a:gd name="connsiteX82-6185" fmla="*/ 616490 w 3079941"/>
                <a:gd name="connsiteY82-6186" fmla="*/ 736086 h 1160647"/>
                <a:gd name="connsiteX83-6187" fmla="*/ 616490 w 3079941"/>
                <a:gd name="connsiteY83-6188" fmla="*/ 743652 h 1160647"/>
                <a:gd name="connsiteX84-6189" fmla="*/ 621810 w 3079941"/>
                <a:gd name="connsiteY84-6190" fmla="*/ 741659 h 1160647"/>
                <a:gd name="connsiteX85-6191" fmla="*/ 622570 w 3079941"/>
                <a:gd name="connsiteY85-6192" fmla="*/ 740679 h 1160647"/>
                <a:gd name="connsiteX86-6193" fmla="*/ 622570 w 3079941"/>
                <a:gd name="connsiteY86-6194" fmla="*/ 735005 h 1160647"/>
                <a:gd name="connsiteX87-6195" fmla="*/ 661077 w 3079941"/>
                <a:gd name="connsiteY87-6196" fmla="*/ 735005 h 1160647"/>
                <a:gd name="connsiteX88-6197" fmla="*/ 661077 w 3079941"/>
                <a:gd name="connsiteY88-6198" fmla="*/ 758784 h 1160647"/>
                <a:gd name="connsiteX89-6199" fmla="*/ 663103 w 3079941"/>
                <a:gd name="connsiteY89-6200" fmla="*/ 758784 h 1160647"/>
                <a:gd name="connsiteX90-6201" fmla="*/ 677290 w 3079941"/>
                <a:gd name="connsiteY90-6202" fmla="*/ 758784 h 1160647"/>
                <a:gd name="connsiteX91-6203" fmla="*/ 677290 w 3079941"/>
                <a:gd name="connsiteY91-6204" fmla="*/ 759865 h 1160647"/>
                <a:gd name="connsiteX92-6205" fmla="*/ 677290 w 3079941"/>
                <a:gd name="connsiteY92-6206" fmla="*/ 767431 h 1160647"/>
                <a:gd name="connsiteX93-6207" fmla="*/ 679064 w 3079941"/>
                <a:gd name="connsiteY93-6208" fmla="*/ 767431 h 1160647"/>
                <a:gd name="connsiteX94-6209" fmla="*/ 691477 w 3079941"/>
                <a:gd name="connsiteY94-6210" fmla="*/ 767431 h 1160647"/>
                <a:gd name="connsiteX95-6211" fmla="*/ 691477 w 3079941"/>
                <a:gd name="connsiteY95-6212" fmla="*/ 743652 h 1160647"/>
                <a:gd name="connsiteX96-6213" fmla="*/ 692490 w 3079941"/>
                <a:gd name="connsiteY96-6214" fmla="*/ 743652 h 1160647"/>
                <a:gd name="connsiteX97-6215" fmla="*/ 699584 w 3079941"/>
                <a:gd name="connsiteY97-6216" fmla="*/ 743652 h 1160647"/>
                <a:gd name="connsiteX98-6217" fmla="*/ 699584 w 3079941"/>
                <a:gd name="connsiteY98-6218" fmla="*/ 711225 h 1160647"/>
                <a:gd name="connsiteX99-6219" fmla="*/ 700597 w 3079941"/>
                <a:gd name="connsiteY99-6220" fmla="*/ 711225 h 1160647"/>
                <a:gd name="connsiteX100-6221" fmla="*/ 707691 w 3079941"/>
                <a:gd name="connsiteY100-6222" fmla="*/ 711225 h 1160647"/>
                <a:gd name="connsiteX101-6223" fmla="*/ 707691 w 3079941"/>
                <a:gd name="connsiteY101-6224" fmla="*/ 709334 h 1160647"/>
                <a:gd name="connsiteX102-6225" fmla="*/ 707691 w 3079941"/>
                <a:gd name="connsiteY102-6226" fmla="*/ 696093 h 1160647"/>
                <a:gd name="connsiteX103-6227" fmla="*/ 706424 w 3079941"/>
                <a:gd name="connsiteY103-6228" fmla="*/ 694471 h 1160647"/>
                <a:gd name="connsiteX104-6229" fmla="*/ 711744 w 3079941"/>
                <a:gd name="connsiteY104-6230" fmla="*/ 683122 h 1160647"/>
                <a:gd name="connsiteX105-6231" fmla="*/ 719851 w 3079941"/>
                <a:gd name="connsiteY105-6232" fmla="*/ 711225 h 1160647"/>
                <a:gd name="connsiteX106-6233" fmla="*/ 720611 w 3079941"/>
                <a:gd name="connsiteY106-6234" fmla="*/ 711225 h 1160647"/>
                <a:gd name="connsiteX107-6235" fmla="*/ 725931 w 3079941"/>
                <a:gd name="connsiteY107-6236" fmla="*/ 711225 h 1160647"/>
                <a:gd name="connsiteX108-6237" fmla="*/ 725931 w 3079941"/>
                <a:gd name="connsiteY108-6238" fmla="*/ 605298 h 1160647"/>
                <a:gd name="connsiteX109-6239" fmla="*/ 727451 w 3079941"/>
                <a:gd name="connsiteY109-6240" fmla="*/ 605298 h 1160647"/>
                <a:gd name="connsiteX110-6241" fmla="*/ 738091 w 3079941"/>
                <a:gd name="connsiteY110-6242" fmla="*/ 605298 h 1160647"/>
                <a:gd name="connsiteX111-6243" fmla="*/ 738091 w 3079941"/>
                <a:gd name="connsiteY111-6244" fmla="*/ 557739 h 1160647"/>
                <a:gd name="connsiteX112-6245" fmla="*/ 764438 w 3079941"/>
                <a:gd name="connsiteY112-6246" fmla="*/ 557739 h 1160647"/>
                <a:gd name="connsiteX113-6247" fmla="*/ 764438 w 3079941"/>
                <a:gd name="connsiteY113-6248" fmla="*/ 536121 h 1160647"/>
                <a:gd name="connsiteX114-6249" fmla="*/ 798892 w 3079941"/>
                <a:gd name="connsiteY114-6250" fmla="*/ 536121 h 1160647"/>
                <a:gd name="connsiteX115-6251" fmla="*/ 798892 w 3079941"/>
                <a:gd name="connsiteY115-6252" fmla="*/ 538553 h 1160647"/>
                <a:gd name="connsiteX116-6253" fmla="*/ 798892 w 3079941"/>
                <a:gd name="connsiteY116-6254" fmla="*/ 555577 h 1160647"/>
                <a:gd name="connsiteX117-6255" fmla="*/ 801172 w 3079941"/>
                <a:gd name="connsiteY117-6256" fmla="*/ 555577 h 1160647"/>
                <a:gd name="connsiteX118-6257" fmla="*/ 817132 w 3079941"/>
                <a:gd name="connsiteY118-6258" fmla="*/ 555577 h 1160647"/>
                <a:gd name="connsiteX119-6259" fmla="*/ 817132 w 3079941"/>
                <a:gd name="connsiteY119-6260" fmla="*/ 603136 h 1160647"/>
                <a:gd name="connsiteX120-6261" fmla="*/ 818145 w 3079941"/>
                <a:gd name="connsiteY120-6262" fmla="*/ 603136 h 1160647"/>
                <a:gd name="connsiteX121-6263" fmla="*/ 825239 w 3079941"/>
                <a:gd name="connsiteY121-6264" fmla="*/ 603136 h 1160647"/>
                <a:gd name="connsiteX122-6265" fmla="*/ 839426 w 3079941"/>
                <a:gd name="connsiteY122-6266" fmla="*/ 607460 h 1160647"/>
                <a:gd name="connsiteX123-6267" fmla="*/ 839426 w 3079941"/>
                <a:gd name="connsiteY123-6268" fmla="*/ 646372 h 1160647"/>
                <a:gd name="connsiteX124-6269" fmla="*/ 840439 w 3079941"/>
                <a:gd name="connsiteY124-6270" fmla="*/ 646372 h 1160647"/>
                <a:gd name="connsiteX125-6271" fmla="*/ 847532 w 3079941"/>
                <a:gd name="connsiteY125-6272" fmla="*/ 646372 h 1160647"/>
                <a:gd name="connsiteX126-6273" fmla="*/ 847532 w 3079941"/>
                <a:gd name="connsiteY126-6274" fmla="*/ 647993 h 1160647"/>
                <a:gd name="connsiteX127-6275" fmla="*/ 847532 w 3079941"/>
                <a:gd name="connsiteY127-6276" fmla="*/ 659342 h 1160647"/>
                <a:gd name="connsiteX128-6277" fmla="*/ 849559 w 3079941"/>
                <a:gd name="connsiteY128-6278" fmla="*/ 659342 h 1160647"/>
                <a:gd name="connsiteX129-6279" fmla="*/ 863746 w 3079941"/>
                <a:gd name="connsiteY129-6280" fmla="*/ 659342 h 1160647"/>
                <a:gd name="connsiteX130-6281" fmla="*/ 869826 w 3079941"/>
                <a:gd name="connsiteY130-6282" fmla="*/ 665828 h 1160647"/>
                <a:gd name="connsiteX131-6283" fmla="*/ 869826 w 3079941"/>
                <a:gd name="connsiteY131-6284" fmla="*/ 687446 h 1160647"/>
                <a:gd name="connsiteX132-6285" fmla="*/ 872106 w 3079941"/>
                <a:gd name="connsiteY132-6286" fmla="*/ 687446 h 1160647"/>
                <a:gd name="connsiteX133-6287" fmla="*/ 888066 w 3079941"/>
                <a:gd name="connsiteY133-6288" fmla="*/ 687446 h 1160647"/>
                <a:gd name="connsiteX134-6289" fmla="*/ 888066 w 3079941"/>
                <a:gd name="connsiteY134-6290" fmla="*/ 688526 h 1160647"/>
                <a:gd name="connsiteX135-6291" fmla="*/ 888066 w 3079941"/>
                <a:gd name="connsiteY135-6292" fmla="*/ 696093 h 1160647"/>
                <a:gd name="connsiteX136-6293" fmla="*/ 889333 w 3079941"/>
                <a:gd name="connsiteY136-6294" fmla="*/ 696093 h 1160647"/>
                <a:gd name="connsiteX137-6295" fmla="*/ 898200 w 3079941"/>
                <a:gd name="connsiteY137-6296" fmla="*/ 696093 h 1160647"/>
                <a:gd name="connsiteX138-6297" fmla="*/ 898200 w 3079941"/>
                <a:gd name="connsiteY138-6298" fmla="*/ 698254 h 1160647"/>
                <a:gd name="connsiteX139-6299" fmla="*/ 898200 w 3079941"/>
                <a:gd name="connsiteY139-6300" fmla="*/ 713387 h 1160647"/>
                <a:gd name="connsiteX140-6301" fmla="*/ 902253 w 3079941"/>
                <a:gd name="connsiteY140-6302" fmla="*/ 711495 h 1160647"/>
                <a:gd name="connsiteX141-6303" fmla="*/ 902253 w 3079941"/>
                <a:gd name="connsiteY141-6304" fmla="*/ 698254 h 1160647"/>
                <a:gd name="connsiteX142-6305" fmla="*/ 903266 w 3079941"/>
                <a:gd name="connsiteY142-6306" fmla="*/ 698254 h 1160647"/>
                <a:gd name="connsiteX143-6307" fmla="*/ 910360 w 3079941"/>
                <a:gd name="connsiteY143-6308" fmla="*/ 698254 h 1160647"/>
                <a:gd name="connsiteX144-6309" fmla="*/ 910360 w 3079941"/>
                <a:gd name="connsiteY144-6310" fmla="*/ 699876 h 1160647"/>
                <a:gd name="connsiteX145-6311" fmla="*/ 910360 w 3079941"/>
                <a:gd name="connsiteY145-6312" fmla="*/ 711225 h 1160647"/>
                <a:gd name="connsiteX146-6313" fmla="*/ 911120 w 3079941"/>
                <a:gd name="connsiteY146-6314" fmla="*/ 711225 h 1160647"/>
                <a:gd name="connsiteX147-6315" fmla="*/ 916440 w 3079941"/>
                <a:gd name="connsiteY147-6316" fmla="*/ 711225 h 1160647"/>
                <a:gd name="connsiteX148-6317" fmla="*/ 965080 w 3079941"/>
                <a:gd name="connsiteY148-6318" fmla="*/ 706902 h 1160647"/>
                <a:gd name="connsiteX149-6319" fmla="*/ 965080 w 3079941"/>
                <a:gd name="connsiteY149-6320" fmla="*/ 708253 h 1160647"/>
                <a:gd name="connsiteX150-6321" fmla="*/ 965080 w 3079941"/>
                <a:gd name="connsiteY150-6322" fmla="*/ 717710 h 1160647"/>
                <a:gd name="connsiteX151-6323" fmla="*/ 965840 w 3079941"/>
                <a:gd name="connsiteY151-6324" fmla="*/ 717710 h 1160647"/>
                <a:gd name="connsiteX152-6325" fmla="*/ 971161 w 3079941"/>
                <a:gd name="connsiteY152-6326" fmla="*/ 717710 h 1160647"/>
                <a:gd name="connsiteX153-6327" fmla="*/ 971161 w 3079941"/>
                <a:gd name="connsiteY153-6328" fmla="*/ 719872 h 1160647"/>
                <a:gd name="connsiteX154-6329" fmla="*/ 971161 w 3079941"/>
                <a:gd name="connsiteY154-6330" fmla="*/ 735005 h 1160647"/>
                <a:gd name="connsiteX155-6331" fmla="*/ 973187 w 3079941"/>
                <a:gd name="connsiteY155-6332" fmla="*/ 733654 h 1160647"/>
                <a:gd name="connsiteX156-6333" fmla="*/ 987374 w 3079941"/>
                <a:gd name="connsiteY156-6334" fmla="*/ 724196 h 1160647"/>
                <a:gd name="connsiteX157-6335" fmla="*/ 993454 w 3079941"/>
                <a:gd name="connsiteY157-6336" fmla="*/ 683122 h 1160647"/>
                <a:gd name="connsiteX158-6337" fmla="*/ 994214 w 3079941"/>
                <a:gd name="connsiteY158-6338" fmla="*/ 682852 h 1160647"/>
                <a:gd name="connsiteX159-6339" fmla="*/ 999534 w 3079941"/>
                <a:gd name="connsiteY159-6340" fmla="*/ 680960 h 1160647"/>
                <a:gd name="connsiteX160-6341" fmla="*/ 1001561 w 3079941"/>
                <a:gd name="connsiteY160-6342" fmla="*/ 611783 h 1160647"/>
                <a:gd name="connsiteX161-6343" fmla="*/ 1003588 w 3079941"/>
                <a:gd name="connsiteY161-6344" fmla="*/ 680960 h 1160647"/>
                <a:gd name="connsiteX162-6345" fmla="*/ 1004348 w 3079941"/>
                <a:gd name="connsiteY162-6346" fmla="*/ 681230 h 1160647"/>
                <a:gd name="connsiteX163-6347" fmla="*/ 1009668 w 3079941"/>
                <a:gd name="connsiteY163-6348" fmla="*/ 683122 h 1160647"/>
                <a:gd name="connsiteX164-6349" fmla="*/ 1009668 w 3079941"/>
                <a:gd name="connsiteY164-6350" fmla="*/ 596651 h 1160647"/>
                <a:gd name="connsiteX165-6351" fmla="*/ 1013721 w 3079941"/>
                <a:gd name="connsiteY165-6352" fmla="*/ 564224 h 1160647"/>
                <a:gd name="connsiteX166-6353" fmla="*/ 1052228 w 3079941"/>
                <a:gd name="connsiteY166-6354" fmla="*/ 564224 h 1160647"/>
                <a:gd name="connsiteX167-6355" fmla="*/ 1052228 w 3079941"/>
                <a:gd name="connsiteY167-6356" fmla="*/ 596651 h 1160647"/>
                <a:gd name="connsiteX168-6357" fmla="*/ 1052988 w 3079941"/>
                <a:gd name="connsiteY168-6358" fmla="*/ 596651 h 1160647"/>
                <a:gd name="connsiteX169-6359" fmla="*/ 1058308 w 3079941"/>
                <a:gd name="connsiteY169-6360" fmla="*/ 596651 h 1160647"/>
                <a:gd name="connsiteX170-6361" fmla="*/ 1058308 w 3079941"/>
                <a:gd name="connsiteY170-6362" fmla="*/ 514503 h 1160647"/>
                <a:gd name="connsiteX171-6363" fmla="*/ 1060082 w 3079941"/>
                <a:gd name="connsiteY171-6364" fmla="*/ 514503 h 1160647"/>
                <a:gd name="connsiteX172-6365" fmla="*/ 1072495 w 3079941"/>
                <a:gd name="connsiteY172-6366" fmla="*/ 514503 h 1160647"/>
                <a:gd name="connsiteX173-6367" fmla="*/ 1072495 w 3079941"/>
                <a:gd name="connsiteY173-6368" fmla="*/ 512612 h 1160647"/>
                <a:gd name="connsiteX174-6369" fmla="*/ 1072495 w 3079941"/>
                <a:gd name="connsiteY174-6370" fmla="*/ 499371 h 1160647"/>
                <a:gd name="connsiteX175-6371" fmla="*/ 1094789 w 3079941"/>
                <a:gd name="connsiteY175-6372" fmla="*/ 499371 h 1160647"/>
                <a:gd name="connsiteX176-6373" fmla="*/ 1094789 w 3079941"/>
                <a:gd name="connsiteY176-6374" fmla="*/ 498290 h 1160647"/>
                <a:gd name="connsiteX177-6375" fmla="*/ 1094789 w 3079941"/>
                <a:gd name="connsiteY177-6376" fmla="*/ 490724 h 1160647"/>
                <a:gd name="connsiteX178-6377" fmla="*/ 1096562 w 3079941"/>
                <a:gd name="connsiteY178-6378" fmla="*/ 490724 h 1160647"/>
                <a:gd name="connsiteX179-6379" fmla="*/ 1108976 w 3079941"/>
                <a:gd name="connsiteY179-6380" fmla="*/ 490724 h 1160647"/>
                <a:gd name="connsiteX180-6381" fmla="*/ 1108976 w 3079941"/>
                <a:gd name="connsiteY180-6382" fmla="*/ 491805 h 1160647"/>
                <a:gd name="connsiteX181-6383" fmla="*/ 1108976 w 3079941"/>
                <a:gd name="connsiteY181-6384" fmla="*/ 499371 h 1160647"/>
                <a:gd name="connsiteX182-6385" fmla="*/ 1109736 w 3079941"/>
                <a:gd name="connsiteY182-6386" fmla="*/ 499371 h 1160647"/>
                <a:gd name="connsiteX183-6387" fmla="*/ 1115056 w 3079941"/>
                <a:gd name="connsiteY183-6388" fmla="*/ 499371 h 1160647"/>
                <a:gd name="connsiteX184-6389" fmla="*/ 1125189 w 3079941"/>
                <a:gd name="connsiteY184-6390" fmla="*/ 495047 h 1160647"/>
                <a:gd name="connsiteX185-6391" fmla="*/ 1129242 w 3079941"/>
                <a:gd name="connsiteY185-6392" fmla="*/ 498290 h 1160647"/>
                <a:gd name="connsiteX186-6393" fmla="*/ 1129242 w 3079941"/>
                <a:gd name="connsiteY186-6394" fmla="*/ 490724 h 1160647"/>
                <a:gd name="connsiteX187-6395" fmla="*/ 1131522 w 3079941"/>
                <a:gd name="connsiteY187-6396" fmla="*/ 490724 h 1160647"/>
                <a:gd name="connsiteX188-6397" fmla="*/ 1147483 w 3079941"/>
                <a:gd name="connsiteY188-6398" fmla="*/ 490724 h 1160647"/>
                <a:gd name="connsiteX189-6399" fmla="*/ 1147483 w 3079941"/>
                <a:gd name="connsiteY189-6400" fmla="*/ 491805 h 1160647"/>
                <a:gd name="connsiteX190-6401" fmla="*/ 1147483 w 3079941"/>
                <a:gd name="connsiteY190-6402" fmla="*/ 499371 h 1160647"/>
                <a:gd name="connsiteX191-6403" fmla="*/ 1177883 w 3079941"/>
                <a:gd name="connsiteY191-6404" fmla="*/ 499371 h 1160647"/>
                <a:gd name="connsiteX192-6405" fmla="*/ 1177883 w 3079941"/>
                <a:gd name="connsiteY192-6406" fmla="*/ 500992 h 1160647"/>
                <a:gd name="connsiteX193-6407" fmla="*/ 1177883 w 3079941"/>
                <a:gd name="connsiteY193-6408" fmla="*/ 512342 h 1160647"/>
                <a:gd name="connsiteX194-6409" fmla="*/ 1204230 w 3079941"/>
                <a:gd name="connsiteY194-6410" fmla="*/ 512342 h 1160647"/>
                <a:gd name="connsiteX195-6411" fmla="*/ 1204230 w 3079941"/>
                <a:gd name="connsiteY195-6412" fmla="*/ 542606 h 1160647"/>
                <a:gd name="connsiteX196-6413" fmla="*/ 1204990 w 3079941"/>
                <a:gd name="connsiteY196-6414" fmla="*/ 542606 h 1160647"/>
                <a:gd name="connsiteX197-6415" fmla="*/ 1210310 w 3079941"/>
                <a:gd name="connsiteY197-6416" fmla="*/ 542606 h 1160647"/>
                <a:gd name="connsiteX198-6417" fmla="*/ 1210310 w 3079941"/>
                <a:gd name="connsiteY198-6418" fmla="*/ 543687 h 1160647"/>
                <a:gd name="connsiteX199-6419" fmla="*/ 1210310 w 3079941"/>
                <a:gd name="connsiteY199-6420" fmla="*/ 551254 h 1160647"/>
                <a:gd name="connsiteX200-6421" fmla="*/ 1214364 w 3079941"/>
                <a:gd name="connsiteY200-6422" fmla="*/ 581518 h 1160647"/>
                <a:gd name="connsiteX201-6423" fmla="*/ 1215124 w 3079941"/>
                <a:gd name="connsiteY201-6424" fmla="*/ 581518 h 1160647"/>
                <a:gd name="connsiteX202-6425" fmla="*/ 1220444 w 3079941"/>
                <a:gd name="connsiteY202-6426" fmla="*/ 581518 h 1160647"/>
                <a:gd name="connsiteX203-6427" fmla="*/ 1220444 w 3079941"/>
                <a:gd name="connsiteY203-6428" fmla="*/ 582329 h 1160647"/>
                <a:gd name="connsiteX204-6429" fmla="*/ 1220444 w 3079941"/>
                <a:gd name="connsiteY204-6430" fmla="*/ 588004 h 1160647"/>
                <a:gd name="connsiteX205-6431" fmla="*/ 1221457 w 3079941"/>
                <a:gd name="connsiteY205-6432" fmla="*/ 588004 h 1160647"/>
                <a:gd name="connsiteX206-6433" fmla="*/ 1228550 w 3079941"/>
                <a:gd name="connsiteY206-6434" fmla="*/ 588004 h 1160647"/>
                <a:gd name="connsiteX207-6435" fmla="*/ 1228550 w 3079941"/>
                <a:gd name="connsiteY207-6436" fmla="*/ 618269 h 1160647"/>
                <a:gd name="connsiteX208-6437" fmla="*/ 1230577 w 3079941"/>
                <a:gd name="connsiteY208-6438" fmla="*/ 618269 h 1160647"/>
                <a:gd name="connsiteX209-6439" fmla="*/ 1244764 w 3079941"/>
                <a:gd name="connsiteY209-6440" fmla="*/ 618269 h 1160647"/>
                <a:gd name="connsiteX210-6441" fmla="*/ 1244764 w 3079941"/>
                <a:gd name="connsiteY210-6442" fmla="*/ 642048 h 1160647"/>
                <a:gd name="connsiteX211-6443" fmla="*/ 1246791 w 3079941"/>
                <a:gd name="connsiteY211-6444" fmla="*/ 643669 h 1160647"/>
                <a:gd name="connsiteX212-6445" fmla="*/ 1246791 w 3079941"/>
                <a:gd name="connsiteY212-6446" fmla="*/ 655019 h 1160647"/>
                <a:gd name="connsiteX213-6447" fmla="*/ 1247551 w 3079941"/>
                <a:gd name="connsiteY213-6448" fmla="*/ 655019 h 1160647"/>
                <a:gd name="connsiteX214-6449" fmla="*/ 1252871 w 3079941"/>
                <a:gd name="connsiteY214-6450" fmla="*/ 655019 h 1160647"/>
                <a:gd name="connsiteX215-6451" fmla="*/ 1252871 w 3079941"/>
                <a:gd name="connsiteY215-6452" fmla="*/ 678798 h 1160647"/>
                <a:gd name="connsiteX216-6453" fmla="*/ 1254137 w 3079941"/>
                <a:gd name="connsiteY216-6454" fmla="*/ 678798 h 1160647"/>
                <a:gd name="connsiteX217-6455" fmla="*/ 1263004 w 3079941"/>
                <a:gd name="connsiteY217-6456" fmla="*/ 678798 h 1160647"/>
                <a:gd name="connsiteX218-6457" fmla="*/ 1265031 w 3079941"/>
                <a:gd name="connsiteY218-6458" fmla="*/ 682852 h 1160647"/>
                <a:gd name="connsiteX219-6459" fmla="*/ 1265031 w 3079941"/>
                <a:gd name="connsiteY219-6460" fmla="*/ 696093 h 1160647"/>
                <a:gd name="connsiteX220-6461" fmla="*/ 1266551 w 3079941"/>
                <a:gd name="connsiteY220-6462" fmla="*/ 694201 h 1160647"/>
                <a:gd name="connsiteX221-6463" fmla="*/ 1277191 w 3079941"/>
                <a:gd name="connsiteY221-6464" fmla="*/ 680960 h 1160647"/>
                <a:gd name="connsiteX222-6465" fmla="*/ 1305565 w 3079941"/>
                <a:gd name="connsiteY222-6466" fmla="*/ 680960 h 1160647"/>
                <a:gd name="connsiteX223-6467" fmla="*/ 1305565 w 3079941"/>
                <a:gd name="connsiteY223-6468" fmla="*/ 767431 h 1160647"/>
                <a:gd name="connsiteX224-6469" fmla="*/ 1306325 w 3079941"/>
                <a:gd name="connsiteY224-6470" fmla="*/ 767431 h 1160647"/>
                <a:gd name="connsiteX225-6471" fmla="*/ 1311645 w 3079941"/>
                <a:gd name="connsiteY225-6472" fmla="*/ 767431 h 1160647"/>
                <a:gd name="connsiteX226-6473" fmla="*/ 1312405 w 3079941"/>
                <a:gd name="connsiteY226-6474" fmla="*/ 766080 h 1160647"/>
                <a:gd name="connsiteX227-6475" fmla="*/ 1317725 w 3079941"/>
                <a:gd name="connsiteY227-6476" fmla="*/ 756622 h 1160647"/>
                <a:gd name="connsiteX228-6477" fmla="*/ 1317725 w 3079941"/>
                <a:gd name="connsiteY228-6478" fmla="*/ 758514 h 1160647"/>
                <a:gd name="connsiteX229-6479" fmla="*/ 1317725 w 3079941"/>
                <a:gd name="connsiteY229-6480" fmla="*/ 771755 h 1160647"/>
                <a:gd name="connsiteX230-6481" fmla="*/ 1321778 w 3079941"/>
                <a:gd name="connsiteY230-6482" fmla="*/ 726358 h 1160647"/>
                <a:gd name="connsiteX231-6483" fmla="*/ 1322538 w 3079941"/>
                <a:gd name="connsiteY231-6484" fmla="*/ 726358 h 1160647"/>
                <a:gd name="connsiteX232-6485" fmla="*/ 1327858 w 3079941"/>
                <a:gd name="connsiteY232-6486" fmla="*/ 726358 h 1160647"/>
                <a:gd name="connsiteX233-6487" fmla="*/ 1327858 w 3079941"/>
                <a:gd name="connsiteY233-6488" fmla="*/ 661504 h 1160647"/>
                <a:gd name="connsiteX234-6489" fmla="*/ 1328872 w 3079941"/>
                <a:gd name="connsiteY234-6490" fmla="*/ 661504 h 1160647"/>
                <a:gd name="connsiteX235-6491" fmla="*/ 1335965 w 3079941"/>
                <a:gd name="connsiteY235-6492" fmla="*/ 661504 h 1160647"/>
                <a:gd name="connsiteX236-6493" fmla="*/ 1348125 w 3079941"/>
                <a:gd name="connsiteY236-6494" fmla="*/ 618269 h 1160647"/>
                <a:gd name="connsiteX237-6495" fmla="*/ 1349392 w 3079941"/>
                <a:gd name="connsiteY237-6496" fmla="*/ 618269 h 1160647"/>
                <a:gd name="connsiteX238-6497" fmla="*/ 1358259 w 3079941"/>
                <a:gd name="connsiteY238-6498" fmla="*/ 618269 h 1160647"/>
                <a:gd name="connsiteX239-6499" fmla="*/ 1368392 w 3079941"/>
                <a:gd name="connsiteY239-6500" fmla="*/ 661504 h 1160647"/>
                <a:gd name="connsiteX240-6501" fmla="*/ 1369405 w 3079941"/>
                <a:gd name="connsiteY240-6502" fmla="*/ 661504 h 1160647"/>
                <a:gd name="connsiteX241-6503" fmla="*/ 1376499 w 3079941"/>
                <a:gd name="connsiteY241-6504" fmla="*/ 661504 h 1160647"/>
                <a:gd name="connsiteX242-6505" fmla="*/ 1376499 w 3079941"/>
                <a:gd name="connsiteY242-6506" fmla="*/ 700416 h 1160647"/>
                <a:gd name="connsiteX243-6507" fmla="*/ 1378272 w 3079941"/>
                <a:gd name="connsiteY243-6508" fmla="*/ 700416 h 1160647"/>
                <a:gd name="connsiteX244-6509" fmla="*/ 1390686 w 3079941"/>
                <a:gd name="connsiteY244-6510" fmla="*/ 700416 h 1160647"/>
                <a:gd name="connsiteX245-6511" fmla="*/ 1390686 w 3079941"/>
                <a:gd name="connsiteY245-6512" fmla="*/ 702578 h 1160647"/>
                <a:gd name="connsiteX246-6513" fmla="*/ 1390686 w 3079941"/>
                <a:gd name="connsiteY246-6514" fmla="*/ 717710 h 1160647"/>
                <a:gd name="connsiteX247-6515" fmla="*/ 1394739 w 3079941"/>
                <a:gd name="connsiteY247-6516" fmla="*/ 715549 h 1160647"/>
                <a:gd name="connsiteX248-6517" fmla="*/ 1394739 w 3079941"/>
                <a:gd name="connsiteY248-6518" fmla="*/ 700416 h 1160647"/>
                <a:gd name="connsiteX249-6519" fmla="*/ 1396259 w 3079941"/>
                <a:gd name="connsiteY249-6520" fmla="*/ 700416 h 1160647"/>
                <a:gd name="connsiteX250-6521" fmla="*/ 1406899 w 3079941"/>
                <a:gd name="connsiteY250-6522" fmla="*/ 700416 h 1160647"/>
                <a:gd name="connsiteX251-6523" fmla="*/ 1406899 w 3079941"/>
                <a:gd name="connsiteY251-6524" fmla="*/ 702037 h 1160647"/>
                <a:gd name="connsiteX252-6525" fmla="*/ 1406899 w 3079941"/>
                <a:gd name="connsiteY252-6526" fmla="*/ 713387 h 1160647"/>
                <a:gd name="connsiteX253-6527" fmla="*/ 1437300 w 3079941"/>
                <a:gd name="connsiteY253-6528" fmla="*/ 713387 h 1160647"/>
                <a:gd name="connsiteX254-6529" fmla="*/ 1437300 w 3079941"/>
                <a:gd name="connsiteY254-6530" fmla="*/ 676637 h 1160647"/>
                <a:gd name="connsiteX255-6531" fmla="*/ 1438566 w 3079941"/>
                <a:gd name="connsiteY255-6532" fmla="*/ 676637 h 1160647"/>
                <a:gd name="connsiteX256-6533" fmla="*/ 1447433 w 3079941"/>
                <a:gd name="connsiteY256-6534" fmla="*/ 676637 h 1160647"/>
                <a:gd name="connsiteX257-6535" fmla="*/ 1447433 w 3079941"/>
                <a:gd name="connsiteY257-6536" fmla="*/ 698254 h 1160647"/>
                <a:gd name="connsiteX258-6537" fmla="*/ 1449460 w 3079941"/>
                <a:gd name="connsiteY258-6538" fmla="*/ 665828 h 1160647"/>
                <a:gd name="connsiteX259-6539" fmla="*/ 1471753 w 3079941"/>
                <a:gd name="connsiteY259-6540" fmla="*/ 665828 h 1160647"/>
                <a:gd name="connsiteX260-6541" fmla="*/ 1471753 w 3079941"/>
                <a:gd name="connsiteY260-6542" fmla="*/ 664206 h 1160647"/>
                <a:gd name="connsiteX261-6543" fmla="*/ 1471753 w 3079941"/>
                <a:gd name="connsiteY261-6544" fmla="*/ 652857 h 1160647"/>
                <a:gd name="connsiteX262-6545" fmla="*/ 1472513 w 3079941"/>
                <a:gd name="connsiteY262-6546" fmla="*/ 652857 h 1160647"/>
                <a:gd name="connsiteX263-6547" fmla="*/ 1477833 w 3079941"/>
                <a:gd name="connsiteY263-6548" fmla="*/ 652857 h 1160647"/>
                <a:gd name="connsiteX264-6549" fmla="*/ 1477833 w 3079941"/>
                <a:gd name="connsiteY264-6550" fmla="*/ 650966 h 1160647"/>
                <a:gd name="connsiteX265-6551" fmla="*/ 1477833 w 3079941"/>
                <a:gd name="connsiteY265-6552" fmla="*/ 637725 h 1160647"/>
                <a:gd name="connsiteX266-6553" fmla="*/ 1481887 w 3079941"/>
                <a:gd name="connsiteY266-6554" fmla="*/ 644210 h 1160647"/>
                <a:gd name="connsiteX267-6555" fmla="*/ 1484167 w 3079941"/>
                <a:gd name="connsiteY267-6556" fmla="*/ 644210 h 1160647"/>
                <a:gd name="connsiteX268-6557" fmla="*/ 1500127 w 3079941"/>
                <a:gd name="connsiteY268-6558" fmla="*/ 644210 h 1160647"/>
                <a:gd name="connsiteX269-6559" fmla="*/ 1500127 w 3079941"/>
                <a:gd name="connsiteY269-6560" fmla="*/ 643399 h 1160647"/>
                <a:gd name="connsiteX270-6561" fmla="*/ 1500127 w 3079941"/>
                <a:gd name="connsiteY270-6562" fmla="*/ 637725 h 1160647"/>
                <a:gd name="connsiteX271-6563" fmla="*/ 1500887 w 3079941"/>
                <a:gd name="connsiteY271-6564" fmla="*/ 637725 h 1160647"/>
                <a:gd name="connsiteX272-6565" fmla="*/ 1506207 w 3079941"/>
                <a:gd name="connsiteY272-6566" fmla="*/ 637725 h 1160647"/>
                <a:gd name="connsiteX273-6567" fmla="*/ 1506207 w 3079941"/>
                <a:gd name="connsiteY273-6568" fmla="*/ 639076 h 1160647"/>
                <a:gd name="connsiteX274-6569" fmla="*/ 1506207 w 3079941"/>
                <a:gd name="connsiteY274-6570" fmla="*/ 648534 h 1160647"/>
                <a:gd name="connsiteX275-6571" fmla="*/ 1544714 w 3079941"/>
                <a:gd name="connsiteY275-6572" fmla="*/ 648534 h 1160647"/>
                <a:gd name="connsiteX276-6573" fmla="*/ 1544714 w 3079941"/>
                <a:gd name="connsiteY276-6574" fmla="*/ 786887 h 1160647"/>
                <a:gd name="connsiteX277-6575" fmla="*/ 1546234 w 3079941"/>
                <a:gd name="connsiteY277-6576" fmla="*/ 786887 h 1160647"/>
                <a:gd name="connsiteX278-6577" fmla="*/ 1556874 w 3079941"/>
                <a:gd name="connsiteY278-6578" fmla="*/ 786887 h 1160647"/>
                <a:gd name="connsiteX279-6579" fmla="*/ 1556874 w 3079941"/>
                <a:gd name="connsiteY279-6580" fmla="*/ 773917 h 1160647"/>
                <a:gd name="connsiteX280-6581" fmla="*/ 1560928 w 3079941"/>
                <a:gd name="connsiteY280-6582" fmla="*/ 773917 h 1160647"/>
                <a:gd name="connsiteX281-6583" fmla="*/ 1560928 w 3079941"/>
                <a:gd name="connsiteY281-6584" fmla="*/ 786887 h 1160647"/>
                <a:gd name="connsiteX282-6585" fmla="*/ 1591328 w 3079941"/>
                <a:gd name="connsiteY282-6586" fmla="*/ 786887 h 1160647"/>
                <a:gd name="connsiteX283-6587" fmla="*/ 1591328 w 3079941"/>
                <a:gd name="connsiteY283-6588" fmla="*/ 756622 h 1160647"/>
                <a:gd name="connsiteX284-6589" fmla="*/ 1603488 w 3079941"/>
                <a:gd name="connsiteY284-6590" fmla="*/ 756622 h 1160647"/>
                <a:gd name="connsiteX285-6591" fmla="*/ 1615648 w 3079941"/>
                <a:gd name="connsiteY285-6592" fmla="*/ 754461 h 1160647"/>
                <a:gd name="connsiteX286-6593" fmla="*/ 1619702 w 3079941"/>
                <a:gd name="connsiteY286-6594" fmla="*/ 756622 h 1160647"/>
                <a:gd name="connsiteX287-6595" fmla="*/ 1629835 w 3079941"/>
                <a:gd name="connsiteY287-6596" fmla="*/ 756622 h 1160647"/>
                <a:gd name="connsiteX288-6597" fmla="*/ 1629835 w 3079941"/>
                <a:gd name="connsiteY288-6598" fmla="*/ 786887 h 1160647"/>
                <a:gd name="connsiteX289-6599" fmla="*/ 1637942 w 3079941"/>
                <a:gd name="connsiteY289-6600" fmla="*/ 786887 h 1160647"/>
                <a:gd name="connsiteX290-6601" fmla="*/ 1637942 w 3079941"/>
                <a:gd name="connsiteY290-6602" fmla="*/ 804182 h 1160647"/>
                <a:gd name="connsiteX291-6603" fmla="*/ 1647278 w 3079941"/>
                <a:gd name="connsiteY291-6604" fmla="*/ 805087 h 1160647"/>
                <a:gd name="connsiteX292-6605" fmla="*/ 1660236 w 3079941"/>
                <a:gd name="connsiteY292-6606" fmla="*/ 805087 h 1160647"/>
                <a:gd name="connsiteX293-6607" fmla="*/ 1660236 w 3079941"/>
                <a:gd name="connsiteY293-6608" fmla="*/ 789049 h 1160647"/>
                <a:gd name="connsiteX294-6609" fmla="*/ 1728192 w 3079941"/>
                <a:gd name="connsiteY294-6610" fmla="*/ 789049 h 1160647"/>
                <a:gd name="connsiteX295-6611" fmla="*/ 1728192 w 3079941"/>
                <a:gd name="connsiteY295-6612" fmla="*/ 703796 h 1160647"/>
                <a:gd name="connsiteX296-6613" fmla="*/ 1800200 w 3079941"/>
                <a:gd name="connsiteY296-6614" fmla="*/ 703796 h 1160647"/>
                <a:gd name="connsiteX297-6615" fmla="*/ 1800200 w 3079941"/>
                <a:gd name="connsiteY297-6616" fmla="*/ 782564 h 1160647"/>
                <a:gd name="connsiteX298-6617" fmla="*/ 1802104 w 3079941"/>
                <a:gd name="connsiteY298-6618" fmla="*/ 782564 h 1160647"/>
                <a:gd name="connsiteX299-6619" fmla="*/ 1803346 w 3079941"/>
                <a:gd name="connsiteY299-6620" fmla="*/ 805087 h 1160647"/>
                <a:gd name="connsiteX300-6621" fmla="*/ 1813022 w 3079941"/>
                <a:gd name="connsiteY300-6622" fmla="*/ 805087 h 1160647"/>
                <a:gd name="connsiteX301-6623" fmla="*/ 1814264 w 3079941"/>
                <a:gd name="connsiteY301-6624" fmla="*/ 782564 h 1160647"/>
                <a:gd name="connsiteX302-6625" fmla="*/ 1820344 w 3079941"/>
                <a:gd name="connsiteY302-6626" fmla="*/ 782564 h 1160647"/>
                <a:gd name="connsiteX303-6627" fmla="*/ 1821586 w 3079941"/>
                <a:gd name="connsiteY303-6628" fmla="*/ 805087 h 1160647"/>
                <a:gd name="connsiteX304-6629" fmla="*/ 1872208 w 3079941"/>
                <a:gd name="connsiteY304-6630" fmla="*/ 805087 h 1160647"/>
                <a:gd name="connsiteX305-6631" fmla="*/ 1872208 w 3079941"/>
                <a:gd name="connsiteY305-6632" fmla="*/ 642059 h 1160647"/>
                <a:gd name="connsiteX306-6633" fmla="*/ 2069535 w 3079941"/>
                <a:gd name="connsiteY306-6634" fmla="*/ 642059 h 1160647"/>
                <a:gd name="connsiteX307-6635" fmla="*/ 2069535 w 3079941"/>
                <a:gd name="connsiteY307-6636" fmla="*/ 805087 h 1160647"/>
                <a:gd name="connsiteX308-6637" fmla="*/ 2088232 w 3079941"/>
                <a:gd name="connsiteY308-6638" fmla="*/ 805087 h 1160647"/>
                <a:gd name="connsiteX309-6639" fmla="*/ 2088232 w 3079941"/>
                <a:gd name="connsiteY309-6640" fmla="*/ 722394 h 1160647"/>
                <a:gd name="connsiteX310-6641" fmla="*/ 2183352 w 3079941"/>
                <a:gd name="connsiteY310-6642" fmla="*/ 722394 h 1160647"/>
                <a:gd name="connsiteX311-6643" fmla="*/ 2195282 w 3079941"/>
                <a:gd name="connsiteY311-6644" fmla="*/ 404253 h 1160647"/>
                <a:gd name="connsiteX312-6645" fmla="*/ 2183122 w 3079941"/>
                <a:gd name="connsiteY312-6646" fmla="*/ 382635 h 1160647"/>
                <a:gd name="connsiteX313-6647" fmla="*/ 2177042 w 3079941"/>
                <a:gd name="connsiteY313-6648" fmla="*/ 378311 h 1160647"/>
                <a:gd name="connsiteX314-6649" fmla="*/ 2185149 w 3079941"/>
                <a:gd name="connsiteY314-6650" fmla="*/ 354532 h 1160647"/>
                <a:gd name="connsiteX315-6651" fmla="*/ 2185149 w 3079941"/>
                <a:gd name="connsiteY315-6652" fmla="*/ 337238 h 1160647"/>
                <a:gd name="connsiteX316-6653" fmla="*/ 2199336 w 3079941"/>
                <a:gd name="connsiteY316-6654" fmla="*/ 337238 h 1160647"/>
                <a:gd name="connsiteX317-6655" fmla="*/ 2199336 w 3079941"/>
                <a:gd name="connsiteY317-6656" fmla="*/ 315620 h 1160647"/>
                <a:gd name="connsiteX318-6657" fmla="*/ 2201362 w 3079941"/>
                <a:gd name="connsiteY318-6658" fmla="*/ 311296 h 1160647"/>
                <a:gd name="connsiteX319-6659" fmla="*/ 2201362 w 3079941"/>
                <a:gd name="connsiteY319-6660" fmla="*/ 233472 h 1160647"/>
                <a:gd name="connsiteX320-6661" fmla="*/ 2199336 w 3079941"/>
                <a:gd name="connsiteY320-6662" fmla="*/ 226987 h 1160647"/>
                <a:gd name="connsiteX321-6663" fmla="*/ 2205416 w 3079941"/>
                <a:gd name="connsiteY321-6664" fmla="*/ 220501 h 1160647"/>
                <a:gd name="connsiteX322-6665" fmla="*/ 2205416 w 3079941"/>
                <a:gd name="connsiteY322-6666" fmla="*/ 162133 h 1160647"/>
                <a:gd name="connsiteX323-6667" fmla="*/ 2207442 w 3079941"/>
                <a:gd name="connsiteY323-6668" fmla="*/ 157810 h 1160647"/>
                <a:gd name="connsiteX324-6669" fmla="*/ 2207442 w 3079941"/>
                <a:gd name="connsiteY324-6670" fmla="*/ 101604 h 1160647"/>
                <a:gd name="connsiteX325-6671" fmla="*/ 2209469 w 3079941"/>
                <a:gd name="connsiteY325-6672" fmla="*/ 82148 h 1160647"/>
                <a:gd name="connsiteX326-6673" fmla="*/ 2213523 w 3079941"/>
                <a:gd name="connsiteY326-6674" fmla="*/ 99442 h 1160647"/>
                <a:gd name="connsiteX327-6675" fmla="*/ 2215549 w 3079941"/>
                <a:gd name="connsiteY327-6676" fmla="*/ 157810 h 1160647"/>
                <a:gd name="connsiteX328-6677" fmla="*/ 2217576 w 3079941"/>
                <a:gd name="connsiteY328-6678" fmla="*/ 220501 h 1160647"/>
                <a:gd name="connsiteX329-6679" fmla="*/ 2223656 w 3079941"/>
                <a:gd name="connsiteY329-6680" fmla="*/ 226987 h 1160647"/>
                <a:gd name="connsiteX330-6681" fmla="*/ 2221629 w 3079941"/>
                <a:gd name="connsiteY330-6682" fmla="*/ 233472 h 1160647"/>
                <a:gd name="connsiteX331-6683" fmla="*/ 2221629 w 3079941"/>
                <a:gd name="connsiteY331-6684" fmla="*/ 311296 h 1160647"/>
                <a:gd name="connsiteX332-6685" fmla="*/ 2223656 w 3079941"/>
                <a:gd name="connsiteY332-6686" fmla="*/ 315620 h 1160647"/>
                <a:gd name="connsiteX333-6687" fmla="*/ 2223656 w 3079941"/>
                <a:gd name="connsiteY333-6688" fmla="*/ 337238 h 1160647"/>
                <a:gd name="connsiteX334-6689" fmla="*/ 2237843 w 3079941"/>
                <a:gd name="connsiteY334-6690" fmla="*/ 337238 h 1160647"/>
                <a:gd name="connsiteX335-6691" fmla="*/ 2237843 w 3079941"/>
                <a:gd name="connsiteY335-6692" fmla="*/ 354532 h 1160647"/>
                <a:gd name="connsiteX336-6693" fmla="*/ 2245950 w 3079941"/>
                <a:gd name="connsiteY336-6694" fmla="*/ 378311 h 1160647"/>
                <a:gd name="connsiteX337-6695" fmla="*/ 2239870 w 3079941"/>
                <a:gd name="connsiteY337-6696" fmla="*/ 382635 h 1160647"/>
                <a:gd name="connsiteX338-6697" fmla="*/ 2227709 w 3079941"/>
                <a:gd name="connsiteY338-6698" fmla="*/ 404253 h 1160647"/>
                <a:gd name="connsiteX339-6699" fmla="*/ 2235816 w 3079941"/>
                <a:gd name="connsiteY339-6700" fmla="*/ 657181 h 1160647"/>
                <a:gd name="connsiteX340-6701" fmla="*/ 2300670 w 3079941"/>
                <a:gd name="connsiteY340-6702" fmla="*/ 657181 h 1160647"/>
                <a:gd name="connsiteX341-6703" fmla="*/ 2300670 w 3079941"/>
                <a:gd name="connsiteY341-6704" fmla="*/ 732843 h 1160647"/>
                <a:gd name="connsiteX342-6705" fmla="*/ 2308777 w 3079941"/>
                <a:gd name="connsiteY342-6706" fmla="*/ 732843 h 1160647"/>
                <a:gd name="connsiteX343-6707" fmla="*/ 2310804 w 3079941"/>
                <a:gd name="connsiteY343-6708" fmla="*/ 726358 h 1160647"/>
                <a:gd name="connsiteX344-6709" fmla="*/ 2316884 w 3079941"/>
                <a:gd name="connsiteY344-6710" fmla="*/ 726358 h 1160647"/>
                <a:gd name="connsiteX345-6711" fmla="*/ 2318911 w 3079941"/>
                <a:gd name="connsiteY345-6712" fmla="*/ 735005 h 1160647"/>
                <a:gd name="connsiteX346-6713" fmla="*/ 2331071 w 3079941"/>
                <a:gd name="connsiteY346-6714" fmla="*/ 735005 h 1160647"/>
                <a:gd name="connsiteX347-6715" fmla="*/ 2331071 w 3079941"/>
                <a:gd name="connsiteY347-6716" fmla="*/ 728519 h 1160647"/>
                <a:gd name="connsiteX348-6717" fmla="*/ 2353364 w 3079941"/>
                <a:gd name="connsiteY348-6718" fmla="*/ 728519 h 1160647"/>
                <a:gd name="connsiteX349-6719" fmla="*/ 2353364 w 3079941"/>
                <a:gd name="connsiteY349-6720" fmla="*/ 735005 h 1160647"/>
                <a:gd name="connsiteX350-6721" fmla="*/ 2373631 w 3079941"/>
                <a:gd name="connsiteY350-6722" fmla="*/ 735005 h 1160647"/>
                <a:gd name="connsiteX351-6723" fmla="*/ 2373631 w 3079941"/>
                <a:gd name="connsiteY351-6724" fmla="*/ 780402 h 1160647"/>
                <a:gd name="connsiteX352-6725" fmla="*/ 2387818 w 3079941"/>
                <a:gd name="connsiteY352-6726" fmla="*/ 780402 h 1160647"/>
                <a:gd name="connsiteX353-6727" fmla="*/ 2387818 w 3079941"/>
                <a:gd name="connsiteY353-6728" fmla="*/ 767431 h 1160647"/>
                <a:gd name="connsiteX354-6729" fmla="*/ 2404032 w 3079941"/>
                <a:gd name="connsiteY354-6730" fmla="*/ 767431 h 1160647"/>
                <a:gd name="connsiteX355-6731" fmla="*/ 2404032 w 3079941"/>
                <a:gd name="connsiteY355-6732" fmla="*/ 588004 h 1160647"/>
                <a:gd name="connsiteX356-6733" fmla="*/ 2410112 w 3079941"/>
                <a:gd name="connsiteY356-6734" fmla="*/ 581518 h 1160647"/>
                <a:gd name="connsiteX357-6735" fmla="*/ 2483073 w 3079941"/>
                <a:gd name="connsiteY357-6736" fmla="*/ 581518 h 1160647"/>
                <a:gd name="connsiteX358-6737" fmla="*/ 2483073 w 3079941"/>
                <a:gd name="connsiteY358-6738" fmla="*/ 590166 h 1160647"/>
                <a:gd name="connsiteX359-6739" fmla="*/ 2493206 w 3079941"/>
                <a:gd name="connsiteY359-6740" fmla="*/ 590166 h 1160647"/>
                <a:gd name="connsiteX360-6741" fmla="*/ 2493206 w 3079941"/>
                <a:gd name="connsiteY360-6742" fmla="*/ 704740 h 1160647"/>
                <a:gd name="connsiteX361-6743" fmla="*/ 2515500 w 3079941"/>
                <a:gd name="connsiteY361-6744" fmla="*/ 704740 h 1160647"/>
                <a:gd name="connsiteX362-6745" fmla="*/ 2515500 w 3079941"/>
                <a:gd name="connsiteY362-6746" fmla="*/ 637725 h 1160647"/>
                <a:gd name="connsiteX363-6747" fmla="*/ 2541847 w 3079941"/>
                <a:gd name="connsiteY363-6748" fmla="*/ 637725 h 1160647"/>
                <a:gd name="connsiteX364-6749" fmla="*/ 2545900 w 3079941"/>
                <a:gd name="connsiteY364-6750" fmla="*/ 633401 h 1160647"/>
                <a:gd name="connsiteX365-6751" fmla="*/ 2554007 w 3079941"/>
                <a:gd name="connsiteY365-6752" fmla="*/ 633401 h 1160647"/>
                <a:gd name="connsiteX366-6753" fmla="*/ 2558060 w 3079941"/>
                <a:gd name="connsiteY366-6754" fmla="*/ 637725 h 1160647"/>
                <a:gd name="connsiteX367-6755" fmla="*/ 2580354 w 3079941"/>
                <a:gd name="connsiteY367-6756" fmla="*/ 637725 h 1160647"/>
                <a:gd name="connsiteX368-6757" fmla="*/ 2580354 w 3079941"/>
                <a:gd name="connsiteY368-6758" fmla="*/ 520989 h 1160647"/>
                <a:gd name="connsiteX369-6759" fmla="*/ 2637101 w 3079941"/>
                <a:gd name="connsiteY369-6760" fmla="*/ 510180 h 1160647"/>
                <a:gd name="connsiteX370-6761" fmla="*/ 2637101 w 3079941"/>
                <a:gd name="connsiteY370-6762" fmla="*/ 511261 h 1160647"/>
                <a:gd name="connsiteX371-6763" fmla="*/ 2637101 w 3079941"/>
                <a:gd name="connsiteY371-6764" fmla="*/ 518827 h 1160647"/>
                <a:gd name="connsiteX372-6765" fmla="*/ 2663448 w 3079941"/>
                <a:gd name="connsiteY372-6766" fmla="*/ 518827 h 1160647"/>
                <a:gd name="connsiteX373-6767" fmla="*/ 2663448 w 3079941"/>
                <a:gd name="connsiteY373-6768" fmla="*/ 773917 h 1160647"/>
                <a:gd name="connsiteX374-6769" fmla="*/ 2685742 w 3079941"/>
                <a:gd name="connsiteY374-6770" fmla="*/ 773917 h 1160647"/>
                <a:gd name="connsiteX375-6771" fmla="*/ 2685742 w 3079941"/>
                <a:gd name="connsiteY375-6772" fmla="*/ 769593 h 1160647"/>
                <a:gd name="connsiteX376-6773" fmla="*/ 2697902 w 3079941"/>
                <a:gd name="connsiteY376-6774" fmla="*/ 769593 h 1160647"/>
                <a:gd name="connsiteX377-6775" fmla="*/ 2697902 w 3079941"/>
                <a:gd name="connsiteY377-6776" fmla="*/ 773917 h 1160647"/>
                <a:gd name="connsiteX378-6777" fmla="*/ 2722222 w 3079941"/>
                <a:gd name="connsiteY378-6778" fmla="*/ 773917 h 1160647"/>
                <a:gd name="connsiteX379-6779" fmla="*/ 2722222 w 3079941"/>
                <a:gd name="connsiteY379-6780" fmla="*/ 760946 h 1160647"/>
                <a:gd name="connsiteX380-6781" fmla="*/ 2750596 w 3079941"/>
                <a:gd name="connsiteY380-6782" fmla="*/ 760946 h 1160647"/>
                <a:gd name="connsiteX381-6783" fmla="*/ 2762756 w 3079941"/>
                <a:gd name="connsiteY381-6784" fmla="*/ 756622 h 1160647"/>
                <a:gd name="connsiteX382-6785" fmla="*/ 2783023 w 3079941"/>
                <a:gd name="connsiteY382-6786" fmla="*/ 760946 h 1160647"/>
                <a:gd name="connsiteX383-6787" fmla="*/ 2783023 w 3079941"/>
                <a:gd name="connsiteY383-6788" fmla="*/ 743652 h 1160647"/>
                <a:gd name="connsiteX384-6789" fmla="*/ 2791130 w 3079941"/>
                <a:gd name="connsiteY384-6790" fmla="*/ 743652 h 1160647"/>
                <a:gd name="connsiteX385-6791" fmla="*/ 2791130 w 3079941"/>
                <a:gd name="connsiteY385-6792" fmla="*/ 730681 h 1160647"/>
                <a:gd name="connsiteX386-6793" fmla="*/ 2847877 w 3079941"/>
                <a:gd name="connsiteY386-6794" fmla="*/ 730681 h 1160647"/>
                <a:gd name="connsiteX387-6795" fmla="*/ 2847877 w 3079941"/>
                <a:gd name="connsiteY387-6796" fmla="*/ 700416 h 1160647"/>
                <a:gd name="connsiteX388-6797" fmla="*/ 2866117 w 3079941"/>
                <a:gd name="connsiteY388-6798" fmla="*/ 700416 h 1160647"/>
                <a:gd name="connsiteX389-6799" fmla="*/ 2866117 w 3079941"/>
                <a:gd name="connsiteY389-6800" fmla="*/ 693931 h 1160647"/>
                <a:gd name="connsiteX390-6801" fmla="*/ 2878277 w 3079941"/>
                <a:gd name="connsiteY390-6802" fmla="*/ 693931 h 1160647"/>
                <a:gd name="connsiteX391-6803" fmla="*/ 2878277 w 3079941"/>
                <a:gd name="connsiteY391-6804" fmla="*/ 700416 h 1160647"/>
                <a:gd name="connsiteX392-6805" fmla="*/ 2894491 w 3079941"/>
                <a:gd name="connsiteY392-6806" fmla="*/ 700416 h 1160647"/>
                <a:gd name="connsiteX393-6807" fmla="*/ 2894491 w 3079941"/>
                <a:gd name="connsiteY393-6808" fmla="*/ 750137 h 1160647"/>
                <a:gd name="connsiteX394-6809" fmla="*/ 2926918 w 3079941"/>
                <a:gd name="connsiteY394-6810" fmla="*/ 750137 h 1160647"/>
                <a:gd name="connsiteX395-6811" fmla="*/ 2926918 w 3079941"/>
                <a:gd name="connsiteY395-6812" fmla="*/ 724196 h 1160647"/>
                <a:gd name="connsiteX396-6813" fmla="*/ 2965425 w 3079941"/>
                <a:gd name="connsiteY396-6814" fmla="*/ 724196 h 1160647"/>
                <a:gd name="connsiteX397-6815" fmla="*/ 2965425 w 3079941"/>
                <a:gd name="connsiteY397-6816" fmla="*/ 693931 h 1160647"/>
                <a:gd name="connsiteX398-6817" fmla="*/ 3014066 w 3079941"/>
                <a:gd name="connsiteY398-6818" fmla="*/ 693931 h 1160647"/>
                <a:gd name="connsiteX399-6819" fmla="*/ 3014066 w 3079941"/>
                <a:gd name="connsiteY399-6820" fmla="*/ 805087 h 1160647"/>
                <a:gd name="connsiteX400-6821" fmla="*/ 3014066 w 3079941"/>
                <a:gd name="connsiteY400-6822" fmla="*/ 818866 h 1160647"/>
                <a:gd name="connsiteX401-6823" fmla="*/ 3079941 w 3079941"/>
                <a:gd name="connsiteY401-6824" fmla="*/ 818866 h 1160647"/>
                <a:gd name="connsiteX402-6825" fmla="*/ 3079941 w 3079941"/>
                <a:gd name="connsiteY402-6826" fmla="*/ 1160647 h 1160647"/>
                <a:gd name="connsiteX403-6827" fmla="*/ 200958 w 3079941"/>
                <a:gd name="connsiteY403-6828" fmla="*/ 1160647 h 1160647"/>
                <a:gd name="connsiteX404-6829" fmla="*/ 0 w 3079941"/>
                <a:gd name="connsiteY404-6830" fmla="*/ 1126882 h 1160647"/>
                <a:gd name="connsiteX405-6831" fmla="*/ 55096 w 3079941"/>
                <a:gd name="connsiteY405-6832" fmla="*/ 724196 h 1160647"/>
                <a:gd name="connsiteX406-6833" fmla="*/ 75363 w 3079941"/>
                <a:gd name="connsiteY406-6834" fmla="*/ 724196 h 1160647"/>
                <a:gd name="connsiteX407-6835" fmla="*/ 75870 w 3079941"/>
                <a:gd name="connsiteY407-6836" fmla="*/ 723115 h 1160647"/>
                <a:gd name="connsiteX408-6837" fmla="*/ 79416 w 3079941"/>
                <a:gd name="connsiteY408-6838" fmla="*/ 715549 h 1160647"/>
                <a:gd name="connsiteX409-6839" fmla="*/ 81190 w 3079941"/>
                <a:gd name="connsiteY409-6840" fmla="*/ 715819 h 1160647"/>
                <a:gd name="connsiteX410-6841" fmla="*/ 93603 w 3079941"/>
                <a:gd name="connsiteY410-6842" fmla="*/ 717710 h 1160647"/>
                <a:gd name="connsiteX411-6843" fmla="*/ 94110 w 3079941"/>
                <a:gd name="connsiteY411-6844" fmla="*/ 719062 h 1160647"/>
                <a:gd name="connsiteX412-6845" fmla="*/ 97656 w 3079941"/>
                <a:gd name="connsiteY412-6846" fmla="*/ 728519 h 1160647"/>
                <a:gd name="connsiteX413-6847" fmla="*/ 124003 w 3079941"/>
                <a:gd name="connsiteY413-6848" fmla="*/ 730681 h 1160647"/>
                <a:gd name="connsiteX414-6849" fmla="*/ 124003 w 3079941"/>
                <a:gd name="connsiteY414-6850" fmla="*/ 607460 h 1160647"/>
                <a:gd name="connsiteX415-6851" fmla="*/ 126030 w 3079941"/>
                <a:gd name="connsiteY415-6852" fmla="*/ 607460 h 1160647"/>
                <a:gd name="connsiteX416-6853" fmla="*/ 140217 w 3079941"/>
                <a:gd name="connsiteY416-6854" fmla="*/ 607460 h 1160647"/>
                <a:gd name="connsiteX417-6855" fmla="*/ 140217 w 3079941"/>
                <a:gd name="connsiteY417-6856" fmla="*/ 471268 h 1160647"/>
                <a:gd name="connsiteX418-6857" fmla="*/ 141990 w 3079941"/>
                <a:gd name="connsiteY418-6858" fmla="*/ 471268 h 1160647"/>
                <a:gd name="connsiteX419-6859" fmla="*/ 154404 w 3079941"/>
                <a:gd name="connsiteY419-6860" fmla="*/ 471268 h 1160647"/>
                <a:gd name="connsiteX420-6861" fmla="*/ 154404 w 3079941"/>
                <a:gd name="connsiteY420-6862" fmla="*/ 356694 h 1160647"/>
                <a:gd name="connsiteX421-6863" fmla="*/ 158457 w 3079941"/>
                <a:gd name="connsiteY421-6864" fmla="*/ 328590 h 1160647"/>
                <a:gd name="connsiteX422-6865" fmla="*/ 160484 w 3079941"/>
                <a:gd name="connsiteY422-6866" fmla="*/ 328590 h 1160647"/>
                <a:gd name="connsiteX423-6867" fmla="*/ 174671 w 3079941"/>
                <a:gd name="connsiteY423-6868" fmla="*/ 328590 h 1160647"/>
                <a:gd name="connsiteX424-6869" fmla="*/ 211151 w 3079941"/>
                <a:gd name="connsiteY424-6870" fmla="*/ 246443 h 1160647"/>
                <a:gd name="connsiteX425-6871" fmla="*/ 215205 w 3079941"/>
                <a:gd name="connsiteY425-6872" fmla="*/ 0 h 1160647"/>
                <a:gd name="connsiteX0-6873" fmla="*/ 160109 w 3024845"/>
                <a:gd name="connsiteY0-6874" fmla="*/ 0 h 1166887"/>
                <a:gd name="connsiteX1-6875" fmla="*/ 162135 w 3024845"/>
                <a:gd name="connsiteY1-6876" fmla="*/ 246443 h 1166887"/>
                <a:gd name="connsiteX2-6877" fmla="*/ 200642 w 3024845"/>
                <a:gd name="connsiteY2-6878" fmla="*/ 326429 h 1166887"/>
                <a:gd name="connsiteX3-6879" fmla="*/ 202669 w 3024845"/>
                <a:gd name="connsiteY3-6880" fmla="*/ 326429 h 1166887"/>
                <a:gd name="connsiteX4-6881" fmla="*/ 216856 w 3024845"/>
                <a:gd name="connsiteY4-6882" fmla="*/ 326429 h 1166887"/>
                <a:gd name="connsiteX5-6883" fmla="*/ 216856 w 3024845"/>
                <a:gd name="connsiteY5-6884" fmla="*/ 350208 h 1166887"/>
                <a:gd name="connsiteX6-6885" fmla="*/ 217363 w 3024845"/>
                <a:gd name="connsiteY6-6886" fmla="*/ 351019 h 1166887"/>
                <a:gd name="connsiteX7-6887" fmla="*/ 220909 w 3024845"/>
                <a:gd name="connsiteY7-6888" fmla="*/ 356694 h 1166887"/>
                <a:gd name="connsiteX8-6889" fmla="*/ 220909 w 3024845"/>
                <a:gd name="connsiteY8-6890" fmla="*/ 471268 h 1166887"/>
                <a:gd name="connsiteX9-6891" fmla="*/ 223189 w 3024845"/>
                <a:gd name="connsiteY9-6892" fmla="*/ 471268 h 1166887"/>
                <a:gd name="connsiteX10-6893" fmla="*/ 239150 w 3024845"/>
                <a:gd name="connsiteY10-6894" fmla="*/ 471268 h 1166887"/>
                <a:gd name="connsiteX11-6895" fmla="*/ 239150 w 3024845"/>
                <a:gd name="connsiteY11-6896" fmla="*/ 611783 h 1166887"/>
                <a:gd name="connsiteX12-6897" fmla="*/ 240670 w 3024845"/>
                <a:gd name="connsiteY12-6898" fmla="*/ 611513 h 1166887"/>
                <a:gd name="connsiteX13-6899" fmla="*/ 251310 w 3024845"/>
                <a:gd name="connsiteY13-6900" fmla="*/ 609622 h 1166887"/>
                <a:gd name="connsiteX14-6901" fmla="*/ 249283 w 3024845"/>
                <a:gd name="connsiteY14-6902" fmla="*/ 698254 h 1166887"/>
                <a:gd name="connsiteX15-6903" fmla="*/ 250803 w 3024845"/>
                <a:gd name="connsiteY15-6904" fmla="*/ 698525 h 1166887"/>
                <a:gd name="connsiteX16-6905" fmla="*/ 261443 w 3024845"/>
                <a:gd name="connsiteY16-6906" fmla="*/ 700416 h 1166887"/>
                <a:gd name="connsiteX17-6907" fmla="*/ 261696 w 3024845"/>
                <a:gd name="connsiteY17-6908" fmla="*/ 701227 h 1166887"/>
                <a:gd name="connsiteX18-6909" fmla="*/ 263470 w 3024845"/>
                <a:gd name="connsiteY18-6910" fmla="*/ 706902 h 1166887"/>
                <a:gd name="connsiteX19-6911" fmla="*/ 264230 w 3024845"/>
                <a:gd name="connsiteY19-6912" fmla="*/ 704470 h 1166887"/>
                <a:gd name="connsiteX20-6913" fmla="*/ 269550 w 3024845"/>
                <a:gd name="connsiteY20-6914" fmla="*/ 687446 h 1166887"/>
                <a:gd name="connsiteX21-6915" fmla="*/ 271323 w 3024845"/>
                <a:gd name="connsiteY21-6916" fmla="*/ 687446 h 1166887"/>
                <a:gd name="connsiteX22-6917" fmla="*/ 283737 w 3024845"/>
                <a:gd name="connsiteY22-6918" fmla="*/ 687446 h 1166887"/>
                <a:gd name="connsiteX23-6919" fmla="*/ 283737 w 3024845"/>
                <a:gd name="connsiteY23-6920" fmla="*/ 719872 h 1166887"/>
                <a:gd name="connsiteX24-6921" fmla="*/ 284750 w 3024845"/>
                <a:gd name="connsiteY24-6922" fmla="*/ 720413 h 1166887"/>
                <a:gd name="connsiteX25-6923" fmla="*/ 291844 w 3024845"/>
                <a:gd name="connsiteY25-6924" fmla="*/ 724196 h 1166887"/>
                <a:gd name="connsiteX26-6925" fmla="*/ 291844 w 3024845"/>
                <a:gd name="connsiteY26-6926" fmla="*/ 725547 h 1166887"/>
                <a:gd name="connsiteX27-6927" fmla="*/ 291844 w 3024845"/>
                <a:gd name="connsiteY27-6928" fmla="*/ 735005 h 1166887"/>
                <a:gd name="connsiteX28-6929" fmla="*/ 336431 w 3024845"/>
                <a:gd name="connsiteY28-6930" fmla="*/ 735005 h 1166887"/>
                <a:gd name="connsiteX29-6931" fmla="*/ 336431 w 3024845"/>
                <a:gd name="connsiteY29-6932" fmla="*/ 736086 h 1166887"/>
                <a:gd name="connsiteX30-6933" fmla="*/ 336431 w 3024845"/>
                <a:gd name="connsiteY30-6934" fmla="*/ 743652 h 1166887"/>
                <a:gd name="connsiteX31-6935" fmla="*/ 338457 w 3024845"/>
                <a:gd name="connsiteY31-6936" fmla="*/ 743652 h 1166887"/>
                <a:gd name="connsiteX32-6937" fmla="*/ 352644 w 3024845"/>
                <a:gd name="connsiteY32-6938" fmla="*/ 743652 h 1166887"/>
                <a:gd name="connsiteX33-6939" fmla="*/ 352644 w 3024845"/>
                <a:gd name="connsiteY33-6940" fmla="*/ 713387 h 1166887"/>
                <a:gd name="connsiteX34-6941" fmla="*/ 397231 w 3024845"/>
                <a:gd name="connsiteY34-6942" fmla="*/ 713387 h 1166887"/>
                <a:gd name="connsiteX35-6943" fmla="*/ 397231 w 3024845"/>
                <a:gd name="connsiteY35-6944" fmla="*/ 712036 h 1166887"/>
                <a:gd name="connsiteX36-6945" fmla="*/ 397231 w 3024845"/>
                <a:gd name="connsiteY36-6946" fmla="*/ 702578 h 1166887"/>
                <a:gd name="connsiteX37-6947" fmla="*/ 398245 w 3024845"/>
                <a:gd name="connsiteY37-6948" fmla="*/ 702578 h 1166887"/>
                <a:gd name="connsiteX38-6949" fmla="*/ 405338 w 3024845"/>
                <a:gd name="connsiteY38-6950" fmla="*/ 702578 h 1166887"/>
                <a:gd name="connsiteX39-6951" fmla="*/ 405338 w 3024845"/>
                <a:gd name="connsiteY39-6952" fmla="*/ 700687 h 1166887"/>
                <a:gd name="connsiteX40-6953" fmla="*/ 405338 w 3024845"/>
                <a:gd name="connsiteY40-6954" fmla="*/ 687446 h 1166887"/>
                <a:gd name="connsiteX41-6955" fmla="*/ 406098 w 3024845"/>
                <a:gd name="connsiteY41-6956" fmla="*/ 687446 h 1166887"/>
                <a:gd name="connsiteX42-6957" fmla="*/ 411418 w 3024845"/>
                <a:gd name="connsiteY42-6958" fmla="*/ 687446 h 1166887"/>
                <a:gd name="connsiteX43-6959" fmla="*/ 411418 w 3024845"/>
                <a:gd name="connsiteY43-6960" fmla="*/ 686365 h 1166887"/>
                <a:gd name="connsiteX44-6961" fmla="*/ 411418 w 3024845"/>
                <a:gd name="connsiteY44-6962" fmla="*/ 678798 h 1166887"/>
                <a:gd name="connsiteX45-6963" fmla="*/ 413445 w 3024845"/>
                <a:gd name="connsiteY45-6964" fmla="*/ 678798 h 1166887"/>
                <a:gd name="connsiteX46-6965" fmla="*/ 427632 w 3024845"/>
                <a:gd name="connsiteY46-6966" fmla="*/ 678798 h 1166887"/>
                <a:gd name="connsiteX47-6967" fmla="*/ 427632 w 3024845"/>
                <a:gd name="connsiteY47-6968" fmla="*/ 679879 h 1166887"/>
                <a:gd name="connsiteX48-6969" fmla="*/ 427632 w 3024845"/>
                <a:gd name="connsiteY48-6970" fmla="*/ 687446 h 1166887"/>
                <a:gd name="connsiteX49-6971" fmla="*/ 449925 w 3024845"/>
                <a:gd name="connsiteY49-6972" fmla="*/ 687446 h 1166887"/>
                <a:gd name="connsiteX50-6973" fmla="*/ 449925 w 3024845"/>
                <a:gd name="connsiteY50-6974" fmla="*/ 685554 h 1166887"/>
                <a:gd name="connsiteX51-6975" fmla="*/ 449925 w 3024845"/>
                <a:gd name="connsiteY51-6976" fmla="*/ 672313 h 1166887"/>
                <a:gd name="connsiteX52-6977" fmla="*/ 451699 w 3024845"/>
                <a:gd name="connsiteY52-6978" fmla="*/ 672313 h 1166887"/>
                <a:gd name="connsiteX53-6979" fmla="*/ 464112 w 3024845"/>
                <a:gd name="connsiteY53-6980" fmla="*/ 672313 h 1166887"/>
                <a:gd name="connsiteX54-6981" fmla="*/ 464112 w 3024845"/>
                <a:gd name="connsiteY54-6982" fmla="*/ 696093 h 1166887"/>
                <a:gd name="connsiteX55-6983" fmla="*/ 465126 w 3024845"/>
                <a:gd name="connsiteY55-6984" fmla="*/ 696093 h 1166887"/>
                <a:gd name="connsiteX56-6985" fmla="*/ 472219 w 3024845"/>
                <a:gd name="connsiteY56-6986" fmla="*/ 696093 h 1166887"/>
                <a:gd name="connsiteX57-6987" fmla="*/ 472219 w 3024845"/>
                <a:gd name="connsiteY57-6988" fmla="*/ 695012 h 1166887"/>
                <a:gd name="connsiteX58-6989" fmla="*/ 472219 w 3024845"/>
                <a:gd name="connsiteY58-6990" fmla="*/ 687446 h 1166887"/>
                <a:gd name="connsiteX59-6991" fmla="*/ 473992 w 3024845"/>
                <a:gd name="connsiteY59-6992" fmla="*/ 687446 h 1166887"/>
                <a:gd name="connsiteX60-6993" fmla="*/ 486406 w 3024845"/>
                <a:gd name="connsiteY60-6994" fmla="*/ 687446 h 1166887"/>
                <a:gd name="connsiteX61-6995" fmla="*/ 486406 w 3024845"/>
                <a:gd name="connsiteY61-6996" fmla="*/ 713387 h 1166887"/>
                <a:gd name="connsiteX62-6997" fmla="*/ 488433 w 3024845"/>
                <a:gd name="connsiteY62-6998" fmla="*/ 713387 h 1166887"/>
                <a:gd name="connsiteX63-6999" fmla="*/ 502619 w 3024845"/>
                <a:gd name="connsiteY63-7000" fmla="*/ 713387 h 1166887"/>
                <a:gd name="connsiteX64-7001" fmla="*/ 502619 w 3024845"/>
                <a:gd name="connsiteY64-7002" fmla="*/ 715008 h 1166887"/>
                <a:gd name="connsiteX65-7003" fmla="*/ 502619 w 3024845"/>
                <a:gd name="connsiteY65-7004" fmla="*/ 726358 h 1166887"/>
                <a:gd name="connsiteX66-7005" fmla="*/ 503379 w 3024845"/>
                <a:gd name="connsiteY66-7006" fmla="*/ 726358 h 1166887"/>
                <a:gd name="connsiteX67-7007" fmla="*/ 508700 w 3024845"/>
                <a:gd name="connsiteY67-7008" fmla="*/ 726358 h 1166887"/>
                <a:gd name="connsiteX68-7009" fmla="*/ 508700 w 3024845"/>
                <a:gd name="connsiteY68-7010" fmla="*/ 725547 h 1166887"/>
                <a:gd name="connsiteX69-7011" fmla="*/ 508700 w 3024845"/>
                <a:gd name="connsiteY69-7012" fmla="*/ 719872 h 1166887"/>
                <a:gd name="connsiteX70-7013" fmla="*/ 539100 w 3024845"/>
                <a:gd name="connsiteY70-7014" fmla="*/ 719872 h 1166887"/>
                <a:gd name="connsiteX71-7015" fmla="*/ 539100 w 3024845"/>
                <a:gd name="connsiteY71-7016" fmla="*/ 743652 h 1166887"/>
                <a:gd name="connsiteX72-7017" fmla="*/ 540113 w 3024845"/>
                <a:gd name="connsiteY72-7018" fmla="*/ 743652 h 1166887"/>
                <a:gd name="connsiteX73-7019" fmla="*/ 547207 w 3024845"/>
                <a:gd name="connsiteY73-7020" fmla="*/ 743652 h 1166887"/>
                <a:gd name="connsiteX74-7021" fmla="*/ 547207 w 3024845"/>
                <a:gd name="connsiteY74-7022" fmla="*/ 744733 h 1166887"/>
                <a:gd name="connsiteX75-7023" fmla="*/ 547207 w 3024845"/>
                <a:gd name="connsiteY75-7024" fmla="*/ 752299 h 1166887"/>
                <a:gd name="connsiteX76-7025" fmla="*/ 547967 w 3024845"/>
                <a:gd name="connsiteY76-7026" fmla="*/ 752299 h 1166887"/>
                <a:gd name="connsiteX77-7027" fmla="*/ 553287 w 3024845"/>
                <a:gd name="connsiteY77-7028" fmla="*/ 752299 h 1166887"/>
                <a:gd name="connsiteX78-7029" fmla="*/ 553287 w 3024845"/>
                <a:gd name="connsiteY78-7030" fmla="*/ 750137 h 1166887"/>
                <a:gd name="connsiteX79-7031" fmla="*/ 553287 w 3024845"/>
                <a:gd name="connsiteY79-7032" fmla="*/ 735005 h 1166887"/>
                <a:gd name="connsiteX80-7033" fmla="*/ 554300 w 3024845"/>
                <a:gd name="connsiteY80-7034" fmla="*/ 735005 h 1166887"/>
                <a:gd name="connsiteX81-7035" fmla="*/ 561394 w 3024845"/>
                <a:gd name="connsiteY81-7036" fmla="*/ 735005 h 1166887"/>
                <a:gd name="connsiteX82-7037" fmla="*/ 561394 w 3024845"/>
                <a:gd name="connsiteY82-7038" fmla="*/ 736086 h 1166887"/>
                <a:gd name="connsiteX83-7039" fmla="*/ 561394 w 3024845"/>
                <a:gd name="connsiteY83-7040" fmla="*/ 743652 h 1166887"/>
                <a:gd name="connsiteX84-7041" fmla="*/ 566714 w 3024845"/>
                <a:gd name="connsiteY84-7042" fmla="*/ 741659 h 1166887"/>
                <a:gd name="connsiteX85-7043" fmla="*/ 567474 w 3024845"/>
                <a:gd name="connsiteY85-7044" fmla="*/ 740679 h 1166887"/>
                <a:gd name="connsiteX86-7045" fmla="*/ 567474 w 3024845"/>
                <a:gd name="connsiteY86-7046" fmla="*/ 735005 h 1166887"/>
                <a:gd name="connsiteX87-7047" fmla="*/ 605981 w 3024845"/>
                <a:gd name="connsiteY87-7048" fmla="*/ 735005 h 1166887"/>
                <a:gd name="connsiteX88-7049" fmla="*/ 605981 w 3024845"/>
                <a:gd name="connsiteY88-7050" fmla="*/ 758784 h 1166887"/>
                <a:gd name="connsiteX89-7051" fmla="*/ 608007 w 3024845"/>
                <a:gd name="connsiteY89-7052" fmla="*/ 758784 h 1166887"/>
                <a:gd name="connsiteX90-7053" fmla="*/ 622194 w 3024845"/>
                <a:gd name="connsiteY90-7054" fmla="*/ 758784 h 1166887"/>
                <a:gd name="connsiteX91-7055" fmla="*/ 622194 w 3024845"/>
                <a:gd name="connsiteY91-7056" fmla="*/ 759865 h 1166887"/>
                <a:gd name="connsiteX92-7057" fmla="*/ 622194 w 3024845"/>
                <a:gd name="connsiteY92-7058" fmla="*/ 767431 h 1166887"/>
                <a:gd name="connsiteX93-7059" fmla="*/ 623968 w 3024845"/>
                <a:gd name="connsiteY93-7060" fmla="*/ 767431 h 1166887"/>
                <a:gd name="connsiteX94-7061" fmla="*/ 636381 w 3024845"/>
                <a:gd name="connsiteY94-7062" fmla="*/ 767431 h 1166887"/>
                <a:gd name="connsiteX95-7063" fmla="*/ 636381 w 3024845"/>
                <a:gd name="connsiteY95-7064" fmla="*/ 743652 h 1166887"/>
                <a:gd name="connsiteX96-7065" fmla="*/ 637394 w 3024845"/>
                <a:gd name="connsiteY96-7066" fmla="*/ 743652 h 1166887"/>
                <a:gd name="connsiteX97-7067" fmla="*/ 644488 w 3024845"/>
                <a:gd name="connsiteY97-7068" fmla="*/ 743652 h 1166887"/>
                <a:gd name="connsiteX98-7069" fmla="*/ 644488 w 3024845"/>
                <a:gd name="connsiteY98-7070" fmla="*/ 711225 h 1166887"/>
                <a:gd name="connsiteX99-7071" fmla="*/ 645501 w 3024845"/>
                <a:gd name="connsiteY99-7072" fmla="*/ 711225 h 1166887"/>
                <a:gd name="connsiteX100-7073" fmla="*/ 652595 w 3024845"/>
                <a:gd name="connsiteY100-7074" fmla="*/ 711225 h 1166887"/>
                <a:gd name="connsiteX101-7075" fmla="*/ 652595 w 3024845"/>
                <a:gd name="connsiteY101-7076" fmla="*/ 709334 h 1166887"/>
                <a:gd name="connsiteX102-7077" fmla="*/ 652595 w 3024845"/>
                <a:gd name="connsiteY102-7078" fmla="*/ 696093 h 1166887"/>
                <a:gd name="connsiteX103-7079" fmla="*/ 651328 w 3024845"/>
                <a:gd name="connsiteY103-7080" fmla="*/ 694471 h 1166887"/>
                <a:gd name="connsiteX104-7081" fmla="*/ 656648 w 3024845"/>
                <a:gd name="connsiteY104-7082" fmla="*/ 683122 h 1166887"/>
                <a:gd name="connsiteX105-7083" fmla="*/ 664755 w 3024845"/>
                <a:gd name="connsiteY105-7084" fmla="*/ 711225 h 1166887"/>
                <a:gd name="connsiteX106-7085" fmla="*/ 665515 w 3024845"/>
                <a:gd name="connsiteY106-7086" fmla="*/ 711225 h 1166887"/>
                <a:gd name="connsiteX107-7087" fmla="*/ 670835 w 3024845"/>
                <a:gd name="connsiteY107-7088" fmla="*/ 711225 h 1166887"/>
                <a:gd name="connsiteX108-7089" fmla="*/ 670835 w 3024845"/>
                <a:gd name="connsiteY108-7090" fmla="*/ 605298 h 1166887"/>
                <a:gd name="connsiteX109-7091" fmla="*/ 672355 w 3024845"/>
                <a:gd name="connsiteY109-7092" fmla="*/ 605298 h 1166887"/>
                <a:gd name="connsiteX110-7093" fmla="*/ 682995 w 3024845"/>
                <a:gd name="connsiteY110-7094" fmla="*/ 605298 h 1166887"/>
                <a:gd name="connsiteX111-7095" fmla="*/ 682995 w 3024845"/>
                <a:gd name="connsiteY111-7096" fmla="*/ 557739 h 1166887"/>
                <a:gd name="connsiteX112-7097" fmla="*/ 709342 w 3024845"/>
                <a:gd name="connsiteY112-7098" fmla="*/ 557739 h 1166887"/>
                <a:gd name="connsiteX113-7099" fmla="*/ 709342 w 3024845"/>
                <a:gd name="connsiteY113-7100" fmla="*/ 536121 h 1166887"/>
                <a:gd name="connsiteX114-7101" fmla="*/ 743796 w 3024845"/>
                <a:gd name="connsiteY114-7102" fmla="*/ 536121 h 1166887"/>
                <a:gd name="connsiteX115-7103" fmla="*/ 743796 w 3024845"/>
                <a:gd name="connsiteY115-7104" fmla="*/ 538553 h 1166887"/>
                <a:gd name="connsiteX116-7105" fmla="*/ 743796 w 3024845"/>
                <a:gd name="connsiteY116-7106" fmla="*/ 555577 h 1166887"/>
                <a:gd name="connsiteX117-7107" fmla="*/ 746076 w 3024845"/>
                <a:gd name="connsiteY117-7108" fmla="*/ 555577 h 1166887"/>
                <a:gd name="connsiteX118-7109" fmla="*/ 762036 w 3024845"/>
                <a:gd name="connsiteY118-7110" fmla="*/ 555577 h 1166887"/>
                <a:gd name="connsiteX119-7111" fmla="*/ 762036 w 3024845"/>
                <a:gd name="connsiteY119-7112" fmla="*/ 603136 h 1166887"/>
                <a:gd name="connsiteX120-7113" fmla="*/ 763049 w 3024845"/>
                <a:gd name="connsiteY120-7114" fmla="*/ 603136 h 1166887"/>
                <a:gd name="connsiteX121-7115" fmla="*/ 770143 w 3024845"/>
                <a:gd name="connsiteY121-7116" fmla="*/ 603136 h 1166887"/>
                <a:gd name="connsiteX122-7117" fmla="*/ 784330 w 3024845"/>
                <a:gd name="connsiteY122-7118" fmla="*/ 607460 h 1166887"/>
                <a:gd name="connsiteX123-7119" fmla="*/ 784330 w 3024845"/>
                <a:gd name="connsiteY123-7120" fmla="*/ 646372 h 1166887"/>
                <a:gd name="connsiteX124-7121" fmla="*/ 785343 w 3024845"/>
                <a:gd name="connsiteY124-7122" fmla="*/ 646372 h 1166887"/>
                <a:gd name="connsiteX125-7123" fmla="*/ 792436 w 3024845"/>
                <a:gd name="connsiteY125-7124" fmla="*/ 646372 h 1166887"/>
                <a:gd name="connsiteX126-7125" fmla="*/ 792436 w 3024845"/>
                <a:gd name="connsiteY126-7126" fmla="*/ 647993 h 1166887"/>
                <a:gd name="connsiteX127-7127" fmla="*/ 792436 w 3024845"/>
                <a:gd name="connsiteY127-7128" fmla="*/ 659342 h 1166887"/>
                <a:gd name="connsiteX128-7129" fmla="*/ 794463 w 3024845"/>
                <a:gd name="connsiteY128-7130" fmla="*/ 659342 h 1166887"/>
                <a:gd name="connsiteX129-7131" fmla="*/ 808650 w 3024845"/>
                <a:gd name="connsiteY129-7132" fmla="*/ 659342 h 1166887"/>
                <a:gd name="connsiteX130-7133" fmla="*/ 814730 w 3024845"/>
                <a:gd name="connsiteY130-7134" fmla="*/ 665828 h 1166887"/>
                <a:gd name="connsiteX131-7135" fmla="*/ 814730 w 3024845"/>
                <a:gd name="connsiteY131-7136" fmla="*/ 687446 h 1166887"/>
                <a:gd name="connsiteX132-7137" fmla="*/ 817010 w 3024845"/>
                <a:gd name="connsiteY132-7138" fmla="*/ 687446 h 1166887"/>
                <a:gd name="connsiteX133-7139" fmla="*/ 832970 w 3024845"/>
                <a:gd name="connsiteY133-7140" fmla="*/ 687446 h 1166887"/>
                <a:gd name="connsiteX134-7141" fmla="*/ 832970 w 3024845"/>
                <a:gd name="connsiteY134-7142" fmla="*/ 688526 h 1166887"/>
                <a:gd name="connsiteX135-7143" fmla="*/ 832970 w 3024845"/>
                <a:gd name="connsiteY135-7144" fmla="*/ 696093 h 1166887"/>
                <a:gd name="connsiteX136-7145" fmla="*/ 834237 w 3024845"/>
                <a:gd name="connsiteY136-7146" fmla="*/ 696093 h 1166887"/>
                <a:gd name="connsiteX137-7147" fmla="*/ 843104 w 3024845"/>
                <a:gd name="connsiteY137-7148" fmla="*/ 696093 h 1166887"/>
                <a:gd name="connsiteX138-7149" fmla="*/ 843104 w 3024845"/>
                <a:gd name="connsiteY138-7150" fmla="*/ 698254 h 1166887"/>
                <a:gd name="connsiteX139-7151" fmla="*/ 843104 w 3024845"/>
                <a:gd name="connsiteY139-7152" fmla="*/ 713387 h 1166887"/>
                <a:gd name="connsiteX140-7153" fmla="*/ 847157 w 3024845"/>
                <a:gd name="connsiteY140-7154" fmla="*/ 711495 h 1166887"/>
                <a:gd name="connsiteX141-7155" fmla="*/ 847157 w 3024845"/>
                <a:gd name="connsiteY141-7156" fmla="*/ 698254 h 1166887"/>
                <a:gd name="connsiteX142-7157" fmla="*/ 848170 w 3024845"/>
                <a:gd name="connsiteY142-7158" fmla="*/ 698254 h 1166887"/>
                <a:gd name="connsiteX143-7159" fmla="*/ 855264 w 3024845"/>
                <a:gd name="connsiteY143-7160" fmla="*/ 698254 h 1166887"/>
                <a:gd name="connsiteX144-7161" fmla="*/ 855264 w 3024845"/>
                <a:gd name="connsiteY144-7162" fmla="*/ 699876 h 1166887"/>
                <a:gd name="connsiteX145-7163" fmla="*/ 855264 w 3024845"/>
                <a:gd name="connsiteY145-7164" fmla="*/ 711225 h 1166887"/>
                <a:gd name="connsiteX146-7165" fmla="*/ 856024 w 3024845"/>
                <a:gd name="connsiteY146-7166" fmla="*/ 711225 h 1166887"/>
                <a:gd name="connsiteX147-7167" fmla="*/ 861344 w 3024845"/>
                <a:gd name="connsiteY147-7168" fmla="*/ 711225 h 1166887"/>
                <a:gd name="connsiteX148-7169" fmla="*/ 909984 w 3024845"/>
                <a:gd name="connsiteY148-7170" fmla="*/ 706902 h 1166887"/>
                <a:gd name="connsiteX149-7171" fmla="*/ 909984 w 3024845"/>
                <a:gd name="connsiteY149-7172" fmla="*/ 708253 h 1166887"/>
                <a:gd name="connsiteX150-7173" fmla="*/ 909984 w 3024845"/>
                <a:gd name="connsiteY150-7174" fmla="*/ 717710 h 1166887"/>
                <a:gd name="connsiteX151-7175" fmla="*/ 910744 w 3024845"/>
                <a:gd name="connsiteY151-7176" fmla="*/ 717710 h 1166887"/>
                <a:gd name="connsiteX152-7177" fmla="*/ 916065 w 3024845"/>
                <a:gd name="connsiteY152-7178" fmla="*/ 717710 h 1166887"/>
                <a:gd name="connsiteX153-7179" fmla="*/ 916065 w 3024845"/>
                <a:gd name="connsiteY153-7180" fmla="*/ 719872 h 1166887"/>
                <a:gd name="connsiteX154-7181" fmla="*/ 916065 w 3024845"/>
                <a:gd name="connsiteY154-7182" fmla="*/ 735005 h 1166887"/>
                <a:gd name="connsiteX155-7183" fmla="*/ 918091 w 3024845"/>
                <a:gd name="connsiteY155-7184" fmla="*/ 733654 h 1166887"/>
                <a:gd name="connsiteX156-7185" fmla="*/ 932278 w 3024845"/>
                <a:gd name="connsiteY156-7186" fmla="*/ 724196 h 1166887"/>
                <a:gd name="connsiteX157-7187" fmla="*/ 938358 w 3024845"/>
                <a:gd name="connsiteY157-7188" fmla="*/ 683122 h 1166887"/>
                <a:gd name="connsiteX158-7189" fmla="*/ 939118 w 3024845"/>
                <a:gd name="connsiteY158-7190" fmla="*/ 682852 h 1166887"/>
                <a:gd name="connsiteX159-7191" fmla="*/ 944438 w 3024845"/>
                <a:gd name="connsiteY159-7192" fmla="*/ 680960 h 1166887"/>
                <a:gd name="connsiteX160-7193" fmla="*/ 946465 w 3024845"/>
                <a:gd name="connsiteY160-7194" fmla="*/ 611783 h 1166887"/>
                <a:gd name="connsiteX161-7195" fmla="*/ 948492 w 3024845"/>
                <a:gd name="connsiteY161-7196" fmla="*/ 680960 h 1166887"/>
                <a:gd name="connsiteX162-7197" fmla="*/ 949252 w 3024845"/>
                <a:gd name="connsiteY162-7198" fmla="*/ 681230 h 1166887"/>
                <a:gd name="connsiteX163-7199" fmla="*/ 954572 w 3024845"/>
                <a:gd name="connsiteY163-7200" fmla="*/ 683122 h 1166887"/>
                <a:gd name="connsiteX164-7201" fmla="*/ 954572 w 3024845"/>
                <a:gd name="connsiteY164-7202" fmla="*/ 596651 h 1166887"/>
                <a:gd name="connsiteX165-7203" fmla="*/ 958625 w 3024845"/>
                <a:gd name="connsiteY165-7204" fmla="*/ 564224 h 1166887"/>
                <a:gd name="connsiteX166-7205" fmla="*/ 997132 w 3024845"/>
                <a:gd name="connsiteY166-7206" fmla="*/ 564224 h 1166887"/>
                <a:gd name="connsiteX167-7207" fmla="*/ 997132 w 3024845"/>
                <a:gd name="connsiteY167-7208" fmla="*/ 596651 h 1166887"/>
                <a:gd name="connsiteX168-7209" fmla="*/ 997892 w 3024845"/>
                <a:gd name="connsiteY168-7210" fmla="*/ 596651 h 1166887"/>
                <a:gd name="connsiteX169-7211" fmla="*/ 1003212 w 3024845"/>
                <a:gd name="connsiteY169-7212" fmla="*/ 596651 h 1166887"/>
                <a:gd name="connsiteX170-7213" fmla="*/ 1003212 w 3024845"/>
                <a:gd name="connsiteY170-7214" fmla="*/ 514503 h 1166887"/>
                <a:gd name="connsiteX171-7215" fmla="*/ 1004986 w 3024845"/>
                <a:gd name="connsiteY171-7216" fmla="*/ 514503 h 1166887"/>
                <a:gd name="connsiteX172-7217" fmla="*/ 1017399 w 3024845"/>
                <a:gd name="connsiteY172-7218" fmla="*/ 514503 h 1166887"/>
                <a:gd name="connsiteX173-7219" fmla="*/ 1017399 w 3024845"/>
                <a:gd name="connsiteY173-7220" fmla="*/ 512612 h 1166887"/>
                <a:gd name="connsiteX174-7221" fmla="*/ 1017399 w 3024845"/>
                <a:gd name="connsiteY174-7222" fmla="*/ 499371 h 1166887"/>
                <a:gd name="connsiteX175-7223" fmla="*/ 1039693 w 3024845"/>
                <a:gd name="connsiteY175-7224" fmla="*/ 499371 h 1166887"/>
                <a:gd name="connsiteX176-7225" fmla="*/ 1039693 w 3024845"/>
                <a:gd name="connsiteY176-7226" fmla="*/ 498290 h 1166887"/>
                <a:gd name="connsiteX177-7227" fmla="*/ 1039693 w 3024845"/>
                <a:gd name="connsiteY177-7228" fmla="*/ 490724 h 1166887"/>
                <a:gd name="connsiteX178-7229" fmla="*/ 1041466 w 3024845"/>
                <a:gd name="connsiteY178-7230" fmla="*/ 490724 h 1166887"/>
                <a:gd name="connsiteX179-7231" fmla="*/ 1053880 w 3024845"/>
                <a:gd name="connsiteY179-7232" fmla="*/ 490724 h 1166887"/>
                <a:gd name="connsiteX180-7233" fmla="*/ 1053880 w 3024845"/>
                <a:gd name="connsiteY180-7234" fmla="*/ 491805 h 1166887"/>
                <a:gd name="connsiteX181-7235" fmla="*/ 1053880 w 3024845"/>
                <a:gd name="connsiteY181-7236" fmla="*/ 499371 h 1166887"/>
                <a:gd name="connsiteX182-7237" fmla="*/ 1054640 w 3024845"/>
                <a:gd name="connsiteY182-7238" fmla="*/ 499371 h 1166887"/>
                <a:gd name="connsiteX183-7239" fmla="*/ 1059960 w 3024845"/>
                <a:gd name="connsiteY183-7240" fmla="*/ 499371 h 1166887"/>
                <a:gd name="connsiteX184-7241" fmla="*/ 1070093 w 3024845"/>
                <a:gd name="connsiteY184-7242" fmla="*/ 495047 h 1166887"/>
                <a:gd name="connsiteX185-7243" fmla="*/ 1074146 w 3024845"/>
                <a:gd name="connsiteY185-7244" fmla="*/ 498290 h 1166887"/>
                <a:gd name="connsiteX186-7245" fmla="*/ 1074146 w 3024845"/>
                <a:gd name="connsiteY186-7246" fmla="*/ 490724 h 1166887"/>
                <a:gd name="connsiteX187-7247" fmla="*/ 1076426 w 3024845"/>
                <a:gd name="connsiteY187-7248" fmla="*/ 490724 h 1166887"/>
                <a:gd name="connsiteX188-7249" fmla="*/ 1092387 w 3024845"/>
                <a:gd name="connsiteY188-7250" fmla="*/ 490724 h 1166887"/>
                <a:gd name="connsiteX189-7251" fmla="*/ 1092387 w 3024845"/>
                <a:gd name="connsiteY189-7252" fmla="*/ 491805 h 1166887"/>
                <a:gd name="connsiteX190-7253" fmla="*/ 1092387 w 3024845"/>
                <a:gd name="connsiteY190-7254" fmla="*/ 499371 h 1166887"/>
                <a:gd name="connsiteX191-7255" fmla="*/ 1122787 w 3024845"/>
                <a:gd name="connsiteY191-7256" fmla="*/ 499371 h 1166887"/>
                <a:gd name="connsiteX192-7257" fmla="*/ 1122787 w 3024845"/>
                <a:gd name="connsiteY192-7258" fmla="*/ 500992 h 1166887"/>
                <a:gd name="connsiteX193-7259" fmla="*/ 1122787 w 3024845"/>
                <a:gd name="connsiteY193-7260" fmla="*/ 512342 h 1166887"/>
                <a:gd name="connsiteX194-7261" fmla="*/ 1149134 w 3024845"/>
                <a:gd name="connsiteY194-7262" fmla="*/ 512342 h 1166887"/>
                <a:gd name="connsiteX195-7263" fmla="*/ 1149134 w 3024845"/>
                <a:gd name="connsiteY195-7264" fmla="*/ 542606 h 1166887"/>
                <a:gd name="connsiteX196-7265" fmla="*/ 1149894 w 3024845"/>
                <a:gd name="connsiteY196-7266" fmla="*/ 542606 h 1166887"/>
                <a:gd name="connsiteX197-7267" fmla="*/ 1155214 w 3024845"/>
                <a:gd name="connsiteY197-7268" fmla="*/ 542606 h 1166887"/>
                <a:gd name="connsiteX198-7269" fmla="*/ 1155214 w 3024845"/>
                <a:gd name="connsiteY198-7270" fmla="*/ 543687 h 1166887"/>
                <a:gd name="connsiteX199-7271" fmla="*/ 1155214 w 3024845"/>
                <a:gd name="connsiteY199-7272" fmla="*/ 551254 h 1166887"/>
                <a:gd name="connsiteX200-7273" fmla="*/ 1159268 w 3024845"/>
                <a:gd name="connsiteY200-7274" fmla="*/ 581518 h 1166887"/>
                <a:gd name="connsiteX201-7275" fmla="*/ 1160028 w 3024845"/>
                <a:gd name="connsiteY201-7276" fmla="*/ 581518 h 1166887"/>
                <a:gd name="connsiteX202-7277" fmla="*/ 1165348 w 3024845"/>
                <a:gd name="connsiteY202-7278" fmla="*/ 581518 h 1166887"/>
                <a:gd name="connsiteX203-7279" fmla="*/ 1165348 w 3024845"/>
                <a:gd name="connsiteY203-7280" fmla="*/ 582329 h 1166887"/>
                <a:gd name="connsiteX204-7281" fmla="*/ 1165348 w 3024845"/>
                <a:gd name="connsiteY204-7282" fmla="*/ 588004 h 1166887"/>
                <a:gd name="connsiteX205-7283" fmla="*/ 1166361 w 3024845"/>
                <a:gd name="connsiteY205-7284" fmla="*/ 588004 h 1166887"/>
                <a:gd name="connsiteX206-7285" fmla="*/ 1173454 w 3024845"/>
                <a:gd name="connsiteY206-7286" fmla="*/ 588004 h 1166887"/>
                <a:gd name="connsiteX207-7287" fmla="*/ 1173454 w 3024845"/>
                <a:gd name="connsiteY207-7288" fmla="*/ 618269 h 1166887"/>
                <a:gd name="connsiteX208-7289" fmla="*/ 1175481 w 3024845"/>
                <a:gd name="connsiteY208-7290" fmla="*/ 618269 h 1166887"/>
                <a:gd name="connsiteX209-7291" fmla="*/ 1189668 w 3024845"/>
                <a:gd name="connsiteY209-7292" fmla="*/ 618269 h 1166887"/>
                <a:gd name="connsiteX210-7293" fmla="*/ 1189668 w 3024845"/>
                <a:gd name="connsiteY210-7294" fmla="*/ 642048 h 1166887"/>
                <a:gd name="connsiteX211-7295" fmla="*/ 1191695 w 3024845"/>
                <a:gd name="connsiteY211-7296" fmla="*/ 643669 h 1166887"/>
                <a:gd name="connsiteX212-7297" fmla="*/ 1191695 w 3024845"/>
                <a:gd name="connsiteY212-7298" fmla="*/ 655019 h 1166887"/>
                <a:gd name="connsiteX213-7299" fmla="*/ 1192455 w 3024845"/>
                <a:gd name="connsiteY213-7300" fmla="*/ 655019 h 1166887"/>
                <a:gd name="connsiteX214-7301" fmla="*/ 1197775 w 3024845"/>
                <a:gd name="connsiteY214-7302" fmla="*/ 655019 h 1166887"/>
                <a:gd name="connsiteX215-7303" fmla="*/ 1197775 w 3024845"/>
                <a:gd name="connsiteY215-7304" fmla="*/ 678798 h 1166887"/>
                <a:gd name="connsiteX216-7305" fmla="*/ 1199041 w 3024845"/>
                <a:gd name="connsiteY216-7306" fmla="*/ 678798 h 1166887"/>
                <a:gd name="connsiteX217-7307" fmla="*/ 1207908 w 3024845"/>
                <a:gd name="connsiteY217-7308" fmla="*/ 678798 h 1166887"/>
                <a:gd name="connsiteX218-7309" fmla="*/ 1209935 w 3024845"/>
                <a:gd name="connsiteY218-7310" fmla="*/ 682852 h 1166887"/>
                <a:gd name="connsiteX219-7311" fmla="*/ 1209935 w 3024845"/>
                <a:gd name="connsiteY219-7312" fmla="*/ 696093 h 1166887"/>
                <a:gd name="connsiteX220-7313" fmla="*/ 1211455 w 3024845"/>
                <a:gd name="connsiteY220-7314" fmla="*/ 694201 h 1166887"/>
                <a:gd name="connsiteX221-7315" fmla="*/ 1222095 w 3024845"/>
                <a:gd name="connsiteY221-7316" fmla="*/ 680960 h 1166887"/>
                <a:gd name="connsiteX222-7317" fmla="*/ 1250469 w 3024845"/>
                <a:gd name="connsiteY222-7318" fmla="*/ 680960 h 1166887"/>
                <a:gd name="connsiteX223-7319" fmla="*/ 1250469 w 3024845"/>
                <a:gd name="connsiteY223-7320" fmla="*/ 767431 h 1166887"/>
                <a:gd name="connsiteX224-7321" fmla="*/ 1251229 w 3024845"/>
                <a:gd name="connsiteY224-7322" fmla="*/ 767431 h 1166887"/>
                <a:gd name="connsiteX225-7323" fmla="*/ 1256549 w 3024845"/>
                <a:gd name="connsiteY225-7324" fmla="*/ 767431 h 1166887"/>
                <a:gd name="connsiteX226-7325" fmla="*/ 1257309 w 3024845"/>
                <a:gd name="connsiteY226-7326" fmla="*/ 766080 h 1166887"/>
                <a:gd name="connsiteX227-7327" fmla="*/ 1262629 w 3024845"/>
                <a:gd name="connsiteY227-7328" fmla="*/ 756622 h 1166887"/>
                <a:gd name="connsiteX228-7329" fmla="*/ 1262629 w 3024845"/>
                <a:gd name="connsiteY228-7330" fmla="*/ 758514 h 1166887"/>
                <a:gd name="connsiteX229-7331" fmla="*/ 1262629 w 3024845"/>
                <a:gd name="connsiteY229-7332" fmla="*/ 771755 h 1166887"/>
                <a:gd name="connsiteX230-7333" fmla="*/ 1266682 w 3024845"/>
                <a:gd name="connsiteY230-7334" fmla="*/ 726358 h 1166887"/>
                <a:gd name="connsiteX231-7335" fmla="*/ 1267442 w 3024845"/>
                <a:gd name="connsiteY231-7336" fmla="*/ 726358 h 1166887"/>
                <a:gd name="connsiteX232-7337" fmla="*/ 1272762 w 3024845"/>
                <a:gd name="connsiteY232-7338" fmla="*/ 726358 h 1166887"/>
                <a:gd name="connsiteX233-7339" fmla="*/ 1272762 w 3024845"/>
                <a:gd name="connsiteY233-7340" fmla="*/ 661504 h 1166887"/>
                <a:gd name="connsiteX234-7341" fmla="*/ 1273776 w 3024845"/>
                <a:gd name="connsiteY234-7342" fmla="*/ 661504 h 1166887"/>
                <a:gd name="connsiteX235-7343" fmla="*/ 1280869 w 3024845"/>
                <a:gd name="connsiteY235-7344" fmla="*/ 661504 h 1166887"/>
                <a:gd name="connsiteX236-7345" fmla="*/ 1293029 w 3024845"/>
                <a:gd name="connsiteY236-7346" fmla="*/ 618269 h 1166887"/>
                <a:gd name="connsiteX237-7347" fmla="*/ 1294296 w 3024845"/>
                <a:gd name="connsiteY237-7348" fmla="*/ 618269 h 1166887"/>
                <a:gd name="connsiteX238-7349" fmla="*/ 1303163 w 3024845"/>
                <a:gd name="connsiteY238-7350" fmla="*/ 618269 h 1166887"/>
                <a:gd name="connsiteX239-7351" fmla="*/ 1313296 w 3024845"/>
                <a:gd name="connsiteY239-7352" fmla="*/ 661504 h 1166887"/>
                <a:gd name="connsiteX240-7353" fmla="*/ 1314309 w 3024845"/>
                <a:gd name="connsiteY240-7354" fmla="*/ 661504 h 1166887"/>
                <a:gd name="connsiteX241-7355" fmla="*/ 1321403 w 3024845"/>
                <a:gd name="connsiteY241-7356" fmla="*/ 661504 h 1166887"/>
                <a:gd name="connsiteX242-7357" fmla="*/ 1321403 w 3024845"/>
                <a:gd name="connsiteY242-7358" fmla="*/ 700416 h 1166887"/>
                <a:gd name="connsiteX243-7359" fmla="*/ 1323176 w 3024845"/>
                <a:gd name="connsiteY243-7360" fmla="*/ 700416 h 1166887"/>
                <a:gd name="connsiteX244-7361" fmla="*/ 1335590 w 3024845"/>
                <a:gd name="connsiteY244-7362" fmla="*/ 700416 h 1166887"/>
                <a:gd name="connsiteX245-7363" fmla="*/ 1335590 w 3024845"/>
                <a:gd name="connsiteY245-7364" fmla="*/ 702578 h 1166887"/>
                <a:gd name="connsiteX246-7365" fmla="*/ 1335590 w 3024845"/>
                <a:gd name="connsiteY246-7366" fmla="*/ 717710 h 1166887"/>
                <a:gd name="connsiteX247-7367" fmla="*/ 1339643 w 3024845"/>
                <a:gd name="connsiteY247-7368" fmla="*/ 715549 h 1166887"/>
                <a:gd name="connsiteX248-7369" fmla="*/ 1339643 w 3024845"/>
                <a:gd name="connsiteY248-7370" fmla="*/ 700416 h 1166887"/>
                <a:gd name="connsiteX249-7371" fmla="*/ 1341163 w 3024845"/>
                <a:gd name="connsiteY249-7372" fmla="*/ 700416 h 1166887"/>
                <a:gd name="connsiteX250-7373" fmla="*/ 1351803 w 3024845"/>
                <a:gd name="connsiteY250-7374" fmla="*/ 700416 h 1166887"/>
                <a:gd name="connsiteX251-7375" fmla="*/ 1351803 w 3024845"/>
                <a:gd name="connsiteY251-7376" fmla="*/ 702037 h 1166887"/>
                <a:gd name="connsiteX252-7377" fmla="*/ 1351803 w 3024845"/>
                <a:gd name="connsiteY252-7378" fmla="*/ 713387 h 1166887"/>
                <a:gd name="connsiteX253-7379" fmla="*/ 1382204 w 3024845"/>
                <a:gd name="connsiteY253-7380" fmla="*/ 713387 h 1166887"/>
                <a:gd name="connsiteX254-7381" fmla="*/ 1382204 w 3024845"/>
                <a:gd name="connsiteY254-7382" fmla="*/ 676637 h 1166887"/>
                <a:gd name="connsiteX255-7383" fmla="*/ 1383470 w 3024845"/>
                <a:gd name="connsiteY255-7384" fmla="*/ 676637 h 1166887"/>
                <a:gd name="connsiteX256-7385" fmla="*/ 1392337 w 3024845"/>
                <a:gd name="connsiteY256-7386" fmla="*/ 676637 h 1166887"/>
                <a:gd name="connsiteX257-7387" fmla="*/ 1392337 w 3024845"/>
                <a:gd name="connsiteY257-7388" fmla="*/ 698254 h 1166887"/>
                <a:gd name="connsiteX258-7389" fmla="*/ 1394364 w 3024845"/>
                <a:gd name="connsiteY258-7390" fmla="*/ 665828 h 1166887"/>
                <a:gd name="connsiteX259-7391" fmla="*/ 1416657 w 3024845"/>
                <a:gd name="connsiteY259-7392" fmla="*/ 665828 h 1166887"/>
                <a:gd name="connsiteX260-7393" fmla="*/ 1416657 w 3024845"/>
                <a:gd name="connsiteY260-7394" fmla="*/ 664206 h 1166887"/>
                <a:gd name="connsiteX261-7395" fmla="*/ 1416657 w 3024845"/>
                <a:gd name="connsiteY261-7396" fmla="*/ 652857 h 1166887"/>
                <a:gd name="connsiteX262-7397" fmla="*/ 1417417 w 3024845"/>
                <a:gd name="connsiteY262-7398" fmla="*/ 652857 h 1166887"/>
                <a:gd name="connsiteX263-7399" fmla="*/ 1422737 w 3024845"/>
                <a:gd name="connsiteY263-7400" fmla="*/ 652857 h 1166887"/>
                <a:gd name="connsiteX264-7401" fmla="*/ 1422737 w 3024845"/>
                <a:gd name="connsiteY264-7402" fmla="*/ 650966 h 1166887"/>
                <a:gd name="connsiteX265-7403" fmla="*/ 1422737 w 3024845"/>
                <a:gd name="connsiteY265-7404" fmla="*/ 637725 h 1166887"/>
                <a:gd name="connsiteX266-7405" fmla="*/ 1426791 w 3024845"/>
                <a:gd name="connsiteY266-7406" fmla="*/ 644210 h 1166887"/>
                <a:gd name="connsiteX267-7407" fmla="*/ 1429071 w 3024845"/>
                <a:gd name="connsiteY267-7408" fmla="*/ 644210 h 1166887"/>
                <a:gd name="connsiteX268-7409" fmla="*/ 1445031 w 3024845"/>
                <a:gd name="connsiteY268-7410" fmla="*/ 644210 h 1166887"/>
                <a:gd name="connsiteX269-7411" fmla="*/ 1445031 w 3024845"/>
                <a:gd name="connsiteY269-7412" fmla="*/ 643399 h 1166887"/>
                <a:gd name="connsiteX270-7413" fmla="*/ 1445031 w 3024845"/>
                <a:gd name="connsiteY270-7414" fmla="*/ 637725 h 1166887"/>
                <a:gd name="connsiteX271-7415" fmla="*/ 1445791 w 3024845"/>
                <a:gd name="connsiteY271-7416" fmla="*/ 637725 h 1166887"/>
                <a:gd name="connsiteX272-7417" fmla="*/ 1451111 w 3024845"/>
                <a:gd name="connsiteY272-7418" fmla="*/ 637725 h 1166887"/>
                <a:gd name="connsiteX273-7419" fmla="*/ 1451111 w 3024845"/>
                <a:gd name="connsiteY273-7420" fmla="*/ 639076 h 1166887"/>
                <a:gd name="connsiteX274-7421" fmla="*/ 1451111 w 3024845"/>
                <a:gd name="connsiteY274-7422" fmla="*/ 648534 h 1166887"/>
                <a:gd name="connsiteX275-7423" fmla="*/ 1489618 w 3024845"/>
                <a:gd name="connsiteY275-7424" fmla="*/ 648534 h 1166887"/>
                <a:gd name="connsiteX276-7425" fmla="*/ 1489618 w 3024845"/>
                <a:gd name="connsiteY276-7426" fmla="*/ 786887 h 1166887"/>
                <a:gd name="connsiteX277-7427" fmla="*/ 1491138 w 3024845"/>
                <a:gd name="connsiteY277-7428" fmla="*/ 786887 h 1166887"/>
                <a:gd name="connsiteX278-7429" fmla="*/ 1501778 w 3024845"/>
                <a:gd name="connsiteY278-7430" fmla="*/ 786887 h 1166887"/>
                <a:gd name="connsiteX279-7431" fmla="*/ 1501778 w 3024845"/>
                <a:gd name="connsiteY279-7432" fmla="*/ 773917 h 1166887"/>
                <a:gd name="connsiteX280-7433" fmla="*/ 1505832 w 3024845"/>
                <a:gd name="connsiteY280-7434" fmla="*/ 773917 h 1166887"/>
                <a:gd name="connsiteX281-7435" fmla="*/ 1505832 w 3024845"/>
                <a:gd name="connsiteY281-7436" fmla="*/ 786887 h 1166887"/>
                <a:gd name="connsiteX282-7437" fmla="*/ 1536232 w 3024845"/>
                <a:gd name="connsiteY282-7438" fmla="*/ 786887 h 1166887"/>
                <a:gd name="connsiteX283-7439" fmla="*/ 1536232 w 3024845"/>
                <a:gd name="connsiteY283-7440" fmla="*/ 756622 h 1166887"/>
                <a:gd name="connsiteX284-7441" fmla="*/ 1548392 w 3024845"/>
                <a:gd name="connsiteY284-7442" fmla="*/ 756622 h 1166887"/>
                <a:gd name="connsiteX285-7443" fmla="*/ 1560552 w 3024845"/>
                <a:gd name="connsiteY285-7444" fmla="*/ 754461 h 1166887"/>
                <a:gd name="connsiteX286-7445" fmla="*/ 1564606 w 3024845"/>
                <a:gd name="connsiteY286-7446" fmla="*/ 756622 h 1166887"/>
                <a:gd name="connsiteX287-7447" fmla="*/ 1574739 w 3024845"/>
                <a:gd name="connsiteY287-7448" fmla="*/ 756622 h 1166887"/>
                <a:gd name="connsiteX288-7449" fmla="*/ 1574739 w 3024845"/>
                <a:gd name="connsiteY288-7450" fmla="*/ 786887 h 1166887"/>
                <a:gd name="connsiteX289-7451" fmla="*/ 1582846 w 3024845"/>
                <a:gd name="connsiteY289-7452" fmla="*/ 786887 h 1166887"/>
                <a:gd name="connsiteX290-7453" fmla="*/ 1582846 w 3024845"/>
                <a:gd name="connsiteY290-7454" fmla="*/ 804182 h 1166887"/>
                <a:gd name="connsiteX291-7455" fmla="*/ 1592182 w 3024845"/>
                <a:gd name="connsiteY291-7456" fmla="*/ 805087 h 1166887"/>
                <a:gd name="connsiteX292-7457" fmla="*/ 1605140 w 3024845"/>
                <a:gd name="connsiteY292-7458" fmla="*/ 805087 h 1166887"/>
                <a:gd name="connsiteX293-7459" fmla="*/ 1605140 w 3024845"/>
                <a:gd name="connsiteY293-7460" fmla="*/ 789049 h 1166887"/>
                <a:gd name="connsiteX294-7461" fmla="*/ 1673096 w 3024845"/>
                <a:gd name="connsiteY294-7462" fmla="*/ 789049 h 1166887"/>
                <a:gd name="connsiteX295-7463" fmla="*/ 1673096 w 3024845"/>
                <a:gd name="connsiteY295-7464" fmla="*/ 703796 h 1166887"/>
                <a:gd name="connsiteX296-7465" fmla="*/ 1745104 w 3024845"/>
                <a:gd name="connsiteY296-7466" fmla="*/ 703796 h 1166887"/>
                <a:gd name="connsiteX297-7467" fmla="*/ 1745104 w 3024845"/>
                <a:gd name="connsiteY297-7468" fmla="*/ 782564 h 1166887"/>
                <a:gd name="connsiteX298-7469" fmla="*/ 1747008 w 3024845"/>
                <a:gd name="connsiteY298-7470" fmla="*/ 782564 h 1166887"/>
                <a:gd name="connsiteX299-7471" fmla="*/ 1748250 w 3024845"/>
                <a:gd name="connsiteY299-7472" fmla="*/ 805087 h 1166887"/>
                <a:gd name="connsiteX300-7473" fmla="*/ 1757926 w 3024845"/>
                <a:gd name="connsiteY300-7474" fmla="*/ 805087 h 1166887"/>
                <a:gd name="connsiteX301-7475" fmla="*/ 1759168 w 3024845"/>
                <a:gd name="connsiteY301-7476" fmla="*/ 782564 h 1166887"/>
                <a:gd name="connsiteX302-7477" fmla="*/ 1765248 w 3024845"/>
                <a:gd name="connsiteY302-7478" fmla="*/ 782564 h 1166887"/>
                <a:gd name="connsiteX303-7479" fmla="*/ 1766490 w 3024845"/>
                <a:gd name="connsiteY303-7480" fmla="*/ 805087 h 1166887"/>
                <a:gd name="connsiteX304-7481" fmla="*/ 1817112 w 3024845"/>
                <a:gd name="connsiteY304-7482" fmla="*/ 805087 h 1166887"/>
                <a:gd name="connsiteX305-7483" fmla="*/ 1817112 w 3024845"/>
                <a:gd name="connsiteY305-7484" fmla="*/ 642059 h 1166887"/>
                <a:gd name="connsiteX306-7485" fmla="*/ 2014439 w 3024845"/>
                <a:gd name="connsiteY306-7486" fmla="*/ 642059 h 1166887"/>
                <a:gd name="connsiteX307-7487" fmla="*/ 2014439 w 3024845"/>
                <a:gd name="connsiteY307-7488" fmla="*/ 805087 h 1166887"/>
                <a:gd name="connsiteX308-7489" fmla="*/ 2033136 w 3024845"/>
                <a:gd name="connsiteY308-7490" fmla="*/ 805087 h 1166887"/>
                <a:gd name="connsiteX309-7491" fmla="*/ 2033136 w 3024845"/>
                <a:gd name="connsiteY309-7492" fmla="*/ 722394 h 1166887"/>
                <a:gd name="connsiteX310-7493" fmla="*/ 2128256 w 3024845"/>
                <a:gd name="connsiteY310-7494" fmla="*/ 722394 h 1166887"/>
                <a:gd name="connsiteX311-7495" fmla="*/ 2140186 w 3024845"/>
                <a:gd name="connsiteY311-7496" fmla="*/ 404253 h 1166887"/>
                <a:gd name="connsiteX312-7497" fmla="*/ 2128026 w 3024845"/>
                <a:gd name="connsiteY312-7498" fmla="*/ 382635 h 1166887"/>
                <a:gd name="connsiteX313-7499" fmla="*/ 2121946 w 3024845"/>
                <a:gd name="connsiteY313-7500" fmla="*/ 378311 h 1166887"/>
                <a:gd name="connsiteX314-7501" fmla="*/ 2130053 w 3024845"/>
                <a:gd name="connsiteY314-7502" fmla="*/ 354532 h 1166887"/>
                <a:gd name="connsiteX315-7503" fmla="*/ 2130053 w 3024845"/>
                <a:gd name="connsiteY315-7504" fmla="*/ 337238 h 1166887"/>
                <a:gd name="connsiteX316-7505" fmla="*/ 2144240 w 3024845"/>
                <a:gd name="connsiteY316-7506" fmla="*/ 337238 h 1166887"/>
                <a:gd name="connsiteX317-7507" fmla="*/ 2144240 w 3024845"/>
                <a:gd name="connsiteY317-7508" fmla="*/ 315620 h 1166887"/>
                <a:gd name="connsiteX318-7509" fmla="*/ 2146266 w 3024845"/>
                <a:gd name="connsiteY318-7510" fmla="*/ 311296 h 1166887"/>
                <a:gd name="connsiteX319-7511" fmla="*/ 2146266 w 3024845"/>
                <a:gd name="connsiteY319-7512" fmla="*/ 233472 h 1166887"/>
                <a:gd name="connsiteX320-7513" fmla="*/ 2144240 w 3024845"/>
                <a:gd name="connsiteY320-7514" fmla="*/ 226987 h 1166887"/>
                <a:gd name="connsiteX321-7515" fmla="*/ 2150320 w 3024845"/>
                <a:gd name="connsiteY321-7516" fmla="*/ 220501 h 1166887"/>
                <a:gd name="connsiteX322-7517" fmla="*/ 2150320 w 3024845"/>
                <a:gd name="connsiteY322-7518" fmla="*/ 162133 h 1166887"/>
                <a:gd name="connsiteX323-7519" fmla="*/ 2152346 w 3024845"/>
                <a:gd name="connsiteY323-7520" fmla="*/ 157810 h 1166887"/>
                <a:gd name="connsiteX324-7521" fmla="*/ 2152346 w 3024845"/>
                <a:gd name="connsiteY324-7522" fmla="*/ 101604 h 1166887"/>
                <a:gd name="connsiteX325-7523" fmla="*/ 2154373 w 3024845"/>
                <a:gd name="connsiteY325-7524" fmla="*/ 82148 h 1166887"/>
                <a:gd name="connsiteX326-7525" fmla="*/ 2158427 w 3024845"/>
                <a:gd name="connsiteY326-7526" fmla="*/ 99442 h 1166887"/>
                <a:gd name="connsiteX327-7527" fmla="*/ 2160453 w 3024845"/>
                <a:gd name="connsiteY327-7528" fmla="*/ 157810 h 1166887"/>
                <a:gd name="connsiteX328-7529" fmla="*/ 2162480 w 3024845"/>
                <a:gd name="connsiteY328-7530" fmla="*/ 220501 h 1166887"/>
                <a:gd name="connsiteX329-7531" fmla="*/ 2168560 w 3024845"/>
                <a:gd name="connsiteY329-7532" fmla="*/ 226987 h 1166887"/>
                <a:gd name="connsiteX330-7533" fmla="*/ 2166533 w 3024845"/>
                <a:gd name="connsiteY330-7534" fmla="*/ 233472 h 1166887"/>
                <a:gd name="connsiteX331-7535" fmla="*/ 2166533 w 3024845"/>
                <a:gd name="connsiteY331-7536" fmla="*/ 311296 h 1166887"/>
                <a:gd name="connsiteX332-7537" fmla="*/ 2168560 w 3024845"/>
                <a:gd name="connsiteY332-7538" fmla="*/ 315620 h 1166887"/>
                <a:gd name="connsiteX333-7539" fmla="*/ 2168560 w 3024845"/>
                <a:gd name="connsiteY333-7540" fmla="*/ 337238 h 1166887"/>
                <a:gd name="connsiteX334-7541" fmla="*/ 2182747 w 3024845"/>
                <a:gd name="connsiteY334-7542" fmla="*/ 337238 h 1166887"/>
                <a:gd name="connsiteX335-7543" fmla="*/ 2182747 w 3024845"/>
                <a:gd name="connsiteY335-7544" fmla="*/ 354532 h 1166887"/>
                <a:gd name="connsiteX336-7545" fmla="*/ 2190854 w 3024845"/>
                <a:gd name="connsiteY336-7546" fmla="*/ 378311 h 1166887"/>
                <a:gd name="connsiteX337-7547" fmla="*/ 2184774 w 3024845"/>
                <a:gd name="connsiteY337-7548" fmla="*/ 382635 h 1166887"/>
                <a:gd name="connsiteX338-7549" fmla="*/ 2172613 w 3024845"/>
                <a:gd name="connsiteY338-7550" fmla="*/ 404253 h 1166887"/>
                <a:gd name="connsiteX339-7551" fmla="*/ 2180720 w 3024845"/>
                <a:gd name="connsiteY339-7552" fmla="*/ 657181 h 1166887"/>
                <a:gd name="connsiteX340-7553" fmla="*/ 2245574 w 3024845"/>
                <a:gd name="connsiteY340-7554" fmla="*/ 657181 h 1166887"/>
                <a:gd name="connsiteX341-7555" fmla="*/ 2245574 w 3024845"/>
                <a:gd name="connsiteY341-7556" fmla="*/ 732843 h 1166887"/>
                <a:gd name="connsiteX342-7557" fmla="*/ 2253681 w 3024845"/>
                <a:gd name="connsiteY342-7558" fmla="*/ 732843 h 1166887"/>
                <a:gd name="connsiteX343-7559" fmla="*/ 2255708 w 3024845"/>
                <a:gd name="connsiteY343-7560" fmla="*/ 726358 h 1166887"/>
                <a:gd name="connsiteX344-7561" fmla="*/ 2261788 w 3024845"/>
                <a:gd name="connsiteY344-7562" fmla="*/ 726358 h 1166887"/>
                <a:gd name="connsiteX345-7563" fmla="*/ 2263815 w 3024845"/>
                <a:gd name="connsiteY345-7564" fmla="*/ 735005 h 1166887"/>
                <a:gd name="connsiteX346-7565" fmla="*/ 2275975 w 3024845"/>
                <a:gd name="connsiteY346-7566" fmla="*/ 735005 h 1166887"/>
                <a:gd name="connsiteX347-7567" fmla="*/ 2275975 w 3024845"/>
                <a:gd name="connsiteY347-7568" fmla="*/ 728519 h 1166887"/>
                <a:gd name="connsiteX348-7569" fmla="*/ 2298268 w 3024845"/>
                <a:gd name="connsiteY348-7570" fmla="*/ 728519 h 1166887"/>
                <a:gd name="connsiteX349-7571" fmla="*/ 2298268 w 3024845"/>
                <a:gd name="connsiteY349-7572" fmla="*/ 735005 h 1166887"/>
                <a:gd name="connsiteX350-7573" fmla="*/ 2318535 w 3024845"/>
                <a:gd name="connsiteY350-7574" fmla="*/ 735005 h 1166887"/>
                <a:gd name="connsiteX351-7575" fmla="*/ 2318535 w 3024845"/>
                <a:gd name="connsiteY351-7576" fmla="*/ 780402 h 1166887"/>
                <a:gd name="connsiteX352-7577" fmla="*/ 2332722 w 3024845"/>
                <a:gd name="connsiteY352-7578" fmla="*/ 780402 h 1166887"/>
                <a:gd name="connsiteX353-7579" fmla="*/ 2332722 w 3024845"/>
                <a:gd name="connsiteY353-7580" fmla="*/ 767431 h 1166887"/>
                <a:gd name="connsiteX354-7581" fmla="*/ 2348936 w 3024845"/>
                <a:gd name="connsiteY354-7582" fmla="*/ 767431 h 1166887"/>
                <a:gd name="connsiteX355-7583" fmla="*/ 2348936 w 3024845"/>
                <a:gd name="connsiteY355-7584" fmla="*/ 588004 h 1166887"/>
                <a:gd name="connsiteX356-7585" fmla="*/ 2355016 w 3024845"/>
                <a:gd name="connsiteY356-7586" fmla="*/ 581518 h 1166887"/>
                <a:gd name="connsiteX357-7587" fmla="*/ 2427977 w 3024845"/>
                <a:gd name="connsiteY357-7588" fmla="*/ 581518 h 1166887"/>
                <a:gd name="connsiteX358-7589" fmla="*/ 2427977 w 3024845"/>
                <a:gd name="connsiteY358-7590" fmla="*/ 590166 h 1166887"/>
                <a:gd name="connsiteX359-7591" fmla="*/ 2438110 w 3024845"/>
                <a:gd name="connsiteY359-7592" fmla="*/ 590166 h 1166887"/>
                <a:gd name="connsiteX360-7593" fmla="*/ 2438110 w 3024845"/>
                <a:gd name="connsiteY360-7594" fmla="*/ 704740 h 1166887"/>
                <a:gd name="connsiteX361-7595" fmla="*/ 2460404 w 3024845"/>
                <a:gd name="connsiteY361-7596" fmla="*/ 704740 h 1166887"/>
                <a:gd name="connsiteX362-7597" fmla="*/ 2460404 w 3024845"/>
                <a:gd name="connsiteY362-7598" fmla="*/ 637725 h 1166887"/>
                <a:gd name="connsiteX363-7599" fmla="*/ 2486751 w 3024845"/>
                <a:gd name="connsiteY363-7600" fmla="*/ 637725 h 1166887"/>
                <a:gd name="connsiteX364-7601" fmla="*/ 2490804 w 3024845"/>
                <a:gd name="connsiteY364-7602" fmla="*/ 633401 h 1166887"/>
                <a:gd name="connsiteX365-7603" fmla="*/ 2498911 w 3024845"/>
                <a:gd name="connsiteY365-7604" fmla="*/ 633401 h 1166887"/>
                <a:gd name="connsiteX366-7605" fmla="*/ 2502964 w 3024845"/>
                <a:gd name="connsiteY366-7606" fmla="*/ 637725 h 1166887"/>
                <a:gd name="connsiteX367-7607" fmla="*/ 2525258 w 3024845"/>
                <a:gd name="connsiteY367-7608" fmla="*/ 637725 h 1166887"/>
                <a:gd name="connsiteX368-7609" fmla="*/ 2525258 w 3024845"/>
                <a:gd name="connsiteY368-7610" fmla="*/ 520989 h 1166887"/>
                <a:gd name="connsiteX369-7611" fmla="*/ 2582005 w 3024845"/>
                <a:gd name="connsiteY369-7612" fmla="*/ 510180 h 1166887"/>
                <a:gd name="connsiteX370-7613" fmla="*/ 2582005 w 3024845"/>
                <a:gd name="connsiteY370-7614" fmla="*/ 511261 h 1166887"/>
                <a:gd name="connsiteX371-7615" fmla="*/ 2582005 w 3024845"/>
                <a:gd name="connsiteY371-7616" fmla="*/ 518827 h 1166887"/>
                <a:gd name="connsiteX372-7617" fmla="*/ 2608352 w 3024845"/>
                <a:gd name="connsiteY372-7618" fmla="*/ 518827 h 1166887"/>
                <a:gd name="connsiteX373-7619" fmla="*/ 2608352 w 3024845"/>
                <a:gd name="connsiteY373-7620" fmla="*/ 773917 h 1166887"/>
                <a:gd name="connsiteX374-7621" fmla="*/ 2630646 w 3024845"/>
                <a:gd name="connsiteY374-7622" fmla="*/ 773917 h 1166887"/>
                <a:gd name="connsiteX375-7623" fmla="*/ 2630646 w 3024845"/>
                <a:gd name="connsiteY375-7624" fmla="*/ 769593 h 1166887"/>
                <a:gd name="connsiteX376-7625" fmla="*/ 2642806 w 3024845"/>
                <a:gd name="connsiteY376-7626" fmla="*/ 769593 h 1166887"/>
                <a:gd name="connsiteX377-7627" fmla="*/ 2642806 w 3024845"/>
                <a:gd name="connsiteY377-7628" fmla="*/ 773917 h 1166887"/>
                <a:gd name="connsiteX378-7629" fmla="*/ 2667126 w 3024845"/>
                <a:gd name="connsiteY378-7630" fmla="*/ 773917 h 1166887"/>
                <a:gd name="connsiteX379-7631" fmla="*/ 2667126 w 3024845"/>
                <a:gd name="connsiteY379-7632" fmla="*/ 760946 h 1166887"/>
                <a:gd name="connsiteX380-7633" fmla="*/ 2695500 w 3024845"/>
                <a:gd name="connsiteY380-7634" fmla="*/ 760946 h 1166887"/>
                <a:gd name="connsiteX381-7635" fmla="*/ 2707660 w 3024845"/>
                <a:gd name="connsiteY381-7636" fmla="*/ 756622 h 1166887"/>
                <a:gd name="connsiteX382-7637" fmla="*/ 2727927 w 3024845"/>
                <a:gd name="connsiteY382-7638" fmla="*/ 760946 h 1166887"/>
                <a:gd name="connsiteX383-7639" fmla="*/ 2727927 w 3024845"/>
                <a:gd name="connsiteY383-7640" fmla="*/ 743652 h 1166887"/>
                <a:gd name="connsiteX384-7641" fmla="*/ 2736034 w 3024845"/>
                <a:gd name="connsiteY384-7642" fmla="*/ 743652 h 1166887"/>
                <a:gd name="connsiteX385-7643" fmla="*/ 2736034 w 3024845"/>
                <a:gd name="connsiteY385-7644" fmla="*/ 730681 h 1166887"/>
                <a:gd name="connsiteX386-7645" fmla="*/ 2792781 w 3024845"/>
                <a:gd name="connsiteY386-7646" fmla="*/ 730681 h 1166887"/>
                <a:gd name="connsiteX387-7647" fmla="*/ 2792781 w 3024845"/>
                <a:gd name="connsiteY387-7648" fmla="*/ 700416 h 1166887"/>
                <a:gd name="connsiteX388-7649" fmla="*/ 2811021 w 3024845"/>
                <a:gd name="connsiteY388-7650" fmla="*/ 700416 h 1166887"/>
                <a:gd name="connsiteX389-7651" fmla="*/ 2811021 w 3024845"/>
                <a:gd name="connsiteY389-7652" fmla="*/ 693931 h 1166887"/>
                <a:gd name="connsiteX390-7653" fmla="*/ 2823181 w 3024845"/>
                <a:gd name="connsiteY390-7654" fmla="*/ 693931 h 1166887"/>
                <a:gd name="connsiteX391-7655" fmla="*/ 2823181 w 3024845"/>
                <a:gd name="connsiteY391-7656" fmla="*/ 700416 h 1166887"/>
                <a:gd name="connsiteX392-7657" fmla="*/ 2839395 w 3024845"/>
                <a:gd name="connsiteY392-7658" fmla="*/ 700416 h 1166887"/>
                <a:gd name="connsiteX393-7659" fmla="*/ 2839395 w 3024845"/>
                <a:gd name="connsiteY393-7660" fmla="*/ 750137 h 1166887"/>
                <a:gd name="connsiteX394-7661" fmla="*/ 2871822 w 3024845"/>
                <a:gd name="connsiteY394-7662" fmla="*/ 750137 h 1166887"/>
                <a:gd name="connsiteX395-7663" fmla="*/ 2871822 w 3024845"/>
                <a:gd name="connsiteY395-7664" fmla="*/ 724196 h 1166887"/>
                <a:gd name="connsiteX396-7665" fmla="*/ 2910329 w 3024845"/>
                <a:gd name="connsiteY396-7666" fmla="*/ 724196 h 1166887"/>
                <a:gd name="connsiteX397-7667" fmla="*/ 2910329 w 3024845"/>
                <a:gd name="connsiteY397-7668" fmla="*/ 693931 h 1166887"/>
                <a:gd name="connsiteX398-7669" fmla="*/ 2958970 w 3024845"/>
                <a:gd name="connsiteY398-7670" fmla="*/ 693931 h 1166887"/>
                <a:gd name="connsiteX399-7671" fmla="*/ 2958970 w 3024845"/>
                <a:gd name="connsiteY399-7672" fmla="*/ 805087 h 1166887"/>
                <a:gd name="connsiteX400-7673" fmla="*/ 2958970 w 3024845"/>
                <a:gd name="connsiteY400-7674" fmla="*/ 818866 h 1166887"/>
                <a:gd name="connsiteX401-7675" fmla="*/ 3024845 w 3024845"/>
                <a:gd name="connsiteY401-7676" fmla="*/ 818866 h 1166887"/>
                <a:gd name="connsiteX402-7677" fmla="*/ 3024845 w 3024845"/>
                <a:gd name="connsiteY402-7678" fmla="*/ 1160647 h 1166887"/>
                <a:gd name="connsiteX403-7679" fmla="*/ 145862 w 3024845"/>
                <a:gd name="connsiteY403-7680" fmla="*/ 1160647 h 1166887"/>
                <a:gd name="connsiteX404-7681" fmla="*/ 2054 w 3024845"/>
                <a:gd name="connsiteY404-7682" fmla="*/ 1166887 h 1166887"/>
                <a:gd name="connsiteX405-7683" fmla="*/ 0 w 3024845"/>
                <a:gd name="connsiteY405-7684" fmla="*/ 724196 h 1166887"/>
                <a:gd name="connsiteX406-7685" fmla="*/ 20267 w 3024845"/>
                <a:gd name="connsiteY406-7686" fmla="*/ 724196 h 1166887"/>
                <a:gd name="connsiteX407-7687" fmla="*/ 20774 w 3024845"/>
                <a:gd name="connsiteY407-7688" fmla="*/ 723115 h 1166887"/>
                <a:gd name="connsiteX408-7689" fmla="*/ 24320 w 3024845"/>
                <a:gd name="connsiteY408-7690" fmla="*/ 715549 h 1166887"/>
                <a:gd name="connsiteX409-7691" fmla="*/ 26094 w 3024845"/>
                <a:gd name="connsiteY409-7692" fmla="*/ 715819 h 1166887"/>
                <a:gd name="connsiteX410-7693" fmla="*/ 38507 w 3024845"/>
                <a:gd name="connsiteY410-7694" fmla="*/ 717710 h 1166887"/>
                <a:gd name="connsiteX411-7695" fmla="*/ 39014 w 3024845"/>
                <a:gd name="connsiteY411-7696" fmla="*/ 719062 h 1166887"/>
                <a:gd name="connsiteX412-7697" fmla="*/ 42560 w 3024845"/>
                <a:gd name="connsiteY412-7698" fmla="*/ 728519 h 1166887"/>
                <a:gd name="connsiteX413-7699" fmla="*/ 68907 w 3024845"/>
                <a:gd name="connsiteY413-7700" fmla="*/ 730681 h 1166887"/>
                <a:gd name="connsiteX414-7701" fmla="*/ 68907 w 3024845"/>
                <a:gd name="connsiteY414-7702" fmla="*/ 607460 h 1166887"/>
                <a:gd name="connsiteX415-7703" fmla="*/ 70934 w 3024845"/>
                <a:gd name="connsiteY415-7704" fmla="*/ 607460 h 1166887"/>
                <a:gd name="connsiteX416-7705" fmla="*/ 85121 w 3024845"/>
                <a:gd name="connsiteY416-7706" fmla="*/ 607460 h 1166887"/>
                <a:gd name="connsiteX417-7707" fmla="*/ 85121 w 3024845"/>
                <a:gd name="connsiteY417-7708" fmla="*/ 471268 h 1166887"/>
                <a:gd name="connsiteX418-7709" fmla="*/ 86894 w 3024845"/>
                <a:gd name="connsiteY418-7710" fmla="*/ 471268 h 1166887"/>
                <a:gd name="connsiteX419-7711" fmla="*/ 99308 w 3024845"/>
                <a:gd name="connsiteY419-7712" fmla="*/ 471268 h 1166887"/>
                <a:gd name="connsiteX420-7713" fmla="*/ 99308 w 3024845"/>
                <a:gd name="connsiteY420-7714" fmla="*/ 356694 h 1166887"/>
                <a:gd name="connsiteX421-7715" fmla="*/ 103361 w 3024845"/>
                <a:gd name="connsiteY421-7716" fmla="*/ 328590 h 1166887"/>
                <a:gd name="connsiteX422-7717" fmla="*/ 105388 w 3024845"/>
                <a:gd name="connsiteY422-7718" fmla="*/ 328590 h 1166887"/>
                <a:gd name="connsiteX423-7719" fmla="*/ 119575 w 3024845"/>
                <a:gd name="connsiteY423-7720" fmla="*/ 328590 h 1166887"/>
                <a:gd name="connsiteX424-7721" fmla="*/ 156055 w 3024845"/>
                <a:gd name="connsiteY424-7722" fmla="*/ 246443 h 1166887"/>
                <a:gd name="connsiteX425-7723" fmla="*/ 160109 w 3024845"/>
                <a:gd name="connsiteY425-7724" fmla="*/ 0 h 1166887"/>
                <a:gd name="connsiteX0-7725" fmla="*/ 160109 w 3024845"/>
                <a:gd name="connsiteY0-7726" fmla="*/ 0 h 1160647"/>
                <a:gd name="connsiteX1-7727" fmla="*/ 162135 w 3024845"/>
                <a:gd name="connsiteY1-7728" fmla="*/ 246443 h 1160647"/>
                <a:gd name="connsiteX2-7729" fmla="*/ 200642 w 3024845"/>
                <a:gd name="connsiteY2-7730" fmla="*/ 326429 h 1160647"/>
                <a:gd name="connsiteX3-7731" fmla="*/ 202669 w 3024845"/>
                <a:gd name="connsiteY3-7732" fmla="*/ 326429 h 1160647"/>
                <a:gd name="connsiteX4-7733" fmla="*/ 216856 w 3024845"/>
                <a:gd name="connsiteY4-7734" fmla="*/ 326429 h 1160647"/>
                <a:gd name="connsiteX5-7735" fmla="*/ 216856 w 3024845"/>
                <a:gd name="connsiteY5-7736" fmla="*/ 350208 h 1160647"/>
                <a:gd name="connsiteX6-7737" fmla="*/ 217363 w 3024845"/>
                <a:gd name="connsiteY6-7738" fmla="*/ 351019 h 1160647"/>
                <a:gd name="connsiteX7-7739" fmla="*/ 220909 w 3024845"/>
                <a:gd name="connsiteY7-7740" fmla="*/ 356694 h 1160647"/>
                <a:gd name="connsiteX8-7741" fmla="*/ 220909 w 3024845"/>
                <a:gd name="connsiteY8-7742" fmla="*/ 471268 h 1160647"/>
                <a:gd name="connsiteX9-7743" fmla="*/ 223189 w 3024845"/>
                <a:gd name="connsiteY9-7744" fmla="*/ 471268 h 1160647"/>
                <a:gd name="connsiteX10-7745" fmla="*/ 239150 w 3024845"/>
                <a:gd name="connsiteY10-7746" fmla="*/ 471268 h 1160647"/>
                <a:gd name="connsiteX11-7747" fmla="*/ 239150 w 3024845"/>
                <a:gd name="connsiteY11-7748" fmla="*/ 611783 h 1160647"/>
                <a:gd name="connsiteX12-7749" fmla="*/ 240670 w 3024845"/>
                <a:gd name="connsiteY12-7750" fmla="*/ 611513 h 1160647"/>
                <a:gd name="connsiteX13-7751" fmla="*/ 251310 w 3024845"/>
                <a:gd name="connsiteY13-7752" fmla="*/ 609622 h 1160647"/>
                <a:gd name="connsiteX14-7753" fmla="*/ 249283 w 3024845"/>
                <a:gd name="connsiteY14-7754" fmla="*/ 698254 h 1160647"/>
                <a:gd name="connsiteX15-7755" fmla="*/ 250803 w 3024845"/>
                <a:gd name="connsiteY15-7756" fmla="*/ 698525 h 1160647"/>
                <a:gd name="connsiteX16-7757" fmla="*/ 261443 w 3024845"/>
                <a:gd name="connsiteY16-7758" fmla="*/ 700416 h 1160647"/>
                <a:gd name="connsiteX17-7759" fmla="*/ 261696 w 3024845"/>
                <a:gd name="connsiteY17-7760" fmla="*/ 701227 h 1160647"/>
                <a:gd name="connsiteX18-7761" fmla="*/ 263470 w 3024845"/>
                <a:gd name="connsiteY18-7762" fmla="*/ 706902 h 1160647"/>
                <a:gd name="connsiteX19-7763" fmla="*/ 264230 w 3024845"/>
                <a:gd name="connsiteY19-7764" fmla="*/ 704470 h 1160647"/>
                <a:gd name="connsiteX20-7765" fmla="*/ 269550 w 3024845"/>
                <a:gd name="connsiteY20-7766" fmla="*/ 687446 h 1160647"/>
                <a:gd name="connsiteX21-7767" fmla="*/ 271323 w 3024845"/>
                <a:gd name="connsiteY21-7768" fmla="*/ 687446 h 1160647"/>
                <a:gd name="connsiteX22-7769" fmla="*/ 283737 w 3024845"/>
                <a:gd name="connsiteY22-7770" fmla="*/ 687446 h 1160647"/>
                <a:gd name="connsiteX23-7771" fmla="*/ 283737 w 3024845"/>
                <a:gd name="connsiteY23-7772" fmla="*/ 719872 h 1160647"/>
                <a:gd name="connsiteX24-7773" fmla="*/ 284750 w 3024845"/>
                <a:gd name="connsiteY24-7774" fmla="*/ 720413 h 1160647"/>
                <a:gd name="connsiteX25-7775" fmla="*/ 291844 w 3024845"/>
                <a:gd name="connsiteY25-7776" fmla="*/ 724196 h 1160647"/>
                <a:gd name="connsiteX26-7777" fmla="*/ 291844 w 3024845"/>
                <a:gd name="connsiteY26-7778" fmla="*/ 725547 h 1160647"/>
                <a:gd name="connsiteX27-7779" fmla="*/ 291844 w 3024845"/>
                <a:gd name="connsiteY27-7780" fmla="*/ 735005 h 1160647"/>
                <a:gd name="connsiteX28-7781" fmla="*/ 336431 w 3024845"/>
                <a:gd name="connsiteY28-7782" fmla="*/ 735005 h 1160647"/>
                <a:gd name="connsiteX29-7783" fmla="*/ 336431 w 3024845"/>
                <a:gd name="connsiteY29-7784" fmla="*/ 736086 h 1160647"/>
                <a:gd name="connsiteX30-7785" fmla="*/ 336431 w 3024845"/>
                <a:gd name="connsiteY30-7786" fmla="*/ 743652 h 1160647"/>
                <a:gd name="connsiteX31-7787" fmla="*/ 338457 w 3024845"/>
                <a:gd name="connsiteY31-7788" fmla="*/ 743652 h 1160647"/>
                <a:gd name="connsiteX32-7789" fmla="*/ 352644 w 3024845"/>
                <a:gd name="connsiteY32-7790" fmla="*/ 743652 h 1160647"/>
                <a:gd name="connsiteX33-7791" fmla="*/ 352644 w 3024845"/>
                <a:gd name="connsiteY33-7792" fmla="*/ 713387 h 1160647"/>
                <a:gd name="connsiteX34-7793" fmla="*/ 397231 w 3024845"/>
                <a:gd name="connsiteY34-7794" fmla="*/ 713387 h 1160647"/>
                <a:gd name="connsiteX35-7795" fmla="*/ 397231 w 3024845"/>
                <a:gd name="connsiteY35-7796" fmla="*/ 712036 h 1160647"/>
                <a:gd name="connsiteX36-7797" fmla="*/ 397231 w 3024845"/>
                <a:gd name="connsiteY36-7798" fmla="*/ 702578 h 1160647"/>
                <a:gd name="connsiteX37-7799" fmla="*/ 398245 w 3024845"/>
                <a:gd name="connsiteY37-7800" fmla="*/ 702578 h 1160647"/>
                <a:gd name="connsiteX38-7801" fmla="*/ 405338 w 3024845"/>
                <a:gd name="connsiteY38-7802" fmla="*/ 702578 h 1160647"/>
                <a:gd name="connsiteX39-7803" fmla="*/ 405338 w 3024845"/>
                <a:gd name="connsiteY39-7804" fmla="*/ 700687 h 1160647"/>
                <a:gd name="connsiteX40-7805" fmla="*/ 405338 w 3024845"/>
                <a:gd name="connsiteY40-7806" fmla="*/ 687446 h 1160647"/>
                <a:gd name="connsiteX41-7807" fmla="*/ 406098 w 3024845"/>
                <a:gd name="connsiteY41-7808" fmla="*/ 687446 h 1160647"/>
                <a:gd name="connsiteX42-7809" fmla="*/ 411418 w 3024845"/>
                <a:gd name="connsiteY42-7810" fmla="*/ 687446 h 1160647"/>
                <a:gd name="connsiteX43-7811" fmla="*/ 411418 w 3024845"/>
                <a:gd name="connsiteY43-7812" fmla="*/ 686365 h 1160647"/>
                <a:gd name="connsiteX44-7813" fmla="*/ 411418 w 3024845"/>
                <a:gd name="connsiteY44-7814" fmla="*/ 678798 h 1160647"/>
                <a:gd name="connsiteX45-7815" fmla="*/ 413445 w 3024845"/>
                <a:gd name="connsiteY45-7816" fmla="*/ 678798 h 1160647"/>
                <a:gd name="connsiteX46-7817" fmla="*/ 427632 w 3024845"/>
                <a:gd name="connsiteY46-7818" fmla="*/ 678798 h 1160647"/>
                <a:gd name="connsiteX47-7819" fmla="*/ 427632 w 3024845"/>
                <a:gd name="connsiteY47-7820" fmla="*/ 679879 h 1160647"/>
                <a:gd name="connsiteX48-7821" fmla="*/ 427632 w 3024845"/>
                <a:gd name="connsiteY48-7822" fmla="*/ 687446 h 1160647"/>
                <a:gd name="connsiteX49-7823" fmla="*/ 449925 w 3024845"/>
                <a:gd name="connsiteY49-7824" fmla="*/ 687446 h 1160647"/>
                <a:gd name="connsiteX50-7825" fmla="*/ 449925 w 3024845"/>
                <a:gd name="connsiteY50-7826" fmla="*/ 685554 h 1160647"/>
                <a:gd name="connsiteX51-7827" fmla="*/ 449925 w 3024845"/>
                <a:gd name="connsiteY51-7828" fmla="*/ 672313 h 1160647"/>
                <a:gd name="connsiteX52-7829" fmla="*/ 451699 w 3024845"/>
                <a:gd name="connsiteY52-7830" fmla="*/ 672313 h 1160647"/>
                <a:gd name="connsiteX53-7831" fmla="*/ 464112 w 3024845"/>
                <a:gd name="connsiteY53-7832" fmla="*/ 672313 h 1160647"/>
                <a:gd name="connsiteX54-7833" fmla="*/ 464112 w 3024845"/>
                <a:gd name="connsiteY54-7834" fmla="*/ 696093 h 1160647"/>
                <a:gd name="connsiteX55-7835" fmla="*/ 465126 w 3024845"/>
                <a:gd name="connsiteY55-7836" fmla="*/ 696093 h 1160647"/>
                <a:gd name="connsiteX56-7837" fmla="*/ 472219 w 3024845"/>
                <a:gd name="connsiteY56-7838" fmla="*/ 696093 h 1160647"/>
                <a:gd name="connsiteX57-7839" fmla="*/ 472219 w 3024845"/>
                <a:gd name="connsiteY57-7840" fmla="*/ 695012 h 1160647"/>
                <a:gd name="connsiteX58-7841" fmla="*/ 472219 w 3024845"/>
                <a:gd name="connsiteY58-7842" fmla="*/ 687446 h 1160647"/>
                <a:gd name="connsiteX59-7843" fmla="*/ 473992 w 3024845"/>
                <a:gd name="connsiteY59-7844" fmla="*/ 687446 h 1160647"/>
                <a:gd name="connsiteX60-7845" fmla="*/ 486406 w 3024845"/>
                <a:gd name="connsiteY60-7846" fmla="*/ 687446 h 1160647"/>
                <a:gd name="connsiteX61-7847" fmla="*/ 486406 w 3024845"/>
                <a:gd name="connsiteY61-7848" fmla="*/ 713387 h 1160647"/>
                <a:gd name="connsiteX62-7849" fmla="*/ 488433 w 3024845"/>
                <a:gd name="connsiteY62-7850" fmla="*/ 713387 h 1160647"/>
                <a:gd name="connsiteX63-7851" fmla="*/ 502619 w 3024845"/>
                <a:gd name="connsiteY63-7852" fmla="*/ 713387 h 1160647"/>
                <a:gd name="connsiteX64-7853" fmla="*/ 502619 w 3024845"/>
                <a:gd name="connsiteY64-7854" fmla="*/ 715008 h 1160647"/>
                <a:gd name="connsiteX65-7855" fmla="*/ 502619 w 3024845"/>
                <a:gd name="connsiteY65-7856" fmla="*/ 726358 h 1160647"/>
                <a:gd name="connsiteX66-7857" fmla="*/ 503379 w 3024845"/>
                <a:gd name="connsiteY66-7858" fmla="*/ 726358 h 1160647"/>
                <a:gd name="connsiteX67-7859" fmla="*/ 508700 w 3024845"/>
                <a:gd name="connsiteY67-7860" fmla="*/ 726358 h 1160647"/>
                <a:gd name="connsiteX68-7861" fmla="*/ 508700 w 3024845"/>
                <a:gd name="connsiteY68-7862" fmla="*/ 725547 h 1160647"/>
                <a:gd name="connsiteX69-7863" fmla="*/ 508700 w 3024845"/>
                <a:gd name="connsiteY69-7864" fmla="*/ 719872 h 1160647"/>
                <a:gd name="connsiteX70-7865" fmla="*/ 539100 w 3024845"/>
                <a:gd name="connsiteY70-7866" fmla="*/ 719872 h 1160647"/>
                <a:gd name="connsiteX71-7867" fmla="*/ 539100 w 3024845"/>
                <a:gd name="connsiteY71-7868" fmla="*/ 743652 h 1160647"/>
                <a:gd name="connsiteX72-7869" fmla="*/ 540113 w 3024845"/>
                <a:gd name="connsiteY72-7870" fmla="*/ 743652 h 1160647"/>
                <a:gd name="connsiteX73-7871" fmla="*/ 547207 w 3024845"/>
                <a:gd name="connsiteY73-7872" fmla="*/ 743652 h 1160647"/>
                <a:gd name="connsiteX74-7873" fmla="*/ 547207 w 3024845"/>
                <a:gd name="connsiteY74-7874" fmla="*/ 744733 h 1160647"/>
                <a:gd name="connsiteX75-7875" fmla="*/ 547207 w 3024845"/>
                <a:gd name="connsiteY75-7876" fmla="*/ 752299 h 1160647"/>
                <a:gd name="connsiteX76-7877" fmla="*/ 547967 w 3024845"/>
                <a:gd name="connsiteY76-7878" fmla="*/ 752299 h 1160647"/>
                <a:gd name="connsiteX77-7879" fmla="*/ 553287 w 3024845"/>
                <a:gd name="connsiteY77-7880" fmla="*/ 752299 h 1160647"/>
                <a:gd name="connsiteX78-7881" fmla="*/ 553287 w 3024845"/>
                <a:gd name="connsiteY78-7882" fmla="*/ 750137 h 1160647"/>
                <a:gd name="connsiteX79-7883" fmla="*/ 553287 w 3024845"/>
                <a:gd name="connsiteY79-7884" fmla="*/ 735005 h 1160647"/>
                <a:gd name="connsiteX80-7885" fmla="*/ 554300 w 3024845"/>
                <a:gd name="connsiteY80-7886" fmla="*/ 735005 h 1160647"/>
                <a:gd name="connsiteX81-7887" fmla="*/ 561394 w 3024845"/>
                <a:gd name="connsiteY81-7888" fmla="*/ 735005 h 1160647"/>
                <a:gd name="connsiteX82-7889" fmla="*/ 561394 w 3024845"/>
                <a:gd name="connsiteY82-7890" fmla="*/ 736086 h 1160647"/>
                <a:gd name="connsiteX83-7891" fmla="*/ 561394 w 3024845"/>
                <a:gd name="connsiteY83-7892" fmla="*/ 743652 h 1160647"/>
                <a:gd name="connsiteX84-7893" fmla="*/ 566714 w 3024845"/>
                <a:gd name="connsiteY84-7894" fmla="*/ 741659 h 1160647"/>
                <a:gd name="connsiteX85-7895" fmla="*/ 567474 w 3024845"/>
                <a:gd name="connsiteY85-7896" fmla="*/ 740679 h 1160647"/>
                <a:gd name="connsiteX86-7897" fmla="*/ 567474 w 3024845"/>
                <a:gd name="connsiteY86-7898" fmla="*/ 735005 h 1160647"/>
                <a:gd name="connsiteX87-7899" fmla="*/ 605981 w 3024845"/>
                <a:gd name="connsiteY87-7900" fmla="*/ 735005 h 1160647"/>
                <a:gd name="connsiteX88-7901" fmla="*/ 605981 w 3024845"/>
                <a:gd name="connsiteY88-7902" fmla="*/ 758784 h 1160647"/>
                <a:gd name="connsiteX89-7903" fmla="*/ 608007 w 3024845"/>
                <a:gd name="connsiteY89-7904" fmla="*/ 758784 h 1160647"/>
                <a:gd name="connsiteX90-7905" fmla="*/ 622194 w 3024845"/>
                <a:gd name="connsiteY90-7906" fmla="*/ 758784 h 1160647"/>
                <a:gd name="connsiteX91-7907" fmla="*/ 622194 w 3024845"/>
                <a:gd name="connsiteY91-7908" fmla="*/ 759865 h 1160647"/>
                <a:gd name="connsiteX92-7909" fmla="*/ 622194 w 3024845"/>
                <a:gd name="connsiteY92-7910" fmla="*/ 767431 h 1160647"/>
                <a:gd name="connsiteX93-7911" fmla="*/ 623968 w 3024845"/>
                <a:gd name="connsiteY93-7912" fmla="*/ 767431 h 1160647"/>
                <a:gd name="connsiteX94-7913" fmla="*/ 636381 w 3024845"/>
                <a:gd name="connsiteY94-7914" fmla="*/ 767431 h 1160647"/>
                <a:gd name="connsiteX95-7915" fmla="*/ 636381 w 3024845"/>
                <a:gd name="connsiteY95-7916" fmla="*/ 743652 h 1160647"/>
                <a:gd name="connsiteX96-7917" fmla="*/ 637394 w 3024845"/>
                <a:gd name="connsiteY96-7918" fmla="*/ 743652 h 1160647"/>
                <a:gd name="connsiteX97-7919" fmla="*/ 644488 w 3024845"/>
                <a:gd name="connsiteY97-7920" fmla="*/ 743652 h 1160647"/>
                <a:gd name="connsiteX98-7921" fmla="*/ 644488 w 3024845"/>
                <a:gd name="connsiteY98-7922" fmla="*/ 711225 h 1160647"/>
                <a:gd name="connsiteX99-7923" fmla="*/ 645501 w 3024845"/>
                <a:gd name="connsiteY99-7924" fmla="*/ 711225 h 1160647"/>
                <a:gd name="connsiteX100-7925" fmla="*/ 652595 w 3024845"/>
                <a:gd name="connsiteY100-7926" fmla="*/ 711225 h 1160647"/>
                <a:gd name="connsiteX101-7927" fmla="*/ 652595 w 3024845"/>
                <a:gd name="connsiteY101-7928" fmla="*/ 709334 h 1160647"/>
                <a:gd name="connsiteX102-7929" fmla="*/ 652595 w 3024845"/>
                <a:gd name="connsiteY102-7930" fmla="*/ 696093 h 1160647"/>
                <a:gd name="connsiteX103-7931" fmla="*/ 651328 w 3024845"/>
                <a:gd name="connsiteY103-7932" fmla="*/ 694471 h 1160647"/>
                <a:gd name="connsiteX104-7933" fmla="*/ 656648 w 3024845"/>
                <a:gd name="connsiteY104-7934" fmla="*/ 683122 h 1160647"/>
                <a:gd name="connsiteX105-7935" fmla="*/ 664755 w 3024845"/>
                <a:gd name="connsiteY105-7936" fmla="*/ 711225 h 1160647"/>
                <a:gd name="connsiteX106-7937" fmla="*/ 665515 w 3024845"/>
                <a:gd name="connsiteY106-7938" fmla="*/ 711225 h 1160647"/>
                <a:gd name="connsiteX107-7939" fmla="*/ 670835 w 3024845"/>
                <a:gd name="connsiteY107-7940" fmla="*/ 711225 h 1160647"/>
                <a:gd name="connsiteX108-7941" fmla="*/ 670835 w 3024845"/>
                <a:gd name="connsiteY108-7942" fmla="*/ 605298 h 1160647"/>
                <a:gd name="connsiteX109-7943" fmla="*/ 672355 w 3024845"/>
                <a:gd name="connsiteY109-7944" fmla="*/ 605298 h 1160647"/>
                <a:gd name="connsiteX110-7945" fmla="*/ 682995 w 3024845"/>
                <a:gd name="connsiteY110-7946" fmla="*/ 605298 h 1160647"/>
                <a:gd name="connsiteX111-7947" fmla="*/ 682995 w 3024845"/>
                <a:gd name="connsiteY111-7948" fmla="*/ 557739 h 1160647"/>
                <a:gd name="connsiteX112-7949" fmla="*/ 709342 w 3024845"/>
                <a:gd name="connsiteY112-7950" fmla="*/ 557739 h 1160647"/>
                <a:gd name="connsiteX113-7951" fmla="*/ 709342 w 3024845"/>
                <a:gd name="connsiteY113-7952" fmla="*/ 536121 h 1160647"/>
                <a:gd name="connsiteX114-7953" fmla="*/ 743796 w 3024845"/>
                <a:gd name="connsiteY114-7954" fmla="*/ 536121 h 1160647"/>
                <a:gd name="connsiteX115-7955" fmla="*/ 743796 w 3024845"/>
                <a:gd name="connsiteY115-7956" fmla="*/ 538553 h 1160647"/>
                <a:gd name="connsiteX116-7957" fmla="*/ 743796 w 3024845"/>
                <a:gd name="connsiteY116-7958" fmla="*/ 555577 h 1160647"/>
                <a:gd name="connsiteX117-7959" fmla="*/ 746076 w 3024845"/>
                <a:gd name="connsiteY117-7960" fmla="*/ 555577 h 1160647"/>
                <a:gd name="connsiteX118-7961" fmla="*/ 762036 w 3024845"/>
                <a:gd name="connsiteY118-7962" fmla="*/ 555577 h 1160647"/>
                <a:gd name="connsiteX119-7963" fmla="*/ 762036 w 3024845"/>
                <a:gd name="connsiteY119-7964" fmla="*/ 603136 h 1160647"/>
                <a:gd name="connsiteX120-7965" fmla="*/ 763049 w 3024845"/>
                <a:gd name="connsiteY120-7966" fmla="*/ 603136 h 1160647"/>
                <a:gd name="connsiteX121-7967" fmla="*/ 770143 w 3024845"/>
                <a:gd name="connsiteY121-7968" fmla="*/ 603136 h 1160647"/>
                <a:gd name="connsiteX122-7969" fmla="*/ 784330 w 3024845"/>
                <a:gd name="connsiteY122-7970" fmla="*/ 607460 h 1160647"/>
                <a:gd name="connsiteX123-7971" fmla="*/ 784330 w 3024845"/>
                <a:gd name="connsiteY123-7972" fmla="*/ 646372 h 1160647"/>
                <a:gd name="connsiteX124-7973" fmla="*/ 785343 w 3024845"/>
                <a:gd name="connsiteY124-7974" fmla="*/ 646372 h 1160647"/>
                <a:gd name="connsiteX125-7975" fmla="*/ 792436 w 3024845"/>
                <a:gd name="connsiteY125-7976" fmla="*/ 646372 h 1160647"/>
                <a:gd name="connsiteX126-7977" fmla="*/ 792436 w 3024845"/>
                <a:gd name="connsiteY126-7978" fmla="*/ 647993 h 1160647"/>
                <a:gd name="connsiteX127-7979" fmla="*/ 792436 w 3024845"/>
                <a:gd name="connsiteY127-7980" fmla="*/ 659342 h 1160647"/>
                <a:gd name="connsiteX128-7981" fmla="*/ 794463 w 3024845"/>
                <a:gd name="connsiteY128-7982" fmla="*/ 659342 h 1160647"/>
                <a:gd name="connsiteX129-7983" fmla="*/ 808650 w 3024845"/>
                <a:gd name="connsiteY129-7984" fmla="*/ 659342 h 1160647"/>
                <a:gd name="connsiteX130-7985" fmla="*/ 814730 w 3024845"/>
                <a:gd name="connsiteY130-7986" fmla="*/ 665828 h 1160647"/>
                <a:gd name="connsiteX131-7987" fmla="*/ 814730 w 3024845"/>
                <a:gd name="connsiteY131-7988" fmla="*/ 687446 h 1160647"/>
                <a:gd name="connsiteX132-7989" fmla="*/ 817010 w 3024845"/>
                <a:gd name="connsiteY132-7990" fmla="*/ 687446 h 1160647"/>
                <a:gd name="connsiteX133-7991" fmla="*/ 832970 w 3024845"/>
                <a:gd name="connsiteY133-7992" fmla="*/ 687446 h 1160647"/>
                <a:gd name="connsiteX134-7993" fmla="*/ 832970 w 3024845"/>
                <a:gd name="connsiteY134-7994" fmla="*/ 688526 h 1160647"/>
                <a:gd name="connsiteX135-7995" fmla="*/ 832970 w 3024845"/>
                <a:gd name="connsiteY135-7996" fmla="*/ 696093 h 1160647"/>
                <a:gd name="connsiteX136-7997" fmla="*/ 834237 w 3024845"/>
                <a:gd name="connsiteY136-7998" fmla="*/ 696093 h 1160647"/>
                <a:gd name="connsiteX137-7999" fmla="*/ 843104 w 3024845"/>
                <a:gd name="connsiteY137-8000" fmla="*/ 696093 h 1160647"/>
                <a:gd name="connsiteX138-8001" fmla="*/ 843104 w 3024845"/>
                <a:gd name="connsiteY138-8002" fmla="*/ 698254 h 1160647"/>
                <a:gd name="connsiteX139-8003" fmla="*/ 843104 w 3024845"/>
                <a:gd name="connsiteY139-8004" fmla="*/ 713387 h 1160647"/>
                <a:gd name="connsiteX140-8005" fmla="*/ 847157 w 3024845"/>
                <a:gd name="connsiteY140-8006" fmla="*/ 711495 h 1160647"/>
                <a:gd name="connsiteX141-8007" fmla="*/ 847157 w 3024845"/>
                <a:gd name="connsiteY141-8008" fmla="*/ 698254 h 1160647"/>
                <a:gd name="connsiteX142-8009" fmla="*/ 848170 w 3024845"/>
                <a:gd name="connsiteY142-8010" fmla="*/ 698254 h 1160647"/>
                <a:gd name="connsiteX143-8011" fmla="*/ 855264 w 3024845"/>
                <a:gd name="connsiteY143-8012" fmla="*/ 698254 h 1160647"/>
                <a:gd name="connsiteX144-8013" fmla="*/ 855264 w 3024845"/>
                <a:gd name="connsiteY144-8014" fmla="*/ 699876 h 1160647"/>
                <a:gd name="connsiteX145-8015" fmla="*/ 855264 w 3024845"/>
                <a:gd name="connsiteY145-8016" fmla="*/ 711225 h 1160647"/>
                <a:gd name="connsiteX146-8017" fmla="*/ 856024 w 3024845"/>
                <a:gd name="connsiteY146-8018" fmla="*/ 711225 h 1160647"/>
                <a:gd name="connsiteX147-8019" fmla="*/ 861344 w 3024845"/>
                <a:gd name="connsiteY147-8020" fmla="*/ 711225 h 1160647"/>
                <a:gd name="connsiteX148-8021" fmla="*/ 909984 w 3024845"/>
                <a:gd name="connsiteY148-8022" fmla="*/ 706902 h 1160647"/>
                <a:gd name="connsiteX149-8023" fmla="*/ 909984 w 3024845"/>
                <a:gd name="connsiteY149-8024" fmla="*/ 708253 h 1160647"/>
                <a:gd name="connsiteX150-8025" fmla="*/ 909984 w 3024845"/>
                <a:gd name="connsiteY150-8026" fmla="*/ 717710 h 1160647"/>
                <a:gd name="connsiteX151-8027" fmla="*/ 910744 w 3024845"/>
                <a:gd name="connsiteY151-8028" fmla="*/ 717710 h 1160647"/>
                <a:gd name="connsiteX152-8029" fmla="*/ 916065 w 3024845"/>
                <a:gd name="connsiteY152-8030" fmla="*/ 717710 h 1160647"/>
                <a:gd name="connsiteX153-8031" fmla="*/ 916065 w 3024845"/>
                <a:gd name="connsiteY153-8032" fmla="*/ 719872 h 1160647"/>
                <a:gd name="connsiteX154-8033" fmla="*/ 916065 w 3024845"/>
                <a:gd name="connsiteY154-8034" fmla="*/ 735005 h 1160647"/>
                <a:gd name="connsiteX155-8035" fmla="*/ 918091 w 3024845"/>
                <a:gd name="connsiteY155-8036" fmla="*/ 733654 h 1160647"/>
                <a:gd name="connsiteX156-8037" fmla="*/ 932278 w 3024845"/>
                <a:gd name="connsiteY156-8038" fmla="*/ 724196 h 1160647"/>
                <a:gd name="connsiteX157-8039" fmla="*/ 938358 w 3024845"/>
                <a:gd name="connsiteY157-8040" fmla="*/ 683122 h 1160647"/>
                <a:gd name="connsiteX158-8041" fmla="*/ 939118 w 3024845"/>
                <a:gd name="connsiteY158-8042" fmla="*/ 682852 h 1160647"/>
                <a:gd name="connsiteX159-8043" fmla="*/ 944438 w 3024845"/>
                <a:gd name="connsiteY159-8044" fmla="*/ 680960 h 1160647"/>
                <a:gd name="connsiteX160-8045" fmla="*/ 946465 w 3024845"/>
                <a:gd name="connsiteY160-8046" fmla="*/ 611783 h 1160647"/>
                <a:gd name="connsiteX161-8047" fmla="*/ 948492 w 3024845"/>
                <a:gd name="connsiteY161-8048" fmla="*/ 680960 h 1160647"/>
                <a:gd name="connsiteX162-8049" fmla="*/ 949252 w 3024845"/>
                <a:gd name="connsiteY162-8050" fmla="*/ 681230 h 1160647"/>
                <a:gd name="connsiteX163-8051" fmla="*/ 954572 w 3024845"/>
                <a:gd name="connsiteY163-8052" fmla="*/ 683122 h 1160647"/>
                <a:gd name="connsiteX164-8053" fmla="*/ 954572 w 3024845"/>
                <a:gd name="connsiteY164-8054" fmla="*/ 596651 h 1160647"/>
                <a:gd name="connsiteX165-8055" fmla="*/ 958625 w 3024845"/>
                <a:gd name="connsiteY165-8056" fmla="*/ 564224 h 1160647"/>
                <a:gd name="connsiteX166-8057" fmla="*/ 997132 w 3024845"/>
                <a:gd name="connsiteY166-8058" fmla="*/ 564224 h 1160647"/>
                <a:gd name="connsiteX167-8059" fmla="*/ 997132 w 3024845"/>
                <a:gd name="connsiteY167-8060" fmla="*/ 596651 h 1160647"/>
                <a:gd name="connsiteX168-8061" fmla="*/ 997892 w 3024845"/>
                <a:gd name="connsiteY168-8062" fmla="*/ 596651 h 1160647"/>
                <a:gd name="connsiteX169-8063" fmla="*/ 1003212 w 3024845"/>
                <a:gd name="connsiteY169-8064" fmla="*/ 596651 h 1160647"/>
                <a:gd name="connsiteX170-8065" fmla="*/ 1003212 w 3024845"/>
                <a:gd name="connsiteY170-8066" fmla="*/ 514503 h 1160647"/>
                <a:gd name="connsiteX171-8067" fmla="*/ 1004986 w 3024845"/>
                <a:gd name="connsiteY171-8068" fmla="*/ 514503 h 1160647"/>
                <a:gd name="connsiteX172-8069" fmla="*/ 1017399 w 3024845"/>
                <a:gd name="connsiteY172-8070" fmla="*/ 514503 h 1160647"/>
                <a:gd name="connsiteX173-8071" fmla="*/ 1017399 w 3024845"/>
                <a:gd name="connsiteY173-8072" fmla="*/ 512612 h 1160647"/>
                <a:gd name="connsiteX174-8073" fmla="*/ 1017399 w 3024845"/>
                <a:gd name="connsiteY174-8074" fmla="*/ 499371 h 1160647"/>
                <a:gd name="connsiteX175-8075" fmla="*/ 1039693 w 3024845"/>
                <a:gd name="connsiteY175-8076" fmla="*/ 499371 h 1160647"/>
                <a:gd name="connsiteX176-8077" fmla="*/ 1039693 w 3024845"/>
                <a:gd name="connsiteY176-8078" fmla="*/ 498290 h 1160647"/>
                <a:gd name="connsiteX177-8079" fmla="*/ 1039693 w 3024845"/>
                <a:gd name="connsiteY177-8080" fmla="*/ 490724 h 1160647"/>
                <a:gd name="connsiteX178-8081" fmla="*/ 1041466 w 3024845"/>
                <a:gd name="connsiteY178-8082" fmla="*/ 490724 h 1160647"/>
                <a:gd name="connsiteX179-8083" fmla="*/ 1053880 w 3024845"/>
                <a:gd name="connsiteY179-8084" fmla="*/ 490724 h 1160647"/>
                <a:gd name="connsiteX180-8085" fmla="*/ 1053880 w 3024845"/>
                <a:gd name="connsiteY180-8086" fmla="*/ 491805 h 1160647"/>
                <a:gd name="connsiteX181-8087" fmla="*/ 1053880 w 3024845"/>
                <a:gd name="connsiteY181-8088" fmla="*/ 499371 h 1160647"/>
                <a:gd name="connsiteX182-8089" fmla="*/ 1054640 w 3024845"/>
                <a:gd name="connsiteY182-8090" fmla="*/ 499371 h 1160647"/>
                <a:gd name="connsiteX183-8091" fmla="*/ 1059960 w 3024845"/>
                <a:gd name="connsiteY183-8092" fmla="*/ 499371 h 1160647"/>
                <a:gd name="connsiteX184-8093" fmla="*/ 1070093 w 3024845"/>
                <a:gd name="connsiteY184-8094" fmla="*/ 495047 h 1160647"/>
                <a:gd name="connsiteX185-8095" fmla="*/ 1074146 w 3024845"/>
                <a:gd name="connsiteY185-8096" fmla="*/ 498290 h 1160647"/>
                <a:gd name="connsiteX186-8097" fmla="*/ 1074146 w 3024845"/>
                <a:gd name="connsiteY186-8098" fmla="*/ 490724 h 1160647"/>
                <a:gd name="connsiteX187-8099" fmla="*/ 1076426 w 3024845"/>
                <a:gd name="connsiteY187-8100" fmla="*/ 490724 h 1160647"/>
                <a:gd name="connsiteX188-8101" fmla="*/ 1092387 w 3024845"/>
                <a:gd name="connsiteY188-8102" fmla="*/ 490724 h 1160647"/>
                <a:gd name="connsiteX189-8103" fmla="*/ 1092387 w 3024845"/>
                <a:gd name="connsiteY189-8104" fmla="*/ 491805 h 1160647"/>
                <a:gd name="connsiteX190-8105" fmla="*/ 1092387 w 3024845"/>
                <a:gd name="connsiteY190-8106" fmla="*/ 499371 h 1160647"/>
                <a:gd name="connsiteX191-8107" fmla="*/ 1122787 w 3024845"/>
                <a:gd name="connsiteY191-8108" fmla="*/ 499371 h 1160647"/>
                <a:gd name="connsiteX192-8109" fmla="*/ 1122787 w 3024845"/>
                <a:gd name="connsiteY192-8110" fmla="*/ 500992 h 1160647"/>
                <a:gd name="connsiteX193-8111" fmla="*/ 1122787 w 3024845"/>
                <a:gd name="connsiteY193-8112" fmla="*/ 512342 h 1160647"/>
                <a:gd name="connsiteX194-8113" fmla="*/ 1149134 w 3024845"/>
                <a:gd name="connsiteY194-8114" fmla="*/ 512342 h 1160647"/>
                <a:gd name="connsiteX195-8115" fmla="*/ 1149134 w 3024845"/>
                <a:gd name="connsiteY195-8116" fmla="*/ 542606 h 1160647"/>
                <a:gd name="connsiteX196-8117" fmla="*/ 1149894 w 3024845"/>
                <a:gd name="connsiteY196-8118" fmla="*/ 542606 h 1160647"/>
                <a:gd name="connsiteX197-8119" fmla="*/ 1155214 w 3024845"/>
                <a:gd name="connsiteY197-8120" fmla="*/ 542606 h 1160647"/>
                <a:gd name="connsiteX198-8121" fmla="*/ 1155214 w 3024845"/>
                <a:gd name="connsiteY198-8122" fmla="*/ 543687 h 1160647"/>
                <a:gd name="connsiteX199-8123" fmla="*/ 1155214 w 3024845"/>
                <a:gd name="connsiteY199-8124" fmla="*/ 551254 h 1160647"/>
                <a:gd name="connsiteX200-8125" fmla="*/ 1159268 w 3024845"/>
                <a:gd name="connsiteY200-8126" fmla="*/ 581518 h 1160647"/>
                <a:gd name="connsiteX201-8127" fmla="*/ 1160028 w 3024845"/>
                <a:gd name="connsiteY201-8128" fmla="*/ 581518 h 1160647"/>
                <a:gd name="connsiteX202-8129" fmla="*/ 1165348 w 3024845"/>
                <a:gd name="connsiteY202-8130" fmla="*/ 581518 h 1160647"/>
                <a:gd name="connsiteX203-8131" fmla="*/ 1165348 w 3024845"/>
                <a:gd name="connsiteY203-8132" fmla="*/ 582329 h 1160647"/>
                <a:gd name="connsiteX204-8133" fmla="*/ 1165348 w 3024845"/>
                <a:gd name="connsiteY204-8134" fmla="*/ 588004 h 1160647"/>
                <a:gd name="connsiteX205-8135" fmla="*/ 1166361 w 3024845"/>
                <a:gd name="connsiteY205-8136" fmla="*/ 588004 h 1160647"/>
                <a:gd name="connsiteX206-8137" fmla="*/ 1173454 w 3024845"/>
                <a:gd name="connsiteY206-8138" fmla="*/ 588004 h 1160647"/>
                <a:gd name="connsiteX207-8139" fmla="*/ 1173454 w 3024845"/>
                <a:gd name="connsiteY207-8140" fmla="*/ 618269 h 1160647"/>
                <a:gd name="connsiteX208-8141" fmla="*/ 1175481 w 3024845"/>
                <a:gd name="connsiteY208-8142" fmla="*/ 618269 h 1160647"/>
                <a:gd name="connsiteX209-8143" fmla="*/ 1189668 w 3024845"/>
                <a:gd name="connsiteY209-8144" fmla="*/ 618269 h 1160647"/>
                <a:gd name="connsiteX210-8145" fmla="*/ 1189668 w 3024845"/>
                <a:gd name="connsiteY210-8146" fmla="*/ 642048 h 1160647"/>
                <a:gd name="connsiteX211-8147" fmla="*/ 1191695 w 3024845"/>
                <a:gd name="connsiteY211-8148" fmla="*/ 643669 h 1160647"/>
                <a:gd name="connsiteX212-8149" fmla="*/ 1191695 w 3024845"/>
                <a:gd name="connsiteY212-8150" fmla="*/ 655019 h 1160647"/>
                <a:gd name="connsiteX213-8151" fmla="*/ 1192455 w 3024845"/>
                <a:gd name="connsiteY213-8152" fmla="*/ 655019 h 1160647"/>
                <a:gd name="connsiteX214-8153" fmla="*/ 1197775 w 3024845"/>
                <a:gd name="connsiteY214-8154" fmla="*/ 655019 h 1160647"/>
                <a:gd name="connsiteX215-8155" fmla="*/ 1197775 w 3024845"/>
                <a:gd name="connsiteY215-8156" fmla="*/ 678798 h 1160647"/>
                <a:gd name="connsiteX216-8157" fmla="*/ 1199041 w 3024845"/>
                <a:gd name="connsiteY216-8158" fmla="*/ 678798 h 1160647"/>
                <a:gd name="connsiteX217-8159" fmla="*/ 1207908 w 3024845"/>
                <a:gd name="connsiteY217-8160" fmla="*/ 678798 h 1160647"/>
                <a:gd name="connsiteX218-8161" fmla="*/ 1209935 w 3024845"/>
                <a:gd name="connsiteY218-8162" fmla="*/ 682852 h 1160647"/>
                <a:gd name="connsiteX219-8163" fmla="*/ 1209935 w 3024845"/>
                <a:gd name="connsiteY219-8164" fmla="*/ 696093 h 1160647"/>
                <a:gd name="connsiteX220-8165" fmla="*/ 1211455 w 3024845"/>
                <a:gd name="connsiteY220-8166" fmla="*/ 694201 h 1160647"/>
                <a:gd name="connsiteX221-8167" fmla="*/ 1222095 w 3024845"/>
                <a:gd name="connsiteY221-8168" fmla="*/ 680960 h 1160647"/>
                <a:gd name="connsiteX222-8169" fmla="*/ 1250469 w 3024845"/>
                <a:gd name="connsiteY222-8170" fmla="*/ 680960 h 1160647"/>
                <a:gd name="connsiteX223-8171" fmla="*/ 1250469 w 3024845"/>
                <a:gd name="connsiteY223-8172" fmla="*/ 767431 h 1160647"/>
                <a:gd name="connsiteX224-8173" fmla="*/ 1251229 w 3024845"/>
                <a:gd name="connsiteY224-8174" fmla="*/ 767431 h 1160647"/>
                <a:gd name="connsiteX225-8175" fmla="*/ 1256549 w 3024845"/>
                <a:gd name="connsiteY225-8176" fmla="*/ 767431 h 1160647"/>
                <a:gd name="connsiteX226-8177" fmla="*/ 1257309 w 3024845"/>
                <a:gd name="connsiteY226-8178" fmla="*/ 766080 h 1160647"/>
                <a:gd name="connsiteX227-8179" fmla="*/ 1262629 w 3024845"/>
                <a:gd name="connsiteY227-8180" fmla="*/ 756622 h 1160647"/>
                <a:gd name="connsiteX228-8181" fmla="*/ 1262629 w 3024845"/>
                <a:gd name="connsiteY228-8182" fmla="*/ 758514 h 1160647"/>
                <a:gd name="connsiteX229-8183" fmla="*/ 1262629 w 3024845"/>
                <a:gd name="connsiteY229-8184" fmla="*/ 771755 h 1160647"/>
                <a:gd name="connsiteX230-8185" fmla="*/ 1266682 w 3024845"/>
                <a:gd name="connsiteY230-8186" fmla="*/ 726358 h 1160647"/>
                <a:gd name="connsiteX231-8187" fmla="*/ 1267442 w 3024845"/>
                <a:gd name="connsiteY231-8188" fmla="*/ 726358 h 1160647"/>
                <a:gd name="connsiteX232-8189" fmla="*/ 1272762 w 3024845"/>
                <a:gd name="connsiteY232-8190" fmla="*/ 726358 h 1160647"/>
                <a:gd name="connsiteX233-8191" fmla="*/ 1272762 w 3024845"/>
                <a:gd name="connsiteY233-8192" fmla="*/ 661504 h 1160647"/>
                <a:gd name="connsiteX234-8193" fmla="*/ 1273776 w 3024845"/>
                <a:gd name="connsiteY234-8194" fmla="*/ 661504 h 1160647"/>
                <a:gd name="connsiteX235-8195" fmla="*/ 1280869 w 3024845"/>
                <a:gd name="connsiteY235-8196" fmla="*/ 661504 h 1160647"/>
                <a:gd name="connsiteX236-8197" fmla="*/ 1293029 w 3024845"/>
                <a:gd name="connsiteY236-8198" fmla="*/ 618269 h 1160647"/>
                <a:gd name="connsiteX237-8199" fmla="*/ 1294296 w 3024845"/>
                <a:gd name="connsiteY237-8200" fmla="*/ 618269 h 1160647"/>
                <a:gd name="connsiteX238-8201" fmla="*/ 1303163 w 3024845"/>
                <a:gd name="connsiteY238-8202" fmla="*/ 618269 h 1160647"/>
                <a:gd name="connsiteX239-8203" fmla="*/ 1313296 w 3024845"/>
                <a:gd name="connsiteY239-8204" fmla="*/ 661504 h 1160647"/>
                <a:gd name="connsiteX240-8205" fmla="*/ 1314309 w 3024845"/>
                <a:gd name="connsiteY240-8206" fmla="*/ 661504 h 1160647"/>
                <a:gd name="connsiteX241-8207" fmla="*/ 1321403 w 3024845"/>
                <a:gd name="connsiteY241-8208" fmla="*/ 661504 h 1160647"/>
                <a:gd name="connsiteX242-8209" fmla="*/ 1321403 w 3024845"/>
                <a:gd name="connsiteY242-8210" fmla="*/ 700416 h 1160647"/>
                <a:gd name="connsiteX243-8211" fmla="*/ 1323176 w 3024845"/>
                <a:gd name="connsiteY243-8212" fmla="*/ 700416 h 1160647"/>
                <a:gd name="connsiteX244-8213" fmla="*/ 1335590 w 3024845"/>
                <a:gd name="connsiteY244-8214" fmla="*/ 700416 h 1160647"/>
                <a:gd name="connsiteX245-8215" fmla="*/ 1335590 w 3024845"/>
                <a:gd name="connsiteY245-8216" fmla="*/ 702578 h 1160647"/>
                <a:gd name="connsiteX246-8217" fmla="*/ 1335590 w 3024845"/>
                <a:gd name="connsiteY246-8218" fmla="*/ 717710 h 1160647"/>
                <a:gd name="connsiteX247-8219" fmla="*/ 1339643 w 3024845"/>
                <a:gd name="connsiteY247-8220" fmla="*/ 715549 h 1160647"/>
                <a:gd name="connsiteX248-8221" fmla="*/ 1339643 w 3024845"/>
                <a:gd name="connsiteY248-8222" fmla="*/ 700416 h 1160647"/>
                <a:gd name="connsiteX249-8223" fmla="*/ 1341163 w 3024845"/>
                <a:gd name="connsiteY249-8224" fmla="*/ 700416 h 1160647"/>
                <a:gd name="connsiteX250-8225" fmla="*/ 1351803 w 3024845"/>
                <a:gd name="connsiteY250-8226" fmla="*/ 700416 h 1160647"/>
                <a:gd name="connsiteX251-8227" fmla="*/ 1351803 w 3024845"/>
                <a:gd name="connsiteY251-8228" fmla="*/ 702037 h 1160647"/>
                <a:gd name="connsiteX252-8229" fmla="*/ 1351803 w 3024845"/>
                <a:gd name="connsiteY252-8230" fmla="*/ 713387 h 1160647"/>
                <a:gd name="connsiteX253-8231" fmla="*/ 1382204 w 3024845"/>
                <a:gd name="connsiteY253-8232" fmla="*/ 713387 h 1160647"/>
                <a:gd name="connsiteX254-8233" fmla="*/ 1382204 w 3024845"/>
                <a:gd name="connsiteY254-8234" fmla="*/ 676637 h 1160647"/>
                <a:gd name="connsiteX255-8235" fmla="*/ 1383470 w 3024845"/>
                <a:gd name="connsiteY255-8236" fmla="*/ 676637 h 1160647"/>
                <a:gd name="connsiteX256-8237" fmla="*/ 1392337 w 3024845"/>
                <a:gd name="connsiteY256-8238" fmla="*/ 676637 h 1160647"/>
                <a:gd name="connsiteX257-8239" fmla="*/ 1392337 w 3024845"/>
                <a:gd name="connsiteY257-8240" fmla="*/ 698254 h 1160647"/>
                <a:gd name="connsiteX258-8241" fmla="*/ 1394364 w 3024845"/>
                <a:gd name="connsiteY258-8242" fmla="*/ 665828 h 1160647"/>
                <a:gd name="connsiteX259-8243" fmla="*/ 1416657 w 3024845"/>
                <a:gd name="connsiteY259-8244" fmla="*/ 665828 h 1160647"/>
                <a:gd name="connsiteX260-8245" fmla="*/ 1416657 w 3024845"/>
                <a:gd name="connsiteY260-8246" fmla="*/ 664206 h 1160647"/>
                <a:gd name="connsiteX261-8247" fmla="*/ 1416657 w 3024845"/>
                <a:gd name="connsiteY261-8248" fmla="*/ 652857 h 1160647"/>
                <a:gd name="connsiteX262-8249" fmla="*/ 1417417 w 3024845"/>
                <a:gd name="connsiteY262-8250" fmla="*/ 652857 h 1160647"/>
                <a:gd name="connsiteX263-8251" fmla="*/ 1422737 w 3024845"/>
                <a:gd name="connsiteY263-8252" fmla="*/ 652857 h 1160647"/>
                <a:gd name="connsiteX264-8253" fmla="*/ 1422737 w 3024845"/>
                <a:gd name="connsiteY264-8254" fmla="*/ 650966 h 1160647"/>
                <a:gd name="connsiteX265-8255" fmla="*/ 1422737 w 3024845"/>
                <a:gd name="connsiteY265-8256" fmla="*/ 637725 h 1160647"/>
                <a:gd name="connsiteX266-8257" fmla="*/ 1426791 w 3024845"/>
                <a:gd name="connsiteY266-8258" fmla="*/ 644210 h 1160647"/>
                <a:gd name="connsiteX267-8259" fmla="*/ 1429071 w 3024845"/>
                <a:gd name="connsiteY267-8260" fmla="*/ 644210 h 1160647"/>
                <a:gd name="connsiteX268-8261" fmla="*/ 1445031 w 3024845"/>
                <a:gd name="connsiteY268-8262" fmla="*/ 644210 h 1160647"/>
                <a:gd name="connsiteX269-8263" fmla="*/ 1445031 w 3024845"/>
                <a:gd name="connsiteY269-8264" fmla="*/ 643399 h 1160647"/>
                <a:gd name="connsiteX270-8265" fmla="*/ 1445031 w 3024845"/>
                <a:gd name="connsiteY270-8266" fmla="*/ 637725 h 1160647"/>
                <a:gd name="connsiteX271-8267" fmla="*/ 1445791 w 3024845"/>
                <a:gd name="connsiteY271-8268" fmla="*/ 637725 h 1160647"/>
                <a:gd name="connsiteX272-8269" fmla="*/ 1451111 w 3024845"/>
                <a:gd name="connsiteY272-8270" fmla="*/ 637725 h 1160647"/>
                <a:gd name="connsiteX273-8271" fmla="*/ 1451111 w 3024845"/>
                <a:gd name="connsiteY273-8272" fmla="*/ 639076 h 1160647"/>
                <a:gd name="connsiteX274-8273" fmla="*/ 1451111 w 3024845"/>
                <a:gd name="connsiteY274-8274" fmla="*/ 648534 h 1160647"/>
                <a:gd name="connsiteX275-8275" fmla="*/ 1489618 w 3024845"/>
                <a:gd name="connsiteY275-8276" fmla="*/ 648534 h 1160647"/>
                <a:gd name="connsiteX276-8277" fmla="*/ 1489618 w 3024845"/>
                <a:gd name="connsiteY276-8278" fmla="*/ 786887 h 1160647"/>
                <a:gd name="connsiteX277-8279" fmla="*/ 1491138 w 3024845"/>
                <a:gd name="connsiteY277-8280" fmla="*/ 786887 h 1160647"/>
                <a:gd name="connsiteX278-8281" fmla="*/ 1501778 w 3024845"/>
                <a:gd name="connsiteY278-8282" fmla="*/ 786887 h 1160647"/>
                <a:gd name="connsiteX279-8283" fmla="*/ 1501778 w 3024845"/>
                <a:gd name="connsiteY279-8284" fmla="*/ 773917 h 1160647"/>
                <a:gd name="connsiteX280-8285" fmla="*/ 1505832 w 3024845"/>
                <a:gd name="connsiteY280-8286" fmla="*/ 773917 h 1160647"/>
                <a:gd name="connsiteX281-8287" fmla="*/ 1505832 w 3024845"/>
                <a:gd name="connsiteY281-8288" fmla="*/ 786887 h 1160647"/>
                <a:gd name="connsiteX282-8289" fmla="*/ 1536232 w 3024845"/>
                <a:gd name="connsiteY282-8290" fmla="*/ 786887 h 1160647"/>
                <a:gd name="connsiteX283-8291" fmla="*/ 1536232 w 3024845"/>
                <a:gd name="connsiteY283-8292" fmla="*/ 756622 h 1160647"/>
                <a:gd name="connsiteX284-8293" fmla="*/ 1548392 w 3024845"/>
                <a:gd name="connsiteY284-8294" fmla="*/ 756622 h 1160647"/>
                <a:gd name="connsiteX285-8295" fmla="*/ 1560552 w 3024845"/>
                <a:gd name="connsiteY285-8296" fmla="*/ 754461 h 1160647"/>
                <a:gd name="connsiteX286-8297" fmla="*/ 1564606 w 3024845"/>
                <a:gd name="connsiteY286-8298" fmla="*/ 756622 h 1160647"/>
                <a:gd name="connsiteX287-8299" fmla="*/ 1574739 w 3024845"/>
                <a:gd name="connsiteY287-8300" fmla="*/ 756622 h 1160647"/>
                <a:gd name="connsiteX288-8301" fmla="*/ 1574739 w 3024845"/>
                <a:gd name="connsiteY288-8302" fmla="*/ 786887 h 1160647"/>
                <a:gd name="connsiteX289-8303" fmla="*/ 1582846 w 3024845"/>
                <a:gd name="connsiteY289-8304" fmla="*/ 786887 h 1160647"/>
                <a:gd name="connsiteX290-8305" fmla="*/ 1582846 w 3024845"/>
                <a:gd name="connsiteY290-8306" fmla="*/ 804182 h 1160647"/>
                <a:gd name="connsiteX291-8307" fmla="*/ 1592182 w 3024845"/>
                <a:gd name="connsiteY291-8308" fmla="*/ 805087 h 1160647"/>
                <a:gd name="connsiteX292-8309" fmla="*/ 1605140 w 3024845"/>
                <a:gd name="connsiteY292-8310" fmla="*/ 805087 h 1160647"/>
                <a:gd name="connsiteX293-8311" fmla="*/ 1605140 w 3024845"/>
                <a:gd name="connsiteY293-8312" fmla="*/ 789049 h 1160647"/>
                <a:gd name="connsiteX294-8313" fmla="*/ 1673096 w 3024845"/>
                <a:gd name="connsiteY294-8314" fmla="*/ 789049 h 1160647"/>
                <a:gd name="connsiteX295-8315" fmla="*/ 1673096 w 3024845"/>
                <a:gd name="connsiteY295-8316" fmla="*/ 703796 h 1160647"/>
                <a:gd name="connsiteX296-8317" fmla="*/ 1745104 w 3024845"/>
                <a:gd name="connsiteY296-8318" fmla="*/ 703796 h 1160647"/>
                <a:gd name="connsiteX297-8319" fmla="*/ 1745104 w 3024845"/>
                <a:gd name="connsiteY297-8320" fmla="*/ 782564 h 1160647"/>
                <a:gd name="connsiteX298-8321" fmla="*/ 1747008 w 3024845"/>
                <a:gd name="connsiteY298-8322" fmla="*/ 782564 h 1160647"/>
                <a:gd name="connsiteX299-8323" fmla="*/ 1748250 w 3024845"/>
                <a:gd name="connsiteY299-8324" fmla="*/ 805087 h 1160647"/>
                <a:gd name="connsiteX300-8325" fmla="*/ 1757926 w 3024845"/>
                <a:gd name="connsiteY300-8326" fmla="*/ 805087 h 1160647"/>
                <a:gd name="connsiteX301-8327" fmla="*/ 1759168 w 3024845"/>
                <a:gd name="connsiteY301-8328" fmla="*/ 782564 h 1160647"/>
                <a:gd name="connsiteX302-8329" fmla="*/ 1765248 w 3024845"/>
                <a:gd name="connsiteY302-8330" fmla="*/ 782564 h 1160647"/>
                <a:gd name="connsiteX303-8331" fmla="*/ 1766490 w 3024845"/>
                <a:gd name="connsiteY303-8332" fmla="*/ 805087 h 1160647"/>
                <a:gd name="connsiteX304-8333" fmla="*/ 1817112 w 3024845"/>
                <a:gd name="connsiteY304-8334" fmla="*/ 805087 h 1160647"/>
                <a:gd name="connsiteX305-8335" fmla="*/ 1817112 w 3024845"/>
                <a:gd name="connsiteY305-8336" fmla="*/ 642059 h 1160647"/>
                <a:gd name="connsiteX306-8337" fmla="*/ 2014439 w 3024845"/>
                <a:gd name="connsiteY306-8338" fmla="*/ 642059 h 1160647"/>
                <a:gd name="connsiteX307-8339" fmla="*/ 2014439 w 3024845"/>
                <a:gd name="connsiteY307-8340" fmla="*/ 805087 h 1160647"/>
                <a:gd name="connsiteX308-8341" fmla="*/ 2033136 w 3024845"/>
                <a:gd name="connsiteY308-8342" fmla="*/ 805087 h 1160647"/>
                <a:gd name="connsiteX309-8343" fmla="*/ 2033136 w 3024845"/>
                <a:gd name="connsiteY309-8344" fmla="*/ 722394 h 1160647"/>
                <a:gd name="connsiteX310-8345" fmla="*/ 2128256 w 3024845"/>
                <a:gd name="connsiteY310-8346" fmla="*/ 722394 h 1160647"/>
                <a:gd name="connsiteX311-8347" fmla="*/ 2140186 w 3024845"/>
                <a:gd name="connsiteY311-8348" fmla="*/ 404253 h 1160647"/>
                <a:gd name="connsiteX312-8349" fmla="*/ 2128026 w 3024845"/>
                <a:gd name="connsiteY312-8350" fmla="*/ 382635 h 1160647"/>
                <a:gd name="connsiteX313-8351" fmla="*/ 2121946 w 3024845"/>
                <a:gd name="connsiteY313-8352" fmla="*/ 378311 h 1160647"/>
                <a:gd name="connsiteX314-8353" fmla="*/ 2130053 w 3024845"/>
                <a:gd name="connsiteY314-8354" fmla="*/ 354532 h 1160647"/>
                <a:gd name="connsiteX315-8355" fmla="*/ 2130053 w 3024845"/>
                <a:gd name="connsiteY315-8356" fmla="*/ 337238 h 1160647"/>
                <a:gd name="connsiteX316-8357" fmla="*/ 2144240 w 3024845"/>
                <a:gd name="connsiteY316-8358" fmla="*/ 337238 h 1160647"/>
                <a:gd name="connsiteX317-8359" fmla="*/ 2144240 w 3024845"/>
                <a:gd name="connsiteY317-8360" fmla="*/ 315620 h 1160647"/>
                <a:gd name="connsiteX318-8361" fmla="*/ 2146266 w 3024845"/>
                <a:gd name="connsiteY318-8362" fmla="*/ 311296 h 1160647"/>
                <a:gd name="connsiteX319-8363" fmla="*/ 2146266 w 3024845"/>
                <a:gd name="connsiteY319-8364" fmla="*/ 233472 h 1160647"/>
                <a:gd name="connsiteX320-8365" fmla="*/ 2144240 w 3024845"/>
                <a:gd name="connsiteY320-8366" fmla="*/ 226987 h 1160647"/>
                <a:gd name="connsiteX321-8367" fmla="*/ 2150320 w 3024845"/>
                <a:gd name="connsiteY321-8368" fmla="*/ 220501 h 1160647"/>
                <a:gd name="connsiteX322-8369" fmla="*/ 2150320 w 3024845"/>
                <a:gd name="connsiteY322-8370" fmla="*/ 162133 h 1160647"/>
                <a:gd name="connsiteX323-8371" fmla="*/ 2152346 w 3024845"/>
                <a:gd name="connsiteY323-8372" fmla="*/ 157810 h 1160647"/>
                <a:gd name="connsiteX324-8373" fmla="*/ 2152346 w 3024845"/>
                <a:gd name="connsiteY324-8374" fmla="*/ 101604 h 1160647"/>
                <a:gd name="connsiteX325-8375" fmla="*/ 2154373 w 3024845"/>
                <a:gd name="connsiteY325-8376" fmla="*/ 82148 h 1160647"/>
                <a:gd name="connsiteX326-8377" fmla="*/ 2158427 w 3024845"/>
                <a:gd name="connsiteY326-8378" fmla="*/ 99442 h 1160647"/>
                <a:gd name="connsiteX327-8379" fmla="*/ 2160453 w 3024845"/>
                <a:gd name="connsiteY327-8380" fmla="*/ 157810 h 1160647"/>
                <a:gd name="connsiteX328-8381" fmla="*/ 2162480 w 3024845"/>
                <a:gd name="connsiteY328-8382" fmla="*/ 220501 h 1160647"/>
                <a:gd name="connsiteX329-8383" fmla="*/ 2168560 w 3024845"/>
                <a:gd name="connsiteY329-8384" fmla="*/ 226987 h 1160647"/>
                <a:gd name="connsiteX330-8385" fmla="*/ 2166533 w 3024845"/>
                <a:gd name="connsiteY330-8386" fmla="*/ 233472 h 1160647"/>
                <a:gd name="connsiteX331-8387" fmla="*/ 2166533 w 3024845"/>
                <a:gd name="connsiteY331-8388" fmla="*/ 311296 h 1160647"/>
                <a:gd name="connsiteX332-8389" fmla="*/ 2168560 w 3024845"/>
                <a:gd name="connsiteY332-8390" fmla="*/ 315620 h 1160647"/>
                <a:gd name="connsiteX333-8391" fmla="*/ 2168560 w 3024845"/>
                <a:gd name="connsiteY333-8392" fmla="*/ 337238 h 1160647"/>
                <a:gd name="connsiteX334-8393" fmla="*/ 2182747 w 3024845"/>
                <a:gd name="connsiteY334-8394" fmla="*/ 337238 h 1160647"/>
                <a:gd name="connsiteX335-8395" fmla="*/ 2182747 w 3024845"/>
                <a:gd name="connsiteY335-8396" fmla="*/ 354532 h 1160647"/>
                <a:gd name="connsiteX336-8397" fmla="*/ 2190854 w 3024845"/>
                <a:gd name="connsiteY336-8398" fmla="*/ 378311 h 1160647"/>
                <a:gd name="connsiteX337-8399" fmla="*/ 2184774 w 3024845"/>
                <a:gd name="connsiteY337-8400" fmla="*/ 382635 h 1160647"/>
                <a:gd name="connsiteX338-8401" fmla="*/ 2172613 w 3024845"/>
                <a:gd name="connsiteY338-8402" fmla="*/ 404253 h 1160647"/>
                <a:gd name="connsiteX339-8403" fmla="*/ 2180720 w 3024845"/>
                <a:gd name="connsiteY339-8404" fmla="*/ 657181 h 1160647"/>
                <a:gd name="connsiteX340-8405" fmla="*/ 2245574 w 3024845"/>
                <a:gd name="connsiteY340-8406" fmla="*/ 657181 h 1160647"/>
                <a:gd name="connsiteX341-8407" fmla="*/ 2245574 w 3024845"/>
                <a:gd name="connsiteY341-8408" fmla="*/ 732843 h 1160647"/>
                <a:gd name="connsiteX342-8409" fmla="*/ 2253681 w 3024845"/>
                <a:gd name="connsiteY342-8410" fmla="*/ 732843 h 1160647"/>
                <a:gd name="connsiteX343-8411" fmla="*/ 2255708 w 3024845"/>
                <a:gd name="connsiteY343-8412" fmla="*/ 726358 h 1160647"/>
                <a:gd name="connsiteX344-8413" fmla="*/ 2261788 w 3024845"/>
                <a:gd name="connsiteY344-8414" fmla="*/ 726358 h 1160647"/>
                <a:gd name="connsiteX345-8415" fmla="*/ 2263815 w 3024845"/>
                <a:gd name="connsiteY345-8416" fmla="*/ 735005 h 1160647"/>
                <a:gd name="connsiteX346-8417" fmla="*/ 2275975 w 3024845"/>
                <a:gd name="connsiteY346-8418" fmla="*/ 735005 h 1160647"/>
                <a:gd name="connsiteX347-8419" fmla="*/ 2275975 w 3024845"/>
                <a:gd name="connsiteY347-8420" fmla="*/ 728519 h 1160647"/>
                <a:gd name="connsiteX348-8421" fmla="*/ 2298268 w 3024845"/>
                <a:gd name="connsiteY348-8422" fmla="*/ 728519 h 1160647"/>
                <a:gd name="connsiteX349-8423" fmla="*/ 2298268 w 3024845"/>
                <a:gd name="connsiteY349-8424" fmla="*/ 735005 h 1160647"/>
                <a:gd name="connsiteX350-8425" fmla="*/ 2318535 w 3024845"/>
                <a:gd name="connsiteY350-8426" fmla="*/ 735005 h 1160647"/>
                <a:gd name="connsiteX351-8427" fmla="*/ 2318535 w 3024845"/>
                <a:gd name="connsiteY351-8428" fmla="*/ 780402 h 1160647"/>
                <a:gd name="connsiteX352-8429" fmla="*/ 2332722 w 3024845"/>
                <a:gd name="connsiteY352-8430" fmla="*/ 780402 h 1160647"/>
                <a:gd name="connsiteX353-8431" fmla="*/ 2332722 w 3024845"/>
                <a:gd name="connsiteY353-8432" fmla="*/ 767431 h 1160647"/>
                <a:gd name="connsiteX354-8433" fmla="*/ 2348936 w 3024845"/>
                <a:gd name="connsiteY354-8434" fmla="*/ 767431 h 1160647"/>
                <a:gd name="connsiteX355-8435" fmla="*/ 2348936 w 3024845"/>
                <a:gd name="connsiteY355-8436" fmla="*/ 588004 h 1160647"/>
                <a:gd name="connsiteX356-8437" fmla="*/ 2355016 w 3024845"/>
                <a:gd name="connsiteY356-8438" fmla="*/ 581518 h 1160647"/>
                <a:gd name="connsiteX357-8439" fmla="*/ 2427977 w 3024845"/>
                <a:gd name="connsiteY357-8440" fmla="*/ 581518 h 1160647"/>
                <a:gd name="connsiteX358-8441" fmla="*/ 2427977 w 3024845"/>
                <a:gd name="connsiteY358-8442" fmla="*/ 590166 h 1160647"/>
                <a:gd name="connsiteX359-8443" fmla="*/ 2438110 w 3024845"/>
                <a:gd name="connsiteY359-8444" fmla="*/ 590166 h 1160647"/>
                <a:gd name="connsiteX360-8445" fmla="*/ 2438110 w 3024845"/>
                <a:gd name="connsiteY360-8446" fmla="*/ 704740 h 1160647"/>
                <a:gd name="connsiteX361-8447" fmla="*/ 2460404 w 3024845"/>
                <a:gd name="connsiteY361-8448" fmla="*/ 704740 h 1160647"/>
                <a:gd name="connsiteX362-8449" fmla="*/ 2460404 w 3024845"/>
                <a:gd name="connsiteY362-8450" fmla="*/ 637725 h 1160647"/>
                <a:gd name="connsiteX363-8451" fmla="*/ 2486751 w 3024845"/>
                <a:gd name="connsiteY363-8452" fmla="*/ 637725 h 1160647"/>
                <a:gd name="connsiteX364-8453" fmla="*/ 2490804 w 3024845"/>
                <a:gd name="connsiteY364-8454" fmla="*/ 633401 h 1160647"/>
                <a:gd name="connsiteX365-8455" fmla="*/ 2498911 w 3024845"/>
                <a:gd name="connsiteY365-8456" fmla="*/ 633401 h 1160647"/>
                <a:gd name="connsiteX366-8457" fmla="*/ 2502964 w 3024845"/>
                <a:gd name="connsiteY366-8458" fmla="*/ 637725 h 1160647"/>
                <a:gd name="connsiteX367-8459" fmla="*/ 2525258 w 3024845"/>
                <a:gd name="connsiteY367-8460" fmla="*/ 637725 h 1160647"/>
                <a:gd name="connsiteX368-8461" fmla="*/ 2525258 w 3024845"/>
                <a:gd name="connsiteY368-8462" fmla="*/ 520989 h 1160647"/>
                <a:gd name="connsiteX369-8463" fmla="*/ 2582005 w 3024845"/>
                <a:gd name="connsiteY369-8464" fmla="*/ 510180 h 1160647"/>
                <a:gd name="connsiteX370-8465" fmla="*/ 2582005 w 3024845"/>
                <a:gd name="connsiteY370-8466" fmla="*/ 511261 h 1160647"/>
                <a:gd name="connsiteX371-8467" fmla="*/ 2582005 w 3024845"/>
                <a:gd name="connsiteY371-8468" fmla="*/ 518827 h 1160647"/>
                <a:gd name="connsiteX372-8469" fmla="*/ 2608352 w 3024845"/>
                <a:gd name="connsiteY372-8470" fmla="*/ 518827 h 1160647"/>
                <a:gd name="connsiteX373-8471" fmla="*/ 2608352 w 3024845"/>
                <a:gd name="connsiteY373-8472" fmla="*/ 773917 h 1160647"/>
                <a:gd name="connsiteX374-8473" fmla="*/ 2630646 w 3024845"/>
                <a:gd name="connsiteY374-8474" fmla="*/ 773917 h 1160647"/>
                <a:gd name="connsiteX375-8475" fmla="*/ 2630646 w 3024845"/>
                <a:gd name="connsiteY375-8476" fmla="*/ 769593 h 1160647"/>
                <a:gd name="connsiteX376-8477" fmla="*/ 2642806 w 3024845"/>
                <a:gd name="connsiteY376-8478" fmla="*/ 769593 h 1160647"/>
                <a:gd name="connsiteX377-8479" fmla="*/ 2642806 w 3024845"/>
                <a:gd name="connsiteY377-8480" fmla="*/ 773917 h 1160647"/>
                <a:gd name="connsiteX378-8481" fmla="*/ 2667126 w 3024845"/>
                <a:gd name="connsiteY378-8482" fmla="*/ 773917 h 1160647"/>
                <a:gd name="connsiteX379-8483" fmla="*/ 2667126 w 3024845"/>
                <a:gd name="connsiteY379-8484" fmla="*/ 760946 h 1160647"/>
                <a:gd name="connsiteX380-8485" fmla="*/ 2695500 w 3024845"/>
                <a:gd name="connsiteY380-8486" fmla="*/ 760946 h 1160647"/>
                <a:gd name="connsiteX381-8487" fmla="*/ 2707660 w 3024845"/>
                <a:gd name="connsiteY381-8488" fmla="*/ 756622 h 1160647"/>
                <a:gd name="connsiteX382-8489" fmla="*/ 2727927 w 3024845"/>
                <a:gd name="connsiteY382-8490" fmla="*/ 760946 h 1160647"/>
                <a:gd name="connsiteX383-8491" fmla="*/ 2727927 w 3024845"/>
                <a:gd name="connsiteY383-8492" fmla="*/ 743652 h 1160647"/>
                <a:gd name="connsiteX384-8493" fmla="*/ 2736034 w 3024845"/>
                <a:gd name="connsiteY384-8494" fmla="*/ 743652 h 1160647"/>
                <a:gd name="connsiteX385-8495" fmla="*/ 2736034 w 3024845"/>
                <a:gd name="connsiteY385-8496" fmla="*/ 730681 h 1160647"/>
                <a:gd name="connsiteX386-8497" fmla="*/ 2792781 w 3024845"/>
                <a:gd name="connsiteY386-8498" fmla="*/ 730681 h 1160647"/>
                <a:gd name="connsiteX387-8499" fmla="*/ 2792781 w 3024845"/>
                <a:gd name="connsiteY387-8500" fmla="*/ 700416 h 1160647"/>
                <a:gd name="connsiteX388-8501" fmla="*/ 2811021 w 3024845"/>
                <a:gd name="connsiteY388-8502" fmla="*/ 700416 h 1160647"/>
                <a:gd name="connsiteX389-8503" fmla="*/ 2811021 w 3024845"/>
                <a:gd name="connsiteY389-8504" fmla="*/ 693931 h 1160647"/>
                <a:gd name="connsiteX390-8505" fmla="*/ 2823181 w 3024845"/>
                <a:gd name="connsiteY390-8506" fmla="*/ 693931 h 1160647"/>
                <a:gd name="connsiteX391-8507" fmla="*/ 2823181 w 3024845"/>
                <a:gd name="connsiteY391-8508" fmla="*/ 700416 h 1160647"/>
                <a:gd name="connsiteX392-8509" fmla="*/ 2839395 w 3024845"/>
                <a:gd name="connsiteY392-8510" fmla="*/ 700416 h 1160647"/>
                <a:gd name="connsiteX393-8511" fmla="*/ 2839395 w 3024845"/>
                <a:gd name="connsiteY393-8512" fmla="*/ 750137 h 1160647"/>
                <a:gd name="connsiteX394-8513" fmla="*/ 2871822 w 3024845"/>
                <a:gd name="connsiteY394-8514" fmla="*/ 750137 h 1160647"/>
                <a:gd name="connsiteX395-8515" fmla="*/ 2871822 w 3024845"/>
                <a:gd name="connsiteY395-8516" fmla="*/ 724196 h 1160647"/>
                <a:gd name="connsiteX396-8517" fmla="*/ 2910329 w 3024845"/>
                <a:gd name="connsiteY396-8518" fmla="*/ 724196 h 1160647"/>
                <a:gd name="connsiteX397-8519" fmla="*/ 2910329 w 3024845"/>
                <a:gd name="connsiteY397-8520" fmla="*/ 693931 h 1160647"/>
                <a:gd name="connsiteX398-8521" fmla="*/ 2958970 w 3024845"/>
                <a:gd name="connsiteY398-8522" fmla="*/ 693931 h 1160647"/>
                <a:gd name="connsiteX399-8523" fmla="*/ 2958970 w 3024845"/>
                <a:gd name="connsiteY399-8524" fmla="*/ 805087 h 1160647"/>
                <a:gd name="connsiteX400-8525" fmla="*/ 2958970 w 3024845"/>
                <a:gd name="connsiteY400-8526" fmla="*/ 818866 h 1160647"/>
                <a:gd name="connsiteX401-8527" fmla="*/ 3024845 w 3024845"/>
                <a:gd name="connsiteY401-8528" fmla="*/ 818866 h 1160647"/>
                <a:gd name="connsiteX402-8529" fmla="*/ 3024845 w 3024845"/>
                <a:gd name="connsiteY402-8530" fmla="*/ 1160647 h 1160647"/>
                <a:gd name="connsiteX403-8531" fmla="*/ 145862 w 3024845"/>
                <a:gd name="connsiteY403-8532" fmla="*/ 1160647 h 1160647"/>
                <a:gd name="connsiteX404-8533" fmla="*/ 2054 w 3024845"/>
                <a:gd name="connsiteY404-8534" fmla="*/ 1158314 h 1160647"/>
                <a:gd name="connsiteX405-8535" fmla="*/ 0 w 3024845"/>
                <a:gd name="connsiteY405-8536" fmla="*/ 724196 h 1160647"/>
                <a:gd name="connsiteX406-8537" fmla="*/ 20267 w 3024845"/>
                <a:gd name="connsiteY406-8538" fmla="*/ 724196 h 1160647"/>
                <a:gd name="connsiteX407-8539" fmla="*/ 20774 w 3024845"/>
                <a:gd name="connsiteY407-8540" fmla="*/ 723115 h 1160647"/>
                <a:gd name="connsiteX408-8541" fmla="*/ 24320 w 3024845"/>
                <a:gd name="connsiteY408-8542" fmla="*/ 715549 h 1160647"/>
                <a:gd name="connsiteX409-8543" fmla="*/ 26094 w 3024845"/>
                <a:gd name="connsiteY409-8544" fmla="*/ 715819 h 1160647"/>
                <a:gd name="connsiteX410-8545" fmla="*/ 38507 w 3024845"/>
                <a:gd name="connsiteY410-8546" fmla="*/ 717710 h 1160647"/>
                <a:gd name="connsiteX411-8547" fmla="*/ 39014 w 3024845"/>
                <a:gd name="connsiteY411-8548" fmla="*/ 719062 h 1160647"/>
                <a:gd name="connsiteX412-8549" fmla="*/ 42560 w 3024845"/>
                <a:gd name="connsiteY412-8550" fmla="*/ 728519 h 1160647"/>
                <a:gd name="connsiteX413-8551" fmla="*/ 68907 w 3024845"/>
                <a:gd name="connsiteY413-8552" fmla="*/ 730681 h 1160647"/>
                <a:gd name="connsiteX414-8553" fmla="*/ 68907 w 3024845"/>
                <a:gd name="connsiteY414-8554" fmla="*/ 607460 h 1160647"/>
                <a:gd name="connsiteX415-8555" fmla="*/ 70934 w 3024845"/>
                <a:gd name="connsiteY415-8556" fmla="*/ 607460 h 1160647"/>
                <a:gd name="connsiteX416-8557" fmla="*/ 85121 w 3024845"/>
                <a:gd name="connsiteY416-8558" fmla="*/ 607460 h 1160647"/>
                <a:gd name="connsiteX417-8559" fmla="*/ 85121 w 3024845"/>
                <a:gd name="connsiteY417-8560" fmla="*/ 471268 h 1160647"/>
                <a:gd name="connsiteX418-8561" fmla="*/ 86894 w 3024845"/>
                <a:gd name="connsiteY418-8562" fmla="*/ 471268 h 1160647"/>
                <a:gd name="connsiteX419-8563" fmla="*/ 99308 w 3024845"/>
                <a:gd name="connsiteY419-8564" fmla="*/ 471268 h 1160647"/>
                <a:gd name="connsiteX420-8565" fmla="*/ 99308 w 3024845"/>
                <a:gd name="connsiteY420-8566" fmla="*/ 356694 h 1160647"/>
                <a:gd name="connsiteX421-8567" fmla="*/ 103361 w 3024845"/>
                <a:gd name="connsiteY421-8568" fmla="*/ 328590 h 1160647"/>
                <a:gd name="connsiteX422-8569" fmla="*/ 105388 w 3024845"/>
                <a:gd name="connsiteY422-8570" fmla="*/ 328590 h 1160647"/>
                <a:gd name="connsiteX423-8571" fmla="*/ 119575 w 3024845"/>
                <a:gd name="connsiteY423-8572" fmla="*/ 328590 h 1160647"/>
                <a:gd name="connsiteX424-8573" fmla="*/ 156055 w 3024845"/>
                <a:gd name="connsiteY424-8574" fmla="*/ 246443 h 1160647"/>
                <a:gd name="connsiteX425-8575" fmla="*/ 160109 w 3024845"/>
                <a:gd name="connsiteY425-8576" fmla="*/ 0 h 1160647"/>
                <a:gd name="connsiteX0-8577" fmla="*/ 160109 w 3024845"/>
                <a:gd name="connsiteY0-8578" fmla="*/ 0 h 1160647"/>
                <a:gd name="connsiteX1-8579" fmla="*/ 162135 w 3024845"/>
                <a:gd name="connsiteY1-8580" fmla="*/ 246443 h 1160647"/>
                <a:gd name="connsiteX2-8581" fmla="*/ 200642 w 3024845"/>
                <a:gd name="connsiteY2-8582" fmla="*/ 326429 h 1160647"/>
                <a:gd name="connsiteX3-8583" fmla="*/ 202669 w 3024845"/>
                <a:gd name="connsiteY3-8584" fmla="*/ 326429 h 1160647"/>
                <a:gd name="connsiteX4-8585" fmla="*/ 216856 w 3024845"/>
                <a:gd name="connsiteY4-8586" fmla="*/ 326429 h 1160647"/>
                <a:gd name="connsiteX5-8587" fmla="*/ 216856 w 3024845"/>
                <a:gd name="connsiteY5-8588" fmla="*/ 350208 h 1160647"/>
                <a:gd name="connsiteX6-8589" fmla="*/ 217363 w 3024845"/>
                <a:gd name="connsiteY6-8590" fmla="*/ 351019 h 1160647"/>
                <a:gd name="connsiteX7-8591" fmla="*/ 220909 w 3024845"/>
                <a:gd name="connsiteY7-8592" fmla="*/ 356694 h 1160647"/>
                <a:gd name="connsiteX8-8593" fmla="*/ 220909 w 3024845"/>
                <a:gd name="connsiteY8-8594" fmla="*/ 471268 h 1160647"/>
                <a:gd name="connsiteX9-8595" fmla="*/ 223189 w 3024845"/>
                <a:gd name="connsiteY9-8596" fmla="*/ 471268 h 1160647"/>
                <a:gd name="connsiteX10-8597" fmla="*/ 239150 w 3024845"/>
                <a:gd name="connsiteY10-8598" fmla="*/ 471268 h 1160647"/>
                <a:gd name="connsiteX11-8599" fmla="*/ 239150 w 3024845"/>
                <a:gd name="connsiteY11-8600" fmla="*/ 611783 h 1160647"/>
                <a:gd name="connsiteX12-8601" fmla="*/ 240670 w 3024845"/>
                <a:gd name="connsiteY12-8602" fmla="*/ 611513 h 1160647"/>
                <a:gd name="connsiteX13-8603" fmla="*/ 251310 w 3024845"/>
                <a:gd name="connsiteY13-8604" fmla="*/ 609622 h 1160647"/>
                <a:gd name="connsiteX14-8605" fmla="*/ 249283 w 3024845"/>
                <a:gd name="connsiteY14-8606" fmla="*/ 698254 h 1160647"/>
                <a:gd name="connsiteX15-8607" fmla="*/ 250803 w 3024845"/>
                <a:gd name="connsiteY15-8608" fmla="*/ 698525 h 1160647"/>
                <a:gd name="connsiteX16-8609" fmla="*/ 261443 w 3024845"/>
                <a:gd name="connsiteY16-8610" fmla="*/ 700416 h 1160647"/>
                <a:gd name="connsiteX17-8611" fmla="*/ 261696 w 3024845"/>
                <a:gd name="connsiteY17-8612" fmla="*/ 701227 h 1160647"/>
                <a:gd name="connsiteX18-8613" fmla="*/ 263470 w 3024845"/>
                <a:gd name="connsiteY18-8614" fmla="*/ 706902 h 1160647"/>
                <a:gd name="connsiteX19-8615" fmla="*/ 264230 w 3024845"/>
                <a:gd name="connsiteY19-8616" fmla="*/ 704470 h 1160647"/>
                <a:gd name="connsiteX20-8617" fmla="*/ 269550 w 3024845"/>
                <a:gd name="connsiteY20-8618" fmla="*/ 687446 h 1160647"/>
                <a:gd name="connsiteX21-8619" fmla="*/ 271323 w 3024845"/>
                <a:gd name="connsiteY21-8620" fmla="*/ 687446 h 1160647"/>
                <a:gd name="connsiteX22-8621" fmla="*/ 283737 w 3024845"/>
                <a:gd name="connsiteY22-8622" fmla="*/ 687446 h 1160647"/>
                <a:gd name="connsiteX23-8623" fmla="*/ 283737 w 3024845"/>
                <a:gd name="connsiteY23-8624" fmla="*/ 719872 h 1160647"/>
                <a:gd name="connsiteX24-8625" fmla="*/ 284750 w 3024845"/>
                <a:gd name="connsiteY24-8626" fmla="*/ 720413 h 1160647"/>
                <a:gd name="connsiteX25-8627" fmla="*/ 291844 w 3024845"/>
                <a:gd name="connsiteY25-8628" fmla="*/ 724196 h 1160647"/>
                <a:gd name="connsiteX26-8629" fmla="*/ 291844 w 3024845"/>
                <a:gd name="connsiteY26-8630" fmla="*/ 725547 h 1160647"/>
                <a:gd name="connsiteX27-8631" fmla="*/ 291844 w 3024845"/>
                <a:gd name="connsiteY27-8632" fmla="*/ 735005 h 1160647"/>
                <a:gd name="connsiteX28-8633" fmla="*/ 336431 w 3024845"/>
                <a:gd name="connsiteY28-8634" fmla="*/ 735005 h 1160647"/>
                <a:gd name="connsiteX29-8635" fmla="*/ 336431 w 3024845"/>
                <a:gd name="connsiteY29-8636" fmla="*/ 736086 h 1160647"/>
                <a:gd name="connsiteX30-8637" fmla="*/ 336431 w 3024845"/>
                <a:gd name="connsiteY30-8638" fmla="*/ 743652 h 1160647"/>
                <a:gd name="connsiteX31-8639" fmla="*/ 338457 w 3024845"/>
                <a:gd name="connsiteY31-8640" fmla="*/ 743652 h 1160647"/>
                <a:gd name="connsiteX32-8641" fmla="*/ 352644 w 3024845"/>
                <a:gd name="connsiteY32-8642" fmla="*/ 743652 h 1160647"/>
                <a:gd name="connsiteX33-8643" fmla="*/ 352644 w 3024845"/>
                <a:gd name="connsiteY33-8644" fmla="*/ 713387 h 1160647"/>
                <a:gd name="connsiteX34-8645" fmla="*/ 397231 w 3024845"/>
                <a:gd name="connsiteY34-8646" fmla="*/ 713387 h 1160647"/>
                <a:gd name="connsiteX35-8647" fmla="*/ 397231 w 3024845"/>
                <a:gd name="connsiteY35-8648" fmla="*/ 712036 h 1160647"/>
                <a:gd name="connsiteX36-8649" fmla="*/ 397231 w 3024845"/>
                <a:gd name="connsiteY36-8650" fmla="*/ 702578 h 1160647"/>
                <a:gd name="connsiteX37-8651" fmla="*/ 398245 w 3024845"/>
                <a:gd name="connsiteY37-8652" fmla="*/ 702578 h 1160647"/>
                <a:gd name="connsiteX38-8653" fmla="*/ 405338 w 3024845"/>
                <a:gd name="connsiteY38-8654" fmla="*/ 702578 h 1160647"/>
                <a:gd name="connsiteX39-8655" fmla="*/ 405338 w 3024845"/>
                <a:gd name="connsiteY39-8656" fmla="*/ 700687 h 1160647"/>
                <a:gd name="connsiteX40-8657" fmla="*/ 405338 w 3024845"/>
                <a:gd name="connsiteY40-8658" fmla="*/ 687446 h 1160647"/>
                <a:gd name="connsiteX41-8659" fmla="*/ 406098 w 3024845"/>
                <a:gd name="connsiteY41-8660" fmla="*/ 687446 h 1160647"/>
                <a:gd name="connsiteX42-8661" fmla="*/ 411418 w 3024845"/>
                <a:gd name="connsiteY42-8662" fmla="*/ 687446 h 1160647"/>
                <a:gd name="connsiteX43-8663" fmla="*/ 411418 w 3024845"/>
                <a:gd name="connsiteY43-8664" fmla="*/ 686365 h 1160647"/>
                <a:gd name="connsiteX44-8665" fmla="*/ 411418 w 3024845"/>
                <a:gd name="connsiteY44-8666" fmla="*/ 678798 h 1160647"/>
                <a:gd name="connsiteX45-8667" fmla="*/ 413445 w 3024845"/>
                <a:gd name="connsiteY45-8668" fmla="*/ 678798 h 1160647"/>
                <a:gd name="connsiteX46-8669" fmla="*/ 427632 w 3024845"/>
                <a:gd name="connsiteY46-8670" fmla="*/ 678798 h 1160647"/>
                <a:gd name="connsiteX47-8671" fmla="*/ 427632 w 3024845"/>
                <a:gd name="connsiteY47-8672" fmla="*/ 679879 h 1160647"/>
                <a:gd name="connsiteX48-8673" fmla="*/ 427632 w 3024845"/>
                <a:gd name="connsiteY48-8674" fmla="*/ 687446 h 1160647"/>
                <a:gd name="connsiteX49-8675" fmla="*/ 449925 w 3024845"/>
                <a:gd name="connsiteY49-8676" fmla="*/ 687446 h 1160647"/>
                <a:gd name="connsiteX50-8677" fmla="*/ 449925 w 3024845"/>
                <a:gd name="connsiteY50-8678" fmla="*/ 685554 h 1160647"/>
                <a:gd name="connsiteX51-8679" fmla="*/ 449925 w 3024845"/>
                <a:gd name="connsiteY51-8680" fmla="*/ 672313 h 1160647"/>
                <a:gd name="connsiteX52-8681" fmla="*/ 451699 w 3024845"/>
                <a:gd name="connsiteY52-8682" fmla="*/ 672313 h 1160647"/>
                <a:gd name="connsiteX53-8683" fmla="*/ 464112 w 3024845"/>
                <a:gd name="connsiteY53-8684" fmla="*/ 672313 h 1160647"/>
                <a:gd name="connsiteX54-8685" fmla="*/ 464112 w 3024845"/>
                <a:gd name="connsiteY54-8686" fmla="*/ 696093 h 1160647"/>
                <a:gd name="connsiteX55-8687" fmla="*/ 465126 w 3024845"/>
                <a:gd name="connsiteY55-8688" fmla="*/ 696093 h 1160647"/>
                <a:gd name="connsiteX56-8689" fmla="*/ 472219 w 3024845"/>
                <a:gd name="connsiteY56-8690" fmla="*/ 696093 h 1160647"/>
                <a:gd name="connsiteX57-8691" fmla="*/ 472219 w 3024845"/>
                <a:gd name="connsiteY57-8692" fmla="*/ 695012 h 1160647"/>
                <a:gd name="connsiteX58-8693" fmla="*/ 472219 w 3024845"/>
                <a:gd name="connsiteY58-8694" fmla="*/ 687446 h 1160647"/>
                <a:gd name="connsiteX59-8695" fmla="*/ 473992 w 3024845"/>
                <a:gd name="connsiteY59-8696" fmla="*/ 687446 h 1160647"/>
                <a:gd name="connsiteX60-8697" fmla="*/ 486406 w 3024845"/>
                <a:gd name="connsiteY60-8698" fmla="*/ 687446 h 1160647"/>
                <a:gd name="connsiteX61-8699" fmla="*/ 486406 w 3024845"/>
                <a:gd name="connsiteY61-8700" fmla="*/ 713387 h 1160647"/>
                <a:gd name="connsiteX62-8701" fmla="*/ 488433 w 3024845"/>
                <a:gd name="connsiteY62-8702" fmla="*/ 713387 h 1160647"/>
                <a:gd name="connsiteX63-8703" fmla="*/ 502619 w 3024845"/>
                <a:gd name="connsiteY63-8704" fmla="*/ 713387 h 1160647"/>
                <a:gd name="connsiteX64-8705" fmla="*/ 502619 w 3024845"/>
                <a:gd name="connsiteY64-8706" fmla="*/ 715008 h 1160647"/>
                <a:gd name="connsiteX65-8707" fmla="*/ 502619 w 3024845"/>
                <a:gd name="connsiteY65-8708" fmla="*/ 726358 h 1160647"/>
                <a:gd name="connsiteX66-8709" fmla="*/ 503379 w 3024845"/>
                <a:gd name="connsiteY66-8710" fmla="*/ 726358 h 1160647"/>
                <a:gd name="connsiteX67-8711" fmla="*/ 508700 w 3024845"/>
                <a:gd name="connsiteY67-8712" fmla="*/ 726358 h 1160647"/>
                <a:gd name="connsiteX68-8713" fmla="*/ 508700 w 3024845"/>
                <a:gd name="connsiteY68-8714" fmla="*/ 725547 h 1160647"/>
                <a:gd name="connsiteX69-8715" fmla="*/ 508700 w 3024845"/>
                <a:gd name="connsiteY69-8716" fmla="*/ 719872 h 1160647"/>
                <a:gd name="connsiteX70-8717" fmla="*/ 539100 w 3024845"/>
                <a:gd name="connsiteY70-8718" fmla="*/ 719872 h 1160647"/>
                <a:gd name="connsiteX71-8719" fmla="*/ 539100 w 3024845"/>
                <a:gd name="connsiteY71-8720" fmla="*/ 743652 h 1160647"/>
                <a:gd name="connsiteX72-8721" fmla="*/ 540113 w 3024845"/>
                <a:gd name="connsiteY72-8722" fmla="*/ 743652 h 1160647"/>
                <a:gd name="connsiteX73-8723" fmla="*/ 547207 w 3024845"/>
                <a:gd name="connsiteY73-8724" fmla="*/ 743652 h 1160647"/>
                <a:gd name="connsiteX74-8725" fmla="*/ 547207 w 3024845"/>
                <a:gd name="connsiteY74-8726" fmla="*/ 744733 h 1160647"/>
                <a:gd name="connsiteX75-8727" fmla="*/ 547207 w 3024845"/>
                <a:gd name="connsiteY75-8728" fmla="*/ 752299 h 1160647"/>
                <a:gd name="connsiteX76-8729" fmla="*/ 547967 w 3024845"/>
                <a:gd name="connsiteY76-8730" fmla="*/ 752299 h 1160647"/>
                <a:gd name="connsiteX77-8731" fmla="*/ 553287 w 3024845"/>
                <a:gd name="connsiteY77-8732" fmla="*/ 752299 h 1160647"/>
                <a:gd name="connsiteX78-8733" fmla="*/ 553287 w 3024845"/>
                <a:gd name="connsiteY78-8734" fmla="*/ 750137 h 1160647"/>
                <a:gd name="connsiteX79-8735" fmla="*/ 553287 w 3024845"/>
                <a:gd name="connsiteY79-8736" fmla="*/ 735005 h 1160647"/>
                <a:gd name="connsiteX80-8737" fmla="*/ 554300 w 3024845"/>
                <a:gd name="connsiteY80-8738" fmla="*/ 735005 h 1160647"/>
                <a:gd name="connsiteX81-8739" fmla="*/ 561394 w 3024845"/>
                <a:gd name="connsiteY81-8740" fmla="*/ 735005 h 1160647"/>
                <a:gd name="connsiteX82-8741" fmla="*/ 561394 w 3024845"/>
                <a:gd name="connsiteY82-8742" fmla="*/ 736086 h 1160647"/>
                <a:gd name="connsiteX83-8743" fmla="*/ 561394 w 3024845"/>
                <a:gd name="connsiteY83-8744" fmla="*/ 743652 h 1160647"/>
                <a:gd name="connsiteX84-8745" fmla="*/ 566714 w 3024845"/>
                <a:gd name="connsiteY84-8746" fmla="*/ 741659 h 1160647"/>
                <a:gd name="connsiteX85-8747" fmla="*/ 567474 w 3024845"/>
                <a:gd name="connsiteY85-8748" fmla="*/ 740679 h 1160647"/>
                <a:gd name="connsiteX86-8749" fmla="*/ 567474 w 3024845"/>
                <a:gd name="connsiteY86-8750" fmla="*/ 735005 h 1160647"/>
                <a:gd name="connsiteX87-8751" fmla="*/ 605981 w 3024845"/>
                <a:gd name="connsiteY87-8752" fmla="*/ 735005 h 1160647"/>
                <a:gd name="connsiteX88-8753" fmla="*/ 605981 w 3024845"/>
                <a:gd name="connsiteY88-8754" fmla="*/ 758784 h 1160647"/>
                <a:gd name="connsiteX89-8755" fmla="*/ 608007 w 3024845"/>
                <a:gd name="connsiteY89-8756" fmla="*/ 758784 h 1160647"/>
                <a:gd name="connsiteX90-8757" fmla="*/ 622194 w 3024845"/>
                <a:gd name="connsiteY90-8758" fmla="*/ 758784 h 1160647"/>
                <a:gd name="connsiteX91-8759" fmla="*/ 622194 w 3024845"/>
                <a:gd name="connsiteY91-8760" fmla="*/ 759865 h 1160647"/>
                <a:gd name="connsiteX92-8761" fmla="*/ 622194 w 3024845"/>
                <a:gd name="connsiteY92-8762" fmla="*/ 767431 h 1160647"/>
                <a:gd name="connsiteX93-8763" fmla="*/ 623968 w 3024845"/>
                <a:gd name="connsiteY93-8764" fmla="*/ 767431 h 1160647"/>
                <a:gd name="connsiteX94-8765" fmla="*/ 636381 w 3024845"/>
                <a:gd name="connsiteY94-8766" fmla="*/ 767431 h 1160647"/>
                <a:gd name="connsiteX95-8767" fmla="*/ 636381 w 3024845"/>
                <a:gd name="connsiteY95-8768" fmla="*/ 743652 h 1160647"/>
                <a:gd name="connsiteX96-8769" fmla="*/ 637394 w 3024845"/>
                <a:gd name="connsiteY96-8770" fmla="*/ 743652 h 1160647"/>
                <a:gd name="connsiteX97-8771" fmla="*/ 644488 w 3024845"/>
                <a:gd name="connsiteY97-8772" fmla="*/ 743652 h 1160647"/>
                <a:gd name="connsiteX98-8773" fmla="*/ 644488 w 3024845"/>
                <a:gd name="connsiteY98-8774" fmla="*/ 711225 h 1160647"/>
                <a:gd name="connsiteX99-8775" fmla="*/ 645501 w 3024845"/>
                <a:gd name="connsiteY99-8776" fmla="*/ 711225 h 1160647"/>
                <a:gd name="connsiteX100-8777" fmla="*/ 652595 w 3024845"/>
                <a:gd name="connsiteY100-8778" fmla="*/ 711225 h 1160647"/>
                <a:gd name="connsiteX101-8779" fmla="*/ 652595 w 3024845"/>
                <a:gd name="connsiteY101-8780" fmla="*/ 709334 h 1160647"/>
                <a:gd name="connsiteX102-8781" fmla="*/ 652595 w 3024845"/>
                <a:gd name="connsiteY102-8782" fmla="*/ 696093 h 1160647"/>
                <a:gd name="connsiteX103-8783" fmla="*/ 651328 w 3024845"/>
                <a:gd name="connsiteY103-8784" fmla="*/ 694471 h 1160647"/>
                <a:gd name="connsiteX104-8785" fmla="*/ 656648 w 3024845"/>
                <a:gd name="connsiteY104-8786" fmla="*/ 683122 h 1160647"/>
                <a:gd name="connsiteX105-8787" fmla="*/ 664755 w 3024845"/>
                <a:gd name="connsiteY105-8788" fmla="*/ 711225 h 1160647"/>
                <a:gd name="connsiteX106-8789" fmla="*/ 665515 w 3024845"/>
                <a:gd name="connsiteY106-8790" fmla="*/ 711225 h 1160647"/>
                <a:gd name="connsiteX107-8791" fmla="*/ 670835 w 3024845"/>
                <a:gd name="connsiteY107-8792" fmla="*/ 711225 h 1160647"/>
                <a:gd name="connsiteX108-8793" fmla="*/ 670835 w 3024845"/>
                <a:gd name="connsiteY108-8794" fmla="*/ 605298 h 1160647"/>
                <a:gd name="connsiteX109-8795" fmla="*/ 672355 w 3024845"/>
                <a:gd name="connsiteY109-8796" fmla="*/ 605298 h 1160647"/>
                <a:gd name="connsiteX110-8797" fmla="*/ 682995 w 3024845"/>
                <a:gd name="connsiteY110-8798" fmla="*/ 605298 h 1160647"/>
                <a:gd name="connsiteX111-8799" fmla="*/ 682995 w 3024845"/>
                <a:gd name="connsiteY111-8800" fmla="*/ 557739 h 1160647"/>
                <a:gd name="connsiteX112-8801" fmla="*/ 709342 w 3024845"/>
                <a:gd name="connsiteY112-8802" fmla="*/ 557739 h 1160647"/>
                <a:gd name="connsiteX113-8803" fmla="*/ 709342 w 3024845"/>
                <a:gd name="connsiteY113-8804" fmla="*/ 536121 h 1160647"/>
                <a:gd name="connsiteX114-8805" fmla="*/ 743796 w 3024845"/>
                <a:gd name="connsiteY114-8806" fmla="*/ 536121 h 1160647"/>
                <a:gd name="connsiteX115-8807" fmla="*/ 743796 w 3024845"/>
                <a:gd name="connsiteY115-8808" fmla="*/ 538553 h 1160647"/>
                <a:gd name="connsiteX116-8809" fmla="*/ 743796 w 3024845"/>
                <a:gd name="connsiteY116-8810" fmla="*/ 555577 h 1160647"/>
                <a:gd name="connsiteX117-8811" fmla="*/ 746076 w 3024845"/>
                <a:gd name="connsiteY117-8812" fmla="*/ 555577 h 1160647"/>
                <a:gd name="connsiteX118-8813" fmla="*/ 762036 w 3024845"/>
                <a:gd name="connsiteY118-8814" fmla="*/ 555577 h 1160647"/>
                <a:gd name="connsiteX119-8815" fmla="*/ 762036 w 3024845"/>
                <a:gd name="connsiteY119-8816" fmla="*/ 603136 h 1160647"/>
                <a:gd name="connsiteX120-8817" fmla="*/ 763049 w 3024845"/>
                <a:gd name="connsiteY120-8818" fmla="*/ 603136 h 1160647"/>
                <a:gd name="connsiteX121-8819" fmla="*/ 770143 w 3024845"/>
                <a:gd name="connsiteY121-8820" fmla="*/ 603136 h 1160647"/>
                <a:gd name="connsiteX122-8821" fmla="*/ 784330 w 3024845"/>
                <a:gd name="connsiteY122-8822" fmla="*/ 607460 h 1160647"/>
                <a:gd name="connsiteX123-8823" fmla="*/ 784330 w 3024845"/>
                <a:gd name="connsiteY123-8824" fmla="*/ 646372 h 1160647"/>
                <a:gd name="connsiteX124-8825" fmla="*/ 785343 w 3024845"/>
                <a:gd name="connsiteY124-8826" fmla="*/ 646372 h 1160647"/>
                <a:gd name="connsiteX125-8827" fmla="*/ 792436 w 3024845"/>
                <a:gd name="connsiteY125-8828" fmla="*/ 646372 h 1160647"/>
                <a:gd name="connsiteX126-8829" fmla="*/ 792436 w 3024845"/>
                <a:gd name="connsiteY126-8830" fmla="*/ 647993 h 1160647"/>
                <a:gd name="connsiteX127-8831" fmla="*/ 792436 w 3024845"/>
                <a:gd name="connsiteY127-8832" fmla="*/ 659342 h 1160647"/>
                <a:gd name="connsiteX128-8833" fmla="*/ 794463 w 3024845"/>
                <a:gd name="connsiteY128-8834" fmla="*/ 659342 h 1160647"/>
                <a:gd name="connsiteX129-8835" fmla="*/ 808650 w 3024845"/>
                <a:gd name="connsiteY129-8836" fmla="*/ 659342 h 1160647"/>
                <a:gd name="connsiteX130-8837" fmla="*/ 814730 w 3024845"/>
                <a:gd name="connsiteY130-8838" fmla="*/ 665828 h 1160647"/>
                <a:gd name="connsiteX131-8839" fmla="*/ 814730 w 3024845"/>
                <a:gd name="connsiteY131-8840" fmla="*/ 687446 h 1160647"/>
                <a:gd name="connsiteX132-8841" fmla="*/ 817010 w 3024845"/>
                <a:gd name="connsiteY132-8842" fmla="*/ 687446 h 1160647"/>
                <a:gd name="connsiteX133-8843" fmla="*/ 832970 w 3024845"/>
                <a:gd name="connsiteY133-8844" fmla="*/ 687446 h 1160647"/>
                <a:gd name="connsiteX134-8845" fmla="*/ 832970 w 3024845"/>
                <a:gd name="connsiteY134-8846" fmla="*/ 688526 h 1160647"/>
                <a:gd name="connsiteX135-8847" fmla="*/ 832970 w 3024845"/>
                <a:gd name="connsiteY135-8848" fmla="*/ 696093 h 1160647"/>
                <a:gd name="connsiteX136-8849" fmla="*/ 834237 w 3024845"/>
                <a:gd name="connsiteY136-8850" fmla="*/ 696093 h 1160647"/>
                <a:gd name="connsiteX137-8851" fmla="*/ 843104 w 3024845"/>
                <a:gd name="connsiteY137-8852" fmla="*/ 696093 h 1160647"/>
                <a:gd name="connsiteX138-8853" fmla="*/ 843104 w 3024845"/>
                <a:gd name="connsiteY138-8854" fmla="*/ 698254 h 1160647"/>
                <a:gd name="connsiteX139-8855" fmla="*/ 843104 w 3024845"/>
                <a:gd name="connsiteY139-8856" fmla="*/ 713387 h 1160647"/>
                <a:gd name="connsiteX140-8857" fmla="*/ 847157 w 3024845"/>
                <a:gd name="connsiteY140-8858" fmla="*/ 711495 h 1160647"/>
                <a:gd name="connsiteX141-8859" fmla="*/ 847157 w 3024845"/>
                <a:gd name="connsiteY141-8860" fmla="*/ 698254 h 1160647"/>
                <a:gd name="connsiteX142-8861" fmla="*/ 848170 w 3024845"/>
                <a:gd name="connsiteY142-8862" fmla="*/ 698254 h 1160647"/>
                <a:gd name="connsiteX143-8863" fmla="*/ 855264 w 3024845"/>
                <a:gd name="connsiteY143-8864" fmla="*/ 698254 h 1160647"/>
                <a:gd name="connsiteX144-8865" fmla="*/ 855264 w 3024845"/>
                <a:gd name="connsiteY144-8866" fmla="*/ 699876 h 1160647"/>
                <a:gd name="connsiteX145-8867" fmla="*/ 855264 w 3024845"/>
                <a:gd name="connsiteY145-8868" fmla="*/ 711225 h 1160647"/>
                <a:gd name="connsiteX146-8869" fmla="*/ 856024 w 3024845"/>
                <a:gd name="connsiteY146-8870" fmla="*/ 711225 h 1160647"/>
                <a:gd name="connsiteX147-8871" fmla="*/ 861344 w 3024845"/>
                <a:gd name="connsiteY147-8872" fmla="*/ 711225 h 1160647"/>
                <a:gd name="connsiteX148-8873" fmla="*/ 909984 w 3024845"/>
                <a:gd name="connsiteY148-8874" fmla="*/ 706902 h 1160647"/>
                <a:gd name="connsiteX149-8875" fmla="*/ 909984 w 3024845"/>
                <a:gd name="connsiteY149-8876" fmla="*/ 708253 h 1160647"/>
                <a:gd name="connsiteX150-8877" fmla="*/ 909984 w 3024845"/>
                <a:gd name="connsiteY150-8878" fmla="*/ 717710 h 1160647"/>
                <a:gd name="connsiteX151-8879" fmla="*/ 910744 w 3024845"/>
                <a:gd name="connsiteY151-8880" fmla="*/ 717710 h 1160647"/>
                <a:gd name="connsiteX152-8881" fmla="*/ 916065 w 3024845"/>
                <a:gd name="connsiteY152-8882" fmla="*/ 717710 h 1160647"/>
                <a:gd name="connsiteX153-8883" fmla="*/ 916065 w 3024845"/>
                <a:gd name="connsiteY153-8884" fmla="*/ 719872 h 1160647"/>
                <a:gd name="connsiteX154-8885" fmla="*/ 916065 w 3024845"/>
                <a:gd name="connsiteY154-8886" fmla="*/ 735005 h 1160647"/>
                <a:gd name="connsiteX155-8887" fmla="*/ 918091 w 3024845"/>
                <a:gd name="connsiteY155-8888" fmla="*/ 733654 h 1160647"/>
                <a:gd name="connsiteX156-8889" fmla="*/ 932278 w 3024845"/>
                <a:gd name="connsiteY156-8890" fmla="*/ 724196 h 1160647"/>
                <a:gd name="connsiteX157-8891" fmla="*/ 938358 w 3024845"/>
                <a:gd name="connsiteY157-8892" fmla="*/ 683122 h 1160647"/>
                <a:gd name="connsiteX158-8893" fmla="*/ 939118 w 3024845"/>
                <a:gd name="connsiteY158-8894" fmla="*/ 682852 h 1160647"/>
                <a:gd name="connsiteX159-8895" fmla="*/ 944438 w 3024845"/>
                <a:gd name="connsiteY159-8896" fmla="*/ 680960 h 1160647"/>
                <a:gd name="connsiteX160-8897" fmla="*/ 946465 w 3024845"/>
                <a:gd name="connsiteY160-8898" fmla="*/ 611783 h 1160647"/>
                <a:gd name="connsiteX161-8899" fmla="*/ 948492 w 3024845"/>
                <a:gd name="connsiteY161-8900" fmla="*/ 680960 h 1160647"/>
                <a:gd name="connsiteX162-8901" fmla="*/ 949252 w 3024845"/>
                <a:gd name="connsiteY162-8902" fmla="*/ 681230 h 1160647"/>
                <a:gd name="connsiteX163-8903" fmla="*/ 954572 w 3024845"/>
                <a:gd name="connsiteY163-8904" fmla="*/ 683122 h 1160647"/>
                <a:gd name="connsiteX164-8905" fmla="*/ 954572 w 3024845"/>
                <a:gd name="connsiteY164-8906" fmla="*/ 596651 h 1160647"/>
                <a:gd name="connsiteX165-8907" fmla="*/ 958625 w 3024845"/>
                <a:gd name="connsiteY165-8908" fmla="*/ 564224 h 1160647"/>
                <a:gd name="connsiteX166-8909" fmla="*/ 997132 w 3024845"/>
                <a:gd name="connsiteY166-8910" fmla="*/ 564224 h 1160647"/>
                <a:gd name="connsiteX167-8911" fmla="*/ 997132 w 3024845"/>
                <a:gd name="connsiteY167-8912" fmla="*/ 596651 h 1160647"/>
                <a:gd name="connsiteX168-8913" fmla="*/ 997892 w 3024845"/>
                <a:gd name="connsiteY168-8914" fmla="*/ 596651 h 1160647"/>
                <a:gd name="connsiteX169-8915" fmla="*/ 1003212 w 3024845"/>
                <a:gd name="connsiteY169-8916" fmla="*/ 596651 h 1160647"/>
                <a:gd name="connsiteX170-8917" fmla="*/ 1003212 w 3024845"/>
                <a:gd name="connsiteY170-8918" fmla="*/ 514503 h 1160647"/>
                <a:gd name="connsiteX171-8919" fmla="*/ 1004986 w 3024845"/>
                <a:gd name="connsiteY171-8920" fmla="*/ 514503 h 1160647"/>
                <a:gd name="connsiteX172-8921" fmla="*/ 1017399 w 3024845"/>
                <a:gd name="connsiteY172-8922" fmla="*/ 514503 h 1160647"/>
                <a:gd name="connsiteX173-8923" fmla="*/ 1017399 w 3024845"/>
                <a:gd name="connsiteY173-8924" fmla="*/ 512612 h 1160647"/>
                <a:gd name="connsiteX174-8925" fmla="*/ 1017399 w 3024845"/>
                <a:gd name="connsiteY174-8926" fmla="*/ 499371 h 1160647"/>
                <a:gd name="connsiteX175-8927" fmla="*/ 1039693 w 3024845"/>
                <a:gd name="connsiteY175-8928" fmla="*/ 499371 h 1160647"/>
                <a:gd name="connsiteX176-8929" fmla="*/ 1039693 w 3024845"/>
                <a:gd name="connsiteY176-8930" fmla="*/ 498290 h 1160647"/>
                <a:gd name="connsiteX177-8931" fmla="*/ 1039693 w 3024845"/>
                <a:gd name="connsiteY177-8932" fmla="*/ 490724 h 1160647"/>
                <a:gd name="connsiteX178-8933" fmla="*/ 1041466 w 3024845"/>
                <a:gd name="connsiteY178-8934" fmla="*/ 490724 h 1160647"/>
                <a:gd name="connsiteX179-8935" fmla="*/ 1053880 w 3024845"/>
                <a:gd name="connsiteY179-8936" fmla="*/ 490724 h 1160647"/>
                <a:gd name="connsiteX180-8937" fmla="*/ 1053880 w 3024845"/>
                <a:gd name="connsiteY180-8938" fmla="*/ 491805 h 1160647"/>
                <a:gd name="connsiteX181-8939" fmla="*/ 1053880 w 3024845"/>
                <a:gd name="connsiteY181-8940" fmla="*/ 499371 h 1160647"/>
                <a:gd name="connsiteX182-8941" fmla="*/ 1054640 w 3024845"/>
                <a:gd name="connsiteY182-8942" fmla="*/ 499371 h 1160647"/>
                <a:gd name="connsiteX183-8943" fmla="*/ 1059960 w 3024845"/>
                <a:gd name="connsiteY183-8944" fmla="*/ 499371 h 1160647"/>
                <a:gd name="connsiteX184-8945" fmla="*/ 1070093 w 3024845"/>
                <a:gd name="connsiteY184-8946" fmla="*/ 495047 h 1160647"/>
                <a:gd name="connsiteX185-8947" fmla="*/ 1074146 w 3024845"/>
                <a:gd name="connsiteY185-8948" fmla="*/ 498290 h 1160647"/>
                <a:gd name="connsiteX186-8949" fmla="*/ 1074146 w 3024845"/>
                <a:gd name="connsiteY186-8950" fmla="*/ 490724 h 1160647"/>
                <a:gd name="connsiteX187-8951" fmla="*/ 1076426 w 3024845"/>
                <a:gd name="connsiteY187-8952" fmla="*/ 490724 h 1160647"/>
                <a:gd name="connsiteX188-8953" fmla="*/ 1092387 w 3024845"/>
                <a:gd name="connsiteY188-8954" fmla="*/ 490724 h 1160647"/>
                <a:gd name="connsiteX189-8955" fmla="*/ 1092387 w 3024845"/>
                <a:gd name="connsiteY189-8956" fmla="*/ 491805 h 1160647"/>
                <a:gd name="connsiteX190-8957" fmla="*/ 1092387 w 3024845"/>
                <a:gd name="connsiteY190-8958" fmla="*/ 499371 h 1160647"/>
                <a:gd name="connsiteX191-8959" fmla="*/ 1122787 w 3024845"/>
                <a:gd name="connsiteY191-8960" fmla="*/ 499371 h 1160647"/>
                <a:gd name="connsiteX192-8961" fmla="*/ 1122787 w 3024845"/>
                <a:gd name="connsiteY192-8962" fmla="*/ 500992 h 1160647"/>
                <a:gd name="connsiteX193-8963" fmla="*/ 1122787 w 3024845"/>
                <a:gd name="connsiteY193-8964" fmla="*/ 512342 h 1160647"/>
                <a:gd name="connsiteX194-8965" fmla="*/ 1149134 w 3024845"/>
                <a:gd name="connsiteY194-8966" fmla="*/ 512342 h 1160647"/>
                <a:gd name="connsiteX195-8967" fmla="*/ 1149134 w 3024845"/>
                <a:gd name="connsiteY195-8968" fmla="*/ 542606 h 1160647"/>
                <a:gd name="connsiteX196-8969" fmla="*/ 1149894 w 3024845"/>
                <a:gd name="connsiteY196-8970" fmla="*/ 542606 h 1160647"/>
                <a:gd name="connsiteX197-8971" fmla="*/ 1155214 w 3024845"/>
                <a:gd name="connsiteY197-8972" fmla="*/ 542606 h 1160647"/>
                <a:gd name="connsiteX198-8973" fmla="*/ 1155214 w 3024845"/>
                <a:gd name="connsiteY198-8974" fmla="*/ 543687 h 1160647"/>
                <a:gd name="connsiteX199-8975" fmla="*/ 1155214 w 3024845"/>
                <a:gd name="connsiteY199-8976" fmla="*/ 551254 h 1160647"/>
                <a:gd name="connsiteX200-8977" fmla="*/ 1159268 w 3024845"/>
                <a:gd name="connsiteY200-8978" fmla="*/ 581518 h 1160647"/>
                <a:gd name="connsiteX201-8979" fmla="*/ 1160028 w 3024845"/>
                <a:gd name="connsiteY201-8980" fmla="*/ 581518 h 1160647"/>
                <a:gd name="connsiteX202-8981" fmla="*/ 1165348 w 3024845"/>
                <a:gd name="connsiteY202-8982" fmla="*/ 581518 h 1160647"/>
                <a:gd name="connsiteX203-8983" fmla="*/ 1165348 w 3024845"/>
                <a:gd name="connsiteY203-8984" fmla="*/ 582329 h 1160647"/>
                <a:gd name="connsiteX204-8985" fmla="*/ 1165348 w 3024845"/>
                <a:gd name="connsiteY204-8986" fmla="*/ 588004 h 1160647"/>
                <a:gd name="connsiteX205-8987" fmla="*/ 1166361 w 3024845"/>
                <a:gd name="connsiteY205-8988" fmla="*/ 588004 h 1160647"/>
                <a:gd name="connsiteX206-8989" fmla="*/ 1173454 w 3024845"/>
                <a:gd name="connsiteY206-8990" fmla="*/ 588004 h 1160647"/>
                <a:gd name="connsiteX207-8991" fmla="*/ 1173454 w 3024845"/>
                <a:gd name="connsiteY207-8992" fmla="*/ 618269 h 1160647"/>
                <a:gd name="connsiteX208-8993" fmla="*/ 1175481 w 3024845"/>
                <a:gd name="connsiteY208-8994" fmla="*/ 618269 h 1160647"/>
                <a:gd name="connsiteX209-8995" fmla="*/ 1189668 w 3024845"/>
                <a:gd name="connsiteY209-8996" fmla="*/ 618269 h 1160647"/>
                <a:gd name="connsiteX210-8997" fmla="*/ 1189668 w 3024845"/>
                <a:gd name="connsiteY210-8998" fmla="*/ 642048 h 1160647"/>
                <a:gd name="connsiteX211-8999" fmla="*/ 1191695 w 3024845"/>
                <a:gd name="connsiteY211-9000" fmla="*/ 643669 h 1160647"/>
                <a:gd name="connsiteX212-9001" fmla="*/ 1191695 w 3024845"/>
                <a:gd name="connsiteY212-9002" fmla="*/ 655019 h 1160647"/>
                <a:gd name="connsiteX213-9003" fmla="*/ 1192455 w 3024845"/>
                <a:gd name="connsiteY213-9004" fmla="*/ 655019 h 1160647"/>
                <a:gd name="connsiteX214-9005" fmla="*/ 1197775 w 3024845"/>
                <a:gd name="connsiteY214-9006" fmla="*/ 655019 h 1160647"/>
                <a:gd name="connsiteX215-9007" fmla="*/ 1197775 w 3024845"/>
                <a:gd name="connsiteY215-9008" fmla="*/ 678798 h 1160647"/>
                <a:gd name="connsiteX216-9009" fmla="*/ 1199041 w 3024845"/>
                <a:gd name="connsiteY216-9010" fmla="*/ 678798 h 1160647"/>
                <a:gd name="connsiteX217-9011" fmla="*/ 1207908 w 3024845"/>
                <a:gd name="connsiteY217-9012" fmla="*/ 678798 h 1160647"/>
                <a:gd name="connsiteX218-9013" fmla="*/ 1209935 w 3024845"/>
                <a:gd name="connsiteY218-9014" fmla="*/ 682852 h 1160647"/>
                <a:gd name="connsiteX219-9015" fmla="*/ 1209935 w 3024845"/>
                <a:gd name="connsiteY219-9016" fmla="*/ 696093 h 1160647"/>
                <a:gd name="connsiteX220-9017" fmla="*/ 1211455 w 3024845"/>
                <a:gd name="connsiteY220-9018" fmla="*/ 694201 h 1160647"/>
                <a:gd name="connsiteX221-9019" fmla="*/ 1222095 w 3024845"/>
                <a:gd name="connsiteY221-9020" fmla="*/ 680960 h 1160647"/>
                <a:gd name="connsiteX222-9021" fmla="*/ 1250469 w 3024845"/>
                <a:gd name="connsiteY222-9022" fmla="*/ 680960 h 1160647"/>
                <a:gd name="connsiteX223-9023" fmla="*/ 1250469 w 3024845"/>
                <a:gd name="connsiteY223-9024" fmla="*/ 767431 h 1160647"/>
                <a:gd name="connsiteX224-9025" fmla="*/ 1251229 w 3024845"/>
                <a:gd name="connsiteY224-9026" fmla="*/ 767431 h 1160647"/>
                <a:gd name="connsiteX225-9027" fmla="*/ 1256549 w 3024845"/>
                <a:gd name="connsiteY225-9028" fmla="*/ 767431 h 1160647"/>
                <a:gd name="connsiteX226-9029" fmla="*/ 1257309 w 3024845"/>
                <a:gd name="connsiteY226-9030" fmla="*/ 766080 h 1160647"/>
                <a:gd name="connsiteX227-9031" fmla="*/ 1262629 w 3024845"/>
                <a:gd name="connsiteY227-9032" fmla="*/ 756622 h 1160647"/>
                <a:gd name="connsiteX228-9033" fmla="*/ 1262629 w 3024845"/>
                <a:gd name="connsiteY228-9034" fmla="*/ 758514 h 1160647"/>
                <a:gd name="connsiteX229-9035" fmla="*/ 1262629 w 3024845"/>
                <a:gd name="connsiteY229-9036" fmla="*/ 771755 h 1160647"/>
                <a:gd name="connsiteX230-9037" fmla="*/ 1266682 w 3024845"/>
                <a:gd name="connsiteY230-9038" fmla="*/ 726358 h 1160647"/>
                <a:gd name="connsiteX231-9039" fmla="*/ 1267442 w 3024845"/>
                <a:gd name="connsiteY231-9040" fmla="*/ 726358 h 1160647"/>
                <a:gd name="connsiteX232-9041" fmla="*/ 1272762 w 3024845"/>
                <a:gd name="connsiteY232-9042" fmla="*/ 726358 h 1160647"/>
                <a:gd name="connsiteX233-9043" fmla="*/ 1272762 w 3024845"/>
                <a:gd name="connsiteY233-9044" fmla="*/ 661504 h 1160647"/>
                <a:gd name="connsiteX234-9045" fmla="*/ 1273776 w 3024845"/>
                <a:gd name="connsiteY234-9046" fmla="*/ 661504 h 1160647"/>
                <a:gd name="connsiteX235-9047" fmla="*/ 1280869 w 3024845"/>
                <a:gd name="connsiteY235-9048" fmla="*/ 661504 h 1160647"/>
                <a:gd name="connsiteX236-9049" fmla="*/ 1293029 w 3024845"/>
                <a:gd name="connsiteY236-9050" fmla="*/ 618269 h 1160647"/>
                <a:gd name="connsiteX237-9051" fmla="*/ 1294296 w 3024845"/>
                <a:gd name="connsiteY237-9052" fmla="*/ 618269 h 1160647"/>
                <a:gd name="connsiteX238-9053" fmla="*/ 1303163 w 3024845"/>
                <a:gd name="connsiteY238-9054" fmla="*/ 618269 h 1160647"/>
                <a:gd name="connsiteX239-9055" fmla="*/ 1313296 w 3024845"/>
                <a:gd name="connsiteY239-9056" fmla="*/ 661504 h 1160647"/>
                <a:gd name="connsiteX240-9057" fmla="*/ 1314309 w 3024845"/>
                <a:gd name="connsiteY240-9058" fmla="*/ 661504 h 1160647"/>
                <a:gd name="connsiteX241-9059" fmla="*/ 1321403 w 3024845"/>
                <a:gd name="connsiteY241-9060" fmla="*/ 661504 h 1160647"/>
                <a:gd name="connsiteX242-9061" fmla="*/ 1321403 w 3024845"/>
                <a:gd name="connsiteY242-9062" fmla="*/ 700416 h 1160647"/>
                <a:gd name="connsiteX243-9063" fmla="*/ 1323176 w 3024845"/>
                <a:gd name="connsiteY243-9064" fmla="*/ 700416 h 1160647"/>
                <a:gd name="connsiteX244-9065" fmla="*/ 1335590 w 3024845"/>
                <a:gd name="connsiteY244-9066" fmla="*/ 700416 h 1160647"/>
                <a:gd name="connsiteX245-9067" fmla="*/ 1335590 w 3024845"/>
                <a:gd name="connsiteY245-9068" fmla="*/ 702578 h 1160647"/>
                <a:gd name="connsiteX246-9069" fmla="*/ 1335590 w 3024845"/>
                <a:gd name="connsiteY246-9070" fmla="*/ 717710 h 1160647"/>
                <a:gd name="connsiteX247-9071" fmla="*/ 1339643 w 3024845"/>
                <a:gd name="connsiteY247-9072" fmla="*/ 715549 h 1160647"/>
                <a:gd name="connsiteX248-9073" fmla="*/ 1339643 w 3024845"/>
                <a:gd name="connsiteY248-9074" fmla="*/ 700416 h 1160647"/>
                <a:gd name="connsiteX249-9075" fmla="*/ 1341163 w 3024845"/>
                <a:gd name="connsiteY249-9076" fmla="*/ 700416 h 1160647"/>
                <a:gd name="connsiteX250-9077" fmla="*/ 1351803 w 3024845"/>
                <a:gd name="connsiteY250-9078" fmla="*/ 700416 h 1160647"/>
                <a:gd name="connsiteX251-9079" fmla="*/ 1351803 w 3024845"/>
                <a:gd name="connsiteY251-9080" fmla="*/ 702037 h 1160647"/>
                <a:gd name="connsiteX252-9081" fmla="*/ 1351803 w 3024845"/>
                <a:gd name="connsiteY252-9082" fmla="*/ 713387 h 1160647"/>
                <a:gd name="connsiteX253-9083" fmla="*/ 1382204 w 3024845"/>
                <a:gd name="connsiteY253-9084" fmla="*/ 713387 h 1160647"/>
                <a:gd name="connsiteX254-9085" fmla="*/ 1382204 w 3024845"/>
                <a:gd name="connsiteY254-9086" fmla="*/ 676637 h 1160647"/>
                <a:gd name="connsiteX255-9087" fmla="*/ 1383470 w 3024845"/>
                <a:gd name="connsiteY255-9088" fmla="*/ 676637 h 1160647"/>
                <a:gd name="connsiteX256-9089" fmla="*/ 1392337 w 3024845"/>
                <a:gd name="connsiteY256-9090" fmla="*/ 676637 h 1160647"/>
                <a:gd name="connsiteX257-9091" fmla="*/ 1392337 w 3024845"/>
                <a:gd name="connsiteY257-9092" fmla="*/ 698254 h 1160647"/>
                <a:gd name="connsiteX258-9093" fmla="*/ 1394364 w 3024845"/>
                <a:gd name="connsiteY258-9094" fmla="*/ 665828 h 1160647"/>
                <a:gd name="connsiteX259-9095" fmla="*/ 1416657 w 3024845"/>
                <a:gd name="connsiteY259-9096" fmla="*/ 665828 h 1160647"/>
                <a:gd name="connsiteX260-9097" fmla="*/ 1416657 w 3024845"/>
                <a:gd name="connsiteY260-9098" fmla="*/ 664206 h 1160647"/>
                <a:gd name="connsiteX261-9099" fmla="*/ 1416657 w 3024845"/>
                <a:gd name="connsiteY261-9100" fmla="*/ 652857 h 1160647"/>
                <a:gd name="connsiteX262-9101" fmla="*/ 1417417 w 3024845"/>
                <a:gd name="connsiteY262-9102" fmla="*/ 652857 h 1160647"/>
                <a:gd name="connsiteX263-9103" fmla="*/ 1422737 w 3024845"/>
                <a:gd name="connsiteY263-9104" fmla="*/ 652857 h 1160647"/>
                <a:gd name="connsiteX264-9105" fmla="*/ 1422737 w 3024845"/>
                <a:gd name="connsiteY264-9106" fmla="*/ 650966 h 1160647"/>
                <a:gd name="connsiteX265-9107" fmla="*/ 1422737 w 3024845"/>
                <a:gd name="connsiteY265-9108" fmla="*/ 637725 h 1160647"/>
                <a:gd name="connsiteX266-9109" fmla="*/ 1426791 w 3024845"/>
                <a:gd name="connsiteY266-9110" fmla="*/ 644210 h 1160647"/>
                <a:gd name="connsiteX267-9111" fmla="*/ 1429071 w 3024845"/>
                <a:gd name="connsiteY267-9112" fmla="*/ 644210 h 1160647"/>
                <a:gd name="connsiteX268-9113" fmla="*/ 1445031 w 3024845"/>
                <a:gd name="connsiteY268-9114" fmla="*/ 644210 h 1160647"/>
                <a:gd name="connsiteX269-9115" fmla="*/ 1445031 w 3024845"/>
                <a:gd name="connsiteY269-9116" fmla="*/ 643399 h 1160647"/>
                <a:gd name="connsiteX270-9117" fmla="*/ 1445031 w 3024845"/>
                <a:gd name="connsiteY270-9118" fmla="*/ 637725 h 1160647"/>
                <a:gd name="connsiteX271-9119" fmla="*/ 1445791 w 3024845"/>
                <a:gd name="connsiteY271-9120" fmla="*/ 637725 h 1160647"/>
                <a:gd name="connsiteX272-9121" fmla="*/ 1451111 w 3024845"/>
                <a:gd name="connsiteY272-9122" fmla="*/ 637725 h 1160647"/>
                <a:gd name="connsiteX273-9123" fmla="*/ 1451111 w 3024845"/>
                <a:gd name="connsiteY273-9124" fmla="*/ 639076 h 1160647"/>
                <a:gd name="connsiteX274-9125" fmla="*/ 1451111 w 3024845"/>
                <a:gd name="connsiteY274-9126" fmla="*/ 648534 h 1160647"/>
                <a:gd name="connsiteX275-9127" fmla="*/ 1489618 w 3024845"/>
                <a:gd name="connsiteY275-9128" fmla="*/ 648534 h 1160647"/>
                <a:gd name="connsiteX276-9129" fmla="*/ 1489618 w 3024845"/>
                <a:gd name="connsiteY276-9130" fmla="*/ 786887 h 1160647"/>
                <a:gd name="connsiteX277-9131" fmla="*/ 1491138 w 3024845"/>
                <a:gd name="connsiteY277-9132" fmla="*/ 786887 h 1160647"/>
                <a:gd name="connsiteX278-9133" fmla="*/ 1501778 w 3024845"/>
                <a:gd name="connsiteY278-9134" fmla="*/ 786887 h 1160647"/>
                <a:gd name="connsiteX279-9135" fmla="*/ 1501778 w 3024845"/>
                <a:gd name="connsiteY279-9136" fmla="*/ 773917 h 1160647"/>
                <a:gd name="connsiteX280-9137" fmla="*/ 1505832 w 3024845"/>
                <a:gd name="connsiteY280-9138" fmla="*/ 773917 h 1160647"/>
                <a:gd name="connsiteX281-9139" fmla="*/ 1505832 w 3024845"/>
                <a:gd name="connsiteY281-9140" fmla="*/ 786887 h 1160647"/>
                <a:gd name="connsiteX282-9141" fmla="*/ 1536232 w 3024845"/>
                <a:gd name="connsiteY282-9142" fmla="*/ 786887 h 1160647"/>
                <a:gd name="connsiteX283-9143" fmla="*/ 1536232 w 3024845"/>
                <a:gd name="connsiteY283-9144" fmla="*/ 756622 h 1160647"/>
                <a:gd name="connsiteX284-9145" fmla="*/ 1548392 w 3024845"/>
                <a:gd name="connsiteY284-9146" fmla="*/ 756622 h 1160647"/>
                <a:gd name="connsiteX285-9147" fmla="*/ 1560552 w 3024845"/>
                <a:gd name="connsiteY285-9148" fmla="*/ 754461 h 1160647"/>
                <a:gd name="connsiteX286-9149" fmla="*/ 1564606 w 3024845"/>
                <a:gd name="connsiteY286-9150" fmla="*/ 756622 h 1160647"/>
                <a:gd name="connsiteX287-9151" fmla="*/ 1574739 w 3024845"/>
                <a:gd name="connsiteY287-9152" fmla="*/ 756622 h 1160647"/>
                <a:gd name="connsiteX288-9153" fmla="*/ 1574739 w 3024845"/>
                <a:gd name="connsiteY288-9154" fmla="*/ 786887 h 1160647"/>
                <a:gd name="connsiteX289-9155" fmla="*/ 1582846 w 3024845"/>
                <a:gd name="connsiteY289-9156" fmla="*/ 786887 h 1160647"/>
                <a:gd name="connsiteX290-9157" fmla="*/ 1582846 w 3024845"/>
                <a:gd name="connsiteY290-9158" fmla="*/ 804182 h 1160647"/>
                <a:gd name="connsiteX291-9159" fmla="*/ 1592182 w 3024845"/>
                <a:gd name="connsiteY291-9160" fmla="*/ 805087 h 1160647"/>
                <a:gd name="connsiteX292-9161" fmla="*/ 1605140 w 3024845"/>
                <a:gd name="connsiteY292-9162" fmla="*/ 805087 h 1160647"/>
                <a:gd name="connsiteX293-9163" fmla="*/ 1605140 w 3024845"/>
                <a:gd name="connsiteY293-9164" fmla="*/ 789049 h 1160647"/>
                <a:gd name="connsiteX294-9165" fmla="*/ 1673096 w 3024845"/>
                <a:gd name="connsiteY294-9166" fmla="*/ 789049 h 1160647"/>
                <a:gd name="connsiteX295-9167" fmla="*/ 1673096 w 3024845"/>
                <a:gd name="connsiteY295-9168" fmla="*/ 703796 h 1160647"/>
                <a:gd name="connsiteX296-9169" fmla="*/ 1745104 w 3024845"/>
                <a:gd name="connsiteY296-9170" fmla="*/ 703796 h 1160647"/>
                <a:gd name="connsiteX297-9171" fmla="*/ 1745104 w 3024845"/>
                <a:gd name="connsiteY297-9172" fmla="*/ 782564 h 1160647"/>
                <a:gd name="connsiteX298-9173" fmla="*/ 1747008 w 3024845"/>
                <a:gd name="connsiteY298-9174" fmla="*/ 782564 h 1160647"/>
                <a:gd name="connsiteX299-9175" fmla="*/ 1748250 w 3024845"/>
                <a:gd name="connsiteY299-9176" fmla="*/ 805087 h 1160647"/>
                <a:gd name="connsiteX300-9177" fmla="*/ 1757926 w 3024845"/>
                <a:gd name="connsiteY300-9178" fmla="*/ 805087 h 1160647"/>
                <a:gd name="connsiteX301-9179" fmla="*/ 1759168 w 3024845"/>
                <a:gd name="connsiteY301-9180" fmla="*/ 782564 h 1160647"/>
                <a:gd name="connsiteX302-9181" fmla="*/ 1765248 w 3024845"/>
                <a:gd name="connsiteY302-9182" fmla="*/ 782564 h 1160647"/>
                <a:gd name="connsiteX303-9183" fmla="*/ 1766490 w 3024845"/>
                <a:gd name="connsiteY303-9184" fmla="*/ 805087 h 1160647"/>
                <a:gd name="connsiteX304-9185" fmla="*/ 1817112 w 3024845"/>
                <a:gd name="connsiteY304-9186" fmla="*/ 805087 h 1160647"/>
                <a:gd name="connsiteX305-9187" fmla="*/ 1817112 w 3024845"/>
                <a:gd name="connsiteY305-9188" fmla="*/ 642059 h 1160647"/>
                <a:gd name="connsiteX306-9189" fmla="*/ 2014439 w 3024845"/>
                <a:gd name="connsiteY306-9190" fmla="*/ 642059 h 1160647"/>
                <a:gd name="connsiteX307-9191" fmla="*/ 2014439 w 3024845"/>
                <a:gd name="connsiteY307-9192" fmla="*/ 805087 h 1160647"/>
                <a:gd name="connsiteX308-9193" fmla="*/ 2033136 w 3024845"/>
                <a:gd name="connsiteY308-9194" fmla="*/ 805087 h 1160647"/>
                <a:gd name="connsiteX309-9195" fmla="*/ 2033136 w 3024845"/>
                <a:gd name="connsiteY309-9196" fmla="*/ 722394 h 1160647"/>
                <a:gd name="connsiteX310-9197" fmla="*/ 2128256 w 3024845"/>
                <a:gd name="connsiteY310-9198" fmla="*/ 722394 h 1160647"/>
                <a:gd name="connsiteX311-9199" fmla="*/ 2140186 w 3024845"/>
                <a:gd name="connsiteY311-9200" fmla="*/ 404253 h 1160647"/>
                <a:gd name="connsiteX312-9201" fmla="*/ 2128026 w 3024845"/>
                <a:gd name="connsiteY312-9202" fmla="*/ 382635 h 1160647"/>
                <a:gd name="connsiteX313-9203" fmla="*/ 2121946 w 3024845"/>
                <a:gd name="connsiteY313-9204" fmla="*/ 378311 h 1160647"/>
                <a:gd name="connsiteX314-9205" fmla="*/ 2130053 w 3024845"/>
                <a:gd name="connsiteY314-9206" fmla="*/ 354532 h 1160647"/>
                <a:gd name="connsiteX315-9207" fmla="*/ 2130053 w 3024845"/>
                <a:gd name="connsiteY315-9208" fmla="*/ 337238 h 1160647"/>
                <a:gd name="connsiteX316-9209" fmla="*/ 2144240 w 3024845"/>
                <a:gd name="connsiteY316-9210" fmla="*/ 337238 h 1160647"/>
                <a:gd name="connsiteX317-9211" fmla="*/ 2144240 w 3024845"/>
                <a:gd name="connsiteY317-9212" fmla="*/ 315620 h 1160647"/>
                <a:gd name="connsiteX318-9213" fmla="*/ 2146266 w 3024845"/>
                <a:gd name="connsiteY318-9214" fmla="*/ 311296 h 1160647"/>
                <a:gd name="connsiteX319-9215" fmla="*/ 2146266 w 3024845"/>
                <a:gd name="connsiteY319-9216" fmla="*/ 233472 h 1160647"/>
                <a:gd name="connsiteX320-9217" fmla="*/ 2144240 w 3024845"/>
                <a:gd name="connsiteY320-9218" fmla="*/ 226987 h 1160647"/>
                <a:gd name="connsiteX321-9219" fmla="*/ 2150320 w 3024845"/>
                <a:gd name="connsiteY321-9220" fmla="*/ 220501 h 1160647"/>
                <a:gd name="connsiteX322-9221" fmla="*/ 2150320 w 3024845"/>
                <a:gd name="connsiteY322-9222" fmla="*/ 162133 h 1160647"/>
                <a:gd name="connsiteX323-9223" fmla="*/ 2152346 w 3024845"/>
                <a:gd name="connsiteY323-9224" fmla="*/ 157810 h 1160647"/>
                <a:gd name="connsiteX324-9225" fmla="*/ 2152346 w 3024845"/>
                <a:gd name="connsiteY324-9226" fmla="*/ 101604 h 1160647"/>
                <a:gd name="connsiteX325-9227" fmla="*/ 2154373 w 3024845"/>
                <a:gd name="connsiteY325-9228" fmla="*/ 82148 h 1160647"/>
                <a:gd name="connsiteX326-9229" fmla="*/ 2158427 w 3024845"/>
                <a:gd name="connsiteY326-9230" fmla="*/ 99442 h 1160647"/>
                <a:gd name="connsiteX327-9231" fmla="*/ 2160453 w 3024845"/>
                <a:gd name="connsiteY327-9232" fmla="*/ 157810 h 1160647"/>
                <a:gd name="connsiteX328-9233" fmla="*/ 2162480 w 3024845"/>
                <a:gd name="connsiteY328-9234" fmla="*/ 220501 h 1160647"/>
                <a:gd name="connsiteX329-9235" fmla="*/ 2168560 w 3024845"/>
                <a:gd name="connsiteY329-9236" fmla="*/ 226987 h 1160647"/>
                <a:gd name="connsiteX330-9237" fmla="*/ 2166533 w 3024845"/>
                <a:gd name="connsiteY330-9238" fmla="*/ 233472 h 1160647"/>
                <a:gd name="connsiteX331-9239" fmla="*/ 2166533 w 3024845"/>
                <a:gd name="connsiteY331-9240" fmla="*/ 311296 h 1160647"/>
                <a:gd name="connsiteX332-9241" fmla="*/ 2168560 w 3024845"/>
                <a:gd name="connsiteY332-9242" fmla="*/ 315620 h 1160647"/>
                <a:gd name="connsiteX333-9243" fmla="*/ 2168560 w 3024845"/>
                <a:gd name="connsiteY333-9244" fmla="*/ 337238 h 1160647"/>
                <a:gd name="connsiteX334-9245" fmla="*/ 2182747 w 3024845"/>
                <a:gd name="connsiteY334-9246" fmla="*/ 337238 h 1160647"/>
                <a:gd name="connsiteX335-9247" fmla="*/ 2182747 w 3024845"/>
                <a:gd name="connsiteY335-9248" fmla="*/ 354532 h 1160647"/>
                <a:gd name="connsiteX336-9249" fmla="*/ 2190854 w 3024845"/>
                <a:gd name="connsiteY336-9250" fmla="*/ 378311 h 1160647"/>
                <a:gd name="connsiteX337-9251" fmla="*/ 2184774 w 3024845"/>
                <a:gd name="connsiteY337-9252" fmla="*/ 382635 h 1160647"/>
                <a:gd name="connsiteX338-9253" fmla="*/ 2172613 w 3024845"/>
                <a:gd name="connsiteY338-9254" fmla="*/ 404253 h 1160647"/>
                <a:gd name="connsiteX339-9255" fmla="*/ 2180720 w 3024845"/>
                <a:gd name="connsiteY339-9256" fmla="*/ 657181 h 1160647"/>
                <a:gd name="connsiteX340-9257" fmla="*/ 2245574 w 3024845"/>
                <a:gd name="connsiteY340-9258" fmla="*/ 657181 h 1160647"/>
                <a:gd name="connsiteX341-9259" fmla="*/ 2245574 w 3024845"/>
                <a:gd name="connsiteY341-9260" fmla="*/ 732843 h 1160647"/>
                <a:gd name="connsiteX342-9261" fmla="*/ 2253681 w 3024845"/>
                <a:gd name="connsiteY342-9262" fmla="*/ 732843 h 1160647"/>
                <a:gd name="connsiteX343-9263" fmla="*/ 2255708 w 3024845"/>
                <a:gd name="connsiteY343-9264" fmla="*/ 726358 h 1160647"/>
                <a:gd name="connsiteX344-9265" fmla="*/ 2261788 w 3024845"/>
                <a:gd name="connsiteY344-9266" fmla="*/ 726358 h 1160647"/>
                <a:gd name="connsiteX345-9267" fmla="*/ 2263815 w 3024845"/>
                <a:gd name="connsiteY345-9268" fmla="*/ 735005 h 1160647"/>
                <a:gd name="connsiteX346-9269" fmla="*/ 2275975 w 3024845"/>
                <a:gd name="connsiteY346-9270" fmla="*/ 735005 h 1160647"/>
                <a:gd name="connsiteX347-9271" fmla="*/ 2275975 w 3024845"/>
                <a:gd name="connsiteY347-9272" fmla="*/ 728519 h 1160647"/>
                <a:gd name="connsiteX348-9273" fmla="*/ 2298268 w 3024845"/>
                <a:gd name="connsiteY348-9274" fmla="*/ 728519 h 1160647"/>
                <a:gd name="connsiteX349-9275" fmla="*/ 2298268 w 3024845"/>
                <a:gd name="connsiteY349-9276" fmla="*/ 735005 h 1160647"/>
                <a:gd name="connsiteX350-9277" fmla="*/ 2318535 w 3024845"/>
                <a:gd name="connsiteY350-9278" fmla="*/ 735005 h 1160647"/>
                <a:gd name="connsiteX351-9279" fmla="*/ 2318535 w 3024845"/>
                <a:gd name="connsiteY351-9280" fmla="*/ 780402 h 1160647"/>
                <a:gd name="connsiteX352-9281" fmla="*/ 2332722 w 3024845"/>
                <a:gd name="connsiteY352-9282" fmla="*/ 780402 h 1160647"/>
                <a:gd name="connsiteX353-9283" fmla="*/ 2332722 w 3024845"/>
                <a:gd name="connsiteY353-9284" fmla="*/ 767431 h 1160647"/>
                <a:gd name="connsiteX354-9285" fmla="*/ 2348936 w 3024845"/>
                <a:gd name="connsiteY354-9286" fmla="*/ 767431 h 1160647"/>
                <a:gd name="connsiteX355-9287" fmla="*/ 2348936 w 3024845"/>
                <a:gd name="connsiteY355-9288" fmla="*/ 588004 h 1160647"/>
                <a:gd name="connsiteX356-9289" fmla="*/ 2355016 w 3024845"/>
                <a:gd name="connsiteY356-9290" fmla="*/ 581518 h 1160647"/>
                <a:gd name="connsiteX357-9291" fmla="*/ 2427977 w 3024845"/>
                <a:gd name="connsiteY357-9292" fmla="*/ 581518 h 1160647"/>
                <a:gd name="connsiteX358-9293" fmla="*/ 2427977 w 3024845"/>
                <a:gd name="connsiteY358-9294" fmla="*/ 590166 h 1160647"/>
                <a:gd name="connsiteX359-9295" fmla="*/ 2438110 w 3024845"/>
                <a:gd name="connsiteY359-9296" fmla="*/ 590166 h 1160647"/>
                <a:gd name="connsiteX360-9297" fmla="*/ 2438110 w 3024845"/>
                <a:gd name="connsiteY360-9298" fmla="*/ 704740 h 1160647"/>
                <a:gd name="connsiteX361-9299" fmla="*/ 2460404 w 3024845"/>
                <a:gd name="connsiteY361-9300" fmla="*/ 704740 h 1160647"/>
                <a:gd name="connsiteX362-9301" fmla="*/ 2460404 w 3024845"/>
                <a:gd name="connsiteY362-9302" fmla="*/ 637725 h 1160647"/>
                <a:gd name="connsiteX363-9303" fmla="*/ 2486751 w 3024845"/>
                <a:gd name="connsiteY363-9304" fmla="*/ 637725 h 1160647"/>
                <a:gd name="connsiteX364-9305" fmla="*/ 2490804 w 3024845"/>
                <a:gd name="connsiteY364-9306" fmla="*/ 633401 h 1160647"/>
                <a:gd name="connsiteX365-9307" fmla="*/ 2498911 w 3024845"/>
                <a:gd name="connsiteY365-9308" fmla="*/ 633401 h 1160647"/>
                <a:gd name="connsiteX366-9309" fmla="*/ 2502964 w 3024845"/>
                <a:gd name="connsiteY366-9310" fmla="*/ 637725 h 1160647"/>
                <a:gd name="connsiteX367-9311" fmla="*/ 2525258 w 3024845"/>
                <a:gd name="connsiteY367-9312" fmla="*/ 637725 h 1160647"/>
                <a:gd name="connsiteX368-9313" fmla="*/ 2525258 w 3024845"/>
                <a:gd name="connsiteY368-9314" fmla="*/ 520989 h 1160647"/>
                <a:gd name="connsiteX369-9315" fmla="*/ 2582005 w 3024845"/>
                <a:gd name="connsiteY369-9316" fmla="*/ 510180 h 1160647"/>
                <a:gd name="connsiteX370-9317" fmla="*/ 2582005 w 3024845"/>
                <a:gd name="connsiteY370-9318" fmla="*/ 511261 h 1160647"/>
                <a:gd name="connsiteX371-9319" fmla="*/ 2582005 w 3024845"/>
                <a:gd name="connsiteY371-9320" fmla="*/ 518827 h 1160647"/>
                <a:gd name="connsiteX372-9321" fmla="*/ 2608352 w 3024845"/>
                <a:gd name="connsiteY372-9322" fmla="*/ 518827 h 1160647"/>
                <a:gd name="connsiteX373-9323" fmla="*/ 2608352 w 3024845"/>
                <a:gd name="connsiteY373-9324" fmla="*/ 773917 h 1160647"/>
                <a:gd name="connsiteX374-9325" fmla="*/ 2630646 w 3024845"/>
                <a:gd name="connsiteY374-9326" fmla="*/ 773917 h 1160647"/>
                <a:gd name="connsiteX375-9327" fmla="*/ 2630646 w 3024845"/>
                <a:gd name="connsiteY375-9328" fmla="*/ 769593 h 1160647"/>
                <a:gd name="connsiteX376-9329" fmla="*/ 2642806 w 3024845"/>
                <a:gd name="connsiteY376-9330" fmla="*/ 769593 h 1160647"/>
                <a:gd name="connsiteX377-9331" fmla="*/ 2642806 w 3024845"/>
                <a:gd name="connsiteY377-9332" fmla="*/ 773917 h 1160647"/>
                <a:gd name="connsiteX378-9333" fmla="*/ 2667126 w 3024845"/>
                <a:gd name="connsiteY378-9334" fmla="*/ 773917 h 1160647"/>
                <a:gd name="connsiteX379-9335" fmla="*/ 2667126 w 3024845"/>
                <a:gd name="connsiteY379-9336" fmla="*/ 760946 h 1160647"/>
                <a:gd name="connsiteX380-9337" fmla="*/ 2695500 w 3024845"/>
                <a:gd name="connsiteY380-9338" fmla="*/ 760946 h 1160647"/>
                <a:gd name="connsiteX381-9339" fmla="*/ 2707660 w 3024845"/>
                <a:gd name="connsiteY381-9340" fmla="*/ 756622 h 1160647"/>
                <a:gd name="connsiteX382-9341" fmla="*/ 2727927 w 3024845"/>
                <a:gd name="connsiteY382-9342" fmla="*/ 760946 h 1160647"/>
                <a:gd name="connsiteX383-9343" fmla="*/ 2727927 w 3024845"/>
                <a:gd name="connsiteY383-9344" fmla="*/ 743652 h 1160647"/>
                <a:gd name="connsiteX384-9345" fmla="*/ 2736034 w 3024845"/>
                <a:gd name="connsiteY384-9346" fmla="*/ 743652 h 1160647"/>
                <a:gd name="connsiteX385-9347" fmla="*/ 2736034 w 3024845"/>
                <a:gd name="connsiteY385-9348" fmla="*/ 730681 h 1160647"/>
                <a:gd name="connsiteX386-9349" fmla="*/ 2792781 w 3024845"/>
                <a:gd name="connsiteY386-9350" fmla="*/ 730681 h 1160647"/>
                <a:gd name="connsiteX387-9351" fmla="*/ 2792781 w 3024845"/>
                <a:gd name="connsiteY387-9352" fmla="*/ 700416 h 1160647"/>
                <a:gd name="connsiteX388-9353" fmla="*/ 2811021 w 3024845"/>
                <a:gd name="connsiteY388-9354" fmla="*/ 700416 h 1160647"/>
                <a:gd name="connsiteX389-9355" fmla="*/ 2811021 w 3024845"/>
                <a:gd name="connsiteY389-9356" fmla="*/ 693931 h 1160647"/>
                <a:gd name="connsiteX390-9357" fmla="*/ 2823181 w 3024845"/>
                <a:gd name="connsiteY390-9358" fmla="*/ 693931 h 1160647"/>
                <a:gd name="connsiteX391-9359" fmla="*/ 2823181 w 3024845"/>
                <a:gd name="connsiteY391-9360" fmla="*/ 700416 h 1160647"/>
                <a:gd name="connsiteX392-9361" fmla="*/ 2839395 w 3024845"/>
                <a:gd name="connsiteY392-9362" fmla="*/ 700416 h 1160647"/>
                <a:gd name="connsiteX393-9363" fmla="*/ 2839395 w 3024845"/>
                <a:gd name="connsiteY393-9364" fmla="*/ 750137 h 1160647"/>
                <a:gd name="connsiteX394-9365" fmla="*/ 2871822 w 3024845"/>
                <a:gd name="connsiteY394-9366" fmla="*/ 750137 h 1160647"/>
                <a:gd name="connsiteX395-9367" fmla="*/ 2871822 w 3024845"/>
                <a:gd name="connsiteY395-9368" fmla="*/ 724196 h 1160647"/>
                <a:gd name="connsiteX396-9369" fmla="*/ 2910329 w 3024845"/>
                <a:gd name="connsiteY396-9370" fmla="*/ 724196 h 1160647"/>
                <a:gd name="connsiteX397-9371" fmla="*/ 2910329 w 3024845"/>
                <a:gd name="connsiteY397-9372" fmla="*/ 693931 h 1160647"/>
                <a:gd name="connsiteX398-9373" fmla="*/ 2958970 w 3024845"/>
                <a:gd name="connsiteY398-9374" fmla="*/ 693931 h 1160647"/>
                <a:gd name="connsiteX399-9375" fmla="*/ 2958970 w 3024845"/>
                <a:gd name="connsiteY399-9376" fmla="*/ 805087 h 1160647"/>
                <a:gd name="connsiteX400-9377" fmla="*/ 2958970 w 3024845"/>
                <a:gd name="connsiteY400-9378" fmla="*/ 818866 h 1160647"/>
                <a:gd name="connsiteX401-9379" fmla="*/ 3024845 w 3024845"/>
                <a:gd name="connsiteY401-9380" fmla="*/ 818866 h 1160647"/>
                <a:gd name="connsiteX402-9381" fmla="*/ 3024845 w 3024845"/>
                <a:gd name="connsiteY402-9382" fmla="*/ 1160647 h 1160647"/>
                <a:gd name="connsiteX403-9383" fmla="*/ 145862 w 3024845"/>
                <a:gd name="connsiteY403-9384" fmla="*/ 1160647 h 1160647"/>
                <a:gd name="connsiteX404-9385" fmla="*/ 2054 w 3024845"/>
                <a:gd name="connsiteY404-9386" fmla="*/ 1158314 h 1160647"/>
                <a:gd name="connsiteX405-9387" fmla="*/ 0 w 3024845"/>
                <a:gd name="connsiteY405-9388" fmla="*/ 724196 h 1160647"/>
                <a:gd name="connsiteX406-9389" fmla="*/ 20267 w 3024845"/>
                <a:gd name="connsiteY406-9390" fmla="*/ 724196 h 1160647"/>
                <a:gd name="connsiteX407-9391" fmla="*/ 20774 w 3024845"/>
                <a:gd name="connsiteY407-9392" fmla="*/ 723115 h 1160647"/>
                <a:gd name="connsiteX408-9393" fmla="*/ 24320 w 3024845"/>
                <a:gd name="connsiteY408-9394" fmla="*/ 715549 h 1160647"/>
                <a:gd name="connsiteX409-9395" fmla="*/ 26094 w 3024845"/>
                <a:gd name="connsiteY409-9396" fmla="*/ 715819 h 1160647"/>
                <a:gd name="connsiteX410-9397" fmla="*/ 38507 w 3024845"/>
                <a:gd name="connsiteY410-9398" fmla="*/ 717710 h 1160647"/>
                <a:gd name="connsiteX411-9399" fmla="*/ 39014 w 3024845"/>
                <a:gd name="connsiteY411-9400" fmla="*/ 719062 h 1160647"/>
                <a:gd name="connsiteX412-9401" fmla="*/ 42560 w 3024845"/>
                <a:gd name="connsiteY412-9402" fmla="*/ 728519 h 1160647"/>
                <a:gd name="connsiteX413-9403" fmla="*/ 68907 w 3024845"/>
                <a:gd name="connsiteY413-9404" fmla="*/ 730681 h 1160647"/>
                <a:gd name="connsiteX414-9405" fmla="*/ 68907 w 3024845"/>
                <a:gd name="connsiteY414-9406" fmla="*/ 607460 h 1160647"/>
                <a:gd name="connsiteX415-9407" fmla="*/ 70934 w 3024845"/>
                <a:gd name="connsiteY415-9408" fmla="*/ 607460 h 1160647"/>
                <a:gd name="connsiteX416-9409" fmla="*/ 85121 w 3024845"/>
                <a:gd name="connsiteY416-9410" fmla="*/ 607460 h 1160647"/>
                <a:gd name="connsiteX417-9411" fmla="*/ 85121 w 3024845"/>
                <a:gd name="connsiteY417-9412" fmla="*/ 471268 h 1160647"/>
                <a:gd name="connsiteX418-9413" fmla="*/ 86894 w 3024845"/>
                <a:gd name="connsiteY418-9414" fmla="*/ 471268 h 1160647"/>
                <a:gd name="connsiteX419-9415" fmla="*/ 99308 w 3024845"/>
                <a:gd name="connsiteY419-9416" fmla="*/ 471268 h 1160647"/>
                <a:gd name="connsiteX420-9417" fmla="*/ 99308 w 3024845"/>
                <a:gd name="connsiteY420-9418" fmla="*/ 356694 h 1160647"/>
                <a:gd name="connsiteX421-9419" fmla="*/ 103361 w 3024845"/>
                <a:gd name="connsiteY421-9420" fmla="*/ 328590 h 1160647"/>
                <a:gd name="connsiteX422-9421" fmla="*/ 105388 w 3024845"/>
                <a:gd name="connsiteY422-9422" fmla="*/ 328590 h 1160647"/>
                <a:gd name="connsiteX423-9423" fmla="*/ 119575 w 3024845"/>
                <a:gd name="connsiteY423-9424" fmla="*/ 328590 h 1160647"/>
                <a:gd name="connsiteX424-9425" fmla="*/ 156055 w 3024845"/>
                <a:gd name="connsiteY424-9426" fmla="*/ 246443 h 1160647"/>
                <a:gd name="connsiteX425-9427" fmla="*/ 160109 w 3024845"/>
                <a:gd name="connsiteY425-9428" fmla="*/ 0 h 1160647"/>
                <a:gd name="connsiteX0-9429" fmla="*/ 160109 w 3024845"/>
                <a:gd name="connsiteY0-9430" fmla="*/ 0 h 1160647"/>
                <a:gd name="connsiteX1-9431" fmla="*/ 162135 w 3024845"/>
                <a:gd name="connsiteY1-9432" fmla="*/ 246443 h 1160647"/>
                <a:gd name="connsiteX2-9433" fmla="*/ 200642 w 3024845"/>
                <a:gd name="connsiteY2-9434" fmla="*/ 326429 h 1160647"/>
                <a:gd name="connsiteX3-9435" fmla="*/ 202669 w 3024845"/>
                <a:gd name="connsiteY3-9436" fmla="*/ 326429 h 1160647"/>
                <a:gd name="connsiteX4-9437" fmla="*/ 216856 w 3024845"/>
                <a:gd name="connsiteY4-9438" fmla="*/ 326429 h 1160647"/>
                <a:gd name="connsiteX5-9439" fmla="*/ 216856 w 3024845"/>
                <a:gd name="connsiteY5-9440" fmla="*/ 350208 h 1160647"/>
                <a:gd name="connsiteX6-9441" fmla="*/ 217363 w 3024845"/>
                <a:gd name="connsiteY6-9442" fmla="*/ 351019 h 1160647"/>
                <a:gd name="connsiteX7-9443" fmla="*/ 220909 w 3024845"/>
                <a:gd name="connsiteY7-9444" fmla="*/ 356694 h 1160647"/>
                <a:gd name="connsiteX8-9445" fmla="*/ 220909 w 3024845"/>
                <a:gd name="connsiteY8-9446" fmla="*/ 471268 h 1160647"/>
                <a:gd name="connsiteX9-9447" fmla="*/ 223189 w 3024845"/>
                <a:gd name="connsiteY9-9448" fmla="*/ 471268 h 1160647"/>
                <a:gd name="connsiteX10-9449" fmla="*/ 239150 w 3024845"/>
                <a:gd name="connsiteY10-9450" fmla="*/ 471268 h 1160647"/>
                <a:gd name="connsiteX11-9451" fmla="*/ 239150 w 3024845"/>
                <a:gd name="connsiteY11-9452" fmla="*/ 611783 h 1160647"/>
                <a:gd name="connsiteX12-9453" fmla="*/ 240670 w 3024845"/>
                <a:gd name="connsiteY12-9454" fmla="*/ 611513 h 1160647"/>
                <a:gd name="connsiteX13-9455" fmla="*/ 251310 w 3024845"/>
                <a:gd name="connsiteY13-9456" fmla="*/ 609622 h 1160647"/>
                <a:gd name="connsiteX14-9457" fmla="*/ 249283 w 3024845"/>
                <a:gd name="connsiteY14-9458" fmla="*/ 698254 h 1160647"/>
                <a:gd name="connsiteX15-9459" fmla="*/ 250803 w 3024845"/>
                <a:gd name="connsiteY15-9460" fmla="*/ 698525 h 1160647"/>
                <a:gd name="connsiteX16-9461" fmla="*/ 261443 w 3024845"/>
                <a:gd name="connsiteY16-9462" fmla="*/ 700416 h 1160647"/>
                <a:gd name="connsiteX17-9463" fmla="*/ 261696 w 3024845"/>
                <a:gd name="connsiteY17-9464" fmla="*/ 701227 h 1160647"/>
                <a:gd name="connsiteX18-9465" fmla="*/ 263470 w 3024845"/>
                <a:gd name="connsiteY18-9466" fmla="*/ 706902 h 1160647"/>
                <a:gd name="connsiteX19-9467" fmla="*/ 264230 w 3024845"/>
                <a:gd name="connsiteY19-9468" fmla="*/ 704470 h 1160647"/>
                <a:gd name="connsiteX20-9469" fmla="*/ 269550 w 3024845"/>
                <a:gd name="connsiteY20-9470" fmla="*/ 687446 h 1160647"/>
                <a:gd name="connsiteX21-9471" fmla="*/ 271323 w 3024845"/>
                <a:gd name="connsiteY21-9472" fmla="*/ 687446 h 1160647"/>
                <a:gd name="connsiteX22-9473" fmla="*/ 283737 w 3024845"/>
                <a:gd name="connsiteY22-9474" fmla="*/ 687446 h 1160647"/>
                <a:gd name="connsiteX23-9475" fmla="*/ 283737 w 3024845"/>
                <a:gd name="connsiteY23-9476" fmla="*/ 719872 h 1160647"/>
                <a:gd name="connsiteX24-9477" fmla="*/ 284750 w 3024845"/>
                <a:gd name="connsiteY24-9478" fmla="*/ 720413 h 1160647"/>
                <a:gd name="connsiteX25-9479" fmla="*/ 291844 w 3024845"/>
                <a:gd name="connsiteY25-9480" fmla="*/ 724196 h 1160647"/>
                <a:gd name="connsiteX26-9481" fmla="*/ 291844 w 3024845"/>
                <a:gd name="connsiteY26-9482" fmla="*/ 725547 h 1160647"/>
                <a:gd name="connsiteX27-9483" fmla="*/ 291844 w 3024845"/>
                <a:gd name="connsiteY27-9484" fmla="*/ 735005 h 1160647"/>
                <a:gd name="connsiteX28-9485" fmla="*/ 336431 w 3024845"/>
                <a:gd name="connsiteY28-9486" fmla="*/ 735005 h 1160647"/>
                <a:gd name="connsiteX29-9487" fmla="*/ 336431 w 3024845"/>
                <a:gd name="connsiteY29-9488" fmla="*/ 736086 h 1160647"/>
                <a:gd name="connsiteX30-9489" fmla="*/ 336431 w 3024845"/>
                <a:gd name="connsiteY30-9490" fmla="*/ 743652 h 1160647"/>
                <a:gd name="connsiteX31-9491" fmla="*/ 338457 w 3024845"/>
                <a:gd name="connsiteY31-9492" fmla="*/ 743652 h 1160647"/>
                <a:gd name="connsiteX32-9493" fmla="*/ 352644 w 3024845"/>
                <a:gd name="connsiteY32-9494" fmla="*/ 743652 h 1160647"/>
                <a:gd name="connsiteX33-9495" fmla="*/ 352644 w 3024845"/>
                <a:gd name="connsiteY33-9496" fmla="*/ 713387 h 1160647"/>
                <a:gd name="connsiteX34-9497" fmla="*/ 397231 w 3024845"/>
                <a:gd name="connsiteY34-9498" fmla="*/ 713387 h 1160647"/>
                <a:gd name="connsiteX35-9499" fmla="*/ 397231 w 3024845"/>
                <a:gd name="connsiteY35-9500" fmla="*/ 712036 h 1160647"/>
                <a:gd name="connsiteX36-9501" fmla="*/ 397231 w 3024845"/>
                <a:gd name="connsiteY36-9502" fmla="*/ 702578 h 1160647"/>
                <a:gd name="connsiteX37-9503" fmla="*/ 398245 w 3024845"/>
                <a:gd name="connsiteY37-9504" fmla="*/ 702578 h 1160647"/>
                <a:gd name="connsiteX38-9505" fmla="*/ 405338 w 3024845"/>
                <a:gd name="connsiteY38-9506" fmla="*/ 702578 h 1160647"/>
                <a:gd name="connsiteX39-9507" fmla="*/ 405338 w 3024845"/>
                <a:gd name="connsiteY39-9508" fmla="*/ 700687 h 1160647"/>
                <a:gd name="connsiteX40-9509" fmla="*/ 405338 w 3024845"/>
                <a:gd name="connsiteY40-9510" fmla="*/ 687446 h 1160647"/>
                <a:gd name="connsiteX41-9511" fmla="*/ 406098 w 3024845"/>
                <a:gd name="connsiteY41-9512" fmla="*/ 687446 h 1160647"/>
                <a:gd name="connsiteX42-9513" fmla="*/ 411418 w 3024845"/>
                <a:gd name="connsiteY42-9514" fmla="*/ 687446 h 1160647"/>
                <a:gd name="connsiteX43-9515" fmla="*/ 411418 w 3024845"/>
                <a:gd name="connsiteY43-9516" fmla="*/ 686365 h 1160647"/>
                <a:gd name="connsiteX44-9517" fmla="*/ 411418 w 3024845"/>
                <a:gd name="connsiteY44-9518" fmla="*/ 678798 h 1160647"/>
                <a:gd name="connsiteX45-9519" fmla="*/ 413445 w 3024845"/>
                <a:gd name="connsiteY45-9520" fmla="*/ 678798 h 1160647"/>
                <a:gd name="connsiteX46-9521" fmla="*/ 427632 w 3024845"/>
                <a:gd name="connsiteY46-9522" fmla="*/ 678798 h 1160647"/>
                <a:gd name="connsiteX47-9523" fmla="*/ 427632 w 3024845"/>
                <a:gd name="connsiteY47-9524" fmla="*/ 679879 h 1160647"/>
                <a:gd name="connsiteX48-9525" fmla="*/ 427632 w 3024845"/>
                <a:gd name="connsiteY48-9526" fmla="*/ 687446 h 1160647"/>
                <a:gd name="connsiteX49-9527" fmla="*/ 449925 w 3024845"/>
                <a:gd name="connsiteY49-9528" fmla="*/ 687446 h 1160647"/>
                <a:gd name="connsiteX50-9529" fmla="*/ 449925 w 3024845"/>
                <a:gd name="connsiteY50-9530" fmla="*/ 685554 h 1160647"/>
                <a:gd name="connsiteX51-9531" fmla="*/ 449925 w 3024845"/>
                <a:gd name="connsiteY51-9532" fmla="*/ 672313 h 1160647"/>
                <a:gd name="connsiteX52-9533" fmla="*/ 451699 w 3024845"/>
                <a:gd name="connsiteY52-9534" fmla="*/ 672313 h 1160647"/>
                <a:gd name="connsiteX53-9535" fmla="*/ 464112 w 3024845"/>
                <a:gd name="connsiteY53-9536" fmla="*/ 672313 h 1160647"/>
                <a:gd name="connsiteX54-9537" fmla="*/ 464112 w 3024845"/>
                <a:gd name="connsiteY54-9538" fmla="*/ 696093 h 1160647"/>
                <a:gd name="connsiteX55-9539" fmla="*/ 465126 w 3024845"/>
                <a:gd name="connsiteY55-9540" fmla="*/ 696093 h 1160647"/>
                <a:gd name="connsiteX56-9541" fmla="*/ 472219 w 3024845"/>
                <a:gd name="connsiteY56-9542" fmla="*/ 696093 h 1160647"/>
                <a:gd name="connsiteX57-9543" fmla="*/ 472219 w 3024845"/>
                <a:gd name="connsiteY57-9544" fmla="*/ 695012 h 1160647"/>
                <a:gd name="connsiteX58-9545" fmla="*/ 472219 w 3024845"/>
                <a:gd name="connsiteY58-9546" fmla="*/ 687446 h 1160647"/>
                <a:gd name="connsiteX59-9547" fmla="*/ 473992 w 3024845"/>
                <a:gd name="connsiteY59-9548" fmla="*/ 687446 h 1160647"/>
                <a:gd name="connsiteX60-9549" fmla="*/ 486406 w 3024845"/>
                <a:gd name="connsiteY60-9550" fmla="*/ 687446 h 1160647"/>
                <a:gd name="connsiteX61-9551" fmla="*/ 486406 w 3024845"/>
                <a:gd name="connsiteY61-9552" fmla="*/ 713387 h 1160647"/>
                <a:gd name="connsiteX62-9553" fmla="*/ 488433 w 3024845"/>
                <a:gd name="connsiteY62-9554" fmla="*/ 713387 h 1160647"/>
                <a:gd name="connsiteX63-9555" fmla="*/ 502619 w 3024845"/>
                <a:gd name="connsiteY63-9556" fmla="*/ 713387 h 1160647"/>
                <a:gd name="connsiteX64-9557" fmla="*/ 502619 w 3024845"/>
                <a:gd name="connsiteY64-9558" fmla="*/ 715008 h 1160647"/>
                <a:gd name="connsiteX65-9559" fmla="*/ 502619 w 3024845"/>
                <a:gd name="connsiteY65-9560" fmla="*/ 726358 h 1160647"/>
                <a:gd name="connsiteX66-9561" fmla="*/ 503379 w 3024845"/>
                <a:gd name="connsiteY66-9562" fmla="*/ 726358 h 1160647"/>
                <a:gd name="connsiteX67-9563" fmla="*/ 508700 w 3024845"/>
                <a:gd name="connsiteY67-9564" fmla="*/ 726358 h 1160647"/>
                <a:gd name="connsiteX68-9565" fmla="*/ 508700 w 3024845"/>
                <a:gd name="connsiteY68-9566" fmla="*/ 725547 h 1160647"/>
                <a:gd name="connsiteX69-9567" fmla="*/ 508700 w 3024845"/>
                <a:gd name="connsiteY69-9568" fmla="*/ 719872 h 1160647"/>
                <a:gd name="connsiteX70-9569" fmla="*/ 539100 w 3024845"/>
                <a:gd name="connsiteY70-9570" fmla="*/ 719872 h 1160647"/>
                <a:gd name="connsiteX71-9571" fmla="*/ 539100 w 3024845"/>
                <a:gd name="connsiteY71-9572" fmla="*/ 743652 h 1160647"/>
                <a:gd name="connsiteX72-9573" fmla="*/ 540113 w 3024845"/>
                <a:gd name="connsiteY72-9574" fmla="*/ 743652 h 1160647"/>
                <a:gd name="connsiteX73-9575" fmla="*/ 547207 w 3024845"/>
                <a:gd name="connsiteY73-9576" fmla="*/ 743652 h 1160647"/>
                <a:gd name="connsiteX74-9577" fmla="*/ 547207 w 3024845"/>
                <a:gd name="connsiteY74-9578" fmla="*/ 744733 h 1160647"/>
                <a:gd name="connsiteX75-9579" fmla="*/ 547207 w 3024845"/>
                <a:gd name="connsiteY75-9580" fmla="*/ 752299 h 1160647"/>
                <a:gd name="connsiteX76-9581" fmla="*/ 547967 w 3024845"/>
                <a:gd name="connsiteY76-9582" fmla="*/ 752299 h 1160647"/>
                <a:gd name="connsiteX77-9583" fmla="*/ 553287 w 3024845"/>
                <a:gd name="connsiteY77-9584" fmla="*/ 752299 h 1160647"/>
                <a:gd name="connsiteX78-9585" fmla="*/ 553287 w 3024845"/>
                <a:gd name="connsiteY78-9586" fmla="*/ 750137 h 1160647"/>
                <a:gd name="connsiteX79-9587" fmla="*/ 553287 w 3024845"/>
                <a:gd name="connsiteY79-9588" fmla="*/ 735005 h 1160647"/>
                <a:gd name="connsiteX80-9589" fmla="*/ 554300 w 3024845"/>
                <a:gd name="connsiteY80-9590" fmla="*/ 735005 h 1160647"/>
                <a:gd name="connsiteX81-9591" fmla="*/ 561394 w 3024845"/>
                <a:gd name="connsiteY81-9592" fmla="*/ 735005 h 1160647"/>
                <a:gd name="connsiteX82-9593" fmla="*/ 561394 w 3024845"/>
                <a:gd name="connsiteY82-9594" fmla="*/ 736086 h 1160647"/>
                <a:gd name="connsiteX83-9595" fmla="*/ 561394 w 3024845"/>
                <a:gd name="connsiteY83-9596" fmla="*/ 743652 h 1160647"/>
                <a:gd name="connsiteX84-9597" fmla="*/ 566714 w 3024845"/>
                <a:gd name="connsiteY84-9598" fmla="*/ 741659 h 1160647"/>
                <a:gd name="connsiteX85-9599" fmla="*/ 567474 w 3024845"/>
                <a:gd name="connsiteY85-9600" fmla="*/ 740679 h 1160647"/>
                <a:gd name="connsiteX86-9601" fmla="*/ 567474 w 3024845"/>
                <a:gd name="connsiteY86-9602" fmla="*/ 735005 h 1160647"/>
                <a:gd name="connsiteX87-9603" fmla="*/ 605981 w 3024845"/>
                <a:gd name="connsiteY87-9604" fmla="*/ 735005 h 1160647"/>
                <a:gd name="connsiteX88-9605" fmla="*/ 605981 w 3024845"/>
                <a:gd name="connsiteY88-9606" fmla="*/ 758784 h 1160647"/>
                <a:gd name="connsiteX89-9607" fmla="*/ 608007 w 3024845"/>
                <a:gd name="connsiteY89-9608" fmla="*/ 758784 h 1160647"/>
                <a:gd name="connsiteX90-9609" fmla="*/ 622194 w 3024845"/>
                <a:gd name="connsiteY90-9610" fmla="*/ 758784 h 1160647"/>
                <a:gd name="connsiteX91-9611" fmla="*/ 622194 w 3024845"/>
                <a:gd name="connsiteY91-9612" fmla="*/ 759865 h 1160647"/>
                <a:gd name="connsiteX92-9613" fmla="*/ 622194 w 3024845"/>
                <a:gd name="connsiteY92-9614" fmla="*/ 767431 h 1160647"/>
                <a:gd name="connsiteX93-9615" fmla="*/ 623968 w 3024845"/>
                <a:gd name="connsiteY93-9616" fmla="*/ 767431 h 1160647"/>
                <a:gd name="connsiteX94-9617" fmla="*/ 636381 w 3024845"/>
                <a:gd name="connsiteY94-9618" fmla="*/ 767431 h 1160647"/>
                <a:gd name="connsiteX95-9619" fmla="*/ 636381 w 3024845"/>
                <a:gd name="connsiteY95-9620" fmla="*/ 743652 h 1160647"/>
                <a:gd name="connsiteX96-9621" fmla="*/ 637394 w 3024845"/>
                <a:gd name="connsiteY96-9622" fmla="*/ 743652 h 1160647"/>
                <a:gd name="connsiteX97-9623" fmla="*/ 644488 w 3024845"/>
                <a:gd name="connsiteY97-9624" fmla="*/ 743652 h 1160647"/>
                <a:gd name="connsiteX98-9625" fmla="*/ 644488 w 3024845"/>
                <a:gd name="connsiteY98-9626" fmla="*/ 711225 h 1160647"/>
                <a:gd name="connsiteX99-9627" fmla="*/ 645501 w 3024845"/>
                <a:gd name="connsiteY99-9628" fmla="*/ 711225 h 1160647"/>
                <a:gd name="connsiteX100-9629" fmla="*/ 652595 w 3024845"/>
                <a:gd name="connsiteY100-9630" fmla="*/ 711225 h 1160647"/>
                <a:gd name="connsiteX101-9631" fmla="*/ 652595 w 3024845"/>
                <a:gd name="connsiteY101-9632" fmla="*/ 709334 h 1160647"/>
                <a:gd name="connsiteX102-9633" fmla="*/ 652595 w 3024845"/>
                <a:gd name="connsiteY102-9634" fmla="*/ 696093 h 1160647"/>
                <a:gd name="connsiteX103-9635" fmla="*/ 651328 w 3024845"/>
                <a:gd name="connsiteY103-9636" fmla="*/ 694471 h 1160647"/>
                <a:gd name="connsiteX104-9637" fmla="*/ 656648 w 3024845"/>
                <a:gd name="connsiteY104-9638" fmla="*/ 683122 h 1160647"/>
                <a:gd name="connsiteX105-9639" fmla="*/ 664755 w 3024845"/>
                <a:gd name="connsiteY105-9640" fmla="*/ 711225 h 1160647"/>
                <a:gd name="connsiteX106-9641" fmla="*/ 665515 w 3024845"/>
                <a:gd name="connsiteY106-9642" fmla="*/ 711225 h 1160647"/>
                <a:gd name="connsiteX107-9643" fmla="*/ 670835 w 3024845"/>
                <a:gd name="connsiteY107-9644" fmla="*/ 711225 h 1160647"/>
                <a:gd name="connsiteX108-9645" fmla="*/ 670835 w 3024845"/>
                <a:gd name="connsiteY108-9646" fmla="*/ 605298 h 1160647"/>
                <a:gd name="connsiteX109-9647" fmla="*/ 672355 w 3024845"/>
                <a:gd name="connsiteY109-9648" fmla="*/ 605298 h 1160647"/>
                <a:gd name="connsiteX110-9649" fmla="*/ 682995 w 3024845"/>
                <a:gd name="connsiteY110-9650" fmla="*/ 605298 h 1160647"/>
                <a:gd name="connsiteX111-9651" fmla="*/ 682995 w 3024845"/>
                <a:gd name="connsiteY111-9652" fmla="*/ 557739 h 1160647"/>
                <a:gd name="connsiteX112-9653" fmla="*/ 709342 w 3024845"/>
                <a:gd name="connsiteY112-9654" fmla="*/ 557739 h 1160647"/>
                <a:gd name="connsiteX113-9655" fmla="*/ 709342 w 3024845"/>
                <a:gd name="connsiteY113-9656" fmla="*/ 536121 h 1160647"/>
                <a:gd name="connsiteX114-9657" fmla="*/ 743796 w 3024845"/>
                <a:gd name="connsiteY114-9658" fmla="*/ 536121 h 1160647"/>
                <a:gd name="connsiteX115-9659" fmla="*/ 743796 w 3024845"/>
                <a:gd name="connsiteY115-9660" fmla="*/ 538553 h 1160647"/>
                <a:gd name="connsiteX116-9661" fmla="*/ 743796 w 3024845"/>
                <a:gd name="connsiteY116-9662" fmla="*/ 555577 h 1160647"/>
                <a:gd name="connsiteX117-9663" fmla="*/ 746076 w 3024845"/>
                <a:gd name="connsiteY117-9664" fmla="*/ 555577 h 1160647"/>
                <a:gd name="connsiteX118-9665" fmla="*/ 762036 w 3024845"/>
                <a:gd name="connsiteY118-9666" fmla="*/ 555577 h 1160647"/>
                <a:gd name="connsiteX119-9667" fmla="*/ 762036 w 3024845"/>
                <a:gd name="connsiteY119-9668" fmla="*/ 603136 h 1160647"/>
                <a:gd name="connsiteX120-9669" fmla="*/ 763049 w 3024845"/>
                <a:gd name="connsiteY120-9670" fmla="*/ 603136 h 1160647"/>
                <a:gd name="connsiteX121-9671" fmla="*/ 770143 w 3024845"/>
                <a:gd name="connsiteY121-9672" fmla="*/ 603136 h 1160647"/>
                <a:gd name="connsiteX122-9673" fmla="*/ 784330 w 3024845"/>
                <a:gd name="connsiteY122-9674" fmla="*/ 607460 h 1160647"/>
                <a:gd name="connsiteX123-9675" fmla="*/ 784330 w 3024845"/>
                <a:gd name="connsiteY123-9676" fmla="*/ 646372 h 1160647"/>
                <a:gd name="connsiteX124-9677" fmla="*/ 785343 w 3024845"/>
                <a:gd name="connsiteY124-9678" fmla="*/ 646372 h 1160647"/>
                <a:gd name="connsiteX125-9679" fmla="*/ 792436 w 3024845"/>
                <a:gd name="connsiteY125-9680" fmla="*/ 646372 h 1160647"/>
                <a:gd name="connsiteX126-9681" fmla="*/ 792436 w 3024845"/>
                <a:gd name="connsiteY126-9682" fmla="*/ 647993 h 1160647"/>
                <a:gd name="connsiteX127-9683" fmla="*/ 792436 w 3024845"/>
                <a:gd name="connsiteY127-9684" fmla="*/ 659342 h 1160647"/>
                <a:gd name="connsiteX128-9685" fmla="*/ 794463 w 3024845"/>
                <a:gd name="connsiteY128-9686" fmla="*/ 659342 h 1160647"/>
                <a:gd name="connsiteX129-9687" fmla="*/ 808650 w 3024845"/>
                <a:gd name="connsiteY129-9688" fmla="*/ 659342 h 1160647"/>
                <a:gd name="connsiteX130-9689" fmla="*/ 814730 w 3024845"/>
                <a:gd name="connsiteY130-9690" fmla="*/ 665828 h 1160647"/>
                <a:gd name="connsiteX131-9691" fmla="*/ 814730 w 3024845"/>
                <a:gd name="connsiteY131-9692" fmla="*/ 687446 h 1160647"/>
                <a:gd name="connsiteX132-9693" fmla="*/ 817010 w 3024845"/>
                <a:gd name="connsiteY132-9694" fmla="*/ 687446 h 1160647"/>
                <a:gd name="connsiteX133-9695" fmla="*/ 832970 w 3024845"/>
                <a:gd name="connsiteY133-9696" fmla="*/ 687446 h 1160647"/>
                <a:gd name="connsiteX134-9697" fmla="*/ 832970 w 3024845"/>
                <a:gd name="connsiteY134-9698" fmla="*/ 688526 h 1160647"/>
                <a:gd name="connsiteX135-9699" fmla="*/ 832970 w 3024845"/>
                <a:gd name="connsiteY135-9700" fmla="*/ 696093 h 1160647"/>
                <a:gd name="connsiteX136-9701" fmla="*/ 834237 w 3024845"/>
                <a:gd name="connsiteY136-9702" fmla="*/ 696093 h 1160647"/>
                <a:gd name="connsiteX137-9703" fmla="*/ 843104 w 3024845"/>
                <a:gd name="connsiteY137-9704" fmla="*/ 696093 h 1160647"/>
                <a:gd name="connsiteX138-9705" fmla="*/ 843104 w 3024845"/>
                <a:gd name="connsiteY138-9706" fmla="*/ 698254 h 1160647"/>
                <a:gd name="connsiteX139-9707" fmla="*/ 843104 w 3024845"/>
                <a:gd name="connsiteY139-9708" fmla="*/ 713387 h 1160647"/>
                <a:gd name="connsiteX140-9709" fmla="*/ 847157 w 3024845"/>
                <a:gd name="connsiteY140-9710" fmla="*/ 711495 h 1160647"/>
                <a:gd name="connsiteX141-9711" fmla="*/ 847157 w 3024845"/>
                <a:gd name="connsiteY141-9712" fmla="*/ 698254 h 1160647"/>
                <a:gd name="connsiteX142-9713" fmla="*/ 848170 w 3024845"/>
                <a:gd name="connsiteY142-9714" fmla="*/ 698254 h 1160647"/>
                <a:gd name="connsiteX143-9715" fmla="*/ 855264 w 3024845"/>
                <a:gd name="connsiteY143-9716" fmla="*/ 698254 h 1160647"/>
                <a:gd name="connsiteX144-9717" fmla="*/ 855264 w 3024845"/>
                <a:gd name="connsiteY144-9718" fmla="*/ 699876 h 1160647"/>
                <a:gd name="connsiteX145-9719" fmla="*/ 855264 w 3024845"/>
                <a:gd name="connsiteY145-9720" fmla="*/ 711225 h 1160647"/>
                <a:gd name="connsiteX146-9721" fmla="*/ 856024 w 3024845"/>
                <a:gd name="connsiteY146-9722" fmla="*/ 711225 h 1160647"/>
                <a:gd name="connsiteX147-9723" fmla="*/ 861344 w 3024845"/>
                <a:gd name="connsiteY147-9724" fmla="*/ 711225 h 1160647"/>
                <a:gd name="connsiteX148-9725" fmla="*/ 909984 w 3024845"/>
                <a:gd name="connsiteY148-9726" fmla="*/ 706902 h 1160647"/>
                <a:gd name="connsiteX149-9727" fmla="*/ 909984 w 3024845"/>
                <a:gd name="connsiteY149-9728" fmla="*/ 708253 h 1160647"/>
                <a:gd name="connsiteX150-9729" fmla="*/ 909984 w 3024845"/>
                <a:gd name="connsiteY150-9730" fmla="*/ 717710 h 1160647"/>
                <a:gd name="connsiteX151-9731" fmla="*/ 910744 w 3024845"/>
                <a:gd name="connsiteY151-9732" fmla="*/ 717710 h 1160647"/>
                <a:gd name="connsiteX152-9733" fmla="*/ 916065 w 3024845"/>
                <a:gd name="connsiteY152-9734" fmla="*/ 717710 h 1160647"/>
                <a:gd name="connsiteX153-9735" fmla="*/ 916065 w 3024845"/>
                <a:gd name="connsiteY153-9736" fmla="*/ 719872 h 1160647"/>
                <a:gd name="connsiteX154-9737" fmla="*/ 916065 w 3024845"/>
                <a:gd name="connsiteY154-9738" fmla="*/ 735005 h 1160647"/>
                <a:gd name="connsiteX155-9739" fmla="*/ 918091 w 3024845"/>
                <a:gd name="connsiteY155-9740" fmla="*/ 733654 h 1160647"/>
                <a:gd name="connsiteX156-9741" fmla="*/ 932278 w 3024845"/>
                <a:gd name="connsiteY156-9742" fmla="*/ 724196 h 1160647"/>
                <a:gd name="connsiteX157-9743" fmla="*/ 938358 w 3024845"/>
                <a:gd name="connsiteY157-9744" fmla="*/ 683122 h 1160647"/>
                <a:gd name="connsiteX158-9745" fmla="*/ 939118 w 3024845"/>
                <a:gd name="connsiteY158-9746" fmla="*/ 682852 h 1160647"/>
                <a:gd name="connsiteX159-9747" fmla="*/ 944438 w 3024845"/>
                <a:gd name="connsiteY159-9748" fmla="*/ 680960 h 1160647"/>
                <a:gd name="connsiteX160-9749" fmla="*/ 946465 w 3024845"/>
                <a:gd name="connsiteY160-9750" fmla="*/ 611783 h 1160647"/>
                <a:gd name="connsiteX161-9751" fmla="*/ 948492 w 3024845"/>
                <a:gd name="connsiteY161-9752" fmla="*/ 680960 h 1160647"/>
                <a:gd name="connsiteX162-9753" fmla="*/ 949252 w 3024845"/>
                <a:gd name="connsiteY162-9754" fmla="*/ 681230 h 1160647"/>
                <a:gd name="connsiteX163-9755" fmla="*/ 954572 w 3024845"/>
                <a:gd name="connsiteY163-9756" fmla="*/ 683122 h 1160647"/>
                <a:gd name="connsiteX164-9757" fmla="*/ 954572 w 3024845"/>
                <a:gd name="connsiteY164-9758" fmla="*/ 596651 h 1160647"/>
                <a:gd name="connsiteX165-9759" fmla="*/ 958625 w 3024845"/>
                <a:gd name="connsiteY165-9760" fmla="*/ 564224 h 1160647"/>
                <a:gd name="connsiteX166-9761" fmla="*/ 997132 w 3024845"/>
                <a:gd name="connsiteY166-9762" fmla="*/ 564224 h 1160647"/>
                <a:gd name="connsiteX167-9763" fmla="*/ 997132 w 3024845"/>
                <a:gd name="connsiteY167-9764" fmla="*/ 596651 h 1160647"/>
                <a:gd name="connsiteX168-9765" fmla="*/ 997892 w 3024845"/>
                <a:gd name="connsiteY168-9766" fmla="*/ 596651 h 1160647"/>
                <a:gd name="connsiteX169-9767" fmla="*/ 1003212 w 3024845"/>
                <a:gd name="connsiteY169-9768" fmla="*/ 596651 h 1160647"/>
                <a:gd name="connsiteX170-9769" fmla="*/ 1003212 w 3024845"/>
                <a:gd name="connsiteY170-9770" fmla="*/ 514503 h 1160647"/>
                <a:gd name="connsiteX171-9771" fmla="*/ 1004986 w 3024845"/>
                <a:gd name="connsiteY171-9772" fmla="*/ 514503 h 1160647"/>
                <a:gd name="connsiteX172-9773" fmla="*/ 1017399 w 3024845"/>
                <a:gd name="connsiteY172-9774" fmla="*/ 514503 h 1160647"/>
                <a:gd name="connsiteX173-9775" fmla="*/ 1017399 w 3024845"/>
                <a:gd name="connsiteY173-9776" fmla="*/ 512612 h 1160647"/>
                <a:gd name="connsiteX174-9777" fmla="*/ 1017399 w 3024845"/>
                <a:gd name="connsiteY174-9778" fmla="*/ 499371 h 1160647"/>
                <a:gd name="connsiteX175-9779" fmla="*/ 1039693 w 3024845"/>
                <a:gd name="connsiteY175-9780" fmla="*/ 499371 h 1160647"/>
                <a:gd name="connsiteX176-9781" fmla="*/ 1039693 w 3024845"/>
                <a:gd name="connsiteY176-9782" fmla="*/ 498290 h 1160647"/>
                <a:gd name="connsiteX177-9783" fmla="*/ 1039693 w 3024845"/>
                <a:gd name="connsiteY177-9784" fmla="*/ 490724 h 1160647"/>
                <a:gd name="connsiteX178-9785" fmla="*/ 1041466 w 3024845"/>
                <a:gd name="connsiteY178-9786" fmla="*/ 490724 h 1160647"/>
                <a:gd name="connsiteX179-9787" fmla="*/ 1053880 w 3024845"/>
                <a:gd name="connsiteY179-9788" fmla="*/ 490724 h 1160647"/>
                <a:gd name="connsiteX180-9789" fmla="*/ 1053880 w 3024845"/>
                <a:gd name="connsiteY180-9790" fmla="*/ 491805 h 1160647"/>
                <a:gd name="connsiteX181-9791" fmla="*/ 1053880 w 3024845"/>
                <a:gd name="connsiteY181-9792" fmla="*/ 499371 h 1160647"/>
                <a:gd name="connsiteX182-9793" fmla="*/ 1054640 w 3024845"/>
                <a:gd name="connsiteY182-9794" fmla="*/ 499371 h 1160647"/>
                <a:gd name="connsiteX183-9795" fmla="*/ 1059960 w 3024845"/>
                <a:gd name="connsiteY183-9796" fmla="*/ 499371 h 1160647"/>
                <a:gd name="connsiteX184-9797" fmla="*/ 1070093 w 3024845"/>
                <a:gd name="connsiteY184-9798" fmla="*/ 495047 h 1160647"/>
                <a:gd name="connsiteX185-9799" fmla="*/ 1074146 w 3024845"/>
                <a:gd name="connsiteY185-9800" fmla="*/ 498290 h 1160647"/>
                <a:gd name="connsiteX186-9801" fmla="*/ 1074146 w 3024845"/>
                <a:gd name="connsiteY186-9802" fmla="*/ 490724 h 1160647"/>
                <a:gd name="connsiteX187-9803" fmla="*/ 1076426 w 3024845"/>
                <a:gd name="connsiteY187-9804" fmla="*/ 490724 h 1160647"/>
                <a:gd name="connsiteX188-9805" fmla="*/ 1092387 w 3024845"/>
                <a:gd name="connsiteY188-9806" fmla="*/ 490724 h 1160647"/>
                <a:gd name="connsiteX189-9807" fmla="*/ 1092387 w 3024845"/>
                <a:gd name="connsiteY189-9808" fmla="*/ 491805 h 1160647"/>
                <a:gd name="connsiteX190-9809" fmla="*/ 1092387 w 3024845"/>
                <a:gd name="connsiteY190-9810" fmla="*/ 499371 h 1160647"/>
                <a:gd name="connsiteX191-9811" fmla="*/ 1122787 w 3024845"/>
                <a:gd name="connsiteY191-9812" fmla="*/ 499371 h 1160647"/>
                <a:gd name="connsiteX192-9813" fmla="*/ 1122787 w 3024845"/>
                <a:gd name="connsiteY192-9814" fmla="*/ 500992 h 1160647"/>
                <a:gd name="connsiteX193-9815" fmla="*/ 1122787 w 3024845"/>
                <a:gd name="connsiteY193-9816" fmla="*/ 512342 h 1160647"/>
                <a:gd name="connsiteX194-9817" fmla="*/ 1149134 w 3024845"/>
                <a:gd name="connsiteY194-9818" fmla="*/ 512342 h 1160647"/>
                <a:gd name="connsiteX195-9819" fmla="*/ 1149134 w 3024845"/>
                <a:gd name="connsiteY195-9820" fmla="*/ 542606 h 1160647"/>
                <a:gd name="connsiteX196-9821" fmla="*/ 1149894 w 3024845"/>
                <a:gd name="connsiteY196-9822" fmla="*/ 542606 h 1160647"/>
                <a:gd name="connsiteX197-9823" fmla="*/ 1155214 w 3024845"/>
                <a:gd name="connsiteY197-9824" fmla="*/ 542606 h 1160647"/>
                <a:gd name="connsiteX198-9825" fmla="*/ 1155214 w 3024845"/>
                <a:gd name="connsiteY198-9826" fmla="*/ 543687 h 1160647"/>
                <a:gd name="connsiteX199-9827" fmla="*/ 1155214 w 3024845"/>
                <a:gd name="connsiteY199-9828" fmla="*/ 551254 h 1160647"/>
                <a:gd name="connsiteX200-9829" fmla="*/ 1159268 w 3024845"/>
                <a:gd name="connsiteY200-9830" fmla="*/ 581518 h 1160647"/>
                <a:gd name="connsiteX201-9831" fmla="*/ 1160028 w 3024845"/>
                <a:gd name="connsiteY201-9832" fmla="*/ 581518 h 1160647"/>
                <a:gd name="connsiteX202-9833" fmla="*/ 1165348 w 3024845"/>
                <a:gd name="connsiteY202-9834" fmla="*/ 581518 h 1160647"/>
                <a:gd name="connsiteX203-9835" fmla="*/ 1165348 w 3024845"/>
                <a:gd name="connsiteY203-9836" fmla="*/ 582329 h 1160647"/>
                <a:gd name="connsiteX204-9837" fmla="*/ 1165348 w 3024845"/>
                <a:gd name="connsiteY204-9838" fmla="*/ 588004 h 1160647"/>
                <a:gd name="connsiteX205-9839" fmla="*/ 1166361 w 3024845"/>
                <a:gd name="connsiteY205-9840" fmla="*/ 588004 h 1160647"/>
                <a:gd name="connsiteX206-9841" fmla="*/ 1173454 w 3024845"/>
                <a:gd name="connsiteY206-9842" fmla="*/ 588004 h 1160647"/>
                <a:gd name="connsiteX207-9843" fmla="*/ 1173454 w 3024845"/>
                <a:gd name="connsiteY207-9844" fmla="*/ 618269 h 1160647"/>
                <a:gd name="connsiteX208-9845" fmla="*/ 1175481 w 3024845"/>
                <a:gd name="connsiteY208-9846" fmla="*/ 618269 h 1160647"/>
                <a:gd name="connsiteX209-9847" fmla="*/ 1189668 w 3024845"/>
                <a:gd name="connsiteY209-9848" fmla="*/ 618269 h 1160647"/>
                <a:gd name="connsiteX210-9849" fmla="*/ 1189668 w 3024845"/>
                <a:gd name="connsiteY210-9850" fmla="*/ 642048 h 1160647"/>
                <a:gd name="connsiteX211-9851" fmla="*/ 1191695 w 3024845"/>
                <a:gd name="connsiteY211-9852" fmla="*/ 643669 h 1160647"/>
                <a:gd name="connsiteX212-9853" fmla="*/ 1191695 w 3024845"/>
                <a:gd name="connsiteY212-9854" fmla="*/ 655019 h 1160647"/>
                <a:gd name="connsiteX213-9855" fmla="*/ 1192455 w 3024845"/>
                <a:gd name="connsiteY213-9856" fmla="*/ 655019 h 1160647"/>
                <a:gd name="connsiteX214-9857" fmla="*/ 1197775 w 3024845"/>
                <a:gd name="connsiteY214-9858" fmla="*/ 655019 h 1160647"/>
                <a:gd name="connsiteX215-9859" fmla="*/ 1197775 w 3024845"/>
                <a:gd name="connsiteY215-9860" fmla="*/ 678798 h 1160647"/>
                <a:gd name="connsiteX216-9861" fmla="*/ 1199041 w 3024845"/>
                <a:gd name="connsiteY216-9862" fmla="*/ 678798 h 1160647"/>
                <a:gd name="connsiteX217-9863" fmla="*/ 1207908 w 3024845"/>
                <a:gd name="connsiteY217-9864" fmla="*/ 678798 h 1160647"/>
                <a:gd name="connsiteX218-9865" fmla="*/ 1209935 w 3024845"/>
                <a:gd name="connsiteY218-9866" fmla="*/ 682852 h 1160647"/>
                <a:gd name="connsiteX219-9867" fmla="*/ 1209935 w 3024845"/>
                <a:gd name="connsiteY219-9868" fmla="*/ 696093 h 1160647"/>
                <a:gd name="connsiteX220-9869" fmla="*/ 1211455 w 3024845"/>
                <a:gd name="connsiteY220-9870" fmla="*/ 694201 h 1160647"/>
                <a:gd name="connsiteX221-9871" fmla="*/ 1222095 w 3024845"/>
                <a:gd name="connsiteY221-9872" fmla="*/ 680960 h 1160647"/>
                <a:gd name="connsiteX222-9873" fmla="*/ 1250469 w 3024845"/>
                <a:gd name="connsiteY222-9874" fmla="*/ 680960 h 1160647"/>
                <a:gd name="connsiteX223-9875" fmla="*/ 1250469 w 3024845"/>
                <a:gd name="connsiteY223-9876" fmla="*/ 767431 h 1160647"/>
                <a:gd name="connsiteX224-9877" fmla="*/ 1251229 w 3024845"/>
                <a:gd name="connsiteY224-9878" fmla="*/ 767431 h 1160647"/>
                <a:gd name="connsiteX225-9879" fmla="*/ 1256549 w 3024845"/>
                <a:gd name="connsiteY225-9880" fmla="*/ 767431 h 1160647"/>
                <a:gd name="connsiteX226-9881" fmla="*/ 1257309 w 3024845"/>
                <a:gd name="connsiteY226-9882" fmla="*/ 766080 h 1160647"/>
                <a:gd name="connsiteX227-9883" fmla="*/ 1262629 w 3024845"/>
                <a:gd name="connsiteY227-9884" fmla="*/ 756622 h 1160647"/>
                <a:gd name="connsiteX228-9885" fmla="*/ 1262629 w 3024845"/>
                <a:gd name="connsiteY228-9886" fmla="*/ 758514 h 1160647"/>
                <a:gd name="connsiteX229-9887" fmla="*/ 1262629 w 3024845"/>
                <a:gd name="connsiteY229-9888" fmla="*/ 771755 h 1160647"/>
                <a:gd name="connsiteX230-9889" fmla="*/ 1266682 w 3024845"/>
                <a:gd name="connsiteY230-9890" fmla="*/ 726358 h 1160647"/>
                <a:gd name="connsiteX231-9891" fmla="*/ 1267442 w 3024845"/>
                <a:gd name="connsiteY231-9892" fmla="*/ 726358 h 1160647"/>
                <a:gd name="connsiteX232-9893" fmla="*/ 1272762 w 3024845"/>
                <a:gd name="connsiteY232-9894" fmla="*/ 726358 h 1160647"/>
                <a:gd name="connsiteX233-9895" fmla="*/ 1272762 w 3024845"/>
                <a:gd name="connsiteY233-9896" fmla="*/ 661504 h 1160647"/>
                <a:gd name="connsiteX234-9897" fmla="*/ 1273776 w 3024845"/>
                <a:gd name="connsiteY234-9898" fmla="*/ 661504 h 1160647"/>
                <a:gd name="connsiteX235-9899" fmla="*/ 1280869 w 3024845"/>
                <a:gd name="connsiteY235-9900" fmla="*/ 661504 h 1160647"/>
                <a:gd name="connsiteX236-9901" fmla="*/ 1293029 w 3024845"/>
                <a:gd name="connsiteY236-9902" fmla="*/ 618269 h 1160647"/>
                <a:gd name="connsiteX237-9903" fmla="*/ 1294296 w 3024845"/>
                <a:gd name="connsiteY237-9904" fmla="*/ 618269 h 1160647"/>
                <a:gd name="connsiteX238-9905" fmla="*/ 1303163 w 3024845"/>
                <a:gd name="connsiteY238-9906" fmla="*/ 618269 h 1160647"/>
                <a:gd name="connsiteX239-9907" fmla="*/ 1313296 w 3024845"/>
                <a:gd name="connsiteY239-9908" fmla="*/ 661504 h 1160647"/>
                <a:gd name="connsiteX240-9909" fmla="*/ 1314309 w 3024845"/>
                <a:gd name="connsiteY240-9910" fmla="*/ 661504 h 1160647"/>
                <a:gd name="connsiteX241-9911" fmla="*/ 1321403 w 3024845"/>
                <a:gd name="connsiteY241-9912" fmla="*/ 661504 h 1160647"/>
                <a:gd name="connsiteX242-9913" fmla="*/ 1321403 w 3024845"/>
                <a:gd name="connsiteY242-9914" fmla="*/ 700416 h 1160647"/>
                <a:gd name="connsiteX243-9915" fmla="*/ 1323176 w 3024845"/>
                <a:gd name="connsiteY243-9916" fmla="*/ 700416 h 1160647"/>
                <a:gd name="connsiteX244-9917" fmla="*/ 1335590 w 3024845"/>
                <a:gd name="connsiteY244-9918" fmla="*/ 700416 h 1160647"/>
                <a:gd name="connsiteX245-9919" fmla="*/ 1335590 w 3024845"/>
                <a:gd name="connsiteY245-9920" fmla="*/ 702578 h 1160647"/>
                <a:gd name="connsiteX246-9921" fmla="*/ 1335590 w 3024845"/>
                <a:gd name="connsiteY246-9922" fmla="*/ 717710 h 1160647"/>
                <a:gd name="connsiteX247-9923" fmla="*/ 1339643 w 3024845"/>
                <a:gd name="connsiteY247-9924" fmla="*/ 715549 h 1160647"/>
                <a:gd name="connsiteX248-9925" fmla="*/ 1339643 w 3024845"/>
                <a:gd name="connsiteY248-9926" fmla="*/ 700416 h 1160647"/>
                <a:gd name="connsiteX249-9927" fmla="*/ 1341163 w 3024845"/>
                <a:gd name="connsiteY249-9928" fmla="*/ 700416 h 1160647"/>
                <a:gd name="connsiteX250-9929" fmla="*/ 1351803 w 3024845"/>
                <a:gd name="connsiteY250-9930" fmla="*/ 700416 h 1160647"/>
                <a:gd name="connsiteX251-9931" fmla="*/ 1351803 w 3024845"/>
                <a:gd name="connsiteY251-9932" fmla="*/ 702037 h 1160647"/>
                <a:gd name="connsiteX252-9933" fmla="*/ 1351803 w 3024845"/>
                <a:gd name="connsiteY252-9934" fmla="*/ 713387 h 1160647"/>
                <a:gd name="connsiteX253-9935" fmla="*/ 1382204 w 3024845"/>
                <a:gd name="connsiteY253-9936" fmla="*/ 713387 h 1160647"/>
                <a:gd name="connsiteX254-9937" fmla="*/ 1382204 w 3024845"/>
                <a:gd name="connsiteY254-9938" fmla="*/ 676637 h 1160647"/>
                <a:gd name="connsiteX255-9939" fmla="*/ 1383470 w 3024845"/>
                <a:gd name="connsiteY255-9940" fmla="*/ 676637 h 1160647"/>
                <a:gd name="connsiteX256-9941" fmla="*/ 1392337 w 3024845"/>
                <a:gd name="connsiteY256-9942" fmla="*/ 676637 h 1160647"/>
                <a:gd name="connsiteX257-9943" fmla="*/ 1392337 w 3024845"/>
                <a:gd name="connsiteY257-9944" fmla="*/ 698254 h 1160647"/>
                <a:gd name="connsiteX258-9945" fmla="*/ 1394364 w 3024845"/>
                <a:gd name="connsiteY258-9946" fmla="*/ 665828 h 1160647"/>
                <a:gd name="connsiteX259-9947" fmla="*/ 1416657 w 3024845"/>
                <a:gd name="connsiteY259-9948" fmla="*/ 665828 h 1160647"/>
                <a:gd name="connsiteX260-9949" fmla="*/ 1416657 w 3024845"/>
                <a:gd name="connsiteY260-9950" fmla="*/ 664206 h 1160647"/>
                <a:gd name="connsiteX261-9951" fmla="*/ 1416657 w 3024845"/>
                <a:gd name="connsiteY261-9952" fmla="*/ 652857 h 1160647"/>
                <a:gd name="connsiteX262-9953" fmla="*/ 1417417 w 3024845"/>
                <a:gd name="connsiteY262-9954" fmla="*/ 652857 h 1160647"/>
                <a:gd name="connsiteX263-9955" fmla="*/ 1422737 w 3024845"/>
                <a:gd name="connsiteY263-9956" fmla="*/ 652857 h 1160647"/>
                <a:gd name="connsiteX264-9957" fmla="*/ 1422737 w 3024845"/>
                <a:gd name="connsiteY264-9958" fmla="*/ 650966 h 1160647"/>
                <a:gd name="connsiteX265-9959" fmla="*/ 1422737 w 3024845"/>
                <a:gd name="connsiteY265-9960" fmla="*/ 637725 h 1160647"/>
                <a:gd name="connsiteX266-9961" fmla="*/ 1426791 w 3024845"/>
                <a:gd name="connsiteY266-9962" fmla="*/ 644210 h 1160647"/>
                <a:gd name="connsiteX267-9963" fmla="*/ 1429071 w 3024845"/>
                <a:gd name="connsiteY267-9964" fmla="*/ 644210 h 1160647"/>
                <a:gd name="connsiteX268-9965" fmla="*/ 1445031 w 3024845"/>
                <a:gd name="connsiteY268-9966" fmla="*/ 644210 h 1160647"/>
                <a:gd name="connsiteX269-9967" fmla="*/ 1445031 w 3024845"/>
                <a:gd name="connsiteY269-9968" fmla="*/ 643399 h 1160647"/>
                <a:gd name="connsiteX270-9969" fmla="*/ 1445031 w 3024845"/>
                <a:gd name="connsiteY270-9970" fmla="*/ 637725 h 1160647"/>
                <a:gd name="connsiteX271-9971" fmla="*/ 1445791 w 3024845"/>
                <a:gd name="connsiteY271-9972" fmla="*/ 637725 h 1160647"/>
                <a:gd name="connsiteX272-9973" fmla="*/ 1451111 w 3024845"/>
                <a:gd name="connsiteY272-9974" fmla="*/ 637725 h 1160647"/>
                <a:gd name="connsiteX273-9975" fmla="*/ 1451111 w 3024845"/>
                <a:gd name="connsiteY273-9976" fmla="*/ 639076 h 1160647"/>
                <a:gd name="connsiteX274-9977" fmla="*/ 1451111 w 3024845"/>
                <a:gd name="connsiteY274-9978" fmla="*/ 648534 h 1160647"/>
                <a:gd name="connsiteX275-9979" fmla="*/ 1489618 w 3024845"/>
                <a:gd name="connsiteY275-9980" fmla="*/ 648534 h 1160647"/>
                <a:gd name="connsiteX276-9981" fmla="*/ 1489618 w 3024845"/>
                <a:gd name="connsiteY276-9982" fmla="*/ 786887 h 1160647"/>
                <a:gd name="connsiteX277-9983" fmla="*/ 1491138 w 3024845"/>
                <a:gd name="connsiteY277-9984" fmla="*/ 786887 h 1160647"/>
                <a:gd name="connsiteX278-9985" fmla="*/ 1501778 w 3024845"/>
                <a:gd name="connsiteY278-9986" fmla="*/ 786887 h 1160647"/>
                <a:gd name="connsiteX279-9987" fmla="*/ 1501778 w 3024845"/>
                <a:gd name="connsiteY279-9988" fmla="*/ 773917 h 1160647"/>
                <a:gd name="connsiteX280-9989" fmla="*/ 1505832 w 3024845"/>
                <a:gd name="connsiteY280-9990" fmla="*/ 773917 h 1160647"/>
                <a:gd name="connsiteX281-9991" fmla="*/ 1505832 w 3024845"/>
                <a:gd name="connsiteY281-9992" fmla="*/ 786887 h 1160647"/>
                <a:gd name="connsiteX282-9993" fmla="*/ 1536232 w 3024845"/>
                <a:gd name="connsiteY282-9994" fmla="*/ 786887 h 1160647"/>
                <a:gd name="connsiteX283-9995" fmla="*/ 1536232 w 3024845"/>
                <a:gd name="connsiteY283-9996" fmla="*/ 756622 h 1160647"/>
                <a:gd name="connsiteX284-9997" fmla="*/ 1548392 w 3024845"/>
                <a:gd name="connsiteY284-9998" fmla="*/ 756622 h 1160647"/>
                <a:gd name="connsiteX285-9999" fmla="*/ 1560552 w 3024845"/>
                <a:gd name="connsiteY285-10000" fmla="*/ 754461 h 1160647"/>
                <a:gd name="connsiteX286-10001" fmla="*/ 1564606 w 3024845"/>
                <a:gd name="connsiteY286-10002" fmla="*/ 756622 h 1160647"/>
                <a:gd name="connsiteX287-10003" fmla="*/ 1574739 w 3024845"/>
                <a:gd name="connsiteY287-10004" fmla="*/ 756622 h 1160647"/>
                <a:gd name="connsiteX288-10005" fmla="*/ 1574739 w 3024845"/>
                <a:gd name="connsiteY288-10006" fmla="*/ 786887 h 1160647"/>
                <a:gd name="connsiteX289-10007" fmla="*/ 1582846 w 3024845"/>
                <a:gd name="connsiteY289-10008" fmla="*/ 786887 h 1160647"/>
                <a:gd name="connsiteX290-10009" fmla="*/ 1582846 w 3024845"/>
                <a:gd name="connsiteY290-10010" fmla="*/ 804182 h 1160647"/>
                <a:gd name="connsiteX291-10011" fmla="*/ 1592182 w 3024845"/>
                <a:gd name="connsiteY291-10012" fmla="*/ 805087 h 1160647"/>
                <a:gd name="connsiteX292-10013" fmla="*/ 1605140 w 3024845"/>
                <a:gd name="connsiteY292-10014" fmla="*/ 805087 h 1160647"/>
                <a:gd name="connsiteX293-10015" fmla="*/ 1605140 w 3024845"/>
                <a:gd name="connsiteY293-10016" fmla="*/ 789049 h 1160647"/>
                <a:gd name="connsiteX294-10017" fmla="*/ 1673096 w 3024845"/>
                <a:gd name="connsiteY294-10018" fmla="*/ 789049 h 1160647"/>
                <a:gd name="connsiteX295-10019" fmla="*/ 1673096 w 3024845"/>
                <a:gd name="connsiteY295-10020" fmla="*/ 703796 h 1160647"/>
                <a:gd name="connsiteX296-10021" fmla="*/ 1745104 w 3024845"/>
                <a:gd name="connsiteY296-10022" fmla="*/ 703796 h 1160647"/>
                <a:gd name="connsiteX297-10023" fmla="*/ 1745104 w 3024845"/>
                <a:gd name="connsiteY297-10024" fmla="*/ 782564 h 1160647"/>
                <a:gd name="connsiteX298-10025" fmla="*/ 1747008 w 3024845"/>
                <a:gd name="connsiteY298-10026" fmla="*/ 782564 h 1160647"/>
                <a:gd name="connsiteX299-10027" fmla="*/ 1748250 w 3024845"/>
                <a:gd name="connsiteY299-10028" fmla="*/ 805087 h 1160647"/>
                <a:gd name="connsiteX300-10029" fmla="*/ 1757926 w 3024845"/>
                <a:gd name="connsiteY300-10030" fmla="*/ 805087 h 1160647"/>
                <a:gd name="connsiteX301-10031" fmla="*/ 1759168 w 3024845"/>
                <a:gd name="connsiteY301-10032" fmla="*/ 782564 h 1160647"/>
                <a:gd name="connsiteX302-10033" fmla="*/ 1765248 w 3024845"/>
                <a:gd name="connsiteY302-10034" fmla="*/ 782564 h 1160647"/>
                <a:gd name="connsiteX303-10035" fmla="*/ 1766490 w 3024845"/>
                <a:gd name="connsiteY303-10036" fmla="*/ 805087 h 1160647"/>
                <a:gd name="connsiteX304-10037" fmla="*/ 1817112 w 3024845"/>
                <a:gd name="connsiteY304-10038" fmla="*/ 805087 h 1160647"/>
                <a:gd name="connsiteX305-10039" fmla="*/ 1817112 w 3024845"/>
                <a:gd name="connsiteY305-10040" fmla="*/ 642059 h 1160647"/>
                <a:gd name="connsiteX306-10041" fmla="*/ 2014439 w 3024845"/>
                <a:gd name="connsiteY306-10042" fmla="*/ 642059 h 1160647"/>
                <a:gd name="connsiteX307-10043" fmla="*/ 2014439 w 3024845"/>
                <a:gd name="connsiteY307-10044" fmla="*/ 805087 h 1160647"/>
                <a:gd name="connsiteX308-10045" fmla="*/ 2033136 w 3024845"/>
                <a:gd name="connsiteY308-10046" fmla="*/ 805087 h 1160647"/>
                <a:gd name="connsiteX309-10047" fmla="*/ 2033136 w 3024845"/>
                <a:gd name="connsiteY309-10048" fmla="*/ 722394 h 1160647"/>
                <a:gd name="connsiteX310-10049" fmla="*/ 2128256 w 3024845"/>
                <a:gd name="connsiteY310-10050" fmla="*/ 722394 h 1160647"/>
                <a:gd name="connsiteX311-10051" fmla="*/ 2140186 w 3024845"/>
                <a:gd name="connsiteY311-10052" fmla="*/ 404253 h 1160647"/>
                <a:gd name="connsiteX312-10053" fmla="*/ 2128026 w 3024845"/>
                <a:gd name="connsiteY312-10054" fmla="*/ 382635 h 1160647"/>
                <a:gd name="connsiteX313-10055" fmla="*/ 2121946 w 3024845"/>
                <a:gd name="connsiteY313-10056" fmla="*/ 378311 h 1160647"/>
                <a:gd name="connsiteX314-10057" fmla="*/ 2130053 w 3024845"/>
                <a:gd name="connsiteY314-10058" fmla="*/ 354532 h 1160647"/>
                <a:gd name="connsiteX315-10059" fmla="*/ 2130053 w 3024845"/>
                <a:gd name="connsiteY315-10060" fmla="*/ 337238 h 1160647"/>
                <a:gd name="connsiteX316-10061" fmla="*/ 2144240 w 3024845"/>
                <a:gd name="connsiteY316-10062" fmla="*/ 337238 h 1160647"/>
                <a:gd name="connsiteX317-10063" fmla="*/ 2144240 w 3024845"/>
                <a:gd name="connsiteY317-10064" fmla="*/ 315620 h 1160647"/>
                <a:gd name="connsiteX318-10065" fmla="*/ 2146266 w 3024845"/>
                <a:gd name="connsiteY318-10066" fmla="*/ 311296 h 1160647"/>
                <a:gd name="connsiteX319-10067" fmla="*/ 2146266 w 3024845"/>
                <a:gd name="connsiteY319-10068" fmla="*/ 233472 h 1160647"/>
                <a:gd name="connsiteX320-10069" fmla="*/ 2144240 w 3024845"/>
                <a:gd name="connsiteY320-10070" fmla="*/ 226987 h 1160647"/>
                <a:gd name="connsiteX321-10071" fmla="*/ 2150320 w 3024845"/>
                <a:gd name="connsiteY321-10072" fmla="*/ 220501 h 1160647"/>
                <a:gd name="connsiteX322-10073" fmla="*/ 2150320 w 3024845"/>
                <a:gd name="connsiteY322-10074" fmla="*/ 162133 h 1160647"/>
                <a:gd name="connsiteX323-10075" fmla="*/ 2152346 w 3024845"/>
                <a:gd name="connsiteY323-10076" fmla="*/ 157810 h 1160647"/>
                <a:gd name="connsiteX324-10077" fmla="*/ 2152346 w 3024845"/>
                <a:gd name="connsiteY324-10078" fmla="*/ 101604 h 1160647"/>
                <a:gd name="connsiteX325-10079" fmla="*/ 2154373 w 3024845"/>
                <a:gd name="connsiteY325-10080" fmla="*/ 82148 h 1160647"/>
                <a:gd name="connsiteX326-10081" fmla="*/ 2158427 w 3024845"/>
                <a:gd name="connsiteY326-10082" fmla="*/ 99442 h 1160647"/>
                <a:gd name="connsiteX327-10083" fmla="*/ 2160453 w 3024845"/>
                <a:gd name="connsiteY327-10084" fmla="*/ 157810 h 1160647"/>
                <a:gd name="connsiteX328-10085" fmla="*/ 2162480 w 3024845"/>
                <a:gd name="connsiteY328-10086" fmla="*/ 220501 h 1160647"/>
                <a:gd name="connsiteX329-10087" fmla="*/ 2168560 w 3024845"/>
                <a:gd name="connsiteY329-10088" fmla="*/ 226987 h 1160647"/>
                <a:gd name="connsiteX330-10089" fmla="*/ 2166533 w 3024845"/>
                <a:gd name="connsiteY330-10090" fmla="*/ 233472 h 1160647"/>
                <a:gd name="connsiteX331-10091" fmla="*/ 2166533 w 3024845"/>
                <a:gd name="connsiteY331-10092" fmla="*/ 311296 h 1160647"/>
                <a:gd name="connsiteX332-10093" fmla="*/ 2168560 w 3024845"/>
                <a:gd name="connsiteY332-10094" fmla="*/ 315620 h 1160647"/>
                <a:gd name="connsiteX333-10095" fmla="*/ 2168560 w 3024845"/>
                <a:gd name="connsiteY333-10096" fmla="*/ 337238 h 1160647"/>
                <a:gd name="connsiteX334-10097" fmla="*/ 2182747 w 3024845"/>
                <a:gd name="connsiteY334-10098" fmla="*/ 337238 h 1160647"/>
                <a:gd name="connsiteX335-10099" fmla="*/ 2182747 w 3024845"/>
                <a:gd name="connsiteY335-10100" fmla="*/ 354532 h 1160647"/>
                <a:gd name="connsiteX336-10101" fmla="*/ 2190854 w 3024845"/>
                <a:gd name="connsiteY336-10102" fmla="*/ 378311 h 1160647"/>
                <a:gd name="connsiteX337-10103" fmla="*/ 2184774 w 3024845"/>
                <a:gd name="connsiteY337-10104" fmla="*/ 382635 h 1160647"/>
                <a:gd name="connsiteX338-10105" fmla="*/ 2172613 w 3024845"/>
                <a:gd name="connsiteY338-10106" fmla="*/ 404253 h 1160647"/>
                <a:gd name="connsiteX339-10107" fmla="*/ 2180720 w 3024845"/>
                <a:gd name="connsiteY339-10108" fmla="*/ 657181 h 1160647"/>
                <a:gd name="connsiteX340-10109" fmla="*/ 2245574 w 3024845"/>
                <a:gd name="connsiteY340-10110" fmla="*/ 657181 h 1160647"/>
                <a:gd name="connsiteX341-10111" fmla="*/ 2245574 w 3024845"/>
                <a:gd name="connsiteY341-10112" fmla="*/ 732843 h 1160647"/>
                <a:gd name="connsiteX342-10113" fmla="*/ 2253681 w 3024845"/>
                <a:gd name="connsiteY342-10114" fmla="*/ 732843 h 1160647"/>
                <a:gd name="connsiteX343-10115" fmla="*/ 2255708 w 3024845"/>
                <a:gd name="connsiteY343-10116" fmla="*/ 726358 h 1160647"/>
                <a:gd name="connsiteX344-10117" fmla="*/ 2261788 w 3024845"/>
                <a:gd name="connsiteY344-10118" fmla="*/ 726358 h 1160647"/>
                <a:gd name="connsiteX345-10119" fmla="*/ 2263815 w 3024845"/>
                <a:gd name="connsiteY345-10120" fmla="*/ 735005 h 1160647"/>
                <a:gd name="connsiteX346-10121" fmla="*/ 2275975 w 3024845"/>
                <a:gd name="connsiteY346-10122" fmla="*/ 735005 h 1160647"/>
                <a:gd name="connsiteX347-10123" fmla="*/ 2275975 w 3024845"/>
                <a:gd name="connsiteY347-10124" fmla="*/ 728519 h 1160647"/>
                <a:gd name="connsiteX348-10125" fmla="*/ 2298268 w 3024845"/>
                <a:gd name="connsiteY348-10126" fmla="*/ 728519 h 1160647"/>
                <a:gd name="connsiteX349-10127" fmla="*/ 2298268 w 3024845"/>
                <a:gd name="connsiteY349-10128" fmla="*/ 735005 h 1160647"/>
                <a:gd name="connsiteX350-10129" fmla="*/ 2318535 w 3024845"/>
                <a:gd name="connsiteY350-10130" fmla="*/ 735005 h 1160647"/>
                <a:gd name="connsiteX351-10131" fmla="*/ 2318535 w 3024845"/>
                <a:gd name="connsiteY351-10132" fmla="*/ 780402 h 1160647"/>
                <a:gd name="connsiteX352-10133" fmla="*/ 2332722 w 3024845"/>
                <a:gd name="connsiteY352-10134" fmla="*/ 780402 h 1160647"/>
                <a:gd name="connsiteX353-10135" fmla="*/ 2332722 w 3024845"/>
                <a:gd name="connsiteY353-10136" fmla="*/ 767431 h 1160647"/>
                <a:gd name="connsiteX354-10137" fmla="*/ 2348936 w 3024845"/>
                <a:gd name="connsiteY354-10138" fmla="*/ 767431 h 1160647"/>
                <a:gd name="connsiteX355-10139" fmla="*/ 2348936 w 3024845"/>
                <a:gd name="connsiteY355-10140" fmla="*/ 588004 h 1160647"/>
                <a:gd name="connsiteX356-10141" fmla="*/ 2355016 w 3024845"/>
                <a:gd name="connsiteY356-10142" fmla="*/ 581518 h 1160647"/>
                <a:gd name="connsiteX357-10143" fmla="*/ 2427977 w 3024845"/>
                <a:gd name="connsiteY357-10144" fmla="*/ 581518 h 1160647"/>
                <a:gd name="connsiteX358-10145" fmla="*/ 2427977 w 3024845"/>
                <a:gd name="connsiteY358-10146" fmla="*/ 590166 h 1160647"/>
                <a:gd name="connsiteX359-10147" fmla="*/ 2438110 w 3024845"/>
                <a:gd name="connsiteY359-10148" fmla="*/ 590166 h 1160647"/>
                <a:gd name="connsiteX360-10149" fmla="*/ 2438110 w 3024845"/>
                <a:gd name="connsiteY360-10150" fmla="*/ 704740 h 1160647"/>
                <a:gd name="connsiteX361-10151" fmla="*/ 2460404 w 3024845"/>
                <a:gd name="connsiteY361-10152" fmla="*/ 704740 h 1160647"/>
                <a:gd name="connsiteX362-10153" fmla="*/ 2460404 w 3024845"/>
                <a:gd name="connsiteY362-10154" fmla="*/ 637725 h 1160647"/>
                <a:gd name="connsiteX363-10155" fmla="*/ 2486751 w 3024845"/>
                <a:gd name="connsiteY363-10156" fmla="*/ 637725 h 1160647"/>
                <a:gd name="connsiteX364-10157" fmla="*/ 2490804 w 3024845"/>
                <a:gd name="connsiteY364-10158" fmla="*/ 633401 h 1160647"/>
                <a:gd name="connsiteX365-10159" fmla="*/ 2498911 w 3024845"/>
                <a:gd name="connsiteY365-10160" fmla="*/ 633401 h 1160647"/>
                <a:gd name="connsiteX366-10161" fmla="*/ 2502964 w 3024845"/>
                <a:gd name="connsiteY366-10162" fmla="*/ 637725 h 1160647"/>
                <a:gd name="connsiteX367-10163" fmla="*/ 2525258 w 3024845"/>
                <a:gd name="connsiteY367-10164" fmla="*/ 637725 h 1160647"/>
                <a:gd name="connsiteX368-10165" fmla="*/ 2525258 w 3024845"/>
                <a:gd name="connsiteY368-10166" fmla="*/ 520989 h 1160647"/>
                <a:gd name="connsiteX369-10167" fmla="*/ 2582005 w 3024845"/>
                <a:gd name="connsiteY369-10168" fmla="*/ 510180 h 1160647"/>
                <a:gd name="connsiteX370-10169" fmla="*/ 2582005 w 3024845"/>
                <a:gd name="connsiteY370-10170" fmla="*/ 511261 h 1160647"/>
                <a:gd name="connsiteX371-10171" fmla="*/ 2582005 w 3024845"/>
                <a:gd name="connsiteY371-10172" fmla="*/ 518827 h 1160647"/>
                <a:gd name="connsiteX372-10173" fmla="*/ 2608352 w 3024845"/>
                <a:gd name="connsiteY372-10174" fmla="*/ 518827 h 1160647"/>
                <a:gd name="connsiteX373-10175" fmla="*/ 2608352 w 3024845"/>
                <a:gd name="connsiteY373-10176" fmla="*/ 773917 h 1160647"/>
                <a:gd name="connsiteX374-10177" fmla="*/ 2630646 w 3024845"/>
                <a:gd name="connsiteY374-10178" fmla="*/ 773917 h 1160647"/>
                <a:gd name="connsiteX375-10179" fmla="*/ 2630646 w 3024845"/>
                <a:gd name="connsiteY375-10180" fmla="*/ 769593 h 1160647"/>
                <a:gd name="connsiteX376-10181" fmla="*/ 2642806 w 3024845"/>
                <a:gd name="connsiteY376-10182" fmla="*/ 769593 h 1160647"/>
                <a:gd name="connsiteX377-10183" fmla="*/ 2642806 w 3024845"/>
                <a:gd name="connsiteY377-10184" fmla="*/ 773917 h 1160647"/>
                <a:gd name="connsiteX378-10185" fmla="*/ 2667126 w 3024845"/>
                <a:gd name="connsiteY378-10186" fmla="*/ 773917 h 1160647"/>
                <a:gd name="connsiteX379-10187" fmla="*/ 2667126 w 3024845"/>
                <a:gd name="connsiteY379-10188" fmla="*/ 760946 h 1160647"/>
                <a:gd name="connsiteX380-10189" fmla="*/ 2695500 w 3024845"/>
                <a:gd name="connsiteY380-10190" fmla="*/ 760946 h 1160647"/>
                <a:gd name="connsiteX381-10191" fmla="*/ 2707660 w 3024845"/>
                <a:gd name="connsiteY381-10192" fmla="*/ 756622 h 1160647"/>
                <a:gd name="connsiteX382-10193" fmla="*/ 2727927 w 3024845"/>
                <a:gd name="connsiteY382-10194" fmla="*/ 760946 h 1160647"/>
                <a:gd name="connsiteX383-10195" fmla="*/ 2727927 w 3024845"/>
                <a:gd name="connsiteY383-10196" fmla="*/ 743652 h 1160647"/>
                <a:gd name="connsiteX384-10197" fmla="*/ 2736034 w 3024845"/>
                <a:gd name="connsiteY384-10198" fmla="*/ 743652 h 1160647"/>
                <a:gd name="connsiteX385-10199" fmla="*/ 2736034 w 3024845"/>
                <a:gd name="connsiteY385-10200" fmla="*/ 730681 h 1160647"/>
                <a:gd name="connsiteX386-10201" fmla="*/ 2792781 w 3024845"/>
                <a:gd name="connsiteY386-10202" fmla="*/ 730681 h 1160647"/>
                <a:gd name="connsiteX387-10203" fmla="*/ 2792781 w 3024845"/>
                <a:gd name="connsiteY387-10204" fmla="*/ 700416 h 1160647"/>
                <a:gd name="connsiteX388-10205" fmla="*/ 2811021 w 3024845"/>
                <a:gd name="connsiteY388-10206" fmla="*/ 700416 h 1160647"/>
                <a:gd name="connsiteX389-10207" fmla="*/ 2811021 w 3024845"/>
                <a:gd name="connsiteY389-10208" fmla="*/ 693931 h 1160647"/>
                <a:gd name="connsiteX390-10209" fmla="*/ 2823181 w 3024845"/>
                <a:gd name="connsiteY390-10210" fmla="*/ 693931 h 1160647"/>
                <a:gd name="connsiteX391-10211" fmla="*/ 2823181 w 3024845"/>
                <a:gd name="connsiteY391-10212" fmla="*/ 700416 h 1160647"/>
                <a:gd name="connsiteX392-10213" fmla="*/ 2839395 w 3024845"/>
                <a:gd name="connsiteY392-10214" fmla="*/ 700416 h 1160647"/>
                <a:gd name="connsiteX393-10215" fmla="*/ 2839395 w 3024845"/>
                <a:gd name="connsiteY393-10216" fmla="*/ 750137 h 1160647"/>
                <a:gd name="connsiteX394-10217" fmla="*/ 2871822 w 3024845"/>
                <a:gd name="connsiteY394-10218" fmla="*/ 750137 h 1160647"/>
                <a:gd name="connsiteX395-10219" fmla="*/ 2871822 w 3024845"/>
                <a:gd name="connsiteY395-10220" fmla="*/ 724196 h 1160647"/>
                <a:gd name="connsiteX396-10221" fmla="*/ 2910329 w 3024845"/>
                <a:gd name="connsiteY396-10222" fmla="*/ 724196 h 1160647"/>
                <a:gd name="connsiteX397-10223" fmla="*/ 2910329 w 3024845"/>
                <a:gd name="connsiteY397-10224" fmla="*/ 693931 h 1160647"/>
                <a:gd name="connsiteX398-10225" fmla="*/ 2958970 w 3024845"/>
                <a:gd name="connsiteY398-10226" fmla="*/ 693931 h 1160647"/>
                <a:gd name="connsiteX399-10227" fmla="*/ 2958970 w 3024845"/>
                <a:gd name="connsiteY399-10228" fmla="*/ 805087 h 1160647"/>
                <a:gd name="connsiteX400-10229" fmla="*/ 2958970 w 3024845"/>
                <a:gd name="connsiteY400-10230" fmla="*/ 818866 h 1160647"/>
                <a:gd name="connsiteX401-10231" fmla="*/ 3024845 w 3024845"/>
                <a:gd name="connsiteY401-10232" fmla="*/ 818866 h 1160647"/>
                <a:gd name="connsiteX402-10233" fmla="*/ 3024845 w 3024845"/>
                <a:gd name="connsiteY402-10234" fmla="*/ 1160647 h 1160647"/>
                <a:gd name="connsiteX403-10235" fmla="*/ 2054 w 3024845"/>
                <a:gd name="connsiteY403-10236" fmla="*/ 1158314 h 1160647"/>
                <a:gd name="connsiteX404-10237" fmla="*/ 0 w 3024845"/>
                <a:gd name="connsiteY404-10238" fmla="*/ 724196 h 1160647"/>
                <a:gd name="connsiteX405-10239" fmla="*/ 20267 w 3024845"/>
                <a:gd name="connsiteY405-10240" fmla="*/ 724196 h 1160647"/>
                <a:gd name="connsiteX406-10241" fmla="*/ 20774 w 3024845"/>
                <a:gd name="connsiteY406-10242" fmla="*/ 723115 h 1160647"/>
                <a:gd name="connsiteX407-10243" fmla="*/ 24320 w 3024845"/>
                <a:gd name="connsiteY407-10244" fmla="*/ 715549 h 1160647"/>
                <a:gd name="connsiteX408-10245" fmla="*/ 26094 w 3024845"/>
                <a:gd name="connsiteY408-10246" fmla="*/ 715819 h 1160647"/>
                <a:gd name="connsiteX409-10247" fmla="*/ 38507 w 3024845"/>
                <a:gd name="connsiteY409-10248" fmla="*/ 717710 h 1160647"/>
                <a:gd name="connsiteX410-10249" fmla="*/ 39014 w 3024845"/>
                <a:gd name="connsiteY410-10250" fmla="*/ 719062 h 1160647"/>
                <a:gd name="connsiteX411-10251" fmla="*/ 42560 w 3024845"/>
                <a:gd name="connsiteY411-10252" fmla="*/ 728519 h 1160647"/>
                <a:gd name="connsiteX412-10253" fmla="*/ 68907 w 3024845"/>
                <a:gd name="connsiteY412-10254" fmla="*/ 730681 h 1160647"/>
                <a:gd name="connsiteX413-10255" fmla="*/ 68907 w 3024845"/>
                <a:gd name="connsiteY413-10256" fmla="*/ 607460 h 1160647"/>
                <a:gd name="connsiteX414-10257" fmla="*/ 70934 w 3024845"/>
                <a:gd name="connsiteY414-10258" fmla="*/ 607460 h 1160647"/>
                <a:gd name="connsiteX415-10259" fmla="*/ 85121 w 3024845"/>
                <a:gd name="connsiteY415-10260" fmla="*/ 607460 h 1160647"/>
                <a:gd name="connsiteX416-10261" fmla="*/ 85121 w 3024845"/>
                <a:gd name="connsiteY416-10262" fmla="*/ 471268 h 1160647"/>
                <a:gd name="connsiteX417-10263" fmla="*/ 86894 w 3024845"/>
                <a:gd name="connsiteY417-10264" fmla="*/ 471268 h 1160647"/>
                <a:gd name="connsiteX418-10265" fmla="*/ 99308 w 3024845"/>
                <a:gd name="connsiteY418-10266" fmla="*/ 471268 h 1160647"/>
                <a:gd name="connsiteX419-10267" fmla="*/ 99308 w 3024845"/>
                <a:gd name="connsiteY419-10268" fmla="*/ 356694 h 1160647"/>
                <a:gd name="connsiteX420-10269" fmla="*/ 103361 w 3024845"/>
                <a:gd name="connsiteY420-10270" fmla="*/ 328590 h 1160647"/>
                <a:gd name="connsiteX421-10271" fmla="*/ 105388 w 3024845"/>
                <a:gd name="connsiteY421-10272" fmla="*/ 328590 h 1160647"/>
                <a:gd name="connsiteX422-10273" fmla="*/ 119575 w 3024845"/>
                <a:gd name="connsiteY422-10274" fmla="*/ 328590 h 1160647"/>
                <a:gd name="connsiteX423-10275" fmla="*/ 156055 w 3024845"/>
                <a:gd name="connsiteY423-10276" fmla="*/ 246443 h 1160647"/>
                <a:gd name="connsiteX424-10277" fmla="*/ 160109 w 3024845"/>
                <a:gd name="connsiteY424-10278" fmla="*/ 0 h 1160647"/>
                <a:gd name="connsiteX0-10279" fmla="*/ 160109 w 3024845"/>
                <a:gd name="connsiteY0-10280" fmla="*/ 0 h 1160647"/>
                <a:gd name="connsiteX1-10281" fmla="*/ 162135 w 3024845"/>
                <a:gd name="connsiteY1-10282" fmla="*/ 246443 h 1160647"/>
                <a:gd name="connsiteX2-10283" fmla="*/ 200642 w 3024845"/>
                <a:gd name="connsiteY2-10284" fmla="*/ 326429 h 1160647"/>
                <a:gd name="connsiteX3-10285" fmla="*/ 202669 w 3024845"/>
                <a:gd name="connsiteY3-10286" fmla="*/ 326429 h 1160647"/>
                <a:gd name="connsiteX4-10287" fmla="*/ 216856 w 3024845"/>
                <a:gd name="connsiteY4-10288" fmla="*/ 326429 h 1160647"/>
                <a:gd name="connsiteX5-10289" fmla="*/ 216856 w 3024845"/>
                <a:gd name="connsiteY5-10290" fmla="*/ 350208 h 1160647"/>
                <a:gd name="connsiteX6-10291" fmla="*/ 217363 w 3024845"/>
                <a:gd name="connsiteY6-10292" fmla="*/ 351019 h 1160647"/>
                <a:gd name="connsiteX7-10293" fmla="*/ 220909 w 3024845"/>
                <a:gd name="connsiteY7-10294" fmla="*/ 356694 h 1160647"/>
                <a:gd name="connsiteX8-10295" fmla="*/ 220909 w 3024845"/>
                <a:gd name="connsiteY8-10296" fmla="*/ 471268 h 1160647"/>
                <a:gd name="connsiteX9-10297" fmla="*/ 223189 w 3024845"/>
                <a:gd name="connsiteY9-10298" fmla="*/ 471268 h 1160647"/>
                <a:gd name="connsiteX10-10299" fmla="*/ 239150 w 3024845"/>
                <a:gd name="connsiteY10-10300" fmla="*/ 471268 h 1160647"/>
                <a:gd name="connsiteX11-10301" fmla="*/ 239150 w 3024845"/>
                <a:gd name="connsiteY11-10302" fmla="*/ 611783 h 1160647"/>
                <a:gd name="connsiteX12-10303" fmla="*/ 240670 w 3024845"/>
                <a:gd name="connsiteY12-10304" fmla="*/ 611513 h 1160647"/>
                <a:gd name="connsiteX13-10305" fmla="*/ 251310 w 3024845"/>
                <a:gd name="connsiteY13-10306" fmla="*/ 609622 h 1160647"/>
                <a:gd name="connsiteX14-10307" fmla="*/ 249283 w 3024845"/>
                <a:gd name="connsiteY14-10308" fmla="*/ 698254 h 1160647"/>
                <a:gd name="connsiteX15-10309" fmla="*/ 250803 w 3024845"/>
                <a:gd name="connsiteY15-10310" fmla="*/ 698525 h 1160647"/>
                <a:gd name="connsiteX16-10311" fmla="*/ 261443 w 3024845"/>
                <a:gd name="connsiteY16-10312" fmla="*/ 700416 h 1160647"/>
                <a:gd name="connsiteX17-10313" fmla="*/ 261696 w 3024845"/>
                <a:gd name="connsiteY17-10314" fmla="*/ 701227 h 1160647"/>
                <a:gd name="connsiteX18-10315" fmla="*/ 263470 w 3024845"/>
                <a:gd name="connsiteY18-10316" fmla="*/ 706902 h 1160647"/>
                <a:gd name="connsiteX19-10317" fmla="*/ 264230 w 3024845"/>
                <a:gd name="connsiteY19-10318" fmla="*/ 704470 h 1160647"/>
                <a:gd name="connsiteX20-10319" fmla="*/ 269550 w 3024845"/>
                <a:gd name="connsiteY20-10320" fmla="*/ 687446 h 1160647"/>
                <a:gd name="connsiteX21-10321" fmla="*/ 271323 w 3024845"/>
                <a:gd name="connsiteY21-10322" fmla="*/ 687446 h 1160647"/>
                <a:gd name="connsiteX22-10323" fmla="*/ 283737 w 3024845"/>
                <a:gd name="connsiteY22-10324" fmla="*/ 687446 h 1160647"/>
                <a:gd name="connsiteX23-10325" fmla="*/ 283737 w 3024845"/>
                <a:gd name="connsiteY23-10326" fmla="*/ 719872 h 1160647"/>
                <a:gd name="connsiteX24-10327" fmla="*/ 284750 w 3024845"/>
                <a:gd name="connsiteY24-10328" fmla="*/ 720413 h 1160647"/>
                <a:gd name="connsiteX25-10329" fmla="*/ 291844 w 3024845"/>
                <a:gd name="connsiteY25-10330" fmla="*/ 724196 h 1160647"/>
                <a:gd name="connsiteX26-10331" fmla="*/ 291844 w 3024845"/>
                <a:gd name="connsiteY26-10332" fmla="*/ 725547 h 1160647"/>
                <a:gd name="connsiteX27-10333" fmla="*/ 291844 w 3024845"/>
                <a:gd name="connsiteY27-10334" fmla="*/ 735005 h 1160647"/>
                <a:gd name="connsiteX28-10335" fmla="*/ 336431 w 3024845"/>
                <a:gd name="connsiteY28-10336" fmla="*/ 735005 h 1160647"/>
                <a:gd name="connsiteX29-10337" fmla="*/ 336431 w 3024845"/>
                <a:gd name="connsiteY29-10338" fmla="*/ 736086 h 1160647"/>
                <a:gd name="connsiteX30-10339" fmla="*/ 336431 w 3024845"/>
                <a:gd name="connsiteY30-10340" fmla="*/ 743652 h 1160647"/>
                <a:gd name="connsiteX31-10341" fmla="*/ 338457 w 3024845"/>
                <a:gd name="connsiteY31-10342" fmla="*/ 743652 h 1160647"/>
                <a:gd name="connsiteX32-10343" fmla="*/ 352644 w 3024845"/>
                <a:gd name="connsiteY32-10344" fmla="*/ 743652 h 1160647"/>
                <a:gd name="connsiteX33-10345" fmla="*/ 352644 w 3024845"/>
                <a:gd name="connsiteY33-10346" fmla="*/ 713387 h 1160647"/>
                <a:gd name="connsiteX34-10347" fmla="*/ 397231 w 3024845"/>
                <a:gd name="connsiteY34-10348" fmla="*/ 713387 h 1160647"/>
                <a:gd name="connsiteX35-10349" fmla="*/ 397231 w 3024845"/>
                <a:gd name="connsiteY35-10350" fmla="*/ 712036 h 1160647"/>
                <a:gd name="connsiteX36-10351" fmla="*/ 397231 w 3024845"/>
                <a:gd name="connsiteY36-10352" fmla="*/ 702578 h 1160647"/>
                <a:gd name="connsiteX37-10353" fmla="*/ 398245 w 3024845"/>
                <a:gd name="connsiteY37-10354" fmla="*/ 702578 h 1160647"/>
                <a:gd name="connsiteX38-10355" fmla="*/ 405338 w 3024845"/>
                <a:gd name="connsiteY38-10356" fmla="*/ 702578 h 1160647"/>
                <a:gd name="connsiteX39-10357" fmla="*/ 405338 w 3024845"/>
                <a:gd name="connsiteY39-10358" fmla="*/ 700687 h 1160647"/>
                <a:gd name="connsiteX40-10359" fmla="*/ 405338 w 3024845"/>
                <a:gd name="connsiteY40-10360" fmla="*/ 687446 h 1160647"/>
                <a:gd name="connsiteX41-10361" fmla="*/ 406098 w 3024845"/>
                <a:gd name="connsiteY41-10362" fmla="*/ 687446 h 1160647"/>
                <a:gd name="connsiteX42-10363" fmla="*/ 411418 w 3024845"/>
                <a:gd name="connsiteY42-10364" fmla="*/ 687446 h 1160647"/>
                <a:gd name="connsiteX43-10365" fmla="*/ 411418 w 3024845"/>
                <a:gd name="connsiteY43-10366" fmla="*/ 686365 h 1160647"/>
                <a:gd name="connsiteX44-10367" fmla="*/ 411418 w 3024845"/>
                <a:gd name="connsiteY44-10368" fmla="*/ 678798 h 1160647"/>
                <a:gd name="connsiteX45-10369" fmla="*/ 413445 w 3024845"/>
                <a:gd name="connsiteY45-10370" fmla="*/ 678798 h 1160647"/>
                <a:gd name="connsiteX46-10371" fmla="*/ 427632 w 3024845"/>
                <a:gd name="connsiteY46-10372" fmla="*/ 678798 h 1160647"/>
                <a:gd name="connsiteX47-10373" fmla="*/ 427632 w 3024845"/>
                <a:gd name="connsiteY47-10374" fmla="*/ 679879 h 1160647"/>
                <a:gd name="connsiteX48-10375" fmla="*/ 427632 w 3024845"/>
                <a:gd name="connsiteY48-10376" fmla="*/ 687446 h 1160647"/>
                <a:gd name="connsiteX49-10377" fmla="*/ 449925 w 3024845"/>
                <a:gd name="connsiteY49-10378" fmla="*/ 687446 h 1160647"/>
                <a:gd name="connsiteX50-10379" fmla="*/ 449925 w 3024845"/>
                <a:gd name="connsiteY50-10380" fmla="*/ 685554 h 1160647"/>
                <a:gd name="connsiteX51-10381" fmla="*/ 449925 w 3024845"/>
                <a:gd name="connsiteY51-10382" fmla="*/ 672313 h 1160647"/>
                <a:gd name="connsiteX52-10383" fmla="*/ 451699 w 3024845"/>
                <a:gd name="connsiteY52-10384" fmla="*/ 672313 h 1160647"/>
                <a:gd name="connsiteX53-10385" fmla="*/ 464112 w 3024845"/>
                <a:gd name="connsiteY53-10386" fmla="*/ 672313 h 1160647"/>
                <a:gd name="connsiteX54-10387" fmla="*/ 464112 w 3024845"/>
                <a:gd name="connsiteY54-10388" fmla="*/ 696093 h 1160647"/>
                <a:gd name="connsiteX55-10389" fmla="*/ 465126 w 3024845"/>
                <a:gd name="connsiteY55-10390" fmla="*/ 696093 h 1160647"/>
                <a:gd name="connsiteX56-10391" fmla="*/ 472219 w 3024845"/>
                <a:gd name="connsiteY56-10392" fmla="*/ 696093 h 1160647"/>
                <a:gd name="connsiteX57-10393" fmla="*/ 472219 w 3024845"/>
                <a:gd name="connsiteY57-10394" fmla="*/ 695012 h 1160647"/>
                <a:gd name="connsiteX58-10395" fmla="*/ 472219 w 3024845"/>
                <a:gd name="connsiteY58-10396" fmla="*/ 687446 h 1160647"/>
                <a:gd name="connsiteX59-10397" fmla="*/ 473992 w 3024845"/>
                <a:gd name="connsiteY59-10398" fmla="*/ 687446 h 1160647"/>
                <a:gd name="connsiteX60-10399" fmla="*/ 486406 w 3024845"/>
                <a:gd name="connsiteY60-10400" fmla="*/ 687446 h 1160647"/>
                <a:gd name="connsiteX61-10401" fmla="*/ 486406 w 3024845"/>
                <a:gd name="connsiteY61-10402" fmla="*/ 713387 h 1160647"/>
                <a:gd name="connsiteX62-10403" fmla="*/ 488433 w 3024845"/>
                <a:gd name="connsiteY62-10404" fmla="*/ 713387 h 1160647"/>
                <a:gd name="connsiteX63-10405" fmla="*/ 502619 w 3024845"/>
                <a:gd name="connsiteY63-10406" fmla="*/ 713387 h 1160647"/>
                <a:gd name="connsiteX64-10407" fmla="*/ 502619 w 3024845"/>
                <a:gd name="connsiteY64-10408" fmla="*/ 715008 h 1160647"/>
                <a:gd name="connsiteX65-10409" fmla="*/ 502619 w 3024845"/>
                <a:gd name="connsiteY65-10410" fmla="*/ 726358 h 1160647"/>
                <a:gd name="connsiteX66-10411" fmla="*/ 503379 w 3024845"/>
                <a:gd name="connsiteY66-10412" fmla="*/ 726358 h 1160647"/>
                <a:gd name="connsiteX67-10413" fmla="*/ 508700 w 3024845"/>
                <a:gd name="connsiteY67-10414" fmla="*/ 726358 h 1160647"/>
                <a:gd name="connsiteX68-10415" fmla="*/ 508700 w 3024845"/>
                <a:gd name="connsiteY68-10416" fmla="*/ 725547 h 1160647"/>
                <a:gd name="connsiteX69-10417" fmla="*/ 508700 w 3024845"/>
                <a:gd name="connsiteY69-10418" fmla="*/ 719872 h 1160647"/>
                <a:gd name="connsiteX70-10419" fmla="*/ 539100 w 3024845"/>
                <a:gd name="connsiteY70-10420" fmla="*/ 719872 h 1160647"/>
                <a:gd name="connsiteX71-10421" fmla="*/ 539100 w 3024845"/>
                <a:gd name="connsiteY71-10422" fmla="*/ 743652 h 1160647"/>
                <a:gd name="connsiteX72-10423" fmla="*/ 540113 w 3024845"/>
                <a:gd name="connsiteY72-10424" fmla="*/ 743652 h 1160647"/>
                <a:gd name="connsiteX73-10425" fmla="*/ 547207 w 3024845"/>
                <a:gd name="connsiteY73-10426" fmla="*/ 743652 h 1160647"/>
                <a:gd name="connsiteX74-10427" fmla="*/ 547207 w 3024845"/>
                <a:gd name="connsiteY74-10428" fmla="*/ 744733 h 1160647"/>
                <a:gd name="connsiteX75-10429" fmla="*/ 547207 w 3024845"/>
                <a:gd name="connsiteY75-10430" fmla="*/ 752299 h 1160647"/>
                <a:gd name="connsiteX76-10431" fmla="*/ 547967 w 3024845"/>
                <a:gd name="connsiteY76-10432" fmla="*/ 752299 h 1160647"/>
                <a:gd name="connsiteX77-10433" fmla="*/ 553287 w 3024845"/>
                <a:gd name="connsiteY77-10434" fmla="*/ 752299 h 1160647"/>
                <a:gd name="connsiteX78-10435" fmla="*/ 553287 w 3024845"/>
                <a:gd name="connsiteY78-10436" fmla="*/ 750137 h 1160647"/>
                <a:gd name="connsiteX79-10437" fmla="*/ 553287 w 3024845"/>
                <a:gd name="connsiteY79-10438" fmla="*/ 735005 h 1160647"/>
                <a:gd name="connsiteX80-10439" fmla="*/ 554300 w 3024845"/>
                <a:gd name="connsiteY80-10440" fmla="*/ 735005 h 1160647"/>
                <a:gd name="connsiteX81-10441" fmla="*/ 561394 w 3024845"/>
                <a:gd name="connsiteY81-10442" fmla="*/ 735005 h 1160647"/>
                <a:gd name="connsiteX82-10443" fmla="*/ 561394 w 3024845"/>
                <a:gd name="connsiteY82-10444" fmla="*/ 736086 h 1160647"/>
                <a:gd name="connsiteX83-10445" fmla="*/ 561394 w 3024845"/>
                <a:gd name="connsiteY83-10446" fmla="*/ 743652 h 1160647"/>
                <a:gd name="connsiteX84-10447" fmla="*/ 566714 w 3024845"/>
                <a:gd name="connsiteY84-10448" fmla="*/ 741659 h 1160647"/>
                <a:gd name="connsiteX85-10449" fmla="*/ 567474 w 3024845"/>
                <a:gd name="connsiteY85-10450" fmla="*/ 740679 h 1160647"/>
                <a:gd name="connsiteX86-10451" fmla="*/ 567474 w 3024845"/>
                <a:gd name="connsiteY86-10452" fmla="*/ 735005 h 1160647"/>
                <a:gd name="connsiteX87-10453" fmla="*/ 605981 w 3024845"/>
                <a:gd name="connsiteY87-10454" fmla="*/ 735005 h 1160647"/>
                <a:gd name="connsiteX88-10455" fmla="*/ 605981 w 3024845"/>
                <a:gd name="connsiteY88-10456" fmla="*/ 758784 h 1160647"/>
                <a:gd name="connsiteX89-10457" fmla="*/ 608007 w 3024845"/>
                <a:gd name="connsiteY89-10458" fmla="*/ 758784 h 1160647"/>
                <a:gd name="connsiteX90-10459" fmla="*/ 622194 w 3024845"/>
                <a:gd name="connsiteY90-10460" fmla="*/ 758784 h 1160647"/>
                <a:gd name="connsiteX91-10461" fmla="*/ 622194 w 3024845"/>
                <a:gd name="connsiteY91-10462" fmla="*/ 759865 h 1160647"/>
                <a:gd name="connsiteX92-10463" fmla="*/ 622194 w 3024845"/>
                <a:gd name="connsiteY92-10464" fmla="*/ 767431 h 1160647"/>
                <a:gd name="connsiteX93-10465" fmla="*/ 623968 w 3024845"/>
                <a:gd name="connsiteY93-10466" fmla="*/ 767431 h 1160647"/>
                <a:gd name="connsiteX94-10467" fmla="*/ 636381 w 3024845"/>
                <a:gd name="connsiteY94-10468" fmla="*/ 767431 h 1160647"/>
                <a:gd name="connsiteX95-10469" fmla="*/ 636381 w 3024845"/>
                <a:gd name="connsiteY95-10470" fmla="*/ 743652 h 1160647"/>
                <a:gd name="connsiteX96-10471" fmla="*/ 637394 w 3024845"/>
                <a:gd name="connsiteY96-10472" fmla="*/ 743652 h 1160647"/>
                <a:gd name="connsiteX97-10473" fmla="*/ 644488 w 3024845"/>
                <a:gd name="connsiteY97-10474" fmla="*/ 743652 h 1160647"/>
                <a:gd name="connsiteX98-10475" fmla="*/ 644488 w 3024845"/>
                <a:gd name="connsiteY98-10476" fmla="*/ 711225 h 1160647"/>
                <a:gd name="connsiteX99-10477" fmla="*/ 645501 w 3024845"/>
                <a:gd name="connsiteY99-10478" fmla="*/ 711225 h 1160647"/>
                <a:gd name="connsiteX100-10479" fmla="*/ 652595 w 3024845"/>
                <a:gd name="connsiteY100-10480" fmla="*/ 711225 h 1160647"/>
                <a:gd name="connsiteX101-10481" fmla="*/ 652595 w 3024845"/>
                <a:gd name="connsiteY101-10482" fmla="*/ 709334 h 1160647"/>
                <a:gd name="connsiteX102-10483" fmla="*/ 652595 w 3024845"/>
                <a:gd name="connsiteY102-10484" fmla="*/ 696093 h 1160647"/>
                <a:gd name="connsiteX103-10485" fmla="*/ 651328 w 3024845"/>
                <a:gd name="connsiteY103-10486" fmla="*/ 694471 h 1160647"/>
                <a:gd name="connsiteX104-10487" fmla="*/ 656648 w 3024845"/>
                <a:gd name="connsiteY104-10488" fmla="*/ 683122 h 1160647"/>
                <a:gd name="connsiteX105-10489" fmla="*/ 664755 w 3024845"/>
                <a:gd name="connsiteY105-10490" fmla="*/ 711225 h 1160647"/>
                <a:gd name="connsiteX106-10491" fmla="*/ 665515 w 3024845"/>
                <a:gd name="connsiteY106-10492" fmla="*/ 711225 h 1160647"/>
                <a:gd name="connsiteX107-10493" fmla="*/ 670835 w 3024845"/>
                <a:gd name="connsiteY107-10494" fmla="*/ 711225 h 1160647"/>
                <a:gd name="connsiteX108-10495" fmla="*/ 670835 w 3024845"/>
                <a:gd name="connsiteY108-10496" fmla="*/ 605298 h 1160647"/>
                <a:gd name="connsiteX109-10497" fmla="*/ 672355 w 3024845"/>
                <a:gd name="connsiteY109-10498" fmla="*/ 605298 h 1160647"/>
                <a:gd name="connsiteX110-10499" fmla="*/ 682995 w 3024845"/>
                <a:gd name="connsiteY110-10500" fmla="*/ 605298 h 1160647"/>
                <a:gd name="connsiteX111-10501" fmla="*/ 682995 w 3024845"/>
                <a:gd name="connsiteY111-10502" fmla="*/ 557739 h 1160647"/>
                <a:gd name="connsiteX112-10503" fmla="*/ 709342 w 3024845"/>
                <a:gd name="connsiteY112-10504" fmla="*/ 557739 h 1160647"/>
                <a:gd name="connsiteX113-10505" fmla="*/ 709342 w 3024845"/>
                <a:gd name="connsiteY113-10506" fmla="*/ 536121 h 1160647"/>
                <a:gd name="connsiteX114-10507" fmla="*/ 743796 w 3024845"/>
                <a:gd name="connsiteY114-10508" fmla="*/ 536121 h 1160647"/>
                <a:gd name="connsiteX115-10509" fmla="*/ 743796 w 3024845"/>
                <a:gd name="connsiteY115-10510" fmla="*/ 538553 h 1160647"/>
                <a:gd name="connsiteX116-10511" fmla="*/ 743796 w 3024845"/>
                <a:gd name="connsiteY116-10512" fmla="*/ 555577 h 1160647"/>
                <a:gd name="connsiteX117-10513" fmla="*/ 746076 w 3024845"/>
                <a:gd name="connsiteY117-10514" fmla="*/ 555577 h 1160647"/>
                <a:gd name="connsiteX118-10515" fmla="*/ 762036 w 3024845"/>
                <a:gd name="connsiteY118-10516" fmla="*/ 555577 h 1160647"/>
                <a:gd name="connsiteX119-10517" fmla="*/ 762036 w 3024845"/>
                <a:gd name="connsiteY119-10518" fmla="*/ 603136 h 1160647"/>
                <a:gd name="connsiteX120-10519" fmla="*/ 763049 w 3024845"/>
                <a:gd name="connsiteY120-10520" fmla="*/ 603136 h 1160647"/>
                <a:gd name="connsiteX121-10521" fmla="*/ 770143 w 3024845"/>
                <a:gd name="connsiteY121-10522" fmla="*/ 603136 h 1160647"/>
                <a:gd name="connsiteX122-10523" fmla="*/ 784330 w 3024845"/>
                <a:gd name="connsiteY122-10524" fmla="*/ 607460 h 1160647"/>
                <a:gd name="connsiteX123-10525" fmla="*/ 784330 w 3024845"/>
                <a:gd name="connsiteY123-10526" fmla="*/ 646372 h 1160647"/>
                <a:gd name="connsiteX124-10527" fmla="*/ 785343 w 3024845"/>
                <a:gd name="connsiteY124-10528" fmla="*/ 646372 h 1160647"/>
                <a:gd name="connsiteX125-10529" fmla="*/ 792436 w 3024845"/>
                <a:gd name="connsiteY125-10530" fmla="*/ 646372 h 1160647"/>
                <a:gd name="connsiteX126-10531" fmla="*/ 792436 w 3024845"/>
                <a:gd name="connsiteY126-10532" fmla="*/ 647993 h 1160647"/>
                <a:gd name="connsiteX127-10533" fmla="*/ 792436 w 3024845"/>
                <a:gd name="connsiteY127-10534" fmla="*/ 659342 h 1160647"/>
                <a:gd name="connsiteX128-10535" fmla="*/ 794463 w 3024845"/>
                <a:gd name="connsiteY128-10536" fmla="*/ 659342 h 1160647"/>
                <a:gd name="connsiteX129-10537" fmla="*/ 808650 w 3024845"/>
                <a:gd name="connsiteY129-10538" fmla="*/ 659342 h 1160647"/>
                <a:gd name="connsiteX130-10539" fmla="*/ 814730 w 3024845"/>
                <a:gd name="connsiteY130-10540" fmla="*/ 665828 h 1160647"/>
                <a:gd name="connsiteX131-10541" fmla="*/ 814730 w 3024845"/>
                <a:gd name="connsiteY131-10542" fmla="*/ 687446 h 1160647"/>
                <a:gd name="connsiteX132-10543" fmla="*/ 817010 w 3024845"/>
                <a:gd name="connsiteY132-10544" fmla="*/ 687446 h 1160647"/>
                <a:gd name="connsiteX133-10545" fmla="*/ 832970 w 3024845"/>
                <a:gd name="connsiteY133-10546" fmla="*/ 687446 h 1160647"/>
                <a:gd name="connsiteX134-10547" fmla="*/ 832970 w 3024845"/>
                <a:gd name="connsiteY134-10548" fmla="*/ 688526 h 1160647"/>
                <a:gd name="connsiteX135-10549" fmla="*/ 832970 w 3024845"/>
                <a:gd name="connsiteY135-10550" fmla="*/ 696093 h 1160647"/>
                <a:gd name="connsiteX136-10551" fmla="*/ 834237 w 3024845"/>
                <a:gd name="connsiteY136-10552" fmla="*/ 696093 h 1160647"/>
                <a:gd name="connsiteX137-10553" fmla="*/ 843104 w 3024845"/>
                <a:gd name="connsiteY137-10554" fmla="*/ 696093 h 1160647"/>
                <a:gd name="connsiteX138-10555" fmla="*/ 843104 w 3024845"/>
                <a:gd name="connsiteY138-10556" fmla="*/ 698254 h 1160647"/>
                <a:gd name="connsiteX139-10557" fmla="*/ 843104 w 3024845"/>
                <a:gd name="connsiteY139-10558" fmla="*/ 713387 h 1160647"/>
                <a:gd name="connsiteX140-10559" fmla="*/ 847157 w 3024845"/>
                <a:gd name="connsiteY140-10560" fmla="*/ 711495 h 1160647"/>
                <a:gd name="connsiteX141-10561" fmla="*/ 847157 w 3024845"/>
                <a:gd name="connsiteY141-10562" fmla="*/ 698254 h 1160647"/>
                <a:gd name="connsiteX142-10563" fmla="*/ 848170 w 3024845"/>
                <a:gd name="connsiteY142-10564" fmla="*/ 698254 h 1160647"/>
                <a:gd name="connsiteX143-10565" fmla="*/ 855264 w 3024845"/>
                <a:gd name="connsiteY143-10566" fmla="*/ 698254 h 1160647"/>
                <a:gd name="connsiteX144-10567" fmla="*/ 855264 w 3024845"/>
                <a:gd name="connsiteY144-10568" fmla="*/ 699876 h 1160647"/>
                <a:gd name="connsiteX145-10569" fmla="*/ 855264 w 3024845"/>
                <a:gd name="connsiteY145-10570" fmla="*/ 711225 h 1160647"/>
                <a:gd name="connsiteX146-10571" fmla="*/ 856024 w 3024845"/>
                <a:gd name="connsiteY146-10572" fmla="*/ 711225 h 1160647"/>
                <a:gd name="connsiteX147-10573" fmla="*/ 861344 w 3024845"/>
                <a:gd name="connsiteY147-10574" fmla="*/ 711225 h 1160647"/>
                <a:gd name="connsiteX148-10575" fmla="*/ 909984 w 3024845"/>
                <a:gd name="connsiteY148-10576" fmla="*/ 706902 h 1160647"/>
                <a:gd name="connsiteX149-10577" fmla="*/ 909984 w 3024845"/>
                <a:gd name="connsiteY149-10578" fmla="*/ 708253 h 1160647"/>
                <a:gd name="connsiteX150-10579" fmla="*/ 909984 w 3024845"/>
                <a:gd name="connsiteY150-10580" fmla="*/ 717710 h 1160647"/>
                <a:gd name="connsiteX151-10581" fmla="*/ 910744 w 3024845"/>
                <a:gd name="connsiteY151-10582" fmla="*/ 717710 h 1160647"/>
                <a:gd name="connsiteX152-10583" fmla="*/ 916065 w 3024845"/>
                <a:gd name="connsiteY152-10584" fmla="*/ 717710 h 1160647"/>
                <a:gd name="connsiteX153-10585" fmla="*/ 916065 w 3024845"/>
                <a:gd name="connsiteY153-10586" fmla="*/ 719872 h 1160647"/>
                <a:gd name="connsiteX154-10587" fmla="*/ 916065 w 3024845"/>
                <a:gd name="connsiteY154-10588" fmla="*/ 735005 h 1160647"/>
                <a:gd name="connsiteX155-10589" fmla="*/ 918091 w 3024845"/>
                <a:gd name="connsiteY155-10590" fmla="*/ 733654 h 1160647"/>
                <a:gd name="connsiteX156-10591" fmla="*/ 932278 w 3024845"/>
                <a:gd name="connsiteY156-10592" fmla="*/ 724196 h 1160647"/>
                <a:gd name="connsiteX157-10593" fmla="*/ 938358 w 3024845"/>
                <a:gd name="connsiteY157-10594" fmla="*/ 683122 h 1160647"/>
                <a:gd name="connsiteX158-10595" fmla="*/ 939118 w 3024845"/>
                <a:gd name="connsiteY158-10596" fmla="*/ 682852 h 1160647"/>
                <a:gd name="connsiteX159-10597" fmla="*/ 944438 w 3024845"/>
                <a:gd name="connsiteY159-10598" fmla="*/ 680960 h 1160647"/>
                <a:gd name="connsiteX160-10599" fmla="*/ 946465 w 3024845"/>
                <a:gd name="connsiteY160-10600" fmla="*/ 611783 h 1160647"/>
                <a:gd name="connsiteX161-10601" fmla="*/ 948492 w 3024845"/>
                <a:gd name="connsiteY161-10602" fmla="*/ 680960 h 1160647"/>
                <a:gd name="connsiteX162-10603" fmla="*/ 949252 w 3024845"/>
                <a:gd name="connsiteY162-10604" fmla="*/ 681230 h 1160647"/>
                <a:gd name="connsiteX163-10605" fmla="*/ 954572 w 3024845"/>
                <a:gd name="connsiteY163-10606" fmla="*/ 683122 h 1160647"/>
                <a:gd name="connsiteX164-10607" fmla="*/ 954572 w 3024845"/>
                <a:gd name="connsiteY164-10608" fmla="*/ 596651 h 1160647"/>
                <a:gd name="connsiteX165-10609" fmla="*/ 958625 w 3024845"/>
                <a:gd name="connsiteY165-10610" fmla="*/ 564224 h 1160647"/>
                <a:gd name="connsiteX166-10611" fmla="*/ 997132 w 3024845"/>
                <a:gd name="connsiteY166-10612" fmla="*/ 564224 h 1160647"/>
                <a:gd name="connsiteX167-10613" fmla="*/ 997132 w 3024845"/>
                <a:gd name="connsiteY167-10614" fmla="*/ 596651 h 1160647"/>
                <a:gd name="connsiteX168-10615" fmla="*/ 997892 w 3024845"/>
                <a:gd name="connsiteY168-10616" fmla="*/ 596651 h 1160647"/>
                <a:gd name="connsiteX169-10617" fmla="*/ 1003212 w 3024845"/>
                <a:gd name="connsiteY169-10618" fmla="*/ 596651 h 1160647"/>
                <a:gd name="connsiteX170-10619" fmla="*/ 1003212 w 3024845"/>
                <a:gd name="connsiteY170-10620" fmla="*/ 514503 h 1160647"/>
                <a:gd name="connsiteX171-10621" fmla="*/ 1004986 w 3024845"/>
                <a:gd name="connsiteY171-10622" fmla="*/ 514503 h 1160647"/>
                <a:gd name="connsiteX172-10623" fmla="*/ 1017399 w 3024845"/>
                <a:gd name="connsiteY172-10624" fmla="*/ 514503 h 1160647"/>
                <a:gd name="connsiteX173-10625" fmla="*/ 1017399 w 3024845"/>
                <a:gd name="connsiteY173-10626" fmla="*/ 512612 h 1160647"/>
                <a:gd name="connsiteX174-10627" fmla="*/ 1017399 w 3024845"/>
                <a:gd name="connsiteY174-10628" fmla="*/ 499371 h 1160647"/>
                <a:gd name="connsiteX175-10629" fmla="*/ 1039693 w 3024845"/>
                <a:gd name="connsiteY175-10630" fmla="*/ 499371 h 1160647"/>
                <a:gd name="connsiteX176-10631" fmla="*/ 1039693 w 3024845"/>
                <a:gd name="connsiteY176-10632" fmla="*/ 498290 h 1160647"/>
                <a:gd name="connsiteX177-10633" fmla="*/ 1039693 w 3024845"/>
                <a:gd name="connsiteY177-10634" fmla="*/ 490724 h 1160647"/>
                <a:gd name="connsiteX178-10635" fmla="*/ 1041466 w 3024845"/>
                <a:gd name="connsiteY178-10636" fmla="*/ 490724 h 1160647"/>
                <a:gd name="connsiteX179-10637" fmla="*/ 1053880 w 3024845"/>
                <a:gd name="connsiteY179-10638" fmla="*/ 490724 h 1160647"/>
                <a:gd name="connsiteX180-10639" fmla="*/ 1053880 w 3024845"/>
                <a:gd name="connsiteY180-10640" fmla="*/ 491805 h 1160647"/>
                <a:gd name="connsiteX181-10641" fmla="*/ 1053880 w 3024845"/>
                <a:gd name="connsiteY181-10642" fmla="*/ 499371 h 1160647"/>
                <a:gd name="connsiteX182-10643" fmla="*/ 1054640 w 3024845"/>
                <a:gd name="connsiteY182-10644" fmla="*/ 499371 h 1160647"/>
                <a:gd name="connsiteX183-10645" fmla="*/ 1059960 w 3024845"/>
                <a:gd name="connsiteY183-10646" fmla="*/ 499371 h 1160647"/>
                <a:gd name="connsiteX184-10647" fmla="*/ 1070093 w 3024845"/>
                <a:gd name="connsiteY184-10648" fmla="*/ 495047 h 1160647"/>
                <a:gd name="connsiteX185-10649" fmla="*/ 1074146 w 3024845"/>
                <a:gd name="connsiteY185-10650" fmla="*/ 498290 h 1160647"/>
                <a:gd name="connsiteX186-10651" fmla="*/ 1074146 w 3024845"/>
                <a:gd name="connsiteY186-10652" fmla="*/ 490724 h 1160647"/>
                <a:gd name="connsiteX187-10653" fmla="*/ 1076426 w 3024845"/>
                <a:gd name="connsiteY187-10654" fmla="*/ 490724 h 1160647"/>
                <a:gd name="connsiteX188-10655" fmla="*/ 1092387 w 3024845"/>
                <a:gd name="connsiteY188-10656" fmla="*/ 490724 h 1160647"/>
                <a:gd name="connsiteX189-10657" fmla="*/ 1092387 w 3024845"/>
                <a:gd name="connsiteY189-10658" fmla="*/ 491805 h 1160647"/>
                <a:gd name="connsiteX190-10659" fmla="*/ 1092387 w 3024845"/>
                <a:gd name="connsiteY190-10660" fmla="*/ 499371 h 1160647"/>
                <a:gd name="connsiteX191-10661" fmla="*/ 1122787 w 3024845"/>
                <a:gd name="connsiteY191-10662" fmla="*/ 499371 h 1160647"/>
                <a:gd name="connsiteX192-10663" fmla="*/ 1122787 w 3024845"/>
                <a:gd name="connsiteY192-10664" fmla="*/ 500992 h 1160647"/>
                <a:gd name="connsiteX193-10665" fmla="*/ 1122787 w 3024845"/>
                <a:gd name="connsiteY193-10666" fmla="*/ 512342 h 1160647"/>
                <a:gd name="connsiteX194-10667" fmla="*/ 1149134 w 3024845"/>
                <a:gd name="connsiteY194-10668" fmla="*/ 512342 h 1160647"/>
                <a:gd name="connsiteX195-10669" fmla="*/ 1149134 w 3024845"/>
                <a:gd name="connsiteY195-10670" fmla="*/ 542606 h 1160647"/>
                <a:gd name="connsiteX196-10671" fmla="*/ 1149894 w 3024845"/>
                <a:gd name="connsiteY196-10672" fmla="*/ 542606 h 1160647"/>
                <a:gd name="connsiteX197-10673" fmla="*/ 1155214 w 3024845"/>
                <a:gd name="connsiteY197-10674" fmla="*/ 542606 h 1160647"/>
                <a:gd name="connsiteX198-10675" fmla="*/ 1155214 w 3024845"/>
                <a:gd name="connsiteY198-10676" fmla="*/ 543687 h 1160647"/>
                <a:gd name="connsiteX199-10677" fmla="*/ 1155214 w 3024845"/>
                <a:gd name="connsiteY199-10678" fmla="*/ 551254 h 1160647"/>
                <a:gd name="connsiteX200-10679" fmla="*/ 1159268 w 3024845"/>
                <a:gd name="connsiteY200-10680" fmla="*/ 581518 h 1160647"/>
                <a:gd name="connsiteX201-10681" fmla="*/ 1160028 w 3024845"/>
                <a:gd name="connsiteY201-10682" fmla="*/ 581518 h 1160647"/>
                <a:gd name="connsiteX202-10683" fmla="*/ 1165348 w 3024845"/>
                <a:gd name="connsiteY202-10684" fmla="*/ 581518 h 1160647"/>
                <a:gd name="connsiteX203-10685" fmla="*/ 1165348 w 3024845"/>
                <a:gd name="connsiteY203-10686" fmla="*/ 582329 h 1160647"/>
                <a:gd name="connsiteX204-10687" fmla="*/ 1165348 w 3024845"/>
                <a:gd name="connsiteY204-10688" fmla="*/ 588004 h 1160647"/>
                <a:gd name="connsiteX205-10689" fmla="*/ 1166361 w 3024845"/>
                <a:gd name="connsiteY205-10690" fmla="*/ 588004 h 1160647"/>
                <a:gd name="connsiteX206-10691" fmla="*/ 1173454 w 3024845"/>
                <a:gd name="connsiteY206-10692" fmla="*/ 588004 h 1160647"/>
                <a:gd name="connsiteX207-10693" fmla="*/ 1173454 w 3024845"/>
                <a:gd name="connsiteY207-10694" fmla="*/ 618269 h 1160647"/>
                <a:gd name="connsiteX208-10695" fmla="*/ 1175481 w 3024845"/>
                <a:gd name="connsiteY208-10696" fmla="*/ 618269 h 1160647"/>
                <a:gd name="connsiteX209-10697" fmla="*/ 1189668 w 3024845"/>
                <a:gd name="connsiteY209-10698" fmla="*/ 618269 h 1160647"/>
                <a:gd name="connsiteX210-10699" fmla="*/ 1189668 w 3024845"/>
                <a:gd name="connsiteY210-10700" fmla="*/ 642048 h 1160647"/>
                <a:gd name="connsiteX211-10701" fmla="*/ 1191695 w 3024845"/>
                <a:gd name="connsiteY211-10702" fmla="*/ 643669 h 1160647"/>
                <a:gd name="connsiteX212-10703" fmla="*/ 1191695 w 3024845"/>
                <a:gd name="connsiteY212-10704" fmla="*/ 655019 h 1160647"/>
                <a:gd name="connsiteX213-10705" fmla="*/ 1192455 w 3024845"/>
                <a:gd name="connsiteY213-10706" fmla="*/ 655019 h 1160647"/>
                <a:gd name="connsiteX214-10707" fmla="*/ 1197775 w 3024845"/>
                <a:gd name="connsiteY214-10708" fmla="*/ 655019 h 1160647"/>
                <a:gd name="connsiteX215-10709" fmla="*/ 1197775 w 3024845"/>
                <a:gd name="connsiteY215-10710" fmla="*/ 678798 h 1160647"/>
                <a:gd name="connsiteX216-10711" fmla="*/ 1199041 w 3024845"/>
                <a:gd name="connsiteY216-10712" fmla="*/ 678798 h 1160647"/>
                <a:gd name="connsiteX217-10713" fmla="*/ 1207908 w 3024845"/>
                <a:gd name="connsiteY217-10714" fmla="*/ 678798 h 1160647"/>
                <a:gd name="connsiteX218-10715" fmla="*/ 1209935 w 3024845"/>
                <a:gd name="connsiteY218-10716" fmla="*/ 682852 h 1160647"/>
                <a:gd name="connsiteX219-10717" fmla="*/ 1209935 w 3024845"/>
                <a:gd name="connsiteY219-10718" fmla="*/ 696093 h 1160647"/>
                <a:gd name="connsiteX220-10719" fmla="*/ 1211455 w 3024845"/>
                <a:gd name="connsiteY220-10720" fmla="*/ 694201 h 1160647"/>
                <a:gd name="connsiteX221-10721" fmla="*/ 1222095 w 3024845"/>
                <a:gd name="connsiteY221-10722" fmla="*/ 680960 h 1160647"/>
                <a:gd name="connsiteX222-10723" fmla="*/ 1250469 w 3024845"/>
                <a:gd name="connsiteY222-10724" fmla="*/ 680960 h 1160647"/>
                <a:gd name="connsiteX223-10725" fmla="*/ 1250469 w 3024845"/>
                <a:gd name="connsiteY223-10726" fmla="*/ 767431 h 1160647"/>
                <a:gd name="connsiteX224-10727" fmla="*/ 1251229 w 3024845"/>
                <a:gd name="connsiteY224-10728" fmla="*/ 767431 h 1160647"/>
                <a:gd name="connsiteX225-10729" fmla="*/ 1256549 w 3024845"/>
                <a:gd name="connsiteY225-10730" fmla="*/ 767431 h 1160647"/>
                <a:gd name="connsiteX226-10731" fmla="*/ 1257309 w 3024845"/>
                <a:gd name="connsiteY226-10732" fmla="*/ 766080 h 1160647"/>
                <a:gd name="connsiteX227-10733" fmla="*/ 1262629 w 3024845"/>
                <a:gd name="connsiteY227-10734" fmla="*/ 756622 h 1160647"/>
                <a:gd name="connsiteX228-10735" fmla="*/ 1262629 w 3024845"/>
                <a:gd name="connsiteY228-10736" fmla="*/ 758514 h 1160647"/>
                <a:gd name="connsiteX229-10737" fmla="*/ 1262629 w 3024845"/>
                <a:gd name="connsiteY229-10738" fmla="*/ 771755 h 1160647"/>
                <a:gd name="connsiteX230-10739" fmla="*/ 1266682 w 3024845"/>
                <a:gd name="connsiteY230-10740" fmla="*/ 726358 h 1160647"/>
                <a:gd name="connsiteX231-10741" fmla="*/ 1267442 w 3024845"/>
                <a:gd name="connsiteY231-10742" fmla="*/ 726358 h 1160647"/>
                <a:gd name="connsiteX232-10743" fmla="*/ 1272762 w 3024845"/>
                <a:gd name="connsiteY232-10744" fmla="*/ 726358 h 1160647"/>
                <a:gd name="connsiteX233-10745" fmla="*/ 1272762 w 3024845"/>
                <a:gd name="connsiteY233-10746" fmla="*/ 661504 h 1160647"/>
                <a:gd name="connsiteX234-10747" fmla="*/ 1273776 w 3024845"/>
                <a:gd name="connsiteY234-10748" fmla="*/ 661504 h 1160647"/>
                <a:gd name="connsiteX235-10749" fmla="*/ 1280869 w 3024845"/>
                <a:gd name="connsiteY235-10750" fmla="*/ 661504 h 1160647"/>
                <a:gd name="connsiteX236-10751" fmla="*/ 1293029 w 3024845"/>
                <a:gd name="connsiteY236-10752" fmla="*/ 618269 h 1160647"/>
                <a:gd name="connsiteX237-10753" fmla="*/ 1294296 w 3024845"/>
                <a:gd name="connsiteY237-10754" fmla="*/ 618269 h 1160647"/>
                <a:gd name="connsiteX238-10755" fmla="*/ 1303163 w 3024845"/>
                <a:gd name="connsiteY238-10756" fmla="*/ 618269 h 1160647"/>
                <a:gd name="connsiteX239-10757" fmla="*/ 1313296 w 3024845"/>
                <a:gd name="connsiteY239-10758" fmla="*/ 661504 h 1160647"/>
                <a:gd name="connsiteX240-10759" fmla="*/ 1314309 w 3024845"/>
                <a:gd name="connsiteY240-10760" fmla="*/ 661504 h 1160647"/>
                <a:gd name="connsiteX241-10761" fmla="*/ 1321403 w 3024845"/>
                <a:gd name="connsiteY241-10762" fmla="*/ 661504 h 1160647"/>
                <a:gd name="connsiteX242-10763" fmla="*/ 1321403 w 3024845"/>
                <a:gd name="connsiteY242-10764" fmla="*/ 700416 h 1160647"/>
                <a:gd name="connsiteX243-10765" fmla="*/ 1323176 w 3024845"/>
                <a:gd name="connsiteY243-10766" fmla="*/ 700416 h 1160647"/>
                <a:gd name="connsiteX244-10767" fmla="*/ 1335590 w 3024845"/>
                <a:gd name="connsiteY244-10768" fmla="*/ 700416 h 1160647"/>
                <a:gd name="connsiteX245-10769" fmla="*/ 1335590 w 3024845"/>
                <a:gd name="connsiteY245-10770" fmla="*/ 702578 h 1160647"/>
                <a:gd name="connsiteX246-10771" fmla="*/ 1335590 w 3024845"/>
                <a:gd name="connsiteY246-10772" fmla="*/ 717710 h 1160647"/>
                <a:gd name="connsiteX247-10773" fmla="*/ 1339643 w 3024845"/>
                <a:gd name="connsiteY247-10774" fmla="*/ 715549 h 1160647"/>
                <a:gd name="connsiteX248-10775" fmla="*/ 1339643 w 3024845"/>
                <a:gd name="connsiteY248-10776" fmla="*/ 700416 h 1160647"/>
                <a:gd name="connsiteX249-10777" fmla="*/ 1341163 w 3024845"/>
                <a:gd name="connsiteY249-10778" fmla="*/ 700416 h 1160647"/>
                <a:gd name="connsiteX250-10779" fmla="*/ 1351803 w 3024845"/>
                <a:gd name="connsiteY250-10780" fmla="*/ 700416 h 1160647"/>
                <a:gd name="connsiteX251-10781" fmla="*/ 1351803 w 3024845"/>
                <a:gd name="connsiteY251-10782" fmla="*/ 702037 h 1160647"/>
                <a:gd name="connsiteX252-10783" fmla="*/ 1351803 w 3024845"/>
                <a:gd name="connsiteY252-10784" fmla="*/ 713387 h 1160647"/>
                <a:gd name="connsiteX253-10785" fmla="*/ 1382204 w 3024845"/>
                <a:gd name="connsiteY253-10786" fmla="*/ 713387 h 1160647"/>
                <a:gd name="connsiteX254-10787" fmla="*/ 1382204 w 3024845"/>
                <a:gd name="connsiteY254-10788" fmla="*/ 676637 h 1160647"/>
                <a:gd name="connsiteX255-10789" fmla="*/ 1383470 w 3024845"/>
                <a:gd name="connsiteY255-10790" fmla="*/ 676637 h 1160647"/>
                <a:gd name="connsiteX256-10791" fmla="*/ 1392337 w 3024845"/>
                <a:gd name="connsiteY256-10792" fmla="*/ 676637 h 1160647"/>
                <a:gd name="connsiteX257-10793" fmla="*/ 1392337 w 3024845"/>
                <a:gd name="connsiteY257-10794" fmla="*/ 698254 h 1160647"/>
                <a:gd name="connsiteX258-10795" fmla="*/ 1394364 w 3024845"/>
                <a:gd name="connsiteY258-10796" fmla="*/ 665828 h 1160647"/>
                <a:gd name="connsiteX259-10797" fmla="*/ 1416657 w 3024845"/>
                <a:gd name="connsiteY259-10798" fmla="*/ 665828 h 1160647"/>
                <a:gd name="connsiteX260-10799" fmla="*/ 1416657 w 3024845"/>
                <a:gd name="connsiteY260-10800" fmla="*/ 664206 h 1160647"/>
                <a:gd name="connsiteX261-10801" fmla="*/ 1416657 w 3024845"/>
                <a:gd name="connsiteY261-10802" fmla="*/ 652857 h 1160647"/>
                <a:gd name="connsiteX262-10803" fmla="*/ 1417417 w 3024845"/>
                <a:gd name="connsiteY262-10804" fmla="*/ 652857 h 1160647"/>
                <a:gd name="connsiteX263-10805" fmla="*/ 1422737 w 3024845"/>
                <a:gd name="connsiteY263-10806" fmla="*/ 652857 h 1160647"/>
                <a:gd name="connsiteX264-10807" fmla="*/ 1422737 w 3024845"/>
                <a:gd name="connsiteY264-10808" fmla="*/ 650966 h 1160647"/>
                <a:gd name="connsiteX265-10809" fmla="*/ 1422737 w 3024845"/>
                <a:gd name="connsiteY265-10810" fmla="*/ 637725 h 1160647"/>
                <a:gd name="connsiteX266-10811" fmla="*/ 1426791 w 3024845"/>
                <a:gd name="connsiteY266-10812" fmla="*/ 644210 h 1160647"/>
                <a:gd name="connsiteX267-10813" fmla="*/ 1429071 w 3024845"/>
                <a:gd name="connsiteY267-10814" fmla="*/ 644210 h 1160647"/>
                <a:gd name="connsiteX268-10815" fmla="*/ 1445031 w 3024845"/>
                <a:gd name="connsiteY268-10816" fmla="*/ 644210 h 1160647"/>
                <a:gd name="connsiteX269-10817" fmla="*/ 1445031 w 3024845"/>
                <a:gd name="connsiteY269-10818" fmla="*/ 643399 h 1160647"/>
                <a:gd name="connsiteX270-10819" fmla="*/ 1445031 w 3024845"/>
                <a:gd name="connsiteY270-10820" fmla="*/ 637725 h 1160647"/>
                <a:gd name="connsiteX271-10821" fmla="*/ 1445791 w 3024845"/>
                <a:gd name="connsiteY271-10822" fmla="*/ 637725 h 1160647"/>
                <a:gd name="connsiteX272-10823" fmla="*/ 1451111 w 3024845"/>
                <a:gd name="connsiteY272-10824" fmla="*/ 637725 h 1160647"/>
                <a:gd name="connsiteX273-10825" fmla="*/ 1451111 w 3024845"/>
                <a:gd name="connsiteY273-10826" fmla="*/ 639076 h 1160647"/>
                <a:gd name="connsiteX274-10827" fmla="*/ 1451111 w 3024845"/>
                <a:gd name="connsiteY274-10828" fmla="*/ 648534 h 1160647"/>
                <a:gd name="connsiteX275-10829" fmla="*/ 1489618 w 3024845"/>
                <a:gd name="connsiteY275-10830" fmla="*/ 648534 h 1160647"/>
                <a:gd name="connsiteX276-10831" fmla="*/ 1489618 w 3024845"/>
                <a:gd name="connsiteY276-10832" fmla="*/ 786887 h 1160647"/>
                <a:gd name="connsiteX277-10833" fmla="*/ 1491138 w 3024845"/>
                <a:gd name="connsiteY277-10834" fmla="*/ 786887 h 1160647"/>
                <a:gd name="connsiteX278-10835" fmla="*/ 1501778 w 3024845"/>
                <a:gd name="connsiteY278-10836" fmla="*/ 786887 h 1160647"/>
                <a:gd name="connsiteX279-10837" fmla="*/ 1501778 w 3024845"/>
                <a:gd name="connsiteY279-10838" fmla="*/ 773917 h 1160647"/>
                <a:gd name="connsiteX280-10839" fmla="*/ 1505832 w 3024845"/>
                <a:gd name="connsiteY280-10840" fmla="*/ 773917 h 1160647"/>
                <a:gd name="connsiteX281-10841" fmla="*/ 1505832 w 3024845"/>
                <a:gd name="connsiteY281-10842" fmla="*/ 786887 h 1160647"/>
                <a:gd name="connsiteX282-10843" fmla="*/ 1536232 w 3024845"/>
                <a:gd name="connsiteY282-10844" fmla="*/ 786887 h 1160647"/>
                <a:gd name="connsiteX283-10845" fmla="*/ 1536232 w 3024845"/>
                <a:gd name="connsiteY283-10846" fmla="*/ 756622 h 1160647"/>
                <a:gd name="connsiteX284-10847" fmla="*/ 1548392 w 3024845"/>
                <a:gd name="connsiteY284-10848" fmla="*/ 756622 h 1160647"/>
                <a:gd name="connsiteX285-10849" fmla="*/ 1560552 w 3024845"/>
                <a:gd name="connsiteY285-10850" fmla="*/ 754461 h 1160647"/>
                <a:gd name="connsiteX286-10851" fmla="*/ 1564606 w 3024845"/>
                <a:gd name="connsiteY286-10852" fmla="*/ 756622 h 1160647"/>
                <a:gd name="connsiteX287-10853" fmla="*/ 1574739 w 3024845"/>
                <a:gd name="connsiteY287-10854" fmla="*/ 756622 h 1160647"/>
                <a:gd name="connsiteX288-10855" fmla="*/ 1574739 w 3024845"/>
                <a:gd name="connsiteY288-10856" fmla="*/ 786887 h 1160647"/>
                <a:gd name="connsiteX289-10857" fmla="*/ 1582846 w 3024845"/>
                <a:gd name="connsiteY289-10858" fmla="*/ 786887 h 1160647"/>
                <a:gd name="connsiteX290-10859" fmla="*/ 1582846 w 3024845"/>
                <a:gd name="connsiteY290-10860" fmla="*/ 804182 h 1160647"/>
                <a:gd name="connsiteX291-10861" fmla="*/ 1592182 w 3024845"/>
                <a:gd name="connsiteY291-10862" fmla="*/ 805087 h 1160647"/>
                <a:gd name="connsiteX292-10863" fmla="*/ 1605140 w 3024845"/>
                <a:gd name="connsiteY292-10864" fmla="*/ 805087 h 1160647"/>
                <a:gd name="connsiteX293-10865" fmla="*/ 1605140 w 3024845"/>
                <a:gd name="connsiteY293-10866" fmla="*/ 789049 h 1160647"/>
                <a:gd name="connsiteX294-10867" fmla="*/ 1673096 w 3024845"/>
                <a:gd name="connsiteY294-10868" fmla="*/ 789049 h 1160647"/>
                <a:gd name="connsiteX295-10869" fmla="*/ 1673096 w 3024845"/>
                <a:gd name="connsiteY295-10870" fmla="*/ 703796 h 1160647"/>
                <a:gd name="connsiteX296-10871" fmla="*/ 1745104 w 3024845"/>
                <a:gd name="connsiteY296-10872" fmla="*/ 703796 h 1160647"/>
                <a:gd name="connsiteX297-10873" fmla="*/ 1745104 w 3024845"/>
                <a:gd name="connsiteY297-10874" fmla="*/ 782564 h 1160647"/>
                <a:gd name="connsiteX298-10875" fmla="*/ 1747008 w 3024845"/>
                <a:gd name="connsiteY298-10876" fmla="*/ 782564 h 1160647"/>
                <a:gd name="connsiteX299-10877" fmla="*/ 1748250 w 3024845"/>
                <a:gd name="connsiteY299-10878" fmla="*/ 805087 h 1160647"/>
                <a:gd name="connsiteX300-10879" fmla="*/ 1757926 w 3024845"/>
                <a:gd name="connsiteY300-10880" fmla="*/ 805087 h 1160647"/>
                <a:gd name="connsiteX301-10881" fmla="*/ 1759168 w 3024845"/>
                <a:gd name="connsiteY301-10882" fmla="*/ 782564 h 1160647"/>
                <a:gd name="connsiteX302-10883" fmla="*/ 1765248 w 3024845"/>
                <a:gd name="connsiteY302-10884" fmla="*/ 782564 h 1160647"/>
                <a:gd name="connsiteX303-10885" fmla="*/ 1766490 w 3024845"/>
                <a:gd name="connsiteY303-10886" fmla="*/ 805087 h 1160647"/>
                <a:gd name="connsiteX304-10887" fmla="*/ 1817112 w 3024845"/>
                <a:gd name="connsiteY304-10888" fmla="*/ 805087 h 1160647"/>
                <a:gd name="connsiteX305-10889" fmla="*/ 1817112 w 3024845"/>
                <a:gd name="connsiteY305-10890" fmla="*/ 642059 h 1160647"/>
                <a:gd name="connsiteX306-10891" fmla="*/ 2014439 w 3024845"/>
                <a:gd name="connsiteY306-10892" fmla="*/ 642059 h 1160647"/>
                <a:gd name="connsiteX307-10893" fmla="*/ 2014439 w 3024845"/>
                <a:gd name="connsiteY307-10894" fmla="*/ 805087 h 1160647"/>
                <a:gd name="connsiteX308-10895" fmla="*/ 2033136 w 3024845"/>
                <a:gd name="connsiteY308-10896" fmla="*/ 805087 h 1160647"/>
                <a:gd name="connsiteX309-10897" fmla="*/ 2033136 w 3024845"/>
                <a:gd name="connsiteY309-10898" fmla="*/ 722394 h 1160647"/>
                <a:gd name="connsiteX310-10899" fmla="*/ 2128256 w 3024845"/>
                <a:gd name="connsiteY310-10900" fmla="*/ 722394 h 1160647"/>
                <a:gd name="connsiteX311-10901" fmla="*/ 2140186 w 3024845"/>
                <a:gd name="connsiteY311-10902" fmla="*/ 404253 h 1160647"/>
                <a:gd name="connsiteX312-10903" fmla="*/ 2128026 w 3024845"/>
                <a:gd name="connsiteY312-10904" fmla="*/ 382635 h 1160647"/>
                <a:gd name="connsiteX313-10905" fmla="*/ 2121946 w 3024845"/>
                <a:gd name="connsiteY313-10906" fmla="*/ 378311 h 1160647"/>
                <a:gd name="connsiteX314-10907" fmla="*/ 2130053 w 3024845"/>
                <a:gd name="connsiteY314-10908" fmla="*/ 354532 h 1160647"/>
                <a:gd name="connsiteX315-10909" fmla="*/ 2130053 w 3024845"/>
                <a:gd name="connsiteY315-10910" fmla="*/ 337238 h 1160647"/>
                <a:gd name="connsiteX316-10911" fmla="*/ 2144240 w 3024845"/>
                <a:gd name="connsiteY316-10912" fmla="*/ 337238 h 1160647"/>
                <a:gd name="connsiteX317-10913" fmla="*/ 2144240 w 3024845"/>
                <a:gd name="connsiteY317-10914" fmla="*/ 315620 h 1160647"/>
                <a:gd name="connsiteX318-10915" fmla="*/ 2146266 w 3024845"/>
                <a:gd name="connsiteY318-10916" fmla="*/ 311296 h 1160647"/>
                <a:gd name="connsiteX319-10917" fmla="*/ 2146266 w 3024845"/>
                <a:gd name="connsiteY319-10918" fmla="*/ 233472 h 1160647"/>
                <a:gd name="connsiteX320-10919" fmla="*/ 2144240 w 3024845"/>
                <a:gd name="connsiteY320-10920" fmla="*/ 226987 h 1160647"/>
                <a:gd name="connsiteX321-10921" fmla="*/ 2150320 w 3024845"/>
                <a:gd name="connsiteY321-10922" fmla="*/ 220501 h 1160647"/>
                <a:gd name="connsiteX322-10923" fmla="*/ 2150320 w 3024845"/>
                <a:gd name="connsiteY322-10924" fmla="*/ 162133 h 1160647"/>
                <a:gd name="connsiteX323-10925" fmla="*/ 2152346 w 3024845"/>
                <a:gd name="connsiteY323-10926" fmla="*/ 157810 h 1160647"/>
                <a:gd name="connsiteX324-10927" fmla="*/ 2152346 w 3024845"/>
                <a:gd name="connsiteY324-10928" fmla="*/ 101604 h 1160647"/>
                <a:gd name="connsiteX325-10929" fmla="*/ 2154373 w 3024845"/>
                <a:gd name="connsiteY325-10930" fmla="*/ 82148 h 1160647"/>
                <a:gd name="connsiteX326-10931" fmla="*/ 2158427 w 3024845"/>
                <a:gd name="connsiteY326-10932" fmla="*/ 99442 h 1160647"/>
                <a:gd name="connsiteX327-10933" fmla="*/ 2160453 w 3024845"/>
                <a:gd name="connsiteY327-10934" fmla="*/ 157810 h 1160647"/>
                <a:gd name="connsiteX328-10935" fmla="*/ 2162480 w 3024845"/>
                <a:gd name="connsiteY328-10936" fmla="*/ 220501 h 1160647"/>
                <a:gd name="connsiteX329-10937" fmla="*/ 2168560 w 3024845"/>
                <a:gd name="connsiteY329-10938" fmla="*/ 226987 h 1160647"/>
                <a:gd name="connsiteX330-10939" fmla="*/ 2166533 w 3024845"/>
                <a:gd name="connsiteY330-10940" fmla="*/ 233472 h 1160647"/>
                <a:gd name="connsiteX331-10941" fmla="*/ 2166533 w 3024845"/>
                <a:gd name="connsiteY331-10942" fmla="*/ 311296 h 1160647"/>
                <a:gd name="connsiteX332-10943" fmla="*/ 2168560 w 3024845"/>
                <a:gd name="connsiteY332-10944" fmla="*/ 315620 h 1160647"/>
                <a:gd name="connsiteX333-10945" fmla="*/ 2168560 w 3024845"/>
                <a:gd name="connsiteY333-10946" fmla="*/ 337238 h 1160647"/>
                <a:gd name="connsiteX334-10947" fmla="*/ 2182747 w 3024845"/>
                <a:gd name="connsiteY334-10948" fmla="*/ 337238 h 1160647"/>
                <a:gd name="connsiteX335-10949" fmla="*/ 2182747 w 3024845"/>
                <a:gd name="connsiteY335-10950" fmla="*/ 354532 h 1160647"/>
                <a:gd name="connsiteX336-10951" fmla="*/ 2190854 w 3024845"/>
                <a:gd name="connsiteY336-10952" fmla="*/ 378311 h 1160647"/>
                <a:gd name="connsiteX337-10953" fmla="*/ 2184774 w 3024845"/>
                <a:gd name="connsiteY337-10954" fmla="*/ 382635 h 1160647"/>
                <a:gd name="connsiteX338-10955" fmla="*/ 2172613 w 3024845"/>
                <a:gd name="connsiteY338-10956" fmla="*/ 404253 h 1160647"/>
                <a:gd name="connsiteX339-10957" fmla="*/ 2180720 w 3024845"/>
                <a:gd name="connsiteY339-10958" fmla="*/ 657181 h 1160647"/>
                <a:gd name="connsiteX340-10959" fmla="*/ 2245574 w 3024845"/>
                <a:gd name="connsiteY340-10960" fmla="*/ 657181 h 1160647"/>
                <a:gd name="connsiteX341-10961" fmla="*/ 2245574 w 3024845"/>
                <a:gd name="connsiteY341-10962" fmla="*/ 732843 h 1160647"/>
                <a:gd name="connsiteX342-10963" fmla="*/ 2253681 w 3024845"/>
                <a:gd name="connsiteY342-10964" fmla="*/ 732843 h 1160647"/>
                <a:gd name="connsiteX343-10965" fmla="*/ 2255708 w 3024845"/>
                <a:gd name="connsiteY343-10966" fmla="*/ 726358 h 1160647"/>
                <a:gd name="connsiteX344-10967" fmla="*/ 2261788 w 3024845"/>
                <a:gd name="connsiteY344-10968" fmla="*/ 726358 h 1160647"/>
                <a:gd name="connsiteX345-10969" fmla="*/ 2263815 w 3024845"/>
                <a:gd name="connsiteY345-10970" fmla="*/ 735005 h 1160647"/>
                <a:gd name="connsiteX346-10971" fmla="*/ 2275975 w 3024845"/>
                <a:gd name="connsiteY346-10972" fmla="*/ 735005 h 1160647"/>
                <a:gd name="connsiteX347-10973" fmla="*/ 2275975 w 3024845"/>
                <a:gd name="connsiteY347-10974" fmla="*/ 728519 h 1160647"/>
                <a:gd name="connsiteX348-10975" fmla="*/ 2298268 w 3024845"/>
                <a:gd name="connsiteY348-10976" fmla="*/ 728519 h 1160647"/>
                <a:gd name="connsiteX349-10977" fmla="*/ 2298268 w 3024845"/>
                <a:gd name="connsiteY349-10978" fmla="*/ 735005 h 1160647"/>
                <a:gd name="connsiteX350-10979" fmla="*/ 2318535 w 3024845"/>
                <a:gd name="connsiteY350-10980" fmla="*/ 735005 h 1160647"/>
                <a:gd name="connsiteX351-10981" fmla="*/ 2318535 w 3024845"/>
                <a:gd name="connsiteY351-10982" fmla="*/ 780402 h 1160647"/>
                <a:gd name="connsiteX352-10983" fmla="*/ 2332722 w 3024845"/>
                <a:gd name="connsiteY352-10984" fmla="*/ 780402 h 1160647"/>
                <a:gd name="connsiteX353-10985" fmla="*/ 2332722 w 3024845"/>
                <a:gd name="connsiteY353-10986" fmla="*/ 767431 h 1160647"/>
                <a:gd name="connsiteX354-10987" fmla="*/ 2348936 w 3024845"/>
                <a:gd name="connsiteY354-10988" fmla="*/ 767431 h 1160647"/>
                <a:gd name="connsiteX355-10989" fmla="*/ 2348936 w 3024845"/>
                <a:gd name="connsiteY355-10990" fmla="*/ 588004 h 1160647"/>
                <a:gd name="connsiteX356-10991" fmla="*/ 2355016 w 3024845"/>
                <a:gd name="connsiteY356-10992" fmla="*/ 581518 h 1160647"/>
                <a:gd name="connsiteX357-10993" fmla="*/ 2427977 w 3024845"/>
                <a:gd name="connsiteY357-10994" fmla="*/ 581518 h 1160647"/>
                <a:gd name="connsiteX358-10995" fmla="*/ 2427977 w 3024845"/>
                <a:gd name="connsiteY358-10996" fmla="*/ 590166 h 1160647"/>
                <a:gd name="connsiteX359-10997" fmla="*/ 2438110 w 3024845"/>
                <a:gd name="connsiteY359-10998" fmla="*/ 590166 h 1160647"/>
                <a:gd name="connsiteX360-10999" fmla="*/ 2438110 w 3024845"/>
                <a:gd name="connsiteY360-11000" fmla="*/ 704740 h 1160647"/>
                <a:gd name="connsiteX361-11001" fmla="*/ 2460404 w 3024845"/>
                <a:gd name="connsiteY361-11002" fmla="*/ 704740 h 1160647"/>
                <a:gd name="connsiteX362-11003" fmla="*/ 2460404 w 3024845"/>
                <a:gd name="connsiteY362-11004" fmla="*/ 637725 h 1160647"/>
                <a:gd name="connsiteX363-11005" fmla="*/ 2486751 w 3024845"/>
                <a:gd name="connsiteY363-11006" fmla="*/ 637725 h 1160647"/>
                <a:gd name="connsiteX364-11007" fmla="*/ 2490804 w 3024845"/>
                <a:gd name="connsiteY364-11008" fmla="*/ 633401 h 1160647"/>
                <a:gd name="connsiteX365-11009" fmla="*/ 2498911 w 3024845"/>
                <a:gd name="connsiteY365-11010" fmla="*/ 633401 h 1160647"/>
                <a:gd name="connsiteX366-11011" fmla="*/ 2502964 w 3024845"/>
                <a:gd name="connsiteY366-11012" fmla="*/ 637725 h 1160647"/>
                <a:gd name="connsiteX367-11013" fmla="*/ 2525258 w 3024845"/>
                <a:gd name="connsiteY367-11014" fmla="*/ 637725 h 1160647"/>
                <a:gd name="connsiteX368-11015" fmla="*/ 2525258 w 3024845"/>
                <a:gd name="connsiteY368-11016" fmla="*/ 520989 h 1160647"/>
                <a:gd name="connsiteX369-11017" fmla="*/ 2582005 w 3024845"/>
                <a:gd name="connsiteY369-11018" fmla="*/ 510180 h 1160647"/>
                <a:gd name="connsiteX370-11019" fmla="*/ 2582005 w 3024845"/>
                <a:gd name="connsiteY370-11020" fmla="*/ 511261 h 1160647"/>
                <a:gd name="connsiteX371-11021" fmla="*/ 2582005 w 3024845"/>
                <a:gd name="connsiteY371-11022" fmla="*/ 518827 h 1160647"/>
                <a:gd name="connsiteX372-11023" fmla="*/ 2608352 w 3024845"/>
                <a:gd name="connsiteY372-11024" fmla="*/ 518827 h 1160647"/>
                <a:gd name="connsiteX373-11025" fmla="*/ 2608352 w 3024845"/>
                <a:gd name="connsiteY373-11026" fmla="*/ 773917 h 1160647"/>
                <a:gd name="connsiteX374-11027" fmla="*/ 2630646 w 3024845"/>
                <a:gd name="connsiteY374-11028" fmla="*/ 773917 h 1160647"/>
                <a:gd name="connsiteX375-11029" fmla="*/ 2630646 w 3024845"/>
                <a:gd name="connsiteY375-11030" fmla="*/ 769593 h 1160647"/>
                <a:gd name="connsiteX376-11031" fmla="*/ 2642806 w 3024845"/>
                <a:gd name="connsiteY376-11032" fmla="*/ 769593 h 1160647"/>
                <a:gd name="connsiteX377-11033" fmla="*/ 2642806 w 3024845"/>
                <a:gd name="connsiteY377-11034" fmla="*/ 773917 h 1160647"/>
                <a:gd name="connsiteX378-11035" fmla="*/ 2667126 w 3024845"/>
                <a:gd name="connsiteY378-11036" fmla="*/ 773917 h 1160647"/>
                <a:gd name="connsiteX379-11037" fmla="*/ 2667126 w 3024845"/>
                <a:gd name="connsiteY379-11038" fmla="*/ 760946 h 1160647"/>
                <a:gd name="connsiteX380-11039" fmla="*/ 2695500 w 3024845"/>
                <a:gd name="connsiteY380-11040" fmla="*/ 760946 h 1160647"/>
                <a:gd name="connsiteX381-11041" fmla="*/ 2707660 w 3024845"/>
                <a:gd name="connsiteY381-11042" fmla="*/ 756622 h 1160647"/>
                <a:gd name="connsiteX382-11043" fmla="*/ 2727927 w 3024845"/>
                <a:gd name="connsiteY382-11044" fmla="*/ 760946 h 1160647"/>
                <a:gd name="connsiteX383-11045" fmla="*/ 2727927 w 3024845"/>
                <a:gd name="connsiteY383-11046" fmla="*/ 743652 h 1160647"/>
                <a:gd name="connsiteX384-11047" fmla="*/ 2736034 w 3024845"/>
                <a:gd name="connsiteY384-11048" fmla="*/ 743652 h 1160647"/>
                <a:gd name="connsiteX385-11049" fmla="*/ 2736034 w 3024845"/>
                <a:gd name="connsiteY385-11050" fmla="*/ 730681 h 1160647"/>
                <a:gd name="connsiteX386-11051" fmla="*/ 2792781 w 3024845"/>
                <a:gd name="connsiteY386-11052" fmla="*/ 730681 h 1160647"/>
                <a:gd name="connsiteX387-11053" fmla="*/ 2792781 w 3024845"/>
                <a:gd name="connsiteY387-11054" fmla="*/ 700416 h 1160647"/>
                <a:gd name="connsiteX388-11055" fmla="*/ 2811021 w 3024845"/>
                <a:gd name="connsiteY388-11056" fmla="*/ 700416 h 1160647"/>
                <a:gd name="connsiteX389-11057" fmla="*/ 2811021 w 3024845"/>
                <a:gd name="connsiteY389-11058" fmla="*/ 693931 h 1160647"/>
                <a:gd name="connsiteX390-11059" fmla="*/ 2823181 w 3024845"/>
                <a:gd name="connsiteY390-11060" fmla="*/ 693931 h 1160647"/>
                <a:gd name="connsiteX391-11061" fmla="*/ 2823181 w 3024845"/>
                <a:gd name="connsiteY391-11062" fmla="*/ 700416 h 1160647"/>
                <a:gd name="connsiteX392-11063" fmla="*/ 2839395 w 3024845"/>
                <a:gd name="connsiteY392-11064" fmla="*/ 700416 h 1160647"/>
                <a:gd name="connsiteX393-11065" fmla="*/ 2839395 w 3024845"/>
                <a:gd name="connsiteY393-11066" fmla="*/ 750137 h 1160647"/>
                <a:gd name="connsiteX394-11067" fmla="*/ 2871822 w 3024845"/>
                <a:gd name="connsiteY394-11068" fmla="*/ 750137 h 1160647"/>
                <a:gd name="connsiteX395-11069" fmla="*/ 2871822 w 3024845"/>
                <a:gd name="connsiteY395-11070" fmla="*/ 724196 h 1160647"/>
                <a:gd name="connsiteX396-11071" fmla="*/ 2910329 w 3024845"/>
                <a:gd name="connsiteY396-11072" fmla="*/ 724196 h 1160647"/>
                <a:gd name="connsiteX397-11073" fmla="*/ 2910329 w 3024845"/>
                <a:gd name="connsiteY397-11074" fmla="*/ 693931 h 1160647"/>
                <a:gd name="connsiteX398-11075" fmla="*/ 2958970 w 3024845"/>
                <a:gd name="connsiteY398-11076" fmla="*/ 693931 h 1160647"/>
                <a:gd name="connsiteX399-11077" fmla="*/ 2958970 w 3024845"/>
                <a:gd name="connsiteY399-11078" fmla="*/ 805087 h 1160647"/>
                <a:gd name="connsiteX400-11079" fmla="*/ 2958970 w 3024845"/>
                <a:gd name="connsiteY400-11080" fmla="*/ 818866 h 1160647"/>
                <a:gd name="connsiteX401-11081" fmla="*/ 3024845 w 3024845"/>
                <a:gd name="connsiteY401-11082" fmla="*/ 818866 h 1160647"/>
                <a:gd name="connsiteX402-11083" fmla="*/ 3024845 w 3024845"/>
                <a:gd name="connsiteY402-11084" fmla="*/ 1160647 h 1160647"/>
                <a:gd name="connsiteX403-11085" fmla="*/ 2054 w 3024845"/>
                <a:gd name="connsiteY403-11086" fmla="*/ 1158314 h 1160647"/>
                <a:gd name="connsiteX404-11087" fmla="*/ 0 w 3024845"/>
                <a:gd name="connsiteY404-11088" fmla="*/ 724196 h 1160647"/>
                <a:gd name="connsiteX405-11089" fmla="*/ 20267 w 3024845"/>
                <a:gd name="connsiteY405-11090" fmla="*/ 724196 h 1160647"/>
                <a:gd name="connsiteX406-11091" fmla="*/ 20774 w 3024845"/>
                <a:gd name="connsiteY406-11092" fmla="*/ 723115 h 1160647"/>
                <a:gd name="connsiteX407-11093" fmla="*/ 24320 w 3024845"/>
                <a:gd name="connsiteY407-11094" fmla="*/ 715549 h 1160647"/>
                <a:gd name="connsiteX408-11095" fmla="*/ 26094 w 3024845"/>
                <a:gd name="connsiteY408-11096" fmla="*/ 715819 h 1160647"/>
                <a:gd name="connsiteX409-11097" fmla="*/ 38507 w 3024845"/>
                <a:gd name="connsiteY409-11098" fmla="*/ 717710 h 1160647"/>
                <a:gd name="connsiteX410-11099" fmla="*/ 39014 w 3024845"/>
                <a:gd name="connsiteY410-11100" fmla="*/ 719062 h 1160647"/>
                <a:gd name="connsiteX411-11101" fmla="*/ 42560 w 3024845"/>
                <a:gd name="connsiteY411-11102" fmla="*/ 728519 h 1160647"/>
                <a:gd name="connsiteX412-11103" fmla="*/ 68907 w 3024845"/>
                <a:gd name="connsiteY412-11104" fmla="*/ 730681 h 1160647"/>
                <a:gd name="connsiteX413-11105" fmla="*/ 68907 w 3024845"/>
                <a:gd name="connsiteY413-11106" fmla="*/ 607460 h 1160647"/>
                <a:gd name="connsiteX414-11107" fmla="*/ 70934 w 3024845"/>
                <a:gd name="connsiteY414-11108" fmla="*/ 607460 h 1160647"/>
                <a:gd name="connsiteX415-11109" fmla="*/ 85121 w 3024845"/>
                <a:gd name="connsiteY415-11110" fmla="*/ 607460 h 1160647"/>
                <a:gd name="connsiteX416-11111" fmla="*/ 85121 w 3024845"/>
                <a:gd name="connsiteY416-11112" fmla="*/ 471268 h 1160647"/>
                <a:gd name="connsiteX417-11113" fmla="*/ 86894 w 3024845"/>
                <a:gd name="connsiteY417-11114" fmla="*/ 471268 h 1160647"/>
                <a:gd name="connsiteX418-11115" fmla="*/ 99308 w 3024845"/>
                <a:gd name="connsiteY418-11116" fmla="*/ 471268 h 1160647"/>
                <a:gd name="connsiteX419-11117" fmla="*/ 99308 w 3024845"/>
                <a:gd name="connsiteY419-11118" fmla="*/ 356694 h 1160647"/>
                <a:gd name="connsiteX420-11119" fmla="*/ 103361 w 3024845"/>
                <a:gd name="connsiteY420-11120" fmla="*/ 328590 h 1160647"/>
                <a:gd name="connsiteX421-11121" fmla="*/ 105388 w 3024845"/>
                <a:gd name="connsiteY421-11122" fmla="*/ 328590 h 1160647"/>
                <a:gd name="connsiteX422-11123" fmla="*/ 119575 w 3024845"/>
                <a:gd name="connsiteY422-11124" fmla="*/ 328590 h 1160647"/>
                <a:gd name="connsiteX423-11125" fmla="*/ 156055 w 3024845"/>
                <a:gd name="connsiteY423-11126" fmla="*/ 246443 h 1160647"/>
                <a:gd name="connsiteX424-11127" fmla="*/ 160109 w 3024845"/>
                <a:gd name="connsiteY424-11128" fmla="*/ 0 h 1160647"/>
                <a:gd name="connsiteX0-11129" fmla="*/ 156055 w 3024845"/>
                <a:gd name="connsiteY0-11130" fmla="*/ 164295 h 1078499"/>
                <a:gd name="connsiteX1-11131" fmla="*/ 162135 w 3024845"/>
                <a:gd name="connsiteY1-11132" fmla="*/ 164295 h 1078499"/>
                <a:gd name="connsiteX2-11133" fmla="*/ 200642 w 3024845"/>
                <a:gd name="connsiteY2-11134" fmla="*/ 244281 h 1078499"/>
                <a:gd name="connsiteX3-11135" fmla="*/ 202669 w 3024845"/>
                <a:gd name="connsiteY3-11136" fmla="*/ 244281 h 1078499"/>
                <a:gd name="connsiteX4-11137" fmla="*/ 216856 w 3024845"/>
                <a:gd name="connsiteY4-11138" fmla="*/ 244281 h 1078499"/>
                <a:gd name="connsiteX5-11139" fmla="*/ 216856 w 3024845"/>
                <a:gd name="connsiteY5-11140" fmla="*/ 268060 h 1078499"/>
                <a:gd name="connsiteX6-11141" fmla="*/ 217363 w 3024845"/>
                <a:gd name="connsiteY6-11142" fmla="*/ 268871 h 1078499"/>
                <a:gd name="connsiteX7-11143" fmla="*/ 220909 w 3024845"/>
                <a:gd name="connsiteY7-11144" fmla="*/ 274546 h 1078499"/>
                <a:gd name="connsiteX8-11145" fmla="*/ 220909 w 3024845"/>
                <a:gd name="connsiteY8-11146" fmla="*/ 389120 h 1078499"/>
                <a:gd name="connsiteX9-11147" fmla="*/ 223189 w 3024845"/>
                <a:gd name="connsiteY9-11148" fmla="*/ 389120 h 1078499"/>
                <a:gd name="connsiteX10-11149" fmla="*/ 239150 w 3024845"/>
                <a:gd name="connsiteY10-11150" fmla="*/ 389120 h 1078499"/>
                <a:gd name="connsiteX11-11151" fmla="*/ 239150 w 3024845"/>
                <a:gd name="connsiteY11-11152" fmla="*/ 529635 h 1078499"/>
                <a:gd name="connsiteX12-11153" fmla="*/ 240670 w 3024845"/>
                <a:gd name="connsiteY12-11154" fmla="*/ 529365 h 1078499"/>
                <a:gd name="connsiteX13-11155" fmla="*/ 251310 w 3024845"/>
                <a:gd name="connsiteY13-11156" fmla="*/ 527474 h 1078499"/>
                <a:gd name="connsiteX14-11157" fmla="*/ 249283 w 3024845"/>
                <a:gd name="connsiteY14-11158" fmla="*/ 616106 h 1078499"/>
                <a:gd name="connsiteX15-11159" fmla="*/ 250803 w 3024845"/>
                <a:gd name="connsiteY15-11160" fmla="*/ 616377 h 1078499"/>
                <a:gd name="connsiteX16-11161" fmla="*/ 261443 w 3024845"/>
                <a:gd name="connsiteY16-11162" fmla="*/ 618268 h 1078499"/>
                <a:gd name="connsiteX17-11163" fmla="*/ 261696 w 3024845"/>
                <a:gd name="connsiteY17-11164" fmla="*/ 619079 h 1078499"/>
                <a:gd name="connsiteX18-11165" fmla="*/ 263470 w 3024845"/>
                <a:gd name="connsiteY18-11166" fmla="*/ 624754 h 1078499"/>
                <a:gd name="connsiteX19-11167" fmla="*/ 264230 w 3024845"/>
                <a:gd name="connsiteY19-11168" fmla="*/ 622322 h 1078499"/>
                <a:gd name="connsiteX20-11169" fmla="*/ 269550 w 3024845"/>
                <a:gd name="connsiteY20-11170" fmla="*/ 605298 h 1078499"/>
                <a:gd name="connsiteX21-11171" fmla="*/ 271323 w 3024845"/>
                <a:gd name="connsiteY21-11172" fmla="*/ 605298 h 1078499"/>
                <a:gd name="connsiteX22-11173" fmla="*/ 283737 w 3024845"/>
                <a:gd name="connsiteY22-11174" fmla="*/ 605298 h 1078499"/>
                <a:gd name="connsiteX23-11175" fmla="*/ 283737 w 3024845"/>
                <a:gd name="connsiteY23-11176" fmla="*/ 637724 h 1078499"/>
                <a:gd name="connsiteX24-11177" fmla="*/ 284750 w 3024845"/>
                <a:gd name="connsiteY24-11178" fmla="*/ 638265 h 1078499"/>
                <a:gd name="connsiteX25-11179" fmla="*/ 291844 w 3024845"/>
                <a:gd name="connsiteY25-11180" fmla="*/ 642048 h 1078499"/>
                <a:gd name="connsiteX26-11181" fmla="*/ 291844 w 3024845"/>
                <a:gd name="connsiteY26-11182" fmla="*/ 643399 h 1078499"/>
                <a:gd name="connsiteX27-11183" fmla="*/ 291844 w 3024845"/>
                <a:gd name="connsiteY27-11184" fmla="*/ 652857 h 1078499"/>
                <a:gd name="connsiteX28-11185" fmla="*/ 336431 w 3024845"/>
                <a:gd name="connsiteY28-11186" fmla="*/ 652857 h 1078499"/>
                <a:gd name="connsiteX29-11187" fmla="*/ 336431 w 3024845"/>
                <a:gd name="connsiteY29-11188" fmla="*/ 653938 h 1078499"/>
                <a:gd name="connsiteX30-11189" fmla="*/ 336431 w 3024845"/>
                <a:gd name="connsiteY30-11190" fmla="*/ 661504 h 1078499"/>
                <a:gd name="connsiteX31-11191" fmla="*/ 338457 w 3024845"/>
                <a:gd name="connsiteY31-11192" fmla="*/ 661504 h 1078499"/>
                <a:gd name="connsiteX32-11193" fmla="*/ 352644 w 3024845"/>
                <a:gd name="connsiteY32-11194" fmla="*/ 661504 h 1078499"/>
                <a:gd name="connsiteX33-11195" fmla="*/ 352644 w 3024845"/>
                <a:gd name="connsiteY33-11196" fmla="*/ 631239 h 1078499"/>
                <a:gd name="connsiteX34-11197" fmla="*/ 397231 w 3024845"/>
                <a:gd name="connsiteY34-11198" fmla="*/ 631239 h 1078499"/>
                <a:gd name="connsiteX35-11199" fmla="*/ 397231 w 3024845"/>
                <a:gd name="connsiteY35-11200" fmla="*/ 629888 h 1078499"/>
                <a:gd name="connsiteX36-11201" fmla="*/ 397231 w 3024845"/>
                <a:gd name="connsiteY36-11202" fmla="*/ 620430 h 1078499"/>
                <a:gd name="connsiteX37-11203" fmla="*/ 398245 w 3024845"/>
                <a:gd name="connsiteY37-11204" fmla="*/ 620430 h 1078499"/>
                <a:gd name="connsiteX38-11205" fmla="*/ 405338 w 3024845"/>
                <a:gd name="connsiteY38-11206" fmla="*/ 620430 h 1078499"/>
                <a:gd name="connsiteX39-11207" fmla="*/ 405338 w 3024845"/>
                <a:gd name="connsiteY39-11208" fmla="*/ 618539 h 1078499"/>
                <a:gd name="connsiteX40-11209" fmla="*/ 405338 w 3024845"/>
                <a:gd name="connsiteY40-11210" fmla="*/ 605298 h 1078499"/>
                <a:gd name="connsiteX41-11211" fmla="*/ 406098 w 3024845"/>
                <a:gd name="connsiteY41-11212" fmla="*/ 605298 h 1078499"/>
                <a:gd name="connsiteX42-11213" fmla="*/ 411418 w 3024845"/>
                <a:gd name="connsiteY42-11214" fmla="*/ 605298 h 1078499"/>
                <a:gd name="connsiteX43-11215" fmla="*/ 411418 w 3024845"/>
                <a:gd name="connsiteY43-11216" fmla="*/ 604217 h 1078499"/>
                <a:gd name="connsiteX44-11217" fmla="*/ 411418 w 3024845"/>
                <a:gd name="connsiteY44-11218" fmla="*/ 596650 h 1078499"/>
                <a:gd name="connsiteX45-11219" fmla="*/ 413445 w 3024845"/>
                <a:gd name="connsiteY45-11220" fmla="*/ 596650 h 1078499"/>
                <a:gd name="connsiteX46-11221" fmla="*/ 427632 w 3024845"/>
                <a:gd name="connsiteY46-11222" fmla="*/ 596650 h 1078499"/>
                <a:gd name="connsiteX47-11223" fmla="*/ 427632 w 3024845"/>
                <a:gd name="connsiteY47-11224" fmla="*/ 597731 h 1078499"/>
                <a:gd name="connsiteX48-11225" fmla="*/ 427632 w 3024845"/>
                <a:gd name="connsiteY48-11226" fmla="*/ 605298 h 1078499"/>
                <a:gd name="connsiteX49-11227" fmla="*/ 449925 w 3024845"/>
                <a:gd name="connsiteY49-11228" fmla="*/ 605298 h 1078499"/>
                <a:gd name="connsiteX50-11229" fmla="*/ 449925 w 3024845"/>
                <a:gd name="connsiteY50-11230" fmla="*/ 603406 h 1078499"/>
                <a:gd name="connsiteX51-11231" fmla="*/ 449925 w 3024845"/>
                <a:gd name="connsiteY51-11232" fmla="*/ 590165 h 1078499"/>
                <a:gd name="connsiteX52-11233" fmla="*/ 451699 w 3024845"/>
                <a:gd name="connsiteY52-11234" fmla="*/ 590165 h 1078499"/>
                <a:gd name="connsiteX53-11235" fmla="*/ 464112 w 3024845"/>
                <a:gd name="connsiteY53-11236" fmla="*/ 590165 h 1078499"/>
                <a:gd name="connsiteX54-11237" fmla="*/ 464112 w 3024845"/>
                <a:gd name="connsiteY54-11238" fmla="*/ 613945 h 1078499"/>
                <a:gd name="connsiteX55-11239" fmla="*/ 465126 w 3024845"/>
                <a:gd name="connsiteY55-11240" fmla="*/ 613945 h 1078499"/>
                <a:gd name="connsiteX56-11241" fmla="*/ 472219 w 3024845"/>
                <a:gd name="connsiteY56-11242" fmla="*/ 613945 h 1078499"/>
                <a:gd name="connsiteX57-11243" fmla="*/ 472219 w 3024845"/>
                <a:gd name="connsiteY57-11244" fmla="*/ 612864 h 1078499"/>
                <a:gd name="connsiteX58-11245" fmla="*/ 472219 w 3024845"/>
                <a:gd name="connsiteY58-11246" fmla="*/ 605298 h 1078499"/>
                <a:gd name="connsiteX59-11247" fmla="*/ 473992 w 3024845"/>
                <a:gd name="connsiteY59-11248" fmla="*/ 605298 h 1078499"/>
                <a:gd name="connsiteX60-11249" fmla="*/ 486406 w 3024845"/>
                <a:gd name="connsiteY60-11250" fmla="*/ 605298 h 1078499"/>
                <a:gd name="connsiteX61-11251" fmla="*/ 486406 w 3024845"/>
                <a:gd name="connsiteY61-11252" fmla="*/ 631239 h 1078499"/>
                <a:gd name="connsiteX62-11253" fmla="*/ 488433 w 3024845"/>
                <a:gd name="connsiteY62-11254" fmla="*/ 631239 h 1078499"/>
                <a:gd name="connsiteX63-11255" fmla="*/ 502619 w 3024845"/>
                <a:gd name="connsiteY63-11256" fmla="*/ 631239 h 1078499"/>
                <a:gd name="connsiteX64-11257" fmla="*/ 502619 w 3024845"/>
                <a:gd name="connsiteY64-11258" fmla="*/ 632860 h 1078499"/>
                <a:gd name="connsiteX65-11259" fmla="*/ 502619 w 3024845"/>
                <a:gd name="connsiteY65-11260" fmla="*/ 644210 h 1078499"/>
                <a:gd name="connsiteX66-11261" fmla="*/ 503379 w 3024845"/>
                <a:gd name="connsiteY66-11262" fmla="*/ 644210 h 1078499"/>
                <a:gd name="connsiteX67-11263" fmla="*/ 508700 w 3024845"/>
                <a:gd name="connsiteY67-11264" fmla="*/ 644210 h 1078499"/>
                <a:gd name="connsiteX68-11265" fmla="*/ 508700 w 3024845"/>
                <a:gd name="connsiteY68-11266" fmla="*/ 643399 h 1078499"/>
                <a:gd name="connsiteX69-11267" fmla="*/ 508700 w 3024845"/>
                <a:gd name="connsiteY69-11268" fmla="*/ 637724 h 1078499"/>
                <a:gd name="connsiteX70-11269" fmla="*/ 539100 w 3024845"/>
                <a:gd name="connsiteY70-11270" fmla="*/ 637724 h 1078499"/>
                <a:gd name="connsiteX71-11271" fmla="*/ 539100 w 3024845"/>
                <a:gd name="connsiteY71-11272" fmla="*/ 661504 h 1078499"/>
                <a:gd name="connsiteX72-11273" fmla="*/ 540113 w 3024845"/>
                <a:gd name="connsiteY72-11274" fmla="*/ 661504 h 1078499"/>
                <a:gd name="connsiteX73-11275" fmla="*/ 547207 w 3024845"/>
                <a:gd name="connsiteY73-11276" fmla="*/ 661504 h 1078499"/>
                <a:gd name="connsiteX74-11277" fmla="*/ 547207 w 3024845"/>
                <a:gd name="connsiteY74-11278" fmla="*/ 662585 h 1078499"/>
                <a:gd name="connsiteX75-11279" fmla="*/ 547207 w 3024845"/>
                <a:gd name="connsiteY75-11280" fmla="*/ 670151 h 1078499"/>
                <a:gd name="connsiteX76-11281" fmla="*/ 547967 w 3024845"/>
                <a:gd name="connsiteY76-11282" fmla="*/ 670151 h 1078499"/>
                <a:gd name="connsiteX77-11283" fmla="*/ 553287 w 3024845"/>
                <a:gd name="connsiteY77-11284" fmla="*/ 670151 h 1078499"/>
                <a:gd name="connsiteX78-11285" fmla="*/ 553287 w 3024845"/>
                <a:gd name="connsiteY78-11286" fmla="*/ 667989 h 1078499"/>
                <a:gd name="connsiteX79-11287" fmla="*/ 553287 w 3024845"/>
                <a:gd name="connsiteY79-11288" fmla="*/ 652857 h 1078499"/>
                <a:gd name="connsiteX80-11289" fmla="*/ 554300 w 3024845"/>
                <a:gd name="connsiteY80-11290" fmla="*/ 652857 h 1078499"/>
                <a:gd name="connsiteX81-11291" fmla="*/ 561394 w 3024845"/>
                <a:gd name="connsiteY81-11292" fmla="*/ 652857 h 1078499"/>
                <a:gd name="connsiteX82-11293" fmla="*/ 561394 w 3024845"/>
                <a:gd name="connsiteY82-11294" fmla="*/ 653938 h 1078499"/>
                <a:gd name="connsiteX83-11295" fmla="*/ 561394 w 3024845"/>
                <a:gd name="connsiteY83-11296" fmla="*/ 661504 h 1078499"/>
                <a:gd name="connsiteX84-11297" fmla="*/ 566714 w 3024845"/>
                <a:gd name="connsiteY84-11298" fmla="*/ 659511 h 1078499"/>
                <a:gd name="connsiteX85-11299" fmla="*/ 567474 w 3024845"/>
                <a:gd name="connsiteY85-11300" fmla="*/ 658531 h 1078499"/>
                <a:gd name="connsiteX86-11301" fmla="*/ 567474 w 3024845"/>
                <a:gd name="connsiteY86-11302" fmla="*/ 652857 h 1078499"/>
                <a:gd name="connsiteX87-11303" fmla="*/ 605981 w 3024845"/>
                <a:gd name="connsiteY87-11304" fmla="*/ 652857 h 1078499"/>
                <a:gd name="connsiteX88-11305" fmla="*/ 605981 w 3024845"/>
                <a:gd name="connsiteY88-11306" fmla="*/ 676636 h 1078499"/>
                <a:gd name="connsiteX89-11307" fmla="*/ 608007 w 3024845"/>
                <a:gd name="connsiteY89-11308" fmla="*/ 676636 h 1078499"/>
                <a:gd name="connsiteX90-11309" fmla="*/ 622194 w 3024845"/>
                <a:gd name="connsiteY90-11310" fmla="*/ 676636 h 1078499"/>
                <a:gd name="connsiteX91-11311" fmla="*/ 622194 w 3024845"/>
                <a:gd name="connsiteY91-11312" fmla="*/ 677717 h 1078499"/>
                <a:gd name="connsiteX92-11313" fmla="*/ 622194 w 3024845"/>
                <a:gd name="connsiteY92-11314" fmla="*/ 685283 h 1078499"/>
                <a:gd name="connsiteX93-11315" fmla="*/ 623968 w 3024845"/>
                <a:gd name="connsiteY93-11316" fmla="*/ 685283 h 1078499"/>
                <a:gd name="connsiteX94-11317" fmla="*/ 636381 w 3024845"/>
                <a:gd name="connsiteY94-11318" fmla="*/ 685283 h 1078499"/>
                <a:gd name="connsiteX95-11319" fmla="*/ 636381 w 3024845"/>
                <a:gd name="connsiteY95-11320" fmla="*/ 661504 h 1078499"/>
                <a:gd name="connsiteX96-11321" fmla="*/ 637394 w 3024845"/>
                <a:gd name="connsiteY96-11322" fmla="*/ 661504 h 1078499"/>
                <a:gd name="connsiteX97-11323" fmla="*/ 644488 w 3024845"/>
                <a:gd name="connsiteY97-11324" fmla="*/ 661504 h 1078499"/>
                <a:gd name="connsiteX98-11325" fmla="*/ 644488 w 3024845"/>
                <a:gd name="connsiteY98-11326" fmla="*/ 629077 h 1078499"/>
                <a:gd name="connsiteX99-11327" fmla="*/ 645501 w 3024845"/>
                <a:gd name="connsiteY99-11328" fmla="*/ 629077 h 1078499"/>
                <a:gd name="connsiteX100-11329" fmla="*/ 652595 w 3024845"/>
                <a:gd name="connsiteY100-11330" fmla="*/ 629077 h 1078499"/>
                <a:gd name="connsiteX101-11331" fmla="*/ 652595 w 3024845"/>
                <a:gd name="connsiteY101-11332" fmla="*/ 627186 h 1078499"/>
                <a:gd name="connsiteX102-11333" fmla="*/ 652595 w 3024845"/>
                <a:gd name="connsiteY102-11334" fmla="*/ 613945 h 1078499"/>
                <a:gd name="connsiteX103-11335" fmla="*/ 651328 w 3024845"/>
                <a:gd name="connsiteY103-11336" fmla="*/ 612323 h 1078499"/>
                <a:gd name="connsiteX104-11337" fmla="*/ 656648 w 3024845"/>
                <a:gd name="connsiteY104-11338" fmla="*/ 600974 h 1078499"/>
                <a:gd name="connsiteX105-11339" fmla="*/ 664755 w 3024845"/>
                <a:gd name="connsiteY105-11340" fmla="*/ 629077 h 1078499"/>
                <a:gd name="connsiteX106-11341" fmla="*/ 665515 w 3024845"/>
                <a:gd name="connsiteY106-11342" fmla="*/ 629077 h 1078499"/>
                <a:gd name="connsiteX107-11343" fmla="*/ 670835 w 3024845"/>
                <a:gd name="connsiteY107-11344" fmla="*/ 629077 h 1078499"/>
                <a:gd name="connsiteX108-11345" fmla="*/ 670835 w 3024845"/>
                <a:gd name="connsiteY108-11346" fmla="*/ 523150 h 1078499"/>
                <a:gd name="connsiteX109-11347" fmla="*/ 672355 w 3024845"/>
                <a:gd name="connsiteY109-11348" fmla="*/ 523150 h 1078499"/>
                <a:gd name="connsiteX110-11349" fmla="*/ 682995 w 3024845"/>
                <a:gd name="connsiteY110-11350" fmla="*/ 523150 h 1078499"/>
                <a:gd name="connsiteX111-11351" fmla="*/ 682995 w 3024845"/>
                <a:gd name="connsiteY111-11352" fmla="*/ 475591 h 1078499"/>
                <a:gd name="connsiteX112-11353" fmla="*/ 709342 w 3024845"/>
                <a:gd name="connsiteY112-11354" fmla="*/ 475591 h 1078499"/>
                <a:gd name="connsiteX113-11355" fmla="*/ 709342 w 3024845"/>
                <a:gd name="connsiteY113-11356" fmla="*/ 453973 h 1078499"/>
                <a:gd name="connsiteX114-11357" fmla="*/ 743796 w 3024845"/>
                <a:gd name="connsiteY114-11358" fmla="*/ 453973 h 1078499"/>
                <a:gd name="connsiteX115-11359" fmla="*/ 743796 w 3024845"/>
                <a:gd name="connsiteY115-11360" fmla="*/ 456405 h 1078499"/>
                <a:gd name="connsiteX116-11361" fmla="*/ 743796 w 3024845"/>
                <a:gd name="connsiteY116-11362" fmla="*/ 473429 h 1078499"/>
                <a:gd name="connsiteX117-11363" fmla="*/ 746076 w 3024845"/>
                <a:gd name="connsiteY117-11364" fmla="*/ 473429 h 1078499"/>
                <a:gd name="connsiteX118-11365" fmla="*/ 762036 w 3024845"/>
                <a:gd name="connsiteY118-11366" fmla="*/ 473429 h 1078499"/>
                <a:gd name="connsiteX119-11367" fmla="*/ 762036 w 3024845"/>
                <a:gd name="connsiteY119-11368" fmla="*/ 520988 h 1078499"/>
                <a:gd name="connsiteX120-11369" fmla="*/ 763049 w 3024845"/>
                <a:gd name="connsiteY120-11370" fmla="*/ 520988 h 1078499"/>
                <a:gd name="connsiteX121-11371" fmla="*/ 770143 w 3024845"/>
                <a:gd name="connsiteY121-11372" fmla="*/ 520988 h 1078499"/>
                <a:gd name="connsiteX122-11373" fmla="*/ 784330 w 3024845"/>
                <a:gd name="connsiteY122-11374" fmla="*/ 525312 h 1078499"/>
                <a:gd name="connsiteX123-11375" fmla="*/ 784330 w 3024845"/>
                <a:gd name="connsiteY123-11376" fmla="*/ 564224 h 1078499"/>
                <a:gd name="connsiteX124-11377" fmla="*/ 785343 w 3024845"/>
                <a:gd name="connsiteY124-11378" fmla="*/ 564224 h 1078499"/>
                <a:gd name="connsiteX125-11379" fmla="*/ 792436 w 3024845"/>
                <a:gd name="connsiteY125-11380" fmla="*/ 564224 h 1078499"/>
                <a:gd name="connsiteX126-11381" fmla="*/ 792436 w 3024845"/>
                <a:gd name="connsiteY126-11382" fmla="*/ 565845 h 1078499"/>
                <a:gd name="connsiteX127-11383" fmla="*/ 792436 w 3024845"/>
                <a:gd name="connsiteY127-11384" fmla="*/ 577194 h 1078499"/>
                <a:gd name="connsiteX128-11385" fmla="*/ 794463 w 3024845"/>
                <a:gd name="connsiteY128-11386" fmla="*/ 577194 h 1078499"/>
                <a:gd name="connsiteX129-11387" fmla="*/ 808650 w 3024845"/>
                <a:gd name="connsiteY129-11388" fmla="*/ 577194 h 1078499"/>
                <a:gd name="connsiteX130-11389" fmla="*/ 814730 w 3024845"/>
                <a:gd name="connsiteY130-11390" fmla="*/ 583680 h 1078499"/>
                <a:gd name="connsiteX131-11391" fmla="*/ 814730 w 3024845"/>
                <a:gd name="connsiteY131-11392" fmla="*/ 605298 h 1078499"/>
                <a:gd name="connsiteX132-11393" fmla="*/ 817010 w 3024845"/>
                <a:gd name="connsiteY132-11394" fmla="*/ 605298 h 1078499"/>
                <a:gd name="connsiteX133-11395" fmla="*/ 832970 w 3024845"/>
                <a:gd name="connsiteY133-11396" fmla="*/ 605298 h 1078499"/>
                <a:gd name="connsiteX134-11397" fmla="*/ 832970 w 3024845"/>
                <a:gd name="connsiteY134-11398" fmla="*/ 606378 h 1078499"/>
                <a:gd name="connsiteX135-11399" fmla="*/ 832970 w 3024845"/>
                <a:gd name="connsiteY135-11400" fmla="*/ 613945 h 1078499"/>
                <a:gd name="connsiteX136-11401" fmla="*/ 834237 w 3024845"/>
                <a:gd name="connsiteY136-11402" fmla="*/ 613945 h 1078499"/>
                <a:gd name="connsiteX137-11403" fmla="*/ 843104 w 3024845"/>
                <a:gd name="connsiteY137-11404" fmla="*/ 613945 h 1078499"/>
                <a:gd name="connsiteX138-11405" fmla="*/ 843104 w 3024845"/>
                <a:gd name="connsiteY138-11406" fmla="*/ 616106 h 1078499"/>
                <a:gd name="connsiteX139-11407" fmla="*/ 843104 w 3024845"/>
                <a:gd name="connsiteY139-11408" fmla="*/ 631239 h 1078499"/>
                <a:gd name="connsiteX140-11409" fmla="*/ 847157 w 3024845"/>
                <a:gd name="connsiteY140-11410" fmla="*/ 629347 h 1078499"/>
                <a:gd name="connsiteX141-11411" fmla="*/ 847157 w 3024845"/>
                <a:gd name="connsiteY141-11412" fmla="*/ 616106 h 1078499"/>
                <a:gd name="connsiteX142-11413" fmla="*/ 848170 w 3024845"/>
                <a:gd name="connsiteY142-11414" fmla="*/ 616106 h 1078499"/>
                <a:gd name="connsiteX143-11415" fmla="*/ 855264 w 3024845"/>
                <a:gd name="connsiteY143-11416" fmla="*/ 616106 h 1078499"/>
                <a:gd name="connsiteX144-11417" fmla="*/ 855264 w 3024845"/>
                <a:gd name="connsiteY144-11418" fmla="*/ 617728 h 1078499"/>
                <a:gd name="connsiteX145-11419" fmla="*/ 855264 w 3024845"/>
                <a:gd name="connsiteY145-11420" fmla="*/ 629077 h 1078499"/>
                <a:gd name="connsiteX146-11421" fmla="*/ 856024 w 3024845"/>
                <a:gd name="connsiteY146-11422" fmla="*/ 629077 h 1078499"/>
                <a:gd name="connsiteX147-11423" fmla="*/ 861344 w 3024845"/>
                <a:gd name="connsiteY147-11424" fmla="*/ 629077 h 1078499"/>
                <a:gd name="connsiteX148-11425" fmla="*/ 909984 w 3024845"/>
                <a:gd name="connsiteY148-11426" fmla="*/ 624754 h 1078499"/>
                <a:gd name="connsiteX149-11427" fmla="*/ 909984 w 3024845"/>
                <a:gd name="connsiteY149-11428" fmla="*/ 626105 h 1078499"/>
                <a:gd name="connsiteX150-11429" fmla="*/ 909984 w 3024845"/>
                <a:gd name="connsiteY150-11430" fmla="*/ 635562 h 1078499"/>
                <a:gd name="connsiteX151-11431" fmla="*/ 910744 w 3024845"/>
                <a:gd name="connsiteY151-11432" fmla="*/ 635562 h 1078499"/>
                <a:gd name="connsiteX152-11433" fmla="*/ 916065 w 3024845"/>
                <a:gd name="connsiteY152-11434" fmla="*/ 635562 h 1078499"/>
                <a:gd name="connsiteX153-11435" fmla="*/ 916065 w 3024845"/>
                <a:gd name="connsiteY153-11436" fmla="*/ 637724 h 1078499"/>
                <a:gd name="connsiteX154-11437" fmla="*/ 916065 w 3024845"/>
                <a:gd name="connsiteY154-11438" fmla="*/ 652857 h 1078499"/>
                <a:gd name="connsiteX155-11439" fmla="*/ 918091 w 3024845"/>
                <a:gd name="connsiteY155-11440" fmla="*/ 651506 h 1078499"/>
                <a:gd name="connsiteX156-11441" fmla="*/ 932278 w 3024845"/>
                <a:gd name="connsiteY156-11442" fmla="*/ 642048 h 1078499"/>
                <a:gd name="connsiteX157-11443" fmla="*/ 938358 w 3024845"/>
                <a:gd name="connsiteY157-11444" fmla="*/ 600974 h 1078499"/>
                <a:gd name="connsiteX158-11445" fmla="*/ 939118 w 3024845"/>
                <a:gd name="connsiteY158-11446" fmla="*/ 600704 h 1078499"/>
                <a:gd name="connsiteX159-11447" fmla="*/ 944438 w 3024845"/>
                <a:gd name="connsiteY159-11448" fmla="*/ 598812 h 1078499"/>
                <a:gd name="connsiteX160-11449" fmla="*/ 946465 w 3024845"/>
                <a:gd name="connsiteY160-11450" fmla="*/ 529635 h 1078499"/>
                <a:gd name="connsiteX161-11451" fmla="*/ 948492 w 3024845"/>
                <a:gd name="connsiteY161-11452" fmla="*/ 598812 h 1078499"/>
                <a:gd name="connsiteX162-11453" fmla="*/ 949252 w 3024845"/>
                <a:gd name="connsiteY162-11454" fmla="*/ 599082 h 1078499"/>
                <a:gd name="connsiteX163-11455" fmla="*/ 954572 w 3024845"/>
                <a:gd name="connsiteY163-11456" fmla="*/ 600974 h 1078499"/>
                <a:gd name="connsiteX164-11457" fmla="*/ 954572 w 3024845"/>
                <a:gd name="connsiteY164-11458" fmla="*/ 514503 h 1078499"/>
                <a:gd name="connsiteX165-11459" fmla="*/ 958625 w 3024845"/>
                <a:gd name="connsiteY165-11460" fmla="*/ 482076 h 1078499"/>
                <a:gd name="connsiteX166-11461" fmla="*/ 997132 w 3024845"/>
                <a:gd name="connsiteY166-11462" fmla="*/ 482076 h 1078499"/>
                <a:gd name="connsiteX167-11463" fmla="*/ 997132 w 3024845"/>
                <a:gd name="connsiteY167-11464" fmla="*/ 514503 h 1078499"/>
                <a:gd name="connsiteX168-11465" fmla="*/ 997892 w 3024845"/>
                <a:gd name="connsiteY168-11466" fmla="*/ 514503 h 1078499"/>
                <a:gd name="connsiteX169-11467" fmla="*/ 1003212 w 3024845"/>
                <a:gd name="connsiteY169-11468" fmla="*/ 514503 h 1078499"/>
                <a:gd name="connsiteX170-11469" fmla="*/ 1003212 w 3024845"/>
                <a:gd name="connsiteY170-11470" fmla="*/ 432355 h 1078499"/>
                <a:gd name="connsiteX171-11471" fmla="*/ 1004986 w 3024845"/>
                <a:gd name="connsiteY171-11472" fmla="*/ 432355 h 1078499"/>
                <a:gd name="connsiteX172-11473" fmla="*/ 1017399 w 3024845"/>
                <a:gd name="connsiteY172-11474" fmla="*/ 432355 h 1078499"/>
                <a:gd name="connsiteX173-11475" fmla="*/ 1017399 w 3024845"/>
                <a:gd name="connsiteY173-11476" fmla="*/ 430464 h 1078499"/>
                <a:gd name="connsiteX174-11477" fmla="*/ 1017399 w 3024845"/>
                <a:gd name="connsiteY174-11478" fmla="*/ 417223 h 1078499"/>
                <a:gd name="connsiteX175-11479" fmla="*/ 1039693 w 3024845"/>
                <a:gd name="connsiteY175-11480" fmla="*/ 417223 h 1078499"/>
                <a:gd name="connsiteX176-11481" fmla="*/ 1039693 w 3024845"/>
                <a:gd name="connsiteY176-11482" fmla="*/ 416142 h 1078499"/>
                <a:gd name="connsiteX177-11483" fmla="*/ 1039693 w 3024845"/>
                <a:gd name="connsiteY177-11484" fmla="*/ 408576 h 1078499"/>
                <a:gd name="connsiteX178-11485" fmla="*/ 1041466 w 3024845"/>
                <a:gd name="connsiteY178-11486" fmla="*/ 408576 h 1078499"/>
                <a:gd name="connsiteX179-11487" fmla="*/ 1053880 w 3024845"/>
                <a:gd name="connsiteY179-11488" fmla="*/ 408576 h 1078499"/>
                <a:gd name="connsiteX180-11489" fmla="*/ 1053880 w 3024845"/>
                <a:gd name="connsiteY180-11490" fmla="*/ 409657 h 1078499"/>
                <a:gd name="connsiteX181-11491" fmla="*/ 1053880 w 3024845"/>
                <a:gd name="connsiteY181-11492" fmla="*/ 417223 h 1078499"/>
                <a:gd name="connsiteX182-11493" fmla="*/ 1054640 w 3024845"/>
                <a:gd name="connsiteY182-11494" fmla="*/ 417223 h 1078499"/>
                <a:gd name="connsiteX183-11495" fmla="*/ 1059960 w 3024845"/>
                <a:gd name="connsiteY183-11496" fmla="*/ 417223 h 1078499"/>
                <a:gd name="connsiteX184-11497" fmla="*/ 1070093 w 3024845"/>
                <a:gd name="connsiteY184-11498" fmla="*/ 412899 h 1078499"/>
                <a:gd name="connsiteX185-11499" fmla="*/ 1074146 w 3024845"/>
                <a:gd name="connsiteY185-11500" fmla="*/ 416142 h 1078499"/>
                <a:gd name="connsiteX186-11501" fmla="*/ 1074146 w 3024845"/>
                <a:gd name="connsiteY186-11502" fmla="*/ 408576 h 1078499"/>
                <a:gd name="connsiteX187-11503" fmla="*/ 1076426 w 3024845"/>
                <a:gd name="connsiteY187-11504" fmla="*/ 408576 h 1078499"/>
                <a:gd name="connsiteX188-11505" fmla="*/ 1092387 w 3024845"/>
                <a:gd name="connsiteY188-11506" fmla="*/ 408576 h 1078499"/>
                <a:gd name="connsiteX189-11507" fmla="*/ 1092387 w 3024845"/>
                <a:gd name="connsiteY189-11508" fmla="*/ 409657 h 1078499"/>
                <a:gd name="connsiteX190-11509" fmla="*/ 1092387 w 3024845"/>
                <a:gd name="connsiteY190-11510" fmla="*/ 417223 h 1078499"/>
                <a:gd name="connsiteX191-11511" fmla="*/ 1122787 w 3024845"/>
                <a:gd name="connsiteY191-11512" fmla="*/ 417223 h 1078499"/>
                <a:gd name="connsiteX192-11513" fmla="*/ 1122787 w 3024845"/>
                <a:gd name="connsiteY192-11514" fmla="*/ 418844 h 1078499"/>
                <a:gd name="connsiteX193-11515" fmla="*/ 1122787 w 3024845"/>
                <a:gd name="connsiteY193-11516" fmla="*/ 430194 h 1078499"/>
                <a:gd name="connsiteX194-11517" fmla="*/ 1149134 w 3024845"/>
                <a:gd name="connsiteY194-11518" fmla="*/ 430194 h 1078499"/>
                <a:gd name="connsiteX195-11519" fmla="*/ 1149134 w 3024845"/>
                <a:gd name="connsiteY195-11520" fmla="*/ 460458 h 1078499"/>
                <a:gd name="connsiteX196-11521" fmla="*/ 1149894 w 3024845"/>
                <a:gd name="connsiteY196-11522" fmla="*/ 460458 h 1078499"/>
                <a:gd name="connsiteX197-11523" fmla="*/ 1155214 w 3024845"/>
                <a:gd name="connsiteY197-11524" fmla="*/ 460458 h 1078499"/>
                <a:gd name="connsiteX198-11525" fmla="*/ 1155214 w 3024845"/>
                <a:gd name="connsiteY198-11526" fmla="*/ 461539 h 1078499"/>
                <a:gd name="connsiteX199-11527" fmla="*/ 1155214 w 3024845"/>
                <a:gd name="connsiteY199-11528" fmla="*/ 469106 h 1078499"/>
                <a:gd name="connsiteX200-11529" fmla="*/ 1159268 w 3024845"/>
                <a:gd name="connsiteY200-11530" fmla="*/ 499370 h 1078499"/>
                <a:gd name="connsiteX201-11531" fmla="*/ 1160028 w 3024845"/>
                <a:gd name="connsiteY201-11532" fmla="*/ 499370 h 1078499"/>
                <a:gd name="connsiteX202-11533" fmla="*/ 1165348 w 3024845"/>
                <a:gd name="connsiteY202-11534" fmla="*/ 499370 h 1078499"/>
                <a:gd name="connsiteX203-11535" fmla="*/ 1165348 w 3024845"/>
                <a:gd name="connsiteY203-11536" fmla="*/ 500181 h 1078499"/>
                <a:gd name="connsiteX204-11537" fmla="*/ 1165348 w 3024845"/>
                <a:gd name="connsiteY204-11538" fmla="*/ 505856 h 1078499"/>
                <a:gd name="connsiteX205-11539" fmla="*/ 1166361 w 3024845"/>
                <a:gd name="connsiteY205-11540" fmla="*/ 505856 h 1078499"/>
                <a:gd name="connsiteX206-11541" fmla="*/ 1173454 w 3024845"/>
                <a:gd name="connsiteY206-11542" fmla="*/ 505856 h 1078499"/>
                <a:gd name="connsiteX207-11543" fmla="*/ 1173454 w 3024845"/>
                <a:gd name="connsiteY207-11544" fmla="*/ 536121 h 1078499"/>
                <a:gd name="connsiteX208-11545" fmla="*/ 1175481 w 3024845"/>
                <a:gd name="connsiteY208-11546" fmla="*/ 536121 h 1078499"/>
                <a:gd name="connsiteX209-11547" fmla="*/ 1189668 w 3024845"/>
                <a:gd name="connsiteY209-11548" fmla="*/ 536121 h 1078499"/>
                <a:gd name="connsiteX210-11549" fmla="*/ 1189668 w 3024845"/>
                <a:gd name="connsiteY210-11550" fmla="*/ 559900 h 1078499"/>
                <a:gd name="connsiteX211-11551" fmla="*/ 1191695 w 3024845"/>
                <a:gd name="connsiteY211-11552" fmla="*/ 561521 h 1078499"/>
                <a:gd name="connsiteX212-11553" fmla="*/ 1191695 w 3024845"/>
                <a:gd name="connsiteY212-11554" fmla="*/ 572871 h 1078499"/>
                <a:gd name="connsiteX213-11555" fmla="*/ 1192455 w 3024845"/>
                <a:gd name="connsiteY213-11556" fmla="*/ 572871 h 1078499"/>
                <a:gd name="connsiteX214-11557" fmla="*/ 1197775 w 3024845"/>
                <a:gd name="connsiteY214-11558" fmla="*/ 572871 h 1078499"/>
                <a:gd name="connsiteX215-11559" fmla="*/ 1197775 w 3024845"/>
                <a:gd name="connsiteY215-11560" fmla="*/ 596650 h 1078499"/>
                <a:gd name="connsiteX216-11561" fmla="*/ 1199041 w 3024845"/>
                <a:gd name="connsiteY216-11562" fmla="*/ 596650 h 1078499"/>
                <a:gd name="connsiteX217-11563" fmla="*/ 1207908 w 3024845"/>
                <a:gd name="connsiteY217-11564" fmla="*/ 596650 h 1078499"/>
                <a:gd name="connsiteX218-11565" fmla="*/ 1209935 w 3024845"/>
                <a:gd name="connsiteY218-11566" fmla="*/ 600704 h 1078499"/>
                <a:gd name="connsiteX219-11567" fmla="*/ 1209935 w 3024845"/>
                <a:gd name="connsiteY219-11568" fmla="*/ 613945 h 1078499"/>
                <a:gd name="connsiteX220-11569" fmla="*/ 1211455 w 3024845"/>
                <a:gd name="connsiteY220-11570" fmla="*/ 612053 h 1078499"/>
                <a:gd name="connsiteX221-11571" fmla="*/ 1222095 w 3024845"/>
                <a:gd name="connsiteY221-11572" fmla="*/ 598812 h 1078499"/>
                <a:gd name="connsiteX222-11573" fmla="*/ 1250469 w 3024845"/>
                <a:gd name="connsiteY222-11574" fmla="*/ 598812 h 1078499"/>
                <a:gd name="connsiteX223-11575" fmla="*/ 1250469 w 3024845"/>
                <a:gd name="connsiteY223-11576" fmla="*/ 685283 h 1078499"/>
                <a:gd name="connsiteX224-11577" fmla="*/ 1251229 w 3024845"/>
                <a:gd name="connsiteY224-11578" fmla="*/ 685283 h 1078499"/>
                <a:gd name="connsiteX225-11579" fmla="*/ 1256549 w 3024845"/>
                <a:gd name="connsiteY225-11580" fmla="*/ 685283 h 1078499"/>
                <a:gd name="connsiteX226-11581" fmla="*/ 1257309 w 3024845"/>
                <a:gd name="connsiteY226-11582" fmla="*/ 683932 h 1078499"/>
                <a:gd name="connsiteX227-11583" fmla="*/ 1262629 w 3024845"/>
                <a:gd name="connsiteY227-11584" fmla="*/ 674474 h 1078499"/>
                <a:gd name="connsiteX228-11585" fmla="*/ 1262629 w 3024845"/>
                <a:gd name="connsiteY228-11586" fmla="*/ 676366 h 1078499"/>
                <a:gd name="connsiteX229-11587" fmla="*/ 1262629 w 3024845"/>
                <a:gd name="connsiteY229-11588" fmla="*/ 689607 h 1078499"/>
                <a:gd name="connsiteX230-11589" fmla="*/ 1266682 w 3024845"/>
                <a:gd name="connsiteY230-11590" fmla="*/ 644210 h 1078499"/>
                <a:gd name="connsiteX231-11591" fmla="*/ 1267442 w 3024845"/>
                <a:gd name="connsiteY231-11592" fmla="*/ 644210 h 1078499"/>
                <a:gd name="connsiteX232-11593" fmla="*/ 1272762 w 3024845"/>
                <a:gd name="connsiteY232-11594" fmla="*/ 644210 h 1078499"/>
                <a:gd name="connsiteX233-11595" fmla="*/ 1272762 w 3024845"/>
                <a:gd name="connsiteY233-11596" fmla="*/ 579356 h 1078499"/>
                <a:gd name="connsiteX234-11597" fmla="*/ 1273776 w 3024845"/>
                <a:gd name="connsiteY234-11598" fmla="*/ 579356 h 1078499"/>
                <a:gd name="connsiteX235-11599" fmla="*/ 1280869 w 3024845"/>
                <a:gd name="connsiteY235-11600" fmla="*/ 579356 h 1078499"/>
                <a:gd name="connsiteX236-11601" fmla="*/ 1293029 w 3024845"/>
                <a:gd name="connsiteY236-11602" fmla="*/ 536121 h 1078499"/>
                <a:gd name="connsiteX237-11603" fmla="*/ 1294296 w 3024845"/>
                <a:gd name="connsiteY237-11604" fmla="*/ 536121 h 1078499"/>
                <a:gd name="connsiteX238-11605" fmla="*/ 1303163 w 3024845"/>
                <a:gd name="connsiteY238-11606" fmla="*/ 536121 h 1078499"/>
                <a:gd name="connsiteX239-11607" fmla="*/ 1313296 w 3024845"/>
                <a:gd name="connsiteY239-11608" fmla="*/ 579356 h 1078499"/>
                <a:gd name="connsiteX240-11609" fmla="*/ 1314309 w 3024845"/>
                <a:gd name="connsiteY240-11610" fmla="*/ 579356 h 1078499"/>
                <a:gd name="connsiteX241-11611" fmla="*/ 1321403 w 3024845"/>
                <a:gd name="connsiteY241-11612" fmla="*/ 579356 h 1078499"/>
                <a:gd name="connsiteX242-11613" fmla="*/ 1321403 w 3024845"/>
                <a:gd name="connsiteY242-11614" fmla="*/ 618268 h 1078499"/>
                <a:gd name="connsiteX243-11615" fmla="*/ 1323176 w 3024845"/>
                <a:gd name="connsiteY243-11616" fmla="*/ 618268 h 1078499"/>
                <a:gd name="connsiteX244-11617" fmla="*/ 1335590 w 3024845"/>
                <a:gd name="connsiteY244-11618" fmla="*/ 618268 h 1078499"/>
                <a:gd name="connsiteX245-11619" fmla="*/ 1335590 w 3024845"/>
                <a:gd name="connsiteY245-11620" fmla="*/ 620430 h 1078499"/>
                <a:gd name="connsiteX246-11621" fmla="*/ 1335590 w 3024845"/>
                <a:gd name="connsiteY246-11622" fmla="*/ 635562 h 1078499"/>
                <a:gd name="connsiteX247-11623" fmla="*/ 1339643 w 3024845"/>
                <a:gd name="connsiteY247-11624" fmla="*/ 633401 h 1078499"/>
                <a:gd name="connsiteX248-11625" fmla="*/ 1339643 w 3024845"/>
                <a:gd name="connsiteY248-11626" fmla="*/ 618268 h 1078499"/>
                <a:gd name="connsiteX249-11627" fmla="*/ 1341163 w 3024845"/>
                <a:gd name="connsiteY249-11628" fmla="*/ 618268 h 1078499"/>
                <a:gd name="connsiteX250-11629" fmla="*/ 1351803 w 3024845"/>
                <a:gd name="connsiteY250-11630" fmla="*/ 618268 h 1078499"/>
                <a:gd name="connsiteX251-11631" fmla="*/ 1351803 w 3024845"/>
                <a:gd name="connsiteY251-11632" fmla="*/ 619889 h 1078499"/>
                <a:gd name="connsiteX252-11633" fmla="*/ 1351803 w 3024845"/>
                <a:gd name="connsiteY252-11634" fmla="*/ 631239 h 1078499"/>
                <a:gd name="connsiteX253-11635" fmla="*/ 1382204 w 3024845"/>
                <a:gd name="connsiteY253-11636" fmla="*/ 631239 h 1078499"/>
                <a:gd name="connsiteX254-11637" fmla="*/ 1382204 w 3024845"/>
                <a:gd name="connsiteY254-11638" fmla="*/ 594489 h 1078499"/>
                <a:gd name="connsiteX255-11639" fmla="*/ 1383470 w 3024845"/>
                <a:gd name="connsiteY255-11640" fmla="*/ 594489 h 1078499"/>
                <a:gd name="connsiteX256-11641" fmla="*/ 1392337 w 3024845"/>
                <a:gd name="connsiteY256-11642" fmla="*/ 594489 h 1078499"/>
                <a:gd name="connsiteX257-11643" fmla="*/ 1392337 w 3024845"/>
                <a:gd name="connsiteY257-11644" fmla="*/ 616106 h 1078499"/>
                <a:gd name="connsiteX258-11645" fmla="*/ 1394364 w 3024845"/>
                <a:gd name="connsiteY258-11646" fmla="*/ 583680 h 1078499"/>
                <a:gd name="connsiteX259-11647" fmla="*/ 1416657 w 3024845"/>
                <a:gd name="connsiteY259-11648" fmla="*/ 583680 h 1078499"/>
                <a:gd name="connsiteX260-11649" fmla="*/ 1416657 w 3024845"/>
                <a:gd name="connsiteY260-11650" fmla="*/ 582058 h 1078499"/>
                <a:gd name="connsiteX261-11651" fmla="*/ 1416657 w 3024845"/>
                <a:gd name="connsiteY261-11652" fmla="*/ 570709 h 1078499"/>
                <a:gd name="connsiteX262-11653" fmla="*/ 1417417 w 3024845"/>
                <a:gd name="connsiteY262-11654" fmla="*/ 570709 h 1078499"/>
                <a:gd name="connsiteX263-11655" fmla="*/ 1422737 w 3024845"/>
                <a:gd name="connsiteY263-11656" fmla="*/ 570709 h 1078499"/>
                <a:gd name="connsiteX264-11657" fmla="*/ 1422737 w 3024845"/>
                <a:gd name="connsiteY264-11658" fmla="*/ 568818 h 1078499"/>
                <a:gd name="connsiteX265-11659" fmla="*/ 1422737 w 3024845"/>
                <a:gd name="connsiteY265-11660" fmla="*/ 555577 h 1078499"/>
                <a:gd name="connsiteX266-11661" fmla="*/ 1426791 w 3024845"/>
                <a:gd name="connsiteY266-11662" fmla="*/ 562062 h 1078499"/>
                <a:gd name="connsiteX267-11663" fmla="*/ 1429071 w 3024845"/>
                <a:gd name="connsiteY267-11664" fmla="*/ 562062 h 1078499"/>
                <a:gd name="connsiteX268-11665" fmla="*/ 1445031 w 3024845"/>
                <a:gd name="connsiteY268-11666" fmla="*/ 562062 h 1078499"/>
                <a:gd name="connsiteX269-11667" fmla="*/ 1445031 w 3024845"/>
                <a:gd name="connsiteY269-11668" fmla="*/ 561251 h 1078499"/>
                <a:gd name="connsiteX270-11669" fmla="*/ 1445031 w 3024845"/>
                <a:gd name="connsiteY270-11670" fmla="*/ 555577 h 1078499"/>
                <a:gd name="connsiteX271-11671" fmla="*/ 1445791 w 3024845"/>
                <a:gd name="connsiteY271-11672" fmla="*/ 555577 h 1078499"/>
                <a:gd name="connsiteX272-11673" fmla="*/ 1451111 w 3024845"/>
                <a:gd name="connsiteY272-11674" fmla="*/ 555577 h 1078499"/>
                <a:gd name="connsiteX273-11675" fmla="*/ 1451111 w 3024845"/>
                <a:gd name="connsiteY273-11676" fmla="*/ 556928 h 1078499"/>
                <a:gd name="connsiteX274-11677" fmla="*/ 1451111 w 3024845"/>
                <a:gd name="connsiteY274-11678" fmla="*/ 566386 h 1078499"/>
                <a:gd name="connsiteX275-11679" fmla="*/ 1489618 w 3024845"/>
                <a:gd name="connsiteY275-11680" fmla="*/ 566386 h 1078499"/>
                <a:gd name="connsiteX276-11681" fmla="*/ 1489618 w 3024845"/>
                <a:gd name="connsiteY276-11682" fmla="*/ 704739 h 1078499"/>
                <a:gd name="connsiteX277-11683" fmla="*/ 1491138 w 3024845"/>
                <a:gd name="connsiteY277-11684" fmla="*/ 704739 h 1078499"/>
                <a:gd name="connsiteX278-11685" fmla="*/ 1501778 w 3024845"/>
                <a:gd name="connsiteY278-11686" fmla="*/ 704739 h 1078499"/>
                <a:gd name="connsiteX279-11687" fmla="*/ 1501778 w 3024845"/>
                <a:gd name="connsiteY279-11688" fmla="*/ 691769 h 1078499"/>
                <a:gd name="connsiteX280-11689" fmla="*/ 1505832 w 3024845"/>
                <a:gd name="connsiteY280-11690" fmla="*/ 691769 h 1078499"/>
                <a:gd name="connsiteX281-11691" fmla="*/ 1505832 w 3024845"/>
                <a:gd name="connsiteY281-11692" fmla="*/ 704739 h 1078499"/>
                <a:gd name="connsiteX282-11693" fmla="*/ 1536232 w 3024845"/>
                <a:gd name="connsiteY282-11694" fmla="*/ 704739 h 1078499"/>
                <a:gd name="connsiteX283-11695" fmla="*/ 1536232 w 3024845"/>
                <a:gd name="connsiteY283-11696" fmla="*/ 674474 h 1078499"/>
                <a:gd name="connsiteX284-11697" fmla="*/ 1548392 w 3024845"/>
                <a:gd name="connsiteY284-11698" fmla="*/ 674474 h 1078499"/>
                <a:gd name="connsiteX285-11699" fmla="*/ 1560552 w 3024845"/>
                <a:gd name="connsiteY285-11700" fmla="*/ 672313 h 1078499"/>
                <a:gd name="connsiteX286-11701" fmla="*/ 1564606 w 3024845"/>
                <a:gd name="connsiteY286-11702" fmla="*/ 674474 h 1078499"/>
                <a:gd name="connsiteX287-11703" fmla="*/ 1574739 w 3024845"/>
                <a:gd name="connsiteY287-11704" fmla="*/ 674474 h 1078499"/>
                <a:gd name="connsiteX288-11705" fmla="*/ 1574739 w 3024845"/>
                <a:gd name="connsiteY288-11706" fmla="*/ 704739 h 1078499"/>
                <a:gd name="connsiteX289-11707" fmla="*/ 1582846 w 3024845"/>
                <a:gd name="connsiteY289-11708" fmla="*/ 704739 h 1078499"/>
                <a:gd name="connsiteX290-11709" fmla="*/ 1582846 w 3024845"/>
                <a:gd name="connsiteY290-11710" fmla="*/ 722034 h 1078499"/>
                <a:gd name="connsiteX291-11711" fmla="*/ 1592182 w 3024845"/>
                <a:gd name="connsiteY291-11712" fmla="*/ 722939 h 1078499"/>
                <a:gd name="connsiteX292-11713" fmla="*/ 1605140 w 3024845"/>
                <a:gd name="connsiteY292-11714" fmla="*/ 722939 h 1078499"/>
                <a:gd name="connsiteX293-11715" fmla="*/ 1605140 w 3024845"/>
                <a:gd name="connsiteY293-11716" fmla="*/ 706901 h 1078499"/>
                <a:gd name="connsiteX294-11717" fmla="*/ 1673096 w 3024845"/>
                <a:gd name="connsiteY294-11718" fmla="*/ 706901 h 1078499"/>
                <a:gd name="connsiteX295-11719" fmla="*/ 1673096 w 3024845"/>
                <a:gd name="connsiteY295-11720" fmla="*/ 621648 h 1078499"/>
                <a:gd name="connsiteX296-11721" fmla="*/ 1745104 w 3024845"/>
                <a:gd name="connsiteY296-11722" fmla="*/ 621648 h 1078499"/>
                <a:gd name="connsiteX297-11723" fmla="*/ 1745104 w 3024845"/>
                <a:gd name="connsiteY297-11724" fmla="*/ 700416 h 1078499"/>
                <a:gd name="connsiteX298-11725" fmla="*/ 1747008 w 3024845"/>
                <a:gd name="connsiteY298-11726" fmla="*/ 700416 h 1078499"/>
                <a:gd name="connsiteX299-11727" fmla="*/ 1748250 w 3024845"/>
                <a:gd name="connsiteY299-11728" fmla="*/ 722939 h 1078499"/>
                <a:gd name="connsiteX300-11729" fmla="*/ 1757926 w 3024845"/>
                <a:gd name="connsiteY300-11730" fmla="*/ 722939 h 1078499"/>
                <a:gd name="connsiteX301-11731" fmla="*/ 1759168 w 3024845"/>
                <a:gd name="connsiteY301-11732" fmla="*/ 700416 h 1078499"/>
                <a:gd name="connsiteX302-11733" fmla="*/ 1765248 w 3024845"/>
                <a:gd name="connsiteY302-11734" fmla="*/ 700416 h 1078499"/>
                <a:gd name="connsiteX303-11735" fmla="*/ 1766490 w 3024845"/>
                <a:gd name="connsiteY303-11736" fmla="*/ 722939 h 1078499"/>
                <a:gd name="connsiteX304-11737" fmla="*/ 1817112 w 3024845"/>
                <a:gd name="connsiteY304-11738" fmla="*/ 722939 h 1078499"/>
                <a:gd name="connsiteX305-11739" fmla="*/ 1817112 w 3024845"/>
                <a:gd name="connsiteY305-11740" fmla="*/ 559911 h 1078499"/>
                <a:gd name="connsiteX306-11741" fmla="*/ 2014439 w 3024845"/>
                <a:gd name="connsiteY306-11742" fmla="*/ 559911 h 1078499"/>
                <a:gd name="connsiteX307-11743" fmla="*/ 2014439 w 3024845"/>
                <a:gd name="connsiteY307-11744" fmla="*/ 722939 h 1078499"/>
                <a:gd name="connsiteX308-11745" fmla="*/ 2033136 w 3024845"/>
                <a:gd name="connsiteY308-11746" fmla="*/ 722939 h 1078499"/>
                <a:gd name="connsiteX309-11747" fmla="*/ 2033136 w 3024845"/>
                <a:gd name="connsiteY309-11748" fmla="*/ 640246 h 1078499"/>
                <a:gd name="connsiteX310-11749" fmla="*/ 2128256 w 3024845"/>
                <a:gd name="connsiteY310-11750" fmla="*/ 640246 h 1078499"/>
                <a:gd name="connsiteX311-11751" fmla="*/ 2140186 w 3024845"/>
                <a:gd name="connsiteY311-11752" fmla="*/ 322105 h 1078499"/>
                <a:gd name="connsiteX312-11753" fmla="*/ 2128026 w 3024845"/>
                <a:gd name="connsiteY312-11754" fmla="*/ 300487 h 1078499"/>
                <a:gd name="connsiteX313-11755" fmla="*/ 2121946 w 3024845"/>
                <a:gd name="connsiteY313-11756" fmla="*/ 296163 h 1078499"/>
                <a:gd name="connsiteX314-11757" fmla="*/ 2130053 w 3024845"/>
                <a:gd name="connsiteY314-11758" fmla="*/ 272384 h 1078499"/>
                <a:gd name="connsiteX315-11759" fmla="*/ 2130053 w 3024845"/>
                <a:gd name="connsiteY315-11760" fmla="*/ 255090 h 1078499"/>
                <a:gd name="connsiteX316-11761" fmla="*/ 2144240 w 3024845"/>
                <a:gd name="connsiteY316-11762" fmla="*/ 255090 h 1078499"/>
                <a:gd name="connsiteX317-11763" fmla="*/ 2144240 w 3024845"/>
                <a:gd name="connsiteY317-11764" fmla="*/ 233472 h 1078499"/>
                <a:gd name="connsiteX318-11765" fmla="*/ 2146266 w 3024845"/>
                <a:gd name="connsiteY318-11766" fmla="*/ 229148 h 1078499"/>
                <a:gd name="connsiteX319-11767" fmla="*/ 2146266 w 3024845"/>
                <a:gd name="connsiteY319-11768" fmla="*/ 151324 h 1078499"/>
                <a:gd name="connsiteX320-11769" fmla="*/ 2144240 w 3024845"/>
                <a:gd name="connsiteY320-11770" fmla="*/ 144839 h 1078499"/>
                <a:gd name="connsiteX321-11771" fmla="*/ 2150320 w 3024845"/>
                <a:gd name="connsiteY321-11772" fmla="*/ 138353 h 1078499"/>
                <a:gd name="connsiteX322-11773" fmla="*/ 2150320 w 3024845"/>
                <a:gd name="connsiteY322-11774" fmla="*/ 79985 h 1078499"/>
                <a:gd name="connsiteX323-11775" fmla="*/ 2152346 w 3024845"/>
                <a:gd name="connsiteY323-11776" fmla="*/ 75662 h 1078499"/>
                <a:gd name="connsiteX324-11777" fmla="*/ 2152346 w 3024845"/>
                <a:gd name="connsiteY324-11778" fmla="*/ 19456 h 1078499"/>
                <a:gd name="connsiteX325-11779" fmla="*/ 2154373 w 3024845"/>
                <a:gd name="connsiteY325-11780" fmla="*/ 0 h 1078499"/>
                <a:gd name="connsiteX326-11781" fmla="*/ 2158427 w 3024845"/>
                <a:gd name="connsiteY326-11782" fmla="*/ 17294 h 1078499"/>
                <a:gd name="connsiteX327-11783" fmla="*/ 2160453 w 3024845"/>
                <a:gd name="connsiteY327-11784" fmla="*/ 75662 h 1078499"/>
                <a:gd name="connsiteX328-11785" fmla="*/ 2162480 w 3024845"/>
                <a:gd name="connsiteY328-11786" fmla="*/ 138353 h 1078499"/>
                <a:gd name="connsiteX329-11787" fmla="*/ 2168560 w 3024845"/>
                <a:gd name="connsiteY329-11788" fmla="*/ 144839 h 1078499"/>
                <a:gd name="connsiteX330-11789" fmla="*/ 2166533 w 3024845"/>
                <a:gd name="connsiteY330-11790" fmla="*/ 151324 h 1078499"/>
                <a:gd name="connsiteX331-11791" fmla="*/ 2166533 w 3024845"/>
                <a:gd name="connsiteY331-11792" fmla="*/ 229148 h 1078499"/>
                <a:gd name="connsiteX332-11793" fmla="*/ 2168560 w 3024845"/>
                <a:gd name="connsiteY332-11794" fmla="*/ 233472 h 1078499"/>
                <a:gd name="connsiteX333-11795" fmla="*/ 2168560 w 3024845"/>
                <a:gd name="connsiteY333-11796" fmla="*/ 255090 h 1078499"/>
                <a:gd name="connsiteX334-11797" fmla="*/ 2182747 w 3024845"/>
                <a:gd name="connsiteY334-11798" fmla="*/ 255090 h 1078499"/>
                <a:gd name="connsiteX335-11799" fmla="*/ 2182747 w 3024845"/>
                <a:gd name="connsiteY335-11800" fmla="*/ 272384 h 1078499"/>
                <a:gd name="connsiteX336-11801" fmla="*/ 2190854 w 3024845"/>
                <a:gd name="connsiteY336-11802" fmla="*/ 296163 h 1078499"/>
                <a:gd name="connsiteX337-11803" fmla="*/ 2184774 w 3024845"/>
                <a:gd name="connsiteY337-11804" fmla="*/ 300487 h 1078499"/>
                <a:gd name="connsiteX338-11805" fmla="*/ 2172613 w 3024845"/>
                <a:gd name="connsiteY338-11806" fmla="*/ 322105 h 1078499"/>
                <a:gd name="connsiteX339-11807" fmla="*/ 2180720 w 3024845"/>
                <a:gd name="connsiteY339-11808" fmla="*/ 575033 h 1078499"/>
                <a:gd name="connsiteX340-11809" fmla="*/ 2245574 w 3024845"/>
                <a:gd name="connsiteY340-11810" fmla="*/ 575033 h 1078499"/>
                <a:gd name="connsiteX341-11811" fmla="*/ 2245574 w 3024845"/>
                <a:gd name="connsiteY341-11812" fmla="*/ 650695 h 1078499"/>
                <a:gd name="connsiteX342-11813" fmla="*/ 2253681 w 3024845"/>
                <a:gd name="connsiteY342-11814" fmla="*/ 650695 h 1078499"/>
                <a:gd name="connsiteX343-11815" fmla="*/ 2255708 w 3024845"/>
                <a:gd name="connsiteY343-11816" fmla="*/ 644210 h 1078499"/>
                <a:gd name="connsiteX344-11817" fmla="*/ 2261788 w 3024845"/>
                <a:gd name="connsiteY344-11818" fmla="*/ 644210 h 1078499"/>
                <a:gd name="connsiteX345-11819" fmla="*/ 2263815 w 3024845"/>
                <a:gd name="connsiteY345-11820" fmla="*/ 652857 h 1078499"/>
                <a:gd name="connsiteX346-11821" fmla="*/ 2275975 w 3024845"/>
                <a:gd name="connsiteY346-11822" fmla="*/ 652857 h 1078499"/>
                <a:gd name="connsiteX347-11823" fmla="*/ 2275975 w 3024845"/>
                <a:gd name="connsiteY347-11824" fmla="*/ 646371 h 1078499"/>
                <a:gd name="connsiteX348-11825" fmla="*/ 2298268 w 3024845"/>
                <a:gd name="connsiteY348-11826" fmla="*/ 646371 h 1078499"/>
                <a:gd name="connsiteX349-11827" fmla="*/ 2298268 w 3024845"/>
                <a:gd name="connsiteY349-11828" fmla="*/ 652857 h 1078499"/>
                <a:gd name="connsiteX350-11829" fmla="*/ 2318535 w 3024845"/>
                <a:gd name="connsiteY350-11830" fmla="*/ 652857 h 1078499"/>
                <a:gd name="connsiteX351-11831" fmla="*/ 2318535 w 3024845"/>
                <a:gd name="connsiteY351-11832" fmla="*/ 698254 h 1078499"/>
                <a:gd name="connsiteX352-11833" fmla="*/ 2332722 w 3024845"/>
                <a:gd name="connsiteY352-11834" fmla="*/ 698254 h 1078499"/>
                <a:gd name="connsiteX353-11835" fmla="*/ 2332722 w 3024845"/>
                <a:gd name="connsiteY353-11836" fmla="*/ 685283 h 1078499"/>
                <a:gd name="connsiteX354-11837" fmla="*/ 2348936 w 3024845"/>
                <a:gd name="connsiteY354-11838" fmla="*/ 685283 h 1078499"/>
                <a:gd name="connsiteX355-11839" fmla="*/ 2348936 w 3024845"/>
                <a:gd name="connsiteY355-11840" fmla="*/ 505856 h 1078499"/>
                <a:gd name="connsiteX356-11841" fmla="*/ 2355016 w 3024845"/>
                <a:gd name="connsiteY356-11842" fmla="*/ 499370 h 1078499"/>
                <a:gd name="connsiteX357-11843" fmla="*/ 2427977 w 3024845"/>
                <a:gd name="connsiteY357-11844" fmla="*/ 499370 h 1078499"/>
                <a:gd name="connsiteX358-11845" fmla="*/ 2427977 w 3024845"/>
                <a:gd name="connsiteY358-11846" fmla="*/ 508018 h 1078499"/>
                <a:gd name="connsiteX359-11847" fmla="*/ 2438110 w 3024845"/>
                <a:gd name="connsiteY359-11848" fmla="*/ 508018 h 1078499"/>
                <a:gd name="connsiteX360-11849" fmla="*/ 2438110 w 3024845"/>
                <a:gd name="connsiteY360-11850" fmla="*/ 622592 h 1078499"/>
                <a:gd name="connsiteX361-11851" fmla="*/ 2460404 w 3024845"/>
                <a:gd name="connsiteY361-11852" fmla="*/ 622592 h 1078499"/>
                <a:gd name="connsiteX362-11853" fmla="*/ 2460404 w 3024845"/>
                <a:gd name="connsiteY362-11854" fmla="*/ 555577 h 1078499"/>
                <a:gd name="connsiteX363-11855" fmla="*/ 2486751 w 3024845"/>
                <a:gd name="connsiteY363-11856" fmla="*/ 555577 h 1078499"/>
                <a:gd name="connsiteX364-11857" fmla="*/ 2490804 w 3024845"/>
                <a:gd name="connsiteY364-11858" fmla="*/ 551253 h 1078499"/>
                <a:gd name="connsiteX365-11859" fmla="*/ 2498911 w 3024845"/>
                <a:gd name="connsiteY365-11860" fmla="*/ 551253 h 1078499"/>
                <a:gd name="connsiteX366-11861" fmla="*/ 2502964 w 3024845"/>
                <a:gd name="connsiteY366-11862" fmla="*/ 555577 h 1078499"/>
                <a:gd name="connsiteX367-11863" fmla="*/ 2525258 w 3024845"/>
                <a:gd name="connsiteY367-11864" fmla="*/ 555577 h 1078499"/>
                <a:gd name="connsiteX368-11865" fmla="*/ 2525258 w 3024845"/>
                <a:gd name="connsiteY368-11866" fmla="*/ 438841 h 1078499"/>
                <a:gd name="connsiteX369-11867" fmla="*/ 2582005 w 3024845"/>
                <a:gd name="connsiteY369-11868" fmla="*/ 428032 h 1078499"/>
                <a:gd name="connsiteX370-11869" fmla="*/ 2582005 w 3024845"/>
                <a:gd name="connsiteY370-11870" fmla="*/ 429113 h 1078499"/>
                <a:gd name="connsiteX371-11871" fmla="*/ 2582005 w 3024845"/>
                <a:gd name="connsiteY371-11872" fmla="*/ 436679 h 1078499"/>
                <a:gd name="connsiteX372-11873" fmla="*/ 2608352 w 3024845"/>
                <a:gd name="connsiteY372-11874" fmla="*/ 436679 h 1078499"/>
                <a:gd name="connsiteX373-11875" fmla="*/ 2608352 w 3024845"/>
                <a:gd name="connsiteY373-11876" fmla="*/ 691769 h 1078499"/>
                <a:gd name="connsiteX374-11877" fmla="*/ 2630646 w 3024845"/>
                <a:gd name="connsiteY374-11878" fmla="*/ 691769 h 1078499"/>
                <a:gd name="connsiteX375-11879" fmla="*/ 2630646 w 3024845"/>
                <a:gd name="connsiteY375-11880" fmla="*/ 687445 h 1078499"/>
                <a:gd name="connsiteX376-11881" fmla="*/ 2642806 w 3024845"/>
                <a:gd name="connsiteY376-11882" fmla="*/ 687445 h 1078499"/>
                <a:gd name="connsiteX377-11883" fmla="*/ 2642806 w 3024845"/>
                <a:gd name="connsiteY377-11884" fmla="*/ 691769 h 1078499"/>
                <a:gd name="connsiteX378-11885" fmla="*/ 2667126 w 3024845"/>
                <a:gd name="connsiteY378-11886" fmla="*/ 691769 h 1078499"/>
                <a:gd name="connsiteX379-11887" fmla="*/ 2667126 w 3024845"/>
                <a:gd name="connsiteY379-11888" fmla="*/ 678798 h 1078499"/>
                <a:gd name="connsiteX380-11889" fmla="*/ 2695500 w 3024845"/>
                <a:gd name="connsiteY380-11890" fmla="*/ 678798 h 1078499"/>
                <a:gd name="connsiteX381-11891" fmla="*/ 2707660 w 3024845"/>
                <a:gd name="connsiteY381-11892" fmla="*/ 674474 h 1078499"/>
                <a:gd name="connsiteX382-11893" fmla="*/ 2727927 w 3024845"/>
                <a:gd name="connsiteY382-11894" fmla="*/ 678798 h 1078499"/>
                <a:gd name="connsiteX383-11895" fmla="*/ 2727927 w 3024845"/>
                <a:gd name="connsiteY383-11896" fmla="*/ 661504 h 1078499"/>
                <a:gd name="connsiteX384-11897" fmla="*/ 2736034 w 3024845"/>
                <a:gd name="connsiteY384-11898" fmla="*/ 661504 h 1078499"/>
                <a:gd name="connsiteX385-11899" fmla="*/ 2736034 w 3024845"/>
                <a:gd name="connsiteY385-11900" fmla="*/ 648533 h 1078499"/>
                <a:gd name="connsiteX386-11901" fmla="*/ 2792781 w 3024845"/>
                <a:gd name="connsiteY386-11902" fmla="*/ 648533 h 1078499"/>
                <a:gd name="connsiteX387-11903" fmla="*/ 2792781 w 3024845"/>
                <a:gd name="connsiteY387-11904" fmla="*/ 618268 h 1078499"/>
                <a:gd name="connsiteX388-11905" fmla="*/ 2811021 w 3024845"/>
                <a:gd name="connsiteY388-11906" fmla="*/ 618268 h 1078499"/>
                <a:gd name="connsiteX389-11907" fmla="*/ 2811021 w 3024845"/>
                <a:gd name="connsiteY389-11908" fmla="*/ 611783 h 1078499"/>
                <a:gd name="connsiteX390-11909" fmla="*/ 2823181 w 3024845"/>
                <a:gd name="connsiteY390-11910" fmla="*/ 611783 h 1078499"/>
                <a:gd name="connsiteX391-11911" fmla="*/ 2823181 w 3024845"/>
                <a:gd name="connsiteY391-11912" fmla="*/ 618268 h 1078499"/>
                <a:gd name="connsiteX392-11913" fmla="*/ 2839395 w 3024845"/>
                <a:gd name="connsiteY392-11914" fmla="*/ 618268 h 1078499"/>
                <a:gd name="connsiteX393-11915" fmla="*/ 2839395 w 3024845"/>
                <a:gd name="connsiteY393-11916" fmla="*/ 667989 h 1078499"/>
                <a:gd name="connsiteX394-11917" fmla="*/ 2871822 w 3024845"/>
                <a:gd name="connsiteY394-11918" fmla="*/ 667989 h 1078499"/>
                <a:gd name="connsiteX395-11919" fmla="*/ 2871822 w 3024845"/>
                <a:gd name="connsiteY395-11920" fmla="*/ 642048 h 1078499"/>
                <a:gd name="connsiteX396-11921" fmla="*/ 2910329 w 3024845"/>
                <a:gd name="connsiteY396-11922" fmla="*/ 642048 h 1078499"/>
                <a:gd name="connsiteX397-11923" fmla="*/ 2910329 w 3024845"/>
                <a:gd name="connsiteY397-11924" fmla="*/ 611783 h 1078499"/>
                <a:gd name="connsiteX398-11925" fmla="*/ 2958970 w 3024845"/>
                <a:gd name="connsiteY398-11926" fmla="*/ 611783 h 1078499"/>
                <a:gd name="connsiteX399-11927" fmla="*/ 2958970 w 3024845"/>
                <a:gd name="connsiteY399-11928" fmla="*/ 722939 h 1078499"/>
                <a:gd name="connsiteX400-11929" fmla="*/ 2958970 w 3024845"/>
                <a:gd name="connsiteY400-11930" fmla="*/ 736718 h 1078499"/>
                <a:gd name="connsiteX401-11931" fmla="*/ 3024845 w 3024845"/>
                <a:gd name="connsiteY401-11932" fmla="*/ 736718 h 1078499"/>
                <a:gd name="connsiteX402-11933" fmla="*/ 3024845 w 3024845"/>
                <a:gd name="connsiteY402-11934" fmla="*/ 1078499 h 1078499"/>
                <a:gd name="connsiteX403-11935" fmla="*/ 2054 w 3024845"/>
                <a:gd name="connsiteY403-11936" fmla="*/ 1076166 h 1078499"/>
                <a:gd name="connsiteX404-11937" fmla="*/ 0 w 3024845"/>
                <a:gd name="connsiteY404-11938" fmla="*/ 642048 h 1078499"/>
                <a:gd name="connsiteX405-11939" fmla="*/ 20267 w 3024845"/>
                <a:gd name="connsiteY405-11940" fmla="*/ 642048 h 1078499"/>
                <a:gd name="connsiteX406-11941" fmla="*/ 20774 w 3024845"/>
                <a:gd name="connsiteY406-11942" fmla="*/ 640967 h 1078499"/>
                <a:gd name="connsiteX407-11943" fmla="*/ 24320 w 3024845"/>
                <a:gd name="connsiteY407-11944" fmla="*/ 633401 h 1078499"/>
                <a:gd name="connsiteX408-11945" fmla="*/ 26094 w 3024845"/>
                <a:gd name="connsiteY408-11946" fmla="*/ 633671 h 1078499"/>
                <a:gd name="connsiteX409-11947" fmla="*/ 38507 w 3024845"/>
                <a:gd name="connsiteY409-11948" fmla="*/ 635562 h 1078499"/>
                <a:gd name="connsiteX410-11949" fmla="*/ 39014 w 3024845"/>
                <a:gd name="connsiteY410-11950" fmla="*/ 636914 h 1078499"/>
                <a:gd name="connsiteX411-11951" fmla="*/ 42560 w 3024845"/>
                <a:gd name="connsiteY411-11952" fmla="*/ 646371 h 1078499"/>
                <a:gd name="connsiteX412-11953" fmla="*/ 68907 w 3024845"/>
                <a:gd name="connsiteY412-11954" fmla="*/ 648533 h 1078499"/>
                <a:gd name="connsiteX413-11955" fmla="*/ 68907 w 3024845"/>
                <a:gd name="connsiteY413-11956" fmla="*/ 525312 h 1078499"/>
                <a:gd name="connsiteX414-11957" fmla="*/ 70934 w 3024845"/>
                <a:gd name="connsiteY414-11958" fmla="*/ 525312 h 1078499"/>
                <a:gd name="connsiteX415-11959" fmla="*/ 85121 w 3024845"/>
                <a:gd name="connsiteY415-11960" fmla="*/ 525312 h 1078499"/>
                <a:gd name="connsiteX416-11961" fmla="*/ 85121 w 3024845"/>
                <a:gd name="connsiteY416-11962" fmla="*/ 389120 h 1078499"/>
                <a:gd name="connsiteX417-11963" fmla="*/ 86894 w 3024845"/>
                <a:gd name="connsiteY417-11964" fmla="*/ 389120 h 1078499"/>
                <a:gd name="connsiteX418-11965" fmla="*/ 99308 w 3024845"/>
                <a:gd name="connsiteY418-11966" fmla="*/ 389120 h 1078499"/>
                <a:gd name="connsiteX419-11967" fmla="*/ 99308 w 3024845"/>
                <a:gd name="connsiteY419-11968" fmla="*/ 274546 h 1078499"/>
                <a:gd name="connsiteX420-11969" fmla="*/ 103361 w 3024845"/>
                <a:gd name="connsiteY420-11970" fmla="*/ 246442 h 1078499"/>
                <a:gd name="connsiteX421-11971" fmla="*/ 105388 w 3024845"/>
                <a:gd name="connsiteY421-11972" fmla="*/ 246442 h 1078499"/>
                <a:gd name="connsiteX422-11973" fmla="*/ 119575 w 3024845"/>
                <a:gd name="connsiteY422-11974" fmla="*/ 246442 h 1078499"/>
                <a:gd name="connsiteX423-11975" fmla="*/ 156055 w 3024845"/>
                <a:gd name="connsiteY423-11976" fmla="*/ 164295 h 1078499"/>
                <a:gd name="connsiteX0-11977" fmla="*/ 119575 w 3024845"/>
                <a:gd name="connsiteY0-11978" fmla="*/ 246442 h 1078499"/>
                <a:gd name="connsiteX1-11979" fmla="*/ 162135 w 3024845"/>
                <a:gd name="connsiteY1-11980" fmla="*/ 164295 h 1078499"/>
                <a:gd name="connsiteX2-11981" fmla="*/ 200642 w 3024845"/>
                <a:gd name="connsiteY2-11982" fmla="*/ 244281 h 1078499"/>
                <a:gd name="connsiteX3-11983" fmla="*/ 202669 w 3024845"/>
                <a:gd name="connsiteY3-11984" fmla="*/ 244281 h 1078499"/>
                <a:gd name="connsiteX4-11985" fmla="*/ 216856 w 3024845"/>
                <a:gd name="connsiteY4-11986" fmla="*/ 244281 h 1078499"/>
                <a:gd name="connsiteX5-11987" fmla="*/ 216856 w 3024845"/>
                <a:gd name="connsiteY5-11988" fmla="*/ 268060 h 1078499"/>
                <a:gd name="connsiteX6-11989" fmla="*/ 217363 w 3024845"/>
                <a:gd name="connsiteY6-11990" fmla="*/ 268871 h 1078499"/>
                <a:gd name="connsiteX7-11991" fmla="*/ 220909 w 3024845"/>
                <a:gd name="connsiteY7-11992" fmla="*/ 274546 h 1078499"/>
                <a:gd name="connsiteX8-11993" fmla="*/ 220909 w 3024845"/>
                <a:gd name="connsiteY8-11994" fmla="*/ 389120 h 1078499"/>
                <a:gd name="connsiteX9-11995" fmla="*/ 223189 w 3024845"/>
                <a:gd name="connsiteY9-11996" fmla="*/ 389120 h 1078499"/>
                <a:gd name="connsiteX10-11997" fmla="*/ 239150 w 3024845"/>
                <a:gd name="connsiteY10-11998" fmla="*/ 389120 h 1078499"/>
                <a:gd name="connsiteX11-11999" fmla="*/ 239150 w 3024845"/>
                <a:gd name="connsiteY11-12000" fmla="*/ 529635 h 1078499"/>
                <a:gd name="connsiteX12-12001" fmla="*/ 240670 w 3024845"/>
                <a:gd name="connsiteY12-12002" fmla="*/ 529365 h 1078499"/>
                <a:gd name="connsiteX13-12003" fmla="*/ 251310 w 3024845"/>
                <a:gd name="connsiteY13-12004" fmla="*/ 527474 h 1078499"/>
                <a:gd name="connsiteX14-12005" fmla="*/ 249283 w 3024845"/>
                <a:gd name="connsiteY14-12006" fmla="*/ 616106 h 1078499"/>
                <a:gd name="connsiteX15-12007" fmla="*/ 250803 w 3024845"/>
                <a:gd name="connsiteY15-12008" fmla="*/ 616377 h 1078499"/>
                <a:gd name="connsiteX16-12009" fmla="*/ 261443 w 3024845"/>
                <a:gd name="connsiteY16-12010" fmla="*/ 618268 h 1078499"/>
                <a:gd name="connsiteX17-12011" fmla="*/ 261696 w 3024845"/>
                <a:gd name="connsiteY17-12012" fmla="*/ 619079 h 1078499"/>
                <a:gd name="connsiteX18-12013" fmla="*/ 263470 w 3024845"/>
                <a:gd name="connsiteY18-12014" fmla="*/ 624754 h 1078499"/>
                <a:gd name="connsiteX19-12015" fmla="*/ 264230 w 3024845"/>
                <a:gd name="connsiteY19-12016" fmla="*/ 622322 h 1078499"/>
                <a:gd name="connsiteX20-12017" fmla="*/ 269550 w 3024845"/>
                <a:gd name="connsiteY20-12018" fmla="*/ 605298 h 1078499"/>
                <a:gd name="connsiteX21-12019" fmla="*/ 271323 w 3024845"/>
                <a:gd name="connsiteY21-12020" fmla="*/ 605298 h 1078499"/>
                <a:gd name="connsiteX22-12021" fmla="*/ 283737 w 3024845"/>
                <a:gd name="connsiteY22-12022" fmla="*/ 605298 h 1078499"/>
                <a:gd name="connsiteX23-12023" fmla="*/ 283737 w 3024845"/>
                <a:gd name="connsiteY23-12024" fmla="*/ 637724 h 1078499"/>
                <a:gd name="connsiteX24-12025" fmla="*/ 284750 w 3024845"/>
                <a:gd name="connsiteY24-12026" fmla="*/ 638265 h 1078499"/>
                <a:gd name="connsiteX25-12027" fmla="*/ 291844 w 3024845"/>
                <a:gd name="connsiteY25-12028" fmla="*/ 642048 h 1078499"/>
                <a:gd name="connsiteX26-12029" fmla="*/ 291844 w 3024845"/>
                <a:gd name="connsiteY26-12030" fmla="*/ 643399 h 1078499"/>
                <a:gd name="connsiteX27-12031" fmla="*/ 291844 w 3024845"/>
                <a:gd name="connsiteY27-12032" fmla="*/ 652857 h 1078499"/>
                <a:gd name="connsiteX28-12033" fmla="*/ 336431 w 3024845"/>
                <a:gd name="connsiteY28-12034" fmla="*/ 652857 h 1078499"/>
                <a:gd name="connsiteX29-12035" fmla="*/ 336431 w 3024845"/>
                <a:gd name="connsiteY29-12036" fmla="*/ 653938 h 1078499"/>
                <a:gd name="connsiteX30-12037" fmla="*/ 336431 w 3024845"/>
                <a:gd name="connsiteY30-12038" fmla="*/ 661504 h 1078499"/>
                <a:gd name="connsiteX31-12039" fmla="*/ 338457 w 3024845"/>
                <a:gd name="connsiteY31-12040" fmla="*/ 661504 h 1078499"/>
                <a:gd name="connsiteX32-12041" fmla="*/ 352644 w 3024845"/>
                <a:gd name="connsiteY32-12042" fmla="*/ 661504 h 1078499"/>
                <a:gd name="connsiteX33-12043" fmla="*/ 352644 w 3024845"/>
                <a:gd name="connsiteY33-12044" fmla="*/ 631239 h 1078499"/>
                <a:gd name="connsiteX34-12045" fmla="*/ 397231 w 3024845"/>
                <a:gd name="connsiteY34-12046" fmla="*/ 631239 h 1078499"/>
                <a:gd name="connsiteX35-12047" fmla="*/ 397231 w 3024845"/>
                <a:gd name="connsiteY35-12048" fmla="*/ 629888 h 1078499"/>
                <a:gd name="connsiteX36-12049" fmla="*/ 397231 w 3024845"/>
                <a:gd name="connsiteY36-12050" fmla="*/ 620430 h 1078499"/>
                <a:gd name="connsiteX37-12051" fmla="*/ 398245 w 3024845"/>
                <a:gd name="connsiteY37-12052" fmla="*/ 620430 h 1078499"/>
                <a:gd name="connsiteX38-12053" fmla="*/ 405338 w 3024845"/>
                <a:gd name="connsiteY38-12054" fmla="*/ 620430 h 1078499"/>
                <a:gd name="connsiteX39-12055" fmla="*/ 405338 w 3024845"/>
                <a:gd name="connsiteY39-12056" fmla="*/ 618539 h 1078499"/>
                <a:gd name="connsiteX40-12057" fmla="*/ 405338 w 3024845"/>
                <a:gd name="connsiteY40-12058" fmla="*/ 605298 h 1078499"/>
                <a:gd name="connsiteX41-12059" fmla="*/ 406098 w 3024845"/>
                <a:gd name="connsiteY41-12060" fmla="*/ 605298 h 1078499"/>
                <a:gd name="connsiteX42-12061" fmla="*/ 411418 w 3024845"/>
                <a:gd name="connsiteY42-12062" fmla="*/ 605298 h 1078499"/>
                <a:gd name="connsiteX43-12063" fmla="*/ 411418 w 3024845"/>
                <a:gd name="connsiteY43-12064" fmla="*/ 604217 h 1078499"/>
                <a:gd name="connsiteX44-12065" fmla="*/ 411418 w 3024845"/>
                <a:gd name="connsiteY44-12066" fmla="*/ 596650 h 1078499"/>
                <a:gd name="connsiteX45-12067" fmla="*/ 413445 w 3024845"/>
                <a:gd name="connsiteY45-12068" fmla="*/ 596650 h 1078499"/>
                <a:gd name="connsiteX46-12069" fmla="*/ 427632 w 3024845"/>
                <a:gd name="connsiteY46-12070" fmla="*/ 596650 h 1078499"/>
                <a:gd name="connsiteX47-12071" fmla="*/ 427632 w 3024845"/>
                <a:gd name="connsiteY47-12072" fmla="*/ 597731 h 1078499"/>
                <a:gd name="connsiteX48-12073" fmla="*/ 427632 w 3024845"/>
                <a:gd name="connsiteY48-12074" fmla="*/ 605298 h 1078499"/>
                <a:gd name="connsiteX49-12075" fmla="*/ 449925 w 3024845"/>
                <a:gd name="connsiteY49-12076" fmla="*/ 605298 h 1078499"/>
                <a:gd name="connsiteX50-12077" fmla="*/ 449925 w 3024845"/>
                <a:gd name="connsiteY50-12078" fmla="*/ 603406 h 1078499"/>
                <a:gd name="connsiteX51-12079" fmla="*/ 449925 w 3024845"/>
                <a:gd name="connsiteY51-12080" fmla="*/ 590165 h 1078499"/>
                <a:gd name="connsiteX52-12081" fmla="*/ 451699 w 3024845"/>
                <a:gd name="connsiteY52-12082" fmla="*/ 590165 h 1078499"/>
                <a:gd name="connsiteX53-12083" fmla="*/ 464112 w 3024845"/>
                <a:gd name="connsiteY53-12084" fmla="*/ 590165 h 1078499"/>
                <a:gd name="connsiteX54-12085" fmla="*/ 464112 w 3024845"/>
                <a:gd name="connsiteY54-12086" fmla="*/ 613945 h 1078499"/>
                <a:gd name="connsiteX55-12087" fmla="*/ 465126 w 3024845"/>
                <a:gd name="connsiteY55-12088" fmla="*/ 613945 h 1078499"/>
                <a:gd name="connsiteX56-12089" fmla="*/ 472219 w 3024845"/>
                <a:gd name="connsiteY56-12090" fmla="*/ 613945 h 1078499"/>
                <a:gd name="connsiteX57-12091" fmla="*/ 472219 w 3024845"/>
                <a:gd name="connsiteY57-12092" fmla="*/ 612864 h 1078499"/>
                <a:gd name="connsiteX58-12093" fmla="*/ 472219 w 3024845"/>
                <a:gd name="connsiteY58-12094" fmla="*/ 605298 h 1078499"/>
                <a:gd name="connsiteX59-12095" fmla="*/ 473992 w 3024845"/>
                <a:gd name="connsiteY59-12096" fmla="*/ 605298 h 1078499"/>
                <a:gd name="connsiteX60-12097" fmla="*/ 486406 w 3024845"/>
                <a:gd name="connsiteY60-12098" fmla="*/ 605298 h 1078499"/>
                <a:gd name="connsiteX61-12099" fmla="*/ 486406 w 3024845"/>
                <a:gd name="connsiteY61-12100" fmla="*/ 631239 h 1078499"/>
                <a:gd name="connsiteX62-12101" fmla="*/ 488433 w 3024845"/>
                <a:gd name="connsiteY62-12102" fmla="*/ 631239 h 1078499"/>
                <a:gd name="connsiteX63-12103" fmla="*/ 502619 w 3024845"/>
                <a:gd name="connsiteY63-12104" fmla="*/ 631239 h 1078499"/>
                <a:gd name="connsiteX64-12105" fmla="*/ 502619 w 3024845"/>
                <a:gd name="connsiteY64-12106" fmla="*/ 632860 h 1078499"/>
                <a:gd name="connsiteX65-12107" fmla="*/ 502619 w 3024845"/>
                <a:gd name="connsiteY65-12108" fmla="*/ 644210 h 1078499"/>
                <a:gd name="connsiteX66-12109" fmla="*/ 503379 w 3024845"/>
                <a:gd name="connsiteY66-12110" fmla="*/ 644210 h 1078499"/>
                <a:gd name="connsiteX67-12111" fmla="*/ 508700 w 3024845"/>
                <a:gd name="connsiteY67-12112" fmla="*/ 644210 h 1078499"/>
                <a:gd name="connsiteX68-12113" fmla="*/ 508700 w 3024845"/>
                <a:gd name="connsiteY68-12114" fmla="*/ 643399 h 1078499"/>
                <a:gd name="connsiteX69-12115" fmla="*/ 508700 w 3024845"/>
                <a:gd name="connsiteY69-12116" fmla="*/ 637724 h 1078499"/>
                <a:gd name="connsiteX70-12117" fmla="*/ 539100 w 3024845"/>
                <a:gd name="connsiteY70-12118" fmla="*/ 637724 h 1078499"/>
                <a:gd name="connsiteX71-12119" fmla="*/ 539100 w 3024845"/>
                <a:gd name="connsiteY71-12120" fmla="*/ 661504 h 1078499"/>
                <a:gd name="connsiteX72-12121" fmla="*/ 540113 w 3024845"/>
                <a:gd name="connsiteY72-12122" fmla="*/ 661504 h 1078499"/>
                <a:gd name="connsiteX73-12123" fmla="*/ 547207 w 3024845"/>
                <a:gd name="connsiteY73-12124" fmla="*/ 661504 h 1078499"/>
                <a:gd name="connsiteX74-12125" fmla="*/ 547207 w 3024845"/>
                <a:gd name="connsiteY74-12126" fmla="*/ 662585 h 1078499"/>
                <a:gd name="connsiteX75-12127" fmla="*/ 547207 w 3024845"/>
                <a:gd name="connsiteY75-12128" fmla="*/ 670151 h 1078499"/>
                <a:gd name="connsiteX76-12129" fmla="*/ 547967 w 3024845"/>
                <a:gd name="connsiteY76-12130" fmla="*/ 670151 h 1078499"/>
                <a:gd name="connsiteX77-12131" fmla="*/ 553287 w 3024845"/>
                <a:gd name="connsiteY77-12132" fmla="*/ 670151 h 1078499"/>
                <a:gd name="connsiteX78-12133" fmla="*/ 553287 w 3024845"/>
                <a:gd name="connsiteY78-12134" fmla="*/ 667989 h 1078499"/>
                <a:gd name="connsiteX79-12135" fmla="*/ 553287 w 3024845"/>
                <a:gd name="connsiteY79-12136" fmla="*/ 652857 h 1078499"/>
                <a:gd name="connsiteX80-12137" fmla="*/ 554300 w 3024845"/>
                <a:gd name="connsiteY80-12138" fmla="*/ 652857 h 1078499"/>
                <a:gd name="connsiteX81-12139" fmla="*/ 561394 w 3024845"/>
                <a:gd name="connsiteY81-12140" fmla="*/ 652857 h 1078499"/>
                <a:gd name="connsiteX82-12141" fmla="*/ 561394 w 3024845"/>
                <a:gd name="connsiteY82-12142" fmla="*/ 653938 h 1078499"/>
                <a:gd name="connsiteX83-12143" fmla="*/ 561394 w 3024845"/>
                <a:gd name="connsiteY83-12144" fmla="*/ 661504 h 1078499"/>
                <a:gd name="connsiteX84-12145" fmla="*/ 566714 w 3024845"/>
                <a:gd name="connsiteY84-12146" fmla="*/ 659511 h 1078499"/>
                <a:gd name="connsiteX85-12147" fmla="*/ 567474 w 3024845"/>
                <a:gd name="connsiteY85-12148" fmla="*/ 658531 h 1078499"/>
                <a:gd name="connsiteX86-12149" fmla="*/ 567474 w 3024845"/>
                <a:gd name="connsiteY86-12150" fmla="*/ 652857 h 1078499"/>
                <a:gd name="connsiteX87-12151" fmla="*/ 605981 w 3024845"/>
                <a:gd name="connsiteY87-12152" fmla="*/ 652857 h 1078499"/>
                <a:gd name="connsiteX88-12153" fmla="*/ 605981 w 3024845"/>
                <a:gd name="connsiteY88-12154" fmla="*/ 676636 h 1078499"/>
                <a:gd name="connsiteX89-12155" fmla="*/ 608007 w 3024845"/>
                <a:gd name="connsiteY89-12156" fmla="*/ 676636 h 1078499"/>
                <a:gd name="connsiteX90-12157" fmla="*/ 622194 w 3024845"/>
                <a:gd name="connsiteY90-12158" fmla="*/ 676636 h 1078499"/>
                <a:gd name="connsiteX91-12159" fmla="*/ 622194 w 3024845"/>
                <a:gd name="connsiteY91-12160" fmla="*/ 677717 h 1078499"/>
                <a:gd name="connsiteX92-12161" fmla="*/ 622194 w 3024845"/>
                <a:gd name="connsiteY92-12162" fmla="*/ 685283 h 1078499"/>
                <a:gd name="connsiteX93-12163" fmla="*/ 623968 w 3024845"/>
                <a:gd name="connsiteY93-12164" fmla="*/ 685283 h 1078499"/>
                <a:gd name="connsiteX94-12165" fmla="*/ 636381 w 3024845"/>
                <a:gd name="connsiteY94-12166" fmla="*/ 685283 h 1078499"/>
                <a:gd name="connsiteX95-12167" fmla="*/ 636381 w 3024845"/>
                <a:gd name="connsiteY95-12168" fmla="*/ 661504 h 1078499"/>
                <a:gd name="connsiteX96-12169" fmla="*/ 637394 w 3024845"/>
                <a:gd name="connsiteY96-12170" fmla="*/ 661504 h 1078499"/>
                <a:gd name="connsiteX97-12171" fmla="*/ 644488 w 3024845"/>
                <a:gd name="connsiteY97-12172" fmla="*/ 661504 h 1078499"/>
                <a:gd name="connsiteX98-12173" fmla="*/ 644488 w 3024845"/>
                <a:gd name="connsiteY98-12174" fmla="*/ 629077 h 1078499"/>
                <a:gd name="connsiteX99-12175" fmla="*/ 645501 w 3024845"/>
                <a:gd name="connsiteY99-12176" fmla="*/ 629077 h 1078499"/>
                <a:gd name="connsiteX100-12177" fmla="*/ 652595 w 3024845"/>
                <a:gd name="connsiteY100-12178" fmla="*/ 629077 h 1078499"/>
                <a:gd name="connsiteX101-12179" fmla="*/ 652595 w 3024845"/>
                <a:gd name="connsiteY101-12180" fmla="*/ 627186 h 1078499"/>
                <a:gd name="connsiteX102-12181" fmla="*/ 652595 w 3024845"/>
                <a:gd name="connsiteY102-12182" fmla="*/ 613945 h 1078499"/>
                <a:gd name="connsiteX103-12183" fmla="*/ 651328 w 3024845"/>
                <a:gd name="connsiteY103-12184" fmla="*/ 612323 h 1078499"/>
                <a:gd name="connsiteX104-12185" fmla="*/ 656648 w 3024845"/>
                <a:gd name="connsiteY104-12186" fmla="*/ 600974 h 1078499"/>
                <a:gd name="connsiteX105-12187" fmla="*/ 664755 w 3024845"/>
                <a:gd name="connsiteY105-12188" fmla="*/ 629077 h 1078499"/>
                <a:gd name="connsiteX106-12189" fmla="*/ 665515 w 3024845"/>
                <a:gd name="connsiteY106-12190" fmla="*/ 629077 h 1078499"/>
                <a:gd name="connsiteX107-12191" fmla="*/ 670835 w 3024845"/>
                <a:gd name="connsiteY107-12192" fmla="*/ 629077 h 1078499"/>
                <a:gd name="connsiteX108-12193" fmla="*/ 670835 w 3024845"/>
                <a:gd name="connsiteY108-12194" fmla="*/ 523150 h 1078499"/>
                <a:gd name="connsiteX109-12195" fmla="*/ 672355 w 3024845"/>
                <a:gd name="connsiteY109-12196" fmla="*/ 523150 h 1078499"/>
                <a:gd name="connsiteX110-12197" fmla="*/ 682995 w 3024845"/>
                <a:gd name="connsiteY110-12198" fmla="*/ 523150 h 1078499"/>
                <a:gd name="connsiteX111-12199" fmla="*/ 682995 w 3024845"/>
                <a:gd name="connsiteY111-12200" fmla="*/ 475591 h 1078499"/>
                <a:gd name="connsiteX112-12201" fmla="*/ 709342 w 3024845"/>
                <a:gd name="connsiteY112-12202" fmla="*/ 475591 h 1078499"/>
                <a:gd name="connsiteX113-12203" fmla="*/ 709342 w 3024845"/>
                <a:gd name="connsiteY113-12204" fmla="*/ 453973 h 1078499"/>
                <a:gd name="connsiteX114-12205" fmla="*/ 743796 w 3024845"/>
                <a:gd name="connsiteY114-12206" fmla="*/ 453973 h 1078499"/>
                <a:gd name="connsiteX115-12207" fmla="*/ 743796 w 3024845"/>
                <a:gd name="connsiteY115-12208" fmla="*/ 456405 h 1078499"/>
                <a:gd name="connsiteX116-12209" fmla="*/ 743796 w 3024845"/>
                <a:gd name="connsiteY116-12210" fmla="*/ 473429 h 1078499"/>
                <a:gd name="connsiteX117-12211" fmla="*/ 746076 w 3024845"/>
                <a:gd name="connsiteY117-12212" fmla="*/ 473429 h 1078499"/>
                <a:gd name="connsiteX118-12213" fmla="*/ 762036 w 3024845"/>
                <a:gd name="connsiteY118-12214" fmla="*/ 473429 h 1078499"/>
                <a:gd name="connsiteX119-12215" fmla="*/ 762036 w 3024845"/>
                <a:gd name="connsiteY119-12216" fmla="*/ 520988 h 1078499"/>
                <a:gd name="connsiteX120-12217" fmla="*/ 763049 w 3024845"/>
                <a:gd name="connsiteY120-12218" fmla="*/ 520988 h 1078499"/>
                <a:gd name="connsiteX121-12219" fmla="*/ 770143 w 3024845"/>
                <a:gd name="connsiteY121-12220" fmla="*/ 520988 h 1078499"/>
                <a:gd name="connsiteX122-12221" fmla="*/ 784330 w 3024845"/>
                <a:gd name="connsiteY122-12222" fmla="*/ 525312 h 1078499"/>
                <a:gd name="connsiteX123-12223" fmla="*/ 784330 w 3024845"/>
                <a:gd name="connsiteY123-12224" fmla="*/ 564224 h 1078499"/>
                <a:gd name="connsiteX124-12225" fmla="*/ 785343 w 3024845"/>
                <a:gd name="connsiteY124-12226" fmla="*/ 564224 h 1078499"/>
                <a:gd name="connsiteX125-12227" fmla="*/ 792436 w 3024845"/>
                <a:gd name="connsiteY125-12228" fmla="*/ 564224 h 1078499"/>
                <a:gd name="connsiteX126-12229" fmla="*/ 792436 w 3024845"/>
                <a:gd name="connsiteY126-12230" fmla="*/ 565845 h 1078499"/>
                <a:gd name="connsiteX127-12231" fmla="*/ 792436 w 3024845"/>
                <a:gd name="connsiteY127-12232" fmla="*/ 577194 h 1078499"/>
                <a:gd name="connsiteX128-12233" fmla="*/ 794463 w 3024845"/>
                <a:gd name="connsiteY128-12234" fmla="*/ 577194 h 1078499"/>
                <a:gd name="connsiteX129-12235" fmla="*/ 808650 w 3024845"/>
                <a:gd name="connsiteY129-12236" fmla="*/ 577194 h 1078499"/>
                <a:gd name="connsiteX130-12237" fmla="*/ 814730 w 3024845"/>
                <a:gd name="connsiteY130-12238" fmla="*/ 583680 h 1078499"/>
                <a:gd name="connsiteX131-12239" fmla="*/ 814730 w 3024845"/>
                <a:gd name="connsiteY131-12240" fmla="*/ 605298 h 1078499"/>
                <a:gd name="connsiteX132-12241" fmla="*/ 817010 w 3024845"/>
                <a:gd name="connsiteY132-12242" fmla="*/ 605298 h 1078499"/>
                <a:gd name="connsiteX133-12243" fmla="*/ 832970 w 3024845"/>
                <a:gd name="connsiteY133-12244" fmla="*/ 605298 h 1078499"/>
                <a:gd name="connsiteX134-12245" fmla="*/ 832970 w 3024845"/>
                <a:gd name="connsiteY134-12246" fmla="*/ 606378 h 1078499"/>
                <a:gd name="connsiteX135-12247" fmla="*/ 832970 w 3024845"/>
                <a:gd name="connsiteY135-12248" fmla="*/ 613945 h 1078499"/>
                <a:gd name="connsiteX136-12249" fmla="*/ 834237 w 3024845"/>
                <a:gd name="connsiteY136-12250" fmla="*/ 613945 h 1078499"/>
                <a:gd name="connsiteX137-12251" fmla="*/ 843104 w 3024845"/>
                <a:gd name="connsiteY137-12252" fmla="*/ 613945 h 1078499"/>
                <a:gd name="connsiteX138-12253" fmla="*/ 843104 w 3024845"/>
                <a:gd name="connsiteY138-12254" fmla="*/ 616106 h 1078499"/>
                <a:gd name="connsiteX139-12255" fmla="*/ 843104 w 3024845"/>
                <a:gd name="connsiteY139-12256" fmla="*/ 631239 h 1078499"/>
                <a:gd name="connsiteX140-12257" fmla="*/ 847157 w 3024845"/>
                <a:gd name="connsiteY140-12258" fmla="*/ 629347 h 1078499"/>
                <a:gd name="connsiteX141-12259" fmla="*/ 847157 w 3024845"/>
                <a:gd name="connsiteY141-12260" fmla="*/ 616106 h 1078499"/>
                <a:gd name="connsiteX142-12261" fmla="*/ 848170 w 3024845"/>
                <a:gd name="connsiteY142-12262" fmla="*/ 616106 h 1078499"/>
                <a:gd name="connsiteX143-12263" fmla="*/ 855264 w 3024845"/>
                <a:gd name="connsiteY143-12264" fmla="*/ 616106 h 1078499"/>
                <a:gd name="connsiteX144-12265" fmla="*/ 855264 w 3024845"/>
                <a:gd name="connsiteY144-12266" fmla="*/ 617728 h 1078499"/>
                <a:gd name="connsiteX145-12267" fmla="*/ 855264 w 3024845"/>
                <a:gd name="connsiteY145-12268" fmla="*/ 629077 h 1078499"/>
                <a:gd name="connsiteX146-12269" fmla="*/ 856024 w 3024845"/>
                <a:gd name="connsiteY146-12270" fmla="*/ 629077 h 1078499"/>
                <a:gd name="connsiteX147-12271" fmla="*/ 861344 w 3024845"/>
                <a:gd name="connsiteY147-12272" fmla="*/ 629077 h 1078499"/>
                <a:gd name="connsiteX148-12273" fmla="*/ 909984 w 3024845"/>
                <a:gd name="connsiteY148-12274" fmla="*/ 624754 h 1078499"/>
                <a:gd name="connsiteX149-12275" fmla="*/ 909984 w 3024845"/>
                <a:gd name="connsiteY149-12276" fmla="*/ 626105 h 1078499"/>
                <a:gd name="connsiteX150-12277" fmla="*/ 909984 w 3024845"/>
                <a:gd name="connsiteY150-12278" fmla="*/ 635562 h 1078499"/>
                <a:gd name="connsiteX151-12279" fmla="*/ 910744 w 3024845"/>
                <a:gd name="connsiteY151-12280" fmla="*/ 635562 h 1078499"/>
                <a:gd name="connsiteX152-12281" fmla="*/ 916065 w 3024845"/>
                <a:gd name="connsiteY152-12282" fmla="*/ 635562 h 1078499"/>
                <a:gd name="connsiteX153-12283" fmla="*/ 916065 w 3024845"/>
                <a:gd name="connsiteY153-12284" fmla="*/ 637724 h 1078499"/>
                <a:gd name="connsiteX154-12285" fmla="*/ 916065 w 3024845"/>
                <a:gd name="connsiteY154-12286" fmla="*/ 652857 h 1078499"/>
                <a:gd name="connsiteX155-12287" fmla="*/ 918091 w 3024845"/>
                <a:gd name="connsiteY155-12288" fmla="*/ 651506 h 1078499"/>
                <a:gd name="connsiteX156-12289" fmla="*/ 932278 w 3024845"/>
                <a:gd name="connsiteY156-12290" fmla="*/ 642048 h 1078499"/>
                <a:gd name="connsiteX157-12291" fmla="*/ 938358 w 3024845"/>
                <a:gd name="connsiteY157-12292" fmla="*/ 600974 h 1078499"/>
                <a:gd name="connsiteX158-12293" fmla="*/ 939118 w 3024845"/>
                <a:gd name="connsiteY158-12294" fmla="*/ 600704 h 1078499"/>
                <a:gd name="connsiteX159-12295" fmla="*/ 944438 w 3024845"/>
                <a:gd name="connsiteY159-12296" fmla="*/ 598812 h 1078499"/>
                <a:gd name="connsiteX160-12297" fmla="*/ 946465 w 3024845"/>
                <a:gd name="connsiteY160-12298" fmla="*/ 529635 h 1078499"/>
                <a:gd name="connsiteX161-12299" fmla="*/ 948492 w 3024845"/>
                <a:gd name="connsiteY161-12300" fmla="*/ 598812 h 1078499"/>
                <a:gd name="connsiteX162-12301" fmla="*/ 949252 w 3024845"/>
                <a:gd name="connsiteY162-12302" fmla="*/ 599082 h 1078499"/>
                <a:gd name="connsiteX163-12303" fmla="*/ 954572 w 3024845"/>
                <a:gd name="connsiteY163-12304" fmla="*/ 600974 h 1078499"/>
                <a:gd name="connsiteX164-12305" fmla="*/ 954572 w 3024845"/>
                <a:gd name="connsiteY164-12306" fmla="*/ 514503 h 1078499"/>
                <a:gd name="connsiteX165-12307" fmla="*/ 958625 w 3024845"/>
                <a:gd name="connsiteY165-12308" fmla="*/ 482076 h 1078499"/>
                <a:gd name="connsiteX166-12309" fmla="*/ 997132 w 3024845"/>
                <a:gd name="connsiteY166-12310" fmla="*/ 482076 h 1078499"/>
                <a:gd name="connsiteX167-12311" fmla="*/ 997132 w 3024845"/>
                <a:gd name="connsiteY167-12312" fmla="*/ 514503 h 1078499"/>
                <a:gd name="connsiteX168-12313" fmla="*/ 997892 w 3024845"/>
                <a:gd name="connsiteY168-12314" fmla="*/ 514503 h 1078499"/>
                <a:gd name="connsiteX169-12315" fmla="*/ 1003212 w 3024845"/>
                <a:gd name="connsiteY169-12316" fmla="*/ 514503 h 1078499"/>
                <a:gd name="connsiteX170-12317" fmla="*/ 1003212 w 3024845"/>
                <a:gd name="connsiteY170-12318" fmla="*/ 432355 h 1078499"/>
                <a:gd name="connsiteX171-12319" fmla="*/ 1004986 w 3024845"/>
                <a:gd name="connsiteY171-12320" fmla="*/ 432355 h 1078499"/>
                <a:gd name="connsiteX172-12321" fmla="*/ 1017399 w 3024845"/>
                <a:gd name="connsiteY172-12322" fmla="*/ 432355 h 1078499"/>
                <a:gd name="connsiteX173-12323" fmla="*/ 1017399 w 3024845"/>
                <a:gd name="connsiteY173-12324" fmla="*/ 430464 h 1078499"/>
                <a:gd name="connsiteX174-12325" fmla="*/ 1017399 w 3024845"/>
                <a:gd name="connsiteY174-12326" fmla="*/ 417223 h 1078499"/>
                <a:gd name="connsiteX175-12327" fmla="*/ 1039693 w 3024845"/>
                <a:gd name="connsiteY175-12328" fmla="*/ 417223 h 1078499"/>
                <a:gd name="connsiteX176-12329" fmla="*/ 1039693 w 3024845"/>
                <a:gd name="connsiteY176-12330" fmla="*/ 416142 h 1078499"/>
                <a:gd name="connsiteX177-12331" fmla="*/ 1039693 w 3024845"/>
                <a:gd name="connsiteY177-12332" fmla="*/ 408576 h 1078499"/>
                <a:gd name="connsiteX178-12333" fmla="*/ 1041466 w 3024845"/>
                <a:gd name="connsiteY178-12334" fmla="*/ 408576 h 1078499"/>
                <a:gd name="connsiteX179-12335" fmla="*/ 1053880 w 3024845"/>
                <a:gd name="connsiteY179-12336" fmla="*/ 408576 h 1078499"/>
                <a:gd name="connsiteX180-12337" fmla="*/ 1053880 w 3024845"/>
                <a:gd name="connsiteY180-12338" fmla="*/ 409657 h 1078499"/>
                <a:gd name="connsiteX181-12339" fmla="*/ 1053880 w 3024845"/>
                <a:gd name="connsiteY181-12340" fmla="*/ 417223 h 1078499"/>
                <a:gd name="connsiteX182-12341" fmla="*/ 1054640 w 3024845"/>
                <a:gd name="connsiteY182-12342" fmla="*/ 417223 h 1078499"/>
                <a:gd name="connsiteX183-12343" fmla="*/ 1059960 w 3024845"/>
                <a:gd name="connsiteY183-12344" fmla="*/ 417223 h 1078499"/>
                <a:gd name="connsiteX184-12345" fmla="*/ 1070093 w 3024845"/>
                <a:gd name="connsiteY184-12346" fmla="*/ 412899 h 1078499"/>
                <a:gd name="connsiteX185-12347" fmla="*/ 1074146 w 3024845"/>
                <a:gd name="connsiteY185-12348" fmla="*/ 416142 h 1078499"/>
                <a:gd name="connsiteX186-12349" fmla="*/ 1074146 w 3024845"/>
                <a:gd name="connsiteY186-12350" fmla="*/ 408576 h 1078499"/>
                <a:gd name="connsiteX187-12351" fmla="*/ 1076426 w 3024845"/>
                <a:gd name="connsiteY187-12352" fmla="*/ 408576 h 1078499"/>
                <a:gd name="connsiteX188-12353" fmla="*/ 1092387 w 3024845"/>
                <a:gd name="connsiteY188-12354" fmla="*/ 408576 h 1078499"/>
                <a:gd name="connsiteX189-12355" fmla="*/ 1092387 w 3024845"/>
                <a:gd name="connsiteY189-12356" fmla="*/ 409657 h 1078499"/>
                <a:gd name="connsiteX190-12357" fmla="*/ 1092387 w 3024845"/>
                <a:gd name="connsiteY190-12358" fmla="*/ 417223 h 1078499"/>
                <a:gd name="connsiteX191-12359" fmla="*/ 1122787 w 3024845"/>
                <a:gd name="connsiteY191-12360" fmla="*/ 417223 h 1078499"/>
                <a:gd name="connsiteX192-12361" fmla="*/ 1122787 w 3024845"/>
                <a:gd name="connsiteY192-12362" fmla="*/ 418844 h 1078499"/>
                <a:gd name="connsiteX193-12363" fmla="*/ 1122787 w 3024845"/>
                <a:gd name="connsiteY193-12364" fmla="*/ 430194 h 1078499"/>
                <a:gd name="connsiteX194-12365" fmla="*/ 1149134 w 3024845"/>
                <a:gd name="connsiteY194-12366" fmla="*/ 430194 h 1078499"/>
                <a:gd name="connsiteX195-12367" fmla="*/ 1149134 w 3024845"/>
                <a:gd name="connsiteY195-12368" fmla="*/ 460458 h 1078499"/>
                <a:gd name="connsiteX196-12369" fmla="*/ 1149894 w 3024845"/>
                <a:gd name="connsiteY196-12370" fmla="*/ 460458 h 1078499"/>
                <a:gd name="connsiteX197-12371" fmla="*/ 1155214 w 3024845"/>
                <a:gd name="connsiteY197-12372" fmla="*/ 460458 h 1078499"/>
                <a:gd name="connsiteX198-12373" fmla="*/ 1155214 w 3024845"/>
                <a:gd name="connsiteY198-12374" fmla="*/ 461539 h 1078499"/>
                <a:gd name="connsiteX199-12375" fmla="*/ 1155214 w 3024845"/>
                <a:gd name="connsiteY199-12376" fmla="*/ 469106 h 1078499"/>
                <a:gd name="connsiteX200-12377" fmla="*/ 1159268 w 3024845"/>
                <a:gd name="connsiteY200-12378" fmla="*/ 499370 h 1078499"/>
                <a:gd name="connsiteX201-12379" fmla="*/ 1160028 w 3024845"/>
                <a:gd name="connsiteY201-12380" fmla="*/ 499370 h 1078499"/>
                <a:gd name="connsiteX202-12381" fmla="*/ 1165348 w 3024845"/>
                <a:gd name="connsiteY202-12382" fmla="*/ 499370 h 1078499"/>
                <a:gd name="connsiteX203-12383" fmla="*/ 1165348 w 3024845"/>
                <a:gd name="connsiteY203-12384" fmla="*/ 500181 h 1078499"/>
                <a:gd name="connsiteX204-12385" fmla="*/ 1165348 w 3024845"/>
                <a:gd name="connsiteY204-12386" fmla="*/ 505856 h 1078499"/>
                <a:gd name="connsiteX205-12387" fmla="*/ 1166361 w 3024845"/>
                <a:gd name="connsiteY205-12388" fmla="*/ 505856 h 1078499"/>
                <a:gd name="connsiteX206-12389" fmla="*/ 1173454 w 3024845"/>
                <a:gd name="connsiteY206-12390" fmla="*/ 505856 h 1078499"/>
                <a:gd name="connsiteX207-12391" fmla="*/ 1173454 w 3024845"/>
                <a:gd name="connsiteY207-12392" fmla="*/ 536121 h 1078499"/>
                <a:gd name="connsiteX208-12393" fmla="*/ 1175481 w 3024845"/>
                <a:gd name="connsiteY208-12394" fmla="*/ 536121 h 1078499"/>
                <a:gd name="connsiteX209-12395" fmla="*/ 1189668 w 3024845"/>
                <a:gd name="connsiteY209-12396" fmla="*/ 536121 h 1078499"/>
                <a:gd name="connsiteX210-12397" fmla="*/ 1189668 w 3024845"/>
                <a:gd name="connsiteY210-12398" fmla="*/ 559900 h 1078499"/>
                <a:gd name="connsiteX211-12399" fmla="*/ 1191695 w 3024845"/>
                <a:gd name="connsiteY211-12400" fmla="*/ 561521 h 1078499"/>
                <a:gd name="connsiteX212-12401" fmla="*/ 1191695 w 3024845"/>
                <a:gd name="connsiteY212-12402" fmla="*/ 572871 h 1078499"/>
                <a:gd name="connsiteX213-12403" fmla="*/ 1192455 w 3024845"/>
                <a:gd name="connsiteY213-12404" fmla="*/ 572871 h 1078499"/>
                <a:gd name="connsiteX214-12405" fmla="*/ 1197775 w 3024845"/>
                <a:gd name="connsiteY214-12406" fmla="*/ 572871 h 1078499"/>
                <a:gd name="connsiteX215-12407" fmla="*/ 1197775 w 3024845"/>
                <a:gd name="connsiteY215-12408" fmla="*/ 596650 h 1078499"/>
                <a:gd name="connsiteX216-12409" fmla="*/ 1199041 w 3024845"/>
                <a:gd name="connsiteY216-12410" fmla="*/ 596650 h 1078499"/>
                <a:gd name="connsiteX217-12411" fmla="*/ 1207908 w 3024845"/>
                <a:gd name="connsiteY217-12412" fmla="*/ 596650 h 1078499"/>
                <a:gd name="connsiteX218-12413" fmla="*/ 1209935 w 3024845"/>
                <a:gd name="connsiteY218-12414" fmla="*/ 600704 h 1078499"/>
                <a:gd name="connsiteX219-12415" fmla="*/ 1209935 w 3024845"/>
                <a:gd name="connsiteY219-12416" fmla="*/ 613945 h 1078499"/>
                <a:gd name="connsiteX220-12417" fmla="*/ 1211455 w 3024845"/>
                <a:gd name="connsiteY220-12418" fmla="*/ 612053 h 1078499"/>
                <a:gd name="connsiteX221-12419" fmla="*/ 1222095 w 3024845"/>
                <a:gd name="connsiteY221-12420" fmla="*/ 598812 h 1078499"/>
                <a:gd name="connsiteX222-12421" fmla="*/ 1250469 w 3024845"/>
                <a:gd name="connsiteY222-12422" fmla="*/ 598812 h 1078499"/>
                <a:gd name="connsiteX223-12423" fmla="*/ 1250469 w 3024845"/>
                <a:gd name="connsiteY223-12424" fmla="*/ 685283 h 1078499"/>
                <a:gd name="connsiteX224-12425" fmla="*/ 1251229 w 3024845"/>
                <a:gd name="connsiteY224-12426" fmla="*/ 685283 h 1078499"/>
                <a:gd name="connsiteX225-12427" fmla="*/ 1256549 w 3024845"/>
                <a:gd name="connsiteY225-12428" fmla="*/ 685283 h 1078499"/>
                <a:gd name="connsiteX226-12429" fmla="*/ 1257309 w 3024845"/>
                <a:gd name="connsiteY226-12430" fmla="*/ 683932 h 1078499"/>
                <a:gd name="connsiteX227-12431" fmla="*/ 1262629 w 3024845"/>
                <a:gd name="connsiteY227-12432" fmla="*/ 674474 h 1078499"/>
                <a:gd name="connsiteX228-12433" fmla="*/ 1262629 w 3024845"/>
                <a:gd name="connsiteY228-12434" fmla="*/ 676366 h 1078499"/>
                <a:gd name="connsiteX229-12435" fmla="*/ 1262629 w 3024845"/>
                <a:gd name="connsiteY229-12436" fmla="*/ 689607 h 1078499"/>
                <a:gd name="connsiteX230-12437" fmla="*/ 1266682 w 3024845"/>
                <a:gd name="connsiteY230-12438" fmla="*/ 644210 h 1078499"/>
                <a:gd name="connsiteX231-12439" fmla="*/ 1267442 w 3024845"/>
                <a:gd name="connsiteY231-12440" fmla="*/ 644210 h 1078499"/>
                <a:gd name="connsiteX232-12441" fmla="*/ 1272762 w 3024845"/>
                <a:gd name="connsiteY232-12442" fmla="*/ 644210 h 1078499"/>
                <a:gd name="connsiteX233-12443" fmla="*/ 1272762 w 3024845"/>
                <a:gd name="connsiteY233-12444" fmla="*/ 579356 h 1078499"/>
                <a:gd name="connsiteX234-12445" fmla="*/ 1273776 w 3024845"/>
                <a:gd name="connsiteY234-12446" fmla="*/ 579356 h 1078499"/>
                <a:gd name="connsiteX235-12447" fmla="*/ 1280869 w 3024845"/>
                <a:gd name="connsiteY235-12448" fmla="*/ 579356 h 1078499"/>
                <a:gd name="connsiteX236-12449" fmla="*/ 1293029 w 3024845"/>
                <a:gd name="connsiteY236-12450" fmla="*/ 536121 h 1078499"/>
                <a:gd name="connsiteX237-12451" fmla="*/ 1294296 w 3024845"/>
                <a:gd name="connsiteY237-12452" fmla="*/ 536121 h 1078499"/>
                <a:gd name="connsiteX238-12453" fmla="*/ 1303163 w 3024845"/>
                <a:gd name="connsiteY238-12454" fmla="*/ 536121 h 1078499"/>
                <a:gd name="connsiteX239-12455" fmla="*/ 1313296 w 3024845"/>
                <a:gd name="connsiteY239-12456" fmla="*/ 579356 h 1078499"/>
                <a:gd name="connsiteX240-12457" fmla="*/ 1314309 w 3024845"/>
                <a:gd name="connsiteY240-12458" fmla="*/ 579356 h 1078499"/>
                <a:gd name="connsiteX241-12459" fmla="*/ 1321403 w 3024845"/>
                <a:gd name="connsiteY241-12460" fmla="*/ 579356 h 1078499"/>
                <a:gd name="connsiteX242-12461" fmla="*/ 1321403 w 3024845"/>
                <a:gd name="connsiteY242-12462" fmla="*/ 618268 h 1078499"/>
                <a:gd name="connsiteX243-12463" fmla="*/ 1323176 w 3024845"/>
                <a:gd name="connsiteY243-12464" fmla="*/ 618268 h 1078499"/>
                <a:gd name="connsiteX244-12465" fmla="*/ 1335590 w 3024845"/>
                <a:gd name="connsiteY244-12466" fmla="*/ 618268 h 1078499"/>
                <a:gd name="connsiteX245-12467" fmla="*/ 1335590 w 3024845"/>
                <a:gd name="connsiteY245-12468" fmla="*/ 620430 h 1078499"/>
                <a:gd name="connsiteX246-12469" fmla="*/ 1335590 w 3024845"/>
                <a:gd name="connsiteY246-12470" fmla="*/ 635562 h 1078499"/>
                <a:gd name="connsiteX247-12471" fmla="*/ 1339643 w 3024845"/>
                <a:gd name="connsiteY247-12472" fmla="*/ 633401 h 1078499"/>
                <a:gd name="connsiteX248-12473" fmla="*/ 1339643 w 3024845"/>
                <a:gd name="connsiteY248-12474" fmla="*/ 618268 h 1078499"/>
                <a:gd name="connsiteX249-12475" fmla="*/ 1341163 w 3024845"/>
                <a:gd name="connsiteY249-12476" fmla="*/ 618268 h 1078499"/>
                <a:gd name="connsiteX250-12477" fmla="*/ 1351803 w 3024845"/>
                <a:gd name="connsiteY250-12478" fmla="*/ 618268 h 1078499"/>
                <a:gd name="connsiteX251-12479" fmla="*/ 1351803 w 3024845"/>
                <a:gd name="connsiteY251-12480" fmla="*/ 619889 h 1078499"/>
                <a:gd name="connsiteX252-12481" fmla="*/ 1351803 w 3024845"/>
                <a:gd name="connsiteY252-12482" fmla="*/ 631239 h 1078499"/>
                <a:gd name="connsiteX253-12483" fmla="*/ 1382204 w 3024845"/>
                <a:gd name="connsiteY253-12484" fmla="*/ 631239 h 1078499"/>
                <a:gd name="connsiteX254-12485" fmla="*/ 1382204 w 3024845"/>
                <a:gd name="connsiteY254-12486" fmla="*/ 594489 h 1078499"/>
                <a:gd name="connsiteX255-12487" fmla="*/ 1383470 w 3024845"/>
                <a:gd name="connsiteY255-12488" fmla="*/ 594489 h 1078499"/>
                <a:gd name="connsiteX256-12489" fmla="*/ 1392337 w 3024845"/>
                <a:gd name="connsiteY256-12490" fmla="*/ 594489 h 1078499"/>
                <a:gd name="connsiteX257-12491" fmla="*/ 1392337 w 3024845"/>
                <a:gd name="connsiteY257-12492" fmla="*/ 616106 h 1078499"/>
                <a:gd name="connsiteX258-12493" fmla="*/ 1394364 w 3024845"/>
                <a:gd name="connsiteY258-12494" fmla="*/ 583680 h 1078499"/>
                <a:gd name="connsiteX259-12495" fmla="*/ 1416657 w 3024845"/>
                <a:gd name="connsiteY259-12496" fmla="*/ 583680 h 1078499"/>
                <a:gd name="connsiteX260-12497" fmla="*/ 1416657 w 3024845"/>
                <a:gd name="connsiteY260-12498" fmla="*/ 582058 h 1078499"/>
                <a:gd name="connsiteX261-12499" fmla="*/ 1416657 w 3024845"/>
                <a:gd name="connsiteY261-12500" fmla="*/ 570709 h 1078499"/>
                <a:gd name="connsiteX262-12501" fmla="*/ 1417417 w 3024845"/>
                <a:gd name="connsiteY262-12502" fmla="*/ 570709 h 1078499"/>
                <a:gd name="connsiteX263-12503" fmla="*/ 1422737 w 3024845"/>
                <a:gd name="connsiteY263-12504" fmla="*/ 570709 h 1078499"/>
                <a:gd name="connsiteX264-12505" fmla="*/ 1422737 w 3024845"/>
                <a:gd name="connsiteY264-12506" fmla="*/ 568818 h 1078499"/>
                <a:gd name="connsiteX265-12507" fmla="*/ 1422737 w 3024845"/>
                <a:gd name="connsiteY265-12508" fmla="*/ 555577 h 1078499"/>
                <a:gd name="connsiteX266-12509" fmla="*/ 1426791 w 3024845"/>
                <a:gd name="connsiteY266-12510" fmla="*/ 562062 h 1078499"/>
                <a:gd name="connsiteX267-12511" fmla="*/ 1429071 w 3024845"/>
                <a:gd name="connsiteY267-12512" fmla="*/ 562062 h 1078499"/>
                <a:gd name="connsiteX268-12513" fmla="*/ 1445031 w 3024845"/>
                <a:gd name="connsiteY268-12514" fmla="*/ 562062 h 1078499"/>
                <a:gd name="connsiteX269-12515" fmla="*/ 1445031 w 3024845"/>
                <a:gd name="connsiteY269-12516" fmla="*/ 561251 h 1078499"/>
                <a:gd name="connsiteX270-12517" fmla="*/ 1445031 w 3024845"/>
                <a:gd name="connsiteY270-12518" fmla="*/ 555577 h 1078499"/>
                <a:gd name="connsiteX271-12519" fmla="*/ 1445791 w 3024845"/>
                <a:gd name="connsiteY271-12520" fmla="*/ 555577 h 1078499"/>
                <a:gd name="connsiteX272-12521" fmla="*/ 1451111 w 3024845"/>
                <a:gd name="connsiteY272-12522" fmla="*/ 555577 h 1078499"/>
                <a:gd name="connsiteX273-12523" fmla="*/ 1451111 w 3024845"/>
                <a:gd name="connsiteY273-12524" fmla="*/ 556928 h 1078499"/>
                <a:gd name="connsiteX274-12525" fmla="*/ 1451111 w 3024845"/>
                <a:gd name="connsiteY274-12526" fmla="*/ 566386 h 1078499"/>
                <a:gd name="connsiteX275-12527" fmla="*/ 1489618 w 3024845"/>
                <a:gd name="connsiteY275-12528" fmla="*/ 566386 h 1078499"/>
                <a:gd name="connsiteX276-12529" fmla="*/ 1489618 w 3024845"/>
                <a:gd name="connsiteY276-12530" fmla="*/ 704739 h 1078499"/>
                <a:gd name="connsiteX277-12531" fmla="*/ 1491138 w 3024845"/>
                <a:gd name="connsiteY277-12532" fmla="*/ 704739 h 1078499"/>
                <a:gd name="connsiteX278-12533" fmla="*/ 1501778 w 3024845"/>
                <a:gd name="connsiteY278-12534" fmla="*/ 704739 h 1078499"/>
                <a:gd name="connsiteX279-12535" fmla="*/ 1501778 w 3024845"/>
                <a:gd name="connsiteY279-12536" fmla="*/ 691769 h 1078499"/>
                <a:gd name="connsiteX280-12537" fmla="*/ 1505832 w 3024845"/>
                <a:gd name="connsiteY280-12538" fmla="*/ 691769 h 1078499"/>
                <a:gd name="connsiteX281-12539" fmla="*/ 1505832 w 3024845"/>
                <a:gd name="connsiteY281-12540" fmla="*/ 704739 h 1078499"/>
                <a:gd name="connsiteX282-12541" fmla="*/ 1536232 w 3024845"/>
                <a:gd name="connsiteY282-12542" fmla="*/ 704739 h 1078499"/>
                <a:gd name="connsiteX283-12543" fmla="*/ 1536232 w 3024845"/>
                <a:gd name="connsiteY283-12544" fmla="*/ 674474 h 1078499"/>
                <a:gd name="connsiteX284-12545" fmla="*/ 1548392 w 3024845"/>
                <a:gd name="connsiteY284-12546" fmla="*/ 674474 h 1078499"/>
                <a:gd name="connsiteX285-12547" fmla="*/ 1560552 w 3024845"/>
                <a:gd name="connsiteY285-12548" fmla="*/ 672313 h 1078499"/>
                <a:gd name="connsiteX286-12549" fmla="*/ 1564606 w 3024845"/>
                <a:gd name="connsiteY286-12550" fmla="*/ 674474 h 1078499"/>
                <a:gd name="connsiteX287-12551" fmla="*/ 1574739 w 3024845"/>
                <a:gd name="connsiteY287-12552" fmla="*/ 674474 h 1078499"/>
                <a:gd name="connsiteX288-12553" fmla="*/ 1574739 w 3024845"/>
                <a:gd name="connsiteY288-12554" fmla="*/ 704739 h 1078499"/>
                <a:gd name="connsiteX289-12555" fmla="*/ 1582846 w 3024845"/>
                <a:gd name="connsiteY289-12556" fmla="*/ 704739 h 1078499"/>
                <a:gd name="connsiteX290-12557" fmla="*/ 1582846 w 3024845"/>
                <a:gd name="connsiteY290-12558" fmla="*/ 722034 h 1078499"/>
                <a:gd name="connsiteX291-12559" fmla="*/ 1592182 w 3024845"/>
                <a:gd name="connsiteY291-12560" fmla="*/ 722939 h 1078499"/>
                <a:gd name="connsiteX292-12561" fmla="*/ 1605140 w 3024845"/>
                <a:gd name="connsiteY292-12562" fmla="*/ 722939 h 1078499"/>
                <a:gd name="connsiteX293-12563" fmla="*/ 1605140 w 3024845"/>
                <a:gd name="connsiteY293-12564" fmla="*/ 706901 h 1078499"/>
                <a:gd name="connsiteX294-12565" fmla="*/ 1673096 w 3024845"/>
                <a:gd name="connsiteY294-12566" fmla="*/ 706901 h 1078499"/>
                <a:gd name="connsiteX295-12567" fmla="*/ 1673096 w 3024845"/>
                <a:gd name="connsiteY295-12568" fmla="*/ 621648 h 1078499"/>
                <a:gd name="connsiteX296-12569" fmla="*/ 1745104 w 3024845"/>
                <a:gd name="connsiteY296-12570" fmla="*/ 621648 h 1078499"/>
                <a:gd name="connsiteX297-12571" fmla="*/ 1745104 w 3024845"/>
                <a:gd name="connsiteY297-12572" fmla="*/ 700416 h 1078499"/>
                <a:gd name="connsiteX298-12573" fmla="*/ 1747008 w 3024845"/>
                <a:gd name="connsiteY298-12574" fmla="*/ 700416 h 1078499"/>
                <a:gd name="connsiteX299-12575" fmla="*/ 1748250 w 3024845"/>
                <a:gd name="connsiteY299-12576" fmla="*/ 722939 h 1078499"/>
                <a:gd name="connsiteX300-12577" fmla="*/ 1757926 w 3024845"/>
                <a:gd name="connsiteY300-12578" fmla="*/ 722939 h 1078499"/>
                <a:gd name="connsiteX301-12579" fmla="*/ 1759168 w 3024845"/>
                <a:gd name="connsiteY301-12580" fmla="*/ 700416 h 1078499"/>
                <a:gd name="connsiteX302-12581" fmla="*/ 1765248 w 3024845"/>
                <a:gd name="connsiteY302-12582" fmla="*/ 700416 h 1078499"/>
                <a:gd name="connsiteX303-12583" fmla="*/ 1766490 w 3024845"/>
                <a:gd name="connsiteY303-12584" fmla="*/ 722939 h 1078499"/>
                <a:gd name="connsiteX304-12585" fmla="*/ 1817112 w 3024845"/>
                <a:gd name="connsiteY304-12586" fmla="*/ 722939 h 1078499"/>
                <a:gd name="connsiteX305-12587" fmla="*/ 1817112 w 3024845"/>
                <a:gd name="connsiteY305-12588" fmla="*/ 559911 h 1078499"/>
                <a:gd name="connsiteX306-12589" fmla="*/ 2014439 w 3024845"/>
                <a:gd name="connsiteY306-12590" fmla="*/ 559911 h 1078499"/>
                <a:gd name="connsiteX307-12591" fmla="*/ 2014439 w 3024845"/>
                <a:gd name="connsiteY307-12592" fmla="*/ 722939 h 1078499"/>
                <a:gd name="connsiteX308-12593" fmla="*/ 2033136 w 3024845"/>
                <a:gd name="connsiteY308-12594" fmla="*/ 722939 h 1078499"/>
                <a:gd name="connsiteX309-12595" fmla="*/ 2033136 w 3024845"/>
                <a:gd name="connsiteY309-12596" fmla="*/ 640246 h 1078499"/>
                <a:gd name="connsiteX310-12597" fmla="*/ 2128256 w 3024845"/>
                <a:gd name="connsiteY310-12598" fmla="*/ 640246 h 1078499"/>
                <a:gd name="connsiteX311-12599" fmla="*/ 2140186 w 3024845"/>
                <a:gd name="connsiteY311-12600" fmla="*/ 322105 h 1078499"/>
                <a:gd name="connsiteX312-12601" fmla="*/ 2128026 w 3024845"/>
                <a:gd name="connsiteY312-12602" fmla="*/ 300487 h 1078499"/>
                <a:gd name="connsiteX313-12603" fmla="*/ 2121946 w 3024845"/>
                <a:gd name="connsiteY313-12604" fmla="*/ 296163 h 1078499"/>
                <a:gd name="connsiteX314-12605" fmla="*/ 2130053 w 3024845"/>
                <a:gd name="connsiteY314-12606" fmla="*/ 272384 h 1078499"/>
                <a:gd name="connsiteX315-12607" fmla="*/ 2130053 w 3024845"/>
                <a:gd name="connsiteY315-12608" fmla="*/ 255090 h 1078499"/>
                <a:gd name="connsiteX316-12609" fmla="*/ 2144240 w 3024845"/>
                <a:gd name="connsiteY316-12610" fmla="*/ 255090 h 1078499"/>
                <a:gd name="connsiteX317-12611" fmla="*/ 2144240 w 3024845"/>
                <a:gd name="connsiteY317-12612" fmla="*/ 233472 h 1078499"/>
                <a:gd name="connsiteX318-12613" fmla="*/ 2146266 w 3024845"/>
                <a:gd name="connsiteY318-12614" fmla="*/ 229148 h 1078499"/>
                <a:gd name="connsiteX319-12615" fmla="*/ 2146266 w 3024845"/>
                <a:gd name="connsiteY319-12616" fmla="*/ 151324 h 1078499"/>
                <a:gd name="connsiteX320-12617" fmla="*/ 2144240 w 3024845"/>
                <a:gd name="connsiteY320-12618" fmla="*/ 144839 h 1078499"/>
                <a:gd name="connsiteX321-12619" fmla="*/ 2150320 w 3024845"/>
                <a:gd name="connsiteY321-12620" fmla="*/ 138353 h 1078499"/>
                <a:gd name="connsiteX322-12621" fmla="*/ 2150320 w 3024845"/>
                <a:gd name="connsiteY322-12622" fmla="*/ 79985 h 1078499"/>
                <a:gd name="connsiteX323-12623" fmla="*/ 2152346 w 3024845"/>
                <a:gd name="connsiteY323-12624" fmla="*/ 75662 h 1078499"/>
                <a:gd name="connsiteX324-12625" fmla="*/ 2152346 w 3024845"/>
                <a:gd name="connsiteY324-12626" fmla="*/ 19456 h 1078499"/>
                <a:gd name="connsiteX325-12627" fmla="*/ 2154373 w 3024845"/>
                <a:gd name="connsiteY325-12628" fmla="*/ 0 h 1078499"/>
                <a:gd name="connsiteX326-12629" fmla="*/ 2158427 w 3024845"/>
                <a:gd name="connsiteY326-12630" fmla="*/ 17294 h 1078499"/>
                <a:gd name="connsiteX327-12631" fmla="*/ 2160453 w 3024845"/>
                <a:gd name="connsiteY327-12632" fmla="*/ 75662 h 1078499"/>
                <a:gd name="connsiteX328-12633" fmla="*/ 2162480 w 3024845"/>
                <a:gd name="connsiteY328-12634" fmla="*/ 138353 h 1078499"/>
                <a:gd name="connsiteX329-12635" fmla="*/ 2168560 w 3024845"/>
                <a:gd name="connsiteY329-12636" fmla="*/ 144839 h 1078499"/>
                <a:gd name="connsiteX330-12637" fmla="*/ 2166533 w 3024845"/>
                <a:gd name="connsiteY330-12638" fmla="*/ 151324 h 1078499"/>
                <a:gd name="connsiteX331-12639" fmla="*/ 2166533 w 3024845"/>
                <a:gd name="connsiteY331-12640" fmla="*/ 229148 h 1078499"/>
                <a:gd name="connsiteX332-12641" fmla="*/ 2168560 w 3024845"/>
                <a:gd name="connsiteY332-12642" fmla="*/ 233472 h 1078499"/>
                <a:gd name="connsiteX333-12643" fmla="*/ 2168560 w 3024845"/>
                <a:gd name="connsiteY333-12644" fmla="*/ 255090 h 1078499"/>
                <a:gd name="connsiteX334-12645" fmla="*/ 2182747 w 3024845"/>
                <a:gd name="connsiteY334-12646" fmla="*/ 255090 h 1078499"/>
                <a:gd name="connsiteX335-12647" fmla="*/ 2182747 w 3024845"/>
                <a:gd name="connsiteY335-12648" fmla="*/ 272384 h 1078499"/>
                <a:gd name="connsiteX336-12649" fmla="*/ 2190854 w 3024845"/>
                <a:gd name="connsiteY336-12650" fmla="*/ 296163 h 1078499"/>
                <a:gd name="connsiteX337-12651" fmla="*/ 2184774 w 3024845"/>
                <a:gd name="connsiteY337-12652" fmla="*/ 300487 h 1078499"/>
                <a:gd name="connsiteX338-12653" fmla="*/ 2172613 w 3024845"/>
                <a:gd name="connsiteY338-12654" fmla="*/ 322105 h 1078499"/>
                <a:gd name="connsiteX339-12655" fmla="*/ 2180720 w 3024845"/>
                <a:gd name="connsiteY339-12656" fmla="*/ 575033 h 1078499"/>
                <a:gd name="connsiteX340-12657" fmla="*/ 2245574 w 3024845"/>
                <a:gd name="connsiteY340-12658" fmla="*/ 575033 h 1078499"/>
                <a:gd name="connsiteX341-12659" fmla="*/ 2245574 w 3024845"/>
                <a:gd name="connsiteY341-12660" fmla="*/ 650695 h 1078499"/>
                <a:gd name="connsiteX342-12661" fmla="*/ 2253681 w 3024845"/>
                <a:gd name="connsiteY342-12662" fmla="*/ 650695 h 1078499"/>
                <a:gd name="connsiteX343-12663" fmla="*/ 2255708 w 3024845"/>
                <a:gd name="connsiteY343-12664" fmla="*/ 644210 h 1078499"/>
                <a:gd name="connsiteX344-12665" fmla="*/ 2261788 w 3024845"/>
                <a:gd name="connsiteY344-12666" fmla="*/ 644210 h 1078499"/>
                <a:gd name="connsiteX345-12667" fmla="*/ 2263815 w 3024845"/>
                <a:gd name="connsiteY345-12668" fmla="*/ 652857 h 1078499"/>
                <a:gd name="connsiteX346-12669" fmla="*/ 2275975 w 3024845"/>
                <a:gd name="connsiteY346-12670" fmla="*/ 652857 h 1078499"/>
                <a:gd name="connsiteX347-12671" fmla="*/ 2275975 w 3024845"/>
                <a:gd name="connsiteY347-12672" fmla="*/ 646371 h 1078499"/>
                <a:gd name="connsiteX348-12673" fmla="*/ 2298268 w 3024845"/>
                <a:gd name="connsiteY348-12674" fmla="*/ 646371 h 1078499"/>
                <a:gd name="connsiteX349-12675" fmla="*/ 2298268 w 3024845"/>
                <a:gd name="connsiteY349-12676" fmla="*/ 652857 h 1078499"/>
                <a:gd name="connsiteX350-12677" fmla="*/ 2318535 w 3024845"/>
                <a:gd name="connsiteY350-12678" fmla="*/ 652857 h 1078499"/>
                <a:gd name="connsiteX351-12679" fmla="*/ 2318535 w 3024845"/>
                <a:gd name="connsiteY351-12680" fmla="*/ 698254 h 1078499"/>
                <a:gd name="connsiteX352-12681" fmla="*/ 2332722 w 3024845"/>
                <a:gd name="connsiteY352-12682" fmla="*/ 698254 h 1078499"/>
                <a:gd name="connsiteX353-12683" fmla="*/ 2332722 w 3024845"/>
                <a:gd name="connsiteY353-12684" fmla="*/ 685283 h 1078499"/>
                <a:gd name="connsiteX354-12685" fmla="*/ 2348936 w 3024845"/>
                <a:gd name="connsiteY354-12686" fmla="*/ 685283 h 1078499"/>
                <a:gd name="connsiteX355-12687" fmla="*/ 2348936 w 3024845"/>
                <a:gd name="connsiteY355-12688" fmla="*/ 505856 h 1078499"/>
                <a:gd name="connsiteX356-12689" fmla="*/ 2355016 w 3024845"/>
                <a:gd name="connsiteY356-12690" fmla="*/ 499370 h 1078499"/>
                <a:gd name="connsiteX357-12691" fmla="*/ 2427977 w 3024845"/>
                <a:gd name="connsiteY357-12692" fmla="*/ 499370 h 1078499"/>
                <a:gd name="connsiteX358-12693" fmla="*/ 2427977 w 3024845"/>
                <a:gd name="connsiteY358-12694" fmla="*/ 508018 h 1078499"/>
                <a:gd name="connsiteX359-12695" fmla="*/ 2438110 w 3024845"/>
                <a:gd name="connsiteY359-12696" fmla="*/ 508018 h 1078499"/>
                <a:gd name="connsiteX360-12697" fmla="*/ 2438110 w 3024845"/>
                <a:gd name="connsiteY360-12698" fmla="*/ 622592 h 1078499"/>
                <a:gd name="connsiteX361-12699" fmla="*/ 2460404 w 3024845"/>
                <a:gd name="connsiteY361-12700" fmla="*/ 622592 h 1078499"/>
                <a:gd name="connsiteX362-12701" fmla="*/ 2460404 w 3024845"/>
                <a:gd name="connsiteY362-12702" fmla="*/ 555577 h 1078499"/>
                <a:gd name="connsiteX363-12703" fmla="*/ 2486751 w 3024845"/>
                <a:gd name="connsiteY363-12704" fmla="*/ 555577 h 1078499"/>
                <a:gd name="connsiteX364-12705" fmla="*/ 2490804 w 3024845"/>
                <a:gd name="connsiteY364-12706" fmla="*/ 551253 h 1078499"/>
                <a:gd name="connsiteX365-12707" fmla="*/ 2498911 w 3024845"/>
                <a:gd name="connsiteY365-12708" fmla="*/ 551253 h 1078499"/>
                <a:gd name="connsiteX366-12709" fmla="*/ 2502964 w 3024845"/>
                <a:gd name="connsiteY366-12710" fmla="*/ 555577 h 1078499"/>
                <a:gd name="connsiteX367-12711" fmla="*/ 2525258 w 3024845"/>
                <a:gd name="connsiteY367-12712" fmla="*/ 555577 h 1078499"/>
                <a:gd name="connsiteX368-12713" fmla="*/ 2525258 w 3024845"/>
                <a:gd name="connsiteY368-12714" fmla="*/ 438841 h 1078499"/>
                <a:gd name="connsiteX369-12715" fmla="*/ 2582005 w 3024845"/>
                <a:gd name="connsiteY369-12716" fmla="*/ 428032 h 1078499"/>
                <a:gd name="connsiteX370-12717" fmla="*/ 2582005 w 3024845"/>
                <a:gd name="connsiteY370-12718" fmla="*/ 429113 h 1078499"/>
                <a:gd name="connsiteX371-12719" fmla="*/ 2582005 w 3024845"/>
                <a:gd name="connsiteY371-12720" fmla="*/ 436679 h 1078499"/>
                <a:gd name="connsiteX372-12721" fmla="*/ 2608352 w 3024845"/>
                <a:gd name="connsiteY372-12722" fmla="*/ 436679 h 1078499"/>
                <a:gd name="connsiteX373-12723" fmla="*/ 2608352 w 3024845"/>
                <a:gd name="connsiteY373-12724" fmla="*/ 691769 h 1078499"/>
                <a:gd name="connsiteX374-12725" fmla="*/ 2630646 w 3024845"/>
                <a:gd name="connsiteY374-12726" fmla="*/ 691769 h 1078499"/>
                <a:gd name="connsiteX375-12727" fmla="*/ 2630646 w 3024845"/>
                <a:gd name="connsiteY375-12728" fmla="*/ 687445 h 1078499"/>
                <a:gd name="connsiteX376-12729" fmla="*/ 2642806 w 3024845"/>
                <a:gd name="connsiteY376-12730" fmla="*/ 687445 h 1078499"/>
                <a:gd name="connsiteX377-12731" fmla="*/ 2642806 w 3024845"/>
                <a:gd name="connsiteY377-12732" fmla="*/ 691769 h 1078499"/>
                <a:gd name="connsiteX378-12733" fmla="*/ 2667126 w 3024845"/>
                <a:gd name="connsiteY378-12734" fmla="*/ 691769 h 1078499"/>
                <a:gd name="connsiteX379-12735" fmla="*/ 2667126 w 3024845"/>
                <a:gd name="connsiteY379-12736" fmla="*/ 678798 h 1078499"/>
                <a:gd name="connsiteX380-12737" fmla="*/ 2695500 w 3024845"/>
                <a:gd name="connsiteY380-12738" fmla="*/ 678798 h 1078499"/>
                <a:gd name="connsiteX381-12739" fmla="*/ 2707660 w 3024845"/>
                <a:gd name="connsiteY381-12740" fmla="*/ 674474 h 1078499"/>
                <a:gd name="connsiteX382-12741" fmla="*/ 2727927 w 3024845"/>
                <a:gd name="connsiteY382-12742" fmla="*/ 678798 h 1078499"/>
                <a:gd name="connsiteX383-12743" fmla="*/ 2727927 w 3024845"/>
                <a:gd name="connsiteY383-12744" fmla="*/ 661504 h 1078499"/>
                <a:gd name="connsiteX384-12745" fmla="*/ 2736034 w 3024845"/>
                <a:gd name="connsiteY384-12746" fmla="*/ 661504 h 1078499"/>
                <a:gd name="connsiteX385-12747" fmla="*/ 2736034 w 3024845"/>
                <a:gd name="connsiteY385-12748" fmla="*/ 648533 h 1078499"/>
                <a:gd name="connsiteX386-12749" fmla="*/ 2792781 w 3024845"/>
                <a:gd name="connsiteY386-12750" fmla="*/ 648533 h 1078499"/>
                <a:gd name="connsiteX387-12751" fmla="*/ 2792781 w 3024845"/>
                <a:gd name="connsiteY387-12752" fmla="*/ 618268 h 1078499"/>
                <a:gd name="connsiteX388-12753" fmla="*/ 2811021 w 3024845"/>
                <a:gd name="connsiteY388-12754" fmla="*/ 618268 h 1078499"/>
                <a:gd name="connsiteX389-12755" fmla="*/ 2811021 w 3024845"/>
                <a:gd name="connsiteY389-12756" fmla="*/ 611783 h 1078499"/>
                <a:gd name="connsiteX390-12757" fmla="*/ 2823181 w 3024845"/>
                <a:gd name="connsiteY390-12758" fmla="*/ 611783 h 1078499"/>
                <a:gd name="connsiteX391-12759" fmla="*/ 2823181 w 3024845"/>
                <a:gd name="connsiteY391-12760" fmla="*/ 618268 h 1078499"/>
                <a:gd name="connsiteX392-12761" fmla="*/ 2839395 w 3024845"/>
                <a:gd name="connsiteY392-12762" fmla="*/ 618268 h 1078499"/>
                <a:gd name="connsiteX393-12763" fmla="*/ 2839395 w 3024845"/>
                <a:gd name="connsiteY393-12764" fmla="*/ 667989 h 1078499"/>
                <a:gd name="connsiteX394-12765" fmla="*/ 2871822 w 3024845"/>
                <a:gd name="connsiteY394-12766" fmla="*/ 667989 h 1078499"/>
                <a:gd name="connsiteX395-12767" fmla="*/ 2871822 w 3024845"/>
                <a:gd name="connsiteY395-12768" fmla="*/ 642048 h 1078499"/>
                <a:gd name="connsiteX396-12769" fmla="*/ 2910329 w 3024845"/>
                <a:gd name="connsiteY396-12770" fmla="*/ 642048 h 1078499"/>
                <a:gd name="connsiteX397-12771" fmla="*/ 2910329 w 3024845"/>
                <a:gd name="connsiteY397-12772" fmla="*/ 611783 h 1078499"/>
                <a:gd name="connsiteX398-12773" fmla="*/ 2958970 w 3024845"/>
                <a:gd name="connsiteY398-12774" fmla="*/ 611783 h 1078499"/>
                <a:gd name="connsiteX399-12775" fmla="*/ 2958970 w 3024845"/>
                <a:gd name="connsiteY399-12776" fmla="*/ 722939 h 1078499"/>
                <a:gd name="connsiteX400-12777" fmla="*/ 2958970 w 3024845"/>
                <a:gd name="connsiteY400-12778" fmla="*/ 736718 h 1078499"/>
                <a:gd name="connsiteX401-12779" fmla="*/ 3024845 w 3024845"/>
                <a:gd name="connsiteY401-12780" fmla="*/ 736718 h 1078499"/>
                <a:gd name="connsiteX402-12781" fmla="*/ 3024845 w 3024845"/>
                <a:gd name="connsiteY402-12782" fmla="*/ 1078499 h 1078499"/>
                <a:gd name="connsiteX403-12783" fmla="*/ 2054 w 3024845"/>
                <a:gd name="connsiteY403-12784" fmla="*/ 1076166 h 1078499"/>
                <a:gd name="connsiteX404-12785" fmla="*/ 0 w 3024845"/>
                <a:gd name="connsiteY404-12786" fmla="*/ 642048 h 1078499"/>
                <a:gd name="connsiteX405-12787" fmla="*/ 20267 w 3024845"/>
                <a:gd name="connsiteY405-12788" fmla="*/ 642048 h 1078499"/>
                <a:gd name="connsiteX406-12789" fmla="*/ 20774 w 3024845"/>
                <a:gd name="connsiteY406-12790" fmla="*/ 640967 h 1078499"/>
                <a:gd name="connsiteX407-12791" fmla="*/ 24320 w 3024845"/>
                <a:gd name="connsiteY407-12792" fmla="*/ 633401 h 1078499"/>
                <a:gd name="connsiteX408-12793" fmla="*/ 26094 w 3024845"/>
                <a:gd name="connsiteY408-12794" fmla="*/ 633671 h 1078499"/>
                <a:gd name="connsiteX409-12795" fmla="*/ 38507 w 3024845"/>
                <a:gd name="connsiteY409-12796" fmla="*/ 635562 h 1078499"/>
                <a:gd name="connsiteX410-12797" fmla="*/ 39014 w 3024845"/>
                <a:gd name="connsiteY410-12798" fmla="*/ 636914 h 1078499"/>
                <a:gd name="connsiteX411-12799" fmla="*/ 42560 w 3024845"/>
                <a:gd name="connsiteY411-12800" fmla="*/ 646371 h 1078499"/>
                <a:gd name="connsiteX412-12801" fmla="*/ 68907 w 3024845"/>
                <a:gd name="connsiteY412-12802" fmla="*/ 648533 h 1078499"/>
                <a:gd name="connsiteX413-12803" fmla="*/ 68907 w 3024845"/>
                <a:gd name="connsiteY413-12804" fmla="*/ 525312 h 1078499"/>
                <a:gd name="connsiteX414-12805" fmla="*/ 70934 w 3024845"/>
                <a:gd name="connsiteY414-12806" fmla="*/ 525312 h 1078499"/>
                <a:gd name="connsiteX415-12807" fmla="*/ 85121 w 3024845"/>
                <a:gd name="connsiteY415-12808" fmla="*/ 525312 h 1078499"/>
                <a:gd name="connsiteX416-12809" fmla="*/ 85121 w 3024845"/>
                <a:gd name="connsiteY416-12810" fmla="*/ 389120 h 1078499"/>
                <a:gd name="connsiteX417-12811" fmla="*/ 86894 w 3024845"/>
                <a:gd name="connsiteY417-12812" fmla="*/ 389120 h 1078499"/>
                <a:gd name="connsiteX418-12813" fmla="*/ 99308 w 3024845"/>
                <a:gd name="connsiteY418-12814" fmla="*/ 389120 h 1078499"/>
                <a:gd name="connsiteX419-12815" fmla="*/ 99308 w 3024845"/>
                <a:gd name="connsiteY419-12816" fmla="*/ 274546 h 1078499"/>
                <a:gd name="connsiteX420-12817" fmla="*/ 103361 w 3024845"/>
                <a:gd name="connsiteY420-12818" fmla="*/ 246442 h 1078499"/>
                <a:gd name="connsiteX421-12819" fmla="*/ 105388 w 3024845"/>
                <a:gd name="connsiteY421-12820" fmla="*/ 246442 h 1078499"/>
                <a:gd name="connsiteX422-12821" fmla="*/ 119575 w 3024845"/>
                <a:gd name="connsiteY422-12822" fmla="*/ 246442 h 1078499"/>
                <a:gd name="connsiteX0-12823" fmla="*/ 119575 w 3024845"/>
                <a:gd name="connsiteY0-12824" fmla="*/ 246442 h 1078499"/>
                <a:gd name="connsiteX1-12825" fmla="*/ 200642 w 3024845"/>
                <a:gd name="connsiteY1-12826" fmla="*/ 244281 h 1078499"/>
                <a:gd name="connsiteX2-12827" fmla="*/ 202669 w 3024845"/>
                <a:gd name="connsiteY2-12828" fmla="*/ 244281 h 1078499"/>
                <a:gd name="connsiteX3-12829" fmla="*/ 216856 w 3024845"/>
                <a:gd name="connsiteY3-12830" fmla="*/ 244281 h 1078499"/>
                <a:gd name="connsiteX4-12831" fmla="*/ 216856 w 3024845"/>
                <a:gd name="connsiteY4-12832" fmla="*/ 268060 h 1078499"/>
                <a:gd name="connsiteX5-12833" fmla="*/ 217363 w 3024845"/>
                <a:gd name="connsiteY5-12834" fmla="*/ 268871 h 1078499"/>
                <a:gd name="connsiteX6-12835" fmla="*/ 220909 w 3024845"/>
                <a:gd name="connsiteY6-12836" fmla="*/ 274546 h 1078499"/>
                <a:gd name="connsiteX7-12837" fmla="*/ 220909 w 3024845"/>
                <a:gd name="connsiteY7-12838" fmla="*/ 389120 h 1078499"/>
                <a:gd name="connsiteX8-12839" fmla="*/ 223189 w 3024845"/>
                <a:gd name="connsiteY8-12840" fmla="*/ 389120 h 1078499"/>
                <a:gd name="connsiteX9-12841" fmla="*/ 239150 w 3024845"/>
                <a:gd name="connsiteY9-12842" fmla="*/ 389120 h 1078499"/>
                <a:gd name="connsiteX10-12843" fmla="*/ 239150 w 3024845"/>
                <a:gd name="connsiteY10-12844" fmla="*/ 529635 h 1078499"/>
                <a:gd name="connsiteX11-12845" fmla="*/ 240670 w 3024845"/>
                <a:gd name="connsiteY11-12846" fmla="*/ 529365 h 1078499"/>
                <a:gd name="connsiteX12-12847" fmla="*/ 251310 w 3024845"/>
                <a:gd name="connsiteY12-12848" fmla="*/ 527474 h 1078499"/>
                <a:gd name="connsiteX13-12849" fmla="*/ 249283 w 3024845"/>
                <a:gd name="connsiteY13-12850" fmla="*/ 616106 h 1078499"/>
                <a:gd name="connsiteX14-12851" fmla="*/ 250803 w 3024845"/>
                <a:gd name="connsiteY14-12852" fmla="*/ 616377 h 1078499"/>
                <a:gd name="connsiteX15-12853" fmla="*/ 261443 w 3024845"/>
                <a:gd name="connsiteY15-12854" fmla="*/ 618268 h 1078499"/>
                <a:gd name="connsiteX16-12855" fmla="*/ 261696 w 3024845"/>
                <a:gd name="connsiteY16-12856" fmla="*/ 619079 h 1078499"/>
                <a:gd name="connsiteX17-12857" fmla="*/ 263470 w 3024845"/>
                <a:gd name="connsiteY17-12858" fmla="*/ 624754 h 1078499"/>
                <a:gd name="connsiteX18-12859" fmla="*/ 264230 w 3024845"/>
                <a:gd name="connsiteY18-12860" fmla="*/ 622322 h 1078499"/>
                <a:gd name="connsiteX19-12861" fmla="*/ 269550 w 3024845"/>
                <a:gd name="connsiteY19-12862" fmla="*/ 605298 h 1078499"/>
                <a:gd name="connsiteX20-12863" fmla="*/ 271323 w 3024845"/>
                <a:gd name="connsiteY20-12864" fmla="*/ 605298 h 1078499"/>
                <a:gd name="connsiteX21-12865" fmla="*/ 283737 w 3024845"/>
                <a:gd name="connsiteY21-12866" fmla="*/ 605298 h 1078499"/>
                <a:gd name="connsiteX22-12867" fmla="*/ 283737 w 3024845"/>
                <a:gd name="connsiteY22-12868" fmla="*/ 637724 h 1078499"/>
                <a:gd name="connsiteX23-12869" fmla="*/ 284750 w 3024845"/>
                <a:gd name="connsiteY23-12870" fmla="*/ 638265 h 1078499"/>
                <a:gd name="connsiteX24-12871" fmla="*/ 291844 w 3024845"/>
                <a:gd name="connsiteY24-12872" fmla="*/ 642048 h 1078499"/>
                <a:gd name="connsiteX25-12873" fmla="*/ 291844 w 3024845"/>
                <a:gd name="connsiteY25-12874" fmla="*/ 643399 h 1078499"/>
                <a:gd name="connsiteX26-12875" fmla="*/ 291844 w 3024845"/>
                <a:gd name="connsiteY26-12876" fmla="*/ 652857 h 1078499"/>
                <a:gd name="connsiteX27-12877" fmla="*/ 336431 w 3024845"/>
                <a:gd name="connsiteY27-12878" fmla="*/ 652857 h 1078499"/>
                <a:gd name="connsiteX28-12879" fmla="*/ 336431 w 3024845"/>
                <a:gd name="connsiteY28-12880" fmla="*/ 653938 h 1078499"/>
                <a:gd name="connsiteX29-12881" fmla="*/ 336431 w 3024845"/>
                <a:gd name="connsiteY29-12882" fmla="*/ 661504 h 1078499"/>
                <a:gd name="connsiteX30-12883" fmla="*/ 338457 w 3024845"/>
                <a:gd name="connsiteY30-12884" fmla="*/ 661504 h 1078499"/>
                <a:gd name="connsiteX31-12885" fmla="*/ 352644 w 3024845"/>
                <a:gd name="connsiteY31-12886" fmla="*/ 661504 h 1078499"/>
                <a:gd name="connsiteX32-12887" fmla="*/ 352644 w 3024845"/>
                <a:gd name="connsiteY32-12888" fmla="*/ 631239 h 1078499"/>
                <a:gd name="connsiteX33-12889" fmla="*/ 397231 w 3024845"/>
                <a:gd name="connsiteY33-12890" fmla="*/ 631239 h 1078499"/>
                <a:gd name="connsiteX34-12891" fmla="*/ 397231 w 3024845"/>
                <a:gd name="connsiteY34-12892" fmla="*/ 629888 h 1078499"/>
                <a:gd name="connsiteX35-12893" fmla="*/ 397231 w 3024845"/>
                <a:gd name="connsiteY35-12894" fmla="*/ 620430 h 1078499"/>
                <a:gd name="connsiteX36-12895" fmla="*/ 398245 w 3024845"/>
                <a:gd name="connsiteY36-12896" fmla="*/ 620430 h 1078499"/>
                <a:gd name="connsiteX37-12897" fmla="*/ 405338 w 3024845"/>
                <a:gd name="connsiteY37-12898" fmla="*/ 620430 h 1078499"/>
                <a:gd name="connsiteX38-12899" fmla="*/ 405338 w 3024845"/>
                <a:gd name="connsiteY38-12900" fmla="*/ 618539 h 1078499"/>
                <a:gd name="connsiteX39-12901" fmla="*/ 405338 w 3024845"/>
                <a:gd name="connsiteY39-12902" fmla="*/ 605298 h 1078499"/>
                <a:gd name="connsiteX40-12903" fmla="*/ 406098 w 3024845"/>
                <a:gd name="connsiteY40-12904" fmla="*/ 605298 h 1078499"/>
                <a:gd name="connsiteX41-12905" fmla="*/ 411418 w 3024845"/>
                <a:gd name="connsiteY41-12906" fmla="*/ 605298 h 1078499"/>
                <a:gd name="connsiteX42-12907" fmla="*/ 411418 w 3024845"/>
                <a:gd name="connsiteY42-12908" fmla="*/ 604217 h 1078499"/>
                <a:gd name="connsiteX43-12909" fmla="*/ 411418 w 3024845"/>
                <a:gd name="connsiteY43-12910" fmla="*/ 596650 h 1078499"/>
                <a:gd name="connsiteX44-12911" fmla="*/ 413445 w 3024845"/>
                <a:gd name="connsiteY44-12912" fmla="*/ 596650 h 1078499"/>
                <a:gd name="connsiteX45-12913" fmla="*/ 427632 w 3024845"/>
                <a:gd name="connsiteY45-12914" fmla="*/ 596650 h 1078499"/>
                <a:gd name="connsiteX46-12915" fmla="*/ 427632 w 3024845"/>
                <a:gd name="connsiteY46-12916" fmla="*/ 597731 h 1078499"/>
                <a:gd name="connsiteX47-12917" fmla="*/ 427632 w 3024845"/>
                <a:gd name="connsiteY47-12918" fmla="*/ 605298 h 1078499"/>
                <a:gd name="connsiteX48-12919" fmla="*/ 449925 w 3024845"/>
                <a:gd name="connsiteY48-12920" fmla="*/ 605298 h 1078499"/>
                <a:gd name="connsiteX49-12921" fmla="*/ 449925 w 3024845"/>
                <a:gd name="connsiteY49-12922" fmla="*/ 603406 h 1078499"/>
                <a:gd name="connsiteX50-12923" fmla="*/ 449925 w 3024845"/>
                <a:gd name="connsiteY50-12924" fmla="*/ 590165 h 1078499"/>
                <a:gd name="connsiteX51-12925" fmla="*/ 451699 w 3024845"/>
                <a:gd name="connsiteY51-12926" fmla="*/ 590165 h 1078499"/>
                <a:gd name="connsiteX52-12927" fmla="*/ 464112 w 3024845"/>
                <a:gd name="connsiteY52-12928" fmla="*/ 590165 h 1078499"/>
                <a:gd name="connsiteX53-12929" fmla="*/ 464112 w 3024845"/>
                <a:gd name="connsiteY53-12930" fmla="*/ 613945 h 1078499"/>
                <a:gd name="connsiteX54-12931" fmla="*/ 465126 w 3024845"/>
                <a:gd name="connsiteY54-12932" fmla="*/ 613945 h 1078499"/>
                <a:gd name="connsiteX55-12933" fmla="*/ 472219 w 3024845"/>
                <a:gd name="connsiteY55-12934" fmla="*/ 613945 h 1078499"/>
                <a:gd name="connsiteX56-12935" fmla="*/ 472219 w 3024845"/>
                <a:gd name="connsiteY56-12936" fmla="*/ 612864 h 1078499"/>
                <a:gd name="connsiteX57-12937" fmla="*/ 472219 w 3024845"/>
                <a:gd name="connsiteY57-12938" fmla="*/ 605298 h 1078499"/>
                <a:gd name="connsiteX58-12939" fmla="*/ 473992 w 3024845"/>
                <a:gd name="connsiteY58-12940" fmla="*/ 605298 h 1078499"/>
                <a:gd name="connsiteX59-12941" fmla="*/ 486406 w 3024845"/>
                <a:gd name="connsiteY59-12942" fmla="*/ 605298 h 1078499"/>
                <a:gd name="connsiteX60-12943" fmla="*/ 486406 w 3024845"/>
                <a:gd name="connsiteY60-12944" fmla="*/ 631239 h 1078499"/>
                <a:gd name="connsiteX61-12945" fmla="*/ 488433 w 3024845"/>
                <a:gd name="connsiteY61-12946" fmla="*/ 631239 h 1078499"/>
                <a:gd name="connsiteX62-12947" fmla="*/ 502619 w 3024845"/>
                <a:gd name="connsiteY62-12948" fmla="*/ 631239 h 1078499"/>
                <a:gd name="connsiteX63-12949" fmla="*/ 502619 w 3024845"/>
                <a:gd name="connsiteY63-12950" fmla="*/ 632860 h 1078499"/>
                <a:gd name="connsiteX64-12951" fmla="*/ 502619 w 3024845"/>
                <a:gd name="connsiteY64-12952" fmla="*/ 644210 h 1078499"/>
                <a:gd name="connsiteX65-12953" fmla="*/ 503379 w 3024845"/>
                <a:gd name="connsiteY65-12954" fmla="*/ 644210 h 1078499"/>
                <a:gd name="connsiteX66-12955" fmla="*/ 508700 w 3024845"/>
                <a:gd name="connsiteY66-12956" fmla="*/ 644210 h 1078499"/>
                <a:gd name="connsiteX67-12957" fmla="*/ 508700 w 3024845"/>
                <a:gd name="connsiteY67-12958" fmla="*/ 643399 h 1078499"/>
                <a:gd name="connsiteX68-12959" fmla="*/ 508700 w 3024845"/>
                <a:gd name="connsiteY68-12960" fmla="*/ 637724 h 1078499"/>
                <a:gd name="connsiteX69-12961" fmla="*/ 539100 w 3024845"/>
                <a:gd name="connsiteY69-12962" fmla="*/ 637724 h 1078499"/>
                <a:gd name="connsiteX70-12963" fmla="*/ 539100 w 3024845"/>
                <a:gd name="connsiteY70-12964" fmla="*/ 661504 h 1078499"/>
                <a:gd name="connsiteX71-12965" fmla="*/ 540113 w 3024845"/>
                <a:gd name="connsiteY71-12966" fmla="*/ 661504 h 1078499"/>
                <a:gd name="connsiteX72-12967" fmla="*/ 547207 w 3024845"/>
                <a:gd name="connsiteY72-12968" fmla="*/ 661504 h 1078499"/>
                <a:gd name="connsiteX73-12969" fmla="*/ 547207 w 3024845"/>
                <a:gd name="connsiteY73-12970" fmla="*/ 662585 h 1078499"/>
                <a:gd name="connsiteX74-12971" fmla="*/ 547207 w 3024845"/>
                <a:gd name="connsiteY74-12972" fmla="*/ 670151 h 1078499"/>
                <a:gd name="connsiteX75-12973" fmla="*/ 547967 w 3024845"/>
                <a:gd name="connsiteY75-12974" fmla="*/ 670151 h 1078499"/>
                <a:gd name="connsiteX76-12975" fmla="*/ 553287 w 3024845"/>
                <a:gd name="connsiteY76-12976" fmla="*/ 670151 h 1078499"/>
                <a:gd name="connsiteX77-12977" fmla="*/ 553287 w 3024845"/>
                <a:gd name="connsiteY77-12978" fmla="*/ 667989 h 1078499"/>
                <a:gd name="connsiteX78-12979" fmla="*/ 553287 w 3024845"/>
                <a:gd name="connsiteY78-12980" fmla="*/ 652857 h 1078499"/>
                <a:gd name="connsiteX79-12981" fmla="*/ 554300 w 3024845"/>
                <a:gd name="connsiteY79-12982" fmla="*/ 652857 h 1078499"/>
                <a:gd name="connsiteX80-12983" fmla="*/ 561394 w 3024845"/>
                <a:gd name="connsiteY80-12984" fmla="*/ 652857 h 1078499"/>
                <a:gd name="connsiteX81-12985" fmla="*/ 561394 w 3024845"/>
                <a:gd name="connsiteY81-12986" fmla="*/ 653938 h 1078499"/>
                <a:gd name="connsiteX82-12987" fmla="*/ 561394 w 3024845"/>
                <a:gd name="connsiteY82-12988" fmla="*/ 661504 h 1078499"/>
                <a:gd name="connsiteX83-12989" fmla="*/ 566714 w 3024845"/>
                <a:gd name="connsiteY83-12990" fmla="*/ 659511 h 1078499"/>
                <a:gd name="connsiteX84-12991" fmla="*/ 567474 w 3024845"/>
                <a:gd name="connsiteY84-12992" fmla="*/ 658531 h 1078499"/>
                <a:gd name="connsiteX85-12993" fmla="*/ 567474 w 3024845"/>
                <a:gd name="connsiteY85-12994" fmla="*/ 652857 h 1078499"/>
                <a:gd name="connsiteX86-12995" fmla="*/ 605981 w 3024845"/>
                <a:gd name="connsiteY86-12996" fmla="*/ 652857 h 1078499"/>
                <a:gd name="connsiteX87-12997" fmla="*/ 605981 w 3024845"/>
                <a:gd name="connsiteY87-12998" fmla="*/ 676636 h 1078499"/>
                <a:gd name="connsiteX88-12999" fmla="*/ 608007 w 3024845"/>
                <a:gd name="connsiteY88-13000" fmla="*/ 676636 h 1078499"/>
                <a:gd name="connsiteX89-13001" fmla="*/ 622194 w 3024845"/>
                <a:gd name="connsiteY89-13002" fmla="*/ 676636 h 1078499"/>
                <a:gd name="connsiteX90-13003" fmla="*/ 622194 w 3024845"/>
                <a:gd name="connsiteY90-13004" fmla="*/ 677717 h 1078499"/>
                <a:gd name="connsiteX91-13005" fmla="*/ 622194 w 3024845"/>
                <a:gd name="connsiteY91-13006" fmla="*/ 685283 h 1078499"/>
                <a:gd name="connsiteX92-13007" fmla="*/ 623968 w 3024845"/>
                <a:gd name="connsiteY92-13008" fmla="*/ 685283 h 1078499"/>
                <a:gd name="connsiteX93-13009" fmla="*/ 636381 w 3024845"/>
                <a:gd name="connsiteY93-13010" fmla="*/ 685283 h 1078499"/>
                <a:gd name="connsiteX94-13011" fmla="*/ 636381 w 3024845"/>
                <a:gd name="connsiteY94-13012" fmla="*/ 661504 h 1078499"/>
                <a:gd name="connsiteX95-13013" fmla="*/ 637394 w 3024845"/>
                <a:gd name="connsiteY95-13014" fmla="*/ 661504 h 1078499"/>
                <a:gd name="connsiteX96-13015" fmla="*/ 644488 w 3024845"/>
                <a:gd name="connsiteY96-13016" fmla="*/ 661504 h 1078499"/>
                <a:gd name="connsiteX97-13017" fmla="*/ 644488 w 3024845"/>
                <a:gd name="connsiteY97-13018" fmla="*/ 629077 h 1078499"/>
                <a:gd name="connsiteX98-13019" fmla="*/ 645501 w 3024845"/>
                <a:gd name="connsiteY98-13020" fmla="*/ 629077 h 1078499"/>
                <a:gd name="connsiteX99-13021" fmla="*/ 652595 w 3024845"/>
                <a:gd name="connsiteY99-13022" fmla="*/ 629077 h 1078499"/>
                <a:gd name="connsiteX100-13023" fmla="*/ 652595 w 3024845"/>
                <a:gd name="connsiteY100-13024" fmla="*/ 627186 h 1078499"/>
                <a:gd name="connsiteX101-13025" fmla="*/ 652595 w 3024845"/>
                <a:gd name="connsiteY101-13026" fmla="*/ 613945 h 1078499"/>
                <a:gd name="connsiteX102-13027" fmla="*/ 651328 w 3024845"/>
                <a:gd name="connsiteY102-13028" fmla="*/ 612323 h 1078499"/>
                <a:gd name="connsiteX103-13029" fmla="*/ 656648 w 3024845"/>
                <a:gd name="connsiteY103-13030" fmla="*/ 600974 h 1078499"/>
                <a:gd name="connsiteX104-13031" fmla="*/ 664755 w 3024845"/>
                <a:gd name="connsiteY104-13032" fmla="*/ 629077 h 1078499"/>
                <a:gd name="connsiteX105-13033" fmla="*/ 665515 w 3024845"/>
                <a:gd name="connsiteY105-13034" fmla="*/ 629077 h 1078499"/>
                <a:gd name="connsiteX106-13035" fmla="*/ 670835 w 3024845"/>
                <a:gd name="connsiteY106-13036" fmla="*/ 629077 h 1078499"/>
                <a:gd name="connsiteX107-13037" fmla="*/ 670835 w 3024845"/>
                <a:gd name="connsiteY107-13038" fmla="*/ 523150 h 1078499"/>
                <a:gd name="connsiteX108-13039" fmla="*/ 672355 w 3024845"/>
                <a:gd name="connsiteY108-13040" fmla="*/ 523150 h 1078499"/>
                <a:gd name="connsiteX109-13041" fmla="*/ 682995 w 3024845"/>
                <a:gd name="connsiteY109-13042" fmla="*/ 523150 h 1078499"/>
                <a:gd name="connsiteX110-13043" fmla="*/ 682995 w 3024845"/>
                <a:gd name="connsiteY110-13044" fmla="*/ 475591 h 1078499"/>
                <a:gd name="connsiteX111-13045" fmla="*/ 709342 w 3024845"/>
                <a:gd name="connsiteY111-13046" fmla="*/ 475591 h 1078499"/>
                <a:gd name="connsiteX112-13047" fmla="*/ 709342 w 3024845"/>
                <a:gd name="connsiteY112-13048" fmla="*/ 453973 h 1078499"/>
                <a:gd name="connsiteX113-13049" fmla="*/ 743796 w 3024845"/>
                <a:gd name="connsiteY113-13050" fmla="*/ 453973 h 1078499"/>
                <a:gd name="connsiteX114-13051" fmla="*/ 743796 w 3024845"/>
                <a:gd name="connsiteY114-13052" fmla="*/ 456405 h 1078499"/>
                <a:gd name="connsiteX115-13053" fmla="*/ 743796 w 3024845"/>
                <a:gd name="connsiteY115-13054" fmla="*/ 473429 h 1078499"/>
                <a:gd name="connsiteX116-13055" fmla="*/ 746076 w 3024845"/>
                <a:gd name="connsiteY116-13056" fmla="*/ 473429 h 1078499"/>
                <a:gd name="connsiteX117-13057" fmla="*/ 762036 w 3024845"/>
                <a:gd name="connsiteY117-13058" fmla="*/ 473429 h 1078499"/>
                <a:gd name="connsiteX118-13059" fmla="*/ 762036 w 3024845"/>
                <a:gd name="connsiteY118-13060" fmla="*/ 520988 h 1078499"/>
                <a:gd name="connsiteX119-13061" fmla="*/ 763049 w 3024845"/>
                <a:gd name="connsiteY119-13062" fmla="*/ 520988 h 1078499"/>
                <a:gd name="connsiteX120-13063" fmla="*/ 770143 w 3024845"/>
                <a:gd name="connsiteY120-13064" fmla="*/ 520988 h 1078499"/>
                <a:gd name="connsiteX121-13065" fmla="*/ 784330 w 3024845"/>
                <a:gd name="connsiteY121-13066" fmla="*/ 525312 h 1078499"/>
                <a:gd name="connsiteX122-13067" fmla="*/ 784330 w 3024845"/>
                <a:gd name="connsiteY122-13068" fmla="*/ 564224 h 1078499"/>
                <a:gd name="connsiteX123-13069" fmla="*/ 785343 w 3024845"/>
                <a:gd name="connsiteY123-13070" fmla="*/ 564224 h 1078499"/>
                <a:gd name="connsiteX124-13071" fmla="*/ 792436 w 3024845"/>
                <a:gd name="connsiteY124-13072" fmla="*/ 564224 h 1078499"/>
                <a:gd name="connsiteX125-13073" fmla="*/ 792436 w 3024845"/>
                <a:gd name="connsiteY125-13074" fmla="*/ 565845 h 1078499"/>
                <a:gd name="connsiteX126-13075" fmla="*/ 792436 w 3024845"/>
                <a:gd name="connsiteY126-13076" fmla="*/ 577194 h 1078499"/>
                <a:gd name="connsiteX127-13077" fmla="*/ 794463 w 3024845"/>
                <a:gd name="connsiteY127-13078" fmla="*/ 577194 h 1078499"/>
                <a:gd name="connsiteX128-13079" fmla="*/ 808650 w 3024845"/>
                <a:gd name="connsiteY128-13080" fmla="*/ 577194 h 1078499"/>
                <a:gd name="connsiteX129-13081" fmla="*/ 814730 w 3024845"/>
                <a:gd name="connsiteY129-13082" fmla="*/ 583680 h 1078499"/>
                <a:gd name="connsiteX130-13083" fmla="*/ 814730 w 3024845"/>
                <a:gd name="connsiteY130-13084" fmla="*/ 605298 h 1078499"/>
                <a:gd name="connsiteX131-13085" fmla="*/ 817010 w 3024845"/>
                <a:gd name="connsiteY131-13086" fmla="*/ 605298 h 1078499"/>
                <a:gd name="connsiteX132-13087" fmla="*/ 832970 w 3024845"/>
                <a:gd name="connsiteY132-13088" fmla="*/ 605298 h 1078499"/>
                <a:gd name="connsiteX133-13089" fmla="*/ 832970 w 3024845"/>
                <a:gd name="connsiteY133-13090" fmla="*/ 606378 h 1078499"/>
                <a:gd name="connsiteX134-13091" fmla="*/ 832970 w 3024845"/>
                <a:gd name="connsiteY134-13092" fmla="*/ 613945 h 1078499"/>
                <a:gd name="connsiteX135-13093" fmla="*/ 834237 w 3024845"/>
                <a:gd name="connsiteY135-13094" fmla="*/ 613945 h 1078499"/>
                <a:gd name="connsiteX136-13095" fmla="*/ 843104 w 3024845"/>
                <a:gd name="connsiteY136-13096" fmla="*/ 613945 h 1078499"/>
                <a:gd name="connsiteX137-13097" fmla="*/ 843104 w 3024845"/>
                <a:gd name="connsiteY137-13098" fmla="*/ 616106 h 1078499"/>
                <a:gd name="connsiteX138-13099" fmla="*/ 843104 w 3024845"/>
                <a:gd name="connsiteY138-13100" fmla="*/ 631239 h 1078499"/>
                <a:gd name="connsiteX139-13101" fmla="*/ 847157 w 3024845"/>
                <a:gd name="connsiteY139-13102" fmla="*/ 629347 h 1078499"/>
                <a:gd name="connsiteX140-13103" fmla="*/ 847157 w 3024845"/>
                <a:gd name="connsiteY140-13104" fmla="*/ 616106 h 1078499"/>
                <a:gd name="connsiteX141-13105" fmla="*/ 848170 w 3024845"/>
                <a:gd name="connsiteY141-13106" fmla="*/ 616106 h 1078499"/>
                <a:gd name="connsiteX142-13107" fmla="*/ 855264 w 3024845"/>
                <a:gd name="connsiteY142-13108" fmla="*/ 616106 h 1078499"/>
                <a:gd name="connsiteX143-13109" fmla="*/ 855264 w 3024845"/>
                <a:gd name="connsiteY143-13110" fmla="*/ 617728 h 1078499"/>
                <a:gd name="connsiteX144-13111" fmla="*/ 855264 w 3024845"/>
                <a:gd name="connsiteY144-13112" fmla="*/ 629077 h 1078499"/>
                <a:gd name="connsiteX145-13113" fmla="*/ 856024 w 3024845"/>
                <a:gd name="connsiteY145-13114" fmla="*/ 629077 h 1078499"/>
                <a:gd name="connsiteX146-13115" fmla="*/ 861344 w 3024845"/>
                <a:gd name="connsiteY146-13116" fmla="*/ 629077 h 1078499"/>
                <a:gd name="connsiteX147-13117" fmla="*/ 909984 w 3024845"/>
                <a:gd name="connsiteY147-13118" fmla="*/ 624754 h 1078499"/>
                <a:gd name="connsiteX148-13119" fmla="*/ 909984 w 3024845"/>
                <a:gd name="connsiteY148-13120" fmla="*/ 626105 h 1078499"/>
                <a:gd name="connsiteX149-13121" fmla="*/ 909984 w 3024845"/>
                <a:gd name="connsiteY149-13122" fmla="*/ 635562 h 1078499"/>
                <a:gd name="connsiteX150-13123" fmla="*/ 910744 w 3024845"/>
                <a:gd name="connsiteY150-13124" fmla="*/ 635562 h 1078499"/>
                <a:gd name="connsiteX151-13125" fmla="*/ 916065 w 3024845"/>
                <a:gd name="connsiteY151-13126" fmla="*/ 635562 h 1078499"/>
                <a:gd name="connsiteX152-13127" fmla="*/ 916065 w 3024845"/>
                <a:gd name="connsiteY152-13128" fmla="*/ 637724 h 1078499"/>
                <a:gd name="connsiteX153-13129" fmla="*/ 916065 w 3024845"/>
                <a:gd name="connsiteY153-13130" fmla="*/ 652857 h 1078499"/>
                <a:gd name="connsiteX154-13131" fmla="*/ 918091 w 3024845"/>
                <a:gd name="connsiteY154-13132" fmla="*/ 651506 h 1078499"/>
                <a:gd name="connsiteX155-13133" fmla="*/ 932278 w 3024845"/>
                <a:gd name="connsiteY155-13134" fmla="*/ 642048 h 1078499"/>
                <a:gd name="connsiteX156-13135" fmla="*/ 938358 w 3024845"/>
                <a:gd name="connsiteY156-13136" fmla="*/ 600974 h 1078499"/>
                <a:gd name="connsiteX157-13137" fmla="*/ 939118 w 3024845"/>
                <a:gd name="connsiteY157-13138" fmla="*/ 600704 h 1078499"/>
                <a:gd name="connsiteX158-13139" fmla="*/ 944438 w 3024845"/>
                <a:gd name="connsiteY158-13140" fmla="*/ 598812 h 1078499"/>
                <a:gd name="connsiteX159-13141" fmla="*/ 946465 w 3024845"/>
                <a:gd name="connsiteY159-13142" fmla="*/ 529635 h 1078499"/>
                <a:gd name="connsiteX160-13143" fmla="*/ 948492 w 3024845"/>
                <a:gd name="connsiteY160-13144" fmla="*/ 598812 h 1078499"/>
                <a:gd name="connsiteX161-13145" fmla="*/ 949252 w 3024845"/>
                <a:gd name="connsiteY161-13146" fmla="*/ 599082 h 1078499"/>
                <a:gd name="connsiteX162-13147" fmla="*/ 954572 w 3024845"/>
                <a:gd name="connsiteY162-13148" fmla="*/ 600974 h 1078499"/>
                <a:gd name="connsiteX163-13149" fmla="*/ 954572 w 3024845"/>
                <a:gd name="connsiteY163-13150" fmla="*/ 514503 h 1078499"/>
                <a:gd name="connsiteX164-13151" fmla="*/ 958625 w 3024845"/>
                <a:gd name="connsiteY164-13152" fmla="*/ 482076 h 1078499"/>
                <a:gd name="connsiteX165-13153" fmla="*/ 997132 w 3024845"/>
                <a:gd name="connsiteY165-13154" fmla="*/ 482076 h 1078499"/>
                <a:gd name="connsiteX166-13155" fmla="*/ 997132 w 3024845"/>
                <a:gd name="connsiteY166-13156" fmla="*/ 514503 h 1078499"/>
                <a:gd name="connsiteX167-13157" fmla="*/ 997892 w 3024845"/>
                <a:gd name="connsiteY167-13158" fmla="*/ 514503 h 1078499"/>
                <a:gd name="connsiteX168-13159" fmla="*/ 1003212 w 3024845"/>
                <a:gd name="connsiteY168-13160" fmla="*/ 514503 h 1078499"/>
                <a:gd name="connsiteX169-13161" fmla="*/ 1003212 w 3024845"/>
                <a:gd name="connsiteY169-13162" fmla="*/ 432355 h 1078499"/>
                <a:gd name="connsiteX170-13163" fmla="*/ 1004986 w 3024845"/>
                <a:gd name="connsiteY170-13164" fmla="*/ 432355 h 1078499"/>
                <a:gd name="connsiteX171-13165" fmla="*/ 1017399 w 3024845"/>
                <a:gd name="connsiteY171-13166" fmla="*/ 432355 h 1078499"/>
                <a:gd name="connsiteX172-13167" fmla="*/ 1017399 w 3024845"/>
                <a:gd name="connsiteY172-13168" fmla="*/ 430464 h 1078499"/>
                <a:gd name="connsiteX173-13169" fmla="*/ 1017399 w 3024845"/>
                <a:gd name="connsiteY173-13170" fmla="*/ 417223 h 1078499"/>
                <a:gd name="connsiteX174-13171" fmla="*/ 1039693 w 3024845"/>
                <a:gd name="connsiteY174-13172" fmla="*/ 417223 h 1078499"/>
                <a:gd name="connsiteX175-13173" fmla="*/ 1039693 w 3024845"/>
                <a:gd name="connsiteY175-13174" fmla="*/ 416142 h 1078499"/>
                <a:gd name="connsiteX176-13175" fmla="*/ 1039693 w 3024845"/>
                <a:gd name="connsiteY176-13176" fmla="*/ 408576 h 1078499"/>
                <a:gd name="connsiteX177-13177" fmla="*/ 1041466 w 3024845"/>
                <a:gd name="connsiteY177-13178" fmla="*/ 408576 h 1078499"/>
                <a:gd name="connsiteX178-13179" fmla="*/ 1053880 w 3024845"/>
                <a:gd name="connsiteY178-13180" fmla="*/ 408576 h 1078499"/>
                <a:gd name="connsiteX179-13181" fmla="*/ 1053880 w 3024845"/>
                <a:gd name="connsiteY179-13182" fmla="*/ 409657 h 1078499"/>
                <a:gd name="connsiteX180-13183" fmla="*/ 1053880 w 3024845"/>
                <a:gd name="connsiteY180-13184" fmla="*/ 417223 h 1078499"/>
                <a:gd name="connsiteX181-13185" fmla="*/ 1054640 w 3024845"/>
                <a:gd name="connsiteY181-13186" fmla="*/ 417223 h 1078499"/>
                <a:gd name="connsiteX182-13187" fmla="*/ 1059960 w 3024845"/>
                <a:gd name="connsiteY182-13188" fmla="*/ 417223 h 1078499"/>
                <a:gd name="connsiteX183-13189" fmla="*/ 1070093 w 3024845"/>
                <a:gd name="connsiteY183-13190" fmla="*/ 412899 h 1078499"/>
                <a:gd name="connsiteX184-13191" fmla="*/ 1074146 w 3024845"/>
                <a:gd name="connsiteY184-13192" fmla="*/ 416142 h 1078499"/>
                <a:gd name="connsiteX185-13193" fmla="*/ 1074146 w 3024845"/>
                <a:gd name="connsiteY185-13194" fmla="*/ 408576 h 1078499"/>
                <a:gd name="connsiteX186-13195" fmla="*/ 1076426 w 3024845"/>
                <a:gd name="connsiteY186-13196" fmla="*/ 408576 h 1078499"/>
                <a:gd name="connsiteX187-13197" fmla="*/ 1092387 w 3024845"/>
                <a:gd name="connsiteY187-13198" fmla="*/ 408576 h 1078499"/>
                <a:gd name="connsiteX188-13199" fmla="*/ 1092387 w 3024845"/>
                <a:gd name="connsiteY188-13200" fmla="*/ 409657 h 1078499"/>
                <a:gd name="connsiteX189-13201" fmla="*/ 1092387 w 3024845"/>
                <a:gd name="connsiteY189-13202" fmla="*/ 417223 h 1078499"/>
                <a:gd name="connsiteX190-13203" fmla="*/ 1122787 w 3024845"/>
                <a:gd name="connsiteY190-13204" fmla="*/ 417223 h 1078499"/>
                <a:gd name="connsiteX191-13205" fmla="*/ 1122787 w 3024845"/>
                <a:gd name="connsiteY191-13206" fmla="*/ 418844 h 1078499"/>
                <a:gd name="connsiteX192-13207" fmla="*/ 1122787 w 3024845"/>
                <a:gd name="connsiteY192-13208" fmla="*/ 430194 h 1078499"/>
                <a:gd name="connsiteX193-13209" fmla="*/ 1149134 w 3024845"/>
                <a:gd name="connsiteY193-13210" fmla="*/ 430194 h 1078499"/>
                <a:gd name="connsiteX194-13211" fmla="*/ 1149134 w 3024845"/>
                <a:gd name="connsiteY194-13212" fmla="*/ 460458 h 1078499"/>
                <a:gd name="connsiteX195-13213" fmla="*/ 1149894 w 3024845"/>
                <a:gd name="connsiteY195-13214" fmla="*/ 460458 h 1078499"/>
                <a:gd name="connsiteX196-13215" fmla="*/ 1155214 w 3024845"/>
                <a:gd name="connsiteY196-13216" fmla="*/ 460458 h 1078499"/>
                <a:gd name="connsiteX197-13217" fmla="*/ 1155214 w 3024845"/>
                <a:gd name="connsiteY197-13218" fmla="*/ 461539 h 1078499"/>
                <a:gd name="connsiteX198-13219" fmla="*/ 1155214 w 3024845"/>
                <a:gd name="connsiteY198-13220" fmla="*/ 469106 h 1078499"/>
                <a:gd name="connsiteX199-13221" fmla="*/ 1159268 w 3024845"/>
                <a:gd name="connsiteY199-13222" fmla="*/ 499370 h 1078499"/>
                <a:gd name="connsiteX200-13223" fmla="*/ 1160028 w 3024845"/>
                <a:gd name="connsiteY200-13224" fmla="*/ 499370 h 1078499"/>
                <a:gd name="connsiteX201-13225" fmla="*/ 1165348 w 3024845"/>
                <a:gd name="connsiteY201-13226" fmla="*/ 499370 h 1078499"/>
                <a:gd name="connsiteX202-13227" fmla="*/ 1165348 w 3024845"/>
                <a:gd name="connsiteY202-13228" fmla="*/ 500181 h 1078499"/>
                <a:gd name="connsiteX203-13229" fmla="*/ 1165348 w 3024845"/>
                <a:gd name="connsiteY203-13230" fmla="*/ 505856 h 1078499"/>
                <a:gd name="connsiteX204-13231" fmla="*/ 1166361 w 3024845"/>
                <a:gd name="connsiteY204-13232" fmla="*/ 505856 h 1078499"/>
                <a:gd name="connsiteX205-13233" fmla="*/ 1173454 w 3024845"/>
                <a:gd name="connsiteY205-13234" fmla="*/ 505856 h 1078499"/>
                <a:gd name="connsiteX206-13235" fmla="*/ 1173454 w 3024845"/>
                <a:gd name="connsiteY206-13236" fmla="*/ 536121 h 1078499"/>
                <a:gd name="connsiteX207-13237" fmla="*/ 1175481 w 3024845"/>
                <a:gd name="connsiteY207-13238" fmla="*/ 536121 h 1078499"/>
                <a:gd name="connsiteX208-13239" fmla="*/ 1189668 w 3024845"/>
                <a:gd name="connsiteY208-13240" fmla="*/ 536121 h 1078499"/>
                <a:gd name="connsiteX209-13241" fmla="*/ 1189668 w 3024845"/>
                <a:gd name="connsiteY209-13242" fmla="*/ 559900 h 1078499"/>
                <a:gd name="connsiteX210-13243" fmla="*/ 1191695 w 3024845"/>
                <a:gd name="connsiteY210-13244" fmla="*/ 561521 h 1078499"/>
                <a:gd name="connsiteX211-13245" fmla="*/ 1191695 w 3024845"/>
                <a:gd name="connsiteY211-13246" fmla="*/ 572871 h 1078499"/>
                <a:gd name="connsiteX212-13247" fmla="*/ 1192455 w 3024845"/>
                <a:gd name="connsiteY212-13248" fmla="*/ 572871 h 1078499"/>
                <a:gd name="connsiteX213-13249" fmla="*/ 1197775 w 3024845"/>
                <a:gd name="connsiteY213-13250" fmla="*/ 572871 h 1078499"/>
                <a:gd name="connsiteX214-13251" fmla="*/ 1197775 w 3024845"/>
                <a:gd name="connsiteY214-13252" fmla="*/ 596650 h 1078499"/>
                <a:gd name="connsiteX215-13253" fmla="*/ 1199041 w 3024845"/>
                <a:gd name="connsiteY215-13254" fmla="*/ 596650 h 1078499"/>
                <a:gd name="connsiteX216-13255" fmla="*/ 1207908 w 3024845"/>
                <a:gd name="connsiteY216-13256" fmla="*/ 596650 h 1078499"/>
                <a:gd name="connsiteX217-13257" fmla="*/ 1209935 w 3024845"/>
                <a:gd name="connsiteY217-13258" fmla="*/ 600704 h 1078499"/>
                <a:gd name="connsiteX218-13259" fmla="*/ 1209935 w 3024845"/>
                <a:gd name="connsiteY218-13260" fmla="*/ 613945 h 1078499"/>
                <a:gd name="connsiteX219-13261" fmla="*/ 1211455 w 3024845"/>
                <a:gd name="connsiteY219-13262" fmla="*/ 612053 h 1078499"/>
                <a:gd name="connsiteX220-13263" fmla="*/ 1222095 w 3024845"/>
                <a:gd name="connsiteY220-13264" fmla="*/ 598812 h 1078499"/>
                <a:gd name="connsiteX221-13265" fmla="*/ 1250469 w 3024845"/>
                <a:gd name="connsiteY221-13266" fmla="*/ 598812 h 1078499"/>
                <a:gd name="connsiteX222-13267" fmla="*/ 1250469 w 3024845"/>
                <a:gd name="connsiteY222-13268" fmla="*/ 685283 h 1078499"/>
                <a:gd name="connsiteX223-13269" fmla="*/ 1251229 w 3024845"/>
                <a:gd name="connsiteY223-13270" fmla="*/ 685283 h 1078499"/>
                <a:gd name="connsiteX224-13271" fmla="*/ 1256549 w 3024845"/>
                <a:gd name="connsiteY224-13272" fmla="*/ 685283 h 1078499"/>
                <a:gd name="connsiteX225-13273" fmla="*/ 1257309 w 3024845"/>
                <a:gd name="connsiteY225-13274" fmla="*/ 683932 h 1078499"/>
                <a:gd name="connsiteX226-13275" fmla="*/ 1262629 w 3024845"/>
                <a:gd name="connsiteY226-13276" fmla="*/ 674474 h 1078499"/>
                <a:gd name="connsiteX227-13277" fmla="*/ 1262629 w 3024845"/>
                <a:gd name="connsiteY227-13278" fmla="*/ 676366 h 1078499"/>
                <a:gd name="connsiteX228-13279" fmla="*/ 1262629 w 3024845"/>
                <a:gd name="connsiteY228-13280" fmla="*/ 689607 h 1078499"/>
                <a:gd name="connsiteX229-13281" fmla="*/ 1266682 w 3024845"/>
                <a:gd name="connsiteY229-13282" fmla="*/ 644210 h 1078499"/>
                <a:gd name="connsiteX230-13283" fmla="*/ 1267442 w 3024845"/>
                <a:gd name="connsiteY230-13284" fmla="*/ 644210 h 1078499"/>
                <a:gd name="connsiteX231-13285" fmla="*/ 1272762 w 3024845"/>
                <a:gd name="connsiteY231-13286" fmla="*/ 644210 h 1078499"/>
                <a:gd name="connsiteX232-13287" fmla="*/ 1272762 w 3024845"/>
                <a:gd name="connsiteY232-13288" fmla="*/ 579356 h 1078499"/>
                <a:gd name="connsiteX233-13289" fmla="*/ 1273776 w 3024845"/>
                <a:gd name="connsiteY233-13290" fmla="*/ 579356 h 1078499"/>
                <a:gd name="connsiteX234-13291" fmla="*/ 1280869 w 3024845"/>
                <a:gd name="connsiteY234-13292" fmla="*/ 579356 h 1078499"/>
                <a:gd name="connsiteX235-13293" fmla="*/ 1293029 w 3024845"/>
                <a:gd name="connsiteY235-13294" fmla="*/ 536121 h 1078499"/>
                <a:gd name="connsiteX236-13295" fmla="*/ 1294296 w 3024845"/>
                <a:gd name="connsiteY236-13296" fmla="*/ 536121 h 1078499"/>
                <a:gd name="connsiteX237-13297" fmla="*/ 1303163 w 3024845"/>
                <a:gd name="connsiteY237-13298" fmla="*/ 536121 h 1078499"/>
                <a:gd name="connsiteX238-13299" fmla="*/ 1313296 w 3024845"/>
                <a:gd name="connsiteY238-13300" fmla="*/ 579356 h 1078499"/>
                <a:gd name="connsiteX239-13301" fmla="*/ 1314309 w 3024845"/>
                <a:gd name="connsiteY239-13302" fmla="*/ 579356 h 1078499"/>
                <a:gd name="connsiteX240-13303" fmla="*/ 1321403 w 3024845"/>
                <a:gd name="connsiteY240-13304" fmla="*/ 579356 h 1078499"/>
                <a:gd name="connsiteX241-13305" fmla="*/ 1321403 w 3024845"/>
                <a:gd name="connsiteY241-13306" fmla="*/ 618268 h 1078499"/>
                <a:gd name="connsiteX242-13307" fmla="*/ 1323176 w 3024845"/>
                <a:gd name="connsiteY242-13308" fmla="*/ 618268 h 1078499"/>
                <a:gd name="connsiteX243-13309" fmla="*/ 1335590 w 3024845"/>
                <a:gd name="connsiteY243-13310" fmla="*/ 618268 h 1078499"/>
                <a:gd name="connsiteX244-13311" fmla="*/ 1335590 w 3024845"/>
                <a:gd name="connsiteY244-13312" fmla="*/ 620430 h 1078499"/>
                <a:gd name="connsiteX245-13313" fmla="*/ 1335590 w 3024845"/>
                <a:gd name="connsiteY245-13314" fmla="*/ 635562 h 1078499"/>
                <a:gd name="connsiteX246-13315" fmla="*/ 1339643 w 3024845"/>
                <a:gd name="connsiteY246-13316" fmla="*/ 633401 h 1078499"/>
                <a:gd name="connsiteX247-13317" fmla="*/ 1339643 w 3024845"/>
                <a:gd name="connsiteY247-13318" fmla="*/ 618268 h 1078499"/>
                <a:gd name="connsiteX248-13319" fmla="*/ 1341163 w 3024845"/>
                <a:gd name="connsiteY248-13320" fmla="*/ 618268 h 1078499"/>
                <a:gd name="connsiteX249-13321" fmla="*/ 1351803 w 3024845"/>
                <a:gd name="connsiteY249-13322" fmla="*/ 618268 h 1078499"/>
                <a:gd name="connsiteX250-13323" fmla="*/ 1351803 w 3024845"/>
                <a:gd name="connsiteY250-13324" fmla="*/ 619889 h 1078499"/>
                <a:gd name="connsiteX251-13325" fmla="*/ 1351803 w 3024845"/>
                <a:gd name="connsiteY251-13326" fmla="*/ 631239 h 1078499"/>
                <a:gd name="connsiteX252-13327" fmla="*/ 1382204 w 3024845"/>
                <a:gd name="connsiteY252-13328" fmla="*/ 631239 h 1078499"/>
                <a:gd name="connsiteX253-13329" fmla="*/ 1382204 w 3024845"/>
                <a:gd name="connsiteY253-13330" fmla="*/ 594489 h 1078499"/>
                <a:gd name="connsiteX254-13331" fmla="*/ 1383470 w 3024845"/>
                <a:gd name="connsiteY254-13332" fmla="*/ 594489 h 1078499"/>
                <a:gd name="connsiteX255-13333" fmla="*/ 1392337 w 3024845"/>
                <a:gd name="connsiteY255-13334" fmla="*/ 594489 h 1078499"/>
                <a:gd name="connsiteX256-13335" fmla="*/ 1392337 w 3024845"/>
                <a:gd name="connsiteY256-13336" fmla="*/ 616106 h 1078499"/>
                <a:gd name="connsiteX257-13337" fmla="*/ 1394364 w 3024845"/>
                <a:gd name="connsiteY257-13338" fmla="*/ 583680 h 1078499"/>
                <a:gd name="connsiteX258-13339" fmla="*/ 1416657 w 3024845"/>
                <a:gd name="connsiteY258-13340" fmla="*/ 583680 h 1078499"/>
                <a:gd name="connsiteX259-13341" fmla="*/ 1416657 w 3024845"/>
                <a:gd name="connsiteY259-13342" fmla="*/ 582058 h 1078499"/>
                <a:gd name="connsiteX260-13343" fmla="*/ 1416657 w 3024845"/>
                <a:gd name="connsiteY260-13344" fmla="*/ 570709 h 1078499"/>
                <a:gd name="connsiteX261-13345" fmla="*/ 1417417 w 3024845"/>
                <a:gd name="connsiteY261-13346" fmla="*/ 570709 h 1078499"/>
                <a:gd name="connsiteX262-13347" fmla="*/ 1422737 w 3024845"/>
                <a:gd name="connsiteY262-13348" fmla="*/ 570709 h 1078499"/>
                <a:gd name="connsiteX263-13349" fmla="*/ 1422737 w 3024845"/>
                <a:gd name="connsiteY263-13350" fmla="*/ 568818 h 1078499"/>
                <a:gd name="connsiteX264-13351" fmla="*/ 1422737 w 3024845"/>
                <a:gd name="connsiteY264-13352" fmla="*/ 555577 h 1078499"/>
                <a:gd name="connsiteX265-13353" fmla="*/ 1426791 w 3024845"/>
                <a:gd name="connsiteY265-13354" fmla="*/ 562062 h 1078499"/>
                <a:gd name="connsiteX266-13355" fmla="*/ 1429071 w 3024845"/>
                <a:gd name="connsiteY266-13356" fmla="*/ 562062 h 1078499"/>
                <a:gd name="connsiteX267-13357" fmla="*/ 1445031 w 3024845"/>
                <a:gd name="connsiteY267-13358" fmla="*/ 562062 h 1078499"/>
                <a:gd name="connsiteX268-13359" fmla="*/ 1445031 w 3024845"/>
                <a:gd name="connsiteY268-13360" fmla="*/ 561251 h 1078499"/>
                <a:gd name="connsiteX269-13361" fmla="*/ 1445031 w 3024845"/>
                <a:gd name="connsiteY269-13362" fmla="*/ 555577 h 1078499"/>
                <a:gd name="connsiteX270-13363" fmla="*/ 1445791 w 3024845"/>
                <a:gd name="connsiteY270-13364" fmla="*/ 555577 h 1078499"/>
                <a:gd name="connsiteX271-13365" fmla="*/ 1451111 w 3024845"/>
                <a:gd name="connsiteY271-13366" fmla="*/ 555577 h 1078499"/>
                <a:gd name="connsiteX272-13367" fmla="*/ 1451111 w 3024845"/>
                <a:gd name="connsiteY272-13368" fmla="*/ 556928 h 1078499"/>
                <a:gd name="connsiteX273-13369" fmla="*/ 1451111 w 3024845"/>
                <a:gd name="connsiteY273-13370" fmla="*/ 566386 h 1078499"/>
                <a:gd name="connsiteX274-13371" fmla="*/ 1489618 w 3024845"/>
                <a:gd name="connsiteY274-13372" fmla="*/ 566386 h 1078499"/>
                <a:gd name="connsiteX275-13373" fmla="*/ 1489618 w 3024845"/>
                <a:gd name="connsiteY275-13374" fmla="*/ 704739 h 1078499"/>
                <a:gd name="connsiteX276-13375" fmla="*/ 1491138 w 3024845"/>
                <a:gd name="connsiteY276-13376" fmla="*/ 704739 h 1078499"/>
                <a:gd name="connsiteX277-13377" fmla="*/ 1501778 w 3024845"/>
                <a:gd name="connsiteY277-13378" fmla="*/ 704739 h 1078499"/>
                <a:gd name="connsiteX278-13379" fmla="*/ 1501778 w 3024845"/>
                <a:gd name="connsiteY278-13380" fmla="*/ 691769 h 1078499"/>
                <a:gd name="connsiteX279-13381" fmla="*/ 1505832 w 3024845"/>
                <a:gd name="connsiteY279-13382" fmla="*/ 691769 h 1078499"/>
                <a:gd name="connsiteX280-13383" fmla="*/ 1505832 w 3024845"/>
                <a:gd name="connsiteY280-13384" fmla="*/ 704739 h 1078499"/>
                <a:gd name="connsiteX281-13385" fmla="*/ 1536232 w 3024845"/>
                <a:gd name="connsiteY281-13386" fmla="*/ 704739 h 1078499"/>
                <a:gd name="connsiteX282-13387" fmla="*/ 1536232 w 3024845"/>
                <a:gd name="connsiteY282-13388" fmla="*/ 674474 h 1078499"/>
                <a:gd name="connsiteX283-13389" fmla="*/ 1548392 w 3024845"/>
                <a:gd name="connsiteY283-13390" fmla="*/ 674474 h 1078499"/>
                <a:gd name="connsiteX284-13391" fmla="*/ 1560552 w 3024845"/>
                <a:gd name="connsiteY284-13392" fmla="*/ 672313 h 1078499"/>
                <a:gd name="connsiteX285-13393" fmla="*/ 1564606 w 3024845"/>
                <a:gd name="connsiteY285-13394" fmla="*/ 674474 h 1078499"/>
                <a:gd name="connsiteX286-13395" fmla="*/ 1574739 w 3024845"/>
                <a:gd name="connsiteY286-13396" fmla="*/ 674474 h 1078499"/>
                <a:gd name="connsiteX287-13397" fmla="*/ 1574739 w 3024845"/>
                <a:gd name="connsiteY287-13398" fmla="*/ 704739 h 1078499"/>
                <a:gd name="connsiteX288-13399" fmla="*/ 1582846 w 3024845"/>
                <a:gd name="connsiteY288-13400" fmla="*/ 704739 h 1078499"/>
                <a:gd name="connsiteX289-13401" fmla="*/ 1582846 w 3024845"/>
                <a:gd name="connsiteY289-13402" fmla="*/ 722034 h 1078499"/>
                <a:gd name="connsiteX290-13403" fmla="*/ 1592182 w 3024845"/>
                <a:gd name="connsiteY290-13404" fmla="*/ 722939 h 1078499"/>
                <a:gd name="connsiteX291-13405" fmla="*/ 1605140 w 3024845"/>
                <a:gd name="connsiteY291-13406" fmla="*/ 722939 h 1078499"/>
                <a:gd name="connsiteX292-13407" fmla="*/ 1605140 w 3024845"/>
                <a:gd name="connsiteY292-13408" fmla="*/ 706901 h 1078499"/>
                <a:gd name="connsiteX293-13409" fmla="*/ 1673096 w 3024845"/>
                <a:gd name="connsiteY293-13410" fmla="*/ 706901 h 1078499"/>
                <a:gd name="connsiteX294-13411" fmla="*/ 1673096 w 3024845"/>
                <a:gd name="connsiteY294-13412" fmla="*/ 621648 h 1078499"/>
                <a:gd name="connsiteX295-13413" fmla="*/ 1745104 w 3024845"/>
                <a:gd name="connsiteY295-13414" fmla="*/ 621648 h 1078499"/>
                <a:gd name="connsiteX296-13415" fmla="*/ 1745104 w 3024845"/>
                <a:gd name="connsiteY296-13416" fmla="*/ 700416 h 1078499"/>
                <a:gd name="connsiteX297-13417" fmla="*/ 1747008 w 3024845"/>
                <a:gd name="connsiteY297-13418" fmla="*/ 700416 h 1078499"/>
                <a:gd name="connsiteX298-13419" fmla="*/ 1748250 w 3024845"/>
                <a:gd name="connsiteY298-13420" fmla="*/ 722939 h 1078499"/>
                <a:gd name="connsiteX299-13421" fmla="*/ 1757926 w 3024845"/>
                <a:gd name="connsiteY299-13422" fmla="*/ 722939 h 1078499"/>
                <a:gd name="connsiteX300-13423" fmla="*/ 1759168 w 3024845"/>
                <a:gd name="connsiteY300-13424" fmla="*/ 700416 h 1078499"/>
                <a:gd name="connsiteX301-13425" fmla="*/ 1765248 w 3024845"/>
                <a:gd name="connsiteY301-13426" fmla="*/ 700416 h 1078499"/>
                <a:gd name="connsiteX302-13427" fmla="*/ 1766490 w 3024845"/>
                <a:gd name="connsiteY302-13428" fmla="*/ 722939 h 1078499"/>
                <a:gd name="connsiteX303-13429" fmla="*/ 1817112 w 3024845"/>
                <a:gd name="connsiteY303-13430" fmla="*/ 722939 h 1078499"/>
                <a:gd name="connsiteX304-13431" fmla="*/ 1817112 w 3024845"/>
                <a:gd name="connsiteY304-13432" fmla="*/ 559911 h 1078499"/>
                <a:gd name="connsiteX305-13433" fmla="*/ 2014439 w 3024845"/>
                <a:gd name="connsiteY305-13434" fmla="*/ 559911 h 1078499"/>
                <a:gd name="connsiteX306-13435" fmla="*/ 2014439 w 3024845"/>
                <a:gd name="connsiteY306-13436" fmla="*/ 722939 h 1078499"/>
                <a:gd name="connsiteX307-13437" fmla="*/ 2033136 w 3024845"/>
                <a:gd name="connsiteY307-13438" fmla="*/ 722939 h 1078499"/>
                <a:gd name="connsiteX308-13439" fmla="*/ 2033136 w 3024845"/>
                <a:gd name="connsiteY308-13440" fmla="*/ 640246 h 1078499"/>
                <a:gd name="connsiteX309-13441" fmla="*/ 2128256 w 3024845"/>
                <a:gd name="connsiteY309-13442" fmla="*/ 640246 h 1078499"/>
                <a:gd name="connsiteX310-13443" fmla="*/ 2140186 w 3024845"/>
                <a:gd name="connsiteY310-13444" fmla="*/ 322105 h 1078499"/>
                <a:gd name="connsiteX311-13445" fmla="*/ 2128026 w 3024845"/>
                <a:gd name="connsiteY311-13446" fmla="*/ 300487 h 1078499"/>
                <a:gd name="connsiteX312-13447" fmla="*/ 2121946 w 3024845"/>
                <a:gd name="connsiteY312-13448" fmla="*/ 296163 h 1078499"/>
                <a:gd name="connsiteX313-13449" fmla="*/ 2130053 w 3024845"/>
                <a:gd name="connsiteY313-13450" fmla="*/ 272384 h 1078499"/>
                <a:gd name="connsiteX314-13451" fmla="*/ 2130053 w 3024845"/>
                <a:gd name="connsiteY314-13452" fmla="*/ 255090 h 1078499"/>
                <a:gd name="connsiteX315-13453" fmla="*/ 2144240 w 3024845"/>
                <a:gd name="connsiteY315-13454" fmla="*/ 255090 h 1078499"/>
                <a:gd name="connsiteX316-13455" fmla="*/ 2144240 w 3024845"/>
                <a:gd name="connsiteY316-13456" fmla="*/ 233472 h 1078499"/>
                <a:gd name="connsiteX317-13457" fmla="*/ 2146266 w 3024845"/>
                <a:gd name="connsiteY317-13458" fmla="*/ 229148 h 1078499"/>
                <a:gd name="connsiteX318-13459" fmla="*/ 2146266 w 3024845"/>
                <a:gd name="connsiteY318-13460" fmla="*/ 151324 h 1078499"/>
                <a:gd name="connsiteX319-13461" fmla="*/ 2144240 w 3024845"/>
                <a:gd name="connsiteY319-13462" fmla="*/ 144839 h 1078499"/>
                <a:gd name="connsiteX320-13463" fmla="*/ 2150320 w 3024845"/>
                <a:gd name="connsiteY320-13464" fmla="*/ 138353 h 1078499"/>
                <a:gd name="connsiteX321-13465" fmla="*/ 2150320 w 3024845"/>
                <a:gd name="connsiteY321-13466" fmla="*/ 79985 h 1078499"/>
                <a:gd name="connsiteX322-13467" fmla="*/ 2152346 w 3024845"/>
                <a:gd name="connsiteY322-13468" fmla="*/ 75662 h 1078499"/>
                <a:gd name="connsiteX323-13469" fmla="*/ 2152346 w 3024845"/>
                <a:gd name="connsiteY323-13470" fmla="*/ 19456 h 1078499"/>
                <a:gd name="connsiteX324-13471" fmla="*/ 2154373 w 3024845"/>
                <a:gd name="connsiteY324-13472" fmla="*/ 0 h 1078499"/>
                <a:gd name="connsiteX325-13473" fmla="*/ 2158427 w 3024845"/>
                <a:gd name="connsiteY325-13474" fmla="*/ 17294 h 1078499"/>
                <a:gd name="connsiteX326-13475" fmla="*/ 2160453 w 3024845"/>
                <a:gd name="connsiteY326-13476" fmla="*/ 75662 h 1078499"/>
                <a:gd name="connsiteX327-13477" fmla="*/ 2162480 w 3024845"/>
                <a:gd name="connsiteY327-13478" fmla="*/ 138353 h 1078499"/>
                <a:gd name="connsiteX328-13479" fmla="*/ 2168560 w 3024845"/>
                <a:gd name="connsiteY328-13480" fmla="*/ 144839 h 1078499"/>
                <a:gd name="connsiteX329-13481" fmla="*/ 2166533 w 3024845"/>
                <a:gd name="connsiteY329-13482" fmla="*/ 151324 h 1078499"/>
                <a:gd name="connsiteX330-13483" fmla="*/ 2166533 w 3024845"/>
                <a:gd name="connsiteY330-13484" fmla="*/ 229148 h 1078499"/>
                <a:gd name="connsiteX331-13485" fmla="*/ 2168560 w 3024845"/>
                <a:gd name="connsiteY331-13486" fmla="*/ 233472 h 1078499"/>
                <a:gd name="connsiteX332-13487" fmla="*/ 2168560 w 3024845"/>
                <a:gd name="connsiteY332-13488" fmla="*/ 255090 h 1078499"/>
                <a:gd name="connsiteX333-13489" fmla="*/ 2182747 w 3024845"/>
                <a:gd name="connsiteY333-13490" fmla="*/ 255090 h 1078499"/>
                <a:gd name="connsiteX334-13491" fmla="*/ 2182747 w 3024845"/>
                <a:gd name="connsiteY334-13492" fmla="*/ 272384 h 1078499"/>
                <a:gd name="connsiteX335-13493" fmla="*/ 2190854 w 3024845"/>
                <a:gd name="connsiteY335-13494" fmla="*/ 296163 h 1078499"/>
                <a:gd name="connsiteX336-13495" fmla="*/ 2184774 w 3024845"/>
                <a:gd name="connsiteY336-13496" fmla="*/ 300487 h 1078499"/>
                <a:gd name="connsiteX337-13497" fmla="*/ 2172613 w 3024845"/>
                <a:gd name="connsiteY337-13498" fmla="*/ 322105 h 1078499"/>
                <a:gd name="connsiteX338-13499" fmla="*/ 2180720 w 3024845"/>
                <a:gd name="connsiteY338-13500" fmla="*/ 575033 h 1078499"/>
                <a:gd name="connsiteX339-13501" fmla="*/ 2245574 w 3024845"/>
                <a:gd name="connsiteY339-13502" fmla="*/ 575033 h 1078499"/>
                <a:gd name="connsiteX340-13503" fmla="*/ 2245574 w 3024845"/>
                <a:gd name="connsiteY340-13504" fmla="*/ 650695 h 1078499"/>
                <a:gd name="connsiteX341-13505" fmla="*/ 2253681 w 3024845"/>
                <a:gd name="connsiteY341-13506" fmla="*/ 650695 h 1078499"/>
                <a:gd name="connsiteX342-13507" fmla="*/ 2255708 w 3024845"/>
                <a:gd name="connsiteY342-13508" fmla="*/ 644210 h 1078499"/>
                <a:gd name="connsiteX343-13509" fmla="*/ 2261788 w 3024845"/>
                <a:gd name="connsiteY343-13510" fmla="*/ 644210 h 1078499"/>
                <a:gd name="connsiteX344-13511" fmla="*/ 2263815 w 3024845"/>
                <a:gd name="connsiteY344-13512" fmla="*/ 652857 h 1078499"/>
                <a:gd name="connsiteX345-13513" fmla="*/ 2275975 w 3024845"/>
                <a:gd name="connsiteY345-13514" fmla="*/ 652857 h 1078499"/>
                <a:gd name="connsiteX346-13515" fmla="*/ 2275975 w 3024845"/>
                <a:gd name="connsiteY346-13516" fmla="*/ 646371 h 1078499"/>
                <a:gd name="connsiteX347-13517" fmla="*/ 2298268 w 3024845"/>
                <a:gd name="connsiteY347-13518" fmla="*/ 646371 h 1078499"/>
                <a:gd name="connsiteX348-13519" fmla="*/ 2298268 w 3024845"/>
                <a:gd name="connsiteY348-13520" fmla="*/ 652857 h 1078499"/>
                <a:gd name="connsiteX349-13521" fmla="*/ 2318535 w 3024845"/>
                <a:gd name="connsiteY349-13522" fmla="*/ 652857 h 1078499"/>
                <a:gd name="connsiteX350-13523" fmla="*/ 2318535 w 3024845"/>
                <a:gd name="connsiteY350-13524" fmla="*/ 698254 h 1078499"/>
                <a:gd name="connsiteX351-13525" fmla="*/ 2332722 w 3024845"/>
                <a:gd name="connsiteY351-13526" fmla="*/ 698254 h 1078499"/>
                <a:gd name="connsiteX352-13527" fmla="*/ 2332722 w 3024845"/>
                <a:gd name="connsiteY352-13528" fmla="*/ 685283 h 1078499"/>
                <a:gd name="connsiteX353-13529" fmla="*/ 2348936 w 3024845"/>
                <a:gd name="connsiteY353-13530" fmla="*/ 685283 h 1078499"/>
                <a:gd name="connsiteX354-13531" fmla="*/ 2348936 w 3024845"/>
                <a:gd name="connsiteY354-13532" fmla="*/ 505856 h 1078499"/>
                <a:gd name="connsiteX355-13533" fmla="*/ 2355016 w 3024845"/>
                <a:gd name="connsiteY355-13534" fmla="*/ 499370 h 1078499"/>
                <a:gd name="connsiteX356-13535" fmla="*/ 2427977 w 3024845"/>
                <a:gd name="connsiteY356-13536" fmla="*/ 499370 h 1078499"/>
                <a:gd name="connsiteX357-13537" fmla="*/ 2427977 w 3024845"/>
                <a:gd name="connsiteY357-13538" fmla="*/ 508018 h 1078499"/>
                <a:gd name="connsiteX358-13539" fmla="*/ 2438110 w 3024845"/>
                <a:gd name="connsiteY358-13540" fmla="*/ 508018 h 1078499"/>
                <a:gd name="connsiteX359-13541" fmla="*/ 2438110 w 3024845"/>
                <a:gd name="connsiteY359-13542" fmla="*/ 622592 h 1078499"/>
                <a:gd name="connsiteX360-13543" fmla="*/ 2460404 w 3024845"/>
                <a:gd name="connsiteY360-13544" fmla="*/ 622592 h 1078499"/>
                <a:gd name="connsiteX361-13545" fmla="*/ 2460404 w 3024845"/>
                <a:gd name="connsiteY361-13546" fmla="*/ 555577 h 1078499"/>
                <a:gd name="connsiteX362-13547" fmla="*/ 2486751 w 3024845"/>
                <a:gd name="connsiteY362-13548" fmla="*/ 555577 h 1078499"/>
                <a:gd name="connsiteX363-13549" fmla="*/ 2490804 w 3024845"/>
                <a:gd name="connsiteY363-13550" fmla="*/ 551253 h 1078499"/>
                <a:gd name="connsiteX364-13551" fmla="*/ 2498911 w 3024845"/>
                <a:gd name="connsiteY364-13552" fmla="*/ 551253 h 1078499"/>
                <a:gd name="connsiteX365-13553" fmla="*/ 2502964 w 3024845"/>
                <a:gd name="connsiteY365-13554" fmla="*/ 555577 h 1078499"/>
                <a:gd name="connsiteX366-13555" fmla="*/ 2525258 w 3024845"/>
                <a:gd name="connsiteY366-13556" fmla="*/ 555577 h 1078499"/>
                <a:gd name="connsiteX367-13557" fmla="*/ 2525258 w 3024845"/>
                <a:gd name="connsiteY367-13558" fmla="*/ 438841 h 1078499"/>
                <a:gd name="connsiteX368-13559" fmla="*/ 2582005 w 3024845"/>
                <a:gd name="connsiteY368-13560" fmla="*/ 428032 h 1078499"/>
                <a:gd name="connsiteX369-13561" fmla="*/ 2582005 w 3024845"/>
                <a:gd name="connsiteY369-13562" fmla="*/ 429113 h 1078499"/>
                <a:gd name="connsiteX370-13563" fmla="*/ 2582005 w 3024845"/>
                <a:gd name="connsiteY370-13564" fmla="*/ 436679 h 1078499"/>
                <a:gd name="connsiteX371-13565" fmla="*/ 2608352 w 3024845"/>
                <a:gd name="connsiteY371-13566" fmla="*/ 436679 h 1078499"/>
                <a:gd name="connsiteX372-13567" fmla="*/ 2608352 w 3024845"/>
                <a:gd name="connsiteY372-13568" fmla="*/ 691769 h 1078499"/>
                <a:gd name="connsiteX373-13569" fmla="*/ 2630646 w 3024845"/>
                <a:gd name="connsiteY373-13570" fmla="*/ 691769 h 1078499"/>
                <a:gd name="connsiteX374-13571" fmla="*/ 2630646 w 3024845"/>
                <a:gd name="connsiteY374-13572" fmla="*/ 687445 h 1078499"/>
                <a:gd name="connsiteX375-13573" fmla="*/ 2642806 w 3024845"/>
                <a:gd name="connsiteY375-13574" fmla="*/ 687445 h 1078499"/>
                <a:gd name="connsiteX376-13575" fmla="*/ 2642806 w 3024845"/>
                <a:gd name="connsiteY376-13576" fmla="*/ 691769 h 1078499"/>
                <a:gd name="connsiteX377-13577" fmla="*/ 2667126 w 3024845"/>
                <a:gd name="connsiteY377-13578" fmla="*/ 691769 h 1078499"/>
                <a:gd name="connsiteX378-13579" fmla="*/ 2667126 w 3024845"/>
                <a:gd name="connsiteY378-13580" fmla="*/ 678798 h 1078499"/>
                <a:gd name="connsiteX379-13581" fmla="*/ 2695500 w 3024845"/>
                <a:gd name="connsiteY379-13582" fmla="*/ 678798 h 1078499"/>
                <a:gd name="connsiteX380-13583" fmla="*/ 2707660 w 3024845"/>
                <a:gd name="connsiteY380-13584" fmla="*/ 674474 h 1078499"/>
                <a:gd name="connsiteX381-13585" fmla="*/ 2727927 w 3024845"/>
                <a:gd name="connsiteY381-13586" fmla="*/ 678798 h 1078499"/>
                <a:gd name="connsiteX382-13587" fmla="*/ 2727927 w 3024845"/>
                <a:gd name="connsiteY382-13588" fmla="*/ 661504 h 1078499"/>
                <a:gd name="connsiteX383-13589" fmla="*/ 2736034 w 3024845"/>
                <a:gd name="connsiteY383-13590" fmla="*/ 661504 h 1078499"/>
                <a:gd name="connsiteX384-13591" fmla="*/ 2736034 w 3024845"/>
                <a:gd name="connsiteY384-13592" fmla="*/ 648533 h 1078499"/>
                <a:gd name="connsiteX385-13593" fmla="*/ 2792781 w 3024845"/>
                <a:gd name="connsiteY385-13594" fmla="*/ 648533 h 1078499"/>
                <a:gd name="connsiteX386-13595" fmla="*/ 2792781 w 3024845"/>
                <a:gd name="connsiteY386-13596" fmla="*/ 618268 h 1078499"/>
                <a:gd name="connsiteX387-13597" fmla="*/ 2811021 w 3024845"/>
                <a:gd name="connsiteY387-13598" fmla="*/ 618268 h 1078499"/>
                <a:gd name="connsiteX388-13599" fmla="*/ 2811021 w 3024845"/>
                <a:gd name="connsiteY388-13600" fmla="*/ 611783 h 1078499"/>
                <a:gd name="connsiteX389-13601" fmla="*/ 2823181 w 3024845"/>
                <a:gd name="connsiteY389-13602" fmla="*/ 611783 h 1078499"/>
                <a:gd name="connsiteX390-13603" fmla="*/ 2823181 w 3024845"/>
                <a:gd name="connsiteY390-13604" fmla="*/ 618268 h 1078499"/>
                <a:gd name="connsiteX391-13605" fmla="*/ 2839395 w 3024845"/>
                <a:gd name="connsiteY391-13606" fmla="*/ 618268 h 1078499"/>
                <a:gd name="connsiteX392-13607" fmla="*/ 2839395 w 3024845"/>
                <a:gd name="connsiteY392-13608" fmla="*/ 667989 h 1078499"/>
                <a:gd name="connsiteX393-13609" fmla="*/ 2871822 w 3024845"/>
                <a:gd name="connsiteY393-13610" fmla="*/ 667989 h 1078499"/>
                <a:gd name="connsiteX394-13611" fmla="*/ 2871822 w 3024845"/>
                <a:gd name="connsiteY394-13612" fmla="*/ 642048 h 1078499"/>
                <a:gd name="connsiteX395-13613" fmla="*/ 2910329 w 3024845"/>
                <a:gd name="connsiteY395-13614" fmla="*/ 642048 h 1078499"/>
                <a:gd name="connsiteX396-13615" fmla="*/ 2910329 w 3024845"/>
                <a:gd name="connsiteY396-13616" fmla="*/ 611783 h 1078499"/>
                <a:gd name="connsiteX397-13617" fmla="*/ 2958970 w 3024845"/>
                <a:gd name="connsiteY397-13618" fmla="*/ 611783 h 1078499"/>
                <a:gd name="connsiteX398-13619" fmla="*/ 2958970 w 3024845"/>
                <a:gd name="connsiteY398-13620" fmla="*/ 722939 h 1078499"/>
                <a:gd name="connsiteX399-13621" fmla="*/ 2958970 w 3024845"/>
                <a:gd name="connsiteY399-13622" fmla="*/ 736718 h 1078499"/>
                <a:gd name="connsiteX400-13623" fmla="*/ 3024845 w 3024845"/>
                <a:gd name="connsiteY400-13624" fmla="*/ 736718 h 1078499"/>
                <a:gd name="connsiteX401-13625" fmla="*/ 3024845 w 3024845"/>
                <a:gd name="connsiteY401-13626" fmla="*/ 1078499 h 1078499"/>
                <a:gd name="connsiteX402-13627" fmla="*/ 2054 w 3024845"/>
                <a:gd name="connsiteY402-13628" fmla="*/ 1076166 h 1078499"/>
                <a:gd name="connsiteX403-13629" fmla="*/ 0 w 3024845"/>
                <a:gd name="connsiteY403-13630" fmla="*/ 642048 h 1078499"/>
                <a:gd name="connsiteX404-13631" fmla="*/ 20267 w 3024845"/>
                <a:gd name="connsiteY404-13632" fmla="*/ 642048 h 1078499"/>
                <a:gd name="connsiteX405-13633" fmla="*/ 20774 w 3024845"/>
                <a:gd name="connsiteY405-13634" fmla="*/ 640967 h 1078499"/>
                <a:gd name="connsiteX406-13635" fmla="*/ 24320 w 3024845"/>
                <a:gd name="connsiteY406-13636" fmla="*/ 633401 h 1078499"/>
                <a:gd name="connsiteX407-13637" fmla="*/ 26094 w 3024845"/>
                <a:gd name="connsiteY407-13638" fmla="*/ 633671 h 1078499"/>
                <a:gd name="connsiteX408-13639" fmla="*/ 38507 w 3024845"/>
                <a:gd name="connsiteY408-13640" fmla="*/ 635562 h 1078499"/>
                <a:gd name="connsiteX409-13641" fmla="*/ 39014 w 3024845"/>
                <a:gd name="connsiteY409-13642" fmla="*/ 636914 h 1078499"/>
                <a:gd name="connsiteX410-13643" fmla="*/ 42560 w 3024845"/>
                <a:gd name="connsiteY410-13644" fmla="*/ 646371 h 1078499"/>
                <a:gd name="connsiteX411-13645" fmla="*/ 68907 w 3024845"/>
                <a:gd name="connsiteY411-13646" fmla="*/ 648533 h 1078499"/>
                <a:gd name="connsiteX412-13647" fmla="*/ 68907 w 3024845"/>
                <a:gd name="connsiteY412-13648" fmla="*/ 525312 h 1078499"/>
                <a:gd name="connsiteX413-13649" fmla="*/ 70934 w 3024845"/>
                <a:gd name="connsiteY413-13650" fmla="*/ 525312 h 1078499"/>
                <a:gd name="connsiteX414-13651" fmla="*/ 85121 w 3024845"/>
                <a:gd name="connsiteY414-13652" fmla="*/ 525312 h 1078499"/>
                <a:gd name="connsiteX415-13653" fmla="*/ 85121 w 3024845"/>
                <a:gd name="connsiteY415-13654" fmla="*/ 389120 h 1078499"/>
                <a:gd name="connsiteX416-13655" fmla="*/ 86894 w 3024845"/>
                <a:gd name="connsiteY416-13656" fmla="*/ 389120 h 1078499"/>
                <a:gd name="connsiteX417-13657" fmla="*/ 99308 w 3024845"/>
                <a:gd name="connsiteY417-13658" fmla="*/ 389120 h 1078499"/>
                <a:gd name="connsiteX418-13659" fmla="*/ 99308 w 3024845"/>
                <a:gd name="connsiteY418-13660" fmla="*/ 274546 h 1078499"/>
                <a:gd name="connsiteX419-13661" fmla="*/ 103361 w 3024845"/>
                <a:gd name="connsiteY419-13662" fmla="*/ 246442 h 1078499"/>
                <a:gd name="connsiteX420-13663" fmla="*/ 105388 w 3024845"/>
                <a:gd name="connsiteY420-13664" fmla="*/ 246442 h 1078499"/>
                <a:gd name="connsiteX421-13665" fmla="*/ 119575 w 3024845"/>
                <a:gd name="connsiteY421-13666" fmla="*/ 246442 h 1078499"/>
                <a:gd name="connsiteX0-13667" fmla="*/ 119575 w 3024845"/>
                <a:gd name="connsiteY0-13668" fmla="*/ 246442 h 1078499"/>
                <a:gd name="connsiteX1-13669" fmla="*/ 200642 w 3024845"/>
                <a:gd name="connsiteY1-13670" fmla="*/ 244281 h 1078499"/>
                <a:gd name="connsiteX2-13671" fmla="*/ 202669 w 3024845"/>
                <a:gd name="connsiteY2-13672" fmla="*/ 244281 h 1078499"/>
                <a:gd name="connsiteX3-13673" fmla="*/ 216856 w 3024845"/>
                <a:gd name="connsiteY3-13674" fmla="*/ 244281 h 1078499"/>
                <a:gd name="connsiteX4-13675" fmla="*/ 216856 w 3024845"/>
                <a:gd name="connsiteY4-13676" fmla="*/ 268060 h 1078499"/>
                <a:gd name="connsiteX5-13677" fmla="*/ 217363 w 3024845"/>
                <a:gd name="connsiteY5-13678" fmla="*/ 268871 h 1078499"/>
                <a:gd name="connsiteX6-13679" fmla="*/ 220909 w 3024845"/>
                <a:gd name="connsiteY6-13680" fmla="*/ 274546 h 1078499"/>
                <a:gd name="connsiteX7-13681" fmla="*/ 220909 w 3024845"/>
                <a:gd name="connsiteY7-13682" fmla="*/ 389120 h 1078499"/>
                <a:gd name="connsiteX8-13683" fmla="*/ 223189 w 3024845"/>
                <a:gd name="connsiteY8-13684" fmla="*/ 389120 h 1078499"/>
                <a:gd name="connsiteX9-13685" fmla="*/ 239150 w 3024845"/>
                <a:gd name="connsiteY9-13686" fmla="*/ 389120 h 1078499"/>
                <a:gd name="connsiteX10-13687" fmla="*/ 239150 w 3024845"/>
                <a:gd name="connsiteY10-13688" fmla="*/ 529635 h 1078499"/>
                <a:gd name="connsiteX11-13689" fmla="*/ 240670 w 3024845"/>
                <a:gd name="connsiteY11-13690" fmla="*/ 529365 h 1078499"/>
                <a:gd name="connsiteX12-13691" fmla="*/ 251310 w 3024845"/>
                <a:gd name="connsiteY12-13692" fmla="*/ 527474 h 1078499"/>
                <a:gd name="connsiteX13-13693" fmla="*/ 249283 w 3024845"/>
                <a:gd name="connsiteY13-13694" fmla="*/ 616106 h 1078499"/>
                <a:gd name="connsiteX14-13695" fmla="*/ 250803 w 3024845"/>
                <a:gd name="connsiteY14-13696" fmla="*/ 616377 h 1078499"/>
                <a:gd name="connsiteX15-13697" fmla="*/ 261443 w 3024845"/>
                <a:gd name="connsiteY15-13698" fmla="*/ 618268 h 1078499"/>
                <a:gd name="connsiteX16-13699" fmla="*/ 261696 w 3024845"/>
                <a:gd name="connsiteY16-13700" fmla="*/ 619079 h 1078499"/>
                <a:gd name="connsiteX17-13701" fmla="*/ 263470 w 3024845"/>
                <a:gd name="connsiteY17-13702" fmla="*/ 624754 h 1078499"/>
                <a:gd name="connsiteX18-13703" fmla="*/ 264230 w 3024845"/>
                <a:gd name="connsiteY18-13704" fmla="*/ 622322 h 1078499"/>
                <a:gd name="connsiteX19-13705" fmla="*/ 269550 w 3024845"/>
                <a:gd name="connsiteY19-13706" fmla="*/ 605298 h 1078499"/>
                <a:gd name="connsiteX20-13707" fmla="*/ 271323 w 3024845"/>
                <a:gd name="connsiteY20-13708" fmla="*/ 605298 h 1078499"/>
                <a:gd name="connsiteX21-13709" fmla="*/ 283737 w 3024845"/>
                <a:gd name="connsiteY21-13710" fmla="*/ 605298 h 1078499"/>
                <a:gd name="connsiteX22-13711" fmla="*/ 283737 w 3024845"/>
                <a:gd name="connsiteY22-13712" fmla="*/ 637724 h 1078499"/>
                <a:gd name="connsiteX23-13713" fmla="*/ 284750 w 3024845"/>
                <a:gd name="connsiteY23-13714" fmla="*/ 638265 h 1078499"/>
                <a:gd name="connsiteX24-13715" fmla="*/ 291844 w 3024845"/>
                <a:gd name="connsiteY24-13716" fmla="*/ 642048 h 1078499"/>
                <a:gd name="connsiteX25-13717" fmla="*/ 291844 w 3024845"/>
                <a:gd name="connsiteY25-13718" fmla="*/ 643399 h 1078499"/>
                <a:gd name="connsiteX26-13719" fmla="*/ 291844 w 3024845"/>
                <a:gd name="connsiteY26-13720" fmla="*/ 652857 h 1078499"/>
                <a:gd name="connsiteX27-13721" fmla="*/ 336431 w 3024845"/>
                <a:gd name="connsiteY27-13722" fmla="*/ 652857 h 1078499"/>
                <a:gd name="connsiteX28-13723" fmla="*/ 336431 w 3024845"/>
                <a:gd name="connsiteY28-13724" fmla="*/ 653938 h 1078499"/>
                <a:gd name="connsiteX29-13725" fmla="*/ 336431 w 3024845"/>
                <a:gd name="connsiteY29-13726" fmla="*/ 661504 h 1078499"/>
                <a:gd name="connsiteX30-13727" fmla="*/ 338457 w 3024845"/>
                <a:gd name="connsiteY30-13728" fmla="*/ 661504 h 1078499"/>
                <a:gd name="connsiteX31-13729" fmla="*/ 352644 w 3024845"/>
                <a:gd name="connsiteY31-13730" fmla="*/ 661504 h 1078499"/>
                <a:gd name="connsiteX32-13731" fmla="*/ 352644 w 3024845"/>
                <a:gd name="connsiteY32-13732" fmla="*/ 631239 h 1078499"/>
                <a:gd name="connsiteX33-13733" fmla="*/ 397231 w 3024845"/>
                <a:gd name="connsiteY33-13734" fmla="*/ 631239 h 1078499"/>
                <a:gd name="connsiteX34-13735" fmla="*/ 397231 w 3024845"/>
                <a:gd name="connsiteY34-13736" fmla="*/ 629888 h 1078499"/>
                <a:gd name="connsiteX35-13737" fmla="*/ 397231 w 3024845"/>
                <a:gd name="connsiteY35-13738" fmla="*/ 620430 h 1078499"/>
                <a:gd name="connsiteX36-13739" fmla="*/ 398245 w 3024845"/>
                <a:gd name="connsiteY36-13740" fmla="*/ 620430 h 1078499"/>
                <a:gd name="connsiteX37-13741" fmla="*/ 405338 w 3024845"/>
                <a:gd name="connsiteY37-13742" fmla="*/ 620430 h 1078499"/>
                <a:gd name="connsiteX38-13743" fmla="*/ 405338 w 3024845"/>
                <a:gd name="connsiteY38-13744" fmla="*/ 618539 h 1078499"/>
                <a:gd name="connsiteX39-13745" fmla="*/ 405338 w 3024845"/>
                <a:gd name="connsiteY39-13746" fmla="*/ 605298 h 1078499"/>
                <a:gd name="connsiteX40-13747" fmla="*/ 406098 w 3024845"/>
                <a:gd name="connsiteY40-13748" fmla="*/ 605298 h 1078499"/>
                <a:gd name="connsiteX41-13749" fmla="*/ 411418 w 3024845"/>
                <a:gd name="connsiteY41-13750" fmla="*/ 605298 h 1078499"/>
                <a:gd name="connsiteX42-13751" fmla="*/ 411418 w 3024845"/>
                <a:gd name="connsiteY42-13752" fmla="*/ 604217 h 1078499"/>
                <a:gd name="connsiteX43-13753" fmla="*/ 411418 w 3024845"/>
                <a:gd name="connsiteY43-13754" fmla="*/ 596650 h 1078499"/>
                <a:gd name="connsiteX44-13755" fmla="*/ 413445 w 3024845"/>
                <a:gd name="connsiteY44-13756" fmla="*/ 596650 h 1078499"/>
                <a:gd name="connsiteX45-13757" fmla="*/ 427632 w 3024845"/>
                <a:gd name="connsiteY45-13758" fmla="*/ 596650 h 1078499"/>
                <a:gd name="connsiteX46-13759" fmla="*/ 427632 w 3024845"/>
                <a:gd name="connsiteY46-13760" fmla="*/ 597731 h 1078499"/>
                <a:gd name="connsiteX47-13761" fmla="*/ 427632 w 3024845"/>
                <a:gd name="connsiteY47-13762" fmla="*/ 605298 h 1078499"/>
                <a:gd name="connsiteX48-13763" fmla="*/ 449925 w 3024845"/>
                <a:gd name="connsiteY48-13764" fmla="*/ 605298 h 1078499"/>
                <a:gd name="connsiteX49-13765" fmla="*/ 449925 w 3024845"/>
                <a:gd name="connsiteY49-13766" fmla="*/ 603406 h 1078499"/>
                <a:gd name="connsiteX50-13767" fmla="*/ 449925 w 3024845"/>
                <a:gd name="connsiteY50-13768" fmla="*/ 590165 h 1078499"/>
                <a:gd name="connsiteX51-13769" fmla="*/ 451699 w 3024845"/>
                <a:gd name="connsiteY51-13770" fmla="*/ 590165 h 1078499"/>
                <a:gd name="connsiteX52-13771" fmla="*/ 464112 w 3024845"/>
                <a:gd name="connsiteY52-13772" fmla="*/ 590165 h 1078499"/>
                <a:gd name="connsiteX53-13773" fmla="*/ 464112 w 3024845"/>
                <a:gd name="connsiteY53-13774" fmla="*/ 613945 h 1078499"/>
                <a:gd name="connsiteX54-13775" fmla="*/ 465126 w 3024845"/>
                <a:gd name="connsiteY54-13776" fmla="*/ 613945 h 1078499"/>
                <a:gd name="connsiteX55-13777" fmla="*/ 472219 w 3024845"/>
                <a:gd name="connsiteY55-13778" fmla="*/ 613945 h 1078499"/>
                <a:gd name="connsiteX56-13779" fmla="*/ 472219 w 3024845"/>
                <a:gd name="connsiteY56-13780" fmla="*/ 612864 h 1078499"/>
                <a:gd name="connsiteX57-13781" fmla="*/ 472219 w 3024845"/>
                <a:gd name="connsiteY57-13782" fmla="*/ 605298 h 1078499"/>
                <a:gd name="connsiteX58-13783" fmla="*/ 473992 w 3024845"/>
                <a:gd name="connsiteY58-13784" fmla="*/ 605298 h 1078499"/>
                <a:gd name="connsiteX59-13785" fmla="*/ 486406 w 3024845"/>
                <a:gd name="connsiteY59-13786" fmla="*/ 605298 h 1078499"/>
                <a:gd name="connsiteX60-13787" fmla="*/ 486406 w 3024845"/>
                <a:gd name="connsiteY60-13788" fmla="*/ 631239 h 1078499"/>
                <a:gd name="connsiteX61-13789" fmla="*/ 488433 w 3024845"/>
                <a:gd name="connsiteY61-13790" fmla="*/ 631239 h 1078499"/>
                <a:gd name="connsiteX62-13791" fmla="*/ 502619 w 3024845"/>
                <a:gd name="connsiteY62-13792" fmla="*/ 631239 h 1078499"/>
                <a:gd name="connsiteX63-13793" fmla="*/ 502619 w 3024845"/>
                <a:gd name="connsiteY63-13794" fmla="*/ 632860 h 1078499"/>
                <a:gd name="connsiteX64-13795" fmla="*/ 502619 w 3024845"/>
                <a:gd name="connsiteY64-13796" fmla="*/ 644210 h 1078499"/>
                <a:gd name="connsiteX65-13797" fmla="*/ 503379 w 3024845"/>
                <a:gd name="connsiteY65-13798" fmla="*/ 644210 h 1078499"/>
                <a:gd name="connsiteX66-13799" fmla="*/ 508700 w 3024845"/>
                <a:gd name="connsiteY66-13800" fmla="*/ 644210 h 1078499"/>
                <a:gd name="connsiteX67-13801" fmla="*/ 508700 w 3024845"/>
                <a:gd name="connsiteY67-13802" fmla="*/ 643399 h 1078499"/>
                <a:gd name="connsiteX68-13803" fmla="*/ 508700 w 3024845"/>
                <a:gd name="connsiteY68-13804" fmla="*/ 637724 h 1078499"/>
                <a:gd name="connsiteX69-13805" fmla="*/ 539100 w 3024845"/>
                <a:gd name="connsiteY69-13806" fmla="*/ 637724 h 1078499"/>
                <a:gd name="connsiteX70-13807" fmla="*/ 539100 w 3024845"/>
                <a:gd name="connsiteY70-13808" fmla="*/ 661504 h 1078499"/>
                <a:gd name="connsiteX71-13809" fmla="*/ 540113 w 3024845"/>
                <a:gd name="connsiteY71-13810" fmla="*/ 661504 h 1078499"/>
                <a:gd name="connsiteX72-13811" fmla="*/ 547207 w 3024845"/>
                <a:gd name="connsiteY72-13812" fmla="*/ 661504 h 1078499"/>
                <a:gd name="connsiteX73-13813" fmla="*/ 547207 w 3024845"/>
                <a:gd name="connsiteY73-13814" fmla="*/ 662585 h 1078499"/>
                <a:gd name="connsiteX74-13815" fmla="*/ 547207 w 3024845"/>
                <a:gd name="connsiteY74-13816" fmla="*/ 670151 h 1078499"/>
                <a:gd name="connsiteX75-13817" fmla="*/ 547967 w 3024845"/>
                <a:gd name="connsiteY75-13818" fmla="*/ 670151 h 1078499"/>
                <a:gd name="connsiteX76-13819" fmla="*/ 553287 w 3024845"/>
                <a:gd name="connsiteY76-13820" fmla="*/ 670151 h 1078499"/>
                <a:gd name="connsiteX77-13821" fmla="*/ 553287 w 3024845"/>
                <a:gd name="connsiteY77-13822" fmla="*/ 667989 h 1078499"/>
                <a:gd name="connsiteX78-13823" fmla="*/ 553287 w 3024845"/>
                <a:gd name="connsiteY78-13824" fmla="*/ 652857 h 1078499"/>
                <a:gd name="connsiteX79-13825" fmla="*/ 554300 w 3024845"/>
                <a:gd name="connsiteY79-13826" fmla="*/ 652857 h 1078499"/>
                <a:gd name="connsiteX80-13827" fmla="*/ 561394 w 3024845"/>
                <a:gd name="connsiteY80-13828" fmla="*/ 652857 h 1078499"/>
                <a:gd name="connsiteX81-13829" fmla="*/ 561394 w 3024845"/>
                <a:gd name="connsiteY81-13830" fmla="*/ 653938 h 1078499"/>
                <a:gd name="connsiteX82-13831" fmla="*/ 561394 w 3024845"/>
                <a:gd name="connsiteY82-13832" fmla="*/ 661504 h 1078499"/>
                <a:gd name="connsiteX83-13833" fmla="*/ 566714 w 3024845"/>
                <a:gd name="connsiteY83-13834" fmla="*/ 659511 h 1078499"/>
                <a:gd name="connsiteX84-13835" fmla="*/ 567474 w 3024845"/>
                <a:gd name="connsiteY84-13836" fmla="*/ 658531 h 1078499"/>
                <a:gd name="connsiteX85-13837" fmla="*/ 567474 w 3024845"/>
                <a:gd name="connsiteY85-13838" fmla="*/ 652857 h 1078499"/>
                <a:gd name="connsiteX86-13839" fmla="*/ 605981 w 3024845"/>
                <a:gd name="connsiteY86-13840" fmla="*/ 652857 h 1078499"/>
                <a:gd name="connsiteX87-13841" fmla="*/ 605981 w 3024845"/>
                <a:gd name="connsiteY87-13842" fmla="*/ 676636 h 1078499"/>
                <a:gd name="connsiteX88-13843" fmla="*/ 608007 w 3024845"/>
                <a:gd name="connsiteY88-13844" fmla="*/ 676636 h 1078499"/>
                <a:gd name="connsiteX89-13845" fmla="*/ 622194 w 3024845"/>
                <a:gd name="connsiteY89-13846" fmla="*/ 676636 h 1078499"/>
                <a:gd name="connsiteX90-13847" fmla="*/ 622194 w 3024845"/>
                <a:gd name="connsiteY90-13848" fmla="*/ 677717 h 1078499"/>
                <a:gd name="connsiteX91-13849" fmla="*/ 622194 w 3024845"/>
                <a:gd name="connsiteY91-13850" fmla="*/ 685283 h 1078499"/>
                <a:gd name="connsiteX92-13851" fmla="*/ 623968 w 3024845"/>
                <a:gd name="connsiteY92-13852" fmla="*/ 685283 h 1078499"/>
                <a:gd name="connsiteX93-13853" fmla="*/ 636381 w 3024845"/>
                <a:gd name="connsiteY93-13854" fmla="*/ 685283 h 1078499"/>
                <a:gd name="connsiteX94-13855" fmla="*/ 636381 w 3024845"/>
                <a:gd name="connsiteY94-13856" fmla="*/ 661504 h 1078499"/>
                <a:gd name="connsiteX95-13857" fmla="*/ 637394 w 3024845"/>
                <a:gd name="connsiteY95-13858" fmla="*/ 661504 h 1078499"/>
                <a:gd name="connsiteX96-13859" fmla="*/ 644488 w 3024845"/>
                <a:gd name="connsiteY96-13860" fmla="*/ 661504 h 1078499"/>
                <a:gd name="connsiteX97-13861" fmla="*/ 644488 w 3024845"/>
                <a:gd name="connsiteY97-13862" fmla="*/ 629077 h 1078499"/>
                <a:gd name="connsiteX98-13863" fmla="*/ 645501 w 3024845"/>
                <a:gd name="connsiteY98-13864" fmla="*/ 629077 h 1078499"/>
                <a:gd name="connsiteX99-13865" fmla="*/ 652595 w 3024845"/>
                <a:gd name="connsiteY99-13866" fmla="*/ 629077 h 1078499"/>
                <a:gd name="connsiteX100-13867" fmla="*/ 652595 w 3024845"/>
                <a:gd name="connsiteY100-13868" fmla="*/ 627186 h 1078499"/>
                <a:gd name="connsiteX101-13869" fmla="*/ 652595 w 3024845"/>
                <a:gd name="connsiteY101-13870" fmla="*/ 613945 h 1078499"/>
                <a:gd name="connsiteX102-13871" fmla="*/ 651328 w 3024845"/>
                <a:gd name="connsiteY102-13872" fmla="*/ 612323 h 1078499"/>
                <a:gd name="connsiteX103-13873" fmla="*/ 656648 w 3024845"/>
                <a:gd name="connsiteY103-13874" fmla="*/ 600974 h 1078499"/>
                <a:gd name="connsiteX104-13875" fmla="*/ 664755 w 3024845"/>
                <a:gd name="connsiteY104-13876" fmla="*/ 629077 h 1078499"/>
                <a:gd name="connsiteX105-13877" fmla="*/ 665515 w 3024845"/>
                <a:gd name="connsiteY105-13878" fmla="*/ 629077 h 1078499"/>
                <a:gd name="connsiteX106-13879" fmla="*/ 670835 w 3024845"/>
                <a:gd name="connsiteY106-13880" fmla="*/ 629077 h 1078499"/>
                <a:gd name="connsiteX107-13881" fmla="*/ 670835 w 3024845"/>
                <a:gd name="connsiteY107-13882" fmla="*/ 523150 h 1078499"/>
                <a:gd name="connsiteX108-13883" fmla="*/ 672355 w 3024845"/>
                <a:gd name="connsiteY108-13884" fmla="*/ 523150 h 1078499"/>
                <a:gd name="connsiteX109-13885" fmla="*/ 682995 w 3024845"/>
                <a:gd name="connsiteY109-13886" fmla="*/ 523150 h 1078499"/>
                <a:gd name="connsiteX110-13887" fmla="*/ 682995 w 3024845"/>
                <a:gd name="connsiteY110-13888" fmla="*/ 475591 h 1078499"/>
                <a:gd name="connsiteX111-13889" fmla="*/ 709342 w 3024845"/>
                <a:gd name="connsiteY111-13890" fmla="*/ 475591 h 1078499"/>
                <a:gd name="connsiteX112-13891" fmla="*/ 709342 w 3024845"/>
                <a:gd name="connsiteY112-13892" fmla="*/ 453973 h 1078499"/>
                <a:gd name="connsiteX113-13893" fmla="*/ 743796 w 3024845"/>
                <a:gd name="connsiteY113-13894" fmla="*/ 453973 h 1078499"/>
                <a:gd name="connsiteX114-13895" fmla="*/ 743796 w 3024845"/>
                <a:gd name="connsiteY114-13896" fmla="*/ 456405 h 1078499"/>
                <a:gd name="connsiteX115-13897" fmla="*/ 743796 w 3024845"/>
                <a:gd name="connsiteY115-13898" fmla="*/ 473429 h 1078499"/>
                <a:gd name="connsiteX116-13899" fmla="*/ 746076 w 3024845"/>
                <a:gd name="connsiteY116-13900" fmla="*/ 473429 h 1078499"/>
                <a:gd name="connsiteX117-13901" fmla="*/ 762036 w 3024845"/>
                <a:gd name="connsiteY117-13902" fmla="*/ 473429 h 1078499"/>
                <a:gd name="connsiteX118-13903" fmla="*/ 762036 w 3024845"/>
                <a:gd name="connsiteY118-13904" fmla="*/ 520988 h 1078499"/>
                <a:gd name="connsiteX119-13905" fmla="*/ 763049 w 3024845"/>
                <a:gd name="connsiteY119-13906" fmla="*/ 520988 h 1078499"/>
                <a:gd name="connsiteX120-13907" fmla="*/ 770143 w 3024845"/>
                <a:gd name="connsiteY120-13908" fmla="*/ 520988 h 1078499"/>
                <a:gd name="connsiteX121-13909" fmla="*/ 784330 w 3024845"/>
                <a:gd name="connsiteY121-13910" fmla="*/ 525312 h 1078499"/>
                <a:gd name="connsiteX122-13911" fmla="*/ 784330 w 3024845"/>
                <a:gd name="connsiteY122-13912" fmla="*/ 564224 h 1078499"/>
                <a:gd name="connsiteX123-13913" fmla="*/ 785343 w 3024845"/>
                <a:gd name="connsiteY123-13914" fmla="*/ 564224 h 1078499"/>
                <a:gd name="connsiteX124-13915" fmla="*/ 792436 w 3024845"/>
                <a:gd name="connsiteY124-13916" fmla="*/ 564224 h 1078499"/>
                <a:gd name="connsiteX125-13917" fmla="*/ 792436 w 3024845"/>
                <a:gd name="connsiteY125-13918" fmla="*/ 565845 h 1078499"/>
                <a:gd name="connsiteX126-13919" fmla="*/ 792436 w 3024845"/>
                <a:gd name="connsiteY126-13920" fmla="*/ 577194 h 1078499"/>
                <a:gd name="connsiteX127-13921" fmla="*/ 794463 w 3024845"/>
                <a:gd name="connsiteY127-13922" fmla="*/ 577194 h 1078499"/>
                <a:gd name="connsiteX128-13923" fmla="*/ 808650 w 3024845"/>
                <a:gd name="connsiteY128-13924" fmla="*/ 577194 h 1078499"/>
                <a:gd name="connsiteX129-13925" fmla="*/ 814730 w 3024845"/>
                <a:gd name="connsiteY129-13926" fmla="*/ 583680 h 1078499"/>
                <a:gd name="connsiteX130-13927" fmla="*/ 814730 w 3024845"/>
                <a:gd name="connsiteY130-13928" fmla="*/ 605298 h 1078499"/>
                <a:gd name="connsiteX131-13929" fmla="*/ 817010 w 3024845"/>
                <a:gd name="connsiteY131-13930" fmla="*/ 605298 h 1078499"/>
                <a:gd name="connsiteX132-13931" fmla="*/ 832970 w 3024845"/>
                <a:gd name="connsiteY132-13932" fmla="*/ 605298 h 1078499"/>
                <a:gd name="connsiteX133-13933" fmla="*/ 832970 w 3024845"/>
                <a:gd name="connsiteY133-13934" fmla="*/ 606378 h 1078499"/>
                <a:gd name="connsiteX134-13935" fmla="*/ 832970 w 3024845"/>
                <a:gd name="connsiteY134-13936" fmla="*/ 613945 h 1078499"/>
                <a:gd name="connsiteX135-13937" fmla="*/ 834237 w 3024845"/>
                <a:gd name="connsiteY135-13938" fmla="*/ 613945 h 1078499"/>
                <a:gd name="connsiteX136-13939" fmla="*/ 843104 w 3024845"/>
                <a:gd name="connsiteY136-13940" fmla="*/ 613945 h 1078499"/>
                <a:gd name="connsiteX137-13941" fmla="*/ 843104 w 3024845"/>
                <a:gd name="connsiteY137-13942" fmla="*/ 616106 h 1078499"/>
                <a:gd name="connsiteX138-13943" fmla="*/ 843104 w 3024845"/>
                <a:gd name="connsiteY138-13944" fmla="*/ 631239 h 1078499"/>
                <a:gd name="connsiteX139-13945" fmla="*/ 847157 w 3024845"/>
                <a:gd name="connsiteY139-13946" fmla="*/ 629347 h 1078499"/>
                <a:gd name="connsiteX140-13947" fmla="*/ 847157 w 3024845"/>
                <a:gd name="connsiteY140-13948" fmla="*/ 616106 h 1078499"/>
                <a:gd name="connsiteX141-13949" fmla="*/ 848170 w 3024845"/>
                <a:gd name="connsiteY141-13950" fmla="*/ 616106 h 1078499"/>
                <a:gd name="connsiteX142-13951" fmla="*/ 855264 w 3024845"/>
                <a:gd name="connsiteY142-13952" fmla="*/ 616106 h 1078499"/>
                <a:gd name="connsiteX143-13953" fmla="*/ 855264 w 3024845"/>
                <a:gd name="connsiteY143-13954" fmla="*/ 617728 h 1078499"/>
                <a:gd name="connsiteX144-13955" fmla="*/ 855264 w 3024845"/>
                <a:gd name="connsiteY144-13956" fmla="*/ 629077 h 1078499"/>
                <a:gd name="connsiteX145-13957" fmla="*/ 856024 w 3024845"/>
                <a:gd name="connsiteY145-13958" fmla="*/ 629077 h 1078499"/>
                <a:gd name="connsiteX146-13959" fmla="*/ 861344 w 3024845"/>
                <a:gd name="connsiteY146-13960" fmla="*/ 629077 h 1078499"/>
                <a:gd name="connsiteX147-13961" fmla="*/ 909984 w 3024845"/>
                <a:gd name="connsiteY147-13962" fmla="*/ 624754 h 1078499"/>
                <a:gd name="connsiteX148-13963" fmla="*/ 909984 w 3024845"/>
                <a:gd name="connsiteY148-13964" fmla="*/ 626105 h 1078499"/>
                <a:gd name="connsiteX149-13965" fmla="*/ 909984 w 3024845"/>
                <a:gd name="connsiteY149-13966" fmla="*/ 635562 h 1078499"/>
                <a:gd name="connsiteX150-13967" fmla="*/ 910744 w 3024845"/>
                <a:gd name="connsiteY150-13968" fmla="*/ 635562 h 1078499"/>
                <a:gd name="connsiteX151-13969" fmla="*/ 916065 w 3024845"/>
                <a:gd name="connsiteY151-13970" fmla="*/ 635562 h 1078499"/>
                <a:gd name="connsiteX152-13971" fmla="*/ 916065 w 3024845"/>
                <a:gd name="connsiteY152-13972" fmla="*/ 637724 h 1078499"/>
                <a:gd name="connsiteX153-13973" fmla="*/ 916065 w 3024845"/>
                <a:gd name="connsiteY153-13974" fmla="*/ 652857 h 1078499"/>
                <a:gd name="connsiteX154-13975" fmla="*/ 918091 w 3024845"/>
                <a:gd name="connsiteY154-13976" fmla="*/ 651506 h 1078499"/>
                <a:gd name="connsiteX155-13977" fmla="*/ 932278 w 3024845"/>
                <a:gd name="connsiteY155-13978" fmla="*/ 642048 h 1078499"/>
                <a:gd name="connsiteX156-13979" fmla="*/ 938358 w 3024845"/>
                <a:gd name="connsiteY156-13980" fmla="*/ 600974 h 1078499"/>
                <a:gd name="connsiteX157-13981" fmla="*/ 939118 w 3024845"/>
                <a:gd name="connsiteY157-13982" fmla="*/ 600704 h 1078499"/>
                <a:gd name="connsiteX158-13983" fmla="*/ 944438 w 3024845"/>
                <a:gd name="connsiteY158-13984" fmla="*/ 598812 h 1078499"/>
                <a:gd name="connsiteX159-13985" fmla="*/ 946465 w 3024845"/>
                <a:gd name="connsiteY159-13986" fmla="*/ 529635 h 1078499"/>
                <a:gd name="connsiteX160-13987" fmla="*/ 948492 w 3024845"/>
                <a:gd name="connsiteY160-13988" fmla="*/ 598812 h 1078499"/>
                <a:gd name="connsiteX161-13989" fmla="*/ 949252 w 3024845"/>
                <a:gd name="connsiteY161-13990" fmla="*/ 599082 h 1078499"/>
                <a:gd name="connsiteX162-13991" fmla="*/ 954572 w 3024845"/>
                <a:gd name="connsiteY162-13992" fmla="*/ 600974 h 1078499"/>
                <a:gd name="connsiteX163-13993" fmla="*/ 954572 w 3024845"/>
                <a:gd name="connsiteY163-13994" fmla="*/ 514503 h 1078499"/>
                <a:gd name="connsiteX164-13995" fmla="*/ 958625 w 3024845"/>
                <a:gd name="connsiteY164-13996" fmla="*/ 482076 h 1078499"/>
                <a:gd name="connsiteX165-13997" fmla="*/ 997132 w 3024845"/>
                <a:gd name="connsiteY165-13998" fmla="*/ 482076 h 1078499"/>
                <a:gd name="connsiteX166-13999" fmla="*/ 997132 w 3024845"/>
                <a:gd name="connsiteY166-14000" fmla="*/ 514503 h 1078499"/>
                <a:gd name="connsiteX167-14001" fmla="*/ 997892 w 3024845"/>
                <a:gd name="connsiteY167-14002" fmla="*/ 514503 h 1078499"/>
                <a:gd name="connsiteX168-14003" fmla="*/ 1003212 w 3024845"/>
                <a:gd name="connsiteY168-14004" fmla="*/ 514503 h 1078499"/>
                <a:gd name="connsiteX169-14005" fmla="*/ 1003212 w 3024845"/>
                <a:gd name="connsiteY169-14006" fmla="*/ 432355 h 1078499"/>
                <a:gd name="connsiteX170-14007" fmla="*/ 1004986 w 3024845"/>
                <a:gd name="connsiteY170-14008" fmla="*/ 432355 h 1078499"/>
                <a:gd name="connsiteX171-14009" fmla="*/ 1017399 w 3024845"/>
                <a:gd name="connsiteY171-14010" fmla="*/ 432355 h 1078499"/>
                <a:gd name="connsiteX172-14011" fmla="*/ 1017399 w 3024845"/>
                <a:gd name="connsiteY172-14012" fmla="*/ 430464 h 1078499"/>
                <a:gd name="connsiteX173-14013" fmla="*/ 1017399 w 3024845"/>
                <a:gd name="connsiteY173-14014" fmla="*/ 417223 h 1078499"/>
                <a:gd name="connsiteX174-14015" fmla="*/ 1039693 w 3024845"/>
                <a:gd name="connsiteY174-14016" fmla="*/ 417223 h 1078499"/>
                <a:gd name="connsiteX175-14017" fmla="*/ 1039693 w 3024845"/>
                <a:gd name="connsiteY175-14018" fmla="*/ 416142 h 1078499"/>
                <a:gd name="connsiteX176-14019" fmla="*/ 1039693 w 3024845"/>
                <a:gd name="connsiteY176-14020" fmla="*/ 408576 h 1078499"/>
                <a:gd name="connsiteX177-14021" fmla="*/ 1041466 w 3024845"/>
                <a:gd name="connsiteY177-14022" fmla="*/ 408576 h 1078499"/>
                <a:gd name="connsiteX178-14023" fmla="*/ 1053880 w 3024845"/>
                <a:gd name="connsiteY178-14024" fmla="*/ 408576 h 1078499"/>
                <a:gd name="connsiteX179-14025" fmla="*/ 1053880 w 3024845"/>
                <a:gd name="connsiteY179-14026" fmla="*/ 409657 h 1078499"/>
                <a:gd name="connsiteX180-14027" fmla="*/ 1053880 w 3024845"/>
                <a:gd name="connsiteY180-14028" fmla="*/ 417223 h 1078499"/>
                <a:gd name="connsiteX181-14029" fmla="*/ 1054640 w 3024845"/>
                <a:gd name="connsiteY181-14030" fmla="*/ 417223 h 1078499"/>
                <a:gd name="connsiteX182-14031" fmla="*/ 1059960 w 3024845"/>
                <a:gd name="connsiteY182-14032" fmla="*/ 417223 h 1078499"/>
                <a:gd name="connsiteX183-14033" fmla="*/ 1070093 w 3024845"/>
                <a:gd name="connsiteY183-14034" fmla="*/ 412899 h 1078499"/>
                <a:gd name="connsiteX184-14035" fmla="*/ 1074146 w 3024845"/>
                <a:gd name="connsiteY184-14036" fmla="*/ 416142 h 1078499"/>
                <a:gd name="connsiteX185-14037" fmla="*/ 1074146 w 3024845"/>
                <a:gd name="connsiteY185-14038" fmla="*/ 408576 h 1078499"/>
                <a:gd name="connsiteX186-14039" fmla="*/ 1076426 w 3024845"/>
                <a:gd name="connsiteY186-14040" fmla="*/ 408576 h 1078499"/>
                <a:gd name="connsiteX187-14041" fmla="*/ 1092387 w 3024845"/>
                <a:gd name="connsiteY187-14042" fmla="*/ 408576 h 1078499"/>
                <a:gd name="connsiteX188-14043" fmla="*/ 1092387 w 3024845"/>
                <a:gd name="connsiteY188-14044" fmla="*/ 409657 h 1078499"/>
                <a:gd name="connsiteX189-14045" fmla="*/ 1092387 w 3024845"/>
                <a:gd name="connsiteY189-14046" fmla="*/ 417223 h 1078499"/>
                <a:gd name="connsiteX190-14047" fmla="*/ 1122787 w 3024845"/>
                <a:gd name="connsiteY190-14048" fmla="*/ 417223 h 1078499"/>
                <a:gd name="connsiteX191-14049" fmla="*/ 1122787 w 3024845"/>
                <a:gd name="connsiteY191-14050" fmla="*/ 418844 h 1078499"/>
                <a:gd name="connsiteX192-14051" fmla="*/ 1122787 w 3024845"/>
                <a:gd name="connsiteY192-14052" fmla="*/ 430194 h 1078499"/>
                <a:gd name="connsiteX193-14053" fmla="*/ 1149134 w 3024845"/>
                <a:gd name="connsiteY193-14054" fmla="*/ 430194 h 1078499"/>
                <a:gd name="connsiteX194-14055" fmla="*/ 1149134 w 3024845"/>
                <a:gd name="connsiteY194-14056" fmla="*/ 460458 h 1078499"/>
                <a:gd name="connsiteX195-14057" fmla="*/ 1149894 w 3024845"/>
                <a:gd name="connsiteY195-14058" fmla="*/ 460458 h 1078499"/>
                <a:gd name="connsiteX196-14059" fmla="*/ 1155214 w 3024845"/>
                <a:gd name="connsiteY196-14060" fmla="*/ 460458 h 1078499"/>
                <a:gd name="connsiteX197-14061" fmla="*/ 1155214 w 3024845"/>
                <a:gd name="connsiteY197-14062" fmla="*/ 461539 h 1078499"/>
                <a:gd name="connsiteX198-14063" fmla="*/ 1155214 w 3024845"/>
                <a:gd name="connsiteY198-14064" fmla="*/ 469106 h 1078499"/>
                <a:gd name="connsiteX199-14065" fmla="*/ 1159268 w 3024845"/>
                <a:gd name="connsiteY199-14066" fmla="*/ 499370 h 1078499"/>
                <a:gd name="connsiteX200-14067" fmla="*/ 1160028 w 3024845"/>
                <a:gd name="connsiteY200-14068" fmla="*/ 499370 h 1078499"/>
                <a:gd name="connsiteX201-14069" fmla="*/ 1165348 w 3024845"/>
                <a:gd name="connsiteY201-14070" fmla="*/ 499370 h 1078499"/>
                <a:gd name="connsiteX202-14071" fmla="*/ 1165348 w 3024845"/>
                <a:gd name="connsiteY202-14072" fmla="*/ 500181 h 1078499"/>
                <a:gd name="connsiteX203-14073" fmla="*/ 1165348 w 3024845"/>
                <a:gd name="connsiteY203-14074" fmla="*/ 505856 h 1078499"/>
                <a:gd name="connsiteX204-14075" fmla="*/ 1166361 w 3024845"/>
                <a:gd name="connsiteY204-14076" fmla="*/ 505856 h 1078499"/>
                <a:gd name="connsiteX205-14077" fmla="*/ 1173454 w 3024845"/>
                <a:gd name="connsiteY205-14078" fmla="*/ 505856 h 1078499"/>
                <a:gd name="connsiteX206-14079" fmla="*/ 1173454 w 3024845"/>
                <a:gd name="connsiteY206-14080" fmla="*/ 536121 h 1078499"/>
                <a:gd name="connsiteX207-14081" fmla="*/ 1175481 w 3024845"/>
                <a:gd name="connsiteY207-14082" fmla="*/ 536121 h 1078499"/>
                <a:gd name="connsiteX208-14083" fmla="*/ 1189668 w 3024845"/>
                <a:gd name="connsiteY208-14084" fmla="*/ 536121 h 1078499"/>
                <a:gd name="connsiteX209-14085" fmla="*/ 1189668 w 3024845"/>
                <a:gd name="connsiteY209-14086" fmla="*/ 559900 h 1078499"/>
                <a:gd name="connsiteX210-14087" fmla="*/ 1191695 w 3024845"/>
                <a:gd name="connsiteY210-14088" fmla="*/ 561521 h 1078499"/>
                <a:gd name="connsiteX211-14089" fmla="*/ 1191695 w 3024845"/>
                <a:gd name="connsiteY211-14090" fmla="*/ 572871 h 1078499"/>
                <a:gd name="connsiteX212-14091" fmla="*/ 1192455 w 3024845"/>
                <a:gd name="connsiteY212-14092" fmla="*/ 572871 h 1078499"/>
                <a:gd name="connsiteX213-14093" fmla="*/ 1197775 w 3024845"/>
                <a:gd name="connsiteY213-14094" fmla="*/ 572871 h 1078499"/>
                <a:gd name="connsiteX214-14095" fmla="*/ 1197775 w 3024845"/>
                <a:gd name="connsiteY214-14096" fmla="*/ 596650 h 1078499"/>
                <a:gd name="connsiteX215-14097" fmla="*/ 1199041 w 3024845"/>
                <a:gd name="connsiteY215-14098" fmla="*/ 596650 h 1078499"/>
                <a:gd name="connsiteX216-14099" fmla="*/ 1207908 w 3024845"/>
                <a:gd name="connsiteY216-14100" fmla="*/ 596650 h 1078499"/>
                <a:gd name="connsiteX217-14101" fmla="*/ 1209935 w 3024845"/>
                <a:gd name="connsiteY217-14102" fmla="*/ 600704 h 1078499"/>
                <a:gd name="connsiteX218-14103" fmla="*/ 1209935 w 3024845"/>
                <a:gd name="connsiteY218-14104" fmla="*/ 613945 h 1078499"/>
                <a:gd name="connsiteX219-14105" fmla="*/ 1211455 w 3024845"/>
                <a:gd name="connsiteY219-14106" fmla="*/ 612053 h 1078499"/>
                <a:gd name="connsiteX220-14107" fmla="*/ 1222095 w 3024845"/>
                <a:gd name="connsiteY220-14108" fmla="*/ 598812 h 1078499"/>
                <a:gd name="connsiteX221-14109" fmla="*/ 1250469 w 3024845"/>
                <a:gd name="connsiteY221-14110" fmla="*/ 598812 h 1078499"/>
                <a:gd name="connsiteX222-14111" fmla="*/ 1250469 w 3024845"/>
                <a:gd name="connsiteY222-14112" fmla="*/ 685283 h 1078499"/>
                <a:gd name="connsiteX223-14113" fmla="*/ 1251229 w 3024845"/>
                <a:gd name="connsiteY223-14114" fmla="*/ 685283 h 1078499"/>
                <a:gd name="connsiteX224-14115" fmla="*/ 1256549 w 3024845"/>
                <a:gd name="connsiteY224-14116" fmla="*/ 685283 h 1078499"/>
                <a:gd name="connsiteX225-14117" fmla="*/ 1257309 w 3024845"/>
                <a:gd name="connsiteY225-14118" fmla="*/ 683932 h 1078499"/>
                <a:gd name="connsiteX226-14119" fmla="*/ 1262629 w 3024845"/>
                <a:gd name="connsiteY226-14120" fmla="*/ 674474 h 1078499"/>
                <a:gd name="connsiteX227-14121" fmla="*/ 1262629 w 3024845"/>
                <a:gd name="connsiteY227-14122" fmla="*/ 676366 h 1078499"/>
                <a:gd name="connsiteX228-14123" fmla="*/ 1262629 w 3024845"/>
                <a:gd name="connsiteY228-14124" fmla="*/ 689607 h 1078499"/>
                <a:gd name="connsiteX229-14125" fmla="*/ 1266682 w 3024845"/>
                <a:gd name="connsiteY229-14126" fmla="*/ 644210 h 1078499"/>
                <a:gd name="connsiteX230-14127" fmla="*/ 1267442 w 3024845"/>
                <a:gd name="connsiteY230-14128" fmla="*/ 644210 h 1078499"/>
                <a:gd name="connsiteX231-14129" fmla="*/ 1272762 w 3024845"/>
                <a:gd name="connsiteY231-14130" fmla="*/ 644210 h 1078499"/>
                <a:gd name="connsiteX232-14131" fmla="*/ 1272762 w 3024845"/>
                <a:gd name="connsiteY232-14132" fmla="*/ 579356 h 1078499"/>
                <a:gd name="connsiteX233-14133" fmla="*/ 1273776 w 3024845"/>
                <a:gd name="connsiteY233-14134" fmla="*/ 579356 h 1078499"/>
                <a:gd name="connsiteX234-14135" fmla="*/ 1280869 w 3024845"/>
                <a:gd name="connsiteY234-14136" fmla="*/ 579356 h 1078499"/>
                <a:gd name="connsiteX235-14137" fmla="*/ 1293029 w 3024845"/>
                <a:gd name="connsiteY235-14138" fmla="*/ 536121 h 1078499"/>
                <a:gd name="connsiteX236-14139" fmla="*/ 1294296 w 3024845"/>
                <a:gd name="connsiteY236-14140" fmla="*/ 536121 h 1078499"/>
                <a:gd name="connsiteX237-14141" fmla="*/ 1303163 w 3024845"/>
                <a:gd name="connsiteY237-14142" fmla="*/ 536121 h 1078499"/>
                <a:gd name="connsiteX238-14143" fmla="*/ 1313296 w 3024845"/>
                <a:gd name="connsiteY238-14144" fmla="*/ 579356 h 1078499"/>
                <a:gd name="connsiteX239-14145" fmla="*/ 1314309 w 3024845"/>
                <a:gd name="connsiteY239-14146" fmla="*/ 579356 h 1078499"/>
                <a:gd name="connsiteX240-14147" fmla="*/ 1321403 w 3024845"/>
                <a:gd name="connsiteY240-14148" fmla="*/ 579356 h 1078499"/>
                <a:gd name="connsiteX241-14149" fmla="*/ 1321403 w 3024845"/>
                <a:gd name="connsiteY241-14150" fmla="*/ 618268 h 1078499"/>
                <a:gd name="connsiteX242-14151" fmla="*/ 1323176 w 3024845"/>
                <a:gd name="connsiteY242-14152" fmla="*/ 618268 h 1078499"/>
                <a:gd name="connsiteX243-14153" fmla="*/ 1335590 w 3024845"/>
                <a:gd name="connsiteY243-14154" fmla="*/ 618268 h 1078499"/>
                <a:gd name="connsiteX244-14155" fmla="*/ 1335590 w 3024845"/>
                <a:gd name="connsiteY244-14156" fmla="*/ 620430 h 1078499"/>
                <a:gd name="connsiteX245-14157" fmla="*/ 1335590 w 3024845"/>
                <a:gd name="connsiteY245-14158" fmla="*/ 635562 h 1078499"/>
                <a:gd name="connsiteX246-14159" fmla="*/ 1339643 w 3024845"/>
                <a:gd name="connsiteY246-14160" fmla="*/ 633401 h 1078499"/>
                <a:gd name="connsiteX247-14161" fmla="*/ 1339643 w 3024845"/>
                <a:gd name="connsiteY247-14162" fmla="*/ 618268 h 1078499"/>
                <a:gd name="connsiteX248-14163" fmla="*/ 1341163 w 3024845"/>
                <a:gd name="connsiteY248-14164" fmla="*/ 618268 h 1078499"/>
                <a:gd name="connsiteX249-14165" fmla="*/ 1351803 w 3024845"/>
                <a:gd name="connsiteY249-14166" fmla="*/ 618268 h 1078499"/>
                <a:gd name="connsiteX250-14167" fmla="*/ 1351803 w 3024845"/>
                <a:gd name="connsiteY250-14168" fmla="*/ 619889 h 1078499"/>
                <a:gd name="connsiteX251-14169" fmla="*/ 1351803 w 3024845"/>
                <a:gd name="connsiteY251-14170" fmla="*/ 631239 h 1078499"/>
                <a:gd name="connsiteX252-14171" fmla="*/ 1382204 w 3024845"/>
                <a:gd name="connsiteY252-14172" fmla="*/ 631239 h 1078499"/>
                <a:gd name="connsiteX253-14173" fmla="*/ 1382204 w 3024845"/>
                <a:gd name="connsiteY253-14174" fmla="*/ 594489 h 1078499"/>
                <a:gd name="connsiteX254-14175" fmla="*/ 1383470 w 3024845"/>
                <a:gd name="connsiteY254-14176" fmla="*/ 594489 h 1078499"/>
                <a:gd name="connsiteX255-14177" fmla="*/ 1392337 w 3024845"/>
                <a:gd name="connsiteY255-14178" fmla="*/ 594489 h 1078499"/>
                <a:gd name="connsiteX256-14179" fmla="*/ 1392337 w 3024845"/>
                <a:gd name="connsiteY256-14180" fmla="*/ 616106 h 1078499"/>
                <a:gd name="connsiteX257-14181" fmla="*/ 1394364 w 3024845"/>
                <a:gd name="connsiteY257-14182" fmla="*/ 583680 h 1078499"/>
                <a:gd name="connsiteX258-14183" fmla="*/ 1416657 w 3024845"/>
                <a:gd name="connsiteY258-14184" fmla="*/ 583680 h 1078499"/>
                <a:gd name="connsiteX259-14185" fmla="*/ 1416657 w 3024845"/>
                <a:gd name="connsiteY259-14186" fmla="*/ 582058 h 1078499"/>
                <a:gd name="connsiteX260-14187" fmla="*/ 1416657 w 3024845"/>
                <a:gd name="connsiteY260-14188" fmla="*/ 570709 h 1078499"/>
                <a:gd name="connsiteX261-14189" fmla="*/ 1417417 w 3024845"/>
                <a:gd name="connsiteY261-14190" fmla="*/ 570709 h 1078499"/>
                <a:gd name="connsiteX262-14191" fmla="*/ 1422737 w 3024845"/>
                <a:gd name="connsiteY262-14192" fmla="*/ 570709 h 1078499"/>
                <a:gd name="connsiteX263-14193" fmla="*/ 1422737 w 3024845"/>
                <a:gd name="connsiteY263-14194" fmla="*/ 568818 h 1078499"/>
                <a:gd name="connsiteX264-14195" fmla="*/ 1422737 w 3024845"/>
                <a:gd name="connsiteY264-14196" fmla="*/ 555577 h 1078499"/>
                <a:gd name="connsiteX265-14197" fmla="*/ 1426791 w 3024845"/>
                <a:gd name="connsiteY265-14198" fmla="*/ 562062 h 1078499"/>
                <a:gd name="connsiteX266-14199" fmla="*/ 1429071 w 3024845"/>
                <a:gd name="connsiteY266-14200" fmla="*/ 562062 h 1078499"/>
                <a:gd name="connsiteX267-14201" fmla="*/ 1445031 w 3024845"/>
                <a:gd name="connsiteY267-14202" fmla="*/ 562062 h 1078499"/>
                <a:gd name="connsiteX268-14203" fmla="*/ 1445031 w 3024845"/>
                <a:gd name="connsiteY268-14204" fmla="*/ 561251 h 1078499"/>
                <a:gd name="connsiteX269-14205" fmla="*/ 1445031 w 3024845"/>
                <a:gd name="connsiteY269-14206" fmla="*/ 555577 h 1078499"/>
                <a:gd name="connsiteX270-14207" fmla="*/ 1445791 w 3024845"/>
                <a:gd name="connsiteY270-14208" fmla="*/ 555577 h 1078499"/>
                <a:gd name="connsiteX271-14209" fmla="*/ 1451111 w 3024845"/>
                <a:gd name="connsiteY271-14210" fmla="*/ 555577 h 1078499"/>
                <a:gd name="connsiteX272-14211" fmla="*/ 1451111 w 3024845"/>
                <a:gd name="connsiteY272-14212" fmla="*/ 556928 h 1078499"/>
                <a:gd name="connsiteX273-14213" fmla="*/ 1451111 w 3024845"/>
                <a:gd name="connsiteY273-14214" fmla="*/ 566386 h 1078499"/>
                <a:gd name="connsiteX274-14215" fmla="*/ 1489618 w 3024845"/>
                <a:gd name="connsiteY274-14216" fmla="*/ 566386 h 1078499"/>
                <a:gd name="connsiteX275-14217" fmla="*/ 1489618 w 3024845"/>
                <a:gd name="connsiteY275-14218" fmla="*/ 704739 h 1078499"/>
                <a:gd name="connsiteX276-14219" fmla="*/ 1491138 w 3024845"/>
                <a:gd name="connsiteY276-14220" fmla="*/ 704739 h 1078499"/>
                <a:gd name="connsiteX277-14221" fmla="*/ 1501778 w 3024845"/>
                <a:gd name="connsiteY277-14222" fmla="*/ 704739 h 1078499"/>
                <a:gd name="connsiteX278-14223" fmla="*/ 1501778 w 3024845"/>
                <a:gd name="connsiteY278-14224" fmla="*/ 691769 h 1078499"/>
                <a:gd name="connsiteX279-14225" fmla="*/ 1505832 w 3024845"/>
                <a:gd name="connsiteY279-14226" fmla="*/ 691769 h 1078499"/>
                <a:gd name="connsiteX280-14227" fmla="*/ 1505832 w 3024845"/>
                <a:gd name="connsiteY280-14228" fmla="*/ 704739 h 1078499"/>
                <a:gd name="connsiteX281-14229" fmla="*/ 1536232 w 3024845"/>
                <a:gd name="connsiteY281-14230" fmla="*/ 704739 h 1078499"/>
                <a:gd name="connsiteX282-14231" fmla="*/ 1536232 w 3024845"/>
                <a:gd name="connsiteY282-14232" fmla="*/ 674474 h 1078499"/>
                <a:gd name="connsiteX283-14233" fmla="*/ 1548392 w 3024845"/>
                <a:gd name="connsiteY283-14234" fmla="*/ 674474 h 1078499"/>
                <a:gd name="connsiteX284-14235" fmla="*/ 1560552 w 3024845"/>
                <a:gd name="connsiteY284-14236" fmla="*/ 672313 h 1078499"/>
                <a:gd name="connsiteX285-14237" fmla="*/ 1564606 w 3024845"/>
                <a:gd name="connsiteY285-14238" fmla="*/ 674474 h 1078499"/>
                <a:gd name="connsiteX286-14239" fmla="*/ 1574739 w 3024845"/>
                <a:gd name="connsiteY286-14240" fmla="*/ 674474 h 1078499"/>
                <a:gd name="connsiteX287-14241" fmla="*/ 1574739 w 3024845"/>
                <a:gd name="connsiteY287-14242" fmla="*/ 704739 h 1078499"/>
                <a:gd name="connsiteX288-14243" fmla="*/ 1582846 w 3024845"/>
                <a:gd name="connsiteY288-14244" fmla="*/ 704739 h 1078499"/>
                <a:gd name="connsiteX289-14245" fmla="*/ 1582846 w 3024845"/>
                <a:gd name="connsiteY289-14246" fmla="*/ 722034 h 1078499"/>
                <a:gd name="connsiteX290-14247" fmla="*/ 1592182 w 3024845"/>
                <a:gd name="connsiteY290-14248" fmla="*/ 722939 h 1078499"/>
                <a:gd name="connsiteX291-14249" fmla="*/ 1605140 w 3024845"/>
                <a:gd name="connsiteY291-14250" fmla="*/ 722939 h 1078499"/>
                <a:gd name="connsiteX292-14251" fmla="*/ 1605140 w 3024845"/>
                <a:gd name="connsiteY292-14252" fmla="*/ 706901 h 1078499"/>
                <a:gd name="connsiteX293-14253" fmla="*/ 1673096 w 3024845"/>
                <a:gd name="connsiteY293-14254" fmla="*/ 706901 h 1078499"/>
                <a:gd name="connsiteX294-14255" fmla="*/ 1673096 w 3024845"/>
                <a:gd name="connsiteY294-14256" fmla="*/ 621648 h 1078499"/>
                <a:gd name="connsiteX295-14257" fmla="*/ 1745104 w 3024845"/>
                <a:gd name="connsiteY295-14258" fmla="*/ 621648 h 1078499"/>
                <a:gd name="connsiteX296-14259" fmla="*/ 1745104 w 3024845"/>
                <a:gd name="connsiteY296-14260" fmla="*/ 700416 h 1078499"/>
                <a:gd name="connsiteX297-14261" fmla="*/ 1747008 w 3024845"/>
                <a:gd name="connsiteY297-14262" fmla="*/ 700416 h 1078499"/>
                <a:gd name="connsiteX298-14263" fmla="*/ 1748250 w 3024845"/>
                <a:gd name="connsiteY298-14264" fmla="*/ 722939 h 1078499"/>
                <a:gd name="connsiteX299-14265" fmla="*/ 1757926 w 3024845"/>
                <a:gd name="connsiteY299-14266" fmla="*/ 722939 h 1078499"/>
                <a:gd name="connsiteX300-14267" fmla="*/ 1759168 w 3024845"/>
                <a:gd name="connsiteY300-14268" fmla="*/ 700416 h 1078499"/>
                <a:gd name="connsiteX301-14269" fmla="*/ 1765248 w 3024845"/>
                <a:gd name="connsiteY301-14270" fmla="*/ 700416 h 1078499"/>
                <a:gd name="connsiteX302-14271" fmla="*/ 1766490 w 3024845"/>
                <a:gd name="connsiteY302-14272" fmla="*/ 722939 h 1078499"/>
                <a:gd name="connsiteX303-14273" fmla="*/ 1817112 w 3024845"/>
                <a:gd name="connsiteY303-14274" fmla="*/ 722939 h 1078499"/>
                <a:gd name="connsiteX304-14275" fmla="*/ 1817112 w 3024845"/>
                <a:gd name="connsiteY304-14276" fmla="*/ 559911 h 1078499"/>
                <a:gd name="connsiteX305-14277" fmla="*/ 2014439 w 3024845"/>
                <a:gd name="connsiteY305-14278" fmla="*/ 559911 h 1078499"/>
                <a:gd name="connsiteX306-14279" fmla="*/ 2014439 w 3024845"/>
                <a:gd name="connsiteY306-14280" fmla="*/ 722939 h 1078499"/>
                <a:gd name="connsiteX307-14281" fmla="*/ 2033136 w 3024845"/>
                <a:gd name="connsiteY307-14282" fmla="*/ 722939 h 1078499"/>
                <a:gd name="connsiteX308-14283" fmla="*/ 2033136 w 3024845"/>
                <a:gd name="connsiteY308-14284" fmla="*/ 640246 h 1078499"/>
                <a:gd name="connsiteX309-14285" fmla="*/ 2128256 w 3024845"/>
                <a:gd name="connsiteY309-14286" fmla="*/ 640246 h 1078499"/>
                <a:gd name="connsiteX310-14287" fmla="*/ 2140186 w 3024845"/>
                <a:gd name="connsiteY310-14288" fmla="*/ 322105 h 1078499"/>
                <a:gd name="connsiteX311-14289" fmla="*/ 2128026 w 3024845"/>
                <a:gd name="connsiteY311-14290" fmla="*/ 300487 h 1078499"/>
                <a:gd name="connsiteX312-14291" fmla="*/ 2121946 w 3024845"/>
                <a:gd name="connsiteY312-14292" fmla="*/ 296163 h 1078499"/>
                <a:gd name="connsiteX313-14293" fmla="*/ 2130053 w 3024845"/>
                <a:gd name="connsiteY313-14294" fmla="*/ 272384 h 1078499"/>
                <a:gd name="connsiteX314-14295" fmla="*/ 2130053 w 3024845"/>
                <a:gd name="connsiteY314-14296" fmla="*/ 255090 h 1078499"/>
                <a:gd name="connsiteX315-14297" fmla="*/ 2144240 w 3024845"/>
                <a:gd name="connsiteY315-14298" fmla="*/ 255090 h 1078499"/>
                <a:gd name="connsiteX316-14299" fmla="*/ 2144240 w 3024845"/>
                <a:gd name="connsiteY316-14300" fmla="*/ 233472 h 1078499"/>
                <a:gd name="connsiteX317-14301" fmla="*/ 2146266 w 3024845"/>
                <a:gd name="connsiteY317-14302" fmla="*/ 229148 h 1078499"/>
                <a:gd name="connsiteX318-14303" fmla="*/ 2146266 w 3024845"/>
                <a:gd name="connsiteY318-14304" fmla="*/ 151324 h 1078499"/>
                <a:gd name="connsiteX319-14305" fmla="*/ 2144240 w 3024845"/>
                <a:gd name="connsiteY319-14306" fmla="*/ 144839 h 1078499"/>
                <a:gd name="connsiteX320-14307" fmla="*/ 2150320 w 3024845"/>
                <a:gd name="connsiteY320-14308" fmla="*/ 138353 h 1078499"/>
                <a:gd name="connsiteX321-14309" fmla="*/ 2150320 w 3024845"/>
                <a:gd name="connsiteY321-14310" fmla="*/ 79985 h 1078499"/>
                <a:gd name="connsiteX322-14311" fmla="*/ 2152346 w 3024845"/>
                <a:gd name="connsiteY322-14312" fmla="*/ 75662 h 1078499"/>
                <a:gd name="connsiteX323-14313" fmla="*/ 2152346 w 3024845"/>
                <a:gd name="connsiteY323-14314" fmla="*/ 19456 h 1078499"/>
                <a:gd name="connsiteX324-14315" fmla="*/ 2154373 w 3024845"/>
                <a:gd name="connsiteY324-14316" fmla="*/ 0 h 1078499"/>
                <a:gd name="connsiteX325-14317" fmla="*/ 2160453 w 3024845"/>
                <a:gd name="connsiteY325-14318" fmla="*/ 75662 h 1078499"/>
                <a:gd name="connsiteX326-14319" fmla="*/ 2162480 w 3024845"/>
                <a:gd name="connsiteY326-14320" fmla="*/ 138353 h 1078499"/>
                <a:gd name="connsiteX327-14321" fmla="*/ 2168560 w 3024845"/>
                <a:gd name="connsiteY327-14322" fmla="*/ 144839 h 1078499"/>
                <a:gd name="connsiteX328-14323" fmla="*/ 2166533 w 3024845"/>
                <a:gd name="connsiteY328-14324" fmla="*/ 151324 h 1078499"/>
                <a:gd name="connsiteX329-14325" fmla="*/ 2166533 w 3024845"/>
                <a:gd name="connsiteY329-14326" fmla="*/ 229148 h 1078499"/>
                <a:gd name="connsiteX330-14327" fmla="*/ 2168560 w 3024845"/>
                <a:gd name="connsiteY330-14328" fmla="*/ 233472 h 1078499"/>
                <a:gd name="connsiteX331-14329" fmla="*/ 2168560 w 3024845"/>
                <a:gd name="connsiteY331-14330" fmla="*/ 255090 h 1078499"/>
                <a:gd name="connsiteX332-14331" fmla="*/ 2182747 w 3024845"/>
                <a:gd name="connsiteY332-14332" fmla="*/ 255090 h 1078499"/>
                <a:gd name="connsiteX333-14333" fmla="*/ 2182747 w 3024845"/>
                <a:gd name="connsiteY333-14334" fmla="*/ 272384 h 1078499"/>
                <a:gd name="connsiteX334-14335" fmla="*/ 2190854 w 3024845"/>
                <a:gd name="connsiteY334-14336" fmla="*/ 296163 h 1078499"/>
                <a:gd name="connsiteX335-14337" fmla="*/ 2184774 w 3024845"/>
                <a:gd name="connsiteY335-14338" fmla="*/ 300487 h 1078499"/>
                <a:gd name="connsiteX336-14339" fmla="*/ 2172613 w 3024845"/>
                <a:gd name="connsiteY336-14340" fmla="*/ 322105 h 1078499"/>
                <a:gd name="connsiteX337-14341" fmla="*/ 2180720 w 3024845"/>
                <a:gd name="connsiteY337-14342" fmla="*/ 575033 h 1078499"/>
                <a:gd name="connsiteX338-14343" fmla="*/ 2245574 w 3024845"/>
                <a:gd name="connsiteY338-14344" fmla="*/ 575033 h 1078499"/>
                <a:gd name="connsiteX339-14345" fmla="*/ 2245574 w 3024845"/>
                <a:gd name="connsiteY339-14346" fmla="*/ 650695 h 1078499"/>
                <a:gd name="connsiteX340-14347" fmla="*/ 2253681 w 3024845"/>
                <a:gd name="connsiteY340-14348" fmla="*/ 650695 h 1078499"/>
                <a:gd name="connsiteX341-14349" fmla="*/ 2255708 w 3024845"/>
                <a:gd name="connsiteY341-14350" fmla="*/ 644210 h 1078499"/>
                <a:gd name="connsiteX342-14351" fmla="*/ 2261788 w 3024845"/>
                <a:gd name="connsiteY342-14352" fmla="*/ 644210 h 1078499"/>
                <a:gd name="connsiteX343-14353" fmla="*/ 2263815 w 3024845"/>
                <a:gd name="connsiteY343-14354" fmla="*/ 652857 h 1078499"/>
                <a:gd name="connsiteX344-14355" fmla="*/ 2275975 w 3024845"/>
                <a:gd name="connsiteY344-14356" fmla="*/ 652857 h 1078499"/>
                <a:gd name="connsiteX345-14357" fmla="*/ 2275975 w 3024845"/>
                <a:gd name="connsiteY345-14358" fmla="*/ 646371 h 1078499"/>
                <a:gd name="connsiteX346-14359" fmla="*/ 2298268 w 3024845"/>
                <a:gd name="connsiteY346-14360" fmla="*/ 646371 h 1078499"/>
                <a:gd name="connsiteX347-14361" fmla="*/ 2298268 w 3024845"/>
                <a:gd name="connsiteY347-14362" fmla="*/ 652857 h 1078499"/>
                <a:gd name="connsiteX348-14363" fmla="*/ 2318535 w 3024845"/>
                <a:gd name="connsiteY348-14364" fmla="*/ 652857 h 1078499"/>
                <a:gd name="connsiteX349-14365" fmla="*/ 2318535 w 3024845"/>
                <a:gd name="connsiteY349-14366" fmla="*/ 698254 h 1078499"/>
                <a:gd name="connsiteX350-14367" fmla="*/ 2332722 w 3024845"/>
                <a:gd name="connsiteY350-14368" fmla="*/ 698254 h 1078499"/>
                <a:gd name="connsiteX351-14369" fmla="*/ 2332722 w 3024845"/>
                <a:gd name="connsiteY351-14370" fmla="*/ 685283 h 1078499"/>
                <a:gd name="connsiteX352-14371" fmla="*/ 2348936 w 3024845"/>
                <a:gd name="connsiteY352-14372" fmla="*/ 685283 h 1078499"/>
                <a:gd name="connsiteX353-14373" fmla="*/ 2348936 w 3024845"/>
                <a:gd name="connsiteY353-14374" fmla="*/ 505856 h 1078499"/>
                <a:gd name="connsiteX354-14375" fmla="*/ 2355016 w 3024845"/>
                <a:gd name="connsiteY354-14376" fmla="*/ 499370 h 1078499"/>
                <a:gd name="connsiteX355-14377" fmla="*/ 2427977 w 3024845"/>
                <a:gd name="connsiteY355-14378" fmla="*/ 499370 h 1078499"/>
                <a:gd name="connsiteX356-14379" fmla="*/ 2427977 w 3024845"/>
                <a:gd name="connsiteY356-14380" fmla="*/ 508018 h 1078499"/>
                <a:gd name="connsiteX357-14381" fmla="*/ 2438110 w 3024845"/>
                <a:gd name="connsiteY357-14382" fmla="*/ 508018 h 1078499"/>
                <a:gd name="connsiteX358-14383" fmla="*/ 2438110 w 3024845"/>
                <a:gd name="connsiteY358-14384" fmla="*/ 622592 h 1078499"/>
                <a:gd name="connsiteX359-14385" fmla="*/ 2460404 w 3024845"/>
                <a:gd name="connsiteY359-14386" fmla="*/ 622592 h 1078499"/>
                <a:gd name="connsiteX360-14387" fmla="*/ 2460404 w 3024845"/>
                <a:gd name="connsiteY360-14388" fmla="*/ 555577 h 1078499"/>
                <a:gd name="connsiteX361-14389" fmla="*/ 2486751 w 3024845"/>
                <a:gd name="connsiteY361-14390" fmla="*/ 555577 h 1078499"/>
                <a:gd name="connsiteX362-14391" fmla="*/ 2490804 w 3024845"/>
                <a:gd name="connsiteY362-14392" fmla="*/ 551253 h 1078499"/>
                <a:gd name="connsiteX363-14393" fmla="*/ 2498911 w 3024845"/>
                <a:gd name="connsiteY363-14394" fmla="*/ 551253 h 1078499"/>
                <a:gd name="connsiteX364-14395" fmla="*/ 2502964 w 3024845"/>
                <a:gd name="connsiteY364-14396" fmla="*/ 555577 h 1078499"/>
                <a:gd name="connsiteX365-14397" fmla="*/ 2525258 w 3024845"/>
                <a:gd name="connsiteY365-14398" fmla="*/ 555577 h 1078499"/>
                <a:gd name="connsiteX366-14399" fmla="*/ 2525258 w 3024845"/>
                <a:gd name="connsiteY366-14400" fmla="*/ 438841 h 1078499"/>
                <a:gd name="connsiteX367-14401" fmla="*/ 2582005 w 3024845"/>
                <a:gd name="connsiteY367-14402" fmla="*/ 428032 h 1078499"/>
                <a:gd name="connsiteX368-14403" fmla="*/ 2582005 w 3024845"/>
                <a:gd name="connsiteY368-14404" fmla="*/ 429113 h 1078499"/>
                <a:gd name="connsiteX369-14405" fmla="*/ 2582005 w 3024845"/>
                <a:gd name="connsiteY369-14406" fmla="*/ 436679 h 1078499"/>
                <a:gd name="connsiteX370-14407" fmla="*/ 2608352 w 3024845"/>
                <a:gd name="connsiteY370-14408" fmla="*/ 436679 h 1078499"/>
                <a:gd name="connsiteX371-14409" fmla="*/ 2608352 w 3024845"/>
                <a:gd name="connsiteY371-14410" fmla="*/ 691769 h 1078499"/>
                <a:gd name="connsiteX372-14411" fmla="*/ 2630646 w 3024845"/>
                <a:gd name="connsiteY372-14412" fmla="*/ 691769 h 1078499"/>
                <a:gd name="connsiteX373-14413" fmla="*/ 2630646 w 3024845"/>
                <a:gd name="connsiteY373-14414" fmla="*/ 687445 h 1078499"/>
                <a:gd name="connsiteX374-14415" fmla="*/ 2642806 w 3024845"/>
                <a:gd name="connsiteY374-14416" fmla="*/ 687445 h 1078499"/>
                <a:gd name="connsiteX375-14417" fmla="*/ 2642806 w 3024845"/>
                <a:gd name="connsiteY375-14418" fmla="*/ 691769 h 1078499"/>
                <a:gd name="connsiteX376-14419" fmla="*/ 2667126 w 3024845"/>
                <a:gd name="connsiteY376-14420" fmla="*/ 691769 h 1078499"/>
                <a:gd name="connsiteX377-14421" fmla="*/ 2667126 w 3024845"/>
                <a:gd name="connsiteY377-14422" fmla="*/ 678798 h 1078499"/>
                <a:gd name="connsiteX378-14423" fmla="*/ 2695500 w 3024845"/>
                <a:gd name="connsiteY378-14424" fmla="*/ 678798 h 1078499"/>
                <a:gd name="connsiteX379-14425" fmla="*/ 2707660 w 3024845"/>
                <a:gd name="connsiteY379-14426" fmla="*/ 674474 h 1078499"/>
                <a:gd name="connsiteX380-14427" fmla="*/ 2727927 w 3024845"/>
                <a:gd name="connsiteY380-14428" fmla="*/ 678798 h 1078499"/>
                <a:gd name="connsiteX381-14429" fmla="*/ 2727927 w 3024845"/>
                <a:gd name="connsiteY381-14430" fmla="*/ 661504 h 1078499"/>
                <a:gd name="connsiteX382-14431" fmla="*/ 2736034 w 3024845"/>
                <a:gd name="connsiteY382-14432" fmla="*/ 661504 h 1078499"/>
                <a:gd name="connsiteX383-14433" fmla="*/ 2736034 w 3024845"/>
                <a:gd name="connsiteY383-14434" fmla="*/ 648533 h 1078499"/>
                <a:gd name="connsiteX384-14435" fmla="*/ 2792781 w 3024845"/>
                <a:gd name="connsiteY384-14436" fmla="*/ 648533 h 1078499"/>
                <a:gd name="connsiteX385-14437" fmla="*/ 2792781 w 3024845"/>
                <a:gd name="connsiteY385-14438" fmla="*/ 618268 h 1078499"/>
                <a:gd name="connsiteX386-14439" fmla="*/ 2811021 w 3024845"/>
                <a:gd name="connsiteY386-14440" fmla="*/ 618268 h 1078499"/>
                <a:gd name="connsiteX387-14441" fmla="*/ 2811021 w 3024845"/>
                <a:gd name="connsiteY387-14442" fmla="*/ 611783 h 1078499"/>
                <a:gd name="connsiteX388-14443" fmla="*/ 2823181 w 3024845"/>
                <a:gd name="connsiteY388-14444" fmla="*/ 611783 h 1078499"/>
                <a:gd name="connsiteX389-14445" fmla="*/ 2823181 w 3024845"/>
                <a:gd name="connsiteY389-14446" fmla="*/ 618268 h 1078499"/>
                <a:gd name="connsiteX390-14447" fmla="*/ 2839395 w 3024845"/>
                <a:gd name="connsiteY390-14448" fmla="*/ 618268 h 1078499"/>
                <a:gd name="connsiteX391-14449" fmla="*/ 2839395 w 3024845"/>
                <a:gd name="connsiteY391-14450" fmla="*/ 667989 h 1078499"/>
                <a:gd name="connsiteX392-14451" fmla="*/ 2871822 w 3024845"/>
                <a:gd name="connsiteY392-14452" fmla="*/ 667989 h 1078499"/>
                <a:gd name="connsiteX393-14453" fmla="*/ 2871822 w 3024845"/>
                <a:gd name="connsiteY393-14454" fmla="*/ 642048 h 1078499"/>
                <a:gd name="connsiteX394-14455" fmla="*/ 2910329 w 3024845"/>
                <a:gd name="connsiteY394-14456" fmla="*/ 642048 h 1078499"/>
                <a:gd name="connsiteX395-14457" fmla="*/ 2910329 w 3024845"/>
                <a:gd name="connsiteY395-14458" fmla="*/ 611783 h 1078499"/>
                <a:gd name="connsiteX396-14459" fmla="*/ 2958970 w 3024845"/>
                <a:gd name="connsiteY396-14460" fmla="*/ 611783 h 1078499"/>
                <a:gd name="connsiteX397-14461" fmla="*/ 2958970 w 3024845"/>
                <a:gd name="connsiteY397-14462" fmla="*/ 722939 h 1078499"/>
                <a:gd name="connsiteX398-14463" fmla="*/ 2958970 w 3024845"/>
                <a:gd name="connsiteY398-14464" fmla="*/ 736718 h 1078499"/>
                <a:gd name="connsiteX399-14465" fmla="*/ 3024845 w 3024845"/>
                <a:gd name="connsiteY399-14466" fmla="*/ 736718 h 1078499"/>
                <a:gd name="connsiteX400-14467" fmla="*/ 3024845 w 3024845"/>
                <a:gd name="connsiteY400-14468" fmla="*/ 1078499 h 1078499"/>
                <a:gd name="connsiteX401-14469" fmla="*/ 2054 w 3024845"/>
                <a:gd name="connsiteY401-14470" fmla="*/ 1076166 h 1078499"/>
                <a:gd name="connsiteX402-14471" fmla="*/ 0 w 3024845"/>
                <a:gd name="connsiteY402-14472" fmla="*/ 642048 h 1078499"/>
                <a:gd name="connsiteX403-14473" fmla="*/ 20267 w 3024845"/>
                <a:gd name="connsiteY403-14474" fmla="*/ 642048 h 1078499"/>
                <a:gd name="connsiteX404-14475" fmla="*/ 20774 w 3024845"/>
                <a:gd name="connsiteY404-14476" fmla="*/ 640967 h 1078499"/>
                <a:gd name="connsiteX405-14477" fmla="*/ 24320 w 3024845"/>
                <a:gd name="connsiteY405-14478" fmla="*/ 633401 h 1078499"/>
                <a:gd name="connsiteX406-14479" fmla="*/ 26094 w 3024845"/>
                <a:gd name="connsiteY406-14480" fmla="*/ 633671 h 1078499"/>
                <a:gd name="connsiteX407-14481" fmla="*/ 38507 w 3024845"/>
                <a:gd name="connsiteY407-14482" fmla="*/ 635562 h 1078499"/>
                <a:gd name="connsiteX408-14483" fmla="*/ 39014 w 3024845"/>
                <a:gd name="connsiteY408-14484" fmla="*/ 636914 h 1078499"/>
                <a:gd name="connsiteX409-14485" fmla="*/ 42560 w 3024845"/>
                <a:gd name="connsiteY409-14486" fmla="*/ 646371 h 1078499"/>
                <a:gd name="connsiteX410-14487" fmla="*/ 68907 w 3024845"/>
                <a:gd name="connsiteY410-14488" fmla="*/ 648533 h 1078499"/>
                <a:gd name="connsiteX411-14489" fmla="*/ 68907 w 3024845"/>
                <a:gd name="connsiteY411-14490" fmla="*/ 525312 h 1078499"/>
                <a:gd name="connsiteX412-14491" fmla="*/ 70934 w 3024845"/>
                <a:gd name="connsiteY412-14492" fmla="*/ 525312 h 1078499"/>
                <a:gd name="connsiteX413-14493" fmla="*/ 85121 w 3024845"/>
                <a:gd name="connsiteY413-14494" fmla="*/ 525312 h 1078499"/>
                <a:gd name="connsiteX414-14495" fmla="*/ 85121 w 3024845"/>
                <a:gd name="connsiteY414-14496" fmla="*/ 389120 h 1078499"/>
                <a:gd name="connsiteX415-14497" fmla="*/ 86894 w 3024845"/>
                <a:gd name="connsiteY415-14498" fmla="*/ 389120 h 1078499"/>
                <a:gd name="connsiteX416-14499" fmla="*/ 99308 w 3024845"/>
                <a:gd name="connsiteY416-14500" fmla="*/ 389120 h 1078499"/>
                <a:gd name="connsiteX417-14501" fmla="*/ 99308 w 3024845"/>
                <a:gd name="connsiteY417-14502" fmla="*/ 274546 h 1078499"/>
                <a:gd name="connsiteX418-14503" fmla="*/ 103361 w 3024845"/>
                <a:gd name="connsiteY418-14504" fmla="*/ 246442 h 1078499"/>
                <a:gd name="connsiteX419-14505" fmla="*/ 105388 w 3024845"/>
                <a:gd name="connsiteY419-14506" fmla="*/ 246442 h 1078499"/>
                <a:gd name="connsiteX420-14507" fmla="*/ 119575 w 3024845"/>
                <a:gd name="connsiteY420-14508" fmla="*/ 246442 h 1078499"/>
                <a:gd name="connsiteX0-14509" fmla="*/ 119575 w 3024845"/>
                <a:gd name="connsiteY0-14510" fmla="*/ 246442 h 1078499"/>
                <a:gd name="connsiteX1-14511" fmla="*/ 200642 w 3024845"/>
                <a:gd name="connsiteY1-14512" fmla="*/ 244281 h 1078499"/>
                <a:gd name="connsiteX2-14513" fmla="*/ 202669 w 3024845"/>
                <a:gd name="connsiteY2-14514" fmla="*/ 244281 h 1078499"/>
                <a:gd name="connsiteX3-14515" fmla="*/ 216856 w 3024845"/>
                <a:gd name="connsiteY3-14516" fmla="*/ 244281 h 1078499"/>
                <a:gd name="connsiteX4-14517" fmla="*/ 216856 w 3024845"/>
                <a:gd name="connsiteY4-14518" fmla="*/ 268060 h 1078499"/>
                <a:gd name="connsiteX5-14519" fmla="*/ 217363 w 3024845"/>
                <a:gd name="connsiteY5-14520" fmla="*/ 268871 h 1078499"/>
                <a:gd name="connsiteX6-14521" fmla="*/ 220909 w 3024845"/>
                <a:gd name="connsiteY6-14522" fmla="*/ 274546 h 1078499"/>
                <a:gd name="connsiteX7-14523" fmla="*/ 220909 w 3024845"/>
                <a:gd name="connsiteY7-14524" fmla="*/ 389120 h 1078499"/>
                <a:gd name="connsiteX8-14525" fmla="*/ 223189 w 3024845"/>
                <a:gd name="connsiteY8-14526" fmla="*/ 389120 h 1078499"/>
                <a:gd name="connsiteX9-14527" fmla="*/ 239150 w 3024845"/>
                <a:gd name="connsiteY9-14528" fmla="*/ 389120 h 1078499"/>
                <a:gd name="connsiteX10-14529" fmla="*/ 239150 w 3024845"/>
                <a:gd name="connsiteY10-14530" fmla="*/ 529635 h 1078499"/>
                <a:gd name="connsiteX11-14531" fmla="*/ 240670 w 3024845"/>
                <a:gd name="connsiteY11-14532" fmla="*/ 529365 h 1078499"/>
                <a:gd name="connsiteX12-14533" fmla="*/ 251310 w 3024845"/>
                <a:gd name="connsiteY12-14534" fmla="*/ 527474 h 1078499"/>
                <a:gd name="connsiteX13-14535" fmla="*/ 249283 w 3024845"/>
                <a:gd name="connsiteY13-14536" fmla="*/ 616106 h 1078499"/>
                <a:gd name="connsiteX14-14537" fmla="*/ 250803 w 3024845"/>
                <a:gd name="connsiteY14-14538" fmla="*/ 616377 h 1078499"/>
                <a:gd name="connsiteX15-14539" fmla="*/ 261443 w 3024845"/>
                <a:gd name="connsiteY15-14540" fmla="*/ 618268 h 1078499"/>
                <a:gd name="connsiteX16-14541" fmla="*/ 261696 w 3024845"/>
                <a:gd name="connsiteY16-14542" fmla="*/ 619079 h 1078499"/>
                <a:gd name="connsiteX17-14543" fmla="*/ 263470 w 3024845"/>
                <a:gd name="connsiteY17-14544" fmla="*/ 624754 h 1078499"/>
                <a:gd name="connsiteX18-14545" fmla="*/ 264230 w 3024845"/>
                <a:gd name="connsiteY18-14546" fmla="*/ 622322 h 1078499"/>
                <a:gd name="connsiteX19-14547" fmla="*/ 269550 w 3024845"/>
                <a:gd name="connsiteY19-14548" fmla="*/ 605298 h 1078499"/>
                <a:gd name="connsiteX20-14549" fmla="*/ 271323 w 3024845"/>
                <a:gd name="connsiteY20-14550" fmla="*/ 605298 h 1078499"/>
                <a:gd name="connsiteX21-14551" fmla="*/ 283737 w 3024845"/>
                <a:gd name="connsiteY21-14552" fmla="*/ 605298 h 1078499"/>
                <a:gd name="connsiteX22-14553" fmla="*/ 283737 w 3024845"/>
                <a:gd name="connsiteY22-14554" fmla="*/ 637724 h 1078499"/>
                <a:gd name="connsiteX23-14555" fmla="*/ 284750 w 3024845"/>
                <a:gd name="connsiteY23-14556" fmla="*/ 638265 h 1078499"/>
                <a:gd name="connsiteX24-14557" fmla="*/ 291844 w 3024845"/>
                <a:gd name="connsiteY24-14558" fmla="*/ 642048 h 1078499"/>
                <a:gd name="connsiteX25-14559" fmla="*/ 291844 w 3024845"/>
                <a:gd name="connsiteY25-14560" fmla="*/ 643399 h 1078499"/>
                <a:gd name="connsiteX26-14561" fmla="*/ 291844 w 3024845"/>
                <a:gd name="connsiteY26-14562" fmla="*/ 652857 h 1078499"/>
                <a:gd name="connsiteX27-14563" fmla="*/ 336431 w 3024845"/>
                <a:gd name="connsiteY27-14564" fmla="*/ 652857 h 1078499"/>
                <a:gd name="connsiteX28-14565" fmla="*/ 336431 w 3024845"/>
                <a:gd name="connsiteY28-14566" fmla="*/ 653938 h 1078499"/>
                <a:gd name="connsiteX29-14567" fmla="*/ 336431 w 3024845"/>
                <a:gd name="connsiteY29-14568" fmla="*/ 661504 h 1078499"/>
                <a:gd name="connsiteX30-14569" fmla="*/ 338457 w 3024845"/>
                <a:gd name="connsiteY30-14570" fmla="*/ 661504 h 1078499"/>
                <a:gd name="connsiteX31-14571" fmla="*/ 352644 w 3024845"/>
                <a:gd name="connsiteY31-14572" fmla="*/ 661504 h 1078499"/>
                <a:gd name="connsiteX32-14573" fmla="*/ 352644 w 3024845"/>
                <a:gd name="connsiteY32-14574" fmla="*/ 631239 h 1078499"/>
                <a:gd name="connsiteX33-14575" fmla="*/ 397231 w 3024845"/>
                <a:gd name="connsiteY33-14576" fmla="*/ 631239 h 1078499"/>
                <a:gd name="connsiteX34-14577" fmla="*/ 397231 w 3024845"/>
                <a:gd name="connsiteY34-14578" fmla="*/ 629888 h 1078499"/>
                <a:gd name="connsiteX35-14579" fmla="*/ 397231 w 3024845"/>
                <a:gd name="connsiteY35-14580" fmla="*/ 620430 h 1078499"/>
                <a:gd name="connsiteX36-14581" fmla="*/ 398245 w 3024845"/>
                <a:gd name="connsiteY36-14582" fmla="*/ 620430 h 1078499"/>
                <a:gd name="connsiteX37-14583" fmla="*/ 405338 w 3024845"/>
                <a:gd name="connsiteY37-14584" fmla="*/ 620430 h 1078499"/>
                <a:gd name="connsiteX38-14585" fmla="*/ 405338 w 3024845"/>
                <a:gd name="connsiteY38-14586" fmla="*/ 618539 h 1078499"/>
                <a:gd name="connsiteX39-14587" fmla="*/ 405338 w 3024845"/>
                <a:gd name="connsiteY39-14588" fmla="*/ 605298 h 1078499"/>
                <a:gd name="connsiteX40-14589" fmla="*/ 406098 w 3024845"/>
                <a:gd name="connsiteY40-14590" fmla="*/ 605298 h 1078499"/>
                <a:gd name="connsiteX41-14591" fmla="*/ 411418 w 3024845"/>
                <a:gd name="connsiteY41-14592" fmla="*/ 605298 h 1078499"/>
                <a:gd name="connsiteX42-14593" fmla="*/ 411418 w 3024845"/>
                <a:gd name="connsiteY42-14594" fmla="*/ 604217 h 1078499"/>
                <a:gd name="connsiteX43-14595" fmla="*/ 411418 w 3024845"/>
                <a:gd name="connsiteY43-14596" fmla="*/ 596650 h 1078499"/>
                <a:gd name="connsiteX44-14597" fmla="*/ 413445 w 3024845"/>
                <a:gd name="connsiteY44-14598" fmla="*/ 596650 h 1078499"/>
                <a:gd name="connsiteX45-14599" fmla="*/ 427632 w 3024845"/>
                <a:gd name="connsiteY45-14600" fmla="*/ 596650 h 1078499"/>
                <a:gd name="connsiteX46-14601" fmla="*/ 427632 w 3024845"/>
                <a:gd name="connsiteY46-14602" fmla="*/ 597731 h 1078499"/>
                <a:gd name="connsiteX47-14603" fmla="*/ 427632 w 3024845"/>
                <a:gd name="connsiteY47-14604" fmla="*/ 605298 h 1078499"/>
                <a:gd name="connsiteX48-14605" fmla="*/ 449925 w 3024845"/>
                <a:gd name="connsiteY48-14606" fmla="*/ 605298 h 1078499"/>
                <a:gd name="connsiteX49-14607" fmla="*/ 449925 w 3024845"/>
                <a:gd name="connsiteY49-14608" fmla="*/ 603406 h 1078499"/>
                <a:gd name="connsiteX50-14609" fmla="*/ 449925 w 3024845"/>
                <a:gd name="connsiteY50-14610" fmla="*/ 590165 h 1078499"/>
                <a:gd name="connsiteX51-14611" fmla="*/ 451699 w 3024845"/>
                <a:gd name="connsiteY51-14612" fmla="*/ 590165 h 1078499"/>
                <a:gd name="connsiteX52-14613" fmla="*/ 464112 w 3024845"/>
                <a:gd name="connsiteY52-14614" fmla="*/ 590165 h 1078499"/>
                <a:gd name="connsiteX53-14615" fmla="*/ 464112 w 3024845"/>
                <a:gd name="connsiteY53-14616" fmla="*/ 613945 h 1078499"/>
                <a:gd name="connsiteX54-14617" fmla="*/ 465126 w 3024845"/>
                <a:gd name="connsiteY54-14618" fmla="*/ 613945 h 1078499"/>
                <a:gd name="connsiteX55-14619" fmla="*/ 472219 w 3024845"/>
                <a:gd name="connsiteY55-14620" fmla="*/ 613945 h 1078499"/>
                <a:gd name="connsiteX56-14621" fmla="*/ 472219 w 3024845"/>
                <a:gd name="connsiteY56-14622" fmla="*/ 612864 h 1078499"/>
                <a:gd name="connsiteX57-14623" fmla="*/ 472219 w 3024845"/>
                <a:gd name="connsiteY57-14624" fmla="*/ 605298 h 1078499"/>
                <a:gd name="connsiteX58-14625" fmla="*/ 473992 w 3024845"/>
                <a:gd name="connsiteY58-14626" fmla="*/ 605298 h 1078499"/>
                <a:gd name="connsiteX59-14627" fmla="*/ 486406 w 3024845"/>
                <a:gd name="connsiteY59-14628" fmla="*/ 605298 h 1078499"/>
                <a:gd name="connsiteX60-14629" fmla="*/ 486406 w 3024845"/>
                <a:gd name="connsiteY60-14630" fmla="*/ 631239 h 1078499"/>
                <a:gd name="connsiteX61-14631" fmla="*/ 488433 w 3024845"/>
                <a:gd name="connsiteY61-14632" fmla="*/ 631239 h 1078499"/>
                <a:gd name="connsiteX62-14633" fmla="*/ 502619 w 3024845"/>
                <a:gd name="connsiteY62-14634" fmla="*/ 631239 h 1078499"/>
                <a:gd name="connsiteX63-14635" fmla="*/ 502619 w 3024845"/>
                <a:gd name="connsiteY63-14636" fmla="*/ 632860 h 1078499"/>
                <a:gd name="connsiteX64-14637" fmla="*/ 502619 w 3024845"/>
                <a:gd name="connsiteY64-14638" fmla="*/ 644210 h 1078499"/>
                <a:gd name="connsiteX65-14639" fmla="*/ 503379 w 3024845"/>
                <a:gd name="connsiteY65-14640" fmla="*/ 644210 h 1078499"/>
                <a:gd name="connsiteX66-14641" fmla="*/ 508700 w 3024845"/>
                <a:gd name="connsiteY66-14642" fmla="*/ 644210 h 1078499"/>
                <a:gd name="connsiteX67-14643" fmla="*/ 508700 w 3024845"/>
                <a:gd name="connsiteY67-14644" fmla="*/ 643399 h 1078499"/>
                <a:gd name="connsiteX68-14645" fmla="*/ 508700 w 3024845"/>
                <a:gd name="connsiteY68-14646" fmla="*/ 637724 h 1078499"/>
                <a:gd name="connsiteX69-14647" fmla="*/ 539100 w 3024845"/>
                <a:gd name="connsiteY69-14648" fmla="*/ 637724 h 1078499"/>
                <a:gd name="connsiteX70-14649" fmla="*/ 539100 w 3024845"/>
                <a:gd name="connsiteY70-14650" fmla="*/ 661504 h 1078499"/>
                <a:gd name="connsiteX71-14651" fmla="*/ 540113 w 3024845"/>
                <a:gd name="connsiteY71-14652" fmla="*/ 661504 h 1078499"/>
                <a:gd name="connsiteX72-14653" fmla="*/ 547207 w 3024845"/>
                <a:gd name="connsiteY72-14654" fmla="*/ 661504 h 1078499"/>
                <a:gd name="connsiteX73-14655" fmla="*/ 547207 w 3024845"/>
                <a:gd name="connsiteY73-14656" fmla="*/ 662585 h 1078499"/>
                <a:gd name="connsiteX74-14657" fmla="*/ 547207 w 3024845"/>
                <a:gd name="connsiteY74-14658" fmla="*/ 670151 h 1078499"/>
                <a:gd name="connsiteX75-14659" fmla="*/ 547967 w 3024845"/>
                <a:gd name="connsiteY75-14660" fmla="*/ 670151 h 1078499"/>
                <a:gd name="connsiteX76-14661" fmla="*/ 553287 w 3024845"/>
                <a:gd name="connsiteY76-14662" fmla="*/ 670151 h 1078499"/>
                <a:gd name="connsiteX77-14663" fmla="*/ 553287 w 3024845"/>
                <a:gd name="connsiteY77-14664" fmla="*/ 667989 h 1078499"/>
                <a:gd name="connsiteX78-14665" fmla="*/ 553287 w 3024845"/>
                <a:gd name="connsiteY78-14666" fmla="*/ 652857 h 1078499"/>
                <a:gd name="connsiteX79-14667" fmla="*/ 554300 w 3024845"/>
                <a:gd name="connsiteY79-14668" fmla="*/ 652857 h 1078499"/>
                <a:gd name="connsiteX80-14669" fmla="*/ 561394 w 3024845"/>
                <a:gd name="connsiteY80-14670" fmla="*/ 652857 h 1078499"/>
                <a:gd name="connsiteX81-14671" fmla="*/ 561394 w 3024845"/>
                <a:gd name="connsiteY81-14672" fmla="*/ 653938 h 1078499"/>
                <a:gd name="connsiteX82-14673" fmla="*/ 561394 w 3024845"/>
                <a:gd name="connsiteY82-14674" fmla="*/ 661504 h 1078499"/>
                <a:gd name="connsiteX83-14675" fmla="*/ 566714 w 3024845"/>
                <a:gd name="connsiteY83-14676" fmla="*/ 659511 h 1078499"/>
                <a:gd name="connsiteX84-14677" fmla="*/ 567474 w 3024845"/>
                <a:gd name="connsiteY84-14678" fmla="*/ 658531 h 1078499"/>
                <a:gd name="connsiteX85-14679" fmla="*/ 567474 w 3024845"/>
                <a:gd name="connsiteY85-14680" fmla="*/ 652857 h 1078499"/>
                <a:gd name="connsiteX86-14681" fmla="*/ 605981 w 3024845"/>
                <a:gd name="connsiteY86-14682" fmla="*/ 652857 h 1078499"/>
                <a:gd name="connsiteX87-14683" fmla="*/ 605981 w 3024845"/>
                <a:gd name="connsiteY87-14684" fmla="*/ 676636 h 1078499"/>
                <a:gd name="connsiteX88-14685" fmla="*/ 608007 w 3024845"/>
                <a:gd name="connsiteY88-14686" fmla="*/ 676636 h 1078499"/>
                <a:gd name="connsiteX89-14687" fmla="*/ 622194 w 3024845"/>
                <a:gd name="connsiteY89-14688" fmla="*/ 676636 h 1078499"/>
                <a:gd name="connsiteX90-14689" fmla="*/ 622194 w 3024845"/>
                <a:gd name="connsiteY90-14690" fmla="*/ 677717 h 1078499"/>
                <a:gd name="connsiteX91-14691" fmla="*/ 622194 w 3024845"/>
                <a:gd name="connsiteY91-14692" fmla="*/ 685283 h 1078499"/>
                <a:gd name="connsiteX92-14693" fmla="*/ 623968 w 3024845"/>
                <a:gd name="connsiteY92-14694" fmla="*/ 685283 h 1078499"/>
                <a:gd name="connsiteX93-14695" fmla="*/ 636381 w 3024845"/>
                <a:gd name="connsiteY93-14696" fmla="*/ 685283 h 1078499"/>
                <a:gd name="connsiteX94-14697" fmla="*/ 636381 w 3024845"/>
                <a:gd name="connsiteY94-14698" fmla="*/ 661504 h 1078499"/>
                <a:gd name="connsiteX95-14699" fmla="*/ 637394 w 3024845"/>
                <a:gd name="connsiteY95-14700" fmla="*/ 661504 h 1078499"/>
                <a:gd name="connsiteX96-14701" fmla="*/ 644488 w 3024845"/>
                <a:gd name="connsiteY96-14702" fmla="*/ 661504 h 1078499"/>
                <a:gd name="connsiteX97-14703" fmla="*/ 644488 w 3024845"/>
                <a:gd name="connsiteY97-14704" fmla="*/ 629077 h 1078499"/>
                <a:gd name="connsiteX98-14705" fmla="*/ 645501 w 3024845"/>
                <a:gd name="connsiteY98-14706" fmla="*/ 629077 h 1078499"/>
                <a:gd name="connsiteX99-14707" fmla="*/ 652595 w 3024845"/>
                <a:gd name="connsiteY99-14708" fmla="*/ 629077 h 1078499"/>
                <a:gd name="connsiteX100-14709" fmla="*/ 652595 w 3024845"/>
                <a:gd name="connsiteY100-14710" fmla="*/ 627186 h 1078499"/>
                <a:gd name="connsiteX101-14711" fmla="*/ 652595 w 3024845"/>
                <a:gd name="connsiteY101-14712" fmla="*/ 613945 h 1078499"/>
                <a:gd name="connsiteX102-14713" fmla="*/ 651328 w 3024845"/>
                <a:gd name="connsiteY102-14714" fmla="*/ 612323 h 1078499"/>
                <a:gd name="connsiteX103-14715" fmla="*/ 656648 w 3024845"/>
                <a:gd name="connsiteY103-14716" fmla="*/ 600974 h 1078499"/>
                <a:gd name="connsiteX104-14717" fmla="*/ 664755 w 3024845"/>
                <a:gd name="connsiteY104-14718" fmla="*/ 629077 h 1078499"/>
                <a:gd name="connsiteX105-14719" fmla="*/ 665515 w 3024845"/>
                <a:gd name="connsiteY105-14720" fmla="*/ 629077 h 1078499"/>
                <a:gd name="connsiteX106-14721" fmla="*/ 670835 w 3024845"/>
                <a:gd name="connsiteY106-14722" fmla="*/ 629077 h 1078499"/>
                <a:gd name="connsiteX107-14723" fmla="*/ 670835 w 3024845"/>
                <a:gd name="connsiteY107-14724" fmla="*/ 523150 h 1078499"/>
                <a:gd name="connsiteX108-14725" fmla="*/ 672355 w 3024845"/>
                <a:gd name="connsiteY108-14726" fmla="*/ 523150 h 1078499"/>
                <a:gd name="connsiteX109-14727" fmla="*/ 682995 w 3024845"/>
                <a:gd name="connsiteY109-14728" fmla="*/ 523150 h 1078499"/>
                <a:gd name="connsiteX110-14729" fmla="*/ 682995 w 3024845"/>
                <a:gd name="connsiteY110-14730" fmla="*/ 475591 h 1078499"/>
                <a:gd name="connsiteX111-14731" fmla="*/ 709342 w 3024845"/>
                <a:gd name="connsiteY111-14732" fmla="*/ 475591 h 1078499"/>
                <a:gd name="connsiteX112-14733" fmla="*/ 709342 w 3024845"/>
                <a:gd name="connsiteY112-14734" fmla="*/ 453973 h 1078499"/>
                <a:gd name="connsiteX113-14735" fmla="*/ 743796 w 3024845"/>
                <a:gd name="connsiteY113-14736" fmla="*/ 453973 h 1078499"/>
                <a:gd name="connsiteX114-14737" fmla="*/ 743796 w 3024845"/>
                <a:gd name="connsiteY114-14738" fmla="*/ 456405 h 1078499"/>
                <a:gd name="connsiteX115-14739" fmla="*/ 743796 w 3024845"/>
                <a:gd name="connsiteY115-14740" fmla="*/ 473429 h 1078499"/>
                <a:gd name="connsiteX116-14741" fmla="*/ 746076 w 3024845"/>
                <a:gd name="connsiteY116-14742" fmla="*/ 473429 h 1078499"/>
                <a:gd name="connsiteX117-14743" fmla="*/ 762036 w 3024845"/>
                <a:gd name="connsiteY117-14744" fmla="*/ 473429 h 1078499"/>
                <a:gd name="connsiteX118-14745" fmla="*/ 762036 w 3024845"/>
                <a:gd name="connsiteY118-14746" fmla="*/ 520988 h 1078499"/>
                <a:gd name="connsiteX119-14747" fmla="*/ 763049 w 3024845"/>
                <a:gd name="connsiteY119-14748" fmla="*/ 520988 h 1078499"/>
                <a:gd name="connsiteX120-14749" fmla="*/ 770143 w 3024845"/>
                <a:gd name="connsiteY120-14750" fmla="*/ 520988 h 1078499"/>
                <a:gd name="connsiteX121-14751" fmla="*/ 784330 w 3024845"/>
                <a:gd name="connsiteY121-14752" fmla="*/ 525312 h 1078499"/>
                <a:gd name="connsiteX122-14753" fmla="*/ 784330 w 3024845"/>
                <a:gd name="connsiteY122-14754" fmla="*/ 564224 h 1078499"/>
                <a:gd name="connsiteX123-14755" fmla="*/ 785343 w 3024845"/>
                <a:gd name="connsiteY123-14756" fmla="*/ 564224 h 1078499"/>
                <a:gd name="connsiteX124-14757" fmla="*/ 792436 w 3024845"/>
                <a:gd name="connsiteY124-14758" fmla="*/ 564224 h 1078499"/>
                <a:gd name="connsiteX125-14759" fmla="*/ 792436 w 3024845"/>
                <a:gd name="connsiteY125-14760" fmla="*/ 565845 h 1078499"/>
                <a:gd name="connsiteX126-14761" fmla="*/ 792436 w 3024845"/>
                <a:gd name="connsiteY126-14762" fmla="*/ 577194 h 1078499"/>
                <a:gd name="connsiteX127-14763" fmla="*/ 794463 w 3024845"/>
                <a:gd name="connsiteY127-14764" fmla="*/ 577194 h 1078499"/>
                <a:gd name="connsiteX128-14765" fmla="*/ 808650 w 3024845"/>
                <a:gd name="connsiteY128-14766" fmla="*/ 577194 h 1078499"/>
                <a:gd name="connsiteX129-14767" fmla="*/ 814730 w 3024845"/>
                <a:gd name="connsiteY129-14768" fmla="*/ 583680 h 1078499"/>
                <a:gd name="connsiteX130-14769" fmla="*/ 814730 w 3024845"/>
                <a:gd name="connsiteY130-14770" fmla="*/ 605298 h 1078499"/>
                <a:gd name="connsiteX131-14771" fmla="*/ 817010 w 3024845"/>
                <a:gd name="connsiteY131-14772" fmla="*/ 605298 h 1078499"/>
                <a:gd name="connsiteX132-14773" fmla="*/ 832970 w 3024845"/>
                <a:gd name="connsiteY132-14774" fmla="*/ 605298 h 1078499"/>
                <a:gd name="connsiteX133-14775" fmla="*/ 832970 w 3024845"/>
                <a:gd name="connsiteY133-14776" fmla="*/ 606378 h 1078499"/>
                <a:gd name="connsiteX134-14777" fmla="*/ 832970 w 3024845"/>
                <a:gd name="connsiteY134-14778" fmla="*/ 613945 h 1078499"/>
                <a:gd name="connsiteX135-14779" fmla="*/ 834237 w 3024845"/>
                <a:gd name="connsiteY135-14780" fmla="*/ 613945 h 1078499"/>
                <a:gd name="connsiteX136-14781" fmla="*/ 843104 w 3024845"/>
                <a:gd name="connsiteY136-14782" fmla="*/ 613945 h 1078499"/>
                <a:gd name="connsiteX137-14783" fmla="*/ 843104 w 3024845"/>
                <a:gd name="connsiteY137-14784" fmla="*/ 616106 h 1078499"/>
                <a:gd name="connsiteX138-14785" fmla="*/ 843104 w 3024845"/>
                <a:gd name="connsiteY138-14786" fmla="*/ 631239 h 1078499"/>
                <a:gd name="connsiteX139-14787" fmla="*/ 847157 w 3024845"/>
                <a:gd name="connsiteY139-14788" fmla="*/ 629347 h 1078499"/>
                <a:gd name="connsiteX140-14789" fmla="*/ 847157 w 3024845"/>
                <a:gd name="connsiteY140-14790" fmla="*/ 616106 h 1078499"/>
                <a:gd name="connsiteX141-14791" fmla="*/ 848170 w 3024845"/>
                <a:gd name="connsiteY141-14792" fmla="*/ 616106 h 1078499"/>
                <a:gd name="connsiteX142-14793" fmla="*/ 855264 w 3024845"/>
                <a:gd name="connsiteY142-14794" fmla="*/ 616106 h 1078499"/>
                <a:gd name="connsiteX143-14795" fmla="*/ 855264 w 3024845"/>
                <a:gd name="connsiteY143-14796" fmla="*/ 617728 h 1078499"/>
                <a:gd name="connsiteX144-14797" fmla="*/ 855264 w 3024845"/>
                <a:gd name="connsiteY144-14798" fmla="*/ 629077 h 1078499"/>
                <a:gd name="connsiteX145-14799" fmla="*/ 856024 w 3024845"/>
                <a:gd name="connsiteY145-14800" fmla="*/ 629077 h 1078499"/>
                <a:gd name="connsiteX146-14801" fmla="*/ 861344 w 3024845"/>
                <a:gd name="connsiteY146-14802" fmla="*/ 629077 h 1078499"/>
                <a:gd name="connsiteX147-14803" fmla="*/ 909984 w 3024845"/>
                <a:gd name="connsiteY147-14804" fmla="*/ 624754 h 1078499"/>
                <a:gd name="connsiteX148-14805" fmla="*/ 909984 w 3024845"/>
                <a:gd name="connsiteY148-14806" fmla="*/ 626105 h 1078499"/>
                <a:gd name="connsiteX149-14807" fmla="*/ 909984 w 3024845"/>
                <a:gd name="connsiteY149-14808" fmla="*/ 635562 h 1078499"/>
                <a:gd name="connsiteX150-14809" fmla="*/ 910744 w 3024845"/>
                <a:gd name="connsiteY150-14810" fmla="*/ 635562 h 1078499"/>
                <a:gd name="connsiteX151-14811" fmla="*/ 916065 w 3024845"/>
                <a:gd name="connsiteY151-14812" fmla="*/ 635562 h 1078499"/>
                <a:gd name="connsiteX152-14813" fmla="*/ 916065 w 3024845"/>
                <a:gd name="connsiteY152-14814" fmla="*/ 637724 h 1078499"/>
                <a:gd name="connsiteX153-14815" fmla="*/ 916065 w 3024845"/>
                <a:gd name="connsiteY153-14816" fmla="*/ 652857 h 1078499"/>
                <a:gd name="connsiteX154-14817" fmla="*/ 918091 w 3024845"/>
                <a:gd name="connsiteY154-14818" fmla="*/ 651506 h 1078499"/>
                <a:gd name="connsiteX155-14819" fmla="*/ 932278 w 3024845"/>
                <a:gd name="connsiteY155-14820" fmla="*/ 642048 h 1078499"/>
                <a:gd name="connsiteX156-14821" fmla="*/ 938358 w 3024845"/>
                <a:gd name="connsiteY156-14822" fmla="*/ 600974 h 1078499"/>
                <a:gd name="connsiteX157-14823" fmla="*/ 939118 w 3024845"/>
                <a:gd name="connsiteY157-14824" fmla="*/ 600704 h 1078499"/>
                <a:gd name="connsiteX158-14825" fmla="*/ 944438 w 3024845"/>
                <a:gd name="connsiteY158-14826" fmla="*/ 598812 h 1078499"/>
                <a:gd name="connsiteX159-14827" fmla="*/ 946465 w 3024845"/>
                <a:gd name="connsiteY159-14828" fmla="*/ 529635 h 1078499"/>
                <a:gd name="connsiteX160-14829" fmla="*/ 948492 w 3024845"/>
                <a:gd name="connsiteY160-14830" fmla="*/ 598812 h 1078499"/>
                <a:gd name="connsiteX161-14831" fmla="*/ 949252 w 3024845"/>
                <a:gd name="connsiteY161-14832" fmla="*/ 599082 h 1078499"/>
                <a:gd name="connsiteX162-14833" fmla="*/ 954572 w 3024845"/>
                <a:gd name="connsiteY162-14834" fmla="*/ 600974 h 1078499"/>
                <a:gd name="connsiteX163-14835" fmla="*/ 954572 w 3024845"/>
                <a:gd name="connsiteY163-14836" fmla="*/ 514503 h 1078499"/>
                <a:gd name="connsiteX164-14837" fmla="*/ 958625 w 3024845"/>
                <a:gd name="connsiteY164-14838" fmla="*/ 482076 h 1078499"/>
                <a:gd name="connsiteX165-14839" fmla="*/ 997132 w 3024845"/>
                <a:gd name="connsiteY165-14840" fmla="*/ 482076 h 1078499"/>
                <a:gd name="connsiteX166-14841" fmla="*/ 997132 w 3024845"/>
                <a:gd name="connsiteY166-14842" fmla="*/ 514503 h 1078499"/>
                <a:gd name="connsiteX167-14843" fmla="*/ 997892 w 3024845"/>
                <a:gd name="connsiteY167-14844" fmla="*/ 514503 h 1078499"/>
                <a:gd name="connsiteX168-14845" fmla="*/ 1003212 w 3024845"/>
                <a:gd name="connsiteY168-14846" fmla="*/ 514503 h 1078499"/>
                <a:gd name="connsiteX169-14847" fmla="*/ 1003212 w 3024845"/>
                <a:gd name="connsiteY169-14848" fmla="*/ 432355 h 1078499"/>
                <a:gd name="connsiteX170-14849" fmla="*/ 1004986 w 3024845"/>
                <a:gd name="connsiteY170-14850" fmla="*/ 432355 h 1078499"/>
                <a:gd name="connsiteX171-14851" fmla="*/ 1017399 w 3024845"/>
                <a:gd name="connsiteY171-14852" fmla="*/ 432355 h 1078499"/>
                <a:gd name="connsiteX172-14853" fmla="*/ 1017399 w 3024845"/>
                <a:gd name="connsiteY172-14854" fmla="*/ 430464 h 1078499"/>
                <a:gd name="connsiteX173-14855" fmla="*/ 1017399 w 3024845"/>
                <a:gd name="connsiteY173-14856" fmla="*/ 417223 h 1078499"/>
                <a:gd name="connsiteX174-14857" fmla="*/ 1039693 w 3024845"/>
                <a:gd name="connsiteY174-14858" fmla="*/ 417223 h 1078499"/>
                <a:gd name="connsiteX175-14859" fmla="*/ 1039693 w 3024845"/>
                <a:gd name="connsiteY175-14860" fmla="*/ 416142 h 1078499"/>
                <a:gd name="connsiteX176-14861" fmla="*/ 1039693 w 3024845"/>
                <a:gd name="connsiteY176-14862" fmla="*/ 408576 h 1078499"/>
                <a:gd name="connsiteX177-14863" fmla="*/ 1041466 w 3024845"/>
                <a:gd name="connsiteY177-14864" fmla="*/ 408576 h 1078499"/>
                <a:gd name="connsiteX178-14865" fmla="*/ 1053880 w 3024845"/>
                <a:gd name="connsiteY178-14866" fmla="*/ 408576 h 1078499"/>
                <a:gd name="connsiteX179-14867" fmla="*/ 1053880 w 3024845"/>
                <a:gd name="connsiteY179-14868" fmla="*/ 409657 h 1078499"/>
                <a:gd name="connsiteX180-14869" fmla="*/ 1053880 w 3024845"/>
                <a:gd name="connsiteY180-14870" fmla="*/ 417223 h 1078499"/>
                <a:gd name="connsiteX181-14871" fmla="*/ 1054640 w 3024845"/>
                <a:gd name="connsiteY181-14872" fmla="*/ 417223 h 1078499"/>
                <a:gd name="connsiteX182-14873" fmla="*/ 1059960 w 3024845"/>
                <a:gd name="connsiteY182-14874" fmla="*/ 417223 h 1078499"/>
                <a:gd name="connsiteX183-14875" fmla="*/ 1070093 w 3024845"/>
                <a:gd name="connsiteY183-14876" fmla="*/ 412899 h 1078499"/>
                <a:gd name="connsiteX184-14877" fmla="*/ 1074146 w 3024845"/>
                <a:gd name="connsiteY184-14878" fmla="*/ 416142 h 1078499"/>
                <a:gd name="connsiteX185-14879" fmla="*/ 1074146 w 3024845"/>
                <a:gd name="connsiteY185-14880" fmla="*/ 408576 h 1078499"/>
                <a:gd name="connsiteX186-14881" fmla="*/ 1076426 w 3024845"/>
                <a:gd name="connsiteY186-14882" fmla="*/ 408576 h 1078499"/>
                <a:gd name="connsiteX187-14883" fmla="*/ 1092387 w 3024845"/>
                <a:gd name="connsiteY187-14884" fmla="*/ 408576 h 1078499"/>
                <a:gd name="connsiteX188-14885" fmla="*/ 1092387 w 3024845"/>
                <a:gd name="connsiteY188-14886" fmla="*/ 409657 h 1078499"/>
                <a:gd name="connsiteX189-14887" fmla="*/ 1092387 w 3024845"/>
                <a:gd name="connsiteY189-14888" fmla="*/ 417223 h 1078499"/>
                <a:gd name="connsiteX190-14889" fmla="*/ 1122787 w 3024845"/>
                <a:gd name="connsiteY190-14890" fmla="*/ 417223 h 1078499"/>
                <a:gd name="connsiteX191-14891" fmla="*/ 1122787 w 3024845"/>
                <a:gd name="connsiteY191-14892" fmla="*/ 418844 h 1078499"/>
                <a:gd name="connsiteX192-14893" fmla="*/ 1122787 w 3024845"/>
                <a:gd name="connsiteY192-14894" fmla="*/ 430194 h 1078499"/>
                <a:gd name="connsiteX193-14895" fmla="*/ 1149134 w 3024845"/>
                <a:gd name="connsiteY193-14896" fmla="*/ 430194 h 1078499"/>
                <a:gd name="connsiteX194-14897" fmla="*/ 1149134 w 3024845"/>
                <a:gd name="connsiteY194-14898" fmla="*/ 460458 h 1078499"/>
                <a:gd name="connsiteX195-14899" fmla="*/ 1149894 w 3024845"/>
                <a:gd name="connsiteY195-14900" fmla="*/ 460458 h 1078499"/>
                <a:gd name="connsiteX196-14901" fmla="*/ 1155214 w 3024845"/>
                <a:gd name="connsiteY196-14902" fmla="*/ 460458 h 1078499"/>
                <a:gd name="connsiteX197-14903" fmla="*/ 1155214 w 3024845"/>
                <a:gd name="connsiteY197-14904" fmla="*/ 461539 h 1078499"/>
                <a:gd name="connsiteX198-14905" fmla="*/ 1155214 w 3024845"/>
                <a:gd name="connsiteY198-14906" fmla="*/ 469106 h 1078499"/>
                <a:gd name="connsiteX199-14907" fmla="*/ 1159268 w 3024845"/>
                <a:gd name="connsiteY199-14908" fmla="*/ 499370 h 1078499"/>
                <a:gd name="connsiteX200-14909" fmla="*/ 1160028 w 3024845"/>
                <a:gd name="connsiteY200-14910" fmla="*/ 499370 h 1078499"/>
                <a:gd name="connsiteX201-14911" fmla="*/ 1165348 w 3024845"/>
                <a:gd name="connsiteY201-14912" fmla="*/ 499370 h 1078499"/>
                <a:gd name="connsiteX202-14913" fmla="*/ 1165348 w 3024845"/>
                <a:gd name="connsiteY202-14914" fmla="*/ 500181 h 1078499"/>
                <a:gd name="connsiteX203-14915" fmla="*/ 1165348 w 3024845"/>
                <a:gd name="connsiteY203-14916" fmla="*/ 505856 h 1078499"/>
                <a:gd name="connsiteX204-14917" fmla="*/ 1166361 w 3024845"/>
                <a:gd name="connsiteY204-14918" fmla="*/ 505856 h 1078499"/>
                <a:gd name="connsiteX205-14919" fmla="*/ 1173454 w 3024845"/>
                <a:gd name="connsiteY205-14920" fmla="*/ 505856 h 1078499"/>
                <a:gd name="connsiteX206-14921" fmla="*/ 1173454 w 3024845"/>
                <a:gd name="connsiteY206-14922" fmla="*/ 536121 h 1078499"/>
                <a:gd name="connsiteX207-14923" fmla="*/ 1175481 w 3024845"/>
                <a:gd name="connsiteY207-14924" fmla="*/ 536121 h 1078499"/>
                <a:gd name="connsiteX208-14925" fmla="*/ 1189668 w 3024845"/>
                <a:gd name="connsiteY208-14926" fmla="*/ 536121 h 1078499"/>
                <a:gd name="connsiteX209-14927" fmla="*/ 1189668 w 3024845"/>
                <a:gd name="connsiteY209-14928" fmla="*/ 559900 h 1078499"/>
                <a:gd name="connsiteX210-14929" fmla="*/ 1191695 w 3024845"/>
                <a:gd name="connsiteY210-14930" fmla="*/ 561521 h 1078499"/>
                <a:gd name="connsiteX211-14931" fmla="*/ 1191695 w 3024845"/>
                <a:gd name="connsiteY211-14932" fmla="*/ 572871 h 1078499"/>
                <a:gd name="connsiteX212-14933" fmla="*/ 1192455 w 3024845"/>
                <a:gd name="connsiteY212-14934" fmla="*/ 572871 h 1078499"/>
                <a:gd name="connsiteX213-14935" fmla="*/ 1197775 w 3024845"/>
                <a:gd name="connsiteY213-14936" fmla="*/ 572871 h 1078499"/>
                <a:gd name="connsiteX214-14937" fmla="*/ 1197775 w 3024845"/>
                <a:gd name="connsiteY214-14938" fmla="*/ 596650 h 1078499"/>
                <a:gd name="connsiteX215-14939" fmla="*/ 1199041 w 3024845"/>
                <a:gd name="connsiteY215-14940" fmla="*/ 596650 h 1078499"/>
                <a:gd name="connsiteX216-14941" fmla="*/ 1207908 w 3024845"/>
                <a:gd name="connsiteY216-14942" fmla="*/ 596650 h 1078499"/>
                <a:gd name="connsiteX217-14943" fmla="*/ 1209935 w 3024845"/>
                <a:gd name="connsiteY217-14944" fmla="*/ 600704 h 1078499"/>
                <a:gd name="connsiteX218-14945" fmla="*/ 1209935 w 3024845"/>
                <a:gd name="connsiteY218-14946" fmla="*/ 613945 h 1078499"/>
                <a:gd name="connsiteX219-14947" fmla="*/ 1211455 w 3024845"/>
                <a:gd name="connsiteY219-14948" fmla="*/ 612053 h 1078499"/>
                <a:gd name="connsiteX220-14949" fmla="*/ 1222095 w 3024845"/>
                <a:gd name="connsiteY220-14950" fmla="*/ 598812 h 1078499"/>
                <a:gd name="connsiteX221-14951" fmla="*/ 1250469 w 3024845"/>
                <a:gd name="connsiteY221-14952" fmla="*/ 598812 h 1078499"/>
                <a:gd name="connsiteX222-14953" fmla="*/ 1250469 w 3024845"/>
                <a:gd name="connsiteY222-14954" fmla="*/ 685283 h 1078499"/>
                <a:gd name="connsiteX223-14955" fmla="*/ 1251229 w 3024845"/>
                <a:gd name="connsiteY223-14956" fmla="*/ 685283 h 1078499"/>
                <a:gd name="connsiteX224-14957" fmla="*/ 1256549 w 3024845"/>
                <a:gd name="connsiteY224-14958" fmla="*/ 685283 h 1078499"/>
                <a:gd name="connsiteX225-14959" fmla="*/ 1257309 w 3024845"/>
                <a:gd name="connsiteY225-14960" fmla="*/ 683932 h 1078499"/>
                <a:gd name="connsiteX226-14961" fmla="*/ 1262629 w 3024845"/>
                <a:gd name="connsiteY226-14962" fmla="*/ 674474 h 1078499"/>
                <a:gd name="connsiteX227-14963" fmla="*/ 1262629 w 3024845"/>
                <a:gd name="connsiteY227-14964" fmla="*/ 676366 h 1078499"/>
                <a:gd name="connsiteX228-14965" fmla="*/ 1262629 w 3024845"/>
                <a:gd name="connsiteY228-14966" fmla="*/ 689607 h 1078499"/>
                <a:gd name="connsiteX229-14967" fmla="*/ 1266682 w 3024845"/>
                <a:gd name="connsiteY229-14968" fmla="*/ 644210 h 1078499"/>
                <a:gd name="connsiteX230-14969" fmla="*/ 1267442 w 3024845"/>
                <a:gd name="connsiteY230-14970" fmla="*/ 644210 h 1078499"/>
                <a:gd name="connsiteX231-14971" fmla="*/ 1272762 w 3024845"/>
                <a:gd name="connsiteY231-14972" fmla="*/ 644210 h 1078499"/>
                <a:gd name="connsiteX232-14973" fmla="*/ 1272762 w 3024845"/>
                <a:gd name="connsiteY232-14974" fmla="*/ 579356 h 1078499"/>
                <a:gd name="connsiteX233-14975" fmla="*/ 1273776 w 3024845"/>
                <a:gd name="connsiteY233-14976" fmla="*/ 579356 h 1078499"/>
                <a:gd name="connsiteX234-14977" fmla="*/ 1280869 w 3024845"/>
                <a:gd name="connsiteY234-14978" fmla="*/ 579356 h 1078499"/>
                <a:gd name="connsiteX235-14979" fmla="*/ 1293029 w 3024845"/>
                <a:gd name="connsiteY235-14980" fmla="*/ 536121 h 1078499"/>
                <a:gd name="connsiteX236-14981" fmla="*/ 1294296 w 3024845"/>
                <a:gd name="connsiteY236-14982" fmla="*/ 536121 h 1078499"/>
                <a:gd name="connsiteX237-14983" fmla="*/ 1303163 w 3024845"/>
                <a:gd name="connsiteY237-14984" fmla="*/ 536121 h 1078499"/>
                <a:gd name="connsiteX238-14985" fmla="*/ 1313296 w 3024845"/>
                <a:gd name="connsiteY238-14986" fmla="*/ 579356 h 1078499"/>
                <a:gd name="connsiteX239-14987" fmla="*/ 1314309 w 3024845"/>
                <a:gd name="connsiteY239-14988" fmla="*/ 579356 h 1078499"/>
                <a:gd name="connsiteX240-14989" fmla="*/ 1321403 w 3024845"/>
                <a:gd name="connsiteY240-14990" fmla="*/ 579356 h 1078499"/>
                <a:gd name="connsiteX241-14991" fmla="*/ 1321403 w 3024845"/>
                <a:gd name="connsiteY241-14992" fmla="*/ 618268 h 1078499"/>
                <a:gd name="connsiteX242-14993" fmla="*/ 1323176 w 3024845"/>
                <a:gd name="connsiteY242-14994" fmla="*/ 618268 h 1078499"/>
                <a:gd name="connsiteX243-14995" fmla="*/ 1335590 w 3024845"/>
                <a:gd name="connsiteY243-14996" fmla="*/ 618268 h 1078499"/>
                <a:gd name="connsiteX244-14997" fmla="*/ 1335590 w 3024845"/>
                <a:gd name="connsiteY244-14998" fmla="*/ 620430 h 1078499"/>
                <a:gd name="connsiteX245-14999" fmla="*/ 1335590 w 3024845"/>
                <a:gd name="connsiteY245-15000" fmla="*/ 635562 h 1078499"/>
                <a:gd name="connsiteX246-15001" fmla="*/ 1339643 w 3024845"/>
                <a:gd name="connsiteY246-15002" fmla="*/ 633401 h 1078499"/>
                <a:gd name="connsiteX247-15003" fmla="*/ 1339643 w 3024845"/>
                <a:gd name="connsiteY247-15004" fmla="*/ 618268 h 1078499"/>
                <a:gd name="connsiteX248-15005" fmla="*/ 1341163 w 3024845"/>
                <a:gd name="connsiteY248-15006" fmla="*/ 618268 h 1078499"/>
                <a:gd name="connsiteX249-15007" fmla="*/ 1351803 w 3024845"/>
                <a:gd name="connsiteY249-15008" fmla="*/ 618268 h 1078499"/>
                <a:gd name="connsiteX250-15009" fmla="*/ 1351803 w 3024845"/>
                <a:gd name="connsiteY250-15010" fmla="*/ 619889 h 1078499"/>
                <a:gd name="connsiteX251-15011" fmla="*/ 1351803 w 3024845"/>
                <a:gd name="connsiteY251-15012" fmla="*/ 631239 h 1078499"/>
                <a:gd name="connsiteX252-15013" fmla="*/ 1382204 w 3024845"/>
                <a:gd name="connsiteY252-15014" fmla="*/ 631239 h 1078499"/>
                <a:gd name="connsiteX253-15015" fmla="*/ 1382204 w 3024845"/>
                <a:gd name="connsiteY253-15016" fmla="*/ 594489 h 1078499"/>
                <a:gd name="connsiteX254-15017" fmla="*/ 1383470 w 3024845"/>
                <a:gd name="connsiteY254-15018" fmla="*/ 594489 h 1078499"/>
                <a:gd name="connsiteX255-15019" fmla="*/ 1392337 w 3024845"/>
                <a:gd name="connsiteY255-15020" fmla="*/ 594489 h 1078499"/>
                <a:gd name="connsiteX256-15021" fmla="*/ 1392337 w 3024845"/>
                <a:gd name="connsiteY256-15022" fmla="*/ 616106 h 1078499"/>
                <a:gd name="connsiteX257-15023" fmla="*/ 1394364 w 3024845"/>
                <a:gd name="connsiteY257-15024" fmla="*/ 583680 h 1078499"/>
                <a:gd name="connsiteX258-15025" fmla="*/ 1416657 w 3024845"/>
                <a:gd name="connsiteY258-15026" fmla="*/ 583680 h 1078499"/>
                <a:gd name="connsiteX259-15027" fmla="*/ 1416657 w 3024845"/>
                <a:gd name="connsiteY259-15028" fmla="*/ 582058 h 1078499"/>
                <a:gd name="connsiteX260-15029" fmla="*/ 1416657 w 3024845"/>
                <a:gd name="connsiteY260-15030" fmla="*/ 570709 h 1078499"/>
                <a:gd name="connsiteX261-15031" fmla="*/ 1417417 w 3024845"/>
                <a:gd name="connsiteY261-15032" fmla="*/ 570709 h 1078499"/>
                <a:gd name="connsiteX262-15033" fmla="*/ 1422737 w 3024845"/>
                <a:gd name="connsiteY262-15034" fmla="*/ 570709 h 1078499"/>
                <a:gd name="connsiteX263-15035" fmla="*/ 1422737 w 3024845"/>
                <a:gd name="connsiteY263-15036" fmla="*/ 568818 h 1078499"/>
                <a:gd name="connsiteX264-15037" fmla="*/ 1422737 w 3024845"/>
                <a:gd name="connsiteY264-15038" fmla="*/ 555577 h 1078499"/>
                <a:gd name="connsiteX265-15039" fmla="*/ 1426791 w 3024845"/>
                <a:gd name="connsiteY265-15040" fmla="*/ 562062 h 1078499"/>
                <a:gd name="connsiteX266-15041" fmla="*/ 1429071 w 3024845"/>
                <a:gd name="connsiteY266-15042" fmla="*/ 562062 h 1078499"/>
                <a:gd name="connsiteX267-15043" fmla="*/ 1445031 w 3024845"/>
                <a:gd name="connsiteY267-15044" fmla="*/ 562062 h 1078499"/>
                <a:gd name="connsiteX268-15045" fmla="*/ 1445031 w 3024845"/>
                <a:gd name="connsiteY268-15046" fmla="*/ 561251 h 1078499"/>
                <a:gd name="connsiteX269-15047" fmla="*/ 1445031 w 3024845"/>
                <a:gd name="connsiteY269-15048" fmla="*/ 555577 h 1078499"/>
                <a:gd name="connsiteX270-15049" fmla="*/ 1445791 w 3024845"/>
                <a:gd name="connsiteY270-15050" fmla="*/ 555577 h 1078499"/>
                <a:gd name="connsiteX271-15051" fmla="*/ 1451111 w 3024845"/>
                <a:gd name="connsiteY271-15052" fmla="*/ 555577 h 1078499"/>
                <a:gd name="connsiteX272-15053" fmla="*/ 1451111 w 3024845"/>
                <a:gd name="connsiteY272-15054" fmla="*/ 556928 h 1078499"/>
                <a:gd name="connsiteX273-15055" fmla="*/ 1451111 w 3024845"/>
                <a:gd name="connsiteY273-15056" fmla="*/ 566386 h 1078499"/>
                <a:gd name="connsiteX274-15057" fmla="*/ 1489618 w 3024845"/>
                <a:gd name="connsiteY274-15058" fmla="*/ 566386 h 1078499"/>
                <a:gd name="connsiteX275-15059" fmla="*/ 1489618 w 3024845"/>
                <a:gd name="connsiteY275-15060" fmla="*/ 704739 h 1078499"/>
                <a:gd name="connsiteX276-15061" fmla="*/ 1491138 w 3024845"/>
                <a:gd name="connsiteY276-15062" fmla="*/ 704739 h 1078499"/>
                <a:gd name="connsiteX277-15063" fmla="*/ 1501778 w 3024845"/>
                <a:gd name="connsiteY277-15064" fmla="*/ 704739 h 1078499"/>
                <a:gd name="connsiteX278-15065" fmla="*/ 1501778 w 3024845"/>
                <a:gd name="connsiteY278-15066" fmla="*/ 691769 h 1078499"/>
                <a:gd name="connsiteX279-15067" fmla="*/ 1505832 w 3024845"/>
                <a:gd name="connsiteY279-15068" fmla="*/ 691769 h 1078499"/>
                <a:gd name="connsiteX280-15069" fmla="*/ 1505832 w 3024845"/>
                <a:gd name="connsiteY280-15070" fmla="*/ 704739 h 1078499"/>
                <a:gd name="connsiteX281-15071" fmla="*/ 1536232 w 3024845"/>
                <a:gd name="connsiteY281-15072" fmla="*/ 704739 h 1078499"/>
                <a:gd name="connsiteX282-15073" fmla="*/ 1536232 w 3024845"/>
                <a:gd name="connsiteY282-15074" fmla="*/ 674474 h 1078499"/>
                <a:gd name="connsiteX283-15075" fmla="*/ 1548392 w 3024845"/>
                <a:gd name="connsiteY283-15076" fmla="*/ 674474 h 1078499"/>
                <a:gd name="connsiteX284-15077" fmla="*/ 1560552 w 3024845"/>
                <a:gd name="connsiteY284-15078" fmla="*/ 672313 h 1078499"/>
                <a:gd name="connsiteX285-15079" fmla="*/ 1564606 w 3024845"/>
                <a:gd name="connsiteY285-15080" fmla="*/ 674474 h 1078499"/>
                <a:gd name="connsiteX286-15081" fmla="*/ 1574739 w 3024845"/>
                <a:gd name="connsiteY286-15082" fmla="*/ 674474 h 1078499"/>
                <a:gd name="connsiteX287-15083" fmla="*/ 1574739 w 3024845"/>
                <a:gd name="connsiteY287-15084" fmla="*/ 704739 h 1078499"/>
                <a:gd name="connsiteX288-15085" fmla="*/ 1582846 w 3024845"/>
                <a:gd name="connsiteY288-15086" fmla="*/ 704739 h 1078499"/>
                <a:gd name="connsiteX289-15087" fmla="*/ 1582846 w 3024845"/>
                <a:gd name="connsiteY289-15088" fmla="*/ 722034 h 1078499"/>
                <a:gd name="connsiteX290-15089" fmla="*/ 1592182 w 3024845"/>
                <a:gd name="connsiteY290-15090" fmla="*/ 722939 h 1078499"/>
                <a:gd name="connsiteX291-15091" fmla="*/ 1605140 w 3024845"/>
                <a:gd name="connsiteY291-15092" fmla="*/ 722939 h 1078499"/>
                <a:gd name="connsiteX292-15093" fmla="*/ 1605140 w 3024845"/>
                <a:gd name="connsiteY292-15094" fmla="*/ 706901 h 1078499"/>
                <a:gd name="connsiteX293-15095" fmla="*/ 1673096 w 3024845"/>
                <a:gd name="connsiteY293-15096" fmla="*/ 706901 h 1078499"/>
                <a:gd name="connsiteX294-15097" fmla="*/ 1673096 w 3024845"/>
                <a:gd name="connsiteY294-15098" fmla="*/ 621648 h 1078499"/>
                <a:gd name="connsiteX295-15099" fmla="*/ 1745104 w 3024845"/>
                <a:gd name="connsiteY295-15100" fmla="*/ 621648 h 1078499"/>
                <a:gd name="connsiteX296-15101" fmla="*/ 1745104 w 3024845"/>
                <a:gd name="connsiteY296-15102" fmla="*/ 700416 h 1078499"/>
                <a:gd name="connsiteX297-15103" fmla="*/ 1747008 w 3024845"/>
                <a:gd name="connsiteY297-15104" fmla="*/ 700416 h 1078499"/>
                <a:gd name="connsiteX298-15105" fmla="*/ 1748250 w 3024845"/>
                <a:gd name="connsiteY298-15106" fmla="*/ 722939 h 1078499"/>
                <a:gd name="connsiteX299-15107" fmla="*/ 1757926 w 3024845"/>
                <a:gd name="connsiteY299-15108" fmla="*/ 722939 h 1078499"/>
                <a:gd name="connsiteX300-15109" fmla="*/ 1759168 w 3024845"/>
                <a:gd name="connsiteY300-15110" fmla="*/ 700416 h 1078499"/>
                <a:gd name="connsiteX301-15111" fmla="*/ 1765248 w 3024845"/>
                <a:gd name="connsiteY301-15112" fmla="*/ 700416 h 1078499"/>
                <a:gd name="connsiteX302-15113" fmla="*/ 1766490 w 3024845"/>
                <a:gd name="connsiteY302-15114" fmla="*/ 722939 h 1078499"/>
                <a:gd name="connsiteX303-15115" fmla="*/ 1817112 w 3024845"/>
                <a:gd name="connsiteY303-15116" fmla="*/ 722939 h 1078499"/>
                <a:gd name="connsiteX304-15117" fmla="*/ 1817112 w 3024845"/>
                <a:gd name="connsiteY304-15118" fmla="*/ 559911 h 1078499"/>
                <a:gd name="connsiteX305-15119" fmla="*/ 2014439 w 3024845"/>
                <a:gd name="connsiteY305-15120" fmla="*/ 559911 h 1078499"/>
                <a:gd name="connsiteX306-15121" fmla="*/ 2014439 w 3024845"/>
                <a:gd name="connsiteY306-15122" fmla="*/ 722939 h 1078499"/>
                <a:gd name="connsiteX307-15123" fmla="*/ 2033136 w 3024845"/>
                <a:gd name="connsiteY307-15124" fmla="*/ 722939 h 1078499"/>
                <a:gd name="connsiteX308-15125" fmla="*/ 2033136 w 3024845"/>
                <a:gd name="connsiteY308-15126" fmla="*/ 640246 h 1078499"/>
                <a:gd name="connsiteX309-15127" fmla="*/ 2128256 w 3024845"/>
                <a:gd name="connsiteY309-15128" fmla="*/ 640246 h 1078499"/>
                <a:gd name="connsiteX310-15129" fmla="*/ 2140186 w 3024845"/>
                <a:gd name="connsiteY310-15130" fmla="*/ 322105 h 1078499"/>
                <a:gd name="connsiteX311-15131" fmla="*/ 2128026 w 3024845"/>
                <a:gd name="connsiteY311-15132" fmla="*/ 300487 h 1078499"/>
                <a:gd name="connsiteX312-15133" fmla="*/ 2121946 w 3024845"/>
                <a:gd name="connsiteY312-15134" fmla="*/ 296163 h 1078499"/>
                <a:gd name="connsiteX313-15135" fmla="*/ 2130053 w 3024845"/>
                <a:gd name="connsiteY313-15136" fmla="*/ 272384 h 1078499"/>
                <a:gd name="connsiteX314-15137" fmla="*/ 2130053 w 3024845"/>
                <a:gd name="connsiteY314-15138" fmla="*/ 255090 h 1078499"/>
                <a:gd name="connsiteX315-15139" fmla="*/ 2144240 w 3024845"/>
                <a:gd name="connsiteY315-15140" fmla="*/ 255090 h 1078499"/>
                <a:gd name="connsiteX316-15141" fmla="*/ 2144240 w 3024845"/>
                <a:gd name="connsiteY316-15142" fmla="*/ 233472 h 1078499"/>
                <a:gd name="connsiteX317-15143" fmla="*/ 2146266 w 3024845"/>
                <a:gd name="connsiteY317-15144" fmla="*/ 229148 h 1078499"/>
                <a:gd name="connsiteX318-15145" fmla="*/ 2146266 w 3024845"/>
                <a:gd name="connsiteY318-15146" fmla="*/ 151324 h 1078499"/>
                <a:gd name="connsiteX319-15147" fmla="*/ 2144240 w 3024845"/>
                <a:gd name="connsiteY319-15148" fmla="*/ 144839 h 1078499"/>
                <a:gd name="connsiteX320-15149" fmla="*/ 2150320 w 3024845"/>
                <a:gd name="connsiteY320-15150" fmla="*/ 138353 h 1078499"/>
                <a:gd name="connsiteX321-15151" fmla="*/ 2150320 w 3024845"/>
                <a:gd name="connsiteY321-15152" fmla="*/ 79985 h 1078499"/>
                <a:gd name="connsiteX322-15153" fmla="*/ 2152346 w 3024845"/>
                <a:gd name="connsiteY322-15154" fmla="*/ 75662 h 1078499"/>
                <a:gd name="connsiteX323-15155" fmla="*/ 2152346 w 3024845"/>
                <a:gd name="connsiteY323-15156" fmla="*/ 19456 h 1078499"/>
                <a:gd name="connsiteX324-15157" fmla="*/ 2154373 w 3024845"/>
                <a:gd name="connsiteY324-15158" fmla="*/ 0 h 1078499"/>
                <a:gd name="connsiteX325-15159" fmla="*/ 2162480 w 3024845"/>
                <a:gd name="connsiteY325-15160" fmla="*/ 138353 h 1078499"/>
                <a:gd name="connsiteX326-15161" fmla="*/ 2168560 w 3024845"/>
                <a:gd name="connsiteY326-15162" fmla="*/ 144839 h 1078499"/>
                <a:gd name="connsiteX327-15163" fmla="*/ 2166533 w 3024845"/>
                <a:gd name="connsiteY327-15164" fmla="*/ 151324 h 1078499"/>
                <a:gd name="connsiteX328-15165" fmla="*/ 2166533 w 3024845"/>
                <a:gd name="connsiteY328-15166" fmla="*/ 229148 h 1078499"/>
                <a:gd name="connsiteX329-15167" fmla="*/ 2168560 w 3024845"/>
                <a:gd name="connsiteY329-15168" fmla="*/ 233472 h 1078499"/>
                <a:gd name="connsiteX330-15169" fmla="*/ 2168560 w 3024845"/>
                <a:gd name="connsiteY330-15170" fmla="*/ 255090 h 1078499"/>
                <a:gd name="connsiteX331-15171" fmla="*/ 2182747 w 3024845"/>
                <a:gd name="connsiteY331-15172" fmla="*/ 255090 h 1078499"/>
                <a:gd name="connsiteX332-15173" fmla="*/ 2182747 w 3024845"/>
                <a:gd name="connsiteY332-15174" fmla="*/ 272384 h 1078499"/>
                <a:gd name="connsiteX333-15175" fmla="*/ 2190854 w 3024845"/>
                <a:gd name="connsiteY333-15176" fmla="*/ 296163 h 1078499"/>
                <a:gd name="connsiteX334-15177" fmla="*/ 2184774 w 3024845"/>
                <a:gd name="connsiteY334-15178" fmla="*/ 300487 h 1078499"/>
                <a:gd name="connsiteX335-15179" fmla="*/ 2172613 w 3024845"/>
                <a:gd name="connsiteY335-15180" fmla="*/ 322105 h 1078499"/>
                <a:gd name="connsiteX336-15181" fmla="*/ 2180720 w 3024845"/>
                <a:gd name="connsiteY336-15182" fmla="*/ 575033 h 1078499"/>
                <a:gd name="connsiteX337-15183" fmla="*/ 2245574 w 3024845"/>
                <a:gd name="connsiteY337-15184" fmla="*/ 575033 h 1078499"/>
                <a:gd name="connsiteX338-15185" fmla="*/ 2245574 w 3024845"/>
                <a:gd name="connsiteY338-15186" fmla="*/ 650695 h 1078499"/>
                <a:gd name="connsiteX339-15187" fmla="*/ 2253681 w 3024845"/>
                <a:gd name="connsiteY339-15188" fmla="*/ 650695 h 1078499"/>
                <a:gd name="connsiteX340-15189" fmla="*/ 2255708 w 3024845"/>
                <a:gd name="connsiteY340-15190" fmla="*/ 644210 h 1078499"/>
                <a:gd name="connsiteX341-15191" fmla="*/ 2261788 w 3024845"/>
                <a:gd name="connsiteY341-15192" fmla="*/ 644210 h 1078499"/>
                <a:gd name="connsiteX342-15193" fmla="*/ 2263815 w 3024845"/>
                <a:gd name="connsiteY342-15194" fmla="*/ 652857 h 1078499"/>
                <a:gd name="connsiteX343-15195" fmla="*/ 2275975 w 3024845"/>
                <a:gd name="connsiteY343-15196" fmla="*/ 652857 h 1078499"/>
                <a:gd name="connsiteX344-15197" fmla="*/ 2275975 w 3024845"/>
                <a:gd name="connsiteY344-15198" fmla="*/ 646371 h 1078499"/>
                <a:gd name="connsiteX345-15199" fmla="*/ 2298268 w 3024845"/>
                <a:gd name="connsiteY345-15200" fmla="*/ 646371 h 1078499"/>
                <a:gd name="connsiteX346-15201" fmla="*/ 2298268 w 3024845"/>
                <a:gd name="connsiteY346-15202" fmla="*/ 652857 h 1078499"/>
                <a:gd name="connsiteX347-15203" fmla="*/ 2318535 w 3024845"/>
                <a:gd name="connsiteY347-15204" fmla="*/ 652857 h 1078499"/>
                <a:gd name="connsiteX348-15205" fmla="*/ 2318535 w 3024845"/>
                <a:gd name="connsiteY348-15206" fmla="*/ 698254 h 1078499"/>
                <a:gd name="connsiteX349-15207" fmla="*/ 2332722 w 3024845"/>
                <a:gd name="connsiteY349-15208" fmla="*/ 698254 h 1078499"/>
                <a:gd name="connsiteX350-15209" fmla="*/ 2332722 w 3024845"/>
                <a:gd name="connsiteY350-15210" fmla="*/ 685283 h 1078499"/>
                <a:gd name="connsiteX351-15211" fmla="*/ 2348936 w 3024845"/>
                <a:gd name="connsiteY351-15212" fmla="*/ 685283 h 1078499"/>
                <a:gd name="connsiteX352-15213" fmla="*/ 2348936 w 3024845"/>
                <a:gd name="connsiteY352-15214" fmla="*/ 505856 h 1078499"/>
                <a:gd name="connsiteX353-15215" fmla="*/ 2355016 w 3024845"/>
                <a:gd name="connsiteY353-15216" fmla="*/ 499370 h 1078499"/>
                <a:gd name="connsiteX354-15217" fmla="*/ 2427977 w 3024845"/>
                <a:gd name="connsiteY354-15218" fmla="*/ 499370 h 1078499"/>
                <a:gd name="connsiteX355-15219" fmla="*/ 2427977 w 3024845"/>
                <a:gd name="connsiteY355-15220" fmla="*/ 508018 h 1078499"/>
                <a:gd name="connsiteX356-15221" fmla="*/ 2438110 w 3024845"/>
                <a:gd name="connsiteY356-15222" fmla="*/ 508018 h 1078499"/>
                <a:gd name="connsiteX357-15223" fmla="*/ 2438110 w 3024845"/>
                <a:gd name="connsiteY357-15224" fmla="*/ 622592 h 1078499"/>
                <a:gd name="connsiteX358-15225" fmla="*/ 2460404 w 3024845"/>
                <a:gd name="connsiteY358-15226" fmla="*/ 622592 h 1078499"/>
                <a:gd name="connsiteX359-15227" fmla="*/ 2460404 w 3024845"/>
                <a:gd name="connsiteY359-15228" fmla="*/ 555577 h 1078499"/>
                <a:gd name="connsiteX360-15229" fmla="*/ 2486751 w 3024845"/>
                <a:gd name="connsiteY360-15230" fmla="*/ 555577 h 1078499"/>
                <a:gd name="connsiteX361-15231" fmla="*/ 2490804 w 3024845"/>
                <a:gd name="connsiteY361-15232" fmla="*/ 551253 h 1078499"/>
                <a:gd name="connsiteX362-15233" fmla="*/ 2498911 w 3024845"/>
                <a:gd name="connsiteY362-15234" fmla="*/ 551253 h 1078499"/>
                <a:gd name="connsiteX363-15235" fmla="*/ 2502964 w 3024845"/>
                <a:gd name="connsiteY363-15236" fmla="*/ 555577 h 1078499"/>
                <a:gd name="connsiteX364-15237" fmla="*/ 2525258 w 3024845"/>
                <a:gd name="connsiteY364-15238" fmla="*/ 555577 h 1078499"/>
                <a:gd name="connsiteX365-15239" fmla="*/ 2525258 w 3024845"/>
                <a:gd name="connsiteY365-15240" fmla="*/ 438841 h 1078499"/>
                <a:gd name="connsiteX366-15241" fmla="*/ 2582005 w 3024845"/>
                <a:gd name="connsiteY366-15242" fmla="*/ 428032 h 1078499"/>
                <a:gd name="connsiteX367-15243" fmla="*/ 2582005 w 3024845"/>
                <a:gd name="connsiteY367-15244" fmla="*/ 429113 h 1078499"/>
                <a:gd name="connsiteX368-15245" fmla="*/ 2582005 w 3024845"/>
                <a:gd name="connsiteY368-15246" fmla="*/ 436679 h 1078499"/>
                <a:gd name="connsiteX369-15247" fmla="*/ 2608352 w 3024845"/>
                <a:gd name="connsiteY369-15248" fmla="*/ 436679 h 1078499"/>
                <a:gd name="connsiteX370-15249" fmla="*/ 2608352 w 3024845"/>
                <a:gd name="connsiteY370-15250" fmla="*/ 691769 h 1078499"/>
                <a:gd name="connsiteX371-15251" fmla="*/ 2630646 w 3024845"/>
                <a:gd name="connsiteY371-15252" fmla="*/ 691769 h 1078499"/>
                <a:gd name="connsiteX372-15253" fmla="*/ 2630646 w 3024845"/>
                <a:gd name="connsiteY372-15254" fmla="*/ 687445 h 1078499"/>
                <a:gd name="connsiteX373-15255" fmla="*/ 2642806 w 3024845"/>
                <a:gd name="connsiteY373-15256" fmla="*/ 687445 h 1078499"/>
                <a:gd name="connsiteX374-15257" fmla="*/ 2642806 w 3024845"/>
                <a:gd name="connsiteY374-15258" fmla="*/ 691769 h 1078499"/>
                <a:gd name="connsiteX375-15259" fmla="*/ 2667126 w 3024845"/>
                <a:gd name="connsiteY375-15260" fmla="*/ 691769 h 1078499"/>
                <a:gd name="connsiteX376-15261" fmla="*/ 2667126 w 3024845"/>
                <a:gd name="connsiteY376-15262" fmla="*/ 678798 h 1078499"/>
                <a:gd name="connsiteX377-15263" fmla="*/ 2695500 w 3024845"/>
                <a:gd name="connsiteY377-15264" fmla="*/ 678798 h 1078499"/>
                <a:gd name="connsiteX378-15265" fmla="*/ 2707660 w 3024845"/>
                <a:gd name="connsiteY378-15266" fmla="*/ 674474 h 1078499"/>
                <a:gd name="connsiteX379-15267" fmla="*/ 2727927 w 3024845"/>
                <a:gd name="connsiteY379-15268" fmla="*/ 678798 h 1078499"/>
                <a:gd name="connsiteX380-15269" fmla="*/ 2727927 w 3024845"/>
                <a:gd name="connsiteY380-15270" fmla="*/ 661504 h 1078499"/>
                <a:gd name="connsiteX381-15271" fmla="*/ 2736034 w 3024845"/>
                <a:gd name="connsiteY381-15272" fmla="*/ 661504 h 1078499"/>
                <a:gd name="connsiteX382-15273" fmla="*/ 2736034 w 3024845"/>
                <a:gd name="connsiteY382-15274" fmla="*/ 648533 h 1078499"/>
                <a:gd name="connsiteX383-15275" fmla="*/ 2792781 w 3024845"/>
                <a:gd name="connsiteY383-15276" fmla="*/ 648533 h 1078499"/>
                <a:gd name="connsiteX384-15277" fmla="*/ 2792781 w 3024845"/>
                <a:gd name="connsiteY384-15278" fmla="*/ 618268 h 1078499"/>
                <a:gd name="connsiteX385-15279" fmla="*/ 2811021 w 3024845"/>
                <a:gd name="connsiteY385-15280" fmla="*/ 618268 h 1078499"/>
                <a:gd name="connsiteX386-15281" fmla="*/ 2811021 w 3024845"/>
                <a:gd name="connsiteY386-15282" fmla="*/ 611783 h 1078499"/>
                <a:gd name="connsiteX387-15283" fmla="*/ 2823181 w 3024845"/>
                <a:gd name="connsiteY387-15284" fmla="*/ 611783 h 1078499"/>
                <a:gd name="connsiteX388-15285" fmla="*/ 2823181 w 3024845"/>
                <a:gd name="connsiteY388-15286" fmla="*/ 618268 h 1078499"/>
                <a:gd name="connsiteX389-15287" fmla="*/ 2839395 w 3024845"/>
                <a:gd name="connsiteY389-15288" fmla="*/ 618268 h 1078499"/>
                <a:gd name="connsiteX390-15289" fmla="*/ 2839395 w 3024845"/>
                <a:gd name="connsiteY390-15290" fmla="*/ 667989 h 1078499"/>
                <a:gd name="connsiteX391-15291" fmla="*/ 2871822 w 3024845"/>
                <a:gd name="connsiteY391-15292" fmla="*/ 667989 h 1078499"/>
                <a:gd name="connsiteX392-15293" fmla="*/ 2871822 w 3024845"/>
                <a:gd name="connsiteY392-15294" fmla="*/ 642048 h 1078499"/>
                <a:gd name="connsiteX393-15295" fmla="*/ 2910329 w 3024845"/>
                <a:gd name="connsiteY393-15296" fmla="*/ 642048 h 1078499"/>
                <a:gd name="connsiteX394-15297" fmla="*/ 2910329 w 3024845"/>
                <a:gd name="connsiteY394-15298" fmla="*/ 611783 h 1078499"/>
                <a:gd name="connsiteX395-15299" fmla="*/ 2958970 w 3024845"/>
                <a:gd name="connsiteY395-15300" fmla="*/ 611783 h 1078499"/>
                <a:gd name="connsiteX396-15301" fmla="*/ 2958970 w 3024845"/>
                <a:gd name="connsiteY396-15302" fmla="*/ 722939 h 1078499"/>
                <a:gd name="connsiteX397-15303" fmla="*/ 2958970 w 3024845"/>
                <a:gd name="connsiteY397-15304" fmla="*/ 736718 h 1078499"/>
                <a:gd name="connsiteX398-15305" fmla="*/ 3024845 w 3024845"/>
                <a:gd name="connsiteY398-15306" fmla="*/ 736718 h 1078499"/>
                <a:gd name="connsiteX399-15307" fmla="*/ 3024845 w 3024845"/>
                <a:gd name="connsiteY399-15308" fmla="*/ 1078499 h 1078499"/>
                <a:gd name="connsiteX400-15309" fmla="*/ 2054 w 3024845"/>
                <a:gd name="connsiteY400-15310" fmla="*/ 1076166 h 1078499"/>
                <a:gd name="connsiteX401-15311" fmla="*/ 0 w 3024845"/>
                <a:gd name="connsiteY401-15312" fmla="*/ 642048 h 1078499"/>
                <a:gd name="connsiteX402-15313" fmla="*/ 20267 w 3024845"/>
                <a:gd name="connsiteY402-15314" fmla="*/ 642048 h 1078499"/>
                <a:gd name="connsiteX403-15315" fmla="*/ 20774 w 3024845"/>
                <a:gd name="connsiteY403-15316" fmla="*/ 640967 h 1078499"/>
                <a:gd name="connsiteX404-15317" fmla="*/ 24320 w 3024845"/>
                <a:gd name="connsiteY404-15318" fmla="*/ 633401 h 1078499"/>
                <a:gd name="connsiteX405-15319" fmla="*/ 26094 w 3024845"/>
                <a:gd name="connsiteY405-15320" fmla="*/ 633671 h 1078499"/>
                <a:gd name="connsiteX406-15321" fmla="*/ 38507 w 3024845"/>
                <a:gd name="connsiteY406-15322" fmla="*/ 635562 h 1078499"/>
                <a:gd name="connsiteX407-15323" fmla="*/ 39014 w 3024845"/>
                <a:gd name="connsiteY407-15324" fmla="*/ 636914 h 1078499"/>
                <a:gd name="connsiteX408-15325" fmla="*/ 42560 w 3024845"/>
                <a:gd name="connsiteY408-15326" fmla="*/ 646371 h 1078499"/>
                <a:gd name="connsiteX409-15327" fmla="*/ 68907 w 3024845"/>
                <a:gd name="connsiteY409-15328" fmla="*/ 648533 h 1078499"/>
                <a:gd name="connsiteX410-15329" fmla="*/ 68907 w 3024845"/>
                <a:gd name="connsiteY410-15330" fmla="*/ 525312 h 1078499"/>
                <a:gd name="connsiteX411-15331" fmla="*/ 70934 w 3024845"/>
                <a:gd name="connsiteY411-15332" fmla="*/ 525312 h 1078499"/>
                <a:gd name="connsiteX412-15333" fmla="*/ 85121 w 3024845"/>
                <a:gd name="connsiteY412-15334" fmla="*/ 525312 h 1078499"/>
                <a:gd name="connsiteX413-15335" fmla="*/ 85121 w 3024845"/>
                <a:gd name="connsiteY413-15336" fmla="*/ 389120 h 1078499"/>
                <a:gd name="connsiteX414-15337" fmla="*/ 86894 w 3024845"/>
                <a:gd name="connsiteY414-15338" fmla="*/ 389120 h 1078499"/>
                <a:gd name="connsiteX415-15339" fmla="*/ 99308 w 3024845"/>
                <a:gd name="connsiteY415-15340" fmla="*/ 389120 h 1078499"/>
                <a:gd name="connsiteX416-15341" fmla="*/ 99308 w 3024845"/>
                <a:gd name="connsiteY416-15342" fmla="*/ 274546 h 1078499"/>
                <a:gd name="connsiteX417-15343" fmla="*/ 103361 w 3024845"/>
                <a:gd name="connsiteY417-15344" fmla="*/ 246442 h 1078499"/>
                <a:gd name="connsiteX418-15345" fmla="*/ 105388 w 3024845"/>
                <a:gd name="connsiteY418-15346" fmla="*/ 246442 h 1078499"/>
                <a:gd name="connsiteX419-15347" fmla="*/ 119575 w 3024845"/>
                <a:gd name="connsiteY419-15348" fmla="*/ 246442 h 1078499"/>
                <a:gd name="connsiteX0-15349" fmla="*/ 119575 w 3024845"/>
                <a:gd name="connsiteY0-15350" fmla="*/ 226986 h 1059043"/>
                <a:gd name="connsiteX1-15351" fmla="*/ 200642 w 3024845"/>
                <a:gd name="connsiteY1-15352" fmla="*/ 224825 h 1059043"/>
                <a:gd name="connsiteX2-15353" fmla="*/ 202669 w 3024845"/>
                <a:gd name="connsiteY2-15354" fmla="*/ 224825 h 1059043"/>
                <a:gd name="connsiteX3-15355" fmla="*/ 216856 w 3024845"/>
                <a:gd name="connsiteY3-15356" fmla="*/ 224825 h 1059043"/>
                <a:gd name="connsiteX4-15357" fmla="*/ 216856 w 3024845"/>
                <a:gd name="connsiteY4-15358" fmla="*/ 248604 h 1059043"/>
                <a:gd name="connsiteX5-15359" fmla="*/ 217363 w 3024845"/>
                <a:gd name="connsiteY5-15360" fmla="*/ 249415 h 1059043"/>
                <a:gd name="connsiteX6-15361" fmla="*/ 220909 w 3024845"/>
                <a:gd name="connsiteY6-15362" fmla="*/ 255090 h 1059043"/>
                <a:gd name="connsiteX7-15363" fmla="*/ 220909 w 3024845"/>
                <a:gd name="connsiteY7-15364" fmla="*/ 369664 h 1059043"/>
                <a:gd name="connsiteX8-15365" fmla="*/ 223189 w 3024845"/>
                <a:gd name="connsiteY8-15366" fmla="*/ 369664 h 1059043"/>
                <a:gd name="connsiteX9-15367" fmla="*/ 239150 w 3024845"/>
                <a:gd name="connsiteY9-15368" fmla="*/ 369664 h 1059043"/>
                <a:gd name="connsiteX10-15369" fmla="*/ 239150 w 3024845"/>
                <a:gd name="connsiteY10-15370" fmla="*/ 510179 h 1059043"/>
                <a:gd name="connsiteX11-15371" fmla="*/ 240670 w 3024845"/>
                <a:gd name="connsiteY11-15372" fmla="*/ 509909 h 1059043"/>
                <a:gd name="connsiteX12-15373" fmla="*/ 251310 w 3024845"/>
                <a:gd name="connsiteY12-15374" fmla="*/ 508018 h 1059043"/>
                <a:gd name="connsiteX13-15375" fmla="*/ 249283 w 3024845"/>
                <a:gd name="connsiteY13-15376" fmla="*/ 596650 h 1059043"/>
                <a:gd name="connsiteX14-15377" fmla="*/ 250803 w 3024845"/>
                <a:gd name="connsiteY14-15378" fmla="*/ 596921 h 1059043"/>
                <a:gd name="connsiteX15-15379" fmla="*/ 261443 w 3024845"/>
                <a:gd name="connsiteY15-15380" fmla="*/ 598812 h 1059043"/>
                <a:gd name="connsiteX16-15381" fmla="*/ 261696 w 3024845"/>
                <a:gd name="connsiteY16-15382" fmla="*/ 599623 h 1059043"/>
                <a:gd name="connsiteX17-15383" fmla="*/ 263470 w 3024845"/>
                <a:gd name="connsiteY17-15384" fmla="*/ 605298 h 1059043"/>
                <a:gd name="connsiteX18-15385" fmla="*/ 264230 w 3024845"/>
                <a:gd name="connsiteY18-15386" fmla="*/ 602866 h 1059043"/>
                <a:gd name="connsiteX19-15387" fmla="*/ 269550 w 3024845"/>
                <a:gd name="connsiteY19-15388" fmla="*/ 585842 h 1059043"/>
                <a:gd name="connsiteX20-15389" fmla="*/ 271323 w 3024845"/>
                <a:gd name="connsiteY20-15390" fmla="*/ 585842 h 1059043"/>
                <a:gd name="connsiteX21-15391" fmla="*/ 283737 w 3024845"/>
                <a:gd name="connsiteY21-15392" fmla="*/ 585842 h 1059043"/>
                <a:gd name="connsiteX22-15393" fmla="*/ 283737 w 3024845"/>
                <a:gd name="connsiteY22-15394" fmla="*/ 618268 h 1059043"/>
                <a:gd name="connsiteX23-15395" fmla="*/ 284750 w 3024845"/>
                <a:gd name="connsiteY23-15396" fmla="*/ 618809 h 1059043"/>
                <a:gd name="connsiteX24-15397" fmla="*/ 291844 w 3024845"/>
                <a:gd name="connsiteY24-15398" fmla="*/ 622592 h 1059043"/>
                <a:gd name="connsiteX25-15399" fmla="*/ 291844 w 3024845"/>
                <a:gd name="connsiteY25-15400" fmla="*/ 623943 h 1059043"/>
                <a:gd name="connsiteX26-15401" fmla="*/ 291844 w 3024845"/>
                <a:gd name="connsiteY26-15402" fmla="*/ 633401 h 1059043"/>
                <a:gd name="connsiteX27-15403" fmla="*/ 336431 w 3024845"/>
                <a:gd name="connsiteY27-15404" fmla="*/ 633401 h 1059043"/>
                <a:gd name="connsiteX28-15405" fmla="*/ 336431 w 3024845"/>
                <a:gd name="connsiteY28-15406" fmla="*/ 634482 h 1059043"/>
                <a:gd name="connsiteX29-15407" fmla="*/ 336431 w 3024845"/>
                <a:gd name="connsiteY29-15408" fmla="*/ 642048 h 1059043"/>
                <a:gd name="connsiteX30-15409" fmla="*/ 338457 w 3024845"/>
                <a:gd name="connsiteY30-15410" fmla="*/ 642048 h 1059043"/>
                <a:gd name="connsiteX31-15411" fmla="*/ 352644 w 3024845"/>
                <a:gd name="connsiteY31-15412" fmla="*/ 642048 h 1059043"/>
                <a:gd name="connsiteX32-15413" fmla="*/ 352644 w 3024845"/>
                <a:gd name="connsiteY32-15414" fmla="*/ 611783 h 1059043"/>
                <a:gd name="connsiteX33-15415" fmla="*/ 397231 w 3024845"/>
                <a:gd name="connsiteY33-15416" fmla="*/ 611783 h 1059043"/>
                <a:gd name="connsiteX34-15417" fmla="*/ 397231 w 3024845"/>
                <a:gd name="connsiteY34-15418" fmla="*/ 610432 h 1059043"/>
                <a:gd name="connsiteX35-15419" fmla="*/ 397231 w 3024845"/>
                <a:gd name="connsiteY35-15420" fmla="*/ 600974 h 1059043"/>
                <a:gd name="connsiteX36-15421" fmla="*/ 398245 w 3024845"/>
                <a:gd name="connsiteY36-15422" fmla="*/ 600974 h 1059043"/>
                <a:gd name="connsiteX37-15423" fmla="*/ 405338 w 3024845"/>
                <a:gd name="connsiteY37-15424" fmla="*/ 600974 h 1059043"/>
                <a:gd name="connsiteX38-15425" fmla="*/ 405338 w 3024845"/>
                <a:gd name="connsiteY38-15426" fmla="*/ 599083 h 1059043"/>
                <a:gd name="connsiteX39-15427" fmla="*/ 405338 w 3024845"/>
                <a:gd name="connsiteY39-15428" fmla="*/ 585842 h 1059043"/>
                <a:gd name="connsiteX40-15429" fmla="*/ 406098 w 3024845"/>
                <a:gd name="connsiteY40-15430" fmla="*/ 585842 h 1059043"/>
                <a:gd name="connsiteX41-15431" fmla="*/ 411418 w 3024845"/>
                <a:gd name="connsiteY41-15432" fmla="*/ 585842 h 1059043"/>
                <a:gd name="connsiteX42-15433" fmla="*/ 411418 w 3024845"/>
                <a:gd name="connsiteY42-15434" fmla="*/ 584761 h 1059043"/>
                <a:gd name="connsiteX43-15435" fmla="*/ 411418 w 3024845"/>
                <a:gd name="connsiteY43-15436" fmla="*/ 577194 h 1059043"/>
                <a:gd name="connsiteX44-15437" fmla="*/ 413445 w 3024845"/>
                <a:gd name="connsiteY44-15438" fmla="*/ 577194 h 1059043"/>
                <a:gd name="connsiteX45-15439" fmla="*/ 427632 w 3024845"/>
                <a:gd name="connsiteY45-15440" fmla="*/ 577194 h 1059043"/>
                <a:gd name="connsiteX46-15441" fmla="*/ 427632 w 3024845"/>
                <a:gd name="connsiteY46-15442" fmla="*/ 578275 h 1059043"/>
                <a:gd name="connsiteX47-15443" fmla="*/ 427632 w 3024845"/>
                <a:gd name="connsiteY47-15444" fmla="*/ 585842 h 1059043"/>
                <a:gd name="connsiteX48-15445" fmla="*/ 449925 w 3024845"/>
                <a:gd name="connsiteY48-15446" fmla="*/ 585842 h 1059043"/>
                <a:gd name="connsiteX49-15447" fmla="*/ 449925 w 3024845"/>
                <a:gd name="connsiteY49-15448" fmla="*/ 583950 h 1059043"/>
                <a:gd name="connsiteX50-15449" fmla="*/ 449925 w 3024845"/>
                <a:gd name="connsiteY50-15450" fmla="*/ 570709 h 1059043"/>
                <a:gd name="connsiteX51-15451" fmla="*/ 451699 w 3024845"/>
                <a:gd name="connsiteY51-15452" fmla="*/ 570709 h 1059043"/>
                <a:gd name="connsiteX52-15453" fmla="*/ 464112 w 3024845"/>
                <a:gd name="connsiteY52-15454" fmla="*/ 570709 h 1059043"/>
                <a:gd name="connsiteX53-15455" fmla="*/ 464112 w 3024845"/>
                <a:gd name="connsiteY53-15456" fmla="*/ 594489 h 1059043"/>
                <a:gd name="connsiteX54-15457" fmla="*/ 465126 w 3024845"/>
                <a:gd name="connsiteY54-15458" fmla="*/ 594489 h 1059043"/>
                <a:gd name="connsiteX55-15459" fmla="*/ 472219 w 3024845"/>
                <a:gd name="connsiteY55-15460" fmla="*/ 594489 h 1059043"/>
                <a:gd name="connsiteX56-15461" fmla="*/ 472219 w 3024845"/>
                <a:gd name="connsiteY56-15462" fmla="*/ 593408 h 1059043"/>
                <a:gd name="connsiteX57-15463" fmla="*/ 472219 w 3024845"/>
                <a:gd name="connsiteY57-15464" fmla="*/ 585842 h 1059043"/>
                <a:gd name="connsiteX58-15465" fmla="*/ 473992 w 3024845"/>
                <a:gd name="connsiteY58-15466" fmla="*/ 585842 h 1059043"/>
                <a:gd name="connsiteX59-15467" fmla="*/ 486406 w 3024845"/>
                <a:gd name="connsiteY59-15468" fmla="*/ 585842 h 1059043"/>
                <a:gd name="connsiteX60-15469" fmla="*/ 486406 w 3024845"/>
                <a:gd name="connsiteY60-15470" fmla="*/ 611783 h 1059043"/>
                <a:gd name="connsiteX61-15471" fmla="*/ 488433 w 3024845"/>
                <a:gd name="connsiteY61-15472" fmla="*/ 611783 h 1059043"/>
                <a:gd name="connsiteX62-15473" fmla="*/ 502619 w 3024845"/>
                <a:gd name="connsiteY62-15474" fmla="*/ 611783 h 1059043"/>
                <a:gd name="connsiteX63-15475" fmla="*/ 502619 w 3024845"/>
                <a:gd name="connsiteY63-15476" fmla="*/ 613404 h 1059043"/>
                <a:gd name="connsiteX64-15477" fmla="*/ 502619 w 3024845"/>
                <a:gd name="connsiteY64-15478" fmla="*/ 624754 h 1059043"/>
                <a:gd name="connsiteX65-15479" fmla="*/ 503379 w 3024845"/>
                <a:gd name="connsiteY65-15480" fmla="*/ 624754 h 1059043"/>
                <a:gd name="connsiteX66-15481" fmla="*/ 508700 w 3024845"/>
                <a:gd name="connsiteY66-15482" fmla="*/ 624754 h 1059043"/>
                <a:gd name="connsiteX67-15483" fmla="*/ 508700 w 3024845"/>
                <a:gd name="connsiteY67-15484" fmla="*/ 623943 h 1059043"/>
                <a:gd name="connsiteX68-15485" fmla="*/ 508700 w 3024845"/>
                <a:gd name="connsiteY68-15486" fmla="*/ 618268 h 1059043"/>
                <a:gd name="connsiteX69-15487" fmla="*/ 539100 w 3024845"/>
                <a:gd name="connsiteY69-15488" fmla="*/ 618268 h 1059043"/>
                <a:gd name="connsiteX70-15489" fmla="*/ 539100 w 3024845"/>
                <a:gd name="connsiteY70-15490" fmla="*/ 642048 h 1059043"/>
                <a:gd name="connsiteX71-15491" fmla="*/ 540113 w 3024845"/>
                <a:gd name="connsiteY71-15492" fmla="*/ 642048 h 1059043"/>
                <a:gd name="connsiteX72-15493" fmla="*/ 547207 w 3024845"/>
                <a:gd name="connsiteY72-15494" fmla="*/ 642048 h 1059043"/>
                <a:gd name="connsiteX73-15495" fmla="*/ 547207 w 3024845"/>
                <a:gd name="connsiteY73-15496" fmla="*/ 643129 h 1059043"/>
                <a:gd name="connsiteX74-15497" fmla="*/ 547207 w 3024845"/>
                <a:gd name="connsiteY74-15498" fmla="*/ 650695 h 1059043"/>
                <a:gd name="connsiteX75-15499" fmla="*/ 547967 w 3024845"/>
                <a:gd name="connsiteY75-15500" fmla="*/ 650695 h 1059043"/>
                <a:gd name="connsiteX76-15501" fmla="*/ 553287 w 3024845"/>
                <a:gd name="connsiteY76-15502" fmla="*/ 650695 h 1059043"/>
                <a:gd name="connsiteX77-15503" fmla="*/ 553287 w 3024845"/>
                <a:gd name="connsiteY77-15504" fmla="*/ 648533 h 1059043"/>
                <a:gd name="connsiteX78-15505" fmla="*/ 553287 w 3024845"/>
                <a:gd name="connsiteY78-15506" fmla="*/ 633401 h 1059043"/>
                <a:gd name="connsiteX79-15507" fmla="*/ 554300 w 3024845"/>
                <a:gd name="connsiteY79-15508" fmla="*/ 633401 h 1059043"/>
                <a:gd name="connsiteX80-15509" fmla="*/ 561394 w 3024845"/>
                <a:gd name="connsiteY80-15510" fmla="*/ 633401 h 1059043"/>
                <a:gd name="connsiteX81-15511" fmla="*/ 561394 w 3024845"/>
                <a:gd name="connsiteY81-15512" fmla="*/ 634482 h 1059043"/>
                <a:gd name="connsiteX82-15513" fmla="*/ 561394 w 3024845"/>
                <a:gd name="connsiteY82-15514" fmla="*/ 642048 h 1059043"/>
                <a:gd name="connsiteX83-15515" fmla="*/ 566714 w 3024845"/>
                <a:gd name="connsiteY83-15516" fmla="*/ 640055 h 1059043"/>
                <a:gd name="connsiteX84-15517" fmla="*/ 567474 w 3024845"/>
                <a:gd name="connsiteY84-15518" fmla="*/ 639075 h 1059043"/>
                <a:gd name="connsiteX85-15519" fmla="*/ 567474 w 3024845"/>
                <a:gd name="connsiteY85-15520" fmla="*/ 633401 h 1059043"/>
                <a:gd name="connsiteX86-15521" fmla="*/ 605981 w 3024845"/>
                <a:gd name="connsiteY86-15522" fmla="*/ 633401 h 1059043"/>
                <a:gd name="connsiteX87-15523" fmla="*/ 605981 w 3024845"/>
                <a:gd name="connsiteY87-15524" fmla="*/ 657180 h 1059043"/>
                <a:gd name="connsiteX88-15525" fmla="*/ 608007 w 3024845"/>
                <a:gd name="connsiteY88-15526" fmla="*/ 657180 h 1059043"/>
                <a:gd name="connsiteX89-15527" fmla="*/ 622194 w 3024845"/>
                <a:gd name="connsiteY89-15528" fmla="*/ 657180 h 1059043"/>
                <a:gd name="connsiteX90-15529" fmla="*/ 622194 w 3024845"/>
                <a:gd name="connsiteY90-15530" fmla="*/ 658261 h 1059043"/>
                <a:gd name="connsiteX91-15531" fmla="*/ 622194 w 3024845"/>
                <a:gd name="connsiteY91-15532" fmla="*/ 665827 h 1059043"/>
                <a:gd name="connsiteX92-15533" fmla="*/ 623968 w 3024845"/>
                <a:gd name="connsiteY92-15534" fmla="*/ 665827 h 1059043"/>
                <a:gd name="connsiteX93-15535" fmla="*/ 636381 w 3024845"/>
                <a:gd name="connsiteY93-15536" fmla="*/ 665827 h 1059043"/>
                <a:gd name="connsiteX94-15537" fmla="*/ 636381 w 3024845"/>
                <a:gd name="connsiteY94-15538" fmla="*/ 642048 h 1059043"/>
                <a:gd name="connsiteX95-15539" fmla="*/ 637394 w 3024845"/>
                <a:gd name="connsiteY95-15540" fmla="*/ 642048 h 1059043"/>
                <a:gd name="connsiteX96-15541" fmla="*/ 644488 w 3024845"/>
                <a:gd name="connsiteY96-15542" fmla="*/ 642048 h 1059043"/>
                <a:gd name="connsiteX97-15543" fmla="*/ 644488 w 3024845"/>
                <a:gd name="connsiteY97-15544" fmla="*/ 609621 h 1059043"/>
                <a:gd name="connsiteX98-15545" fmla="*/ 645501 w 3024845"/>
                <a:gd name="connsiteY98-15546" fmla="*/ 609621 h 1059043"/>
                <a:gd name="connsiteX99-15547" fmla="*/ 652595 w 3024845"/>
                <a:gd name="connsiteY99-15548" fmla="*/ 609621 h 1059043"/>
                <a:gd name="connsiteX100-15549" fmla="*/ 652595 w 3024845"/>
                <a:gd name="connsiteY100-15550" fmla="*/ 607730 h 1059043"/>
                <a:gd name="connsiteX101-15551" fmla="*/ 652595 w 3024845"/>
                <a:gd name="connsiteY101-15552" fmla="*/ 594489 h 1059043"/>
                <a:gd name="connsiteX102-15553" fmla="*/ 651328 w 3024845"/>
                <a:gd name="connsiteY102-15554" fmla="*/ 592867 h 1059043"/>
                <a:gd name="connsiteX103-15555" fmla="*/ 656648 w 3024845"/>
                <a:gd name="connsiteY103-15556" fmla="*/ 581518 h 1059043"/>
                <a:gd name="connsiteX104-15557" fmla="*/ 664755 w 3024845"/>
                <a:gd name="connsiteY104-15558" fmla="*/ 609621 h 1059043"/>
                <a:gd name="connsiteX105-15559" fmla="*/ 665515 w 3024845"/>
                <a:gd name="connsiteY105-15560" fmla="*/ 609621 h 1059043"/>
                <a:gd name="connsiteX106-15561" fmla="*/ 670835 w 3024845"/>
                <a:gd name="connsiteY106-15562" fmla="*/ 609621 h 1059043"/>
                <a:gd name="connsiteX107-15563" fmla="*/ 670835 w 3024845"/>
                <a:gd name="connsiteY107-15564" fmla="*/ 503694 h 1059043"/>
                <a:gd name="connsiteX108-15565" fmla="*/ 672355 w 3024845"/>
                <a:gd name="connsiteY108-15566" fmla="*/ 503694 h 1059043"/>
                <a:gd name="connsiteX109-15567" fmla="*/ 682995 w 3024845"/>
                <a:gd name="connsiteY109-15568" fmla="*/ 503694 h 1059043"/>
                <a:gd name="connsiteX110-15569" fmla="*/ 682995 w 3024845"/>
                <a:gd name="connsiteY110-15570" fmla="*/ 456135 h 1059043"/>
                <a:gd name="connsiteX111-15571" fmla="*/ 709342 w 3024845"/>
                <a:gd name="connsiteY111-15572" fmla="*/ 456135 h 1059043"/>
                <a:gd name="connsiteX112-15573" fmla="*/ 709342 w 3024845"/>
                <a:gd name="connsiteY112-15574" fmla="*/ 434517 h 1059043"/>
                <a:gd name="connsiteX113-15575" fmla="*/ 743796 w 3024845"/>
                <a:gd name="connsiteY113-15576" fmla="*/ 434517 h 1059043"/>
                <a:gd name="connsiteX114-15577" fmla="*/ 743796 w 3024845"/>
                <a:gd name="connsiteY114-15578" fmla="*/ 436949 h 1059043"/>
                <a:gd name="connsiteX115-15579" fmla="*/ 743796 w 3024845"/>
                <a:gd name="connsiteY115-15580" fmla="*/ 453973 h 1059043"/>
                <a:gd name="connsiteX116-15581" fmla="*/ 746076 w 3024845"/>
                <a:gd name="connsiteY116-15582" fmla="*/ 453973 h 1059043"/>
                <a:gd name="connsiteX117-15583" fmla="*/ 762036 w 3024845"/>
                <a:gd name="connsiteY117-15584" fmla="*/ 453973 h 1059043"/>
                <a:gd name="connsiteX118-15585" fmla="*/ 762036 w 3024845"/>
                <a:gd name="connsiteY118-15586" fmla="*/ 501532 h 1059043"/>
                <a:gd name="connsiteX119-15587" fmla="*/ 763049 w 3024845"/>
                <a:gd name="connsiteY119-15588" fmla="*/ 501532 h 1059043"/>
                <a:gd name="connsiteX120-15589" fmla="*/ 770143 w 3024845"/>
                <a:gd name="connsiteY120-15590" fmla="*/ 501532 h 1059043"/>
                <a:gd name="connsiteX121-15591" fmla="*/ 784330 w 3024845"/>
                <a:gd name="connsiteY121-15592" fmla="*/ 505856 h 1059043"/>
                <a:gd name="connsiteX122-15593" fmla="*/ 784330 w 3024845"/>
                <a:gd name="connsiteY122-15594" fmla="*/ 544768 h 1059043"/>
                <a:gd name="connsiteX123-15595" fmla="*/ 785343 w 3024845"/>
                <a:gd name="connsiteY123-15596" fmla="*/ 544768 h 1059043"/>
                <a:gd name="connsiteX124-15597" fmla="*/ 792436 w 3024845"/>
                <a:gd name="connsiteY124-15598" fmla="*/ 544768 h 1059043"/>
                <a:gd name="connsiteX125-15599" fmla="*/ 792436 w 3024845"/>
                <a:gd name="connsiteY125-15600" fmla="*/ 546389 h 1059043"/>
                <a:gd name="connsiteX126-15601" fmla="*/ 792436 w 3024845"/>
                <a:gd name="connsiteY126-15602" fmla="*/ 557738 h 1059043"/>
                <a:gd name="connsiteX127-15603" fmla="*/ 794463 w 3024845"/>
                <a:gd name="connsiteY127-15604" fmla="*/ 557738 h 1059043"/>
                <a:gd name="connsiteX128-15605" fmla="*/ 808650 w 3024845"/>
                <a:gd name="connsiteY128-15606" fmla="*/ 557738 h 1059043"/>
                <a:gd name="connsiteX129-15607" fmla="*/ 814730 w 3024845"/>
                <a:gd name="connsiteY129-15608" fmla="*/ 564224 h 1059043"/>
                <a:gd name="connsiteX130-15609" fmla="*/ 814730 w 3024845"/>
                <a:gd name="connsiteY130-15610" fmla="*/ 585842 h 1059043"/>
                <a:gd name="connsiteX131-15611" fmla="*/ 817010 w 3024845"/>
                <a:gd name="connsiteY131-15612" fmla="*/ 585842 h 1059043"/>
                <a:gd name="connsiteX132-15613" fmla="*/ 832970 w 3024845"/>
                <a:gd name="connsiteY132-15614" fmla="*/ 585842 h 1059043"/>
                <a:gd name="connsiteX133-15615" fmla="*/ 832970 w 3024845"/>
                <a:gd name="connsiteY133-15616" fmla="*/ 586922 h 1059043"/>
                <a:gd name="connsiteX134-15617" fmla="*/ 832970 w 3024845"/>
                <a:gd name="connsiteY134-15618" fmla="*/ 594489 h 1059043"/>
                <a:gd name="connsiteX135-15619" fmla="*/ 834237 w 3024845"/>
                <a:gd name="connsiteY135-15620" fmla="*/ 594489 h 1059043"/>
                <a:gd name="connsiteX136-15621" fmla="*/ 843104 w 3024845"/>
                <a:gd name="connsiteY136-15622" fmla="*/ 594489 h 1059043"/>
                <a:gd name="connsiteX137-15623" fmla="*/ 843104 w 3024845"/>
                <a:gd name="connsiteY137-15624" fmla="*/ 596650 h 1059043"/>
                <a:gd name="connsiteX138-15625" fmla="*/ 843104 w 3024845"/>
                <a:gd name="connsiteY138-15626" fmla="*/ 611783 h 1059043"/>
                <a:gd name="connsiteX139-15627" fmla="*/ 847157 w 3024845"/>
                <a:gd name="connsiteY139-15628" fmla="*/ 609891 h 1059043"/>
                <a:gd name="connsiteX140-15629" fmla="*/ 847157 w 3024845"/>
                <a:gd name="connsiteY140-15630" fmla="*/ 596650 h 1059043"/>
                <a:gd name="connsiteX141-15631" fmla="*/ 848170 w 3024845"/>
                <a:gd name="connsiteY141-15632" fmla="*/ 596650 h 1059043"/>
                <a:gd name="connsiteX142-15633" fmla="*/ 855264 w 3024845"/>
                <a:gd name="connsiteY142-15634" fmla="*/ 596650 h 1059043"/>
                <a:gd name="connsiteX143-15635" fmla="*/ 855264 w 3024845"/>
                <a:gd name="connsiteY143-15636" fmla="*/ 598272 h 1059043"/>
                <a:gd name="connsiteX144-15637" fmla="*/ 855264 w 3024845"/>
                <a:gd name="connsiteY144-15638" fmla="*/ 609621 h 1059043"/>
                <a:gd name="connsiteX145-15639" fmla="*/ 856024 w 3024845"/>
                <a:gd name="connsiteY145-15640" fmla="*/ 609621 h 1059043"/>
                <a:gd name="connsiteX146-15641" fmla="*/ 861344 w 3024845"/>
                <a:gd name="connsiteY146-15642" fmla="*/ 609621 h 1059043"/>
                <a:gd name="connsiteX147-15643" fmla="*/ 909984 w 3024845"/>
                <a:gd name="connsiteY147-15644" fmla="*/ 605298 h 1059043"/>
                <a:gd name="connsiteX148-15645" fmla="*/ 909984 w 3024845"/>
                <a:gd name="connsiteY148-15646" fmla="*/ 606649 h 1059043"/>
                <a:gd name="connsiteX149-15647" fmla="*/ 909984 w 3024845"/>
                <a:gd name="connsiteY149-15648" fmla="*/ 616106 h 1059043"/>
                <a:gd name="connsiteX150-15649" fmla="*/ 910744 w 3024845"/>
                <a:gd name="connsiteY150-15650" fmla="*/ 616106 h 1059043"/>
                <a:gd name="connsiteX151-15651" fmla="*/ 916065 w 3024845"/>
                <a:gd name="connsiteY151-15652" fmla="*/ 616106 h 1059043"/>
                <a:gd name="connsiteX152-15653" fmla="*/ 916065 w 3024845"/>
                <a:gd name="connsiteY152-15654" fmla="*/ 618268 h 1059043"/>
                <a:gd name="connsiteX153-15655" fmla="*/ 916065 w 3024845"/>
                <a:gd name="connsiteY153-15656" fmla="*/ 633401 h 1059043"/>
                <a:gd name="connsiteX154-15657" fmla="*/ 918091 w 3024845"/>
                <a:gd name="connsiteY154-15658" fmla="*/ 632050 h 1059043"/>
                <a:gd name="connsiteX155-15659" fmla="*/ 932278 w 3024845"/>
                <a:gd name="connsiteY155-15660" fmla="*/ 622592 h 1059043"/>
                <a:gd name="connsiteX156-15661" fmla="*/ 938358 w 3024845"/>
                <a:gd name="connsiteY156-15662" fmla="*/ 581518 h 1059043"/>
                <a:gd name="connsiteX157-15663" fmla="*/ 939118 w 3024845"/>
                <a:gd name="connsiteY157-15664" fmla="*/ 581248 h 1059043"/>
                <a:gd name="connsiteX158-15665" fmla="*/ 944438 w 3024845"/>
                <a:gd name="connsiteY158-15666" fmla="*/ 579356 h 1059043"/>
                <a:gd name="connsiteX159-15667" fmla="*/ 946465 w 3024845"/>
                <a:gd name="connsiteY159-15668" fmla="*/ 510179 h 1059043"/>
                <a:gd name="connsiteX160-15669" fmla="*/ 948492 w 3024845"/>
                <a:gd name="connsiteY160-15670" fmla="*/ 579356 h 1059043"/>
                <a:gd name="connsiteX161-15671" fmla="*/ 949252 w 3024845"/>
                <a:gd name="connsiteY161-15672" fmla="*/ 579626 h 1059043"/>
                <a:gd name="connsiteX162-15673" fmla="*/ 954572 w 3024845"/>
                <a:gd name="connsiteY162-15674" fmla="*/ 581518 h 1059043"/>
                <a:gd name="connsiteX163-15675" fmla="*/ 954572 w 3024845"/>
                <a:gd name="connsiteY163-15676" fmla="*/ 495047 h 1059043"/>
                <a:gd name="connsiteX164-15677" fmla="*/ 958625 w 3024845"/>
                <a:gd name="connsiteY164-15678" fmla="*/ 462620 h 1059043"/>
                <a:gd name="connsiteX165-15679" fmla="*/ 997132 w 3024845"/>
                <a:gd name="connsiteY165-15680" fmla="*/ 462620 h 1059043"/>
                <a:gd name="connsiteX166-15681" fmla="*/ 997132 w 3024845"/>
                <a:gd name="connsiteY166-15682" fmla="*/ 495047 h 1059043"/>
                <a:gd name="connsiteX167-15683" fmla="*/ 997892 w 3024845"/>
                <a:gd name="connsiteY167-15684" fmla="*/ 495047 h 1059043"/>
                <a:gd name="connsiteX168-15685" fmla="*/ 1003212 w 3024845"/>
                <a:gd name="connsiteY168-15686" fmla="*/ 495047 h 1059043"/>
                <a:gd name="connsiteX169-15687" fmla="*/ 1003212 w 3024845"/>
                <a:gd name="connsiteY169-15688" fmla="*/ 412899 h 1059043"/>
                <a:gd name="connsiteX170-15689" fmla="*/ 1004986 w 3024845"/>
                <a:gd name="connsiteY170-15690" fmla="*/ 412899 h 1059043"/>
                <a:gd name="connsiteX171-15691" fmla="*/ 1017399 w 3024845"/>
                <a:gd name="connsiteY171-15692" fmla="*/ 412899 h 1059043"/>
                <a:gd name="connsiteX172-15693" fmla="*/ 1017399 w 3024845"/>
                <a:gd name="connsiteY172-15694" fmla="*/ 411008 h 1059043"/>
                <a:gd name="connsiteX173-15695" fmla="*/ 1017399 w 3024845"/>
                <a:gd name="connsiteY173-15696" fmla="*/ 397767 h 1059043"/>
                <a:gd name="connsiteX174-15697" fmla="*/ 1039693 w 3024845"/>
                <a:gd name="connsiteY174-15698" fmla="*/ 397767 h 1059043"/>
                <a:gd name="connsiteX175-15699" fmla="*/ 1039693 w 3024845"/>
                <a:gd name="connsiteY175-15700" fmla="*/ 396686 h 1059043"/>
                <a:gd name="connsiteX176-15701" fmla="*/ 1039693 w 3024845"/>
                <a:gd name="connsiteY176-15702" fmla="*/ 389120 h 1059043"/>
                <a:gd name="connsiteX177-15703" fmla="*/ 1041466 w 3024845"/>
                <a:gd name="connsiteY177-15704" fmla="*/ 389120 h 1059043"/>
                <a:gd name="connsiteX178-15705" fmla="*/ 1053880 w 3024845"/>
                <a:gd name="connsiteY178-15706" fmla="*/ 389120 h 1059043"/>
                <a:gd name="connsiteX179-15707" fmla="*/ 1053880 w 3024845"/>
                <a:gd name="connsiteY179-15708" fmla="*/ 390201 h 1059043"/>
                <a:gd name="connsiteX180-15709" fmla="*/ 1053880 w 3024845"/>
                <a:gd name="connsiteY180-15710" fmla="*/ 397767 h 1059043"/>
                <a:gd name="connsiteX181-15711" fmla="*/ 1054640 w 3024845"/>
                <a:gd name="connsiteY181-15712" fmla="*/ 397767 h 1059043"/>
                <a:gd name="connsiteX182-15713" fmla="*/ 1059960 w 3024845"/>
                <a:gd name="connsiteY182-15714" fmla="*/ 397767 h 1059043"/>
                <a:gd name="connsiteX183-15715" fmla="*/ 1070093 w 3024845"/>
                <a:gd name="connsiteY183-15716" fmla="*/ 393443 h 1059043"/>
                <a:gd name="connsiteX184-15717" fmla="*/ 1074146 w 3024845"/>
                <a:gd name="connsiteY184-15718" fmla="*/ 396686 h 1059043"/>
                <a:gd name="connsiteX185-15719" fmla="*/ 1074146 w 3024845"/>
                <a:gd name="connsiteY185-15720" fmla="*/ 389120 h 1059043"/>
                <a:gd name="connsiteX186-15721" fmla="*/ 1076426 w 3024845"/>
                <a:gd name="connsiteY186-15722" fmla="*/ 389120 h 1059043"/>
                <a:gd name="connsiteX187-15723" fmla="*/ 1092387 w 3024845"/>
                <a:gd name="connsiteY187-15724" fmla="*/ 389120 h 1059043"/>
                <a:gd name="connsiteX188-15725" fmla="*/ 1092387 w 3024845"/>
                <a:gd name="connsiteY188-15726" fmla="*/ 390201 h 1059043"/>
                <a:gd name="connsiteX189-15727" fmla="*/ 1092387 w 3024845"/>
                <a:gd name="connsiteY189-15728" fmla="*/ 397767 h 1059043"/>
                <a:gd name="connsiteX190-15729" fmla="*/ 1122787 w 3024845"/>
                <a:gd name="connsiteY190-15730" fmla="*/ 397767 h 1059043"/>
                <a:gd name="connsiteX191-15731" fmla="*/ 1122787 w 3024845"/>
                <a:gd name="connsiteY191-15732" fmla="*/ 399388 h 1059043"/>
                <a:gd name="connsiteX192-15733" fmla="*/ 1122787 w 3024845"/>
                <a:gd name="connsiteY192-15734" fmla="*/ 410738 h 1059043"/>
                <a:gd name="connsiteX193-15735" fmla="*/ 1149134 w 3024845"/>
                <a:gd name="connsiteY193-15736" fmla="*/ 410738 h 1059043"/>
                <a:gd name="connsiteX194-15737" fmla="*/ 1149134 w 3024845"/>
                <a:gd name="connsiteY194-15738" fmla="*/ 441002 h 1059043"/>
                <a:gd name="connsiteX195-15739" fmla="*/ 1149894 w 3024845"/>
                <a:gd name="connsiteY195-15740" fmla="*/ 441002 h 1059043"/>
                <a:gd name="connsiteX196-15741" fmla="*/ 1155214 w 3024845"/>
                <a:gd name="connsiteY196-15742" fmla="*/ 441002 h 1059043"/>
                <a:gd name="connsiteX197-15743" fmla="*/ 1155214 w 3024845"/>
                <a:gd name="connsiteY197-15744" fmla="*/ 442083 h 1059043"/>
                <a:gd name="connsiteX198-15745" fmla="*/ 1155214 w 3024845"/>
                <a:gd name="connsiteY198-15746" fmla="*/ 449650 h 1059043"/>
                <a:gd name="connsiteX199-15747" fmla="*/ 1159268 w 3024845"/>
                <a:gd name="connsiteY199-15748" fmla="*/ 479914 h 1059043"/>
                <a:gd name="connsiteX200-15749" fmla="*/ 1160028 w 3024845"/>
                <a:gd name="connsiteY200-15750" fmla="*/ 479914 h 1059043"/>
                <a:gd name="connsiteX201-15751" fmla="*/ 1165348 w 3024845"/>
                <a:gd name="connsiteY201-15752" fmla="*/ 479914 h 1059043"/>
                <a:gd name="connsiteX202-15753" fmla="*/ 1165348 w 3024845"/>
                <a:gd name="connsiteY202-15754" fmla="*/ 480725 h 1059043"/>
                <a:gd name="connsiteX203-15755" fmla="*/ 1165348 w 3024845"/>
                <a:gd name="connsiteY203-15756" fmla="*/ 486400 h 1059043"/>
                <a:gd name="connsiteX204-15757" fmla="*/ 1166361 w 3024845"/>
                <a:gd name="connsiteY204-15758" fmla="*/ 486400 h 1059043"/>
                <a:gd name="connsiteX205-15759" fmla="*/ 1173454 w 3024845"/>
                <a:gd name="connsiteY205-15760" fmla="*/ 486400 h 1059043"/>
                <a:gd name="connsiteX206-15761" fmla="*/ 1173454 w 3024845"/>
                <a:gd name="connsiteY206-15762" fmla="*/ 516665 h 1059043"/>
                <a:gd name="connsiteX207-15763" fmla="*/ 1175481 w 3024845"/>
                <a:gd name="connsiteY207-15764" fmla="*/ 516665 h 1059043"/>
                <a:gd name="connsiteX208-15765" fmla="*/ 1189668 w 3024845"/>
                <a:gd name="connsiteY208-15766" fmla="*/ 516665 h 1059043"/>
                <a:gd name="connsiteX209-15767" fmla="*/ 1189668 w 3024845"/>
                <a:gd name="connsiteY209-15768" fmla="*/ 540444 h 1059043"/>
                <a:gd name="connsiteX210-15769" fmla="*/ 1191695 w 3024845"/>
                <a:gd name="connsiteY210-15770" fmla="*/ 542065 h 1059043"/>
                <a:gd name="connsiteX211-15771" fmla="*/ 1191695 w 3024845"/>
                <a:gd name="connsiteY211-15772" fmla="*/ 553415 h 1059043"/>
                <a:gd name="connsiteX212-15773" fmla="*/ 1192455 w 3024845"/>
                <a:gd name="connsiteY212-15774" fmla="*/ 553415 h 1059043"/>
                <a:gd name="connsiteX213-15775" fmla="*/ 1197775 w 3024845"/>
                <a:gd name="connsiteY213-15776" fmla="*/ 553415 h 1059043"/>
                <a:gd name="connsiteX214-15777" fmla="*/ 1197775 w 3024845"/>
                <a:gd name="connsiteY214-15778" fmla="*/ 577194 h 1059043"/>
                <a:gd name="connsiteX215-15779" fmla="*/ 1199041 w 3024845"/>
                <a:gd name="connsiteY215-15780" fmla="*/ 577194 h 1059043"/>
                <a:gd name="connsiteX216-15781" fmla="*/ 1207908 w 3024845"/>
                <a:gd name="connsiteY216-15782" fmla="*/ 577194 h 1059043"/>
                <a:gd name="connsiteX217-15783" fmla="*/ 1209935 w 3024845"/>
                <a:gd name="connsiteY217-15784" fmla="*/ 581248 h 1059043"/>
                <a:gd name="connsiteX218-15785" fmla="*/ 1209935 w 3024845"/>
                <a:gd name="connsiteY218-15786" fmla="*/ 594489 h 1059043"/>
                <a:gd name="connsiteX219-15787" fmla="*/ 1211455 w 3024845"/>
                <a:gd name="connsiteY219-15788" fmla="*/ 592597 h 1059043"/>
                <a:gd name="connsiteX220-15789" fmla="*/ 1222095 w 3024845"/>
                <a:gd name="connsiteY220-15790" fmla="*/ 579356 h 1059043"/>
                <a:gd name="connsiteX221-15791" fmla="*/ 1250469 w 3024845"/>
                <a:gd name="connsiteY221-15792" fmla="*/ 579356 h 1059043"/>
                <a:gd name="connsiteX222-15793" fmla="*/ 1250469 w 3024845"/>
                <a:gd name="connsiteY222-15794" fmla="*/ 665827 h 1059043"/>
                <a:gd name="connsiteX223-15795" fmla="*/ 1251229 w 3024845"/>
                <a:gd name="connsiteY223-15796" fmla="*/ 665827 h 1059043"/>
                <a:gd name="connsiteX224-15797" fmla="*/ 1256549 w 3024845"/>
                <a:gd name="connsiteY224-15798" fmla="*/ 665827 h 1059043"/>
                <a:gd name="connsiteX225-15799" fmla="*/ 1257309 w 3024845"/>
                <a:gd name="connsiteY225-15800" fmla="*/ 664476 h 1059043"/>
                <a:gd name="connsiteX226-15801" fmla="*/ 1262629 w 3024845"/>
                <a:gd name="connsiteY226-15802" fmla="*/ 655018 h 1059043"/>
                <a:gd name="connsiteX227-15803" fmla="*/ 1262629 w 3024845"/>
                <a:gd name="connsiteY227-15804" fmla="*/ 656910 h 1059043"/>
                <a:gd name="connsiteX228-15805" fmla="*/ 1262629 w 3024845"/>
                <a:gd name="connsiteY228-15806" fmla="*/ 670151 h 1059043"/>
                <a:gd name="connsiteX229-15807" fmla="*/ 1266682 w 3024845"/>
                <a:gd name="connsiteY229-15808" fmla="*/ 624754 h 1059043"/>
                <a:gd name="connsiteX230-15809" fmla="*/ 1267442 w 3024845"/>
                <a:gd name="connsiteY230-15810" fmla="*/ 624754 h 1059043"/>
                <a:gd name="connsiteX231-15811" fmla="*/ 1272762 w 3024845"/>
                <a:gd name="connsiteY231-15812" fmla="*/ 624754 h 1059043"/>
                <a:gd name="connsiteX232-15813" fmla="*/ 1272762 w 3024845"/>
                <a:gd name="connsiteY232-15814" fmla="*/ 559900 h 1059043"/>
                <a:gd name="connsiteX233-15815" fmla="*/ 1273776 w 3024845"/>
                <a:gd name="connsiteY233-15816" fmla="*/ 559900 h 1059043"/>
                <a:gd name="connsiteX234-15817" fmla="*/ 1280869 w 3024845"/>
                <a:gd name="connsiteY234-15818" fmla="*/ 559900 h 1059043"/>
                <a:gd name="connsiteX235-15819" fmla="*/ 1293029 w 3024845"/>
                <a:gd name="connsiteY235-15820" fmla="*/ 516665 h 1059043"/>
                <a:gd name="connsiteX236-15821" fmla="*/ 1294296 w 3024845"/>
                <a:gd name="connsiteY236-15822" fmla="*/ 516665 h 1059043"/>
                <a:gd name="connsiteX237-15823" fmla="*/ 1303163 w 3024845"/>
                <a:gd name="connsiteY237-15824" fmla="*/ 516665 h 1059043"/>
                <a:gd name="connsiteX238-15825" fmla="*/ 1313296 w 3024845"/>
                <a:gd name="connsiteY238-15826" fmla="*/ 559900 h 1059043"/>
                <a:gd name="connsiteX239-15827" fmla="*/ 1314309 w 3024845"/>
                <a:gd name="connsiteY239-15828" fmla="*/ 559900 h 1059043"/>
                <a:gd name="connsiteX240-15829" fmla="*/ 1321403 w 3024845"/>
                <a:gd name="connsiteY240-15830" fmla="*/ 559900 h 1059043"/>
                <a:gd name="connsiteX241-15831" fmla="*/ 1321403 w 3024845"/>
                <a:gd name="connsiteY241-15832" fmla="*/ 598812 h 1059043"/>
                <a:gd name="connsiteX242-15833" fmla="*/ 1323176 w 3024845"/>
                <a:gd name="connsiteY242-15834" fmla="*/ 598812 h 1059043"/>
                <a:gd name="connsiteX243-15835" fmla="*/ 1335590 w 3024845"/>
                <a:gd name="connsiteY243-15836" fmla="*/ 598812 h 1059043"/>
                <a:gd name="connsiteX244-15837" fmla="*/ 1335590 w 3024845"/>
                <a:gd name="connsiteY244-15838" fmla="*/ 600974 h 1059043"/>
                <a:gd name="connsiteX245-15839" fmla="*/ 1335590 w 3024845"/>
                <a:gd name="connsiteY245-15840" fmla="*/ 616106 h 1059043"/>
                <a:gd name="connsiteX246-15841" fmla="*/ 1339643 w 3024845"/>
                <a:gd name="connsiteY246-15842" fmla="*/ 613945 h 1059043"/>
                <a:gd name="connsiteX247-15843" fmla="*/ 1339643 w 3024845"/>
                <a:gd name="connsiteY247-15844" fmla="*/ 598812 h 1059043"/>
                <a:gd name="connsiteX248-15845" fmla="*/ 1341163 w 3024845"/>
                <a:gd name="connsiteY248-15846" fmla="*/ 598812 h 1059043"/>
                <a:gd name="connsiteX249-15847" fmla="*/ 1351803 w 3024845"/>
                <a:gd name="connsiteY249-15848" fmla="*/ 598812 h 1059043"/>
                <a:gd name="connsiteX250-15849" fmla="*/ 1351803 w 3024845"/>
                <a:gd name="connsiteY250-15850" fmla="*/ 600433 h 1059043"/>
                <a:gd name="connsiteX251-15851" fmla="*/ 1351803 w 3024845"/>
                <a:gd name="connsiteY251-15852" fmla="*/ 611783 h 1059043"/>
                <a:gd name="connsiteX252-15853" fmla="*/ 1382204 w 3024845"/>
                <a:gd name="connsiteY252-15854" fmla="*/ 611783 h 1059043"/>
                <a:gd name="connsiteX253-15855" fmla="*/ 1382204 w 3024845"/>
                <a:gd name="connsiteY253-15856" fmla="*/ 575033 h 1059043"/>
                <a:gd name="connsiteX254-15857" fmla="*/ 1383470 w 3024845"/>
                <a:gd name="connsiteY254-15858" fmla="*/ 575033 h 1059043"/>
                <a:gd name="connsiteX255-15859" fmla="*/ 1392337 w 3024845"/>
                <a:gd name="connsiteY255-15860" fmla="*/ 575033 h 1059043"/>
                <a:gd name="connsiteX256-15861" fmla="*/ 1392337 w 3024845"/>
                <a:gd name="connsiteY256-15862" fmla="*/ 596650 h 1059043"/>
                <a:gd name="connsiteX257-15863" fmla="*/ 1394364 w 3024845"/>
                <a:gd name="connsiteY257-15864" fmla="*/ 564224 h 1059043"/>
                <a:gd name="connsiteX258-15865" fmla="*/ 1416657 w 3024845"/>
                <a:gd name="connsiteY258-15866" fmla="*/ 564224 h 1059043"/>
                <a:gd name="connsiteX259-15867" fmla="*/ 1416657 w 3024845"/>
                <a:gd name="connsiteY259-15868" fmla="*/ 562602 h 1059043"/>
                <a:gd name="connsiteX260-15869" fmla="*/ 1416657 w 3024845"/>
                <a:gd name="connsiteY260-15870" fmla="*/ 551253 h 1059043"/>
                <a:gd name="connsiteX261-15871" fmla="*/ 1417417 w 3024845"/>
                <a:gd name="connsiteY261-15872" fmla="*/ 551253 h 1059043"/>
                <a:gd name="connsiteX262-15873" fmla="*/ 1422737 w 3024845"/>
                <a:gd name="connsiteY262-15874" fmla="*/ 551253 h 1059043"/>
                <a:gd name="connsiteX263-15875" fmla="*/ 1422737 w 3024845"/>
                <a:gd name="connsiteY263-15876" fmla="*/ 549362 h 1059043"/>
                <a:gd name="connsiteX264-15877" fmla="*/ 1422737 w 3024845"/>
                <a:gd name="connsiteY264-15878" fmla="*/ 536121 h 1059043"/>
                <a:gd name="connsiteX265-15879" fmla="*/ 1426791 w 3024845"/>
                <a:gd name="connsiteY265-15880" fmla="*/ 542606 h 1059043"/>
                <a:gd name="connsiteX266-15881" fmla="*/ 1429071 w 3024845"/>
                <a:gd name="connsiteY266-15882" fmla="*/ 542606 h 1059043"/>
                <a:gd name="connsiteX267-15883" fmla="*/ 1445031 w 3024845"/>
                <a:gd name="connsiteY267-15884" fmla="*/ 542606 h 1059043"/>
                <a:gd name="connsiteX268-15885" fmla="*/ 1445031 w 3024845"/>
                <a:gd name="connsiteY268-15886" fmla="*/ 541795 h 1059043"/>
                <a:gd name="connsiteX269-15887" fmla="*/ 1445031 w 3024845"/>
                <a:gd name="connsiteY269-15888" fmla="*/ 536121 h 1059043"/>
                <a:gd name="connsiteX270-15889" fmla="*/ 1445791 w 3024845"/>
                <a:gd name="connsiteY270-15890" fmla="*/ 536121 h 1059043"/>
                <a:gd name="connsiteX271-15891" fmla="*/ 1451111 w 3024845"/>
                <a:gd name="connsiteY271-15892" fmla="*/ 536121 h 1059043"/>
                <a:gd name="connsiteX272-15893" fmla="*/ 1451111 w 3024845"/>
                <a:gd name="connsiteY272-15894" fmla="*/ 537472 h 1059043"/>
                <a:gd name="connsiteX273-15895" fmla="*/ 1451111 w 3024845"/>
                <a:gd name="connsiteY273-15896" fmla="*/ 546930 h 1059043"/>
                <a:gd name="connsiteX274-15897" fmla="*/ 1489618 w 3024845"/>
                <a:gd name="connsiteY274-15898" fmla="*/ 546930 h 1059043"/>
                <a:gd name="connsiteX275-15899" fmla="*/ 1489618 w 3024845"/>
                <a:gd name="connsiteY275-15900" fmla="*/ 685283 h 1059043"/>
                <a:gd name="connsiteX276-15901" fmla="*/ 1491138 w 3024845"/>
                <a:gd name="connsiteY276-15902" fmla="*/ 685283 h 1059043"/>
                <a:gd name="connsiteX277-15903" fmla="*/ 1501778 w 3024845"/>
                <a:gd name="connsiteY277-15904" fmla="*/ 685283 h 1059043"/>
                <a:gd name="connsiteX278-15905" fmla="*/ 1501778 w 3024845"/>
                <a:gd name="connsiteY278-15906" fmla="*/ 672313 h 1059043"/>
                <a:gd name="connsiteX279-15907" fmla="*/ 1505832 w 3024845"/>
                <a:gd name="connsiteY279-15908" fmla="*/ 672313 h 1059043"/>
                <a:gd name="connsiteX280-15909" fmla="*/ 1505832 w 3024845"/>
                <a:gd name="connsiteY280-15910" fmla="*/ 685283 h 1059043"/>
                <a:gd name="connsiteX281-15911" fmla="*/ 1536232 w 3024845"/>
                <a:gd name="connsiteY281-15912" fmla="*/ 685283 h 1059043"/>
                <a:gd name="connsiteX282-15913" fmla="*/ 1536232 w 3024845"/>
                <a:gd name="connsiteY282-15914" fmla="*/ 655018 h 1059043"/>
                <a:gd name="connsiteX283-15915" fmla="*/ 1548392 w 3024845"/>
                <a:gd name="connsiteY283-15916" fmla="*/ 655018 h 1059043"/>
                <a:gd name="connsiteX284-15917" fmla="*/ 1560552 w 3024845"/>
                <a:gd name="connsiteY284-15918" fmla="*/ 652857 h 1059043"/>
                <a:gd name="connsiteX285-15919" fmla="*/ 1564606 w 3024845"/>
                <a:gd name="connsiteY285-15920" fmla="*/ 655018 h 1059043"/>
                <a:gd name="connsiteX286-15921" fmla="*/ 1574739 w 3024845"/>
                <a:gd name="connsiteY286-15922" fmla="*/ 655018 h 1059043"/>
                <a:gd name="connsiteX287-15923" fmla="*/ 1574739 w 3024845"/>
                <a:gd name="connsiteY287-15924" fmla="*/ 685283 h 1059043"/>
                <a:gd name="connsiteX288-15925" fmla="*/ 1582846 w 3024845"/>
                <a:gd name="connsiteY288-15926" fmla="*/ 685283 h 1059043"/>
                <a:gd name="connsiteX289-15927" fmla="*/ 1582846 w 3024845"/>
                <a:gd name="connsiteY289-15928" fmla="*/ 702578 h 1059043"/>
                <a:gd name="connsiteX290-15929" fmla="*/ 1592182 w 3024845"/>
                <a:gd name="connsiteY290-15930" fmla="*/ 703483 h 1059043"/>
                <a:gd name="connsiteX291-15931" fmla="*/ 1605140 w 3024845"/>
                <a:gd name="connsiteY291-15932" fmla="*/ 703483 h 1059043"/>
                <a:gd name="connsiteX292-15933" fmla="*/ 1605140 w 3024845"/>
                <a:gd name="connsiteY292-15934" fmla="*/ 687445 h 1059043"/>
                <a:gd name="connsiteX293-15935" fmla="*/ 1673096 w 3024845"/>
                <a:gd name="connsiteY293-15936" fmla="*/ 687445 h 1059043"/>
                <a:gd name="connsiteX294-15937" fmla="*/ 1673096 w 3024845"/>
                <a:gd name="connsiteY294-15938" fmla="*/ 602192 h 1059043"/>
                <a:gd name="connsiteX295-15939" fmla="*/ 1745104 w 3024845"/>
                <a:gd name="connsiteY295-15940" fmla="*/ 602192 h 1059043"/>
                <a:gd name="connsiteX296-15941" fmla="*/ 1745104 w 3024845"/>
                <a:gd name="connsiteY296-15942" fmla="*/ 680960 h 1059043"/>
                <a:gd name="connsiteX297-15943" fmla="*/ 1747008 w 3024845"/>
                <a:gd name="connsiteY297-15944" fmla="*/ 680960 h 1059043"/>
                <a:gd name="connsiteX298-15945" fmla="*/ 1748250 w 3024845"/>
                <a:gd name="connsiteY298-15946" fmla="*/ 703483 h 1059043"/>
                <a:gd name="connsiteX299-15947" fmla="*/ 1757926 w 3024845"/>
                <a:gd name="connsiteY299-15948" fmla="*/ 703483 h 1059043"/>
                <a:gd name="connsiteX300-15949" fmla="*/ 1759168 w 3024845"/>
                <a:gd name="connsiteY300-15950" fmla="*/ 680960 h 1059043"/>
                <a:gd name="connsiteX301-15951" fmla="*/ 1765248 w 3024845"/>
                <a:gd name="connsiteY301-15952" fmla="*/ 680960 h 1059043"/>
                <a:gd name="connsiteX302-15953" fmla="*/ 1766490 w 3024845"/>
                <a:gd name="connsiteY302-15954" fmla="*/ 703483 h 1059043"/>
                <a:gd name="connsiteX303-15955" fmla="*/ 1817112 w 3024845"/>
                <a:gd name="connsiteY303-15956" fmla="*/ 703483 h 1059043"/>
                <a:gd name="connsiteX304-15957" fmla="*/ 1817112 w 3024845"/>
                <a:gd name="connsiteY304-15958" fmla="*/ 540455 h 1059043"/>
                <a:gd name="connsiteX305-15959" fmla="*/ 2014439 w 3024845"/>
                <a:gd name="connsiteY305-15960" fmla="*/ 540455 h 1059043"/>
                <a:gd name="connsiteX306-15961" fmla="*/ 2014439 w 3024845"/>
                <a:gd name="connsiteY306-15962" fmla="*/ 703483 h 1059043"/>
                <a:gd name="connsiteX307-15963" fmla="*/ 2033136 w 3024845"/>
                <a:gd name="connsiteY307-15964" fmla="*/ 703483 h 1059043"/>
                <a:gd name="connsiteX308-15965" fmla="*/ 2033136 w 3024845"/>
                <a:gd name="connsiteY308-15966" fmla="*/ 620790 h 1059043"/>
                <a:gd name="connsiteX309-15967" fmla="*/ 2128256 w 3024845"/>
                <a:gd name="connsiteY309-15968" fmla="*/ 620790 h 1059043"/>
                <a:gd name="connsiteX310-15969" fmla="*/ 2140186 w 3024845"/>
                <a:gd name="connsiteY310-15970" fmla="*/ 302649 h 1059043"/>
                <a:gd name="connsiteX311-15971" fmla="*/ 2128026 w 3024845"/>
                <a:gd name="connsiteY311-15972" fmla="*/ 281031 h 1059043"/>
                <a:gd name="connsiteX312-15973" fmla="*/ 2121946 w 3024845"/>
                <a:gd name="connsiteY312-15974" fmla="*/ 276707 h 1059043"/>
                <a:gd name="connsiteX313-15975" fmla="*/ 2130053 w 3024845"/>
                <a:gd name="connsiteY313-15976" fmla="*/ 252928 h 1059043"/>
                <a:gd name="connsiteX314-15977" fmla="*/ 2130053 w 3024845"/>
                <a:gd name="connsiteY314-15978" fmla="*/ 235634 h 1059043"/>
                <a:gd name="connsiteX315-15979" fmla="*/ 2144240 w 3024845"/>
                <a:gd name="connsiteY315-15980" fmla="*/ 235634 h 1059043"/>
                <a:gd name="connsiteX316-15981" fmla="*/ 2144240 w 3024845"/>
                <a:gd name="connsiteY316-15982" fmla="*/ 214016 h 1059043"/>
                <a:gd name="connsiteX317-15983" fmla="*/ 2146266 w 3024845"/>
                <a:gd name="connsiteY317-15984" fmla="*/ 209692 h 1059043"/>
                <a:gd name="connsiteX318-15985" fmla="*/ 2146266 w 3024845"/>
                <a:gd name="connsiteY318-15986" fmla="*/ 131868 h 1059043"/>
                <a:gd name="connsiteX319-15987" fmla="*/ 2144240 w 3024845"/>
                <a:gd name="connsiteY319-15988" fmla="*/ 125383 h 1059043"/>
                <a:gd name="connsiteX320-15989" fmla="*/ 2150320 w 3024845"/>
                <a:gd name="connsiteY320-15990" fmla="*/ 118897 h 1059043"/>
                <a:gd name="connsiteX321-15991" fmla="*/ 2150320 w 3024845"/>
                <a:gd name="connsiteY321-15992" fmla="*/ 60529 h 1059043"/>
                <a:gd name="connsiteX322-15993" fmla="*/ 2152346 w 3024845"/>
                <a:gd name="connsiteY322-15994" fmla="*/ 56206 h 1059043"/>
                <a:gd name="connsiteX323-15995" fmla="*/ 2152346 w 3024845"/>
                <a:gd name="connsiteY323-15996" fmla="*/ 0 h 1059043"/>
                <a:gd name="connsiteX324-15997" fmla="*/ 2162480 w 3024845"/>
                <a:gd name="connsiteY324-15998" fmla="*/ 118897 h 1059043"/>
                <a:gd name="connsiteX325-15999" fmla="*/ 2168560 w 3024845"/>
                <a:gd name="connsiteY325-16000" fmla="*/ 125383 h 1059043"/>
                <a:gd name="connsiteX326-16001" fmla="*/ 2166533 w 3024845"/>
                <a:gd name="connsiteY326-16002" fmla="*/ 131868 h 1059043"/>
                <a:gd name="connsiteX327-16003" fmla="*/ 2166533 w 3024845"/>
                <a:gd name="connsiteY327-16004" fmla="*/ 209692 h 1059043"/>
                <a:gd name="connsiteX328-16005" fmla="*/ 2168560 w 3024845"/>
                <a:gd name="connsiteY328-16006" fmla="*/ 214016 h 1059043"/>
                <a:gd name="connsiteX329-16007" fmla="*/ 2168560 w 3024845"/>
                <a:gd name="connsiteY329-16008" fmla="*/ 235634 h 1059043"/>
                <a:gd name="connsiteX330-16009" fmla="*/ 2182747 w 3024845"/>
                <a:gd name="connsiteY330-16010" fmla="*/ 235634 h 1059043"/>
                <a:gd name="connsiteX331-16011" fmla="*/ 2182747 w 3024845"/>
                <a:gd name="connsiteY331-16012" fmla="*/ 252928 h 1059043"/>
                <a:gd name="connsiteX332-16013" fmla="*/ 2190854 w 3024845"/>
                <a:gd name="connsiteY332-16014" fmla="*/ 276707 h 1059043"/>
                <a:gd name="connsiteX333-16015" fmla="*/ 2184774 w 3024845"/>
                <a:gd name="connsiteY333-16016" fmla="*/ 281031 h 1059043"/>
                <a:gd name="connsiteX334-16017" fmla="*/ 2172613 w 3024845"/>
                <a:gd name="connsiteY334-16018" fmla="*/ 302649 h 1059043"/>
                <a:gd name="connsiteX335-16019" fmla="*/ 2180720 w 3024845"/>
                <a:gd name="connsiteY335-16020" fmla="*/ 555577 h 1059043"/>
                <a:gd name="connsiteX336-16021" fmla="*/ 2245574 w 3024845"/>
                <a:gd name="connsiteY336-16022" fmla="*/ 555577 h 1059043"/>
                <a:gd name="connsiteX337-16023" fmla="*/ 2245574 w 3024845"/>
                <a:gd name="connsiteY337-16024" fmla="*/ 631239 h 1059043"/>
                <a:gd name="connsiteX338-16025" fmla="*/ 2253681 w 3024845"/>
                <a:gd name="connsiteY338-16026" fmla="*/ 631239 h 1059043"/>
                <a:gd name="connsiteX339-16027" fmla="*/ 2255708 w 3024845"/>
                <a:gd name="connsiteY339-16028" fmla="*/ 624754 h 1059043"/>
                <a:gd name="connsiteX340-16029" fmla="*/ 2261788 w 3024845"/>
                <a:gd name="connsiteY340-16030" fmla="*/ 624754 h 1059043"/>
                <a:gd name="connsiteX341-16031" fmla="*/ 2263815 w 3024845"/>
                <a:gd name="connsiteY341-16032" fmla="*/ 633401 h 1059043"/>
                <a:gd name="connsiteX342-16033" fmla="*/ 2275975 w 3024845"/>
                <a:gd name="connsiteY342-16034" fmla="*/ 633401 h 1059043"/>
                <a:gd name="connsiteX343-16035" fmla="*/ 2275975 w 3024845"/>
                <a:gd name="connsiteY343-16036" fmla="*/ 626915 h 1059043"/>
                <a:gd name="connsiteX344-16037" fmla="*/ 2298268 w 3024845"/>
                <a:gd name="connsiteY344-16038" fmla="*/ 626915 h 1059043"/>
                <a:gd name="connsiteX345-16039" fmla="*/ 2298268 w 3024845"/>
                <a:gd name="connsiteY345-16040" fmla="*/ 633401 h 1059043"/>
                <a:gd name="connsiteX346-16041" fmla="*/ 2318535 w 3024845"/>
                <a:gd name="connsiteY346-16042" fmla="*/ 633401 h 1059043"/>
                <a:gd name="connsiteX347-16043" fmla="*/ 2318535 w 3024845"/>
                <a:gd name="connsiteY347-16044" fmla="*/ 678798 h 1059043"/>
                <a:gd name="connsiteX348-16045" fmla="*/ 2332722 w 3024845"/>
                <a:gd name="connsiteY348-16046" fmla="*/ 678798 h 1059043"/>
                <a:gd name="connsiteX349-16047" fmla="*/ 2332722 w 3024845"/>
                <a:gd name="connsiteY349-16048" fmla="*/ 665827 h 1059043"/>
                <a:gd name="connsiteX350-16049" fmla="*/ 2348936 w 3024845"/>
                <a:gd name="connsiteY350-16050" fmla="*/ 665827 h 1059043"/>
                <a:gd name="connsiteX351-16051" fmla="*/ 2348936 w 3024845"/>
                <a:gd name="connsiteY351-16052" fmla="*/ 486400 h 1059043"/>
                <a:gd name="connsiteX352-16053" fmla="*/ 2355016 w 3024845"/>
                <a:gd name="connsiteY352-16054" fmla="*/ 479914 h 1059043"/>
                <a:gd name="connsiteX353-16055" fmla="*/ 2427977 w 3024845"/>
                <a:gd name="connsiteY353-16056" fmla="*/ 479914 h 1059043"/>
                <a:gd name="connsiteX354-16057" fmla="*/ 2427977 w 3024845"/>
                <a:gd name="connsiteY354-16058" fmla="*/ 488562 h 1059043"/>
                <a:gd name="connsiteX355-16059" fmla="*/ 2438110 w 3024845"/>
                <a:gd name="connsiteY355-16060" fmla="*/ 488562 h 1059043"/>
                <a:gd name="connsiteX356-16061" fmla="*/ 2438110 w 3024845"/>
                <a:gd name="connsiteY356-16062" fmla="*/ 603136 h 1059043"/>
                <a:gd name="connsiteX357-16063" fmla="*/ 2460404 w 3024845"/>
                <a:gd name="connsiteY357-16064" fmla="*/ 603136 h 1059043"/>
                <a:gd name="connsiteX358-16065" fmla="*/ 2460404 w 3024845"/>
                <a:gd name="connsiteY358-16066" fmla="*/ 536121 h 1059043"/>
                <a:gd name="connsiteX359-16067" fmla="*/ 2486751 w 3024845"/>
                <a:gd name="connsiteY359-16068" fmla="*/ 536121 h 1059043"/>
                <a:gd name="connsiteX360-16069" fmla="*/ 2490804 w 3024845"/>
                <a:gd name="connsiteY360-16070" fmla="*/ 531797 h 1059043"/>
                <a:gd name="connsiteX361-16071" fmla="*/ 2498911 w 3024845"/>
                <a:gd name="connsiteY361-16072" fmla="*/ 531797 h 1059043"/>
                <a:gd name="connsiteX362-16073" fmla="*/ 2502964 w 3024845"/>
                <a:gd name="connsiteY362-16074" fmla="*/ 536121 h 1059043"/>
                <a:gd name="connsiteX363-16075" fmla="*/ 2525258 w 3024845"/>
                <a:gd name="connsiteY363-16076" fmla="*/ 536121 h 1059043"/>
                <a:gd name="connsiteX364-16077" fmla="*/ 2525258 w 3024845"/>
                <a:gd name="connsiteY364-16078" fmla="*/ 419385 h 1059043"/>
                <a:gd name="connsiteX365-16079" fmla="*/ 2582005 w 3024845"/>
                <a:gd name="connsiteY365-16080" fmla="*/ 408576 h 1059043"/>
                <a:gd name="connsiteX366-16081" fmla="*/ 2582005 w 3024845"/>
                <a:gd name="connsiteY366-16082" fmla="*/ 409657 h 1059043"/>
                <a:gd name="connsiteX367-16083" fmla="*/ 2582005 w 3024845"/>
                <a:gd name="connsiteY367-16084" fmla="*/ 417223 h 1059043"/>
                <a:gd name="connsiteX368-16085" fmla="*/ 2608352 w 3024845"/>
                <a:gd name="connsiteY368-16086" fmla="*/ 417223 h 1059043"/>
                <a:gd name="connsiteX369-16087" fmla="*/ 2608352 w 3024845"/>
                <a:gd name="connsiteY369-16088" fmla="*/ 672313 h 1059043"/>
                <a:gd name="connsiteX370-16089" fmla="*/ 2630646 w 3024845"/>
                <a:gd name="connsiteY370-16090" fmla="*/ 672313 h 1059043"/>
                <a:gd name="connsiteX371-16091" fmla="*/ 2630646 w 3024845"/>
                <a:gd name="connsiteY371-16092" fmla="*/ 667989 h 1059043"/>
                <a:gd name="connsiteX372-16093" fmla="*/ 2642806 w 3024845"/>
                <a:gd name="connsiteY372-16094" fmla="*/ 667989 h 1059043"/>
                <a:gd name="connsiteX373-16095" fmla="*/ 2642806 w 3024845"/>
                <a:gd name="connsiteY373-16096" fmla="*/ 672313 h 1059043"/>
                <a:gd name="connsiteX374-16097" fmla="*/ 2667126 w 3024845"/>
                <a:gd name="connsiteY374-16098" fmla="*/ 672313 h 1059043"/>
                <a:gd name="connsiteX375-16099" fmla="*/ 2667126 w 3024845"/>
                <a:gd name="connsiteY375-16100" fmla="*/ 659342 h 1059043"/>
                <a:gd name="connsiteX376-16101" fmla="*/ 2695500 w 3024845"/>
                <a:gd name="connsiteY376-16102" fmla="*/ 659342 h 1059043"/>
                <a:gd name="connsiteX377-16103" fmla="*/ 2707660 w 3024845"/>
                <a:gd name="connsiteY377-16104" fmla="*/ 655018 h 1059043"/>
                <a:gd name="connsiteX378-16105" fmla="*/ 2727927 w 3024845"/>
                <a:gd name="connsiteY378-16106" fmla="*/ 659342 h 1059043"/>
                <a:gd name="connsiteX379-16107" fmla="*/ 2727927 w 3024845"/>
                <a:gd name="connsiteY379-16108" fmla="*/ 642048 h 1059043"/>
                <a:gd name="connsiteX380-16109" fmla="*/ 2736034 w 3024845"/>
                <a:gd name="connsiteY380-16110" fmla="*/ 642048 h 1059043"/>
                <a:gd name="connsiteX381-16111" fmla="*/ 2736034 w 3024845"/>
                <a:gd name="connsiteY381-16112" fmla="*/ 629077 h 1059043"/>
                <a:gd name="connsiteX382-16113" fmla="*/ 2792781 w 3024845"/>
                <a:gd name="connsiteY382-16114" fmla="*/ 629077 h 1059043"/>
                <a:gd name="connsiteX383-16115" fmla="*/ 2792781 w 3024845"/>
                <a:gd name="connsiteY383-16116" fmla="*/ 598812 h 1059043"/>
                <a:gd name="connsiteX384-16117" fmla="*/ 2811021 w 3024845"/>
                <a:gd name="connsiteY384-16118" fmla="*/ 598812 h 1059043"/>
                <a:gd name="connsiteX385-16119" fmla="*/ 2811021 w 3024845"/>
                <a:gd name="connsiteY385-16120" fmla="*/ 592327 h 1059043"/>
                <a:gd name="connsiteX386-16121" fmla="*/ 2823181 w 3024845"/>
                <a:gd name="connsiteY386-16122" fmla="*/ 592327 h 1059043"/>
                <a:gd name="connsiteX387-16123" fmla="*/ 2823181 w 3024845"/>
                <a:gd name="connsiteY387-16124" fmla="*/ 598812 h 1059043"/>
                <a:gd name="connsiteX388-16125" fmla="*/ 2839395 w 3024845"/>
                <a:gd name="connsiteY388-16126" fmla="*/ 598812 h 1059043"/>
                <a:gd name="connsiteX389-16127" fmla="*/ 2839395 w 3024845"/>
                <a:gd name="connsiteY389-16128" fmla="*/ 648533 h 1059043"/>
                <a:gd name="connsiteX390-16129" fmla="*/ 2871822 w 3024845"/>
                <a:gd name="connsiteY390-16130" fmla="*/ 648533 h 1059043"/>
                <a:gd name="connsiteX391-16131" fmla="*/ 2871822 w 3024845"/>
                <a:gd name="connsiteY391-16132" fmla="*/ 622592 h 1059043"/>
                <a:gd name="connsiteX392-16133" fmla="*/ 2910329 w 3024845"/>
                <a:gd name="connsiteY392-16134" fmla="*/ 622592 h 1059043"/>
                <a:gd name="connsiteX393-16135" fmla="*/ 2910329 w 3024845"/>
                <a:gd name="connsiteY393-16136" fmla="*/ 592327 h 1059043"/>
                <a:gd name="connsiteX394-16137" fmla="*/ 2958970 w 3024845"/>
                <a:gd name="connsiteY394-16138" fmla="*/ 592327 h 1059043"/>
                <a:gd name="connsiteX395-16139" fmla="*/ 2958970 w 3024845"/>
                <a:gd name="connsiteY395-16140" fmla="*/ 703483 h 1059043"/>
                <a:gd name="connsiteX396-16141" fmla="*/ 2958970 w 3024845"/>
                <a:gd name="connsiteY396-16142" fmla="*/ 717262 h 1059043"/>
                <a:gd name="connsiteX397-16143" fmla="*/ 3024845 w 3024845"/>
                <a:gd name="connsiteY397-16144" fmla="*/ 717262 h 1059043"/>
                <a:gd name="connsiteX398-16145" fmla="*/ 3024845 w 3024845"/>
                <a:gd name="connsiteY398-16146" fmla="*/ 1059043 h 1059043"/>
                <a:gd name="connsiteX399-16147" fmla="*/ 2054 w 3024845"/>
                <a:gd name="connsiteY399-16148" fmla="*/ 1056710 h 1059043"/>
                <a:gd name="connsiteX400-16149" fmla="*/ 0 w 3024845"/>
                <a:gd name="connsiteY400-16150" fmla="*/ 622592 h 1059043"/>
                <a:gd name="connsiteX401-16151" fmla="*/ 20267 w 3024845"/>
                <a:gd name="connsiteY401-16152" fmla="*/ 622592 h 1059043"/>
                <a:gd name="connsiteX402-16153" fmla="*/ 20774 w 3024845"/>
                <a:gd name="connsiteY402-16154" fmla="*/ 621511 h 1059043"/>
                <a:gd name="connsiteX403-16155" fmla="*/ 24320 w 3024845"/>
                <a:gd name="connsiteY403-16156" fmla="*/ 613945 h 1059043"/>
                <a:gd name="connsiteX404-16157" fmla="*/ 26094 w 3024845"/>
                <a:gd name="connsiteY404-16158" fmla="*/ 614215 h 1059043"/>
                <a:gd name="connsiteX405-16159" fmla="*/ 38507 w 3024845"/>
                <a:gd name="connsiteY405-16160" fmla="*/ 616106 h 1059043"/>
                <a:gd name="connsiteX406-16161" fmla="*/ 39014 w 3024845"/>
                <a:gd name="connsiteY406-16162" fmla="*/ 617458 h 1059043"/>
                <a:gd name="connsiteX407-16163" fmla="*/ 42560 w 3024845"/>
                <a:gd name="connsiteY407-16164" fmla="*/ 626915 h 1059043"/>
                <a:gd name="connsiteX408-16165" fmla="*/ 68907 w 3024845"/>
                <a:gd name="connsiteY408-16166" fmla="*/ 629077 h 1059043"/>
                <a:gd name="connsiteX409-16167" fmla="*/ 68907 w 3024845"/>
                <a:gd name="connsiteY409-16168" fmla="*/ 505856 h 1059043"/>
                <a:gd name="connsiteX410-16169" fmla="*/ 70934 w 3024845"/>
                <a:gd name="connsiteY410-16170" fmla="*/ 505856 h 1059043"/>
                <a:gd name="connsiteX411-16171" fmla="*/ 85121 w 3024845"/>
                <a:gd name="connsiteY411-16172" fmla="*/ 505856 h 1059043"/>
                <a:gd name="connsiteX412-16173" fmla="*/ 85121 w 3024845"/>
                <a:gd name="connsiteY412-16174" fmla="*/ 369664 h 1059043"/>
                <a:gd name="connsiteX413-16175" fmla="*/ 86894 w 3024845"/>
                <a:gd name="connsiteY413-16176" fmla="*/ 369664 h 1059043"/>
                <a:gd name="connsiteX414-16177" fmla="*/ 99308 w 3024845"/>
                <a:gd name="connsiteY414-16178" fmla="*/ 369664 h 1059043"/>
                <a:gd name="connsiteX415-16179" fmla="*/ 99308 w 3024845"/>
                <a:gd name="connsiteY415-16180" fmla="*/ 255090 h 1059043"/>
                <a:gd name="connsiteX416-16181" fmla="*/ 103361 w 3024845"/>
                <a:gd name="connsiteY416-16182" fmla="*/ 226986 h 1059043"/>
                <a:gd name="connsiteX417-16183" fmla="*/ 105388 w 3024845"/>
                <a:gd name="connsiteY417-16184" fmla="*/ 226986 h 1059043"/>
                <a:gd name="connsiteX418-16185" fmla="*/ 119575 w 3024845"/>
                <a:gd name="connsiteY418-16186" fmla="*/ 226986 h 1059043"/>
                <a:gd name="connsiteX0-16187" fmla="*/ 119575 w 3024845"/>
                <a:gd name="connsiteY0-16188" fmla="*/ 226986 h 1059043"/>
                <a:gd name="connsiteX1-16189" fmla="*/ 200642 w 3024845"/>
                <a:gd name="connsiteY1-16190" fmla="*/ 224825 h 1059043"/>
                <a:gd name="connsiteX2-16191" fmla="*/ 202669 w 3024845"/>
                <a:gd name="connsiteY2-16192" fmla="*/ 224825 h 1059043"/>
                <a:gd name="connsiteX3-16193" fmla="*/ 216856 w 3024845"/>
                <a:gd name="connsiteY3-16194" fmla="*/ 224825 h 1059043"/>
                <a:gd name="connsiteX4-16195" fmla="*/ 216856 w 3024845"/>
                <a:gd name="connsiteY4-16196" fmla="*/ 248604 h 1059043"/>
                <a:gd name="connsiteX5-16197" fmla="*/ 217363 w 3024845"/>
                <a:gd name="connsiteY5-16198" fmla="*/ 249415 h 1059043"/>
                <a:gd name="connsiteX6-16199" fmla="*/ 220909 w 3024845"/>
                <a:gd name="connsiteY6-16200" fmla="*/ 255090 h 1059043"/>
                <a:gd name="connsiteX7-16201" fmla="*/ 220909 w 3024845"/>
                <a:gd name="connsiteY7-16202" fmla="*/ 369664 h 1059043"/>
                <a:gd name="connsiteX8-16203" fmla="*/ 223189 w 3024845"/>
                <a:gd name="connsiteY8-16204" fmla="*/ 369664 h 1059043"/>
                <a:gd name="connsiteX9-16205" fmla="*/ 239150 w 3024845"/>
                <a:gd name="connsiteY9-16206" fmla="*/ 369664 h 1059043"/>
                <a:gd name="connsiteX10-16207" fmla="*/ 239150 w 3024845"/>
                <a:gd name="connsiteY10-16208" fmla="*/ 510179 h 1059043"/>
                <a:gd name="connsiteX11-16209" fmla="*/ 240670 w 3024845"/>
                <a:gd name="connsiteY11-16210" fmla="*/ 509909 h 1059043"/>
                <a:gd name="connsiteX12-16211" fmla="*/ 251310 w 3024845"/>
                <a:gd name="connsiteY12-16212" fmla="*/ 508018 h 1059043"/>
                <a:gd name="connsiteX13-16213" fmla="*/ 249283 w 3024845"/>
                <a:gd name="connsiteY13-16214" fmla="*/ 596650 h 1059043"/>
                <a:gd name="connsiteX14-16215" fmla="*/ 250803 w 3024845"/>
                <a:gd name="connsiteY14-16216" fmla="*/ 596921 h 1059043"/>
                <a:gd name="connsiteX15-16217" fmla="*/ 261443 w 3024845"/>
                <a:gd name="connsiteY15-16218" fmla="*/ 598812 h 1059043"/>
                <a:gd name="connsiteX16-16219" fmla="*/ 261696 w 3024845"/>
                <a:gd name="connsiteY16-16220" fmla="*/ 599623 h 1059043"/>
                <a:gd name="connsiteX17-16221" fmla="*/ 263470 w 3024845"/>
                <a:gd name="connsiteY17-16222" fmla="*/ 605298 h 1059043"/>
                <a:gd name="connsiteX18-16223" fmla="*/ 264230 w 3024845"/>
                <a:gd name="connsiteY18-16224" fmla="*/ 602866 h 1059043"/>
                <a:gd name="connsiteX19-16225" fmla="*/ 269550 w 3024845"/>
                <a:gd name="connsiteY19-16226" fmla="*/ 585842 h 1059043"/>
                <a:gd name="connsiteX20-16227" fmla="*/ 271323 w 3024845"/>
                <a:gd name="connsiteY20-16228" fmla="*/ 585842 h 1059043"/>
                <a:gd name="connsiteX21-16229" fmla="*/ 283737 w 3024845"/>
                <a:gd name="connsiteY21-16230" fmla="*/ 585842 h 1059043"/>
                <a:gd name="connsiteX22-16231" fmla="*/ 283737 w 3024845"/>
                <a:gd name="connsiteY22-16232" fmla="*/ 618268 h 1059043"/>
                <a:gd name="connsiteX23-16233" fmla="*/ 284750 w 3024845"/>
                <a:gd name="connsiteY23-16234" fmla="*/ 618809 h 1059043"/>
                <a:gd name="connsiteX24-16235" fmla="*/ 291844 w 3024845"/>
                <a:gd name="connsiteY24-16236" fmla="*/ 622592 h 1059043"/>
                <a:gd name="connsiteX25-16237" fmla="*/ 291844 w 3024845"/>
                <a:gd name="connsiteY25-16238" fmla="*/ 623943 h 1059043"/>
                <a:gd name="connsiteX26-16239" fmla="*/ 291844 w 3024845"/>
                <a:gd name="connsiteY26-16240" fmla="*/ 633401 h 1059043"/>
                <a:gd name="connsiteX27-16241" fmla="*/ 336431 w 3024845"/>
                <a:gd name="connsiteY27-16242" fmla="*/ 633401 h 1059043"/>
                <a:gd name="connsiteX28-16243" fmla="*/ 336431 w 3024845"/>
                <a:gd name="connsiteY28-16244" fmla="*/ 634482 h 1059043"/>
                <a:gd name="connsiteX29-16245" fmla="*/ 336431 w 3024845"/>
                <a:gd name="connsiteY29-16246" fmla="*/ 642048 h 1059043"/>
                <a:gd name="connsiteX30-16247" fmla="*/ 338457 w 3024845"/>
                <a:gd name="connsiteY30-16248" fmla="*/ 642048 h 1059043"/>
                <a:gd name="connsiteX31-16249" fmla="*/ 352644 w 3024845"/>
                <a:gd name="connsiteY31-16250" fmla="*/ 642048 h 1059043"/>
                <a:gd name="connsiteX32-16251" fmla="*/ 352644 w 3024845"/>
                <a:gd name="connsiteY32-16252" fmla="*/ 611783 h 1059043"/>
                <a:gd name="connsiteX33-16253" fmla="*/ 397231 w 3024845"/>
                <a:gd name="connsiteY33-16254" fmla="*/ 611783 h 1059043"/>
                <a:gd name="connsiteX34-16255" fmla="*/ 397231 w 3024845"/>
                <a:gd name="connsiteY34-16256" fmla="*/ 610432 h 1059043"/>
                <a:gd name="connsiteX35-16257" fmla="*/ 397231 w 3024845"/>
                <a:gd name="connsiteY35-16258" fmla="*/ 600974 h 1059043"/>
                <a:gd name="connsiteX36-16259" fmla="*/ 398245 w 3024845"/>
                <a:gd name="connsiteY36-16260" fmla="*/ 600974 h 1059043"/>
                <a:gd name="connsiteX37-16261" fmla="*/ 405338 w 3024845"/>
                <a:gd name="connsiteY37-16262" fmla="*/ 600974 h 1059043"/>
                <a:gd name="connsiteX38-16263" fmla="*/ 405338 w 3024845"/>
                <a:gd name="connsiteY38-16264" fmla="*/ 599083 h 1059043"/>
                <a:gd name="connsiteX39-16265" fmla="*/ 405338 w 3024845"/>
                <a:gd name="connsiteY39-16266" fmla="*/ 585842 h 1059043"/>
                <a:gd name="connsiteX40-16267" fmla="*/ 406098 w 3024845"/>
                <a:gd name="connsiteY40-16268" fmla="*/ 585842 h 1059043"/>
                <a:gd name="connsiteX41-16269" fmla="*/ 411418 w 3024845"/>
                <a:gd name="connsiteY41-16270" fmla="*/ 585842 h 1059043"/>
                <a:gd name="connsiteX42-16271" fmla="*/ 411418 w 3024845"/>
                <a:gd name="connsiteY42-16272" fmla="*/ 584761 h 1059043"/>
                <a:gd name="connsiteX43-16273" fmla="*/ 411418 w 3024845"/>
                <a:gd name="connsiteY43-16274" fmla="*/ 577194 h 1059043"/>
                <a:gd name="connsiteX44-16275" fmla="*/ 413445 w 3024845"/>
                <a:gd name="connsiteY44-16276" fmla="*/ 577194 h 1059043"/>
                <a:gd name="connsiteX45-16277" fmla="*/ 427632 w 3024845"/>
                <a:gd name="connsiteY45-16278" fmla="*/ 577194 h 1059043"/>
                <a:gd name="connsiteX46-16279" fmla="*/ 427632 w 3024845"/>
                <a:gd name="connsiteY46-16280" fmla="*/ 578275 h 1059043"/>
                <a:gd name="connsiteX47-16281" fmla="*/ 427632 w 3024845"/>
                <a:gd name="connsiteY47-16282" fmla="*/ 585842 h 1059043"/>
                <a:gd name="connsiteX48-16283" fmla="*/ 449925 w 3024845"/>
                <a:gd name="connsiteY48-16284" fmla="*/ 585842 h 1059043"/>
                <a:gd name="connsiteX49-16285" fmla="*/ 449925 w 3024845"/>
                <a:gd name="connsiteY49-16286" fmla="*/ 583950 h 1059043"/>
                <a:gd name="connsiteX50-16287" fmla="*/ 449925 w 3024845"/>
                <a:gd name="connsiteY50-16288" fmla="*/ 570709 h 1059043"/>
                <a:gd name="connsiteX51-16289" fmla="*/ 451699 w 3024845"/>
                <a:gd name="connsiteY51-16290" fmla="*/ 570709 h 1059043"/>
                <a:gd name="connsiteX52-16291" fmla="*/ 464112 w 3024845"/>
                <a:gd name="connsiteY52-16292" fmla="*/ 570709 h 1059043"/>
                <a:gd name="connsiteX53-16293" fmla="*/ 464112 w 3024845"/>
                <a:gd name="connsiteY53-16294" fmla="*/ 594489 h 1059043"/>
                <a:gd name="connsiteX54-16295" fmla="*/ 465126 w 3024845"/>
                <a:gd name="connsiteY54-16296" fmla="*/ 594489 h 1059043"/>
                <a:gd name="connsiteX55-16297" fmla="*/ 472219 w 3024845"/>
                <a:gd name="connsiteY55-16298" fmla="*/ 594489 h 1059043"/>
                <a:gd name="connsiteX56-16299" fmla="*/ 472219 w 3024845"/>
                <a:gd name="connsiteY56-16300" fmla="*/ 593408 h 1059043"/>
                <a:gd name="connsiteX57-16301" fmla="*/ 472219 w 3024845"/>
                <a:gd name="connsiteY57-16302" fmla="*/ 585842 h 1059043"/>
                <a:gd name="connsiteX58-16303" fmla="*/ 473992 w 3024845"/>
                <a:gd name="connsiteY58-16304" fmla="*/ 585842 h 1059043"/>
                <a:gd name="connsiteX59-16305" fmla="*/ 486406 w 3024845"/>
                <a:gd name="connsiteY59-16306" fmla="*/ 585842 h 1059043"/>
                <a:gd name="connsiteX60-16307" fmla="*/ 486406 w 3024845"/>
                <a:gd name="connsiteY60-16308" fmla="*/ 611783 h 1059043"/>
                <a:gd name="connsiteX61-16309" fmla="*/ 488433 w 3024845"/>
                <a:gd name="connsiteY61-16310" fmla="*/ 611783 h 1059043"/>
                <a:gd name="connsiteX62-16311" fmla="*/ 502619 w 3024845"/>
                <a:gd name="connsiteY62-16312" fmla="*/ 611783 h 1059043"/>
                <a:gd name="connsiteX63-16313" fmla="*/ 502619 w 3024845"/>
                <a:gd name="connsiteY63-16314" fmla="*/ 613404 h 1059043"/>
                <a:gd name="connsiteX64-16315" fmla="*/ 502619 w 3024845"/>
                <a:gd name="connsiteY64-16316" fmla="*/ 624754 h 1059043"/>
                <a:gd name="connsiteX65-16317" fmla="*/ 503379 w 3024845"/>
                <a:gd name="connsiteY65-16318" fmla="*/ 624754 h 1059043"/>
                <a:gd name="connsiteX66-16319" fmla="*/ 508700 w 3024845"/>
                <a:gd name="connsiteY66-16320" fmla="*/ 624754 h 1059043"/>
                <a:gd name="connsiteX67-16321" fmla="*/ 508700 w 3024845"/>
                <a:gd name="connsiteY67-16322" fmla="*/ 623943 h 1059043"/>
                <a:gd name="connsiteX68-16323" fmla="*/ 508700 w 3024845"/>
                <a:gd name="connsiteY68-16324" fmla="*/ 618268 h 1059043"/>
                <a:gd name="connsiteX69-16325" fmla="*/ 539100 w 3024845"/>
                <a:gd name="connsiteY69-16326" fmla="*/ 618268 h 1059043"/>
                <a:gd name="connsiteX70-16327" fmla="*/ 539100 w 3024845"/>
                <a:gd name="connsiteY70-16328" fmla="*/ 642048 h 1059043"/>
                <a:gd name="connsiteX71-16329" fmla="*/ 540113 w 3024845"/>
                <a:gd name="connsiteY71-16330" fmla="*/ 642048 h 1059043"/>
                <a:gd name="connsiteX72-16331" fmla="*/ 547207 w 3024845"/>
                <a:gd name="connsiteY72-16332" fmla="*/ 642048 h 1059043"/>
                <a:gd name="connsiteX73-16333" fmla="*/ 547207 w 3024845"/>
                <a:gd name="connsiteY73-16334" fmla="*/ 643129 h 1059043"/>
                <a:gd name="connsiteX74-16335" fmla="*/ 547207 w 3024845"/>
                <a:gd name="connsiteY74-16336" fmla="*/ 650695 h 1059043"/>
                <a:gd name="connsiteX75-16337" fmla="*/ 547967 w 3024845"/>
                <a:gd name="connsiteY75-16338" fmla="*/ 650695 h 1059043"/>
                <a:gd name="connsiteX76-16339" fmla="*/ 553287 w 3024845"/>
                <a:gd name="connsiteY76-16340" fmla="*/ 650695 h 1059043"/>
                <a:gd name="connsiteX77-16341" fmla="*/ 553287 w 3024845"/>
                <a:gd name="connsiteY77-16342" fmla="*/ 648533 h 1059043"/>
                <a:gd name="connsiteX78-16343" fmla="*/ 553287 w 3024845"/>
                <a:gd name="connsiteY78-16344" fmla="*/ 633401 h 1059043"/>
                <a:gd name="connsiteX79-16345" fmla="*/ 554300 w 3024845"/>
                <a:gd name="connsiteY79-16346" fmla="*/ 633401 h 1059043"/>
                <a:gd name="connsiteX80-16347" fmla="*/ 561394 w 3024845"/>
                <a:gd name="connsiteY80-16348" fmla="*/ 633401 h 1059043"/>
                <a:gd name="connsiteX81-16349" fmla="*/ 561394 w 3024845"/>
                <a:gd name="connsiteY81-16350" fmla="*/ 634482 h 1059043"/>
                <a:gd name="connsiteX82-16351" fmla="*/ 561394 w 3024845"/>
                <a:gd name="connsiteY82-16352" fmla="*/ 642048 h 1059043"/>
                <a:gd name="connsiteX83-16353" fmla="*/ 566714 w 3024845"/>
                <a:gd name="connsiteY83-16354" fmla="*/ 640055 h 1059043"/>
                <a:gd name="connsiteX84-16355" fmla="*/ 567474 w 3024845"/>
                <a:gd name="connsiteY84-16356" fmla="*/ 639075 h 1059043"/>
                <a:gd name="connsiteX85-16357" fmla="*/ 567474 w 3024845"/>
                <a:gd name="connsiteY85-16358" fmla="*/ 633401 h 1059043"/>
                <a:gd name="connsiteX86-16359" fmla="*/ 605981 w 3024845"/>
                <a:gd name="connsiteY86-16360" fmla="*/ 633401 h 1059043"/>
                <a:gd name="connsiteX87-16361" fmla="*/ 605981 w 3024845"/>
                <a:gd name="connsiteY87-16362" fmla="*/ 657180 h 1059043"/>
                <a:gd name="connsiteX88-16363" fmla="*/ 608007 w 3024845"/>
                <a:gd name="connsiteY88-16364" fmla="*/ 657180 h 1059043"/>
                <a:gd name="connsiteX89-16365" fmla="*/ 622194 w 3024845"/>
                <a:gd name="connsiteY89-16366" fmla="*/ 657180 h 1059043"/>
                <a:gd name="connsiteX90-16367" fmla="*/ 622194 w 3024845"/>
                <a:gd name="connsiteY90-16368" fmla="*/ 658261 h 1059043"/>
                <a:gd name="connsiteX91-16369" fmla="*/ 622194 w 3024845"/>
                <a:gd name="connsiteY91-16370" fmla="*/ 665827 h 1059043"/>
                <a:gd name="connsiteX92-16371" fmla="*/ 623968 w 3024845"/>
                <a:gd name="connsiteY92-16372" fmla="*/ 665827 h 1059043"/>
                <a:gd name="connsiteX93-16373" fmla="*/ 636381 w 3024845"/>
                <a:gd name="connsiteY93-16374" fmla="*/ 665827 h 1059043"/>
                <a:gd name="connsiteX94-16375" fmla="*/ 636381 w 3024845"/>
                <a:gd name="connsiteY94-16376" fmla="*/ 642048 h 1059043"/>
                <a:gd name="connsiteX95-16377" fmla="*/ 637394 w 3024845"/>
                <a:gd name="connsiteY95-16378" fmla="*/ 642048 h 1059043"/>
                <a:gd name="connsiteX96-16379" fmla="*/ 644488 w 3024845"/>
                <a:gd name="connsiteY96-16380" fmla="*/ 642048 h 1059043"/>
                <a:gd name="connsiteX97-16381" fmla="*/ 644488 w 3024845"/>
                <a:gd name="connsiteY97-16382" fmla="*/ 609621 h 1059043"/>
                <a:gd name="connsiteX98-16383" fmla="*/ 645501 w 3024845"/>
                <a:gd name="connsiteY98-16384" fmla="*/ 609621 h 1059043"/>
                <a:gd name="connsiteX99-16385" fmla="*/ 652595 w 3024845"/>
                <a:gd name="connsiteY99-16386" fmla="*/ 609621 h 1059043"/>
                <a:gd name="connsiteX100-16387" fmla="*/ 652595 w 3024845"/>
                <a:gd name="connsiteY100-16388" fmla="*/ 607730 h 1059043"/>
                <a:gd name="connsiteX101-16389" fmla="*/ 652595 w 3024845"/>
                <a:gd name="connsiteY101-16390" fmla="*/ 594489 h 1059043"/>
                <a:gd name="connsiteX102-16391" fmla="*/ 651328 w 3024845"/>
                <a:gd name="connsiteY102-16392" fmla="*/ 592867 h 1059043"/>
                <a:gd name="connsiteX103-16393" fmla="*/ 656648 w 3024845"/>
                <a:gd name="connsiteY103-16394" fmla="*/ 581518 h 1059043"/>
                <a:gd name="connsiteX104-16395" fmla="*/ 664755 w 3024845"/>
                <a:gd name="connsiteY104-16396" fmla="*/ 609621 h 1059043"/>
                <a:gd name="connsiteX105-16397" fmla="*/ 665515 w 3024845"/>
                <a:gd name="connsiteY105-16398" fmla="*/ 609621 h 1059043"/>
                <a:gd name="connsiteX106-16399" fmla="*/ 670835 w 3024845"/>
                <a:gd name="connsiteY106-16400" fmla="*/ 609621 h 1059043"/>
                <a:gd name="connsiteX107-16401" fmla="*/ 670835 w 3024845"/>
                <a:gd name="connsiteY107-16402" fmla="*/ 503694 h 1059043"/>
                <a:gd name="connsiteX108-16403" fmla="*/ 672355 w 3024845"/>
                <a:gd name="connsiteY108-16404" fmla="*/ 503694 h 1059043"/>
                <a:gd name="connsiteX109-16405" fmla="*/ 682995 w 3024845"/>
                <a:gd name="connsiteY109-16406" fmla="*/ 503694 h 1059043"/>
                <a:gd name="connsiteX110-16407" fmla="*/ 682995 w 3024845"/>
                <a:gd name="connsiteY110-16408" fmla="*/ 456135 h 1059043"/>
                <a:gd name="connsiteX111-16409" fmla="*/ 709342 w 3024845"/>
                <a:gd name="connsiteY111-16410" fmla="*/ 456135 h 1059043"/>
                <a:gd name="connsiteX112-16411" fmla="*/ 709342 w 3024845"/>
                <a:gd name="connsiteY112-16412" fmla="*/ 434517 h 1059043"/>
                <a:gd name="connsiteX113-16413" fmla="*/ 743796 w 3024845"/>
                <a:gd name="connsiteY113-16414" fmla="*/ 434517 h 1059043"/>
                <a:gd name="connsiteX114-16415" fmla="*/ 743796 w 3024845"/>
                <a:gd name="connsiteY114-16416" fmla="*/ 436949 h 1059043"/>
                <a:gd name="connsiteX115-16417" fmla="*/ 743796 w 3024845"/>
                <a:gd name="connsiteY115-16418" fmla="*/ 453973 h 1059043"/>
                <a:gd name="connsiteX116-16419" fmla="*/ 746076 w 3024845"/>
                <a:gd name="connsiteY116-16420" fmla="*/ 453973 h 1059043"/>
                <a:gd name="connsiteX117-16421" fmla="*/ 762036 w 3024845"/>
                <a:gd name="connsiteY117-16422" fmla="*/ 453973 h 1059043"/>
                <a:gd name="connsiteX118-16423" fmla="*/ 762036 w 3024845"/>
                <a:gd name="connsiteY118-16424" fmla="*/ 501532 h 1059043"/>
                <a:gd name="connsiteX119-16425" fmla="*/ 763049 w 3024845"/>
                <a:gd name="connsiteY119-16426" fmla="*/ 501532 h 1059043"/>
                <a:gd name="connsiteX120-16427" fmla="*/ 770143 w 3024845"/>
                <a:gd name="connsiteY120-16428" fmla="*/ 501532 h 1059043"/>
                <a:gd name="connsiteX121-16429" fmla="*/ 784330 w 3024845"/>
                <a:gd name="connsiteY121-16430" fmla="*/ 505856 h 1059043"/>
                <a:gd name="connsiteX122-16431" fmla="*/ 784330 w 3024845"/>
                <a:gd name="connsiteY122-16432" fmla="*/ 544768 h 1059043"/>
                <a:gd name="connsiteX123-16433" fmla="*/ 785343 w 3024845"/>
                <a:gd name="connsiteY123-16434" fmla="*/ 544768 h 1059043"/>
                <a:gd name="connsiteX124-16435" fmla="*/ 792436 w 3024845"/>
                <a:gd name="connsiteY124-16436" fmla="*/ 544768 h 1059043"/>
                <a:gd name="connsiteX125-16437" fmla="*/ 792436 w 3024845"/>
                <a:gd name="connsiteY125-16438" fmla="*/ 546389 h 1059043"/>
                <a:gd name="connsiteX126-16439" fmla="*/ 792436 w 3024845"/>
                <a:gd name="connsiteY126-16440" fmla="*/ 557738 h 1059043"/>
                <a:gd name="connsiteX127-16441" fmla="*/ 794463 w 3024845"/>
                <a:gd name="connsiteY127-16442" fmla="*/ 557738 h 1059043"/>
                <a:gd name="connsiteX128-16443" fmla="*/ 808650 w 3024845"/>
                <a:gd name="connsiteY128-16444" fmla="*/ 557738 h 1059043"/>
                <a:gd name="connsiteX129-16445" fmla="*/ 814730 w 3024845"/>
                <a:gd name="connsiteY129-16446" fmla="*/ 564224 h 1059043"/>
                <a:gd name="connsiteX130-16447" fmla="*/ 814730 w 3024845"/>
                <a:gd name="connsiteY130-16448" fmla="*/ 585842 h 1059043"/>
                <a:gd name="connsiteX131-16449" fmla="*/ 817010 w 3024845"/>
                <a:gd name="connsiteY131-16450" fmla="*/ 585842 h 1059043"/>
                <a:gd name="connsiteX132-16451" fmla="*/ 832970 w 3024845"/>
                <a:gd name="connsiteY132-16452" fmla="*/ 585842 h 1059043"/>
                <a:gd name="connsiteX133-16453" fmla="*/ 832970 w 3024845"/>
                <a:gd name="connsiteY133-16454" fmla="*/ 586922 h 1059043"/>
                <a:gd name="connsiteX134-16455" fmla="*/ 832970 w 3024845"/>
                <a:gd name="connsiteY134-16456" fmla="*/ 594489 h 1059043"/>
                <a:gd name="connsiteX135-16457" fmla="*/ 834237 w 3024845"/>
                <a:gd name="connsiteY135-16458" fmla="*/ 594489 h 1059043"/>
                <a:gd name="connsiteX136-16459" fmla="*/ 843104 w 3024845"/>
                <a:gd name="connsiteY136-16460" fmla="*/ 594489 h 1059043"/>
                <a:gd name="connsiteX137-16461" fmla="*/ 843104 w 3024845"/>
                <a:gd name="connsiteY137-16462" fmla="*/ 596650 h 1059043"/>
                <a:gd name="connsiteX138-16463" fmla="*/ 843104 w 3024845"/>
                <a:gd name="connsiteY138-16464" fmla="*/ 611783 h 1059043"/>
                <a:gd name="connsiteX139-16465" fmla="*/ 847157 w 3024845"/>
                <a:gd name="connsiteY139-16466" fmla="*/ 609891 h 1059043"/>
                <a:gd name="connsiteX140-16467" fmla="*/ 847157 w 3024845"/>
                <a:gd name="connsiteY140-16468" fmla="*/ 596650 h 1059043"/>
                <a:gd name="connsiteX141-16469" fmla="*/ 848170 w 3024845"/>
                <a:gd name="connsiteY141-16470" fmla="*/ 596650 h 1059043"/>
                <a:gd name="connsiteX142-16471" fmla="*/ 855264 w 3024845"/>
                <a:gd name="connsiteY142-16472" fmla="*/ 596650 h 1059043"/>
                <a:gd name="connsiteX143-16473" fmla="*/ 855264 w 3024845"/>
                <a:gd name="connsiteY143-16474" fmla="*/ 598272 h 1059043"/>
                <a:gd name="connsiteX144-16475" fmla="*/ 855264 w 3024845"/>
                <a:gd name="connsiteY144-16476" fmla="*/ 609621 h 1059043"/>
                <a:gd name="connsiteX145-16477" fmla="*/ 856024 w 3024845"/>
                <a:gd name="connsiteY145-16478" fmla="*/ 609621 h 1059043"/>
                <a:gd name="connsiteX146-16479" fmla="*/ 861344 w 3024845"/>
                <a:gd name="connsiteY146-16480" fmla="*/ 609621 h 1059043"/>
                <a:gd name="connsiteX147-16481" fmla="*/ 909984 w 3024845"/>
                <a:gd name="connsiteY147-16482" fmla="*/ 605298 h 1059043"/>
                <a:gd name="connsiteX148-16483" fmla="*/ 909984 w 3024845"/>
                <a:gd name="connsiteY148-16484" fmla="*/ 606649 h 1059043"/>
                <a:gd name="connsiteX149-16485" fmla="*/ 909984 w 3024845"/>
                <a:gd name="connsiteY149-16486" fmla="*/ 616106 h 1059043"/>
                <a:gd name="connsiteX150-16487" fmla="*/ 910744 w 3024845"/>
                <a:gd name="connsiteY150-16488" fmla="*/ 616106 h 1059043"/>
                <a:gd name="connsiteX151-16489" fmla="*/ 916065 w 3024845"/>
                <a:gd name="connsiteY151-16490" fmla="*/ 616106 h 1059043"/>
                <a:gd name="connsiteX152-16491" fmla="*/ 916065 w 3024845"/>
                <a:gd name="connsiteY152-16492" fmla="*/ 618268 h 1059043"/>
                <a:gd name="connsiteX153-16493" fmla="*/ 916065 w 3024845"/>
                <a:gd name="connsiteY153-16494" fmla="*/ 633401 h 1059043"/>
                <a:gd name="connsiteX154-16495" fmla="*/ 918091 w 3024845"/>
                <a:gd name="connsiteY154-16496" fmla="*/ 632050 h 1059043"/>
                <a:gd name="connsiteX155-16497" fmla="*/ 932278 w 3024845"/>
                <a:gd name="connsiteY155-16498" fmla="*/ 622592 h 1059043"/>
                <a:gd name="connsiteX156-16499" fmla="*/ 938358 w 3024845"/>
                <a:gd name="connsiteY156-16500" fmla="*/ 581518 h 1059043"/>
                <a:gd name="connsiteX157-16501" fmla="*/ 939118 w 3024845"/>
                <a:gd name="connsiteY157-16502" fmla="*/ 581248 h 1059043"/>
                <a:gd name="connsiteX158-16503" fmla="*/ 944438 w 3024845"/>
                <a:gd name="connsiteY158-16504" fmla="*/ 579356 h 1059043"/>
                <a:gd name="connsiteX159-16505" fmla="*/ 946465 w 3024845"/>
                <a:gd name="connsiteY159-16506" fmla="*/ 510179 h 1059043"/>
                <a:gd name="connsiteX160-16507" fmla="*/ 948492 w 3024845"/>
                <a:gd name="connsiteY160-16508" fmla="*/ 579356 h 1059043"/>
                <a:gd name="connsiteX161-16509" fmla="*/ 949252 w 3024845"/>
                <a:gd name="connsiteY161-16510" fmla="*/ 579626 h 1059043"/>
                <a:gd name="connsiteX162-16511" fmla="*/ 954572 w 3024845"/>
                <a:gd name="connsiteY162-16512" fmla="*/ 581518 h 1059043"/>
                <a:gd name="connsiteX163-16513" fmla="*/ 954572 w 3024845"/>
                <a:gd name="connsiteY163-16514" fmla="*/ 495047 h 1059043"/>
                <a:gd name="connsiteX164-16515" fmla="*/ 958625 w 3024845"/>
                <a:gd name="connsiteY164-16516" fmla="*/ 462620 h 1059043"/>
                <a:gd name="connsiteX165-16517" fmla="*/ 997132 w 3024845"/>
                <a:gd name="connsiteY165-16518" fmla="*/ 462620 h 1059043"/>
                <a:gd name="connsiteX166-16519" fmla="*/ 997132 w 3024845"/>
                <a:gd name="connsiteY166-16520" fmla="*/ 495047 h 1059043"/>
                <a:gd name="connsiteX167-16521" fmla="*/ 997892 w 3024845"/>
                <a:gd name="connsiteY167-16522" fmla="*/ 495047 h 1059043"/>
                <a:gd name="connsiteX168-16523" fmla="*/ 1003212 w 3024845"/>
                <a:gd name="connsiteY168-16524" fmla="*/ 495047 h 1059043"/>
                <a:gd name="connsiteX169-16525" fmla="*/ 1003212 w 3024845"/>
                <a:gd name="connsiteY169-16526" fmla="*/ 412899 h 1059043"/>
                <a:gd name="connsiteX170-16527" fmla="*/ 1004986 w 3024845"/>
                <a:gd name="connsiteY170-16528" fmla="*/ 412899 h 1059043"/>
                <a:gd name="connsiteX171-16529" fmla="*/ 1017399 w 3024845"/>
                <a:gd name="connsiteY171-16530" fmla="*/ 412899 h 1059043"/>
                <a:gd name="connsiteX172-16531" fmla="*/ 1017399 w 3024845"/>
                <a:gd name="connsiteY172-16532" fmla="*/ 411008 h 1059043"/>
                <a:gd name="connsiteX173-16533" fmla="*/ 1017399 w 3024845"/>
                <a:gd name="connsiteY173-16534" fmla="*/ 397767 h 1059043"/>
                <a:gd name="connsiteX174-16535" fmla="*/ 1039693 w 3024845"/>
                <a:gd name="connsiteY174-16536" fmla="*/ 397767 h 1059043"/>
                <a:gd name="connsiteX175-16537" fmla="*/ 1039693 w 3024845"/>
                <a:gd name="connsiteY175-16538" fmla="*/ 396686 h 1059043"/>
                <a:gd name="connsiteX176-16539" fmla="*/ 1039693 w 3024845"/>
                <a:gd name="connsiteY176-16540" fmla="*/ 389120 h 1059043"/>
                <a:gd name="connsiteX177-16541" fmla="*/ 1041466 w 3024845"/>
                <a:gd name="connsiteY177-16542" fmla="*/ 389120 h 1059043"/>
                <a:gd name="connsiteX178-16543" fmla="*/ 1053880 w 3024845"/>
                <a:gd name="connsiteY178-16544" fmla="*/ 389120 h 1059043"/>
                <a:gd name="connsiteX179-16545" fmla="*/ 1053880 w 3024845"/>
                <a:gd name="connsiteY179-16546" fmla="*/ 390201 h 1059043"/>
                <a:gd name="connsiteX180-16547" fmla="*/ 1053880 w 3024845"/>
                <a:gd name="connsiteY180-16548" fmla="*/ 397767 h 1059043"/>
                <a:gd name="connsiteX181-16549" fmla="*/ 1054640 w 3024845"/>
                <a:gd name="connsiteY181-16550" fmla="*/ 397767 h 1059043"/>
                <a:gd name="connsiteX182-16551" fmla="*/ 1059960 w 3024845"/>
                <a:gd name="connsiteY182-16552" fmla="*/ 397767 h 1059043"/>
                <a:gd name="connsiteX183-16553" fmla="*/ 1070093 w 3024845"/>
                <a:gd name="connsiteY183-16554" fmla="*/ 393443 h 1059043"/>
                <a:gd name="connsiteX184-16555" fmla="*/ 1074146 w 3024845"/>
                <a:gd name="connsiteY184-16556" fmla="*/ 396686 h 1059043"/>
                <a:gd name="connsiteX185-16557" fmla="*/ 1074146 w 3024845"/>
                <a:gd name="connsiteY185-16558" fmla="*/ 389120 h 1059043"/>
                <a:gd name="connsiteX186-16559" fmla="*/ 1076426 w 3024845"/>
                <a:gd name="connsiteY186-16560" fmla="*/ 389120 h 1059043"/>
                <a:gd name="connsiteX187-16561" fmla="*/ 1092387 w 3024845"/>
                <a:gd name="connsiteY187-16562" fmla="*/ 389120 h 1059043"/>
                <a:gd name="connsiteX188-16563" fmla="*/ 1092387 w 3024845"/>
                <a:gd name="connsiteY188-16564" fmla="*/ 390201 h 1059043"/>
                <a:gd name="connsiteX189-16565" fmla="*/ 1092387 w 3024845"/>
                <a:gd name="connsiteY189-16566" fmla="*/ 397767 h 1059043"/>
                <a:gd name="connsiteX190-16567" fmla="*/ 1122787 w 3024845"/>
                <a:gd name="connsiteY190-16568" fmla="*/ 397767 h 1059043"/>
                <a:gd name="connsiteX191-16569" fmla="*/ 1122787 w 3024845"/>
                <a:gd name="connsiteY191-16570" fmla="*/ 399388 h 1059043"/>
                <a:gd name="connsiteX192-16571" fmla="*/ 1122787 w 3024845"/>
                <a:gd name="connsiteY192-16572" fmla="*/ 410738 h 1059043"/>
                <a:gd name="connsiteX193-16573" fmla="*/ 1149134 w 3024845"/>
                <a:gd name="connsiteY193-16574" fmla="*/ 410738 h 1059043"/>
                <a:gd name="connsiteX194-16575" fmla="*/ 1149134 w 3024845"/>
                <a:gd name="connsiteY194-16576" fmla="*/ 441002 h 1059043"/>
                <a:gd name="connsiteX195-16577" fmla="*/ 1149894 w 3024845"/>
                <a:gd name="connsiteY195-16578" fmla="*/ 441002 h 1059043"/>
                <a:gd name="connsiteX196-16579" fmla="*/ 1155214 w 3024845"/>
                <a:gd name="connsiteY196-16580" fmla="*/ 441002 h 1059043"/>
                <a:gd name="connsiteX197-16581" fmla="*/ 1155214 w 3024845"/>
                <a:gd name="connsiteY197-16582" fmla="*/ 442083 h 1059043"/>
                <a:gd name="connsiteX198-16583" fmla="*/ 1155214 w 3024845"/>
                <a:gd name="connsiteY198-16584" fmla="*/ 449650 h 1059043"/>
                <a:gd name="connsiteX199-16585" fmla="*/ 1159268 w 3024845"/>
                <a:gd name="connsiteY199-16586" fmla="*/ 479914 h 1059043"/>
                <a:gd name="connsiteX200-16587" fmla="*/ 1160028 w 3024845"/>
                <a:gd name="connsiteY200-16588" fmla="*/ 479914 h 1059043"/>
                <a:gd name="connsiteX201-16589" fmla="*/ 1165348 w 3024845"/>
                <a:gd name="connsiteY201-16590" fmla="*/ 479914 h 1059043"/>
                <a:gd name="connsiteX202-16591" fmla="*/ 1165348 w 3024845"/>
                <a:gd name="connsiteY202-16592" fmla="*/ 480725 h 1059043"/>
                <a:gd name="connsiteX203-16593" fmla="*/ 1165348 w 3024845"/>
                <a:gd name="connsiteY203-16594" fmla="*/ 486400 h 1059043"/>
                <a:gd name="connsiteX204-16595" fmla="*/ 1166361 w 3024845"/>
                <a:gd name="connsiteY204-16596" fmla="*/ 486400 h 1059043"/>
                <a:gd name="connsiteX205-16597" fmla="*/ 1173454 w 3024845"/>
                <a:gd name="connsiteY205-16598" fmla="*/ 486400 h 1059043"/>
                <a:gd name="connsiteX206-16599" fmla="*/ 1173454 w 3024845"/>
                <a:gd name="connsiteY206-16600" fmla="*/ 516665 h 1059043"/>
                <a:gd name="connsiteX207-16601" fmla="*/ 1175481 w 3024845"/>
                <a:gd name="connsiteY207-16602" fmla="*/ 516665 h 1059043"/>
                <a:gd name="connsiteX208-16603" fmla="*/ 1189668 w 3024845"/>
                <a:gd name="connsiteY208-16604" fmla="*/ 516665 h 1059043"/>
                <a:gd name="connsiteX209-16605" fmla="*/ 1189668 w 3024845"/>
                <a:gd name="connsiteY209-16606" fmla="*/ 540444 h 1059043"/>
                <a:gd name="connsiteX210-16607" fmla="*/ 1191695 w 3024845"/>
                <a:gd name="connsiteY210-16608" fmla="*/ 542065 h 1059043"/>
                <a:gd name="connsiteX211-16609" fmla="*/ 1191695 w 3024845"/>
                <a:gd name="connsiteY211-16610" fmla="*/ 553415 h 1059043"/>
                <a:gd name="connsiteX212-16611" fmla="*/ 1192455 w 3024845"/>
                <a:gd name="connsiteY212-16612" fmla="*/ 553415 h 1059043"/>
                <a:gd name="connsiteX213-16613" fmla="*/ 1197775 w 3024845"/>
                <a:gd name="connsiteY213-16614" fmla="*/ 553415 h 1059043"/>
                <a:gd name="connsiteX214-16615" fmla="*/ 1197775 w 3024845"/>
                <a:gd name="connsiteY214-16616" fmla="*/ 577194 h 1059043"/>
                <a:gd name="connsiteX215-16617" fmla="*/ 1199041 w 3024845"/>
                <a:gd name="connsiteY215-16618" fmla="*/ 577194 h 1059043"/>
                <a:gd name="connsiteX216-16619" fmla="*/ 1207908 w 3024845"/>
                <a:gd name="connsiteY216-16620" fmla="*/ 577194 h 1059043"/>
                <a:gd name="connsiteX217-16621" fmla="*/ 1209935 w 3024845"/>
                <a:gd name="connsiteY217-16622" fmla="*/ 581248 h 1059043"/>
                <a:gd name="connsiteX218-16623" fmla="*/ 1209935 w 3024845"/>
                <a:gd name="connsiteY218-16624" fmla="*/ 594489 h 1059043"/>
                <a:gd name="connsiteX219-16625" fmla="*/ 1211455 w 3024845"/>
                <a:gd name="connsiteY219-16626" fmla="*/ 592597 h 1059043"/>
                <a:gd name="connsiteX220-16627" fmla="*/ 1222095 w 3024845"/>
                <a:gd name="connsiteY220-16628" fmla="*/ 579356 h 1059043"/>
                <a:gd name="connsiteX221-16629" fmla="*/ 1250469 w 3024845"/>
                <a:gd name="connsiteY221-16630" fmla="*/ 579356 h 1059043"/>
                <a:gd name="connsiteX222-16631" fmla="*/ 1250469 w 3024845"/>
                <a:gd name="connsiteY222-16632" fmla="*/ 665827 h 1059043"/>
                <a:gd name="connsiteX223-16633" fmla="*/ 1251229 w 3024845"/>
                <a:gd name="connsiteY223-16634" fmla="*/ 665827 h 1059043"/>
                <a:gd name="connsiteX224-16635" fmla="*/ 1256549 w 3024845"/>
                <a:gd name="connsiteY224-16636" fmla="*/ 665827 h 1059043"/>
                <a:gd name="connsiteX225-16637" fmla="*/ 1257309 w 3024845"/>
                <a:gd name="connsiteY225-16638" fmla="*/ 664476 h 1059043"/>
                <a:gd name="connsiteX226-16639" fmla="*/ 1262629 w 3024845"/>
                <a:gd name="connsiteY226-16640" fmla="*/ 655018 h 1059043"/>
                <a:gd name="connsiteX227-16641" fmla="*/ 1262629 w 3024845"/>
                <a:gd name="connsiteY227-16642" fmla="*/ 656910 h 1059043"/>
                <a:gd name="connsiteX228-16643" fmla="*/ 1262629 w 3024845"/>
                <a:gd name="connsiteY228-16644" fmla="*/ 670151 h 1059043"/>
                <a:gd name="connsiteX229-16645" fmla="*/ 1266682 w 3024845"/>
                <a:gd name="connsiteY229-16646" fmla="*/ 624754 h 1059043"/>
                <a:gd name="connsiteX230-16647" fmla="*/ 1267442 w 3024845"/>
                <a:gd name="connsiteY230-16648" fmla="*/ 624754 h 1059043"/>
                <a:gd name="connsiteX231-16649" fmla="*/ 1272762 w 3024845"/>
                <a:gd name="connsiteY231-16650" fmla="*/ 624754 h 1059043"/>
                <a:gd name="connsiteX232-16651" fmla="*/ 1272762 w 3024845"/>
                <a:gd name="connsiteY232-16652" fmla="*/ 559900 h 1059043"/>
                <a:gd name="connsiteX233-16653" fmla="*/ 1273776 w 3024845"/>
                <a:gd name="connsiteY233-16654" fmla="*/ 559900 h 1059043"/>
                <a:gd name="connsiteX234-16655" fmla="*/ 1280869 w 3024845"/>
                <a:gd name="connsiteY234-16656" fmla="*/ 559900 h 1059043"/>
                <a:gd name="connsiteX235-16657" fmla="*/ 1293029 w 3024845"/>
                <a:gd name="connsiteY235-16658" fmla="*/ 516665 h 1059043"/>
                <a:gd name="connsiteX236-16659" fmla="*/ 1294296 w 3024845"/>
                <a:gd name="connsiteY236-16660" fmla="*/ 516665 h 1059043"/>
                <a:gd name="connsiteX237-16661" fmla="*/ 1303163 w 3024845"/>
                <a:gd name="connsiteY237-16662" fmla="*/ 516665 h 1059043"/>
                <a:gd name="connsiteX238-16663" fmla="*/ 1313296 w 3024845"/>
                <a:gd name="connsiteY238-16664" fmla="*/ 559900 h 1059043"/>
                <a:gd name="connsiteX239-16665" fmla="*/ 1314309 w 3024845"/>
                <a:gd name="connsiteY239-16666" fmla="*/ 559900 h 1059043"/>
                <a:gd name="connsiteX240-16667" fmla="*/ 1321403 w 3024845"/>
                <a:gd name="connsiteY240-16668" fmla="*/ 559900 h 1059043"/>
                <a:gd name="connsiteX241-16669" fmla="*/ 1321403 w 3024845"/>
                <a:gd name="connsiteY241-16670" fmla="*/ 598812 h 1059043"/>
                <a:gd name="connsiteX242-16671" fmla="*/ 1323176 w 3024845"/>
                <a:gd name="connsiteY242-16672" fmla="*/ 598812 h 1059043"/>
                <a:gd name="connsiteX243-16673" fmla="*/ 1335590 w 3024845"/>
                <a:gd name="connsiteY243-16674" fmla="*/ 598812 h 1059043"/>
                <a:gd name="connsiteX244-16675" fmla="*/ 1335590 w 3024845"/>
                <a:gd name="connsiteY244-16676" fmla="*/ 600974 h 1059043"/>
                <a:gd name="connsiteX245-16677" fmla="*/ 1335590 w 3024845"/>
                <a:gd name="connsiteY245-16678" fmla="*/ 616106 h 1059043"/>
                <a:gd name="connsiteX246-16679" fmla="*/ 1339643 w 3024845"/>
                <a:gd name="connsiteY246-16680" fmla="*/ 613945 h 1059043"/>
                <a:gd name="connsiteX247-16681" fmla="*/ 1339643 w 3024845"/>
                <a:gd name="connsiteY247-16682" fmla="*/ 598812 h 1059043"/>
                <a:gd name="connsiteX248-16683" fmla="*/ 1341163 w 3024845"/>
                <a:gd name="connsiteY248-16684" fmla="*/ 598812 h 1059043"/>
                <a:gd name="connsiteX249-16685" fmla="*/ 1351803 w 3024845"/>
                <a:gd name="connsiteY249-16686" fmla="*/ 598812 h 1059043"/>
                <a:gd name="connsiteX250-16687" fmla="*/ 1351803 w 3024845"/>
                <a:gd name="connsiteY250-16688" fmla="*/ 600433 h 1059043"/>
                <a:gd name="connsiteX251-16689" fmla="*/ 1351803 w 3024845"/>
                <a:gd name="connsiteY251-16690" fmla="*/ 611783 h 1059043"/>
                <a:gd name="connsiteX252-16691" fmla="*/ 1382204 w 3024845"/>
                <a:gd name="connsiteY252-16692" fmla="*/ 611783 h 1059043"/>
                <a:gd name="connsiteX253-16693" fmla="*/ 1382204 w 3024845"/>
                <a:gd name="connsiteY253-16694" fmla="*/ 575033 h 1059043"/>
                <a:gd name="connsiteX254-16695" fmla="*/ 1383470 w 3024845"/>
                <a:gd name="connsiteY254-16696" fmla="*/ 575033 h 1059043"/>
                <a:gd name="connsiteX255-16697" fmla="*/ 1392337 w 3024845"/>
                <a:gd name="connsiteY255-16698" fmla="*/ 575033 h 1059043"/>
                <a:gd name="connsiteX256-16699" fmla="*/ 1392337 w 3024845"/>
                <a:gd name="connsiteY256-16700" fmla="*/ 596650 h 1059043"/>
                <a:gd name="connsiteX257-16701" fmla="*/ 1394364 w 3024845"/>
                <a:gd name="connsiteY257-16702" fmla="*/ 564224 h 1059043"/>
                <a:gd name="connsiteX258-16703" fmla="*/ 1416657 w 3024845"/>
                <a:gd name="connsiteY258-16704" fmla="*/ 564224 h 1059043"/>
                <a:gd name="connsiteX259-16705" fmla="*/ 1416657 w 3024845"/>
                <a:gd name="connsiteY259-16706" fmla="*/ 562602 h 1059043"/>
                <a:gd name="connsiteX260-16707" fmla="*/ 1416657 w 3024845"/>
                <a:gd name="connsiteY260-16708" fmla="*/ 551253 h 1059043"/>
                <a:gd name="connsiteX261-16709" fmla="*/ 1417417 w 3024845"/>
                <a:gd name="connsiteY261-16710" fmla="*/ 551253 h 1059043"/>
                <a:gd name="connsiteX262-16711" fmla="*/ 1422737 w 3024845"/>
                <a:gd name="connsiteY262-16712" fmla="*/ 551253 h 1059043"/>
                <a:gd name="connsiteX263-16713" fmla="*/ 1422737 w 3024845"/>
                <a:gd name="connsiteY263-16714" fmla="*/ 549362 h 1059043"/>
                <a:gd name="connsiteX264-16715" fmla="*/ 1422737 w 3024845"/>
                <a:gd name="connsiteY264-16716" fmla="*/ 536121 h 1059043"/>
                <a:gd name="connsiteX265-16717" fmla="*/ 1426791 w 3024845"/>
                <a:gd name="connsiteY265-16718" fmla="*/ 542606 h 1059043"/>
                <a:gd name="connsiteX266-16719" fmla="*/ 1429071 w 3024845"/>
                <a:gd name="connsiteY266-16720" fmla="*/ 542606 h 1059043"/>
                <a:gd name="connsiteX267-16721" fmla="*/ 1445031 w 3024845"/>
                <a:gd name="connsiteY267-16722" fmla="*/ 542606 h 1059043"/>
                <a:gd name="connsiteX268-16723" fmla="*/ 1445031 w 3024845"/>
                <a:gd name="connsiteY268-16724" fmla="*/ 541795 h 1059043"/>
                <a:gd name="connsiteX269-16725" fmla="*/ 1445031 w 3024845"/>
                <a:gd name="connsiteY269-16726" fmla="*/ 536121 h 1059043"/>
                <a:gd name="connsiteX270-16727" fmla="*/ 1445791 w 3024845"/>
                <a:gd name="connsiteY270-16728" fmla="*/ 536121 h 1059043"/>
                <a:gd name="connsiteX271-16729" fmla="*/ 1451111 w 3024845"/>
                <a:gd name="connsiteY271-16730" fmla="*/ 536121 h 1059043"/>
                <a:gd name="connsiteX272-16731" fmla="*/ 1451111 w 3024845"/>
                <a:gd name="connsiteY272-16732" fmla="*/ 537472 h 1059043"/>
                <a:gd name="connsiteX273-16733" fmla="*/ 1451111 w 3024845"/>
                <a:gd name="connsiteY273-16734" fmla="*/ 546930 h 1059043"/>
                <a:gd name="connsiteX274-16735" fmla="*/ 1489618 w 3024845"/>
                <a:gd name="connsiteY274-16736" fmla="*/ 546930 h 1059043"/>
                <a:gd name="connsiteX275-16737" fmla="*/ 1489618 w 3024845"/>
                <a:gd name="connsiteY275-16738" fmla="*/ 685283 h 1059043"/>
                <a:gd name="connsiteX276-16739" fmla="*/ 1491138 w 3024845"/>
                <a:gd name="connsiteY276-16740" fmla="*/ 685283 h 1059043"/>
                <a:gd name="connsiteX277-16741" fmla="*/ 1501778 w 3024845"/>
                <a:gd name="connsiteY277-16742" fmla="*/ 685283 h 1059043"/>
                <a:gd name="connsiteX278-16743" fmla="*/ 1501778 w 3024845"/>
                <a:gd name="connsiteY278-16744" fmla="*/ 672313 h 1059043"/>
                <a:gd name="connsiteX279-16745" fmla="*/ 1505832 w 3024845"/>
                <a:gd name="connsiteY279-16746" fmla="*/ 672313 h 1059043"/>
                <a:gd name="connsiteX280-16747" fmla="*/ 1505832 w 3024845"/>
                <a:gd name="connsiteY280-16748" fmla="*/ 685283 h 1059043"/>
                <a:gd name="connsiteX281-16749" fmla="*/ 1536232 w 3024845"/>
                <a:gd name="connsiteY281-16750" fmla="*/ 685283 h 1059043"/>
                <a:gd name="connsiteX282-16751" fmla="*/ 1536232 w 3024845"/>
                <a:gd name="connsiteY282-16752" fmla="*/ 655018 h 1059043"/>
                <a:gd name="connsiteX283-16753" fmla="*/ 1548392 w 3024845"/>
                <a:gd name="connsiteY283-16754" fmla="*/ 655018 h 1059043"/>
                <a:gd name="connsiteX284-16755" fmla="*/ 1560552 w 3024845"/>
                <a:gd name="connsiteY284-16756" fmla="*/ 652857 h 1059043"/>
                <a:gd name="connsiteX285-16757" fmla="*/ 1564606 w 3024845"/>
                <a:gd name="connsiteY285-16758" fmla="*/ 655018 h 1059043"/>
                <a:gd name="connsiteX286-16759" fmla="*/ 1574739 w 3024845"/>
                <a:gd name="connsiteY286-16760" fmla="*/ 655018 h 1059043"/>
                <a:gd name="connsiteX287-16761" fmla="*/ 1574739 w 3024845"/>
                <a:gd name="connsiteY287-16762" fmla="*/ 685283 h 1059043"/>
                <a:gd name="connsiteX288-16763" fmla="*/ 1582846 w 3024845"/>
                <a:gd name="connsiteY288-16764" fmla="*/ 685283 h 1059043"/>
                <a:gd name="connsiteX289-16765" fmla="*/ 1582846 w 3024845"/>
                <a:gd name="connsiteY289-16766" fmla="*/ 702578 h 1059043"/>
                <a:gd name="connsiteX290-16767" fmla="*/ 1592182 w 3024845"/>
                <a:gd name="connsiteY290-16768" fmla="*/ 703483 h 1059043"/>
                <a:gd name="connsiteX291-16769" fmla="*/ 1605140 w 3024845"/>
                <a:gd name="connsiteY291-16770" fmla="*/ 703483 h 1059043"/>
                <a:gd name="connsiteX292-16771" fmla="*/ 1605140 w 3024845"/>
                <a:gd name="connsiteY292-16772" fmla="*/ 687445 h 1059043"/>
                <a:gd name="connsiteX293-16773" fmla="*/ 1673096 w 3024845"/>
                <a:gd name="connsiteY293-16774" fmla="*/ 687445 h 1059043"/>
                <a:gd name="connsiteX294-16775" fmla="*/ 1673096 w 3024845"/>
                <a:gd name="connsiteY294-16776" fmla="*/ 602192 h 1059043"/>
                <a:gd name="connsiteX295-16777" fmla="*/ 1745104 w 3024845"/>
                <a:gd name="connsiteY295-16778" fmla="*/ 602192 h 1059043"/>
                <a:gd name="connsiteX296-16779" fmla="*/ 1745104 w 3024845"/>
                <a:gd name="connsiteY296-16780" fmla="*/ 680960 h 1059043"/>
                <a:gd name="connsiteX297-16781" fmla="*/ 1747008 w 3024845"/>
                <a:gd name="connsiteY297-16782" fmla="*/ 680960 h 1059043"/>
                <a:gd name="connsiteX298-16783" fmla="*/ 1748250 w 3024845"/>
                <a:gd name="connsiteY298-16784" fmla="*/ 703483 h 1059043"/>
                <a:gd name="connsiteX299-16785" fmla="*/ 1757926 w 3024845"/>
                <a:gd name="connsiteY299-16786" fmla="*/ 703483 h 1059043"/>
                <a:gd name="connsiteX300-16787" fmla="*/ 1759168 w 3024845"/>
                <a:gd name="connsiteY300-16788" fmla="*/ 680960 h 1059043"/>
                <a:gd name="connsiteX301-16789" fmla="*/ 1765248 w 3024845"/>
                <a:gd name="connsiteY301-16790" fmla="*/ 680960 h 1059043"/>
                <a:gd name="connsiteX302-16791" fmla="*/ 1766490 w 3024845"/>
                <a:gd name="connsiteY302-16792" fmla="*/ 703483 h 1059043"/>
                <a:gd name="connsiteX303-16793" fmla="*/ 1817112 w 3024845"/>
                <a:gd name="connsiteY303-16794" fmla="*/ 703483 h 1059043"/>
                <a:gd name="connsiteX304-16795" fmla="*/ 1817112 w 3024845"/>
                <a:gd name="connsiteY304-16796" fmla="*/ 540455 h 1059043"/>
                <a:gd name="connsiteX305-16797" fmla="*/ 2014439 w 3024845"/>
                <a:gd name="connsiteY305-16798" fmla="*/ 540455 h 1059043"/>
                <a:gd name="connsiteX306-16799" fmla="*/ 2014439 w 3024845"/>
                <a:gd name="connsiteY306-16800" fmla="*/ 703483 h 1059043"/>
                <a:gd name="connsiteX307-16801" fmla="*/ 2033136 w 3024845"/>
                <a:gd name="connsiteY307-16802" fmla="*/ 703483 h 1059043"/>
                <a:gd name="connsiteX308-16803" fmla="*/ 2033136 w 3024845"/>
                <a:gd name="connsiteY308-16804" fmla="*/ 620790 h 1059043"/>
                <a:gd name="connsiteX309-16805" fmla="*/ 2128256 w 3024845"/>
                <a:gd name="connsiteY309-16806" fmla="*/ 620790 h 1059043"/>
                <a:gd name="connsiteX310-16807" fmla="*/ 2140186 w 3024845"/>
                <a:gd name="connsiteY310-16808" fmla="*/ 302649 h 1059043"/>
                <a:gd name="connsiteX311-16809" fmla="*/ 2128026 w 3024845"/>
                <a:gd name="connsiteY311-16810" fmla="*/ 281031 h 1059043"/>
                <a:gd name="connsiteX312-16811" fmla="*/ 2121946 w 3024845"/>
                <a:gd name="connsiteY312-16812" fmla="*/ 276707 h 1059043"/>
                <a:gd name="connsiteX313-16813" fmla="*/ 2130053 w 3024845"/>
                <a:gd name="connsiteY313-16814" fmla="*/ 252928 h 1059043"/>
                <a:gd name="connsiteX314-16815" fmla="*/ 2130053 w 3024845"/>
                <a:gd name="connsiteY314-16816" fmla="*/ 235634 h 1059043"/>
                <a:gd name="connsiteX315-16817" fmla="*/ 2144240 w 3024845"/>
                <a:gd name="connsiteY315-16818" fmla="*/ 235634 h 1059043"/>
                <a:gd name="connsiteX316-16819" fmla="*/ 2144240 w 3024845"/>
                <a:gd name="connsiteY316-16820" fmla="*/ 214016 h 1059043"/>
                <a:gd name="connsiteX317-16821" fmla="*/ 2146266 w 3024845"/>
                <a:gd name="connsiteY317-16822" fmla="*/ 209692 h 1059043"/>
                <a:gd name="connsiteX318-16823" fmla="*/ 2146266 w 3024845"/>
                <a:gd name="connsiteY318-16824" fmla="*/ 131868 h 1059043"/>
                <a:gd name="connsiteX319-16825" fmla="*/ 2144240 w 3024845"/>
                <a:gd name="connsiteY319-16826" fmla="*/ 125383 h 1059043"/>
                <a:gd name="connsiteX320-16827" fmla="*/ 2150320 w 3024845"/>
                <a:gd name="connsiteY320-16828" fmla="*/ 118897 h 1059043"/>
                <a:gd name="connsiteX321-16829" fmla="*/ 2150320 w 3024845"/>
                <a:gd name="connsiteY321-16830" fmla="*/ 60529 h 1059043"/>
                <a:gd name="connsiteX322-16831" fmla="*/ 2152346 w 3024845"/>
                <a:gd name="connsiteY322-16832" fmla="*/ 56206 h 1059043"/>
                <a:gd name="connsiteX323-16833" fmla="*/ 2152346 w 3024845"/>
                <a:gd name="connsiteY323-16834" fmla="*/ 0 h 1059043"/>
                <a:gd name="connsiteX324-16835" fmla="*/ 2162480 w 3024845"/>
                <a:gd name="connsiteY324-16836" fmla="*/ 118897 h 1059043"/>
                <a:gd name="connsiteX325-16837" fmla="*/ 2168560 w 3024845"/>
                <a:gd name="connsiteY325-16838" fmla="*/ 125383 h 1059043"/>
                <a:gd name="connsiteX326-16839" fmla="*/ 2166533 w 3024845"/>
                <a:gd name="connsiteY326-16840" fmla="*/ 131868 h 1059043"/>
                <a:gd name="connsiteX327-16841" fmla="*/ 2166533 w 3024845"/>
                <a:gd name="connsiteY327-16842" fmla="*/ 209692 h 1059043"/>
                <a:gd name="connsiteX328-16843" fmla="*/ 2168560 w 3024845"/>
                <a:gd name="connsiteY328-16844" fmla="*/ 214016 h 1059043"/>
                <a:gd name="connsiteX329-16845" fmla="*/ 2168560 w 3024845"/>
                <a:gd name="connsiteY329-16846" fmla="*/ 235634 h 1059043"/>
                <a:gd name="connsiteX330-16847" fmla="*/ 2182747 w 3024845"/>
                <a:gd name="connsiteY330-16848" fmla="*/ 235634 h 1059043"/>
                <a:gd name="connsiteX331-16849" fmla="*/ 2182747 w 3024845"/>
                <a:gd name="connsiteY331-16850" fmla="*/ 252928 h 1059043"/>
                <a:gd name="connsiteX332-16851" fmla="*/ 2190854 w 3024845"/>
                <a:gd name="connsiteY332-16852" fmla="*/ 276707 h 1059043"/>
                <a:gd name="connsiteX333-16853" fmla="*/ 2184774 w 3024845"/>
                <a:gd name="connsiteY333-16854" fmla="*/ 281031 h 1059043"/>
                <a:gd name="connsiteX334-16855" fmla="*/ 2180720 w 3024845"/>
                <a:gd name="connsiteY334-16856" fmla="*/ 555577 h 1059043"/>
                <a:gd name="connsiteX335-16857" fmla="*/ 2245574 w 3024845"/>
                <a:gd name="connsiteY335-16858" fmla="*/ 555577 h 1059043"/>
                <a:gd name="connsiteX336-16859" fmla="*/ 2245574 w 3024845"/>
                <a:gd name="connsiteY336-16860" fmla="*/ 631239 h 1059043"/>
                <a:gd name="connsiteX337-16861" fmla="*/ 2253681 w 3024845"/>
                <a:gd name="connsiteY337-16862" fmla="*/ 631239 h 1059043"/>
                <a:gd name="connsiteX338-16863" fmla="*/ 2255708 w 3024845"/>
                <a:gd name="connsiteY338-16864" fmla="*/ 624754 h 1059043"/>
                <a:gd name="connsiteX339-16865" fmla="*/ 2261788 w 3024845"/>
                <a:gd name="connsiteY339-16866" fmla="*/ 624754 h 1059043"/>
                <a:gd name="connsiteX340-16867" fmla="*/ 2263815 w 3024845"/>
                <a:gd name="connsiteY340-16868" fmla="*/ 633401 h 1059043"/>
                <a:gd name="connsiteX341-16869" fmla="*/ 2275975 w 3024845"/>
                <a:gd name="connsiteY341-16870" fmla="*/ 633401 h 1059043"/>
                <a:gd name="connsiteX342-16871" fmla="*/ 2275975 w 3024845"/>
                <a:gd name="connsiteY342-16872" fmla="*/ 626915 h 1059043"/>
                <a:gd name="connsiteX343-16873" fmla="*/ 2298268 w 3024845"/>
                <a:gd name="connsiteY343-16874" fmla="*/ 626915 h 1059043"/>
                <a:gd name="connsiteX344-16875" fmla="*/ 2298268 w 3024845"/>
                <a:gd name="connsiteY344-16876" fmla="*/ 633401 h 1059043"/>
                <a:gd name="connsiteX345-16877" fmla="*/ 2318535 w 3024845"/>
                <a:gd name="connsiteY345-16878" fmla="*/ 633401 h 1059043"/>
                <a:gd name="connsiteX346-16879" fmla="*/ 2318535 w 3024845"/>
                <a:gd name="connsiteY346-16880" fmla="*/ 678798 h 1059043"/>
                <a:gd name="connsiteX347-16881" fmla="*/ 2332722 w 3024845"/>
                <a:gd name="connsiteY347-16882" fmla="*/ 678798 h 1059043"/>
                <a:gd name="connsiteX348-16883" fmla="*/ 2332722 w 3024845"/>
                <a:gd name="connsiteY348-16884" fmla="*/ 665827 h 1059043"/>
                <a:gd name="connsiteX349-16885" fmla="*/ 2348936 w 3024845"/>
                <a:gd name="connsiteY349-16886" fmla="*/ 665827 h 1059043"/>
                <a:gd name="connsiteX350-16887" fmla="*/ 2348936 w 3024845"/>
                <a:gd name="connsiteY350-16888" fmla="*/ 486400 h 1059043"/>
                <a:gd name="connsiteX351-16889" fmla="*/ 2355016 w 3024845"/>
                <a:gd name="connsiteY351-16890" fmla="*/ 479914 h 1059043"/>
                <a:gd name="connsiteX352-16891" fmla="*/ 2427977 w 3024845"/>
                <a:gd name="connsiteY352-16892" fmla="*/ 479914 h 1059043"/>
                <a:gd name="connsiteX353-16893" fmla="*/ 2427977 w 3024845"/>
                <a:gd name="connsiteY353-16894" fmla="*/ 488562 h 1059043"/>
                <a:gd name="connsiteX354-16895" fmla="*/ 2438110 w 3024845"/>
                <a:gd name="connsiteY354-16896" fmla="*/ 488562 h 1059043"/>
                <a:gd name="connsiteX355-16897" fmla="*/ 2438110 w 3024845"/>
                <a:gd name="connsiteY355-16898" fmla="*/ 603136 h 1059043"/>
                <a:gd name="connsiteX356-16899" fmla="*/ 2460404 w 3024845"/>
                <a:gd name="connsiteY356-16900" fmla="*/ 603136 h 1059043"/>
                <a:gd name="connsiteX357-16901" fmla="*/ 2460404 w 3024845"/>
                <a:gd name="connsiteY357-16902" fmla="*/ 536121 h 1059043"/>
                <a:gd name="connsiteX358-16903" fmla="*/ 2486751 w 3024845"/>
                <a:gd name="connsiteY358-16904" fmla="*/ 536121 h 1059043"/>
                <a:gd name="connsiteX359-16905" fmla="*/ 2490804 w 3024845"/>
                <a:gd name="connsiteY359-16906" fmla="*/ 531797 h 1059043"/>
                <a:gd name="connsiteX360-16907" fmla="*/ 2498911 w 3024845"/>
                <a:gd name="connsiteY360-16908" fmla="*/ 531797 h 1059043"/>
                <a:gd name="connsiteX361-16909" fmla="*/ 2502964 w 3024845"/>
                <a:gd name="connsiteY361-16910" fmla="*/ 536121 h 1059043"/>
                <a:gd name="connsiteX362-16911" fmla="*/ 2525258 w 3024845"/>
                <a:gd name="connsiteY362-16912" fmla="*/ 536121 h 1059043"/>
                <a:gd name="connsiteX363-16913" fmla="*/ 2525258 w 3024845"/>
                <a:gd name="connsiteY363-16914" fmla="*/ 419385 h 1059043"/>
                <a:gd name="connsiteX364-16915" fmla="*/ 2582005 w 3024845"/>
                <a:gd name="connsiteY364-16916" fmla="*/ 408576 h 1059043"/>
                <a:gd name="connsiteX365-16917" fmla="*/ 2582005 w 3024845"/>
                <a:gd name="connsiteY365-16918" fmla="*/ 409657 h 1059043"/>
                <a:gd name="connsiteX366-16919" fmla="*/ 2582005 w 3024845"/>
                <a:gd name="connsiteY366-16920" fmla="*/ 417223 h 1059043"/>
                <a:gd name="connsiteX367-16921" fmla="*/ 2608352 w 3024845"/>
                <a:gd name="connsiteY367-16922" fmla="*/ 417223 h 1059043"/>
                <a:gd name="connsiteX368-16923" fmla="*/ 2608352 w 3024845"/>
                <a:gd name="connsiteY368-16924" fmla="*/ 672313 h 1059043"/>
                <a:gd name="connsiteX369-16925" fmla="*/ 2630646 w 3024845"/>
                <a:gd name="connsiteY369-16926" fmla="*/ 672313 h 1059043"/>
                <a:gd name="connsiteX370-16927" fmla="*/ 2630646 w 3024845"/>
                <a:gd name="connsiteY370-16928" fmla="*/ 667989 h 1059043"/>
                <a:gd name="connsiteX371-16929" fmla="*/ 2642806 w 3024845"/>
                <a:gd name="connsiteY371-16930" fmla="*/ 667989 h 1059043"/>
                <a:gd name="connsiteX372-16931" fmla="*/ 2642806 w 3024845"/>
                <a:gd name="connsiteY372-16932" fmla="*/ 672313 h 1059043"/>
                <a:gd name="connsiteX373-16933" fmla="*/ 2667126 w 3024845"/>
                <a:gd name="connsiteY373-16934" fmla="*/ 672313 h 1059043"/>
                <a:gd name="connsiteX374-16935" fmla="*/ 2667126 w 3024845"/>
                <a:gd name="connsiteY374-16936" fmla="*/ 659342 h 1059043"/>
                <a:gd name="connsiteX375-16937" fmla="*/ 2695500 w 3024845"/>
                <a:gd name="connsiteY375-16938" fmla="*/ 659342 h 1059043"/>
                <a:gd name="connsiteX376-16939" fmla="*/ 2707660 w 3024845"/>
                <a:gd name="connsiteY376-16940" fmla="*/ 655018 h 1059043"/>
                <a:gd name="connsiteX377-16941" fmla="*/ 2727927 w 3024845"/>
                <a:gd name="connsiteY377-16942" fmla="*/ 659342 h 1059043"/>
                <a:gd name="connsiteX378-16943" fmla="*/ 2727927 w 3024845"/>
                <a:gd name="connsiteY378-16944" fmla="*/ 642048 h 1059043"/>
                <a:gd name="connsiteX379-16945" fmla="*/ 2736034 w 3024845"/>
                <a:gd name="connsiteY379-16946" fmla="*/ 642048 h 1059043"/>
                <a:gd name="connsiteX380-16947" fmla="*/ 2736034 w 3024845"/>
                <a:gd name="connsiteY380-16948" fmla="*/ 629077 h 1059043"/>
                <a:gd name="connsiteX381-16949" fmla="*/ 2792781 w 3024845"/>
                <a:gd name="connsiteY381-16950" fmla="*/ 629077 h 1059043"/>
                <a:gd name="connsiteX382-16951" fmla="*/ 2792781 w 3024845"/>
                <a:gd name="connsiteY382-16952" fmla="*/ 598812 h 1059043"/>
                <a:gd name="connsiteX383-16953" fmla="*/ 2811021 w 3024845"/>
                <a:gd name="connsiteY383-16954" fmla="*/ 598812 h 1059043"/>
                <a:gd name="connsiteX384-16955" fmla="*/ 2811021 w 3024845"/>
                <a:gd name="connsiteY384-16956" fmla="*/ 592327 h 1059043"/>
                <a:gd name="connsiteX385-16957" fmla="*/ 2823181 w 3024845"/>
                <a:gd name="connsiteY385-16958" fmla="*/ 592327 h 1059043"/>
                <a:gd name="connsiteX386-16959" fmla="*/ 2823181 w 3024845"/>
                <a:gd name="connsiteY386-16960" fmla="*/ 598812 h 1059043"/>
                <a:gd name="connsiteX387-16961" fmla="*/ 2839395 w 3024845"/>
                <a:gd name="connsiteY387-16962" fmla="*/ 598812 h 1059043"/>
                <a:gd name="connsiteX388-16963" fmla="*/ 2839395 w 3024845"/>
                <a:gd name="connsiteY388-16964" fmla="*/ 648533 h 1059043"/>
                <a:gd name="connsiteX389-16965" fmla="*/ 2871822 w 3024845"/>
                <a:gd name="connsiteY389-16966" fmla="*/ 648533 h 1059043"/>
                <a:gd name="connsiteX390-16967" fmla="*/ 2871822 w 3024845"/>
                <a:gd name="connsiteY390-16968" fmla="*/ 622592 h 1059043"/>
                <a:gd name="connsiteX391-16969" fmla="*/ 2910329 w 3024845"/>
                <a:gd name="connsiteY391-16970" fmla="*/ 622592 h 1059043"/>
                <a:gd name="connsiteX392-16971" fmla="*/ 2910329 w 3024845"/>
                <a:gd name="connsiteY392-16972" fmla="*/ 592327 h 1059043"/>
                <a:gd name="connsiteX393-16973" fmla="*/ 2958970 w 3024845"/>
                <a:gd name="connsiteY393-16974" fmla="*/ 592327 h 1059043"/>
                <a:gd name="connsiteX394-16975" fmla="*/ 2958970 w 3024845"/>
                <a:gd name="connsiteY394-16976" fmla="*/ 703483 h 1059043"/>
                <a:gd name="connsiteX395-16977" fmla="*/ 2958970 w 3024845"/>
                <a:gd name="connsiteY395-16978" fmla="*/ 717262 h 1059043"/>
                <a:gd name="connsiteX396-16979" fmla="*/ 3024845 w 3024845"/>
                <a:gd name="connsiteY396-16980" fmla="*/ 717262 h 1059043"/>
                <a:gd name="connsiteX397-16981" fmla="*/ 3024845 w 3024845"/>
                <a:gd name="connsiteY397-16982" fmla="*/ 1059043 h 1059043"/>
                <a:gd name="connsiteX398-16983" fmla="*/ 2054 w 3024845"/>
                <a:gd name="connsiteY398-16984" fmla="*/ 1056710 h 1059043"/>
                <a:gd name="connsiteX399-16985" fmla="*/ 0 w 3024845"/>
                <a:gd name="connsiteY399-16986" fmla="*/ 622592 h 1059043"/>
                <a:gd name="connsiteX400-16987" fmla="*/ 20267 w 3024845"/>
                <a:gd name="connsiteY400-16988" fmla="*/ 622592 h 1059043"/>
                <a:gd name="connsiteX401-16989" fmla="*/ 20774 w 3024845"/>
                <a:gd name="connsiteY401-16990" fmla="*/ 621511 h 1059043"/>
                <a:gd name="connsiteX402-16991" fmla="*/ 24320 w 3024845"/>
                <a:gd name="connsiteY402-16992" fmla="*/ 613945 h 1059043"/>
                <a:gd name="connsiteX403-16993" fmla="*/ 26094 w 3024845"/>
                <a:gd name="connsiteY403-16994" fmla="*/ 614215 h 1059043"/>
                <a:gd name="connsiteX404-16995" fmla="*/ 38507 w 3024845"/>
                <a:gd name="connsiteY404-16996" fmla="*/ 616106 h 1059043"/>
                <a:gd name="connsiteX405-16997" fmla="*/ 39014 w 3024845"/>
                <a:gd name="connsiteY405-16998" fmla="*/ 617458 h 1059043"/>
                <a:gd name="connsiteX406-16999" fmla="*/ 42560 w 3024845"/>
                <a:gd name="connsiteY406-17000" fmla="*/ 626915 h 1059043"/>
                <a:gd name="connsiteX407-17001" fmla="*/ 68907 w 3024845"/>
                <a:gd name="connsiteY407-17002" fmla="*/ 629077 h 1059043"/>
                <a:gd name="connsiteX408-17003" fmla="*/ 68907 w 3024845"/>
                <a:gd name="connsiteY408-17004" fmla="*/ 505856 h 1059043"/>
                <a:gd name="connsiteX409-17005" fmla="*/ 70934 w 3024845"/>
                <a:gd name="connsiteY409-17006" fmla="*/ 505856 h 1059043"/>
                <a:gd name="connsiteX410-17007" fmla="*/ 85121 w 3024845"/>
                <a:gd name="connsiteY410-17008" fmla="*/ 505856 h 1059043"/>
                <a:gd name="connsiteX411-17009" fmla="*/ 85121 w 3024845"/>
                <a:gd name="connsiteY411-17010" fmla="*/ 369664 h 1059043"/>
                <a:gd name="connsiteX412-17011" fmla="*/ 86894 w 3024845"/>
                <a:gd name="connsiteY412-17012" fmla="*/ 369664 h 1059043"/>
                <a:gd name="connsiteX413-17013" fmla="*/ 99308 w 3024845"/>
                <a:gd name="connsiteY413-17014" fmla="*/ 369664 h 1059043"/>
                <a:gd name="connsiteX414-17015" fmla="*/ 99308 w 3024845"/>
                <a:gd name="connsiteY414-17016" fmla="*/ 255090 h 1059043"/>
                <a:gd name="connsiteX415-17017" fmla="*/ 103361 w 3024845"/>
                <a:gd name="connsiteY415-17018" fmla="*/ 226986 h 1059043"/>
                <a:gd name="connsiteX416-17019" fmla="*/ 105388 w 3024845"/>
                <a:gd name="connsiteY416-17020" fmla="*/ 226986 h 1059043"/>
                <a:gd name="connsiteX417-17021" fmla="*/ 119575 w 3024845"/>
                <a:gd name="connsiteY417-17022" fmla="*/ 226986 h 1059043"/>
                <a:gd name="connsiteX0-17023" fmla="*/ 119575 w 3024845"/>
                <a:gd name="connsiteY0-17024" fmla="*/ 226986 h 1059043"/>
                <a:gd name="connsiteX1-17025" fmla="*/ 200642 w 3024845"/>
                <a:gd name="connsiteY1-17026" fmla="*/ 224825 h 1059043"/>
                <a:gd name="connsiteX2-17027" fmla="*/ 202669 w 3024845"/>
                <a:gd name="connsiteY2-17028" fmla="*/ 224825 h 1059043"/>
                <a:gd name="connsiteX3-17029" fmla="*/ 216856 w 3024845"/>
                <a:gd name="connsiteY3-17030" fmla="*/ 224825 h 1059043"/>
                <a:gd name="connsiteX4-17031" fmla="*/ 216856 w 3024845"/>
                <a:gd name="connsiteY4-17032" fmla="*/ 248604 h 1059043"/>
                <a:gd name="connsiteX5-17033" fmla="*/ 217363 w 3024845"/>
                <a:gd name="connsiteY5-17034" fmla="*/ 249415 h 1059043"/>
                <a:gd name="connsiteX6-17035" fmla="*/ 220909 w 3024845"/>
                <a:gd name="connsiteY6-17036" fmla="*/ 255090 h 1059043"/>
                <a:gd name="connsiteX7-17037" fmla="*/ 220909 w 3024845"/>
                <a:gd name="connsiteY7-17038" fmla="*/ 369664 h 1059043"/>
                <a:gd name="connsiteX8-17039" fmla="*/ 223189 w 3024845"/>
                <a:gd name="connsiteY8-17040" fmla="*/ 369664 h 1059043"/>
                <a:gd name="connsiteX9-17041" fmla="*/ 239150 w 3024845"/>
                <a:gd name="connsiteY9-17042" fmla="*/ 369664 h 1059043"/>
                <a:gd name="connsiteX10-17043" fmla="*/ 239150 w 3024845"/>
                <a:gd name="connsiteY10-17044" fmla="*/ 510179 h 1059043"/>
                <a:gd name="connsiteX11-17045" fmla="*/ 240670 w 3024845"/>
                <a:gd name="connsiteY11-17046" fmla="*/ 509909 h 1059043"/>
                <a:gd name="connsiteX12-17047" fmla="*/ 251310 w 3024845"/>
                <a:gd name="connsiteY12-17048" fmla="*/ 508018 h 1059043"/>
                <a:gd name="connsiteX13-17049" fmla="*/ 249283 w 3024845"/>
                <a:gd name="connsiteY13-17050" fmla="*/ 596650 h 1059043"/>
                <a:gd name="connsiteX14-17051" fmla="*/ 250803 w 3024845"/>
                <a:gd name="connsiteY14-17052" fmla="*/ 596921 h 1059043"/>
                <a:gd name="connsiteX15-17053" fmla="*/ 261443 w 3024845"/>
                <a:gd name="connsiteY15-17054" fmla="*/ 598812 h 1059043"/>
                <a:gd name="connsiteX16-17055" fmla="*/ 261696 w 3024845"/>
                <a:gd name="connsiteY16-17056" fmla="*/ 599623 h 1059043"/>
                <a:gd name="connsiteX17-17057" fmla="*/ 263470 w 3024845"/>
                <a:gd name="connsiteY17-17058" fmla="*/ 605298 h 1059043"/>
                <a:gd name="connsiteX18-17059" fmla="*/ 264230 w 3024845"/>
                <a:gd name="connsiteY18-17060" fmla="*/ 602866 h 1059043"/>
                <a:gd name="connsiteX19-17061" fmla="*/ 269550 w 3024845"/>
                <a:gd name="connsiteY19-17062" fmla="*/ 585842 h 1059043"/>
                <a:gd name="connsiteX20-17063" fmla="*/ 271323 w 3024845"/>
                <a:gd name="connsiteY20-17064" fmla="*/ 585842 h 1059043"/>
                <a:gd name="connsiteX21-17065" fmla="*/ 283737 w 3024845"/>
                <a:gd name="connsiteY21-17066" fmla="*/ 585842 h 1059043"/>
                <a:gd name="connsiteX22-17067" fmla="*/ 283737 w 3024845"/>
                <a:gd name="connsiteY22-17068" fmla="*/ 618268 h 1059043"/>
                <a:gd name="connsiteX23-17069" fmla="*/ 284750 w 3024845"/>
                <a:gd name="connsiteY23-17070" fmla="*/ 618809 h 1059043"/>
                <a:gd name="connsiteX24-17071" fmla="*/ 291844 w 3024845"/>
                <a:gd name="connsiteY24-17072" fmla="*/ 622592 h 1059043"/>
                <a:gd name="connsiteX25-17073" fmla="*/ 291844 w 3024845"/>
                <a:gd name="connsiteY25-17074" fmla="*/ 623943 h 1059043"/>
                <a:gd name="connsiteX26-17075" fmla="*/ 291844 w 3024845"/>
                <a:gd name="connsiteY26-17076" fmla="*/ 633401 h 1059043"/>
                <a:gd name="connsiteX27-17077" fmla="*/ 336431 w 3024845"/>
                <a:gd name="connsiteY27-17078" fmla="*/ 633401 h 1059043"/>
                <a:gd name="connsiteX28-17079" fmla="*/ 336431 w 3024845"/>
                <a:gd name="connsiteY28-17080" fmla="*/ 634482 h 1059043"/>
                <a:gd name="connsiteX29-17081" fmla="*/ 336431 w 3024845"/>
                <a:gd name="connsiteY29-17082" fmla="*/ 642048 h 1059043"/>
                <a:gd name="connsiteX30-17083" fmla="*/ 338457 w 3024845"/>
                <a:gd name="connsiteY30-17084" fmla="*/ 642048 h 1059043"/>
                <a:gd name="connsiteX31-17085" fmla="*/ 352644 w 3024845"/>
                <a:gd name="connsiteY31-17086" fmla="*/ 642048 h 1059043"/>
                <a:gd name="connsiteX32-17087" fmla="*/ 352644 w 3024845"/>
                <a:gd name="connsiteY32-17088" fmla="*/ 611783 h 1059043"/>
                <a:gd name="connsiteX33-17089" fmla="*/ 397231 w 3024845"/>
                <a:gd name="connsiteY33-17090" fmla="*/ 611783 h 1059043"/>
                <a:gd name="connsiteX34-17091" fmla="*/ 397231 w 3024845"/>
                <a:gd name="connsiteY34-17092" fmla="*/ 610432 h 1059043"/>
                <a:gd name="connsiteX35-17093" fmla="*/ 397231 w 3024845"/>
                <a:gd name="connsiteY35-17094" fmla="*/ 600974 h 1059043"/>
                <a:gd name="connsiteX36-17095" fmla="*/ 398245 w 3024845"/>
                <a:gd name="connsiteY36-17096" fmla="*/ 600974 h 1059043"/>
                <a:gd name="connsiteX37-17097" fmla="*/ 405338 w 3024845"/>
                <a:gd name="connsiteY37-17098" fmla="*/ 600974 h 1059043"/>
                <a:gd name="connsiteX38-17099" fmla="*/ 405338 w 3024845"/>
                <a:gd name="connsiteY38-17100" fmla="*/ 599083 h 1059043"/>
                <a:gd name="connsiteX39-17101" fmla="*/ 405338 w 3024845"/>
                <a:gd name="connsiteY39-17102" fmla="*/ 585842 h 1059043"/>
                <a:gd name="connsiteX40-17103" fmla="*/ 406098 w 3024845"/>
                <a:gd name="connsiteY40-17104" fmla="*/ 585842 h 1059043"/>
                <a:gd name="connsiteX41-17105" fmla="*/ 411418 w 3024845"/>
                <a:gd name="connsiteY41-17106" fmla="*/ 585842 h 1059043"/>
                <a:gd name="connsiteX42-17107" fmla="*/ 411418 w 3024845"/>
                <a:gd name="connsiteY42-17108" fmla="*/ 584761 h 1059043"/>
                <a:gd name="connsiteX43-17109" fmla="*/ 411418 w 3024845"/>
                <a:gd name="connsiteY43-17110" fmla="*/ 577194 h 1059043"/>
                <a:gd name="connsiteX44-17111" fmla="*/ 413445 w 3024845"/>
                <a:gd name="connsiteY44-17112" fmla="*/ 577194 h 1059043"/>
                <a:gd name="connsiteX45-17113" fmla="*/ 427632 w 3024845"/>
                <a:gd name="connsiteY45-17114" fmla="*/ 577194 h 1059043"/>
                <a:gd name="connsiteX46-17115" fmla="*/ 427632 w 3024845"/>
                <a:gd name="connsiteY46-17116" fmla="*/ 578275 h 1059043"/>
                <a:gd name="connsiteX47-17117" fmla="*/ 427632 w 3024845"/>
                <a:gd name="connsiteY47-17118" fmla="*/ 585842 h 1059043"/>
                <a:gd name="connsiteX48-17119" fmla="*/ 449925 w 3024845"/>
                <a:gd name="connsiteY48-17120" fmla="*/ 585842 h 1059043"/>
                <a:gd name="connsiteX49-17121" fmla="*/ 449925 w 3024845"/>
                <a:gd name="connsiteY49-17122" fmla="*/ 583950 h 1059043"/>
                <a:gd name="connsiteX50-17123" fmla="*/ 449925 w 3024845"/>
                <a:gd name="connsiteY50-17124" fmla="*/ 570709 h 1059043"/>
                <a:gd name="connsiteX51-17125" fmla="*/ 451699 w 3024845"/>
                <a:gd name="connsiteY51-17126" fmla="*/ 570709 h 1059043"/>
                <a:gd name="connsiteX52-17127" fmla="*/ 464112 w 3024845"/>
                <a:gd name="connsiteY52-17128" fmla="*/ 570709 h 1059043"/>
                <a:gd name="connsiteX53-17129" fmla="*/ 464112 w 3024845"/>
                <a:gd name="connsiteY53-17130" fmla="*/ 594489 h 1059043"/>
                <a:gd name="connsiteX54-17131" fmla="*/ 465126 w 3024845"/>
                <a:gd name="connsiteY54-17132" fmla="*/ 594489 h 1059043"/>
                <a:gd name="connsiteX55-17133" fmla="*/ 472219 w 3024845"/>
                <a:gd name="connsiteY55-17134" fmla="*/ 594489 h 1059043"/>
                <a:gd name="connsiteX56-17135" fmla="*/ 472219 w 3024845"/>
                <a:gd name="connsiteY56-17136" fmla="*/ 593408 h 1059043"/>
                <a:gd name="connsiteX57-17137" fmla="*/ 472219 w 3024845"/>
                <a:gd name="connsiteY57-17138" fmla="*/ 585842 h 1059043"/>
                <a:gd name="connsiteX58-17139" fmla="*/ 473992 w 3024845"/>
                <a:gd name="connsiteY58-17140" fmla="*/ 585842 h 1059043"/>
                <a:gd name="connsiteX59-17141" fmla="*/ 486406 w 3024845"/>
                <a:gd name="connsiteY59-17142" fmla="*/ 585842 h 1059043"/>
                <a:gd name="connsiteX60-17143" fmla="*/ 486406 w 3024845"/>
                <a:gd name="connsiteY60-17144" fmla="*/ 611783 h 1059043"/>
                <a:gd name="connsiteX61-17145" fmla="*/ 488433 w 3024845"/>
                <a:gd name="connsiteY61-17146" fmla="*/ 611783 h 1059043"/>
                <a:gd name="connsiteX62-17147" fmla="*/ 502619 w 3024845"/>
                <a:gd name="connsiteY62-17148" fmla="*/ 611783 h 1059043"/>
                <a:gd name="connsiteX63-17149" fmla="*/ 502619 w 3024845"/>
                <a:gd name="connsiteY63-17150" fmla="*/ 613404 h 1059043"/>
                <a:gd name="connsiteX64-17151" fmla="*/ 502619 w 3024845"/>
                <a:gd name="connsiteY64-17152" fmla="*/ 624754 h 1059043"/>
                <a:gd name="connsiteX65-17153" fmla="*/ 503379 w 3024845"/>
                <a:gd name="connsiteY65-17154" fmla="*/ 624754 h 1059043"/>
                <a:gd name="connsiteX66-17155" fmla="*/ 508700 w 3024845"/>
                <a:gd name="connsiteY66-17156" fmla="*/ 624754 h 1059043"/>
                <a:gd name="connsiteX67-17157" fmla="*/ 508700 w 3024845"/>
                <a:gd name="connsiteY67-17158" fmla="*/ 623943 h 1059043"/>
                <a:gd name="connsiteX68-17159" fmla="*/ 508700 w 3024845"/>
                <a:gd name="connsiteY68-17160" fmla="*/ 618268 h 1059043"/>
                <a:gd name="connsiteX69-17161" fmla="*/ 539100 w 3024845"/>
                <a:gd name="connsiteY69-17162" fmla="*/ 618268 h 1059043"/>
                <a:gd name="connsiteX70-17163" fmla="*/ 539100 w 3024845"/>
                <a:gd name="connsiteY70-17164" fmla="*/ 642048 h 1059043"/>
                <a:gd name="connsiteX71-17165" fmla="*/ 540113 w 3024845"/>
                <a:gd name="connsiteY71-17166" fmla="*/ 642048 h 1059043"/>
                <a:gd name="connsiteX72-17167" fmla="*/ 547207 w 3024845"/>
                <a:gd name="connsiteY72-17168" fmla="*/ 642048 h 1059043"/>
                <a:gd name="connsiteX73-17169" fmla="*/ 547207 w 3024845"/>
                <a:gd name="connsiteY73-17170" fmla="*/ 643129 h 1059043"/>
                <a:gd name="connsiteX74-17171" fmla="*/ 547207 w 3024845"/>
                <a:gd name="connsiteY74-17172" fmla="*/ 650695 h 1059043"/>
                <a:gd name="connsiteX75-17173" fmla="*/ 547967 w 3024845"/>
                <a:gd name="connsiteY75-17174" fmla="*/ 650695 h 1059043"/>
                <a:gd name="connsiteX76-17175" fmla="*/ 553287 w 3024845"/>
                <a:gd name="connsiteY76-17176" fmla="*/ 650695 h 1059043"/>
                <a:gd name="connsiteX77-17177" fmla="*/ 553287 w 3024845"/>
                <a:gd name="connsiteY77-17178" fmla="*/ 648533 h 1059043"/>
                <a:gd name="connsiteX78-17179" fmla="*/ 553287 w 3024845"/>
                <a:gd name="connsiteY78-17180" fmla="*/ 633401 h 1059043"/>
                <a:gd name="connsiteX79-17181" fmla="*/ 554300 w 3024845"/>
                <a:gd name="connsiteY79-17182" fmla="*/ 633401 h 1059043"/>
                <a:gd name="connsiteX80-17183" fmla="*/ 561394 w 3024845"/>
                <a:gd name="connsiteY80-17184" fmla="*/ 633401 h 1059043"/>
                <a:gd name="connsiteX81-17185" fmla="*/ 561394 w 3024845"/>
                <a:gd name="connsiteY81-17186" fmla="*/ 634482 h 1059043"/>
                <a:gd name="connsiteX82-17187" fmla="*/ 561394 w 3024845"/>
                <a:gd name="connsiteY82-17188" fmla="*/ 642048 h 1059043"/>
                <a:gd name="connsiteX83-17189" fmla="*/ 566714 w 3024845"/>
                <a:gd name="connsiteY83-17190" fmla="*/ 640055 h 1059043"/>
                <a:gd name="connsiteX84-17191" fmla="*/ 567474 w 3024845"/>
                <a:gd name="connsiteY84-17192" fmla="*/ 639075 h 1059043"/>
                <a:gd name="connsiteX85-17193" fmla="*/ 567474 w 3024845"/>
                <a:gd name="connsiteY85-17194" fmla="*/ 633401 h 1059043"/>
                <a:gd name="connsiteX86-17195" fmla="*/ 605981 w 3024845"/>
                <a:gd name="connsiteY86-17196" fmla="*/ 633401 h 1059043"/>
                <a:gd name="connsiteX87-17197" fmla="*/ 605981 w 3024845"/>
                <a:gd name="connsiteY87-17198" fmla="*/ 657180 h 1059043"/>
                <a:gd name="connsiteX88-17199" fmla="*/ 608007 w 3024845"/>
                <a:gd name="connsiteY88-17200" fmla="*/ 657180 h 1059043"/>
                <a:gd name="connsiteX89-17201" fmla="*/ 622194 w 3024845"/>
                <a:gd name="connsiteY89-17202" fmla="*/ 657180 h 1059043"/>
                <a:gd name="connsiteX90-17203" fmla="*/ 622194 w 3024845"/>
                <a:gd name="connsiteY90-17204" fmla="*/ 658261 h 1059043"/>
                <a:gd name="connsiteX91-17205" fmla="*/ 622194 w 3024845"/>
                <a:gd name="connsiteY91-17206" fmla="*/ 665827 h 1059043"/>
                <a:gd name="connsiteX92-17207" fmla="*/ 623968 w 3024845"/>
                <a:gd name="connsiteY92-17208" fmla="*/ 665827 h 1059043"/>
                <a:gd name="connsiteX93-17209" fmla="*/ 636381 w 3024845"/>
                <a:gd name="connsiteY93-17210" fmla="*/ 665827 h 1059043"/>
                <a:gd name="connsiteX94-17211" fmla="*/ 636381 w 3024845"/>
                <a:gd name="connsiteY94-17212" fmla="*/ 642048 h 1059043"/>
                <a:gd name="connsiteX95-17213" fmla="*/ 637394 w 3024845"/>
                <a:gd name="connsiteY95-17214" fmla="*/ 642048 h 1059043"/>
                <a:gd name="connsiteX96-17215" fmla="*/ 644488 w 3024845"/>
                <a:gd name="connsiteY96-17216" fmla="*/ 642048 h 1059043"/>
                <a:gd name="connsiteX97-17217" fmla="*/ 644488 w 3024845"/>
                <a:gd name="connsiteY97-17218" fmla="*/ 609621 h 1059043"/>
                <a:gd name="connsiteX98-17219" fmla="*/ 645501 w 3024845"/>
                <a:gd name="connsiteY98-17220" fmla="*/ 609621 h 1059043"/>
                <a:gd name="connsiteX99-17221" fmla="*/ 652595 w 3024845"/>
                <a:gd name="connsiteY99-17222" fmla="*/ 609621 h 1059043"/>
                <a:gd name="connsiteX100-17223" fmla="*/ 652595 w 3024845"/>
                <a:gd name="connsiteY100-17224" fmla="*/ 607730 h 1059043"/>
                <a:gd name="connsiteX101-17225" fmla="*/ 652595 w 3024845"/>
                <a:gd name="connsiteY101-17226" fmla="*/ 594489 h 1059043"/>
                <a:gd name="connsiteX102-17227" fmla="*/ 651328 w 3024845"/>
                <a:gd name="connsiteY102-17228" fmla="*/ 592867 h 1059043"/>
                <a:gd name="connsiteX103-17229" fmla="*/ 656648 w 3024845"/>
                <a:gd name="connsiteY103-17230" fmla="*/ 581518 h 1059043"/>
                <a:gd name="connsiteX104-17231" fmla="*/ 664755 w 3024845"/>
                <a:gd name="connsiteY104-17232" fmla="*/ 609621 h 1059043"/>
                <a:gd name="connsiteX105-17233" fmla="*/ 665515 w 3024845"/>
                <a:gd name="connsiteY105-17234" fmla="*/ 609621 h 1059043"/>
                <a:gd name="connsiteX106-17235" fmla="*/ 670835 w 3024845"/>
                <a:gd name="connsiteY106-17236" fmla="*/ 609621 h 1059043"/>
                <a:gd name="connsiteX107-17237" fmla="*/ 670835 w 3024845"/>
                <a:gd name="connsiteY107-17238" fmla="*/ 503694 h 1059043"/>
                <a:gd name="connsiteX108-17239" fmla="*/ 672355 w 3024845"/>
                <a:gd name="connsiteY108-17240" fmla="*/ 503694 h 1059043"/>
                <a:gd name="connsiteX109-17241" fmla="*/ 682995 w 3024845"/>
                <a:gd name="connsiteY109-17242" fmla="*/ 503694 h 1059043"/>
                <a:gd name="connsiteX110-17243" fmla="*/ 682995 w 3024845"/>
                <a:gd name="connsiteY110-17244" fmla="*/ 456135 h 1059043"/>
                <a:gd name="connsiteX111-17245" fmla="*/ 709342 w 3024845"/>
                <a:gd name="connsiteY111-17246" fmla="*/ 456135 h 1059043"/>
                <a:gd name="connsiteX112-17247" fmla="*/ 709342 w 3024845"/>
                <a:gd name="connsiteY112-17248" fmla="*/ 434517 h 1059043"/>
                <a:gd name="connsiteX113-17249" fmla="*/ 743796 w 3024845"/>
                <a:gd name="connsiteY113-17250" fmla="*/ 434517 h 1059043"/>
                <a:gd name="connsiteX114-17251" fmla="*/ 743796 w 3024845"/>
                <a:gd name="connsiteY114-17252" fmla="*/ 436949 h 1059043"/>
                <a:gd name="connsiteX115-17253" fmla="*/ 743796 w 3024845"/>
                <a:gd name="connsiteY115-17254" fmla="*/ 453973 h 1059043"/>
                <a:gd name="connsiteX116-17255" fmla="*/ 746076 w 3024845"/>
                <a:gd name="connsiteY116-17256" fmla="*/ 453973 h 1059043"/>
                <a:gd name="connsiteX117-17257" fmla="*/ 762036 w 3024845"/>
                <a:gd name="connsiteY117-17258" fmla="*/ 453973 h 1059043"/>
                <a:gd name="connsiteX118-17259" fmla="*/ 762036 w 3024845"/>
                <a:gd name="connsiteY118-17260" fmla="*/ 501532 h 1059043"/>
                <a:gd name="connsiteX119-17261" fmla="*/ 763049 w 3024845"/>
                <a:gd name="connsiteY119-17262" fmla="*/ 501532 h 1059043"/>
                <a:gd name="connsiteX120-17263" fmla="*/ 770143 w 3024845"/>
                <a:gd name="connsiteY120-17264" fmla="*/ 501532 h 1059043"/>
                <a:gd name="connsiteX121-17265" fmla="*/ 784330 w 3024845"/>
                <a:gd name="connsiteY121-17266" fmla="*/ 505856 h 1059043"/>
                <a:gd name="connsiteX122-17267" fmla="*/ 784330 w 3024845"/>
                <a:gd name="connsiteY122-17268" fmla="*/ 544768 h 1059043"/>
                <a:gd name="connsiteX123-17269" fmla="*/ 785343 w 3024845"/>
                <a:gd name="connsiteY123-17270" fmla="*/ 544768 h 1059043"/>
                <a:gd name="connsiteX124-17271" fmla="*/ 792436 w 3024845"/>
                <a:gd name="connsiteY124-17272" fmla="*/ 544768 h 1059043"/>
                <a:gd name="connsiteX125-17273" fmla="*/ 792436 w 3024845"/>
                <a:gd name="connsiteY125-17274" fmla="*/ 546389 h 1059043"/>
                <a:gd name="connsiteX126-17275" fmla="*/ 792436 w 3024845"/>
                <a:gd name="connsiteY126-17276" fmla="*/ 557738 h 1059043"/>
                <a:gd name="connsiteX127-17277" fmla="*/ 794463 w 3024845"/>
                <a:gd name="connsiteY127-17278" fmla="*/ 557738 h 1059043"/>
                <a:gd name="connsiteX128-17279" fmla="*/ 808650 w 3024845"/>
                <a:gd name="connsiteY128-17280" fmla="*/ 557738 h 1059043"/>
                <a:gd name="connsiteX129-17281" fmla="*/ 814730 w 3024845"/>
                <a:gd name="connsiteY129-17282" fmla="*/ 564224 h 1059043"/>
                <a:gd name="connsiteX130-17283" fmla="*/ 814730 w 3024845"/>
                <a:gd name="connsiteY130-17284" fmla="*/ 585842 h 1059043"/>
                <a:gd name="connsiteX131-17285" fmla="*/ 817010 w 3024845"/>
                <a:gd name="connsiteY131-17286" fmla="*/ 585842 h 1059043"/>
                <a:gd name="connsiteX132-17287" fmla="*/ 832970 w 3024845"/>
                <a:gd name="connsiteY132-17288" fmla="*/ 585842 h 1059043"/>
                <a:gd name="connsiteX133-17289" fmla="*/ 832970 w 3024845"/>
                <a:gd name="connsiteY133-17290" fmla="*/ 586922 h 1059043"/>
                <a:gd name="connsiteX134-17291" fmla="*/ 832970 w 3024845"/>
                <a:gd name="connsiteY134-17292" fmla="*/ 594489 h 1059043"/>
                <a:gd name="connsiteX135-17293" fmla="*/ 834237 w 3024845"/>
                <a:gd name="connsiteY135-17294" fmla="*/ 594489 h 1059043"/>
                <a:gd name="connsiteX136-17295" fmla="*/ 843104 w 3024845"/>
                <a:gd name="connsiteY136-17296" fmla="*/ 594489 h 1059043"/>
                <a:gd name="connsiteX137-17297" fmla="*/ 843104 w 3024845"/>
                <a:gd name="connsiteY137-17298" fmla="*/ 596650 h 1059043"/>
                <a:gd name="connsiteX138-17299" fmla="*/ 843104 w 3024845"/>
                <a:gd name="connsiteY138-17300" fmla="*/ 611783 h 1059043"/>
                <a:gd name="connsiteX139-17301" fmla="*/ 847157 w 3024845"/>
                <a:gd name="connsiteY139-17302" fmla="*/ 609891 h 1059043"/>
                <a:gd name="connsiteX140-17303" fmla="*/ 847157 w 3024845"/>
                <a:gd name="connsiteY140-17304" fmla="*/ 596650 h 1059043"/>
                <a:gd name="connsiteX141-17305" fmla="*/ 848170 w 3024845"/>
                <a:gd name="connsiteY141-17306" fmla="*/ 596650 h 1059043"/>
                <a:gd name="connsiteX142-17307" fmla="*/ 855264 w 3024845"/>
                <a:gd name="connsiteY142-17308" fmla="*/ 596650 h 1059043"/>
                <a:gd name="connsiteX143-17309" fmla="*/ 855264 w 3024845"/>
                <a:gd name="connsiteY143-17310" fmla="*/ 598272 h 1059043"/>
                <a:gd name="connsiteX144-17311" fmla="*/ 855264 w 3024845"/>
                <a:gd name="connsiteY144-17312" fmla="*/ 609621 h 1059043"/>
                <a:gd name="connsiteX145-17313" fmla="*/ 856024 w 3024845"/>
                <a:gd name="connsiteY145-17314" fmla="*/ 609621 h 1059043"/>
                <a:gd name="connsiteX146-17315" fmla="*/ 861344 w 3024845"/>
                <a:gd name="connsiteY146-17316" fmla="*/ 609621 h 1059043"/>
                <a:gd name="connsiteX147-17317" fmla="*/ 909984 w 3024845"/>
                <a:gd name="connsiteY147-17318" fmla="*/ 605298 h 1059043"/>
                <a:gd name="connsiteX148-17319" fmla="*/ 909984 w 3024845"/>
                <a:gd name="connsiteY148-17320" fmla="*/ 606649 h 1059043"/>
                <a:gd name="connsiteX149-17321" fmla="*/ 909984 w 3024845"/>
                <a:gd name="connsiteY149-17322" fmla="*/ 616106 h 1059043"/>
                <a:gd name="connsiteX150-17323" fmla="*/ 910744 w 3024845"/>
                <a:gd name="connsiteY150-17324" fmla="*/ 616106 h 1059043"/>
                <a:gd name="connsiteX151-17325" fmla="*/ 916065 w 3024845"/>
                <a:gd name="connsiteY151-17326" fmla="*/ 616106 h 1059043"/>
                <a:gd name="connsiteX152-17327" fmla="*/ 916065 w 3024845"/>
                <a:gd name="connsiteY152-17328" fmla="*/ 618268 h 1059043"/>
                <a:gd name="connsiteX153-17329" fmla="*/ 916065 w 3024845"/>
                <a:gd name="connsiteY153-17330" fmla="*/ 633401 h 1059043"/>
                <a:gd name="connsiteX154-17331" fmla="*/ 918091 w 3024845"/>
                <a:gd name="connsiteY154-17332" fmla="*/ 632050 h 1059043"/>
                <a:gd name="connsiteX155-17333" fmla="*/ 932278 w 3024845"/>
                <a:gd name="connsiteY155-17334" fmla="*/ 622592 h 1059043"/>
                <a:gd name="connsiteX156-17335" fmla="*/ 938358 w 3024845"/>
                <a:gd name="connsiteY156-17336" fmla="*/ 581518 h 1059043"/>
                <a:gd name="connsiteX157-17337" fmla="*/ 939118 w 3024845"/>
                <a:gd name="connsiteY157-17338" fmla="*/ 581248 h 1059043"/>
                <a:gd name="connsiteX158-17339" fmla="*/ 944438 w 3024845"/>
                <a:gd name="connsiteY158-17340" fmla="*/ 579356 h 1059043"/>
                <a:gd name="connsiteX159-17341" fmla="*/ 946465 w 3024845"/>
                <a:gd name="connsiteY159-17342" fmla="*/ 510179 h 1059043"/>
                <a:gd name="connsiteX160-17343" fmla="*/ 948492 w 3024845"/>
                <a:gd name="connsiteY160-17344" fmla="*/ 579356 h 1059043"/>
                <a:gd name="connsiteX161-17345" fmla="*/ 949252 w 3024845"/>
                <a:gd name="connsiteY161-17346" fmla="*/ 579626 h 1059043"/>
                <a:gd name="connsiteX162-17347" fmla="*/ 954572 w 3024845"/>
                <a:gd name="connsiteY162-17348" fmla="*/ 581518 h 1059043"/>
                <a:gd name="connsiteX163-17349" fmla="*/ 954572 w 3024845"/>
                <a:gd name="connsiteY163-17350" fmla="*/ 495047 h 1059043"/>
                <a:gd name="connsiteX164-17351" fmla="*/ 958625 w 3024845"/>
                <a:gd name="connsiteY164-17352" fmla="*/ 462620 h 1059043"/>
                <a:gd name="connsiteX165-17353" fmla="*/ 997132 w 3024845"/>
                <a:gd name="connsiteY165-17354" fmla="*/ 462620 h 1059043"/>
                <a:gd name="connsiteX166-17355" fmla="*/ 997132 w 3024845"/>
                <a:gd name="connsiteY166-17356" fmla="*/ 495047 h 1059043"/>
                <a:gd name="connsiteX167-17357" fmla="*/ 997892 w 3024845"/>
                <a:gd name="connsiteY167-17358" fmla="*/ 495047 h 1059043"/>
                <a:gd name="connsiteX168-17359" fmla="*/ 1003212 w 3024845"/>
                <a:gd name="connsiteY168-17360" fmla="*/ 495047 h 1059043"/>
                <a:gd name="connsiteX169-17361" fmla="*/ 1003212 w 3024845"/>
                <a:gd name="connsiteY169-17362" fmla="*/ 412899 h 1059043"/>
                <a:gd name="connsiteX170-17363" fmla="*/ 1004986 w 3024845"/>
                <a:gd name="connsiteY170-17364" fmla="*/ 412899 h 1059043"/>
                <a:gd name="connsiteX171-17365" fmla="*/ 1017399 w 3024845"/>
                <a:gd name="connsiteY171-17366" fmla="*/ 412899 h 1059043"/>
                <a:gd name="connsiteX172-17367" fmla="*/ 1017399 w 3024845"/>
                <a:gd name="connsiteY172-17368" fmla="*/ 411008 h 1059043"/>
                <a:gd name="connsiteX173-17369" fmla="*/ 1017399 w 3024845"/>
                <a:gd name="connsiteY173-17370" fmla="*/ 397767 h 1059043"/>
                <a:gd name="connsiteX174-17371" fmla="*/ 1039693 w 3024845"/>
                <a:gd name="connsiteY174-17372" fmla="*/ 397767 h 1059043"/>
                <a:gd name="connsiteX175-17373" fmla="*/ 1039693 w 3024845"/>
                <a:gd name="connsiteY175-17374" fmla="*/ 396686 h 1059043"/>
                <a:gd name="connsiteX176-17375" fmla="*/ 1039693 w 3024845"/>
                <a:gd name="connsiteY176-17376" fmla="*/ 389120 h 1059043"/>
                <a:gd name="connsiteX177-17377" fmla="*/ 1041466 w 3024845"/>
                <a:gd name="connsiteY177-17378" fmla="*/ 389120 h 1059043"/>
                <a:gd name="connsiteX178-17379" fmla="*/ 1053880 w 3024845"/>
                <a:gd name="connsiteY178-17380" fmla="*/ 389120 h 1059043"/>
                <a:gd name="connsiteX179-17381" fmla="*/ 1053880 w 3024845"/>
                <a:gd name="connsiteY179-17382" fmla="*/ 390201 h 1059043"/>
                <a:gd name="connsiteX180-17383" fmla="*/ 1053880 w 3024845"/>
                <a:gd name="connsiteY180-17384" fmla="*/ 397767 h 1059043"/>
                <a:gd name="connsiteX181-17385" fmla="*/ 1054640 w 3024845"/>
                <a:gd name="connsiteY181-17386" fmla="*/ 397767 h 1059043"/>
                <a:gd name="connsiteX182-17387" fmla="*/ 1059960 w 3024845"/>
                <a:gd name="connsiteY182-17388" fmla="*/ 397767 h 1059043"/>
                <a:gd name="connsiteX183-17389" fmla="*/ 1070093 w 3024845"/>
                <a:gd name="connsiteY183-17390" fmla="*/ 393443 h 1059043"/>
                <a:gd name="connsiteX184-17391" fmla="*/ 1074146 w 3024845"/>
                <a:gd name="connsiteY184-17392" fmla="*/ 396686 h 1059043"/>
                <a:gd name="connsiteX185-17393" fmla="*/ 1074146 w 3024845"/>
                <a:gd name="connsiteY185-17394" fmla="*/ 389120 h 1059043"/>
                <a:gd name="connsiteX186-17395" fmla="*/ 1076426 w 3024845"/>
                <a:gd name="connsiteY186-17396" fmla="*/ 389120 h 1059043"/>
                <a:gd name="connsiteX187-17397" fmla="*/ 1092387 w 3024845"/>
                <a:gd name="connsiteY187-17398" fmla="*/ 389120 h 1059043"/>
                <a:gd name="connsiteX188-17399" fmla="*/ 1092387 w 3024845"/>
                <a:gd name="connsiteY188-17400" fmla="*/ 390201 h 1059043"/>
                <a:gd name="connsiteX189-17401" fmla="*/ 1092387 w 3024845"/>
                <a:gd name="connsiteY189-17402" fmla="*/ 397767 h 1059043"/>
                <a:gd name="connsiteX190-17403" fmla="*/ 1122787 w 3024845"/>
                <a:gd name="connsiteY190-17404" fmla="*/ 397767 h 1059043"/>
                <a:gd name="connsiteX191-17405" fmla="*/ 1122787 w 3024845"/>
                <a:gd name="connsiteY191-17406" fmla="*/ 399388 h 1059043"/>
                <a:gd name="connsiteX192-17407" fmla="*/ 1122787 w 3024845"/>
                <a:gd name="connsiteY192-17408" fmla="*/ 410738 h 1059043"/>
                <a:gd name="connsiteX193-17409" fmla="*/ 1149134 w 3024845"/>
                <a:gd name="connsiteY193-17410" fmla="*/ 410738 h 1059043"/>
                <a:gd name="connsiteX194-17411" fmla="*/ 1149134 w 3024845"/>
                <a:gd name="connsiteY194-17412" fmla="*/ 441002 h 1059043"/>
                <a:gd name="connsiteX195-17413" fmla="*/ 1149894 w 3024845"/>
                <a:gd name="connsiteY195-17414" fmla="*/ 441002 h 1059043"/>
                <a:gd name="connsiteX196-17415" fmla="*/ 1155214 w 3024845"/>
                <a:gd name="connsiteY196-17416" fmla="*/ 441002 h 1059043"/>
                <a:gd name="connsiteX197-17417" fmla="*/ 1155214 w 3024845"/>
                <a:gd name="connsiteY197-17418" fmla="*/ 442083 h 1059043"/>
                <a:gd name="connsiteX198-17419" fmla="*/ 1155214 w 3024845"/>
                <a:gd name="connsiteY198-17420" fmla="*/ 449650 h 1059043"/>
                <a:gd name="connsiteX199-17421" fmla="*/ 1159268 w 3024845"/>
                <a:gd name="connsiteY199-17422" fmla="*/ 479914 h 1059043"/>
                <a:gd name="connsiteX200-17423" fmla="*/ 1160028 w 3024845"/>
                <a:gd name="connsiteY200-17424" fmla="*/ 479914 h 1059043"/>
                <a:gd name="connsiteX201-17425" fmla="*/ 1165348 w 3024845"/>
                <a:gd name="connsiteY201-17426" fmla="*/ 479914 h 1059043"/>
                <a:gd name="connsiteX202-17427" fmla="*/ 1165348 w 3024845"/>
                <a:gd name="connsiteY202-17428" fmla="*/ 480725 h 1059043"/>
                <a:gd name="connsiteX203-17429" fmla="*/ 1165348 w 3024845"/>
                <a:gd name="connsiteY203-17430" fmla="*/ 486400 h 1059043"/>
                <a:gd name="connsiteX204-17431" fmla="*/ 1166361 w 3024845"/>
                <a:gd name="connsiteY204-17432" fmla="*/ 486400 h 1059043"/>
                <a:gd name="connsiteX205-17433" fmla="*/ 1173454 w 3024845"/>
                <a:gd name="connsiteY205-17434" fmla="*/ 486400 h 1059043"/>
                <a:gd name="connsiteX206-17435" fmla="*/ 1173454 w 3024845"/>
                <a:gd name="connsiteY206-17436" fmla="*/ 516665 h 1059043"/>
                <a:gd name="connsiteX207-17437" fmla="*/ 1175481 w 3024845"/>
                <a:gd name="connsiteY207-17438" fmla="*/ 516665 h 1059043"/>
                <a:gd name="connsiteX208-17439" fmla="*/ 1189668 w 3024845"/>
                <a:gd name="connsiteY208-17440" fmla="*/ 516665 h 1059043"/>
                <a:gd name="connsiteX209-17441" fmla="*/ 1189668 w 3024845"/>
                <a:gd name="connsiteY209-17442" fmla="*/ 540444 h 1059043"/>
                <a:gd name="connsiteX210-17443" fmla="*/ 1191695 w 3024845"/>
                <a:gd name="connsiteY210-17444" fmla="*/ 542065 h 1059043"/>
                <a:gd name="connsiteX211-17445" fmla="*/ 1191695 w 3024845"/>
                <a:gd name="connsiteY211-17446" fmla="*/ 553415 h 1059043"/>
                <a:gd name="connsiteX212-17447" fmla="*/ 1192455 w 3024845"/>
                <a:gd name="connsiteY212-17448" fmla="*/ 553415 h 1059043"/>
                <a:gd name="connsiteX213-17449" fmla="*/ 1197775 w 3024845"/>
                <a:gd name="connsiteY213-17450" fmla="*/ 553415 h 1059043"/>
                <a:gd name="connsiteX214-17451" fmla="*/ 1197775 w 3024845"/>
                <a:gd name="connsiteY214-17452" fmla="*/ 577194 h 1059043"/>
                <a:gd name="connsiteX215-17453" fmla="*/ 1199041 w 3024845"/>
                <a:gd name="connsiteY215-17454" fmla="*/ 577194 h 1059043"/>
                <a:gd name="connsiteX216-17455" fmla="*/ 1207908 w 3024845"/>
                <a:gd name="connsiteY216-17456" fmla="*/ 577194 h 1059043"/>
                <a:gd name="connsiteX217-17457" fmla="*/ 1209935 w 3024845"/>
                <a:gd name="connsiteY217-17458" fmla="*/ 581248 h 1059043"/>
                <a:gd name="connsiteX218-17459" fmla="*/ 1209935 w 3024845"/>
                <a:gd name="connsiteY218-17460" fmla="*/ 594489 h 1059043"/>
                <a:gd name="connsiteX219-17461" fmla="*/ 1211455 w 3024845"/>
                <a:gd name="connsiteY219-17462" fmla="*/ 592597 h 1059043"/>
                <a:gd name="connsiteX220-17463" fmla="*/ 1222095 w 3024845"/>
                <a:gd name="connsiteY220-17464" fmla="*/ 579356 h 1059043"/>
                <a:gd name="connsiteX221-17465" fmla="*/ 1250469 w 3024845"/>
                <a:gd name="connsiteY221-17466" fmla="*/ 579356 h 1059043"/>
                <a:gd name="connsiteX222-17467" fmla="*/ 1250469 w 3024845"/>
                <a:gd name="connsiteY222-17468" fmla="*/ 665827 h 1059043"/>
                <a:gd name="connsiteX223-17469" fmla="*/ 1251229 w 3024845"/>
                <a:gd name="connsiteY223-17470" fmla="*/ 665827 h 1059043"/>
                <a:gd name="connsiteX224-17471" fmla="*/ 1256549 w 3024845"/>
                <a:gd name="connsiteY224-17472" fmla="*/ 665827 h 1059043"/>
                <a:gd name="connsiteX225-17473" fmla="*/ 1257309 w 3024845"/>
                <a:gd name="connsiteY225-17474" fmla="*/ 664476 h 1059043"/>
                <a:gd name="connsiteX226-17475" fmla="*/ 1262629 w 3024845"/>
                <a:gd name="connsiteY226-17476" fmla="*/ 655018 h 1059043"/>
                <a:gd name="connsiteX227-17477" fmla="*/ 1262629 w 3024845"/>
                <a:gd name="connsiteY227-17478" fmla="*/ 656910 h 1059043"/>
                <a:gd name="connsiteX228-17479" fmla="*/ 1262629 w 3024845"/>
                <a:gd name="connsiteY228-17480" fmla="*/ 670151 h 1059043"/>
                <a:gd name="connsiteX229-17481" fmla="*/ 1266682 w 3024845"/>
                <a:gd name="connsiteY229-17482" fmla="*/ 624754 h 1059043"/>
                <a:gd name="connsiteX230-17483" fmla="*/ 1267442 w 3024845"/>
                <a:gd name="connsiteY230-17484" fmla="*/ 624754 h 1059043"/>
                <a:gd name="connsiteX231-17485" fmla="*/ 1272762 w 3024845"/>
                <a:gd name="connsiteY231-17486" fmla="*/ 624754 h 1059043"/>
                <a:gd name="connsiteX232-17487" fmla="*/ 1272762 w 3024845"/>
                <a:gd name="connsiteY232-17488" fmla="*/ 559900 h 1059043"/>
                <a:gd name="connsiteX233-17489" fmla="*/ 1273776 w 3024845"/>
                <a:gd name="connsiteY233-17490" fmla="*/ 559900 h 1059043"/>
                <a:gd name="connsiteX234-17491" fmla="*/ 1280869 w 3024845"/>
                <a:gd name="connsiteY234-17492" fmla="*/ 559900 h 1059043"/>
                <a:gd name="connsiteX235-17493" fmla="*/ 1293029 w 3024845"/>
                <a:gd name="connsiteY235-17494" fmla="*/ 516665 h 1059043"/>
                <a:gd name="connsiteX236-17495" fmla="*/ 1294296 w 3024845"/>
                <a:gd name="connsiteY236-17496" fmla="*/ 516665 h 1059043"/>
                <a:gd name="connsiteX237-17497" fmla="*/ 1303163 w 3024845"/>
                <a:gd name="connsiteY237-17498" fmla="*/ 516665 h 1059043"/>
                <a:gd name="connsiteX238-17499" fmla="*/ 1313296 w 3024845"/>
                <a:gd name="connsiteY238-17500" fmla="*/ 559900 h 1059043"/>
                <a:gd name="connsiteX239-17501" fmla="*/ 1314309 w 3024845"/>
                <a:gd name="connsiteY239-17502" fmla="*/ 559900 h 1059043"/>
                <a:gd name="connsiteX240-17503" fmla="*/ 1321403 w 3024845"/>
                <a:gd name="connsiteY240-17504" fmla="*/ 559900 h 1059043"/>
                <a:gd name="connsiteX241-17505" fmla="*/ 1321403 w 3024845"/>
                <a:gd name="connsiteY241-17506" fmla="*/ 598812 h 1059043"/>
                <a:gd name="connsiteX242-17507" fmla="*/ 1323176 w 3024845"/>
                <a:gd name="connsiteY242-17508" fmla="*/ 598812 h 1059043"/>
                <a:gd name="connsiteX243-17509" fmla="*/ 1335590 w 3024845"/>
                <a:gd name="connsiteY243-17510" fmla="*/ 598812 h 1059043"/>
                <a:gd name="connsiteX244-17511" fmla="*/ 1335590 w 3024845"/>
                <a:gd name="connsiteY244-17512" fmla="*/ 600974 h 1059043"/>
                <a:gd name="connsiteX245-17513" fmla="*/ 1335590 w 3024845"/>
                <a:gd name="connsiteY245-17514" fmla="*/ 616106 h 1059043"/>
                <a:gd name="connsiteX246-17515" fmla="*/ 1339643 w 3024845"/>
                <a:gd name="connsiteY246-17516" fmla="*/ 613945 h 1059043"/>
                <a:gd name="connsiteX247-17517" fmla="*/ 1339643 w 3024845"/>
                <a:gd name="connsiteY247-17518" fmla="*/ 598812 h 1059043"/>
                <a:gd name="connsiteX248-17519" fmla="*/ 1341163 w 3024845"/>
                <a:gd name="connsiteY248-17520" fmla="*/ 598812 h 1059043"/>
                <a:gd name="connsiteX249-17521" fmla="*/ 1351803 w 3024845"/>
                <a:gd name="connsiteY249-17522" fmla="*/ 598812 h 1059043"/>
                <a:gd name="connsiteX250-17523" fmla="*/ 1351803 w 3024845"/>
                <a:gd name="connsiteY250-17524" fmla="*/ 600433 h 1059043"/>
                <a:gd name="connsiteX251-17525" fmla="*/ 1351803 w 3024845"/>
                <a:gd name="connsiteY251-17526" fmla="*/ 611783 h 1059043"/>
                <a:gd name="connsiteX252-17527" fmla="*/ 1382204 w 3024845"/>
                <a:gd name="connsiteY252-17528" fmla="*/ 611783 h 1059043"/>
                <a:gd name="connsiteX253-17529" fmla="*/ 1382204 w 3024845"/>
                <a:gd name="connsiteY253-17530" fmla="*/ 575033 h 1059043"/>
                <a:gd name="connsiteX254-17531" fmla="*/ 1383470 w 3024845"/>
                <a:gd name="connsiteY254-17532" fmla="*/ 575033 h 1059043"/>
                <a:gd name="connsiteX255-17533" fmla="*/ 1392337 w 3024845"/>
                <a:gd name="connsiteY255-17534" fmla="*/ 575033 h 1059043"/>
                <a:gd name="connsiteX256-17535" fmla="*/ 1392337 w 3024845"/>
                <a:gd name="connsiteY256-17536" fmla="*/ 596650 h 1059043"/>
                <a:gd name="connsiteX257-17537" fmla="*/ 1394364 w 3024845"/>
                <a:gd name="connsiteY257-17538" fmla="*/ 564224 h 1059043"/>
                <a:gd name="connsiteX258-17539" fmla="*/ 1416657 w 3024845"/>
                <a:gd name="connsiteY258-17540" fmla="*/ 564224 h 1059043"/>
                <a:gd name="connsiteX259-17541" fmla="*/ 1416657 w 3024845"/>
                <a:gd name="connsiteY259-17542" fmla="*/ 562602 h 1059043"/>
                <a:gd name="connsiteX260-17543" fmla="*/ 1416657 w 3024845"/>
                <a:gd name="connsiteY260-17544" fmla="*/ 551253 h 1059043"/>
                <a:gd name="connsiteX261-17545" fmla="*/ 1417417 w 3024845"/>
                <a:gd name="connsiteY261-17546" fmla="*/ 551253 h 1059043"/>
                <a:gd name="connsiteX262-17547" fmla="*/ 1422737 w 3024845"/>
                <a:gd name="connsiteY262-17548" fmla="*/ 551253 h 1059043"/>
                <a:gd name="connsiteX263-17549" fmla="*/ 1422737 w 3024845"/>
                <a:gd name="connsiteY263-17550" fmla="*/ 549362 h 1059043"/>
                <a:gd name="connsiteX264-17551" fmla="*/ 1422737 w 3024845"/>
                <a:gd name="connsiteY264-17552" fmla="*/ 536121 h 1059043"/>
                <a:gd name="connsiteX265-17553" fmla="*/ 1426791 w 3024845"/>
                <a:gd name="connsiteY265-17554" fmla="*/ 542606 h 1059043"/>
                <a:gd name="connsiteX266-17555" fmla="*/ 1429071 w 3024845"/>
                <a:gd name="connsiteY266-17556" fmla="*/ 542606 h 1059043"/>
                <a:gd name="connsiteX267-17557" fmla="*/ 1445031 w 3024845"/>
                <a:gd name="connsiteY267-17558" fmla="*/ 542606 h 1059043"/>
                <a:gd name="connsiteX268-17559" fmla="*/ 1445031 w 3024845"/>
                <a:gd name="connsiteY268-17560" fmla="*/ 541795 h 1059043"/>
                <a:gd name="connsiteX269-17561" fmla="*/ 1445031 w 3024845"/>
                <a:gd name="connsiteY269-17562" fmla="*/ 536121 h 1059043"/>
                <a:gd name="connsiteX270-17563" fmla="*/ 1445791 w 3024845"/>
                <a:gd name="connsiteY270-17564" fmla="*/ 536121 h 1059043"/>
                <a:gd name="connsiteX271-17565" fmla="*/ 1451111 w 3024845"/>
                <a:gd name="connsiteY271-17566" fmla="*/ 536121 h 1059043"/>
                <a:gd name="connsiteX272-17567" fmla="*/ 1451111 w 3024845"/>
                <a:gd name="connsiteY272-17568" fmla="*/ 537472 h 1059043"/>
                <a:gd name="connsiteX273-17569" fmla="*/ 1451111 w 3024845"/>
                <a:gd name="connsiteY273-17570" fmla="*/ 546930 h 1059043"/>
                <a:gd name="connsiteX274-17571" fmla="*/ 1489618 w 3024845"/>
                <a:gd name="connsiteY274-17572" fmla="*/ 546930 h 1059043"/>
                <a:gd name="connsiteX275-17573" fmla="*/ 1489618 w 3024845"/>
                <a:gd name="connsiteY275-17574" fmla="*/ 685283 h 1059043"/>
                <a:gd name="connsiteX276-17575" fmla="*/ 1491138 w 3024845"/>
                <a:gd name="connsiteY276-17576" fmla="*/ 685283 h 1059043"/>
                <a:gd name="connsiteX277-17577" fmla="*/ 1501778 w 3024845"/>
                <a:gd name="connsiteY277-17578" fmla="*/ 685283 h 1059043"/>
                <a:gd name="connsiteX278-17579" fmla="*/ 1501778 w 3024845"/>
                <a:gd name="connsiteY278-17580" fmla="*/ 672313 h 1059043"/>
                <a:gd name="connsiteX279-17581" fmla="*/ 1505832 w 3024845"/>
                <a:gd name="connsiteY279-17582" fmla="*/ 672313 h 1059043"/>
                <a:gd name="connsiteX280-17583" fmla="*/ 1505832 w 3024845"/>
                <a:gd name="connsiteY280-17584" fmla="*/ 685283 h 1059043"/>
                <a:gd name="connsiteX281-17585" fmla="*/ 1536232 w 3024845"/>
                <a:gd name="connsiteY281-17586" fmla="*/ 685283 h 1059043"/>
                <a:gd name="connsiteX282-17587" fmla="*/ 1536232 w 3024845"/>
                <a:gd name="connsiteY282-17588" fmla="*/ 655018 h 1059043"/>
                <a:gd name="connsiteX283-17589" fmla="*/ 1548392 w 3024845"/>
                <a:gd name="connsiteY283-17590" fmla="*/ 655018 h 1059043"/>
                <a:gd name="connsiteX284-17591" fmla="*/ 1560552 w 3024845"/>
                <a:gd name="connsiteY284-17592" fmla="*/ 652857 h 1059043"/>
                <a:gd name="connsiteX285-17593" fmla="*/ 1564606 w 3024845"/>
                <a:gd name="connsiteY285-17594" fmla="*/ 655018 h 1059043"/>
                <a:gd name="connsiteX286-17595" fmla="*/ 1574739 w 3024845"/>
                <a:gd name="connsiteY286-17596" fmla="*/ 655018 h 1059043"/>
                <a:gd name="connsiteX287-17597" fmla="*/ 1574739 w 3024845"/>
                <a:gd name="connsiteY287-17598" fmla="*/ 685283 h 1059043"/>
                <a:gd name="connsiteX288-17599" fmla="*/ 1582846 w 3024845"/>
                <a:gd name="connsiteY288-17600" fmla="*/ 685283 h 1059043"/>
                <a:gd name="connsiteX289-17601" fmla="*/ 1582846 w 3024845"/>
                <a:gd name="connsiteY289-17602" fmla="*/ 702578 h 1059043"/>
                <a:gd name="connsiteX290-17603" fmla="*/ 1592182 w 3024845"/>
                <a:gd name="connsiteY290-17604" fmla="*/ 703483 h 1059043"/>
                <a:gd name="connsiteX291-17605" fmla="*/ 1605140 w 3024845"/>
                <a:gd name="connsiteY291-17606" fmla="*/ 703483 h 1059043"/>
                <a:gd name="connsiteX292-17607" fmla="*/ 1605140 w 3024845"/>
                <a:gd name="connsiteY292-17608" fmla="*/ 687445 h 1059043"/>
                <a:gd name="connsiteX293-17609" fmla="*/ 1673096 w 3024845"/>
                <a:gd name="connsiteY293-17610" fmla="*/ 687445 h 1059043"/>
                <a:gd name="connsiteX294-17611" fmla="*/ 1673096 w 3024845"/>
                <a:gd name="connsiteY294-17612" fmla="*/ 602192 h 1059043"/>
                <a:gd name="connsiteX295-17613" fmla="*/ 1745104 w 3024845"/>
                <a:gd name="connsiteY295-17614" fmla="*/ 602192 h 1059043"/>
                <a:gd name="connsiteX296-17615" fmla="*/ 1745104 w 3024845"/>
                <a:gd name="connsiteY296-17616" fmla="*/ 680960 h 1059043"/>
                <a:gd name="connsiteX297-17617" fmla="*/ 1747008 w 3024845"/>
                <a:gd name="connsiteY297-17618" fmla="*/ 680960 h 1059043"/>
                <a:gd name="connsiteX298-17619" fmla="*/ 1748250 w 3024845"/>
                <a:gd name="connsiteY298-17620" fmla="*/ 703483 h 1059043"/>
                <a:gd name="connsiteX299-17621" fmla="*/ 1757926 w 3024845"/>
                <a:gd name="connsiteY299-17622" fmla="*/ 703483 h 1059043"/>
                <a:gd name="connsiteX300-17623" fmla="*/ 1759168 w 3024845"/>
                <a:gd name="connsiteY300-17624" fmla="*/ 680960 h 1059043"/>
                <a:gd name="connsiteX301-17625" fmla="*/ 1765248 w 3024845"/>
                <a:gd name="connsiteY301-17626" fmla="*/ 680960 h 1059043"/>
                <a:gd name="connsiteX302-17627" fmla="*/ 1766490 w 3024845"/>
                <a:gd name="connsiteY302-17628" fmla="*/ 703483 h 1059043"/>
                <a:gd name="connsiteX303-17629" fmla="*/ 1817112 w 3024845"/>
                <a:gd name="connsiteY303-17630" fmla="*/ 703483 h 1059043"/>
                <a:gd name="connsiteX304-17631" fmla="*/ 1817112 w 3024845"/>
                <a:gd name="connsiteY304-17632" fmla="*/ 540455 h 1059043"/>
                <a:gd name="connsiteX305-17633" fmla="*/ 2014439 w 3024845"/>
                <a:gd name="connsiteY305-17634" fmla="*/ 540455 h 1059043"/>
                <a:gd name="connsiteX306-17635" fmla="*/ 2014439 w 3024845"/>
                <a:gd name="connsiteY306-17636" fmla="*/ 703483 h 1059043"/>
                <a:gd name="connsiteX307-17637" fmla="*/ 2033136 w 3024845"/>
                <a:gd name="connsiteY307-17638" fmla="*/ 703483 h 1059043"/>
                <a:gd name="connsiteX308-17639" fmla="*/ 2033136 w 3024845"/>
                <a:gd name="connsiteY308-17640" fmla="*/ 620790 h 1059043"/>
                <a:gd name="connsiteX309-17641" fmla="*/ 2128256 w 3024845"/>
                <a:gd name="connsiteY309-17642" fmla="*/ 620790 h 1059043"/>
                <a:gd name="connsiteX310-17643" fmla="*/ 2140186 w 3024845"/>
                <a:gd name="connsiteY310-17644" fmla="*/ 302649 h 1059043"/>
                <a:gd name="connsiteX311-17645" fmla="*/ 2128026 w 3024845"/>
                <a:gd name="connsiteY311-17646" fmla="*/ 281031 h 1059043"/>
                <a:gd name="connsiteX312-17647" fmla="*/ 2121946 w 3024845"/>
                <a:gd name="connsiteY312-17648" fmla="*/ 276707 h 1059043"/>
                <a:gd name="connsiteX313-17649" fmla="*/ 2130053 w 3024845"/>
                <a:gd name="connsiteY313-17650" fmla="*/ 252928 h 1059043"/>
                <a:gd name="connsiteX314-17651" fmla="*/ 2130053 w 3024845"/>
                <a:gd name="connsiteY314-17652" fmla="*/ 235634 h 1059043"/>
                <a:gd name="connsiteX315-17653" fmla="*/ 2144240 w 3024845"/>
                <a:gd name="connsiteY315-17654" fmla="*/ 235634 h 1059043"/>
                <a:gd name="connsiteX316-17655" fmla="*/ 2144240 w 3024845"/>
                <a:gd name="connsiteY316-17656" fmla="*/ 214016 h 1059043"/>
                <a:gd name="connsiteX317-17657" fmla="*/ 2146266 w 3024845"/>
                <a:gd name="connsiteY317-17658" fmla="*/ 209692 h 1059043"/>
                <a:gd name="connsiteX318-17659" fmla="*/ 2146266 w 3024845"/>
                <a:gd name="connsiteY318-17660" fmla="*/ 131868 h 1059043"/>
                <a:gd name="connsiteX319-17661" fmla="*/ 2144240 w 3024845"/>
                <a:gd name="connsiteY319-17662" fmla="*/ 125383 h 1059043"/>
                <a:gd name="connsiteX320-17663" fmla="*/ 2150320 w 3024845"/>
                <a:gd name="connsiteY320-17664" fmla="*/ 118897 h 1059043"/>
                <a:gd name="connsiteX321-17665" fmla="*/ 2150320 w 3024845"/>
                <a:gd name="connsiteY321-17666" fmla="*/ 60529 h 1059043"/>
                <a:gd name="connsiteX322-17667" fmla="*/ 2152346 w 3024845"/>
                <a:gd name="connsiteY322-17668" fmla="*/ 56206 h 1059043"/>
                <a:gd name="connsiteX323-17669" fmla="*/ 2152346 w 3024845"/>
                <a:gd name="connsiteY323-17670" fmla="*/ 0 h 1059043"/>
                <a:gd name="connsiteX324-17671" fmla="*/ 2162480 w 3024845"/>
                <a:gd name="connsiteY324-17672" fmla="*/ 118897 h 1059043"/>
                <a:gd name="connsiteX325-17673" fmla="*/ 2168560 w 3024845"/>
                <a:gd name="connsiteY325-17674" fmla="*/ 125383 h 1059043"/>
                <a:gd name="connsiteX326-17675" fmla="*/ 2166533 w 3024845"/>
                <a:gd name="connsiteY326-17676" fmla="*/ 131868 h 1059043"/>
                <a:gd name="connsiteX327-17677" fmla="*/ 2166533 w 3024845"/>
                <a:gd name="connsiteY327-17678" fmla="*/ 209692 h 1059043"/>
                <a:gd name="connsiteX328-17679" fmla="*/ 2168560 w 3024845"/>
                <a:gd name="connsiteY328-17680" fmla="*/ 214016 h 1059043"/>
                <a:gd name="connsiteX329-17681" fmla="*/ 2168560 w 3024845"/>
                <a:gd name="connsiteY329-17682" fmla="*/ 235634 h 1059043"/>
                <a:gd name="connsiteX330-17683" fmla="*/ 2182747 w 3024845"/>
                <a:gd name="connsiteY330-17684" fmla="*/ 235634 h 1059043"/>
                <a:gd name="connsiteX331-17685" fmla="*/ 2182747 w 3024845"/>
                <a:gd name="connsiteY331-17686" fmla="*/ 252928 h 1059043"/>
                <a:gd name="connsiteX332-17687" fmla="*/ 2190854 w 3024845"/>
                <a:gd name="connsiteY332-17688" fmla="*/ 276707 h 1059043"/>
                <a:gd name="connsiteX333-17689" fmla="*/ 2180720 w 3024845"/>
                <a:gd name="connsiteY333-17690" fmla="*/ 555577 h 1059043"/>
                <a:gd name="connsiteX334-17691" fmla="*/ 2245574 w 3024845"/>
                <a:gd name="connsiteY334-17692" fmla="*/ 555577 h 1059043"/>
                <a:gd name="connsiteX335-17693" fmla="*/ 2245574 w 3024845"/>
                <a:gd name="connsiteY335-17694" fmla="*/ 631239 h 1059043"/>
                <a:gd name="connsiteX336-17695" fmla="*/ 2253681 w 3024845"/>
                <a:gd name="connsiteY336-17696" fmla="*/ 631239 h 1059043"/>
                <a:gd name="connsiteX337-17697" fmla="*/ 2255708 w 3024845"/>
                <a:gd name="connsiteY337-17698" fmla="*/ 624754 h 1059043"/>
                <a:gd name="connsiteX338-17699" fmla="*/ 2261788 w 3024845"/>
                <a:gd name="connsiteY338-17700" fmla="*/ 624754 h 1059043"/>
                <a:gd name="connsiteX339-17701" fmla="*/ 2263815 w 3024845"/>
                <a:gd name="connsiteY339-17702" fmla="*/ 633401 h 1059043"/>
                <a:gd name="connsiteX340-17703" fmla="*/ 2275975 w 3024845"/>
                <a:gd name="connsiteY340-17704" fmla="*/ 633401 h 1059043"/>
                <a:gd name="connsiteX341-17705" fmla="*/ 2275975 w 3024845"/>
                <a:gd name="connsiteY341-17706" fmla="*/ 626915 h 1059043"/>
                <a:gd name="connsiteX342-17707" fmla="*/ 2298268 w 3024845"/>
                <a:gd name="connsiteY342-17708" fmla="*/ 626915 h 1059043"/>
                <a:gd name="connsiteX343-17709" fmla="*/ 2298268 w 3024845"/>
                <a:gd name="connsiteY343-17710" fmla="*/ 633401 h 1059043"/>
                <a:gd name="connsiteX344-17711" fmla="*/ 2318535 w 3024845"/>
                <a:gd name="connsiteY344-17712" fmla="*/ 633401 h 1059043"/>
                <a:gd name="connsiteX345-17713" fmla="*/ 2318535 w 3024845"/>
                <a:gd name="connsiteY345-17714" fmla="*/ 678798 h 1059043"/>
                <a:gd name="connsiteX346-17715" fmla="*/ 2332722 w 3024845"/>
                <a:gd name="connsiteY346-17716" fmla="*/ 678798 h 1059043"/>
                <a:gd name="connsiteX347-17717" fmla="*/ 2332722 w 3024845"/>
                <a:gd name="connsiteY347-17718" fmla="*/ 665827 h 1059043"/>
                <a:gd name="connsiteX348-17719" fmla="*/ 2348936 w 3024845"/>
                <a:gd name="connsiteY348-17720" fmla="*/ 665827 h 1059043"/>
                <a:gd name="connsiteX349-17721" fmla="*/ 2348936 w 3024845"/>
                <a:gd name="connsiteY349-17722" fmla="*/ 486400 h 1059043"/>
                <a:gd name="connsiteX350-17723" fmla="*/ 2355016 w 3024845"/>
                <a:gd name="connsiteY350-17724" fmla="*/ 479914 h 1059043"/>
                <a:gd name="connsiteX351-17725" fmla="*/ 2427977 w 3024845"/>
                <a:gd name="connsiteY351-17726" fmla="*/ 479914 h 1059043"/>
                <a:gd name="connsiteX352-17727" fmla="*/ 2427977 w 3024845"/>
                <a:gd name="connsiteY352-17728" fmla="*/ 488562 h 1059043"/>
                <a:gd name="connsiteX353-17729" fmla="*/ 2438110 w 3024845"/>
                <a:gd name="connsiteY353-17730" fmla="*/ 488562 h 1059043"/>
                <a:gd name="connsiteX354-17731" fmla="*/ 2438110 w 3024845"/>
                <a:gd name="connsiteY354-17732" fmla="*/ 603136 h 1059043"/>
                <a:gd name="connsiteX355-17733" fmla="*/ 2460404 w 3024845"/>
                <a:gd name="connsiteY355-17734" fmla="*/ 603136 h 1059043"/>
                <a:gd name="connsiteX356-17735" fmla="*/ 2460404 w 3024845"/>
                <a:gd name="connsiteY356-17736" fmla="*/ 536121 h 1059043"/>
                <a:gd name="connsiteX357-17737" fmla="*/ 2486751 w 3024845"/>
                <a:gd name="connsiteY357-17738" fmla="*/ 536121 h 1059043"/>
                <a:gd name="connsiteX358-17739" fmla="*/ 2490804 w 3024845"/>
                <a:gd name="connsiteY358-17740" fmla="*/ 531797 h 1059043"/>
                <a:gd name="connsiteX359-17741" fmla="*/ 2498911 w 3024845"/>
                <a:gd name="connsiteY359-17742" fmla="*/ 531797 h 1059043"/>
                <a:gd name="connsiteX360-17743" fmla="*/ 2502964 w 3024845"/>
                <a:gd name="connsiteY360-17744" fmla="*/ 536121 h 1059043"/>
                <a:gd name="connsiteX361-17745" fmla="*/ 2525258 w 3024845"/>
                <a:gd name="connsiteY361-17746" fmla="*/ 536121 h 1059043"/>
                <a:gd name="connsiteX362-17747" fmla="*/ 2525258 w 3024845"/>
                <a:gd name="connsiteY362-17748" fmla="*/ 419385 h 1059043"/>
                <a:gd name="connsiteX363-17749" fmla="*/ 2582005 w 3024845"/>
                <a:gd name="connsiteY363-17750" fmla="*/ 408576 h 1059043"/>
                <a:gd name="connsiteX364-17751" fmla="*/ 2582005 w 3024845"/>
                <a:gd name="connsiteY364-17752" fmla="*/ 409657 h 1059043"/>
                <a:gd name="connsiteX365-17753" fmla="*/ 2582005 w 3024845"/>
                <a:gd name="connsiteY365-17754" fmla="*/ 417223 h 1059043"/>
                <a:gd name="connsiteX366-17755" fmla="*/ 2608352 w 3024845"/>
                <a:gd name="connsiteY366-17756" fmla="*/ 417223 h 1059043"/>
                <a:gd name="connsiteX367-17757" fmla="*/ 2608352 w 3024845"/>
                <a:gd name="connsiteY367-17758" fmla="*/ 672313 h 1059043"/>
                <a:gd name="connsiteX368-17759" fmla="*/ 2630646 w 3024845"/>
                <a:gd name="connsiteY368-17760" fmla="*/ 672313 h 1059043"/>
                <a:gd name="connsiteX369-17761" fmla="*/ 2630646 w 3024845"/>
                <a:gd name="connsiteY369-17762" fmla="*/ 667989 h 1059043"/>
                <a:gd name="connsiteX370-17763" fmla="*/ 2642806 w 3024845"/>
                <a:gd name="connsiteY370-17764" fmla="*/ 667989 h 1059043"/>
                <a:gd name="connsiteX371-17765" fmla="*/ 2642806 w 3024845"/>
                <a:gd name="connsiteY371-17766" fmla="*/ 672313 h 1059043"/>
                <a:gd name="connsiteX372-17767" fmla="*/ 2667126 w 3024845"/>
                <a:gd name="connsiteY372-17768" fmla="*/ 672313 h 1059043"/>
                <a:gd name="connsiteX373-17769" fmla="*/ 2667126 w 3024845"/>
                <a:gd name="connsiteY373-17770" fmla="*/ 659342 h 1059043"/>
                <a:gd name="connsiteX374-17771" fmla="*/ 2695500 w 3024845"/>
                <a:gd name="connsiteY374-17772" fmla="*/ 659342 h 1059043"/>
                <a:gd name="connsiteX375-17773" fmla="*/ 2707660 w 3024845"/>
                <a:gd name="connsiteY375-17774" fmla="*/ 655018 h 1059043"/>
                <a:gd name="connsiteX376-17775" fmla="*/ 2727927 w 3024845"/>
                <a:gd name="connsiteY376-17776" fmla="*/ 659342 h 1059043"/>
                <a:gd name="connsiteX377-17777" fmla="*/ 2727927 w 3024845"/>
                <a:gd name="connsiteY377-17778" fmla="*/ 642048 h 1059043"/>
                <a:gd name="connsiteX378-17779" fmla="*/ 2736034 w 3024845"/>
                <a:gd name="connsiteY378-17780" fmla="*/ 642048 h 1059043"/>
                <a:gd name="connsiteX379-17781" fmla="*/ 2736034 w 3024845"/>
                <a:gd name="connsiteY379-17782" fmla="*/ 629077 h 1059043"/>
                <a:gd name="connsiteX380-17783" fmla="*/ 2792781 w 3024845"/>
                <a:gd name="connsiteY380-17784" fmla="*/ 629077 h 1059043"/>
                <a:gd name="connsiteX381-17785" fmla="*/ 2792781 w 3024845"/>
                <a:gd name="connsiteY381-17786" fmla="*/ 598812 h 1059043"/>
                <a:gd name="connsiteX382-17787" fmla="*/ 2811021 w 3024845"/>
                <a:gd name="connsiteY382-17788" fmla="*/ 598812 h 1059043"/>
                <a:gd name="connsiteX383-17789" fmla="*/ 2811021 w 3024845"/>
                <a:gd name="connsiteY383-17790" fmla="*/ 592327 h 1059043"/>
                <a:gd name="connsiteX384-17791" fmla="*/ 2823181 w 3024845"/>
                <a:gd name="connsiteY384-17792" fmla="*/ 592327 h 1059043"/>
                <a:gd name="connsiteX385-17793" fmla="*/ 2823181 w 3024845"/>
                <a:gd name="connsiteY385-17794" fmla="*/ 598812 h 1059043"/>
                <a:gd name="connsiteX386-17795" fmla="*/ 2839395 w 3024845"/>
                <a:gd name="connsiteY386-17796" fmla="*/ 598812 h 1059043"/>
                <a:gd name="connsiteX387-17797" fmla="*/ 2839395 w 3024845"/>
                <a:gd name="connsiteY387-17798" fmla="*/ 648533 h 1059043"/>
                <a:gd name="connsiteX388-17799" fmla="*/ 2871822 w 3024845"/>
                <a:gd name="connsiteY388-17800" fmla="*/ 648533 h 1059043"/>
                <a:gd name="connsiteX389-17801" fmla="*/ 2871822 w 3024845"/>
                <a:gd name="connsiteY389-17802" fmla="*/ 622592 h 1059043"/>
                <a:gd name="connsiteX390-17803" fmla="*/ 2910329 w 3024845"/>
                <a:gd name="connsiteY390-17804" fmla="*/ 622592 h 1059043"/>
                <a:gd name="connsiteX391-17805" fmla="*/ 2910329 w 3024845"/>
                <a:gd name="connsiteY391-17806" fmla="*/ 592327 h 1059043"/>
                <a:gd name="connsiteX392-17807" fmla="*/ 2958970 w 3024845"/>
                <a:gd name="connsiteY392-17808" fmla="*/ 592327 h 1059043"/>
                <a:gd name="connsiteX393-17809" fmla="*/ 2958970 w 3024845"/>
                <a:gd name="connsiteY393-17810" fmla="*/ 703483 h 1059043"/>
                <a:gd name="connsiteX394-17811" fmla="*/ 2958970 w 3024845"/>
                <a:gd name="connsiteY394-17812" fmla="*/ 717262 h 1059043"/>
                <a:gd name="connsiteX395-17813" fmla="*/ 3024845 w 3024845"/>
                <a:gd name="connsiteY395-17814" fmla="*/ 717262 h 1059043"/>
                <a:gd name="connsiteX396-17815" fmla="*/ 3024845 w 3024845"/>
                <a:gd name="connsiteY396-17816" fmla="*/ 1059043 h 1059043"/>
                <a:gd name="connsiteX397-17817" fmla="*/ 2054 w 3024845"/>
                <a:gd name="connsiteY397-17818" fmla="*/ 1056710 h 1059043"/>
                <a:gd name="connsiteX398-17819" fmla="*/ 0 w 3024845"/>
                <a:gd name="connsiteY398-17820" fmla="*/ 622592 h 1059043"/>
                <a:gd name="connsiteX399-17821" fmla="*/ 20267 w 3024845"/>
                <a:gd name="connsiteY399-17822" fmla="*/ 622592 h 1059043"/>
                <a:gd name="connsiteX400-17823" fmla="*/ 20774 w 3024845"/>
                <a:gd name="connsiteY400-17824" fmla="*/ 621511 h 1059043"/>
                <a:gd name="connsiteX401-17825" fmla="*/ 24320 w 3024845"/>
                <a:gd name="connsiteY401-17826" fmla="*/ 613945 h 1059043"/>
                <a:gd name="connsiteX402-17827" fmla="*/ 26094 w 3024845"/>
                <a:gd name="connsiteY402-17828" fmla="*/ 614215 h 1059043"/>
                <a:gd name="connsiteX403-17829" fmla="*/ 38507 w 3024845"/>
                <a:gd name="connsiteY403-17830" fmla="*/ 616106 h 1059043"/>
                <a:gd name="connsiteX404-17831" fmla="*/ 39014 w 3024845"/>
                <a:gd name="connsiteY404-17832" fmla="*/ 617458 h 1059043"/>
                <a:gd name="connsiteX405-17833" fmla="*/ 42560 w 3024845"/>
                <a:gd name="connsiteY405-17834" fmla="*/ 626915 h 1059043"/>
                <a:gd name="connsiteX406-17835" fmla="*/ 68907 w 3024845"/>
                <a:gd name="connsiteY406-17836" fmla="*/ 629077 h 1059043"/>
                <a:gd name="connsiteX407-17837" fmla="*/ 68907 w 3024845"/>
                <a:gd name="connsiteY407-17838" fmla="*/ 505856 h 1059043"/>
                <a:gd name="connsiteX408-17839" fmla="*/ 70934 w 3024845"/>
                <a:gd name="connsiteY408-17840" fmla="*/ 505856 h 1059043"/>
                <a:gd name="connsiteX409-17841" fmla="*/ 85121 w 3024845"/>
                <a:gd name="connsiteY409-17842" fmla="*/ 505856 h 1059043"/>
                <a:gd name="connsiteX410-17843" fmla="*/ 85121 w 3024845"/>
                <a:gd name="connsiteY410-17844" fmla="*/ 369664 h 1059043"/>
                <a:gd name="connsiteX411-17845" fmla="*/ 86894 w 3024845"/>
                <a:gd name="connsiteY411-17846" fmla="*/ 369664 h 1059043"/>
                <a:gd name="connsiteX412-17847" fmla="*/ 99308 w 3024845"/>
                <a:gd name="connsiteY412-17848" fmla="*/ 369664 h 1059043"/>
                <a:gd name="connsiteX413-17849" fmla="*/ 99308 w 3024845"/>
                <a:gd name="connsiteY413-17850" fmla="*/ 255090 h 1059043"/>
                <a:gd name="connsiteX414-17851" fmla="*/ 103361 w 3024845"/>
                <a:gd name="connsiteY414-17852" fmla="*/ 226986 h 1059043"/>
                <a:gd name="connsiteX415-17853" fmla="*/ 105388 w 3024845"/>
                <a:gd name="connsiteY415-17854" fmla="*/ 226986 h 1059043"/>
                <a:gd name="connsiteX416-17855" fmla="*/ 119575 w 3024845"/>
                <a:gd name="connsiteY416-17856" fmla="*/ 226986 h 1059043"/>
                <a:gd name="connsiteX0-17857" fmla="*/ 119575 w 3024845"/>
                <a:gd name="connsiteY0-17858" fmla="*/ 226986 h 1059043"/>
                <a:gd name="connsiteX1-17859" fmla="*/ 200642 w 3024845"/>
                <a:gd name="connsiteY1-17860" fmla="*/ 224825 h 1059043"/>
                <a:gd name="connsiteX2-17861" fmla="*/ 202669 w 3024845"/>
                <a:gd name="connsiteY2-17862" fmla="*/ 224825 h 1059043"/>
                <a:gd name="connsiteX3-17863" fmla="*/ 216856 w 3024845"/>
                <a:gd name="connsiteY3-17864" fmla="*/ 224825 h 1059043"/>
                <a:gd name="connsiteX4-17865" fmla="*/ 216856 w 3024845"/>
                <a:gd name="connsiteY4-17866" fmla="*/ 248604 h 1059043"/>
                <a:gd name="connsiteX5-17867" fmla="*/ 217363 w 3024845"/>
                <a:gd name="connsiteY5-17868" fmla="*/ 249415 h 1059043"/>
                <a:gd name="connsiteX6-17869" fmla="*/ 220909 w 3024845"/>
                <a:gd name="connsiteY6-17870" fmla="*/ 255090 h 1059043"/>
                <a:gd name="connsiteX7-17871" fmla="*/ 220909 w 3024845"/>
                <a:gd name="connsiteY7-17872" fmla="*/ 369664 h 1059043"/>
                <a:gd name="connsiteX8-17873" fmla="*/ 223189 w 3024845"/>
                <a:gd name="connsiteY8-17874" fmla="*/ 369664 h 1059043"/>
                <a:gd name="connsiteX9-17875" fmla="*/ 239150 w 3024845"/>
                <a:gd name="connsiteY9-17876" fmla="*/ 369664 h 1059043"/>
                <a:gd name="connsiteX10-17877" fmla="*/ 239150 w 3024845"/>
                <a:gd name="connsiteY10-17878" fmla="*/ 510179 h 1059043"/>
                <a:gd name="connsiteX11-17879" fmla="*/ 240670 w 3024845"/>
                <a:gd name="connsiteY11-17880" fmla="*/ 509909 h 1059043"/>
                <a:gd name="connsiteX12-17881" fmla="*/ 251310 w 3024845"/>
                <a:gd name="connsiteY12-17882" fmla="*/ 508018 h 1059043"/>
                <a:gd name="connsiteX13-17883" fmla="*/ 249283 w 3024845"/>
                <a:gd name="connsiteY13-17884" fmla="*/ 596650 h 1059043"/>
                <a:gd name="connsiteX14-17885" fmla="*/ 250803 w 3024845"/>
                <a:gd name="connsiteY14-17886" fmla="*/ 596921 h 1059043"/>
                <a:gd name="connsiteX15-17887" fmla="*/ 261443 w 3024845"/>
                <a:gd name="connsiteY15-17888" fmla="*/ 598812 h 1059043"/>
                <a:gd name="connsiteX16-17889" fmla="*/ 261696 w 3024845"/>
                <a:gd name="connsiteY16-17890" fmla="*/ 599623 h 1059043"/>
                <a:gd name="connsiteX17-17891" fmla="*/ 263470 w 3024845"/>
                <a:gd name="connsiteY17-17892" fmla="*/ 605298 h 1059043"/>
                <a:gd name="connsiteX18-17893" fmla="*/ 264230 w 3024845"/>
                <a:gd name="connsiteY18-17894" fmla="*/ 602866 h 1059043"/>
                <a:gd name="connsiteX19-17895" fmla="*/ 269550 w 3024845"/>
                <a:gd name="connsiteY19-17896" fmla="*/ 585842 h 1059043"/>
                <a:gd name="connsiteX20-17897" fmla="*/ 271323 w 3024845"/>
                <a:gd name="connsiteY20-17898" fmla="*/ 585842 h 1059043"/>
                <a:gd name="connsiteX21-17899" fmla="*/ 283737 w 3024845"/>
                <a:gd name="connsiteY21-17900" fmla="*/ 585842 h 1059043"/>
                <a:gd name="connsiteX22-17901" fmla="*/ 283737 w 3024845"/>
                <a:gd name="connsiteY22-17902" fmla="*/ 618268 h 1059043"/>
                <a:gd name="connsiteX23-17903" fmla="*/ 284750 w 3024845"/>
                <a:gd name="connsiteY23-17904" fmla="*/ 618809 h 1059043"/>
                <a:gd name="connsiteX24-17905" fmla="*/ 291844 w 3024845"/>
                <a:gd name="connsiteY24-17906" fmla="*/ 622592 h 1059043"/>
                <a:gd name="connsiteX25-17907" fmla="*/ 291844 w 3024845"/>
                <a:gd name="connsiteY25-17908" fmla="*/ 623943 h 1059043"/>
                <a:gd name="connsiteX26-17909" fmla="*/ 291844 w 3024845"/>
                <a:gd name="connsiteY26-17910" fmla="*/ 633401 h 1059043"/>
                <a:gd name="connsiteX27-17911" fmla="*/ 336431 w 3024845"/>
                <a:gd name="connsiteY27-17912" fmla="*/ 633401 h 1059043"/>
                <a:gd name="connsiteX28-17913" fmla="*/ 336431 w 3024845"/>
                <a:gd name="connsiteY28-17914" fmla="*/ 634482 h 1059043"/>
                <a:gd name="connsiteX29-17915" fmla="*/ 336431 w 3024845"/>
                <a:gd name="connsiteY29-17916" fmla="*/ 642048 h 1059043"/>
                <a:gd name="connsiteX30-17917" fmla="*/ 338457 w 3024845"/>
                <a:gd name="connsiteY30-17918" fmla="*/ 642048 h 1059043"/>
                <a:gd name="connsiteX31-17919" fmla="*/ 352644 w 3024845"/>
                <a:gd name="connsiteY31-17920" fmla="*/ 642048 h 1059043"/>
                <a:gd name="connsiteX32-17921" fmla="*/ 352644 w 3024845"/>
                <a:gd name="connsiteY32-17922" fmla="*/ 611783 h 1059043"/>
                <a:gd name="connsiteX33-17923" fmla="*/ 397231 w 3024845"/>
                <a:gd name="connsiteY33-17924" fmla="*/ 611783 h 1059043"/>
                <a:gd name="connsiteX34-17925" fmla="*/ 397231 w 3024845"/>
                <a:gd name="connsiteY34-17926" fmla="*/ 610432 h 1059043"/>
                <a:gd name="connsiteX35-17927" fmla="*/ 397231 w 3024845"/>
                <a:gd name="connsiteY35-17928" fmla="*/ 600974 h 1059043"/>
                <a:gd name="connsiteX36-17929" fmla="*/ 398245 w 3024845"/>
                <a:gd name="connsiteY36-17930" fmla="*/ 600974 h 1059043"/>
                <a:gd name="connsiteX37-17931" fmla="*/ 405338 w 3024845"/>
                <a:gd name="connsiteY37-17932" fmla="*/ 600974 h 1059043"/>
                <a:gd name="connsiteX38-17933" fmla="*/ 405338 w 3024845"/>
                <a:gd name="connsiteY38-17934" fmla="*/ 599083 h 1059043"/>
                <a:gd name="connsiteX39-17935" fmla="*/ 405338 w 3024845"/>
                <a:gd name="connsiteY39-17936" fmla="*/ 585842 h 1059043"/>
                <a:gd name="connsiteX40-17937" fmla="*/ 406098 w 3024845"/>
                <a:gd name="connsiteY40-17938" fmla="*/ 585842 h 1059043"/>
                <a:gd name="connsiteX41-17939" fmla="*/ 411418 w 3024845"/>
                <a:gd name="connsiteY41-17940" fmla="*/ 585842 h 1059043"/>
                <a:gd name="connsiteX42-17941" fmla="*/ 411418 w 3024845"/>
                <a:gd name="connsiteY42-17942" fmla="*/ 584761 h 1059043"/>
                <a:gd name="connsiteX43-17943" fmla="*/ 411418 w 3024845"/>
                <a:gd name="connsiteY43-17944" fmla="*/ 577194 h 1059043"/>
                <a:gd name="connsiteX44-17945" fmla="*/ 413445 w 3024845"/>
                <a:gd name="connsiteY44-17946" fmla="*/ 577194 h 1059043"/>
                <a:gd name="connsiteX45-17947" fmla="*/ 427632 w 3024845"/>
                <a:gd name="connsiteY45-17948" fmla="*/ 577194 h 1059043"/>
                <a:gd name="connsiteX46-17949" fmla="*/ 427632 w 3024845"/>
                <a:gd name="connsiteY46-17950" fmla="*/ 578275 h 1059043"/>
                <a:gd name="connsiteX47-17951" fmla="*/ 427632 w 3024845"/>
                <a:gd name="connsiteY47-17952" fmla="*/ 585842 h 1059043"/>
                <a:gd name="connsiteX48-17953" fmla="*/ 449925 w 3024845"/>
                <a:gd name="connsiteY48-17954" fmla="*/ 585842 h 1059043"/>
                <a:gd name="connsiteX49-17955" fmla="*/ 449925 w 3024845"/>
                <a:gd name="connsiteY49-17956" fmla="*/ 583950 h 1059043"/>
                <a:gd name="connsiteX50-17957" fmla="*/ 449925 w 3024845"/>
                <a:gd name="connsiteY50-17958" fmla="*/ 570709 h 1059043"/>
                <a:gd name="connsiteX51-17959" fmla="*/ 451699 w 3024845"/>
                <a:gd name="connsiteY51-17960" fmla="*/ 570709 h 1059043"/>
                <a:gd name="connsiteX52-17961" fmla="*/ 464112 w 3024845"/>
                <a:gd name="connsiteY52-17962" fmla="*/ 570709 h 1059043"/>
                <a:gd name="connsiteX53-17963" fmla="*/ 464112 w 3024845"/>
                <a:gd name="connsiteY53-17964" fmla="*/ 594489 h 1059043"/>
                <a:gd name="connsiteX54-17965" fmla="*/ 465126 w 3024845"/>
                <a:gd name="connsiteY54-17966" fmla="*/ 594489 h 1059043"/>
                <a:gd name="connsiteX55-17967" fmla="*/ 472219 w 3024845"/>
                <a:gd name="connsiteY55-17968" fmla="*/ 594489 h 1059043"/>
                <a:gd name="connsiteX56-17969" fmla="*/ 472219 w 3024845"/>
                <a:gd name="connsiteY56-17970" fmla="*/ 593408 h 1059043"/>
                <a:gd name="connsiteX57-17971" fmla="*/ 472219 w 3024845"/>
                <a:gd name="connsiteY57-17972" fmla="*/ 585842 h 1059043"/>
                <a:gd name="connsiteX58-17973" fmla="*/ 473992 w 3024845"/>
                <a:gd name="connsiteY58-17974" fmla="*/ 585842 h 1059043"/>
                <a:gd name="connsiteX59-17975" fmla="*/ 486406 w 3024845"/>
                <a:gd name="connsiteY59-17976" fmla="*/ 585842 h 1059043"/>
                <a:gd name="connsiteX60-17977" fmla="*/ 486406 w 3024845"/>
                <a:gd name="connsiteY60-17978" fmla="*/ 611783 h 1059043"/>
                <a:gd name="connsiteX61-17979" fmla="*/ 488433 w 3024845"/>
                <a:gd name="connsiteY61-17980" fmla="*/ 611783 h 1059043"/>
                <a:gd name="connsiteX62-17981" fmla="*/ 502619 w 3024845"/>
                <a:gd name="connsiteY62-17982" fmla="*/ 611783 h 1059043"/>
                <a:gd name="connsiteX63-17983" fmla="*/ 502619 w 3024845"/>
                <a:gd name="connsiteY63-17984" fmla="*/ 613404 h 1059043"/>
                <a:gd name="connsiteX64-17985" fmla="*/ 502619 w 3024845"/>
                <a:gd name="connsiteY64-17986" fmla="*/ 624754 h 1059043"/>
                <a:gd name="connsiteX65-17987" fmla="*/ 503379 w 3024845"/>
                <a:gd name="connsiteY65-17988" fmla="*/ 624754 h 1059043"/>
                <a:gd name="connsiteX66-17989" fmla="*/ 508700 w 3024845"/>
                <a:gd name="connsiteY66-17990" fmla="*/ 624754 h 1059043"/>
                <a:gd name="connsiteX67-17991" fmla="*/ 508700 w 3024845"/>
                <a:gd name="connsiteY67-17992" fmla="*/ 623943 h 1059043"/>
                <a:gd name="connsiteX68-17993" fmla="*/ 508700 w 3024845"/>
                <a:gd name="connsiteY68-17994" fmla="*/ 618268 h 1059043"/>
                <a:gd name="connsiteX69-17995" fmla="*/ 539100 w 3024845"/>
                <a:gd name="connsiteY69-17996" fmla="*/ 618268 h 1059043"/>
                <a:gd name="connsiteX70-17997" fmla="*/ 539100 w 3024845"/>
                <a:gd name="connsiteY70-17998" fmla="*/ 642048 h 1059043"/>
                <a:gd name="connsiteX71-17999" fmla="*/ 540113 w 3024845"/>
                <a:gd name="connsiteY71-18000" fmla="*/ 642048 h 1059043"/>
                <a:gd name="connsiteX72-18001" fmla="*/ 547207 w 3024845"/>
                <a:gd name="connsiteY72-18002" fmla="*/ 642048 h 1059043"/>
                <a:gd name="connsiteX73-18003" fmla="*/ 547207 w 3024845"/>
                <a:gd name="connsiteY73-18004" fmla="*/ 643129 h 1059043"/>
                <a:gd name="connsiteX74-18005" fmla="*/ 547207 w 3024845"/>
                <a:gd name="connsiteY74-18006" fmla="*/ 650695 h 1059043"/>
                <a:gd name="connsiteX75-18007" fmla="*/ 547967 w 3024845"/>
                <a:gd name="connsiteY75-18008" fmla="*/ 650695 h 1059043"/>
                <a:gd name="connsiteX76-18009" fmla="*/ 553287 w 3024845"/>
                <a:gd name="connsiteY76-18010" fmla="*/ 650695 h 1059043"/>
                <a:gd name="connsiteX77-18011" fmla="*/ 553287 w 3024845"/>
                <a:gd name="connsiteY77-18012" fmla="*/ 648533 h 1059043"/>
                <a:gd name="connsiteX78-18013" fmla="*/ 553287 w 3024845"/>
                <a:gd name="connsiteY78-18014" fmla="*/ 633401 h 1059043"/>
                <a:gd name="connsiteX79-18015" fmla="*/ 554300 w 3024845"/>
                <a:gd name="connsiteY79-18016" fmla="*/ 633401 h 1059043"/>
                <a:gd name="connsiteX80-18017" fmla="*/ 561394 w 3024845"/>
                <a:gd name="connsiteY80-18018" fmla="*/ 633401 h 1059043"/>
                <a:gd name="connsiteX81-18019" fmla="*/ 561394 w 3024845"/>
                <a:gd name="connsiteY81-18020" fmla="*/ 634482 h 1059043"/>
                <a:gd name="connsiteX82-18021" fmla="*/ 561394 w 3024845"/>
                <a:gd name="connsiteY82-18022" fmla="*/ 642048 h 1059043"/>
                <a:gd name="connsiteX83-18023" fmla="*/ 566714 w 3024845"/>
                <a:gd name="connsiteY83-18024" fmla="*/ 640055 h 1059043"/>
                <a:gd name="connsiteX84-18025" fmla="*/ 567474 w 3024845"/>
                <a:gd name="connsiteY84-18026" fmla="*/ 639075 h 1059043"/>
                <a:gd name="connsiteX85-18027" fmla="*/ 567474 w 3024845"/>
                <a:gd name="connsiteY85-18028" fmla="*/ 633401 h 1059043"/>
                <a:gd name="connsiteX86-18029" fmla="*/ 605981 w 3024845"/>
                <a:gd name="connsiteY86-18030" fmla="*/ 633401 h 1059043"/>
                <a:gd name="connsiteX87-18031" fmla="*/ 605981 w 3024845"/>
                <a:gd name="connsiteY87-18032" fmla="*/ 657180 h 1059043"/>
                <a:gd name="connsiteX88-18033" fmla="*/ 608007 w 3024845"/>
                <a:gd name="connsiteY88-18034" fmla="*/ 657180 h 1059043"/>
                <a:gd name="connsiteX89-18035" fmla="*/ 622194 w 3024845"/>
                <a:gd name="connsiteY89-18036" fmla="*/ 657180 h 1059043"/>
                <a:gd name="connsiteX90-18037" fmla="*/ 622194 w 3024845"/>
                <a:gd name="connsiteY90-18038" fmla="*/ 658261 h 1059043"/>
                <a:gd name="connsiteX91-18039" fmla="*/ 622194 w 3024845"/>
                <a:gd name="connsiteY91-18040" fmla="*/ 665827 h 1059043"/>
                <a:gd name="connsiteX92-18041" fmla="*/ 623968 w 3024845"/>
                <a:gd name="connsiteY92-18042" fmla="*/ 665827 h 1059043"/>
                <a:gd name="connsiteX93-18043" fmla="*/ 636381 w 3024845"/>
                <a:gd name="connsiteY93-18044" fmla="*/ 665827 h 1059043"/>
                <a:gd name="connsiteX94-18045" fmla="*/ 636381 w 3024845"/>
                <a:gd name="connsiteY94-18046" fmla="*/ 642048 h 1059043"/>
                <a:gd name="connsiteX95-18047" fmla="*/ 637394 w 3024845"/>
                <a:gd name="connsiteY95-18048" fmla="*/ 642048 h 1059043"/>
                <a:gd name="connsiteX96-18049" fmla="*/ 644488 w 3024845"/>
                <a:gd name="connsiteY96-18050" fmla="*/ 642048 h 1059043"/>
                <a:gd name="connsiteX97-18051" fmla="*/ 644488 w 3024845"/>
                <a:gd name="connsiteY97-18052" fmla="*/ 609621 h 1059043"/>
                <a:gd name="connsiteX98-18053" fmla="*/ 645501 w 3024845"/>
                <a:gd name="connsiteY98-18054" fmla="*/ 609621 h 1059043"/>
                <a:gd name="connsiteX99-18055" fmla="*/ 652595 w 3024845"/>
                <a:gd name="connsiteY99-18056" fmla="*/ 609621 h 1059043"/>
                <a:gd name="connsiteX100-18057" fmla="*/ 652595 w 3024845"/>
                <a:gd name="connsiteY100-18058" fmla="*/ 607730 h 1059043"/>
                <a:gd name="connsiteX101-18059" fmla="*/ 652595 w 3024845"/>
                <a:gd name="connsiteY101-18060" fmla="*/ 594489 h 1059043"/>
                <a:gd name="connsiteX102-18061" fmla="*/ 651328 w 3024845"/>
                <a:gd name="connsiteY102-18062" fmla="*/ 592867 h 1059043"/>
                <a:gd name="connsiteX103-18063" fmla="*/ 656648 w 3024845"/>
                <a:gd name="connsiteY103-18064" fmla="*/ 581518 h 1059043"/>
                <a:gd name="connsiteX104-18065" fmla="*/ 664755 w 3024845"/>
                <a:gd name="connsiteY104-18066" fmla="*/ 609621 h 1059043"/>
                <a:gd name="connsiteX105-18067" fmla="*/ 665515 w 3024845"/>
                <a:gd name="connsiteY105-18068" fmla="*/ 609621 h 1059043"/>
                <a:gd name="connsiteX106-18069" fmla="*/ 670835 w 3024845"/>
                <a:gd name="connsiteY106-18070" fmla="*/ 609621 h 1059043"/>
                <a:gd name="connsiteX107-18071" fmla="*/ 670835 w 3024845"/>
                <a:gd name="connsiteY107-18072" fmla="*/ 503694 h 1059043"/>
                <a:gd name="connsiteX108-18073" fmla="*/ 672355 w 3024845"/>
                <a:gd name="connsiteY108-18074" fmla="*/ 503694 h 1059043"/>
                <a:gd name="connsiteX109-18075" fmla="*/ 682995 w 3024845"/>
                <a:gd name="connsiteY109-18076" fmla="*/ 503694 h 1059043"/>
                <a:gd name="connsiteX110-18077" fmla="*/ 682995 w 3024845"/>
                <a:gd name="connsiteY110-18078" fmla="*/ 456135 h 1059043"/>
                <a:gd name="connsiteX111-18079" fmla="*/ 709342 w 3024845"/>
                <a:gd name="connsiteY111-18080" fmla="*/ 456135 h 1059043"/>
                <a:gd name="connsiteX112-18081" fmla="*/ 709342 w 3024845"/>
                <a:gd name="connsiteY112-18082" fmla="*/ 434517 h 1059043"/>
                <a:gd name="connsiteX113-18083" fmla="*/ 743796 w 3024845"/>
                <a:gd name="connsiteY113-18084" fmla="*/ 434517 h 1059043"/>
                <a:gd name="connsiteX114-18085" fmla="*/ 743796 w 3024845"/>
                <a:gd name="connsiteY114-18086" fmla="*/ 436949 h 1059043"/>
                <a:gd name="connsiteX115-18087" fmla="*/ 743796 w 3024845"/>
                <a:gd name="connsiteY115-18088" fmla="*/ 453973 h 1059043"/>
                <a:gd name="connsiteX116-18089" fmla="*/ 746076 w 3024845"/>
                <a:gd name="connsiteY116-18090" fmla="*/ 453973 h 1059043"/>
                <a:gd name="connsiteX117-18091" fmla="*/ 762036 w 3024845"/>
                <a:gd name="connsiteY117-18092" fmla="*/ 453973 h 1059043"/>
                <a:gd name="connsiteX118-18093" fmla="*/ 762036 w 3024845"/>
                <a:gd name="connsiteY118-18094" fmla="*/ 501532 h 1059043"/>
                <a:gd name="connsiteX119-18095" fmla="*/ 763049 w 3024845"/>
                <a:gd name="connsiteY119-18096" fmla="*/ 501532 h 1059043"/>
                <a:gd name="connsiteX120-18097" fmla="*/ 770143 w 3024845"/>
                <a:gd name="connsiteY120-18098" fmla="*/ 501532 h 1059043"/>
                <a:gd name="connsiteX121-18099" fmla="*/ 784330 w 3024845"/>
                <a:gd name="connsiteY121-18100" fmla="*/ 505856 h 1059043"/>
                <a:gd name="connsiteX122-18101" fmla="*/ 784330 w 3024845"/>
                <a:gd name="connsiteY122-18102" fmla="*/ 544768 h 1059043"/>
                <a:gd name="connsiteX123-18103" fmla="*/ 785343 w 3024845"/>
                <a:gd name="connsiteY123-18104" fmla="*/ 544768 h 1059043"/>
                <a:gd name="connsiteX124-18105" fmla="*/ 792436 w 3024845"/>
                <a:gd name="connsiteY124-18106" fmla="*/ 544768 h 1059043"/>
                <a:gd name="connsiteX125-18107" fmla="*/ 792436 w 3024845"/>
                <a:gd name="connsiteY125-18108" fmla="*/ 546389 h 1059043"/>
                <a:gd name="connsiteX126-18109" fmla="*/ 792436 w 3024845"/>
                <a:gd name="connsiteY126-18110" fmla="*/ 557738 h 1059043"/>
                <a:gd name="connsiteX127-18111" fmla="*/ 794463 w 3024845"/>
                <a:gd name="connsiteY127-18112" fmla="*/ 557738 h 1059043"/>
                <a:gd name="connsiteX128-18113" fmla="*/ 808650 w 3024845"/>
                <a:gd name="connsiteY128-18114" fmla="*/ 557738 h 1059043"/>
                <a:gd name="connsiteX129-18115" fmla="*/ 814730 w 3024845"/>
                <a:gd name="connsiteY129-18116" fmla="*/ 564224 h 1059043"/>
                <a:gd name="connsiteX130-18117" fmla="*/ 814730 w 3024845"/>
                <a:gd name="connsiteY130-18118" fmla="*/ 585842 h 1059043"/>
                <a:gd name="connsiteX131-18119" fmla="*/ 817010 w 3024845"/>
                <a:gd name="connsiteY131-18120" fmla="*/ 585842 h 1059043"/>
                <a:gd name="connsiteX132-18121" fmla="*/ 832970 w 3024845"/>
                <a:gd name="connsiteY132-18122" fmla="*/ 585842 h 1059043"/>
                <a:gd name="connsiteX133-18123" fmla="*/ 832970 w 3024845"/>
                <a:gd name="connsiteY133-18124" fmla="*/ 586922 h 1059043"/>
                <a:gd name="connsiteX134-18125" fmla="*/ 832970 w 3024845"/>
                <a:gd name="connsiteY134-18126" fmla="*/ 594489 h 1059043"/>
                <a:gd name="connsiteX135-18127" fmla="*/ 834237 w 3024845"/>
                <a:gd name="connsiteY135-18128" fmla="*/ 594489 h 1059043"/>
                <a:gd name="connsiteX136-18129" fmla="*/ 843104 w 3024845"/>
                <a:gd name="connsiteY136-18130" fmla="*/ 594489 h 1059043"/>
                <a:gd name="connsiteX137-18131" fmla="*/ 843104 w 3024845"/>
                <a:gd name="connsiteY137-18132" fmla="*/ 596650 h 1059043"/>
                <a:gd name="connsiteX138-18133" fmla="*/ 843104 w 3024845"/>
                <a:gd name="connsiteY138-18134" fmla="*/ 611783 h 1059043"/>
                <a:gd name="connsiteX139-18135" fmla="*/ 847157 w 3024845"/>
                <a:gd name="connsiteY139-18136" fmla="*/ 609891 h 1059043"/>
                <a:gd name="connsiteX140-18137" fmla="*/ 847157 w 3024845"/>
                <a:gd name="connsiteY140-18138" fmla="*/ 596650 h 1059043"/>
                <a:gd name="connsiteX141-18139" fmla="*/ 848170 w 3024845"/>
                <a:gd name="connsiteY141-18140" fmla="*/ 596650 h 1059043"/>
                <a:gd name="connsiteX142-18141" fmla="*/ 855264 w 3024845"/>
                <a:gd name="connsiteY142-18142" fmla="*/ 596650 h 1059043"/>
                <a:gd name="connsiteX143-18143" fmla="*/ 855264 w 3024845"/>
                <a:gd name="connsiteY143-18144" fmla="*/ 598272 h 1059043"/>
                <a:gd name="connsiteX144-18145" fmla="*/ 855264 w 3024845"/>
                <a:gd name="connsiteY144-18146" fmla="*/ 609621 h 1059043"/>
                <a:gd name="connsiteX145-18147" fmla="*/ 856024 w 3024845"/>
                <a:gd name="connsiteY145-18148" fmla="*/ 609621 h 1059043"/>
                <a:gd name="connsiteX146-18149" fmla="*/ 861344 w 3024845"/>
                <a:gd name="connsiteY146-18150" fmla="*/ 609621 h 1059043"/>
                <a:gd name="connsiteX147-18151" fmla="*/ 909984 w 3024845"/>
                <a:gd name="connsiteY147-18152" fmla="*/ 605298 h 1059043"/>
                <a:gd name="connsiteX148-18153" fmla="*/ 909984 w 3024845"/>
                <a:gd name="connsiteY148-18154" fmla="*/ 606649 h 1059043"/>
                <a:gd name="connsiteX149-18155" fmla="*/ 909984 w 3024845"/>
                <a:gd name="connsiteY149-18156" fmla="*/ 616106 h 1059043"/>
                <a:gd name="connsiteX150-18157" fmla="*/ 910744 w 3024845"/>
                <a:gd name="connsiteY150-18158" fmla="*/ 616106 h 1059043"/>
                <a:gd name="connsiteX151-18159" fmla="*/ 916065 w 3024845"/>
                <a:gd name="connsiteY151-18160" fmla="*/ 616106 h 1059043"/>
                <a:gd name="connsiteX152-18161" fmla="*/ 916065 w 3024845"/>
                <a:gd name="connsiteY152-18162" fmla="*/ 618268 h 1059043"/>
                <a:gd name="connsiteX153-18163" fmla="*/ 916065 w 3024845"/>
                <a:gd name="connsiteY153-18164" fmla="*/ 633401 h 1059043"/>
                <a:gd name="connsiteX154-18165" fmla="*/ 918091 w 3024845"/>
                <a:gd name="connsiteY154-18166" fmla="*/ 632050 h 1059043"/>
                <a:gd name="connsiteX155-18167" fmla="*/ 932278 w 3024845"/>
                <a:gd name="connsiteY155-18168" fmla="*/ 622592 h 1059043"/>
                <a:gd name="connsiteX156-18169" fmla="*/ 938358 w 3024845"/>
                <a:gd name="connsiteY156-18170" fmla="*/ 581518 h 1059043"/>
                <a:gd name="connsiteX157-18171" fmla="*/ 939118 w 3024845"/>
                <a:gd name="connsiteY157-18172" fmla="*/ 581248 h 1059043"/>
                <a:gd name="connsiteX158-18173" fmla="*/ 944438 w 3024845"/>
                <a:gd name="connsiteY158-18174" fmla="*/ 579356 h 1059043"/>
                <a:gd name="connsiteX159-18175" fmla="*/ 946465 w 3024845"/>
                <a:gd name="connsiteY159-18176" fmla="*/ 510179 h 1059043"/>
                <a:gd name="connsiteX160-18177" fmla="*/ 948492 w 3024845"/>
                <a:gd name="connsiteY160-18178" fmla="*/ 579356 h 1059043"/>
                <a:gd name="connsiteX161-18179" fmla="*/ 949252 w 3024845"/>
                <a:gd name="connsiteY161-18180" fmla="*/ 579626 h 1059043"/>
                <a:gd name="connsiteX162-18181" fmla="*/ 954572 w 3024845"/>
                <a:gd name="connsiteY162-18182" fmla="*/ 581518 h 1059043"/>
                <a:gd name="connsiteX163-18183" fmla="*/ 954572 w 3024845"/>
                <a:gd name="connsiteY163-18184" fmla="*/ 495047 h 1059043"/>
                <a:gd name="connsiteX164-18185" fmla="*/ 958625 w 3024845"/>
                <a:gd name="connsiteY164-18186" fmla="*/ 462620 h 1059043"/>
                <a:gd name="connsiteX165-18187" fmla="*/ 997132 w 3024845"/>
                <a:gd name="connsiteY165-18188" fmla="*/ 462620 h 1059043"/>
                <a:gd name="connsiteX166-18189" fmla="*/ 997132 w 3024845"/>
                <a:gd name="connsiteY166-18190" fmla="*/ 495047 h 1059043"/>
                <a:gd name="connsiteX167-18191" fmla="*/ 997892 w 3024845"/>
                <a:gd name="connsiteY167-18192" fmla="*/ 495047 h 1059043"/>
                <a:gd name="connsiteX168-18193" fmla="*/ 1003212 w 3024845"/>
                <a:gd name="connsiteY168-18194" fmla="*/ 495047 h 1059043"/>
                <a:gd name="connsiteX169-18195" fmla="*/ 1003212 w 3024845"/>
                <a:gd name="connsiteY169-18196" fmla="*/ 412899 h 1059043"/>
                <a:gd name="connsiteX170-18197" fmla="*/ 1004986 w 3024845"/>
                <a:gd name="connsiteY170-18198" fmla="*/ 412899 h 1059043"/>
                <a:gd name="connsiteX171-18199" fmla="*/ 1017399 w 3024845"/>
                <a:gd name="connsiteY171-18200" fmla="*/ 412899 h 1059043"/>
                <a:gd name="connsiteX172-18201" fmla="*/ 1017399 w 3024845"/>
                <a:gd name="connsiteY172-18202" fmla="*/ 411008 h 1059043"/>
                <a:gd name="connsiteX173-18203" fmla="*/ 1017399 w 3024845"/>
                <a:gd name="connsiteY173-18204" fmla="*/ 397767 h 1059043"/>
                <a:gd name="connsiteX174-18205" fmla="*/ 1039693 w 3024845"/>
                <a:gd name="connsiteY174-18206" fmla="*/ 397767 h 1059043"/>
                <a:gd name="connsiteX175-18207" fmla="*/ 1039693 w 3024845"/>
                <a:gd name="connsiteY175-18208" fmla="*/ 396686 h 1059043"/>
                <a:gd name="connsiteX176-18209" fmla="*/ 1039693 w 3024845"/>
                <a:gd name="connsiteY176-18210" fmla="*/ 389120 h 1059043"/>
                <a:gd name="connsiteX177-18211" fmla="*/ 1041466 w 3024845"/>
                <a:gd name="connsiteY177-18212" fmla="*/ 389120 h 1059043"/>
                <a:gd name="connsiteX178-18213" fmla="*/ 1053880 w 3024845"/>
                <a:gd name="connsiteY178-18214" fmla="*/ 389120 h 1059043"/>
                <a:gd name="connsiteX179-18215" fmla="*/ 1053880 w 3024845"/>
                <a:gd name="connsiteY179-18216" fmla="*/ 390201 h 1059043"/>
                <a:gd name="connsiteX180-18217" fmla="*/ 1053880 w 3024845"/>
                <a:gd name="connsiteY180-18218" fmla="*/ 397767 h 1059043"/>
                <a:gd name="connsiteX181-18219" fmla="*/ 1054640 w 3024845"/>
                <a:gd name="connsiteY181-18220" fmla="*/ 397767 h 1059043"/>
                <a:gd name="connsiteX182-18221" fmla="*/ 1059960 w 3024845"/>
                <a:gd name="connsiteY182-18222" fmla="*/ 397767 h 1059043"/>
                <a:gd name="connsiteX183-18223" fmla="*/ 1070093 w 3024845"/>
                <a:gd name="connsiteY183-18224" fmla="*/ 393443 h 1059043"/>
                <a:gd name="connsiteX184-18225" fmla="*/ 1074146 w 3024845"/>
                <a:gd name="connsiteY184-18226" fmla="*/ 396686 h 1059043"/>
                <a:gd name="connsiteX185-18227" fmla="*/ 1074146 w 3024845"/>
                <a:gd name="connsiteY185-18228" fmla="*/ 389120 h 1059043"/>
                <a:gd name="connsiteX186-18229" fmla="*/ 1076426 w 3024845"/>
                <a:gd name="connsiteY186-18230" fmla="*/ 389120 h 1059043"/>
                <a:gd name="connsiteX187-18231" fmla="*/ 1092387 w 3024845"/>
                <a:gd name="connsiteY187-18232" fmla="*/ 389120 h 1059043"/>
                <a:gd name="connsiteX188-18233" fmla="*/ 1092387 w 3024845"/>
                <a:gd name="connsiteY188-18234" fmla="*/ 390201 h 1059043"/>
                <a:gd name="connsiteX189-18235" fmla="*/ 1092387 w 3024845"/>
                <a:gd name="connsiteY189-18236" fmla="*/ 397767 h 1059043"/>
                <a:gd name="connsiteX190-18237" fmla="*/ 1122787 w 3024845"/>
                <a:gd name="connsiteY190-18238" fmla="*/ 397767 h 1059043"/>
                <a:gd name="connsiteX191-18239" fmla="*/ 1122787 w 3024845"/>
                <a:gd name="connsiteY191-18240" fmla="*/ 399388 h 1059043"/>
                <a:gd name="connsiteX192-18241" fmla="*/ 1122787 w 3024845"/>
                <a:gd name="connsiteY192-18242" fmla="*/ 410738 h 1059043"/>
                <a:gd name="connsiteX193-18243" fmla="*/ 1149134 w 3024845"/>
                <a:gd name="connsiteY193-18244" fmla="*/ 410738 h 1059043"/>
                <a:gd name="connsiteX194-18245" fmla="*/ 1149134 w 3024845"/>
                <a:gd name="connsiteY194-18246" fmla="*/ 441002 h 1059043"/>
                <a:gd name="connsiteX195-18247" fmla="*/ 1149894 w 3024845"/>
                <a:gd name="connsiteY195-18248" fmla="*/ 441002 h 1059043"/>
                <a:gd name="connsiteX196-18249" fmla="*/ 1155214 w 3024845"/>
                <a:gd name="connsiteY196-18250" fmla="*/ 441002 h 1059043"/>
                <a:gd name="connsiteX197-18251" fmla="*/ 1155214 w 3024845"/>
                <a:gd name="connsiteY197-18252" fmla="*/ 442083 h 1059043"/>
                <a:gd name="connsiteX198-18253" fmla="*/ 1155214 w 3024845"/>
                <a:gd name="connsiteY198-18254" fmla="*/ 449650 h 1059043"/>
                <a:gd name="connsiteX199-18255" fmla="*/ 1159268 w 3024845"/>
                <a:gd name="connsiteY199-18256" fmla="*/ 479914 h 1059043"/>
                <a:gd name="connsiteX200-18257" fmla="*/ 1160028 w 3024845"/>
                <a:gd name="connsiteY200-18258" fmla="*/ 479914 h 1059043"/>
                <a:gd name="connsiteX201-18259" fmla="*/ 1165348 w 3024845"/>
                <a:gd name="connsiteY201-18260" fmla="*/ 479914 h 1059043"/>
                <a:gd name="connsiteX202-18261" fmla="*/ 1165348 w 3024845"/>
                <a:gd name="connsiteY202-18262" fmla="*/ 480725 h 1059043"/>
                <a:gd name="connsiteX203-18263" fmla="*/ 1165348 w 3024845"/>
                <a:gd name="connsiteY203-18264" fmla="*/ 486400 h 1059043"/>
                <a:gd name="connsiteX204-18265" fmla="*/ 1166361 w 3024845"/>
                <a:gd name="connsiteY204-18266" fmla="*/ 486400 h 1059043"/>
                <a:gd name="connsiteX205-18267" fmla="*/ 1173454 w 3024845"/>
                <a:gd name="connsiteY205-18268" fmla="*/ 486400 h 1059043"/>
                <a:gd name="connsiteX206-18269" fmla="*/ 1173454 w 3024845"/>
                <a:gd name="connsiteY206-18270" fmla="*/ 516665 h 1059043"/>
                <a:gd name="connsiteX207-18271" fmla="*/ 1175481 w 3024845"/>
                <a:gd name="connsiteY207-18272" fmla="*/ 516665 h 1059043"/>
                <a:gd name="connsiteX208-18273" fmla="*/ 1189668 w 3024845"/>
                <a:gd name="connsiteY208-18274" fmla="*/ 516665 h 1059043"/>
                <a:gd name="connsiteX209-18275" fmla="*/ 1189668 w 3024845"/>
                <a:gd name="connsiteY209-18276" fmla="*/ 540444 h 1059043"/>
                <a:gd name="connsiteX210-18277" fmla="*/ 1191695 w 3024845"/>
                <a:gd name="connsiteY210-18278" fmla="*/ 542065 h 1059043"/>
                <a:gd name="connsiteX211-18279" fmla="*/ 1191695 w 3024845"/>
                <a:gd name="connsiteY211-18280" fmla="*/ 553415 h 1059043"/>
                <a:gd name="connsiteX212-18281" fmla="*/ 1192455 w 3024845"/>
                <a:gd name="connsiteY212-18282" fmla="*/ 553415 h 1059043"/>
                <a:gd name="connsiteX213-18283" fmla="*/ 1197775 w 3024845"/>
                <a:gd name="connsiteY213-18284" fmla="*/ 553415 h 1059043"/>
                <a:gd name="connsiteX214-18285" fmla="*/ 1197775 w 3024845"/>
                <a:gd name="connsiteY214-18286" fmla="*/ 577194 h 1059043"/>
                <a:gd name="connsiteX215-18287" fmla="*/ 1199041 w 3024845"/>
                <a:gd name="connsiteY215-18288" fmla="*/ 577194 h 1059043"/>
                <a:gd name="connsiteX216-18289" fmla="*/ 1207908 w 3024845"/>
                <a:gd name="connsiteY216-18290" fmla="*/ 577194 h 1059043"/>
                <a:gd name="connsiteX217-18291" fmla="*/ 1209935 w 3024845"/>
                <a:gd name="connsiteY217-18292" fmla="*/ 581248 h 1059043"/>
                <a:gd name="connsiteX218-18293" fmla="*/ 1209935 w 3024845"/>
                <a:gd name="connsiteY218-18294" fmla="*/ 594489 h 1059043"/>
                <a:gd name="connsiteX219-18295" fmla="*/ 1211455 w 3024845"/>
                <a:gd name="connsiteY219-18296" fmla="*/ 592597 h 1059043"/>
                <a:gd name="connsiteX220-18297" fmla="*/ 1222095 w 3024845"/>
                <a:gd name="connsiteY220-18298" fmla="*/ 579356 h 1059043"/>
                <a:gd name="connsiteX221-18299" fmla="*/ 1250469 w 3024845"/>
                <a:gd name="connsiteY221-18300" fmla="*/ 579356 h 1059043"/>
                <a:gd name="connsiteX222-18301" fmla="*/ 1250469 w 3024845"/>
                <a:gd name="connsiteY222-18302" fmla="*/ 665827 h 1059043"/>
                <a:gd name="connsiteX223-18303" fmla="*/ 1251229 w 3024845"/>
                <a:gd name="connsiteY223-18304" fmla="*/ 665827 h 1059043"/>
                <a:gd name="connsiteX224-18305" fmla="*/ 1256549 w 3024845"/>
                <a:gd name="connsiteY224-18306" fmla="*/ 665827 h 1059043"/>
                <a:gd name="connsiteX225-18307" fmla="*/ 1257309 w 3024845"/>
                <a:gd name="connsiteY225-18308" fmla="*/ 664476 h 1059043"/>
                <a:gd name="connsiteX226-18309" fmla="*/ 1262629 w 3024845"/>
                <a:gd name="connsiteY226-18310" fmla="*/ 655018 h 1059043"/>
                <a:gd name="connsiteX227-18311" fmla="*/ 1262629 w 3024845"/>
                <a:gd name="connsiteY227-18312" fmla="*/ 656910 h 1059043"/>
                <a:gd name="connsiteX228-18313" fmla="*/ 1262629 w 3024845"/>
                <a:gd name="connsiteY228-18314" fmla="*/ 670151 h 1059043"/>
                <a:gd name="connsiteX229-18315" fmla="*/ 1266682 w 3024845"/>
                <a:gd name="connsiteY229-18316" fmla="*/ 624754 h 1059043"/>
                <a:gd name="connsiteX230-18317" fmla="*/ 1267442 w 3024845"/>
                <a:gd name="connsiteY230-18318" fmla="*/ 624754 h 1059043"/>
                <a:gd name="connsiteX231-18319" fmla="*/ 1272762 w 3024845"/>
                <a:gd name="connsiteY231-18320" fmla="*/ 624754 h 1059043"/>
                <a:gd name="connsiteX232-18321" fmla="*/ 1272762 w 3024845"/>
                <a:gd name="connsiteY232-18322" fmla="*/ 559900 h 1059043"/>
                <a:gd name="connsiteX233-18323" fmla="*/ 1273776 w 3024845"/>
                <a:gd name="connsiteY233-18324" fmla="*/ 559900 h 1059043"/>
                <a:gd name="connsiteX234-18325" fmla="*/ 1280869 w 3024845"/>
                <a:gd name="connsiteY234-18326" fmla="*/ 559900 h 1059043"/>
                <a:gd name="connsiteX235-18327" fmla="*/ 1293029 w 3024845"/>
                <a:gd name="connsiteY235-18328" fmla="*/ 516665 h 1059043"/>
                <a:gd name="connsiteX236-18329" fmla="*/ 1294296 w 3024845"/>
                <a:gd name="connsiteY236-18330" fmla="*/ 516665 h 1059043"/>
                <a:gd name="connsiteX237-18331" fmla="*/ 1303163 w 3024845"/>
                <a:gd name="connsiteY237-18332" fmla="*/ 516665 h 1059043"/>
                <a:gd name="connsiteX238-18333" fmla="*/ 1313296 w 3024845"/>
                <a:gd name="connsiteY238-18334" fmla="*/ 559900 h 1059043"/>
                <a:gd name="connsiteX239-18335" fmla="*/ 1314309 w 3024845"/>
                <a:gd name="connsiteY239-18336" fmla="*/ 559900 h 1059043"/>
                <a:gd name="connsiteX240-18337" fmla="*/ 1321403 w 3024845"/>
                <a:gd name="connsiteY240-18338" fmla="*/ 559900 h 1059043"/>
                <a:gd name="connsiteX241-18339" fmla="*/ 1321403 w 3024845"/>
                <a:gd name="connsiteY241-18340" fmla="*/ 598812 h 1059043"/>
                <a:gd name="connsiteX242-18341" fmla="*/ 1323176 w 3024845"/>
                <a:gd name="connsiteY242-18342" fmla="*/ 598812 h 1059043"/>
                <a:gd name="connsiteX243-18343" fmla="*/ 1335590 w 3024845"/>
                <a:gd name="connsiteY243-18344" fmla="*/ 598812 h 1059043"/>
                <a:gd name="connsiteX244-18345" fmla="*/ 1335590 w 3024845"/>
                <a:gd name="connsiteY244-18346" fmla="*/ 600974 h 1059043"/>
                <a:gd name="connsiteX245-18347" fmla="*/ 1335590 w 3024845"/>
                <a:gd name="connsiteY245-18348" fmla="*/ 616106 h 1059043"/>
                <a:gd name="connsiteX246-18349" fmla="*/ 1339643 w 3024845"/>
                <a:gd name="connsiteY246-18350" fmla="*/ 613945 h 1059043"/>
                <a:gd name="connsiteX247-18351" fmla="*/ 1339643 w 3024845"/>
                <a:gd name="connsiteY247-18352" fmla="*/ 598812 h 1059043"/>
                <a:gd name="connsiteX248-18353" fmla="*/ 1341163 w 3024845"/>
                <a:gd name="connsiteY248-18354" fmla="*/ 598812 h 1059043"/>
                <a:gd name="connsiteX249-18355" fmla="*/ 1351803 w 3024845"/>
                <a:gd name="connsiteY249-18356" fmla="*/ 598812 h 1059043"/>
                <a:gd name="connsiteX250-18357" fmla="*/ 1351803 w 3024845"/>
                <a:gd name="connsiteY250-18358" fmla="*/ 600433 h 1059043"/>
                <a:gd name="connsiteX251-18359" fmla="*/ 1351803 w 3024845"/>
                <a:gd name="connsiteY251-18360" fmla="*/ 611783 h 1059043"/>
                <a:gd name="connsiteX252-18361" fmla="*/ 1382204 w 3024845"/>
                <a:gd name="connsiteY252-18362" fmla="*/ 611783 h 1059043"/>
                <a:gd name="connsiteX253-18363" fmla="*/ 1382204 w 3024845"/>
                <a:gd name="connsiteY253-18364" fmla="*/ 575033 h 1059043"/>
                <a:gd name="connsiteX254-18365" fmla="*/ 1383470 w 3024845"/>
                <a:gd name="connsiteY254-18366" fmla="*/ 575033 h 1059043"/>
                <a:gd name="connsiteX255-18367" fmla="*/ 1392337 w 3024845"/>
                <a:gd name="connsiteY255-18368" fmla="*/ 575033 h 1059043"/>
                <a:gd name="connsiteX256-18369" fmla="*/ 1392337 w 3024845"/>
                <a:gd name="connsiteY256-18370" fmla="*/ 596650 h 1059043"/>
                <a:gd name="connsiteX257-18371" fmla="*/ 1394364 w 3024845"/>
                <a:gd name="connsiteY257-18372" fmla="*/ 564224 h 1059043"/>
                <a:gd name="connsiteX258-18373" fmla="*/ 1416657 w 3024845"/>
                <a:gd name="connsiteY258-18374" fmla="*/ 564224 h 1059043"/>
                <a:gd name="connsiteX259-18375" fmla="*/ 1416657 w 3024845"/>
                <a:gd name="connsiteY259-18376" fmla="*/ 562602 h 1059043"/>
                <a:gd name="connsiteX260-18377" fmla="*/ 1416657 w 3024845"/>
                <a:gd name="connsiteY260-18378" fmla="*/ 551253 h 1059043"/>
                <a:gd name="connsiteX261-18379" fmla="*/ 1417417 w 3024845"/>
                <a:gd name="connsiteY261-18380" fmla="*/ 551253 h 1059043"/>
                <a:gd name="connsiteX262-18381" fmla="*/ 1422737 w 3024845"/>
                <a:gd name="connsiteY262-18382" fmla="*/ 551253 h 1059043"/>
                <a:gd name="connsiteX263-18383" fmla="*/ 1422737 w 3024845"/>
                <a:gd name="connsiteY263-18384" fmla="*/ 549362 h 1059043"/>
                <a:gd name="connsiteX264-18385" fmla="*/ 1422737 w 3024845"/>
                <a:gd name="connsiteY264-18386" fmla="*/ 536121 h 1059043"/>
                <a:gd name="connsiteX265-18387" fmla="*/ 1426791 w 3024845"/>
                <a:gd name="connsiteY265-18388" fmla="*/ 542606 h 1059043"/>
                <a:gd name="connsiteX266-18389" fmla="*/ 1429071 w 3024845"/>
                <a:gd name="connsiteY266-18390" fmla="*/ 542606 h 1059043"/>
                <a:gd name="connsiteX267-18391" fmla="*/ 1445031 w 3024845"/>
                <a:gd name="connsiteY267-18392" fmla="*/ 542606 h 1059043"/>
                <a:gd name="connsiteX268-18393" fmla="*/ 1445031 w 3024845"/>
                <a:gd name="connsiteY268-18394" fmla="*/ 541795 h 1059043"/>
                <a:gd name="connsiteX269-18395" fmla="*/ 1445031 w 3024845"/>
                <a:gd name="connsiteY269-18396" fmla="*/ 536121 h 1059043"/>
                <a:gd name="connsiteX270-18397" fmla="*/ 1445791 w 3024845"/>
                <a:gd name="connsiteY270-18398" fmla="*/ 536121 h 1059043"/>
                <a:gd name="connsiteX271-18399" fmla="*/ 1451111 w 3024845"/>
                <a:gd name="connsiteY271-18400" fmla="*/ 536121 h 1059043"/>
                <a:gd name="connsiteX272-18401" fmla="*/ 1451111 w 3024845"/>
                <a:gd name="connsiteY272-18402" fmla="*/ 537472 h 1059043"/>
                <a:gd name="connsiteX273-18403" fmla="*/ 1451111 w 3024845"/>
                <a:gd name="connsiteY273-18404" fmla="*/ 546930 h 1059043"/>
                <a:gd name="connsiteX274-18405" fmla="*/ 1489618 w 3024845"/>
                <a:gd name="connsiteY274-18406" fmla="*/ 546930 h 1059043"/>
                <a:gd name="connsiteX275-18407" fmla="*/ 1489618 w 3024845"/>
                <a:gd name="connsiteY275-18408" fmla="*/ 685283 h 1059043"/>
                <a:gd name="connsiteX276-18409" fmla="*/ 1491138 w 3024845"/>
                <a:gd name="connsiteY276-18410" fmla="*/ 685283 h 1059043"/>
                <a:gd name="connsiteX277-18411" fmla="*/ 1501778 w 3024845"/>
                <a:gd name="connsiteY277-18412" fmla="*/ 685283 h 1059043"/>
                <a:gd name="connsiteX278-18413" fmla="*/ 1501778 w 3024845"/>
                <a:gd name="connsiteY278-18414" fmla="*/ 672313 h 1059043"/>
                <a:gd name="connsiteX279-18415" fmla="*/ 1505832 w 3024845"/>
                <a:gd name="connsiteY279-18416" fmla="*/ 672313 h 1059043"/>
                <a:gd name="connsiteX280-18417" fmla="*/ 1505832 w 3024845"/>
                <a:gd name="connsiteY280-18418" fmla="*/ 685283 h 1059043"/>
                <a:gd name="connsiteX281-18419" fmla="*/ 1536232 w 3024845"/>
                <a:gd name="connsiteY281-18420" fmla="*/ 685283 h 1059043"/>
                <a:gd name="connsiteX282-18421" fmla="*/ 1536232 w 3024845"/>
                <a:gd name="connsiteY282-18422" fmla="*/ 655018 h 1059043"/>
                <a:gd name="connsiteX283-18423" fmla="*/ 1548392 w 3024845"/>
                <a:gd name="connsiteY283-18424" fmla="*/ 655018 h 1059043"/>
                <a:gd name="connsiteX284-18425" fmla="*/ 1560552 w 3024845"/>
                <a:gd name="connsiteY284-18426" fmla="*/ 652857 h 1059043"/>
                <a:gd name="connsiteX285-18427" fmla="*/ 1564606 w 3024845"/>
                <a:gd name="connsiteY285-18428" fmla="*/ 655018 h 1059043"/>
                <a:gd name="connsiteX286-18429" fmla="*/ 1574739 w 3024845"/>
                <a:gd name="connsiteY286-18430" fmla="*/ 655018 h 1059043"/>
                <a:gd name="connsiteX287-18431" fmla="*/ 1574739 w 3024845"/>
                <a:gd name="connsiteY287-18432" fmla="*/ 685283 h 1059043"/>
                <a:gd name="connsiteX288-18433" fmla="*/ 1582846 w 3024845"/>
                <a:gd name="connsiteY288-18434" fmla="*/ 685283 h 1059043"/>
                <a:gd name="connsiteX289-18435" fmla="*/ 1582846 w 3024845"/>
                <a:gd name="connsiteY289-18436" fmla="*/ 702578 h 1059043"/>
                <a:gd name="connsiteX290-18437" fmla="*/ 1592182 w 3024845"/>
                <a:gd name="connsiteY290-18438" fmla="*/ 703483 h 1059043"/>
                <a:gd name="connsiteX291-18439" fmla="*/ 1605140 w 3024845"/>
                <a:gd name="connsiteY291-18440" fmla="*/ 703483 h 1059043"/>
                <a:gd name="connsiteX292-18441" fmla="*/ 1605140 w 3024845"/>
                <a:gd name="connsiteY292-18442" fmla="*/ 687445 h 1059043"/>
                <a:gd name="connsiteX293-18443" fmla="*/ 1673096 w 3024845"/>
                <a:gd name="connsiteY293-18444" fmla="*/ 687445 h 1059043"/>
                <a:gd name="connsiteX294-18445" fmla="*/ 1673096 w 3024845"/>
                <a:gd name="connsiteY294-18446" fmla="*/ 602192 h 1059043"/>
                <a:gd name="connsiteX295-18447" fmla="*/ 1745104 w 3024845"/>
                <a:gd name="connsiteY295-18448" fmla="*/ 602192 h 1059043"/>
                <a:gd name="connsiteX296-18449" fmla="*/ 1745104 w 3024845"/>
                <a:gd name="connsiteY296-18450" fmla="*/ 680960 h 1059043"/>
                <a:gd name="connsiteX297-18451" fmla="*/ 1747008 w 3024845"/>
                <a:gd name="connsiteY297-18452" fmla="*/ 680960 h 1059043"/>
                <a:gd name="connsiteX298-18453" fmla="*/ 1748250 w 3024845"/>
                <a:gd name="connsiteY298-18454" fmla="*/ 703483 h 1059043"/>
                <a:gd name="connsiteX299-18455" fmla="*/ 1757926 w 3024845"/>
                <a:gd name="connsiteY299-18456" fmla="*/ 703483 h 1059043"/>
                <a:gd name="connsiteX300-18457" fmla="*/ 1759168 w 3024845"/>
                <a:gd name="connsiteY300-18458" fmla="*/ 680960 h 1059043"/>
                <a:gd name="connsiteX301-18459" fmla="*/ 1765248 w 3024845"/>
                <a:gd name="connsiteY301-18460" fmla="*/ 680960 h 1059043"/>
                <a:gd name="connsiteX302-18461" fmla="*/ 1766490 w 3024845"/>
                <a:gd name="connsiteY302-18462" fmla="*/ 703483 h 1059043"/>
                <a:gd name="connsiteX303-18463" fmla="*/ 1817112 w 3024845"/>
                <a:gd name="connsiteY303-18464" fmla="*/ 703483 h 1059043"/>
                <a:gd name="connsiteX304-18465" fmla="*/ 1817112 w 3024845"/>
                <a:gd name="connsiteY304-18466" fmla="*/ 540455 h 1059043"/>
                <a:gd name="connsiteX305-18467" fmla="*/ 2014439 w 3024845"/>
                <a:gd name="connsiteY305-18468" fmla="*/ 540455 h 1059043"/>
                <a:gd name="connsiteX306-18469" fmla="*/ 2014439 w 3024845"/>
                <a:gd name="connsiteY306-18470" fmla="*/ 703483 h 1059043"/>
                <a:gd name="connsiteX307-18471" fmla="*/ 2033136 w 3024845"/>
                <a:gd name="connsiteY307-18472" fmla="*/ 703483 h 1059043"/>
                <a:gd name="connsiteX308-18473" fmla="*/ 2033136 w 3024845"/>
                <a:gd name="connsiteY308-18474" fmla="*/ 620790 h 1059043"/>
                <a:gd name="connsiteX309-18475" fmla="*/ 2128256 w 3024845"/>
                <a:gd name="connsiteY309-18476" fmla="*/ 620790 h 1059043"/>
                <a:gd name="connsiteX310-18477" fmla="*/ 2128026 w 3024845"/>
                <a:gd name="connsiteY310-18478" fmla="*/ 281031 h 1059043"/>
                <a:gd name="connsiteX311-18479" fmla="*/ 2121946 w 3024845"/>
                <a:gd name="connsiteY311-18480" fmla="*/ 276707 h 1059043"/>
                <a:gd name="connsiteX312-18481" fmla="*/ 2130053 w 3024845"/>
                <a:gd name="connsiteY312-18482" fmla="*/ 252928 h 1059043"/>
                <a:gd name="connsiteX313-18483" fmla="*/ 2130053 w 3024845"/>
                <a:gd name="connsiteY313-18484" fmla="*/ 235634 h 1059043"/>
                <a:gd name="connsiteX314-18485" fmla="*/ 2144240 w 3024845"/>
                <a:gd name="connsiteY314-18486" fmla="*/ 235634 h 1059043"/>
                <a:gd name="connsiteX315-18487" fmla="*/ 2144240 w 3024845"/>
                <a:gd name="connsiteY315-18488" fmla="*/ 214016 h 1059043"/>
                <a:gd name="connsiteX316-18489" fmla="*/ 2146266 w 3024845"/>
                <a:gd name="connsiteY316-18490" fmla="*/ 209692 h 1059043"/>
                <a:gd name="connsiteX317-18491" fmla="*/ 2146266 w 3024845"/>
                <a:gd name="connsiteY317-18492" fmla="*/ 131868 h 1059043"/>
                <a:gd name="connsiteX318-18493" fmla="*/ 2144240 w 3024845"/>
                <a:gd name="connsiteY318-18494" fmla="*/ 125383 h 1059043"/>
                <a:gd name="connsiteX319-18495" fmla="*/ 2150320 w 3024845"/>
                <a:gd name="connsiteY319-18496" fmla="*/ 118897 h 1059043"/>
                <a:gd name="connsiteX320-18497" fmla="*/ 2150320 w 3024845"/>
                <a:gd name="connsiteY320-18498" fmla="*/ 60529 h 1059043"/>
                <a:gd name="connsiteX321-18499" fmla="*/ 2152346 w 3024845"/>
                <a:gd name="connsiteY321-18500" fmla="*/ 56206 h 1059043"/>
                <a:gd name="connsiteX322-18501" fmla="*/ 2152346 w 3024845"/>
                <a:gd name="connsiteY322-18502" fmla="*/ 0 h 1059043"/>
                <a:gd name="connsiteX323-18503" fmla="*/ 2162480 w 3024845"/>
                <a:gd name="connsiteY323-18504" fmla="*/ 118897 h 1059043"/>
                <a:gd name="connsiteX324-18505" fmla="*/ 2168560 w 3024845"/>
                <a:gd name="connsiteY324-18506" fmla="*/ 125383 h 1059043"/>
                <a:gd name="connsiteX325-18507" fmla="*/ 2166533 w 3024845"/>
                <a:gd name="connsiteY325-18508" fmla="*/ 131868 h 1059043"/>
                <a:gd name="connsiteX326-18509" fmla="*/ 2166533 w 3024845"/>
                <a:gd name="connsiteY326-18510" fmla="*/ 209692 h 1059043"/>
                <a:gd name="connsiteX327-18511" fmla="*/ 2168560 w 3024845"/>
                <a:gd name="connsiteY327-18512" fmla="*/ 214016 h 1059043"/>
                <a:gd name="connsiteX328-18513" fmla="*/ 2168560 w 3024845"/>
                <a:gd name="connsiteY328-18514" fmla="*/ 235634 h 1059043"/>
                <a:gd name="connsiteX329-18515" fmla="*/ 2182747 w 3024845"/>
                <a:gd name="connsiteY329-18516" fmla="*/ 235634 h 1059043"/>
                <a:gd name="connsiteX330-18517" fmla="*/ 2182747 w 3024845"/>
                <a:gd name="connsiteY330-18518" fmla="*/ 252928 h 1059043"/>
                <a:gd name="connsiteX331-18519" fmla="*/ 2190854 w 3024845"/>
                <a:gd name="connsiteY331-18520" fmla="*/ 276707 h 1059043"/>
                <a:gd name="connsiteX332-18521" fmla="*/ 2180720 w 3024845"/>
                <a:gd name="connsiteY332-18522" fmla="*/ 555577 h 1059043"/>
                <a:gd name="connsiteX333-18523" fmla="*/ 2245574 w 3024845"/>
                <a:gd name="connsiteY333-18524" fmla="*/ 555577 h 1059043"/>
                <a:gd name="connsiteX334-18525" fmla="*/ 2245574 w 3024845"/>
                <a:gd name="connsiteY334-18526" fmla="*/ 631239 h 1059043"/>
                <a:gd name="connsiteX335-18527" fmla="*/ 2253681 w 3024845"/>
                <a:gd name="connsiteY335-18528" fmla="*/ 631239 h 1059043"/>
                <a:gd name="connsiteX336-18529" fmla="*/ 2255708 w 3024845"/>
                <a:gd name="connsiteY336-18530" fmla="*/ 624754 h 1059043"/>
                <a:gd name="connsiteX337-18531" fmla="*/ 2261788 w 3024845"/>
                <a:gd name="connsiteY337-18532" fmla="*/ 624754 h 1059043"/>
                <a:gd name="connsiteX338-18533" fmla="*/ 2263815 w 3024845"/>
                <a:gd name="connsiteY338-18534" fmla="*/ 633401 h 1059043"/>
                <a:gd name="connsiteX339-18535" fmla="*/ 2275975 w 3024845"/>
                <a:gd name="connsiteY339-18536" fmla="*/ 633401 h 1059043"/>
                <a:gd name="connsiteX340-18537" fmla="*/ 2275975 w 3024845"/>
                <a:gd name="connsiteY340-18538" fmla="*/ 626915 h 1059043"/>
                <a:gd name="connsiteX341-18539" fmla="*/ 2298268 w 3024845"/>
                <a:gd name="connsiteY341-18540" fmla="*/ 626915 h 1059043"/>
                <a:gd name="connsiteX342-18541" fmla="*/ 2298268 w 3024845"/>
                <a:gd name="connsiteY342-18542" fmla="*/ 633401 h 1059043"/>
                <a:gd name="connsiteX343-18543" fmla="*/ 2318535 w 3024845"/>
                <a:gd name="connsiteY343-18544" fmla="*/ 633401 h 1059043"/>
                <a:gd name="connsiteX344-18545" fmla="*/ 2318535 w 3024845"/>
                <a:gd name="connsiteY344-18546" fmla="*/ 678798 h 1059043"/>
                <a:gd name="connsiteX345-18547" fmla="*/ 2332722 w 3024845"/>
                <a:gd name="connsiteY345-18548" fmla="*/ 678798 h 1059043"/>
                <a:gd name="connsiteX346-18549" fmla="*/ 2332722 w 3024845"/>
                <a:gd name="connsiteY346-18550" fmla="*/ 665827 h 1059043"/>
                <a:gd name="connsiteX347-18551" fmla="*/ 2348936 w 3024845"/>
                <a:gd name="connsiteY347-18552" fmla="*/ 665827 h 1059043"/>
                <a:gd name="connsiteX348-18553" fmla="*/ 2348936 w 3024845"/>
                <a:gd name="connsiteY348-18554" fmla="*/ 486400 h 1059043"/>
                <a:gd name="connsiteX349-18555" fmla="*/ 2355016 w 3024845"/>
                <a:gd name="connsiteY349-18556" fmla="*/ 479914 h 1059043"/>
                <a:gd name="connsiteX350-18557" fmla="*/ 2427977 w 3024845"/>
                <a:gd name="connsiteY350-18558" fmla="*/ 479914 h 1059043"/>
                <a:gd name="connsiteX351-18559" fmla="*/ 2427977 w 3024845"/>
                <a:gd name="connsiteY351-18560" fmla="*/ 488562 h 1059043"/>
                <a:gd name="connsiteX352-18561" fmla="*/ 2438110 w 3024845"/>
                <a:gd name="connsiteY352-18562" fmla="*/ 488562 h 1059043"/>
                <a:gd name="connsiteX353-18563" fmla="*/ 2438110 w 3024845"/>
                <a:gd name="connsiteY353-18564" fmla="*/ 603136 h 1059043"/>
                <a:gd name="connsiteX354-18565" fmla="*/ 2460404 w 3024845"/>
                <a:gd name="connsiteY354-18566" fmla="*/ 603136 h 1059043"/>
                <a:gd name="connsiteX355-18567" fmla="*/ 2460404 w 3024845"/>
                <a:gd name="connsiteY355-18568" fmla="*/ 536121 h 1059043"/>
                <a:gd name="connsiteX356-18569" fmla="*/ 2486751 w 3024845"/>
                <a:gd name="connsiteY356-18570" fmla="*/ 536121 h 1059043"/>
                <a:gd name="connsiteX357-18571" fmla="*/ 2490804 w 3024845"/>
                <a:gd name="connsiteY357-18572" fmla="*/ 531797 h 1059043"/>
                <a:gd name="connsiteX358-18573" fmla="*/ 2498911 w 3024845"/>
                <a:gd name="connsiteY358-18574" fmla="*/ 531797 h 1059043"/>
                <a:gd name="connsiteX359-18575" fmla="*/ 2502964 w 3024845"/>
                <a:gd name="connsiteY359-18576" fmla="*/ 536121 h 1059043"/>
                <a:gd name="connsiteX360-18577" fmla="*/ 2525258 w 3024845"/>
                <a:gd name="connsiteY360-18578" fmla="*/ 536121 h 1059043"/>
                <a:gd name="connsiteX361-18579" fmla="*/ 2525258 w 3024845"/>
                <a:gd name="connsiteY361-18580" fmla="*/ 419385 h 1059043"/>
                <a:gd name="connsiteX362-18581" fmla="*/ 2582005 w 3024845"/>
                <a:gd name="connsiteY362-18582" fmla="*/ 408576 h 1059043"/>
                <a:gd name="connsiteX363-18583" fmla="*/ 2582005 w 3024845"/>
                <a:gd name="connsiteY363-18584" fmla="*/ 409657 h 1059043"/>
                <a:gd name="connsiteX364-18585" fmla="*/ 2582005 w 3024845"/>
                <a:gd name="connsiteY364-18586" fmla="*/ 417223 h 1059043"/>
                <a:gd name="connsiteX365-18587" fmla="*/ 2608352 w 3024845"/>
                <a:gd name="connsiteY365-18588" fmla="*/ 417223 h 1059043"/>
                <a:gd name="connsiteX366-18589" fmla="*/ 2608352 w 3024845"/>
                <a:gd name="connsiteY366-18590" fmla="*/ 672313 h 1059043"/>
                <a:gd name="connsiteX367-18591" fmla="*/ 2630646 w 3024845"/>
                <a:gd name="connsiteY367-18592" fmla="*/ 672313 h 1059043"/>
                <a:gd name="connsiteX368-18593" fmla="*/ 2630646 w 3024845"/>
                <a:gd name="connsiteY368-18594" fmla="*/ 667989 h 1059043"/>
                <a:gd name="connsiteX369-18595" fmla="*/ 2642806 w 3024845"/>
                <a:gd name="connsiteY369-18596" fmla="*/ 667989 h 1059043"/>
                <a:gd name="connsiteX370-18597" fmla="*/ 2642806 w 3024845"/>
                <a:gd name="connsiteY370-18598" fmla="*/ 672313 h 1059043"/>
                <a:gd name="connsiteX371-18599" fmla="*/ 2667126 w 3024845"/>
                <a:gd name="connsiteY371-18600" fmla="*/ 672313 h 1059043"/>
                <a:gd name="connsiteX372-18601" fmla="*/ 2667126 w 3024845"/>
                <a:gd name="connsiteY372-18602" fmla="*/ 659342 h 1059043"/>
                <a:gd name="connsiteX373-18603" fmla="*/ 2695500 w 3024845"/>
                <a:gd name="connsiteY373-18604" fmla="*/ 659342 h 1059043"/>
                <a:gd name="connsiteX374-18605" fmla="*/ 2707660 w 3024845"/>
                <a:gd name="connsiteY374-18606" fmla="*/ 655018 h 1059043"/>
                <a:gd name="connsiteX375-18607" fmla="*/ 2727927 w 3024845"/>
                <a:gd name="connsiteY375-18608" fmla="*/ 659342 h 1059043"/>
                <a:gd name="connsiteX376-18609" fmla="*/ 2727927 w 3024845"/>
                <a:gd name="connsiteY376-18610" fmla="*/ 642048 h 1059043"/>
                <a:gd name="connsiteX377-18611" fmla="*/ 2736034 w 3024845"/>
                <a:gd name="connsiteY377-18612" fmla="*/ 642048 h 1059043"/>
                <a:gd name="connsiteX378-18613" fmla="*/ 2736034 w 3024845"/>
                <a:gd name="connsiteY378-18614" fmla="*/ 629077 h 1059043"/>
                <a:gd name="connsiteX379-18615" fmla="*/ 2792781 w 3024845"/>
                <a:gd name="connsiteY379-18616" fmla="*/ 629077 h 1059043"/>
                <a:gd name="connsiteX380-18617" fmla="*/ 2792781 w 3024845"/>
                <a:gd name="connsiteY380-18618" fmla="*/ 598812 h 1059043"/>
                <a:gd name="connsiteX381-18619" fmla="*/ 2811021 w 3024845"/>
                <a:gd name="connsiteY381-18620" fmla="*/ 598812 h 1059043"/>
                <a:gd name="connsiteX382-18621" fmla="*/ 2811021 w 3024845"/>
                <a:gd name="connsiteY382-18622" fmla="*/ 592327 h 1059043"/>
                <a:gd name="connsiteX383-18623" fmla="*/ 2823181 w 3024845"/>
                <a:gd name="connsiteY383-18624" fmla="*/ 592327 h 1059043"/>
                <a:gd name="connsiteX384-18625" fmla="*/ 2823181 w 3024845"/>
                <a:gd name="connsiteY384-18626" fmla="*/ 598812 h 1059043"/>
                <a:gd name="connsiteX385-18627" fmla="*/ 2839395 w 3024845"/>
                <a:gd name="connsiteY385-18628" fmla="*/ 598812 h 1059043"/>
                <a:gd name="connsiteX386-18629" fmla="*/ 2839395 w 3024845"/>
                <a:gd name="connsiteY386-18630" fmla="*/ 648533 h 1059043"/>
                <a:gd name="connsiteX387-18631" fmla="*/ 2871822 w 3024845"/>
                <a:gd name="connsiteY387-18632" fmla="*/ 648533 h 1059043"/>
                <a:gd name="connsiteX388-18633" fmla="*/ 2871822 w 3024845"/>
                <a:gd name="connsiteY388-18634" fmla="*/ 622592 h 1059043"/>
                <a:gd name="connsiteX389-18635" fmla="*/ 2910329 w 3024845"/>
                <a:gd name="connsiteY389-18636" fmla="*/ 622592 h 1059043"/>
                <a:gd name="connsiteX390-18637" fmla="*/ 2910329 w 3024845"/>
                <a:gd name="connsiteY390-18638" fmla="*/ 592327 h 1059043"/>
                <a:gd name="connsiteX391-18639" fmla="*/ 2958970 w 3024845"/>
                <a:gd name="connsiteY391-18640" fmla="*/ 592327 h 1059043"/>
                <a:gd name="connsiteX392-18641" fmla="*/ 2958970 w 3024845"/>
                <a:gd name="connsiteY392-18642" fmla="*/ 703483 h 1059043"/>
                <a:gd name="connsiteX393-18643" fmla="*/ 2958970 w 3024845"/>
                <a:gd name="connsiteY393-18644" fmla="*/ 717262 h 1059043"/>
                <a:gd name="connsiteX394-18645" fmla="*/ 3024845 w 3024845"/>
                <a:gd name="connsiteY394-18646" fmla="*/ 717262 h 1059043"/>
                <a:gd name="connsiteX395-18647" fmla="*/ 3024845 w 3024845"/>
                <a:gd name="connsiteY395-18648" fmla="*/ 1059043 h 1059043"/>
                <a:gd name="connsiteX396-18649" fmla="*/ 2054 w 3024845"/>
                <a:gd name="connsiteY396-18650" fmla="*/ 1056710 h 1059043"/>
                <a:gd name="connsiteX397-18651" fmla="*/ 0 w 3024845"/>
                <a:gd name="connsiteY397-18652" fmla="*/ 622592 h 1059043"/>
                <a:gd name="connsiteX398-18653" fmla="*/ 20267 w 3024845"/>
                <a:gd name="connsiteY398-18654" fmla="*/ 622592 h 1059043"/>
                <a:gd name="connsiteX399-18655" fmla="*/ 20774 w 3024845"/>
                <a:gd name="connsiteY399-18656" fmla="*/ 621511 h 1059043"/>
                <a:gd name="connsiteX400-18657" fmla="*/ 24320 w 3024845"/>
                <a:gd name="connsiteY400-18658" fmla="*/ 613945 h 1059043"/>
                <a:gd name="connsiteX401-18659" fmla="*/ 26094 w 3024845"/>
                <a:gd name="connsiteY401-18660" fmla="*/ 614215 h 1059043"/>
                <a:gd name="connsiteX402-18661" fmla="*/ 38507 w 3024845"/>
                <a:gd name="connsiteY402-18662" fmla="*/ 616106 h 1059043"/>
                <a:gd name="connsiteX403-18663" fmla="*/ 39014 w 3024845"/>
                <a:gd name="connsiteY403-18664" fmla="*/ 617458 h 1059043"/>
                <a:gd name="connsiteX404-18665" fmla="*/ 42560 w 3024845"/>
                <a:gd name="connsiteY404-18666" fmla="*/ 626915 h 1059043"/>
                <a:gd name="connsiteX405-18667" fmla="*/ 68907 w 3024845"/>
                <a:gd name="connsiteY405-18668" fmla="*/ 629077 h 1059043"/>
                <a:gd name="connsiteX406-18669" fmla="*/ 68907 w 3024845"/>
                <a:gd name="connsiteY406-18670" fmla="*/ 505856 h 1059043"/>
                <a:gd name="connsiteX407-18671" fmla="*/ 70934 w 3024845"/>
                <a:gd name="connsiteY407-18672" fmla="*/ 505856 h 1059043"/>
                <a:gd name="connsiteX408-18673" fmla="*/ 85121 w 3024845"/>
                <a:gd name="connsiteY408-18674" fmla="*/ 505856 h 1059043"/>
                <a:gd name="connsiteX409-18675" fmla="*/ 85121 w 3024845"/>
                <a:gd name="connsiteY409-18676" fmla="*/ 369664 h 1059043"/>
                <a:gd name="connsiteX410-18677" fmla="*/ 86894 w 3024845"/>
                <a:gd name="connsiteY410-18678" fmla="*/ 369664 h 1059043"/>
                <a:gd name="connsiteX411-18679" fmla="*/ 99308 w 3024845"/>
                <a:gd name="connsiteY411-18680" fmla="*/ 369664 h 1059043"/>
                <a:gd name="connsiteX412-18681" fmla="*/ 99308 w 3024845"/>
                <a:gd name="connsiteY412-18682" fmla="*/ 255090 h 1059043"/>
                <a:gd name="connsiteX413-18683" fmla="*/ 103361 w 3024845"/>
                <a:gd name="connsiteY413-18684" fmla="*/ 226986 h 1059043"/>
                <a:gd name="connsiteX414-18685" fmla="*/ 105388 w 3024845"/>
                <a:gd name="connsiteY414-18686" fmla="*/ 226986 h 1059043"/>
                <a:gd name="connsiteX415-18687" fmla="*/ 119575 w 3024845"/>
                <a:gd name="connsiteY415-18688" fmla="*/ 226986 h 1059043"/>
                <a:gd name="connsiteX0-18689" fmla="*/ 119575 w 3024845"/>
                <a:gd name="connsiteY0-18690" fmla="*/ 226986 h 1059043"/>
                <a:gd name="connsiteX1-18691" fmla="*/ 200642 w 3024845"/>
                <a:gd name="connsiteY1-18692" fmla="*/ 224825 h 1059043"/>
                <a:gd name="connsiteX2-18693" fmla="*/ 202669 w 3024845"/>
                <a:gd name="connsiteY2-18694" fmla="*/ 224825 h 1059043"/>
                <a:gd name="connsiteX3-18695" fmla="*/ 216856 w 3024845"/>
                <a:gd name="connsiteY3-18696" fmla="*/ 224825 h 1059043"/>
                <a:gd name="connsiteX4-18697" fmla="*/ 216856 w 3024845"/>
                <a:gd name="connsiteY4-18698" fmla="*/ 248604 h 1059043"/>
                <a:gd name="connsiteX5-18699" fmla="*/ 217363 w 3024845"/>
                <a:gd name="connsiteY5-18700" fmla="*/ 249415 h 1059043"/>
                <a:gd name="connsiteX6-18701" fmla="*/ 220909 w 3024845"/>
                <a:gd name="connsiteY6-18702" fmla="*/ 255090 h 1059043"/>
                <a:gd name="connsiteX7-18703" fmla="*/ 220909 w 3024845"/>
                <a:gd name="connsiteY7-18704" fmla="*/ 369664 h 1059043"/>
                <a:gd name="connsiteX8-18705" fmla="*/ 223189 w 3024845"/>
                <a:gd name="connsiteY8-18706" fmla="*/ 369664 h 1059043"/>
                <a:gd name="connsiteX9-18707" fmla="*/ 239150 w 3024845"/>
                <a:gd name="connsiteY9-18708" fmla="*/ 369664 h 1059043"/>
                <a:gd name="connsiteX10-18709" fmla="*/ 239150 w 3024845"/>
                <a:gd name="connsiteY10-18710" fmla="*/ 510179 h 1059043"/>
                <a:gd name="connsiteX11-18711" fmla="*/ 240670 w 3024845"/>
                <a:gd name="connsiteY11-18712" fmla="*/ 509909 h 1059043"/>
                <a:gd name="connsiteX12-18713" fmla="*/ 251310 w 3024845"/>
                <a:gd name="connsiteY12-18714" fmla="*/ 508018 h 1059043"/>
                <a:gd name="connsiteX13-18715" fmla="*/ 249283 w 3024845"/>
                <a:gd name="connsiteY13-18716" fmla="*/ 596650 h 1059043"/>
                <a:gd name="connsiteX14-18717" fmla="*/ 250803 w 3024845"/>
                <a:gd name="connsiteY14-18718" fmla="*/ 596921 h 1059043"/>
                <a:gd name="connsiteX15-18719" fmla="*/ 261443 w 3024845"/>
                <a:gd name="connsiteY15-18720" fmla="*/ 598812 h 1059043"/>
                <a:gd name="connsiteX16-18721" fmla="*/ 261696 w 3024845"/>
                <a:gd name="connsiteY16-18722" fmla="*/ 599623 h 1059043"/>
                <a:gd name="connsiteX17-18723" fmla="*/ 263470 w 3024845"/>
                <a:gd name="connsiteY17-18724" fmla="*/ 605298 h 1059043"/>
                <a:gd name="connsiteX18-18725" fmla="*/ 264230 w 3024845"/>
                <a:gd name="connsiteY18-18726" fmla="*/ 602866 h 1059043"/>
                <a:gd name="connsiteX19-18727" fmla="*/ 269550 w 3024845"/>
                <a:gd name="connsiteY19-18728" fmla="*/ 585842 h 1059043"/>
                <a:gd name="connsiteX20-18729" fmla="*/ 271323 w 3024845"/>
                <a:gd name="connsiteY20-18730" fmla="*/ 585842 h 1059043"/>
                <a:gd name="connsiteX21-18731" fmla="*/ 283737 w 3024845"/>
                <a:gd name="connsiteY21-18732" fmla="*/ 585842 h 1059043"/>
                <a:gd name="connsiteX22-18733" fmla="*/ 283737 w 3024845"/>
                <a:gd name="connsiteY22-18734" fmla="*/ 618268 h 1059043"/>
                <a:gd name="connsiteX23-18735" fmla="*/ 284750 w 3024845"/>
                <a:gd name="connsiteY23-18736" fmla="*/ 618809 h 1059043"/>
                <a:gd name="connsiteX24-18737" fmla="*/ 291844 w 3024845"/>
                <a:gd name="connsiteY24-18738" fmla="*/ 622592 h 1059043"/>
                <a:gd name="connsiteX25-18739" fmla="*/ 291844 w 3024845"/>
                <a:gd name="connsiteY25-18740" fmla="*/ 623943 h 1059043"/>
                <a:gd name="connsiteX26-18741" fmla="*/ 291844 w 3024845"/>
                <a:gd name="connsiteY26-18742" fmla="*/ 633401 h 1059043"/>
                <a:gd name="connsiteX27-18743" fmla="*/ 336431 w 3024845"/>
                <a:gd name="connsiteY27-18744" fmla="*/ 633401 h 1059043"/>
                <a:gd name="connsiteX28-18745" fmla="*/ 336431 w 3024845"/>
                <a:gd name="connsiteY28-18746" fmla="*/ 634482 h 1059043"/>
                <a:gd name="connsiteX29-18747" fmla="*/ 336431 w 3024845"/>
                <a:gd name="connsiteY29-18748" fmla="*/ 642048 h 1059043"/>
                <a:gd name="connsiteX30-18749" fmla="*/ 338457 w 3024845"/>
                <a:gd name="connsiteY30-18750" fmla="*/ 642048 h 1059043"/>
                <a:gd name="connsiteX31-18751" fmla="*/ 352644 w 3024845"/>
                <a:gd name="connsiteY31-18752" fmla="*/ 642048 h 1059043"/>
                <a:gd name="connsiteX32-18753" fmla="*/ 352644 w 3024845"/>
                <a:gd name="connsiteY32-18754" fmla="*/ 611783 h 1059043"/>
                <a:gd name="connsiteX33-18755" fmla="*/ 397231 w 3024845"/>
                <a:gd name="connsiteY33-18756" fmla="*/ 611783 h 1059043"/>
                <a:gd name="connsiteX34-18757" fmla="*/ 397231 w 3024845"/>
                <a:gd name="connsiteY34-18758" fmla="*/ 610432 h 1059043"/>
                <a:gd name="connsiteX35-18759" fmla="*/ 397231 w 3024845"/>
                <a:gd name="connsiteY35-18760" fmla="*/ 600974 h 1059043"/>
                <a:gd name="connsiteX36-18761" fmla="*/ 398245 w 3024845"/>
                <a:gd name="connsiteY36-18762" fmla="*/ 600974 h 1059043"/>
                <a:gd name="connsiteX37-18763" fmla="*/ 405338 w 3024845"/>
                <a:gd name="connsiteY37-18764" fmla="*/ 600974 h 1059043"/>
                <a:gd name="connsiteX38-18765" fmla="*/ 405338 w 3024845"/>
                <a:gd name="connsiteY38-18766" fmla="*/ 599083 h 1059043"/>
                <a:gd name="connsiteX39-18767" fmla="*/ 405338 w 3024845"/>
                <a:gd name="connsiteY39-18768" fmla="*/ 585842 h 1059043"/>
                <a:gd name="connsiteX40-18769" fmla="*/ 406098 w 3024845"/>
                <a:gd name="connsiteY40-18770" fmla="*/ 585842 h 1059043"/>
                <a:gd name="connsiteX41-18771" fmla="*/ 411418 w 3024845"/>
                <a:gd name="connsiteY41-18772" fmla="*/ 585842 h 1059043"/>
                <a:gd name="connsiteX42-18773" fmla="*/ 411418 w 3024845"/>
                <a:gd name="connsiteY42-18774" fmla="*/ 584761 h 1059043"/>
                <a:gd name="connsiteX43-18775" fmla="*/ 411418 w 3024845"/>
                <a:gd name="connsiteY43-18776" fmla="*/ 577194 h 1059043"/>
                <a:gd name="connsiteX44-18777" fmla="*/ 413445 w 3024845"/>
                <a:gd name="connsiteY44-18778" fmla="*/ 577194 h 1059043"/>
                <a:gd name="connsiteX45-18779" fmla="*/ 427632 w 3024845"/>
                <a:gd name="connsiteY45-18780" fmla="*/ 577194 h 1059043"/>
                <a:gd name="connsiteX46-18781" fmla="*/ 427632 w 3024845"/>
                <a:gd name="connsiteY46-18782" fmla="*/ 578275 h 1059043"/>
                <a:gd name="connsiteX47-18783" fmla="*/ 427632 w 3024845"/>
                <a:gd name="connsiteY47-18784" fmla="*/ 585842 h 1059043"/>
                <a:gd name="connsiteX48-18785" fmla="*/ 449925 w 3024845"/>
                <a:gd name="connsiteY48-18786" fmla="*/ 585842 h 1059043"/>
                <a:gd name="connsiteX49-18787" fmla="*/ 449925 w 3024845"/>
                <a:gd name="connsiteY49-18788" fmla="*/ 583950 h 1059043"/>
                <a:gd name="connsiteX50-18789" fmla="*/ 449925 w 3024845"/>
                <a:gd name="connsiteY50-18790" fmla="*/ 570709 h 1059043"/>
                <a:gd name="connsiteX51-18791" fmla="*/ 451699 w 3024845"/>
                <a:gd name="connsiteY51-18792" fmla="*/ 570709 h 1059043"/>
                <a:gd name="connsiteX52-18793" fmla="*/ 464112 w 3024845"/>
                <a:gd name="connsiteY52-18794" fmla="*/ 570709 h 1059043"/>
                <a:gd name="connsiteX53-18795" fmla="*/ 464112 w 3024845"/>
                <a:gd name="connsiteY53-18796" fmla="*/ 594489 h 1059043"/>
                <a:gd name="connsiteX54-18797" fmla="*/ 465126 w 3024845"/>
                <a:gd name="connsiteY54-18798" fmla="*/ 594489 h 1059043"/>
                <a:gd name="connsiteX55-18799" fmla="*/ 472219 w 3024845"/>
                <a:gd name="connsiteY55-18800" fmla="*/ 594489 h 1059043"/>
                <a:gd name="connsiteX56-18801" fmla="*/ 472219 w 3024845"/>
                <a:gd name="connsiteY56-18802" fmla="*/ 593408 h 1059043"/>
                <a:gd name="connsiteX57-18803" fmla="*/ 472219 w 3024845"/>
                <a:gd name="connsiteY57-18804" fmla="*/ 585842 h 1059043"/>
                <a:gd name="connsiteX58-18805" fmla="*/ 473992 w 3024845"/>
                <a:gd name="connsiteY58-18806" fmla="*/ 585842 h 1059043"/>
                <a:gd name="connsiteX59-18807" fmla="*/ 486406 w 3024845"/>
                <a:gd name="connsiteY59-18808" fmla="*/ 585842 h 1059043"/>
                <a:gd name="connsiteX60-18809" fmla="*/ 486406 w 3024845"/>
                <a:gd name="connsiteY60-18810" fmla="*/ 611783 h 1059043"/>
                <a:gd name="connsiteX61-18811" fmla="*/ 488433 w 3024845"/>
                <a:gd name="connsiteY61-18812" fmla="*/ 611783 h 1059043"/>
                <a:gd name="connsiteX62-18813" fmla="*/ 502619 w 3024845"/>
                <a:gd name="connsiteY62-18814" fmla="*/ 611783 h 1059043"/>
                <a:gd name="connsiteX63-18815" fmla="*/ 502619 w 3024845"/>
                <a:gd name="connsiteY63-18816" fmla="*/ 613404 h 1059043"/>
                <a:gd name="connsiteX64-18817" fmla="*/ 502619 w 3024845"/>
                <a:gd name="connsiteY64-18818" fmla="*/ 624754 h 1059043"/>
                <a:gd name="connsiteX65-18819" fmla="*/ 503379 w 3024845"/>
                <a:gd name="connsiteY65-18820" fmla="*/ 624754 h 1059043"/>
                <a:gd name="connsiteX66-18821" fmla="*/ 508700 w 3024845"/>
                <a:gd name="connsiteY66-18822" fmla="*/ 624754 h 1059043"/>
                <a:gd name="connsiteX67-18823" fmla="*/ 508700 w 3024845"/>
                <a:gd name="connsiteY67-18824" fmla="*/ 623943 h 1059043"/>
                <a:gd name="connsiteX68-18825" fmla="*/ 508700 w 3024845"/>
                <a:gd name="connsiteY68-18826" fmla="*/ 618268 h 1059043"/>
                <a:gd name="connsiteX69-18827" fmla="*/ 539100 w 3024845"/>
                <a:gd name="connsiteY69-18828" fmla="*/ 618268 h 1059043"/>
                <a:gd name="connsiteX70-18829" fmla="*/ 539100 w 3024845"/>
                <a:gd name="connsiteY70-18830" fmla="*/ 642048 h 1059043"/>
                <a:gd name="connsiteX71-18831" fmla="*/ 540113 w 3024845"/>
                <a:gd name="connsiteY71-18832" fmla="*/ 642048 h 1059043"/>
                <a:gd name="connsiteX72-18833" fmla="*/ 547207 w 3024845"/>
                <a:gd name="connsiteY72-18834" fmla="*/ 642048 h 1059043"/>
                <a:gd name="connsiteX73-18835" fmla="*/ 547207 w 3024845"/>
                <a:gd name="connsiteY73-18836" fmla="*/ 643129 h 1059043"/>
                <a:gd name="connsiteX74-18837" fmla="*/ 547207 w 3024845"/>
                <a:gd name="connsiteY74-18838" fmla="*/ 650695 h 1059043"/>
                <a:gd name="connsiteX75-18839" fmla="*/ 547967 w 3024845"/>
                <a:gd name="connsiteY75-18840" fmla="*/ 650695 h 1059043"/>
                <a:gd name="connsiteX76-18841" fmla="*/ 553287 w 3024845"/>
                <a:gd name="connsiteY76-18842" fmla="*/ 650695 h 1059043"/>
                <a:gd name="connsiteX77-18843" fmla="*/ 553287 w 3024845"/>
                <a:gd name="connsiteY77-18844" fmla="*/ 648533 h 1059043"/>
                <a:gd name="connsiteX78-18845" fmla="*/ 553287 w 3024845"/>
                <a:gd name="connsiteY78-18846" fmla="*/ 633401 h 1059043"/>
                <a:gd name="connsiteX79-18847" fmla="*/ 554300 w 3024845"/>
                <a:gd name="connsiteY79-18848" fmla="*/ 633401 h 1059043"/>
                <a:gd name="connsiteX80-18849" fmla="*/ 561394 w 3024845"/>
                <a:gd name="connsiteY80-18850" fmla="*/ 633401 h 1059043"/>
                <a:gd name="connsiteX81-18851" fmla="*/ 561394 w 3024845"/>
                <a:gd name="connsiteY81-18852" fmla="*/ 634482 h 1059043"/>
                <a:gd name="connsiteX82-18853" fmla="*/ 561394 w 3024845"/>
                <a:gd name="connsiteY82-18854" fmla="*/ 642048 h 1059043"/>
                <a:gd name="connsiteX83-18855" fmla="*/ 566714 w 3024845"/>
                <a:gd name="connsiteY83-18856" fmla="*/ 640055 h 1059043"/>
                <a:gd name="connsiteX84-18857" fmla="*/ 567474 w 3024845"/>
                <a:gd name="connsiteY84-18858" fmla="*/ 639075 h 1059043"/>
                <a:gd name="connsiteX85-18859" fmla="*/ 567474 w 3024845"/>
                <a:gd name="connsiteY85-18860" fmla="*/ 633401 h 1059043"/>
                <a:gd name="connsiteX86-18861" fmla="*/ 605981 w 3024845"/>
                <a:gd name="connsiteY86-18862" fmla="*/ 633401 h 1059043"/>
                <a:gd name="connsiteX87-18863" fmla="*/ 605981 w 3024845"/>
                <a:gd name="connsiteY87-18864" fmla="*/ 657180 h 1059043"/>
                <a:gd name="connsiteX88-18865" fmla="*/ 608007 w 3024845"/>
                <a:gd name="connsiteY88-18866" fmla="*/ 657180 h 1059043"/>
                <a:gd name="connsiteX89-18867" fmla="*/ 622194 w 3024845"/>
                <a:gd name="connsiteY89-18868" fmla="*/ 657180 h 1059043"/>
                <a:gd name="connsiteX90-18869" fmla="*/ 622194 w 3024845"/>
                <a:gd name="connsiteY90-18870" fmla="*/ 658261 h 1059043"/>
                <a:gd name="connsiteX91-18871" fmla="*/ 622194 w 3024845"/>
                <a:gd name="connsiteY91-18872" fmla="*/ 665827 h 1059043"/>
                <a:gd name="connsiteX92-18873" fmla="*/ 623968 w 3024845"/>
                <a:gd name="connsiteY92-18874" fmla="*/ 665827 h 1059043"/>
                <a:gd name="connsiteX93-18875" fmla="*/ 636381 w 3024845"/>
                <a:gd name="connsiteY93-18876" fmla="*/ 665827 h 1059043"/>
                <a:gd name="connsiteX94-18877" fmla="*/ 636381 w 3024845"/>
                <a:gd name="connsiteY94-18878" fmla="*/ 642048 h 1059043"/>
                <a:gd name="connsiteX95-18879" fmla="*/ 637394 w 3024845"/>
                <a:gd name="connsiteY95-18880" fmla="*/ 642048 h 1059043"/>
                <a:gd name="connsiteX96-18881" fmla="*/ 644488 w 3024845"/>
                <a:gd name="connsiteY96-18882" fmla="*/ 642048 h 1059043"/>
                <a:gd name="connsiteX97-18883" fmla="*/ 644488 w 3024845"/>
                <a:gd name="connsiteY97-18884" fmla="*/ 609621 h 1059043"/>
                <a:gd name="connsiteX98-18885" fmla="*/ 645501 w 3024845"/>
                <a:gd name="connsiteY98-18886" fmla="*/ 609621 h 1059043"/>
                <a:gd name="connsiteX99-18887" fmla="*/ 652595 w 3024845"/>
                <a:gd name="connsiteY99-18888" fmla="*/ 609621 h 1059043"/>
                <a:gd name="connsiteX100-18889" fmla="*/ 652595 w 3024845"/>
                <a:gd name="connsiteY100-18890" fmla="*/ 607730 h 1059043"/>
                <a:gd name="connsiteX101-18891" fmla="*/ 652595 w 3024845"/>
                <a:gd name="connsiteY101-18892" fmla="*/ 594489 h 1059043"/>
                <a:gd name="connsiteX102-18893" fmla="*/ 651328 w 3024845"/>
                <a:gd name="connsiteY102-18894" fmla="*/ 592867 h 1059043"/>
                <a:gd name="connsiteX103-18895" fmla="*/ 656648 w 3024845"/>
                <a:gd name="connsiteY103-18896" fmla="*/ 581518 h 1059043"/>
                <a:gd name="connsiteX104-18897" fmla="*/ 664755 w 3024845"/>
                <a:gd name="connsiteY104-18898" fmla="*/ 609621 h 1059043"/>
                <a:gd name="connsiteX105-18899" fmla="*/ 665515 w 3024845"/>
                <a:gd name="connsiteY105-18900" fmla="*/ 609621 h 1059043"/>
                <a:gd name="connsiteX106-18901" fmla="*/ 670835 w 3024845"/>
                <a:gd name="connsiteY106-18902" fmla="*/ 609621 h 1059043"/>
                <a:gd name="connsiteX107-18903" fmla="*/ 670835 w 3024845"/>
                <a:gd name="connsiteY107-18904" fmla="*/ 503694 h 1059043"/>
                <a:gd name="connsiteX108-18905" fmla="*/ 672355 w 3024845"/>
                <a:gd name="connsiteY108-18906" fmla="*/ 503694 h 1059043"/>
                <a:gd name="connsiteX109-18907" fmla="*/ 682995 w 3024845"/>
                <a:gd name="connsiteY109-18908" fmla="*/ 503694 h 1059043"/>
                <a:gd name="connsiteX110-18909" fmla="*/ 682995 w 3024845"/>
                <a:gd name="connsiteY110-18910" fmla="*/ 456135 h 1059043"/>
                <a:gd name="connsiteX111-18911" fmla="*/ 709342 w 3024845"/>
                <a:gd name="connsiteY111-18912" fmla="*/ 456135 h 1059043"/>
                <a:gd name="connsiteX112-18913" fmla="*/ 709342 w 3024845"/>
                <a:gd name="connsiteY112-18914" fmla="*/ 434517 h 1059043"/>
                <a:gd name="connsiteX113-18915" fmla="*/ 743796 w 3024845"/>
                <a:gd name="connsiteY113-18916" fmla="*/ 434517 h 1059043"/>
                <a:gd name="connsiteX114-18917" fmla="*/ 743796 w 3024845"/>
                <a:gd name="connsiteY114-18918" fmla="*/ 436949 h 1059043"/>
                <a:gd name="connsiteX115-18919" fmla="*/ 743796 w 3024845"/>
                <a:gd name="connsiteY115-18920" fmla="*/ 453973 h 1059043"/>
                <a:gd name="connsiteX116-18921" fmla="*/ 746076 w 3024845"/>
                <a:gd name="connsiteY116-18922" fmla="*/ 453973 h 1059043"/>
                <a:gd name="connsiteX117-18923" fmla="*/ 762036 w 3024845"/>
                <a:gd name="connsiteY117-18924" fmla="*/ 453973 h 1059043"/>
                <a:gd name="connsiteX118-18925" fmla="*/ 762036 w 3024845"/>
                <a:gd name="connsiteY118-18926" fmla="*/ 501532 h 1059043"/>
                <a:gd name="connsiteX119-18927" fmla="*/ 763049 w 3024845"/>
                <a:gd name="connsiteY119-18928" fmla="*/ 501532 h 1059043"/>
                <a:gd name="connsiteX120-18929" fmla="*/ 770143 w 3024845"/>
                <a:gd name="connsiteY120-18930" fmla="*/ 501532 h 1059043"/>
                <a:gd name="connsiteX121-18931" fmla="*/ 784330 w 3024845"/>
                <a:gd name="connsiteY121-18932" fmla="*/ 505856 h 1059043"/>
                <a:gd name="connsiteX122-18933" fmla="*/ 784330 w 3024845"/>
                <a:gd name="connsiteY122-18934" fmla="*/ 544768 h 1059043"/>
                <a:gd name="connsiteX123-18935" fmla="*/ 785343 w 3024845"/>
                <a:gd name="connsiteY123-18936" fmla="*/ 544768 h 1059043"/>
                <a:gd name="connsiteX124-18937" fmla="*/ 792436 w 3024845"/>
                <a:gd name="connsiteY124-18938" fmla="*/ 544768 h 1059043"/>
                <a:gd name="connsiteX125-18939" fmla="*/ 792436 w 3024845"/>
                <a:gd name="connsiteY125-18940" fmla="*/ 546389 h 1059043"/>
                <a:gd name="connsiteX126-18941" fmla="*/ 792436 w 3024845"/>
                <a:gd name="connsiteY126-18942" fmla="*/ 557738 h 1059043"/>
                <a:gd name="connsiteX127-18943" fmla="*/ 794463 w 3024845"/>
                <a:gd name="connsiteY127-18944" fmla="*/ 557738 h 1059043"/>
                <a:gd name="connsiteX128-18945" fmla="*/ 808650 w 3024845"/>
                <a:gd name="connsiteY128-18946" fmla="*/ 557738 h 1059043"/>
                <a:gd name="connsiteX129-18947" fmla="*/ 814730 w 3024845"/>
                <a:gd name="connsiteY129-18948" fmla="*/ 564224 h 1059043"/>
                <a:gd name="connsiteX130-18949" fmla="*/ 814730 w 3024845"/>
                <a:gd name="connsiteY130-18950" fmla="*/ 585842 h 1059043"/>
                <a:gd name="connsiteX131-18951" fmla="*/ 817010 w 3024845"/>
                <a:gd name="connsiteY131-18952" fmla="*/ 585842 h 1059043"/>
                <a:gd name="connsiteX132-18953" fmla="*/ 832970 w 3024845"/>
                <a:gd name="connsiteY132-18954" fmla="*/ 585842 h 1059043"/>
                <a:gd name="connsiteX133-18955" fmla="*/ 832970 w 3024845"/>
                <a:gd name="connsiteY133-18956" fmla="*/ 586922 h 1059043"/>
                <a:gd name="connsiteX134-18957" fmla="*/ 832970 w 3024845"/>
                <a:gd name="connsiteY134-18958" fmla="*/ 594489 h 1059043"/>
                <a:gd name="connsiteX135-18959" fmla="*/ 834237 w 3024845"/>
                <a:gd name="connsiteY135-18960" fmla="*/ 594489 h 1059043"/>
                <a:gd name="connsiteX136-18961" fmla="*/ 843104 w 3024845"/>
                <a:gd name="connsiteY136-18962" fmla="*/ 594489 h 1059043"/>
                <a:gd name="connsiteX137-18963" fmla="*/ 843104 w 3024845"/>
                <a:gd name="connsiteY137-18964" fmla="*/ 596650 h 1059043"/>
                <a:gd name="connsiteX138-18965" fmla="*/ 843104 w 3024845"/>
                <a:gd name="connsiteY138-18966" fmla="*/ 611783 h 1059043"/>
                <a:gd name="connsiteX139-18967" fmla="*/ 847157 w 3024845"/>
                <a:gd name="connsiteY139-18968" fmla="*/ 609891 h 1059043"/>
                <a:gd name="connsiteX140-18969" fmla="*/ 847157 w 3024845"/>
                <a:gd name="connsiteY140-18970" fmla="*/ 596650 h 1059043"/>
                <a:gd name="connsiteX141-18971" fmla="*/ 848170 w 3024845"/>
                <a:gd name="connsiteY141-18972" fmla="*/ 596650 h 1059043"/>
                <a:gd name="connsiteX142-18973" fmla="*/ 855264 w 3024845"/>
                <a:gd name="connsiteY142-18974" fmla="*/ 596650 h 1059043"/>
                <a:gd name="connsiteX143-18975" fmla="*/ 855264 w 3024845"/>
                <a:gd name="connsiteY143-18976" fmla="*/ 598272 h 1059043"/>
                <a:gd name="connsiteX144-18977" fmla="*/ 855264 w 3024845"/>
                <a:gd name="connsiteY144-18978" fmla="*/ 609621 h 1059043"/>
                <a:gd name="connsiteX145-18979" fmla="*/ 856024 w 3024845"/>
                <a:gd name="connsiteY145-18980" fmla="*/ 609621 h 1059043"/>
                <a:gd name="connsiteX146-18981" fmla="*/ 861344 w 3024845"/>
                <a:gd name="connsiteY146-18982" fmla="*/ 609621 h 1059043"/>
                <a:gd name="connsiteX147-18983" fmla="*/ 909984 w 3024845"/>
                <a:gd name="connsiteY147-18984" fmla="*/ 605298 h 1059043"/>
                <a:gd name="connsiteX148-18985" fmla="*/ 909984 w 3024845"/>
                <a:gd name="connsiteY148-18986" fmla="*/ 606649 h 1059043"/>
                <a:gd name="connsiteX149-18987" fmla="*/ 909984 w 3024845"/>
                <a:gd name="connsiteY149-18988" fmla="*/ 616106 h 1059043"/>
                <a:gd name="connsiteX150-18989" fmla="*/ 910744 w 3024845"/>
                <a:gd name="connsiteY150-18990" fmla="*/ 616106 h 1059043"/>
                <a:gd name="connsiteX151-18991" fmla="*/ 916065 w 3024845"/>
                <a:gd name="connsiteY151-18992" fmla="*/ 616106 h 1059043"/>
                <a:gd name="connsiteX152-18993" fmla="*/ 916065 w 3024845"/>
                <a:gd name="connsiteY152-18994" fmla="*/ 618268 h 1059043"/>
                <a:gd name="connsiteX153-18995" fmla="*/ 916065 w 3024845"/>
                <a:gd name="connsiteY153-18996" fmla="*/ 633401 h 1059043"/>
                <a:gd name="connsiteX154-18997" fmla="*/ 918091 w 3024845"/>
                <a:gd name="connsiteY154-18998" fmla="*/ 632050 h 1059043"/>
                <a:gd name="connsiteX155-18999" fmla="*/ 932278 w 3024845"/>
                <a:gd name="connsiteY155-19000" fmla="*/ 622592 h 1059043"/>
                <a:gd name="connsiteX156-19001" fmla="*/ 938358 w 3024845"/>
                <a:gd name="connsiteY156-19002" fmla="*/ 581518 h 1059043"/>
                <a:gd name="connsiteX157-19003" fmla="*/ 939118 w 3024845"/>
                <a:gd name="connsiteY157-19004" fmla="*/ 581248 h 1059043"/>
                <a:gd name="connsiteX158-19005" fmla="*/ 944438 w 3024845"/>
                <a:gd name="connsiteY158-19006" fmla="*/ 579356 h 1059043"/>
                <a:gd name="connsiteX159-19007" fmla="*/ 946465 w 3024845"/>
                <a:gd name="connsiteY159-19008" fmla="*/ 510179 h 1059043"/>
                <a:gd name="connsiteX160-19009" fmla="*/ 948492 w 3024845"/>
                <a:gd name="connsiteY160-19010" fmla="*/ 579356 h 1059043"/>
                <a:gd name="connsiteX161-19011" fmla="*/ 949252 w 3024845"/>
                <a:gd name="connsiteY161-19012" fmla="*/ 579626 h 1059043"/>
                <a:gd name="connsiteX162-19013" fmla="*/ 954572 w 3024845"/>
                <a:gd name="connsiteY162-19014" fmla="*/ 581518 h 1059043"/>
                <a:gd name="connsiteX163-19015" fmla="*/ 954572 w 3024845"/>
                <a:gd name="connsiteY163-19016" fmla="*/ 495047 h 1059043"/>
                <a:gd name="connsiteX164-19017" fmla="*/ 958625 w 3024845"/>
                <a:gd name="connsiteY164-19018" fmla="*/ 462620 h 1059043"/>
                <a:gd name="connsiteX165-19019" fmla="*/ 997132 w 3024845"/>
                <a:gd name="connsiteY165-19020" fmla="*/ 462620 h 1059043"/>
                <a:gd name="connsiteX166-19021" fmla="*/ 997132 w 3024845"/>
                <a:gd name="connsiteY166-19022" fmla="*/ 495047 h 1059043"/>
                <a:gd name="connsiteX167-19023" fmla="*/ 997892 w 3024845"/>
                <a:gd name="connsiteY167-19024" fmla="*/ 495047 h 1059043"/>
                <a:gd name="connsiteX168-19025" fmla="*/ 1003212 w 3024845"/>
                <a:gd name="connsiteY168-19026" fmla="*/ 495047 h 1059043"/>
                <a:gd name="connsiteX169-19027" fmla="*/ 1003212 w 3024845"/>
                <a:gd name="connsiteY169-19028" fmla="*/ 412899 h 1059043"/>
                <a:gd name="connsiteX170-19029" fmla="*/ 1004986 w 3024845"/>
                <a:gd name="connsiteY170-19030" fmla="*/ 412899 h 1059043"/>
                <a:gd name="connsiteX171-19031" fmla="*/ 1017399 w 3024845"/>
                <a:gd name="connsiteY171-19032" fmla="*/ 412899 h 1059043"/>
                <a:gd name="connsiteX172-19033" fmla="*/ 1017399 w 3024845"/>
                <a:gd name="connsiteY172-19034" fmla="*/ 411008 h 1059043"/>
                <a:gd name="connsiteX173-19035" fmla="*/ 1017399 w 3024845"/>
                <a:gd name="connsiteY173-19036" fmla="*/ 397767 h 1059043"/>
                <a:gd name="connsiteX174-19037" fmla="*/ 1039693 w 3024845"/>
                <a:gd name="connsiteY174-19038" fmla="*/ 397767 h 1059043"/>
                <a:gd name="connsiteX175-19039" fmla="*/ 1039693 w 3024845"/>
                <a:gd name="connsiteY175-19040" fmla="*/ 396686 h 1059043"/>
                <a:gd name="connsiteX176-19041" fmla="*/ 1039693 w 3024845"/>
                <a:gd name="connsiteY176-19042" fmla="*/ 389120 h 1059043"/>
                <a:gd name="connsiteX177-19043" fmla="*/ 1041466 w 3024845"/>
                <a:gd name="connsiteY177-19044" fmla="*/ 389120 h 1059043"/>
                <a:gd name="connsiteX178-19045" fmla="*/ 1053880 w 3024845"/>
                <a:gd name="connsiteY178-19046" fmla="*/ 389120 h 1059043"/>
                <a:gd name="connsiteX179-19047" fmla="*/ 1053880 w 3024845"/>
                <a:gd name="connsiteY179-19048" fmla="*/ 390201 h 1059043"/>
                <a:gd name="connsiteX180-19049" fmla="*/ 1053880 w 3024845"/>
                <a:gd name="connsiteY180-19050" fmla="*/ 397767 h 1059043"/>
                <a:gd name="connsiteX181-19051" fmla="*/ 1054640 w 3024845"/>
                <a:gd name="connsiteY181-19052" fmla="*/ 397767 h 1059043"/>
                <a:gd name="connsiteX182-19053" fmla="*/ 1059960 w 3024845"/>
                <a:gd name="connsiteY182-19054" fmla="*/ 397767 h 1059043"/>
                <a:gd name="connsiteX183-19055" fmla="*/ 1070093 w 3024845"/>
                <a:gd name="connsiteY183-19056" fmla="*/ 393443 h 1059043"/>
                <a:gd name="connsiteX184-19057" fmla="*/ 1074146 w 3024845"/>
                <a:gd name="connsiteY184-19058" fmla="*/ 396686 h 1059043"/>
                <a:gd name="connsiteX185-19059" fmla="*/ 1074146 w 3024845"/>
                <a:gd name="connsiteY185-19060" fmla="*/ 389120 h 1059043"/>
                <a:gd name="connsiteX186-19061" fmla="*/ 1076426 w 3024845"/>
                <a:gd name="connsiteY186-19062" fmla="*/ 389120 h 1059043"/>
                <a:gd name="connsiteX187-19063" fmla="*/ 1092387 w 3024845"/>
                <a:gd name="connsiteY187-19064" fmla="*/ 389120 h 1059043"/>
                <a:gd name="connsiteX188-19065" fmla="*/ 1092387 w 3024845"/>
                <a:gd name="connsiteY188-19066" fmla="*/ 390201 h 1059043"/>
                <a:gd name="connsiteX189-19067" fmla="*/ 1092387 w 3024845"/>
                <a:gd name="connsiteY189-19068" fmla="*/ 397767 h 1059043"/>
                <a:gd name="connsiteX190-19069" fmla="*/ 1122787 w 3024845"/>
                <a:gd name="connsiteY190-19070" fmla="*/ 397767 h 1059043"/>
                <a:gd name="connsiteX191-19071" fmla="*/ 1122787 w 3024845"/>
                <a:gd name="connsiteY191-19072" fmla="*/ 399388 h 1059043"/>
                <a:gd name="connsiteX192-19073" fmla="*/ 1122787 w 3024845"/>
                <a:gd name="connsiteY192-19074" fmla="*/ 410738 h 1059043"/>
                <a:gd name="connsiteX193-19075" fmla="*/ 1149134 w 3024845"/>
                <a:gd name="connsiteY193-19076" fmla="*/ 410738 h 1059043"/>
                <a:gd name="connsiteX194-19077" fmla="*/ 1149134 w 3024845"/>
                <a:gd name="connsiteY194-19078" fmla="*/ 441002 h 1059043"/>
                <a:gd name="connsiteX195-19079" fmla="*/ 1149894 w 3024845"/>
                <a:gd name="connsiteY195-19080" fmla="*/ 441002 h 1059043"/>
                <a:gd name="connsiteX196-19081" fmla="*/ 1155214 w 3024845"/>
                <a:gd name="connsiteY196-19082" fmla="*/ 441002 h 1059043"/>
                <a:gd name="connsiteX197-19083" fmla="*/ 1155214 w 3024845"/>
                <a:gd name="connsiteY197-19084" fmla="*/ 442083 h 1059043"/>
                <a:gd name="connsiteX198-19085" fmla="*/ 1155214 w 3024845"/>
                <a:gd name="connsiteY198-19086" fmla="*/ 449650 h 1059043"/>
                <a:gd name="connsiteX199-19087" fmla="*/ 1159268 w 3024845"/>
                <a:gd name="connsiteY199-19088" fmla="*/ 479914 h 1059043"/>
                <a:gd name="connsiteX200-19089" fmla="*/ 1160028 w 3024845"/>
                <a:gd name="connsiteY200-19090" fmla="*/ 479914 h 1059043"/>
                <a:gd name="connsiteX201-19091" fmla="*/ 1165348 w 3024845"/>
                <a:gd name="connsiteY201-19092" fmla="*/ 479914 h 1059043"/>
                <a:gd name="connsiteX202-19093" fmla="*/ 1165348 w 3024845"/>
                <a:gd name="connsiteY202-19094" fmla="*/ 480725 h 1059043"/>
                <a:gd name="connsiteX203-19095" fmla="*/ 1165348 w 3024845"/>
                <a:gd name="connsiteY203-19096" fmla="*/ 486400 h 1059043"/>
                <a:gd name="connsiteX204-19097" fmla="*/ 1166361 w 3024845"/>
                <a:gd name="connsiteY204-19098" fmla="*/ 486400 h 1059043"/>
                <a:gd name="connsiteX205-19099" fmla="*/ 1173454 w 3024845"/>
                <a:gd name="connsiteY205-19100" fmla="*/ 486400 h 1059043"/>
                <a:gd name="connsiteX206-19101" fmla="*/ 1173454 w 3024845"/>
                <a:gd name="connsiteY206-19102" fmla="*/ 516665 h 1059043"/>
                <a:gd name="connsiteX207-19103" fmla="*/ 1175481 w 3024845"/>
                <a:gd name="connsiteY207-19104" fmla="*/ 516665 h 1059043"/>
                <a:gd name="connsiteX208-19105" fmla="*/ 1189668 w 3024845"/>
                <a:gd name="connsiteY208-19106" fmla="*/ 516665 h 1059043"/>
                <a:gd name="connsiteX209-19107" fmla="*/ 1189668 w 3024845"/>
                <a:gd name="connsiteY209-19108" fmla="*/ 540444 h 1059043"/>
                <a:gd name="connsiteX210-19109" fmla="*/ 1191695 w 3024845"/>
                <a:gd name="connsiteY210-19110" fmla="*/ 542065 h 1059043"/>
                <a:gd name="connsiteX211-19111" fmla="*/ 1191695 w 3024845"/>
                <a:gd name="connsiteY211-19112" fmla="*/ 553415 h 1059043"/>
                <a:gd name="connsiteX212-19113" fmla="*/ 1192455 w 3024845"/>
                <a:gd name="connsiteY212-19114" fmla="*/ 553415 h 1059043"/>
                <a:gd name="connsiteX213-19115" fmla="*/ 1197775 w 3024845"/>
                <a:gd name="connsiteY213-19116" fmla="*/ 553415 h 1059043"/>
                <a:gd name="connsiteX214-19117" fmla="*/ 1197775 w 3024845"/>
                <a:gd name="connsiteY214-19118" fmla="*/ 577194 h 1059043"/>
                <a:gd name="connsiteX215-19119" fmla="*/ 1199041 w 3024845"/>
                <a:gd name="connsiteY215-19120" fmla="*/ 577194 h 1059043"/>
                <a:gd name="connsiteX216-19121" fmla="*/ 1207908 w 3024845"/>
                <a:gd name="connsiteY216-19122" fmla="*/ 577194 h 1059043"/>
                <a:gd name="connsiteX217-19123" fmla="*/ 1209935 w 3024845"/>
                <a:gd name="connsiteY217-19124" fmla="*/ 581248 h 1059043"/>
                <a:gd name="connsiteX218-19125" fmla="*/ 1209935 w 3024845"/>
                <a:gd name="connsiteY218-19126" fmla="*/ 594489 h 1059043"/>
                <a:gd name="connsiteX219-19127" fmla="*/ 1211455 w 3024845"/>
                <a:gd name="connsiteY219-19128" fmla="*/ 592597 h 1059043"/>
                <a:gd name="connsiteX220-19129" fmla="*/ 1222095 w 3024845"/>
                <a:gd name="connsiteY220-19130" fmla="*/ 579356 h 1059043"/>
                <a:gd name="connsiteX221-19131" fmla="*/ 1250469 w 3024845"/>
                <a:gd name="connsiteY221-19132" fmla="*/ 579356 h 1059043"/>
                <a:gd name="connsiteX222-19133" fmla="*/ 1250469 w 3024845"/>
                <a:gd name="connsiteY222-19134" fmla="*/ 665827 h 1059043"/>
                <a:gd name="connsiteX223-19135" fmla="*/ 1251229 w 3024845"/>
                <a:gd name="connsiteY223-19136" fmla="*/ 665827 h 1059043"/>
                <a:gd name="connsiteX224-19137" fmla="*/ 1256549 w 3024845"/>
                <a:gd name="connsiteY224-19138" fmla="*/ 665827 h 1059043"/>
                <a:gd name="connsiteX225-19139" fmla="*/ 1257309 w 3024845"/>
                <a:gd name="connsiteY225-19140" fmla="*/ 664476 h 1059043"/>
                <a:gd name="connsiteX226-19141" fmla="*/ 1262629 w 3024845"/>
                <a:gd name="connsiteY226-19142" fmla="*/ 655018 h 1059043"/>
                <a:gd name="connsiteX227-19143" fmla="*/ 1262629 w 3024845"/>
                <a:gd name="connsiteY227-19144" fmla="*/ 656910 h 1059043"/>
                <a:gd name="connsiteX228-19145" fmla="*/ 1262629 w 3024845"/>
                <a:gd name="connsiteY228-19146" fmla="*/ 670151 h 1059043"/>
                <a:gd name="connsiteX229-19147" fmla="*/ 1266682 w 3024845"/>
                <a:gd name="connsiteY229-19148" fmla="*/ 624754 h 1059043"/>
                <a:gd name="connsiteX230-19149" fmla="*/ 1267442 w 3024845"/>
                <a:gd name="connsiteY230-19150" fmla="*/ 624754 h 1059043"/>
                <a:gd name="connsiteX231-19151" fmla="*/ 1272762 w 3024845"/>
                <a:gd name="connsiteY231-19152" fmla="*/ 624754 h 1059043"/>
                <a:gd name="connsiteX232-19153" fmla="*/ 1272762 w 3024845"/>
                <a:gd name="connsiteY232-19154" fmla="*/ 559900 h 1059043"/>
                <a:gd name="connsiteX233-19155" fmla="*/ 1273776 w 3024845"/>
                <a:gd name="connsiteY233-19156" fmla="*/ 559900 h 1059043"/>
                <a:gd name="connsiteX234-19157" fmla="*/ 1280869 w 3024845"/>
                <a:gd name="connsiteY234-19158" fmla="*/ 559900 h 1059043"/>
                <a:gd name="connsiteX235-19159" fmla="*/ 1293029 w 3024845"/>
                <a:gd name="connsiteY235-19160" fmla="*/ 516665 h 1059043"/>
                <a:gd name="connsiteX236-19161" fmla="*/ 1294296 w 3024845"/>
                <a:gd name="connsiteY236-19162" fmla="*/ 516665 h 1059043"/>
                <a:gd name="connsiteX237-19163" fmla="*/ 1303163 w 3024845"/>
                <a:gd name="connsiteY237-19164" fmla="*/ 516665 h 1059043"/>
                <a:gd name="connsiteX238-19165" fmla="*/ 1313296 w 3024845"/>
                <a:gd name="connsiteY238-19166" fmla="*/ 559900 h 1059043"/>
                <a:gd name="connsiteX239-19167" fmla="*/ 1314309 w 3024845"/>
                <a:gd name="connsiteY239-19168" fmla="*/ 559900 h 1059043"/>
                <a:gd name="connsiteX240-19169" fmla="*/ 1321403 w 3024845"/>
                <a:gd name="connsiteY240-19170" fmla="*/ 559900 h 1059043"/>
                <a:gd name="connsiteX241-19171" fmla="*/ 1321403 w 3024845"/>
                <a:gd name="connsiteY241-19172" fmla="*/ 598812 h 1059043"/>
                <a:gd name="connsiteX242-19173" fmla="*/ 1323176 w 3024845"/>
                <a:gd name="connsiteY242-19174" fmla="*/ 598812 h 1059043"/>
                <a:gd name="connsiteX243-19175" fmla="*/ 1335590 w 3024845"/>
                <a:gd name="connsiteY243-19176" fmla="*/ 598812 h 1059043"/>
                <a:gd name="connsiteX244-19177" fmla="*/ 1335590 w 3024845"/>
                <a:gd name="connsiteY244-19178" fmla="*/ 600974 h 1059043"/>
                <a:gd name="connsiteX245-19179" fmla="*/ 1335590 w 3024845"/>
                <a:gd name="connsiteY245-19180" fmla="*/ 616106 h 1059043"/>
                <a:gd name="connsiteX246-19181" fmla="*/ 1339643 w 3024845"/>
                <a:gd name="connsiteY246-19182" fmla="*/ 613945 h 1059043"/>
                <a:gd name="connsiteX247-19183" fmla="*/ 1339643 w 3024845"/>
                <a:gd name="connsiteY247-19184" fmla="*/ 598812 h 1059043"/>
                <a:gd name="connsiteX248-19185" fmla="*/ 1341163 w 3024845"/>
                <a:gd name="connsiteY248-19186" fmla="*/ 598812 h 1059043"/>
                <a:gd name="connsiteX249-19187" fmla="*/ 1351803 w 3024845"/>
                <a:gd name="connsiteY249-19188" fmla="*/ 598812 h 1059043"/>
                <a:gd name="connsiteX250-19189" fmla="*/ 1351803 w 3024845"/>
                <a:gd name="connsiteY250-19190" fmla="*/ 600433 h 1059043"/>
                <a:gd name="connsiteX251-19191" fmla="*/ 1351803 w 3024845"/>
                <a:gd name="connsiteY251-19192" fmla="*/ 611783 h 1059043"/>
                <a:gd name="connsiteX252-19193" fmla="*/ 1382204 w 3024845"/>
                <a:gd name="connsiteY252-19194" fmla="*/ 611783 h 1059043"/>
                <a:gd name="connsiteX253-19195" fmla="*/ 1382204 w 3024845"/>
                <a:gd name="connsiteY253-19196" fmla="*/ 575033 h 1059043"/>
                <a:gd name="connsiteX254-19197" fmla="*/ 1383470 w 3024845"/>
                <a:gd name="connsiteY254-19198" fmla="*/ 575033 h 1059043"/>
                <a:gd name="connsiteX255-19199" fmla="*/ 1392337 w 3024845"/>
                <a:gd name="connsiteY255-19200" fmla="*/ 575033 h 1059043"/>
                <a:gd name="connsiteX256-19201" fmla="*/ 1392337 w 3024845"/>
                <a:gd name="connsiteY256-19202" fmla="*/ 596650 h 1059043"/>
                <a:gd name="connsiteX257-19203" fmla="*/ 1394364 w 3024845"/>
                <a:gd name="connsiteY257-19204" fmla="*/ 564224 h 1059043"/>
                <a:gd name="connsiteX258-19205" fmla="*/ 1416657 w 3024845"/>
                <a:gd name="connsiteY258-19206" fmla="*/ 564224 h 1059043"/>
                <a:gd name="connsiteX259-19207" fmla="*/ 1416657 w 3024845"/>
                <a:gd name="connsiteY259-19208" fmla="*/ 562602 h 1059043"/>
                <a:gd name="connsiteX260-19209" fmla="*/ 1416657 w 3024845"/>
                <a:gd name="connsiteY260-19210" fmla="*/ 551253 h 1059043"/>
                <a:gd name="connsiteX261-19211" fmla="*/ 1417417 w 3024845"/>
                <a:gd name="connsiteY261-19212" fmla="*/ 551253 h 1059043"/>
                <a:gd name="connsiteX262-19213" fmla="*/ 1422737 w 3024845"/>
                <a:gd name="connsiteY262-19214" fmla="*/ 551253 h 1059043"/>
                <a:gd name="connsiteX263-19215" fmla="*/ 1422737 w 3024845"/>
                <a:gd name="connsiteY263-19216" fmla="*/ 549362 h 1059043"/>
                <a:gd name="connsiteX264-19217" fmla="*/ 1422737 w 3024845"/>
                <a:gd name="connsiteY264-19218" fmla="*/ 536121 h 1059043"/>
                <a:gd name="connsiteX265-19219" fmla="*/ 1426791 w 3024845"/>
                <a:gd name="connsiteY265-19220" fmla="*/ 542606 h 1059043"/>
                <a:gd name="connsiteX266-19221" fmla="*/ 1429071 w 3024845"/>
                <a:gd name="connsiteY266-19222" fmla="*/ 542606 h 1059043"/>
                <a:gd name="connsiteX267-19223" fmla="*/ 1445031 w 3024845"/>
                <a:gd name="connsiteY267-19224" fmla="*/ 542606 h 1059043"/>
                <a:gd name="connsiteX268-19225" fmla="*/ 1445031 w 3024845"/>
                <a:gd name="connsiteY268-19226" fmla="*/ 541795 h 1059043"/>
                <a:gd name="connsiteX269-19227" fmla="*/ 1445031 w 3024845"/>
                <a:gd name="connsiteY269-19228" fmla="*/ 536121 h 1059043"/>
                <a:gd name="connsiteX270-19229" fmla="*/ 1445791 w 3024845"/>
                <a:gd name="connsiteY270-19230" fmla="*/ 536121 h 1059043"/>
                <a:gd name="connsiteX271-19231" fmla="*/ 1451111 w 3024845"/>
                <a:gd name="connsiteY271-19232" fmla="*/ 536121 h 1059043"/>
                <a:gd name="connsiteX272-19233" fmla="*/ 1451111 w 3024845"/>
                <a:gd name="connsiteY272-19234" fmla="*/ 537472 h 1059043"/>
                <a:gd name="connsiteX273-19235" fmla="*/ 1451111 w 3024845"/>
                <a:gd name="connsiteY273-19236" fmla="*/ 546930 h 1059043"/>
                <a:gd name="connsiteX274-19237" fmla="*/ 1489618 w 3024845"/>
                <a:gd name="connsiteY274-19238" fmla="*/ 546930 h 1059043"/>
                <a:gd name="connsiteX275-19239" fmla="*/ 1489618 w 3024845"/>
                <a:gd name="connsiteY275-19240" fmla="*/ 685283 h 1059043"/>
                <a:gd name="connsiteX276-19241" fmla="*/ 1491138 w 3024845"/>
                <a:gd name="connsiteY276-19242" fmla="*/ 685283 h 1059043"/>
                <a:gd name="connsiteX277-19243" fmla="*/ 1501778 w 3024845"/>
                <a:gd name="connsiteY277-19244" fmla="*/ 685283 h 1059043"/>
                <a:gd name="connsiteX278-19245" fmla="*/ 1501778 w 3024845"/>
                <a:gd name="connsiteY278-19246" fmla="*/ 672313 h 1059043"/>
                <a:gd name="connsiteX279-19247" fmla="*/ 1505832 w 3024845"/>
                <a:gd name="connsiteY279-19248" fmla="*/ 672313 h 1059043"/>
                <a:gd name="connsiteX280-19249" fmla="*/ 1505832 w 3024845"/>
                <a:gd name="connsiteY280-19250" fmla="*/ 685283 h 1059043"/>
                <a:gd name="connsiteX281-19251" fmla="*/ 1536232 w 3024845"/>
                <a:gd name="connsiteY281-19252" fmla="*/ 685283 h 1059043"/>
                <a:gd name="connsiteX282-19253" fmla="*/ 1536232 w 3024845"/>
                <a:gd name="connsiteY282-19254" fmla="*/ 655018 h 1059043"/>
                <a:gd name="connsiteX283-19255" fmla="*/ 1548392 w 3024845"/>
                <a:gd name="connsiteY283-19256" fmla="*/ 655018 h 1059043"/>
                <a:gd name="connsiteX284-19257" fmla="*/ 1560552 w 3024845"/>
                <a:gd name="connsiteY284-19258" fmla="*/ 652857 h 1059043"/>
                <a:gd name="connsiteX285-19259" fmla="*/ 1564606 w 3024845"/>
                <a:gd name="connsiteY285-19260" fmla="*/ 655018 h 1059043"/>
                <a:gd name="connsiteX286-19261" fmla="*/ 1574739 w 3024845"/>
                <a:gd name="connsiteY286-19262" fmla="*/ 655018 h 1059043"/>
                <a:gd name="connsiteX287-19263" fmla="*/ 1574739 w 3024845"/>
                <a:gd name="connsiteY287-19264" fmla="*/ 685283 h 1059043"/>
                <a:gd name="connsiteX288-19265" fmla="*/ 1582846 w 3024845"/>
                <a:gd name="connsiteY288-19266" fmla="*/ 685283 h 1059043"/>
                <a:gd name="connsiteX289-19267" fmla="*/ 1582846 w 3024845"/>
                <a:gd name="connsiteY289-19268" fmla="*/ 702578 h 1059043"/>
                <a:gd name="connsiteX290-19269" fmla="*/ 1592182 w 3024845"/>
                <a:gd name="connsiteY290-19270" fmla="*/ 703483 h 1059043"/>
                <a:gd name="connsiteX291-19271" fmla="*/ 1605140 w 3024845"/>
                <a:gd name="connsiteY291-19272" fmla="*/ 703483 h 1059043"/>
                <a:gd name="connsiteX292-19273" fmla="*/ 1605140 w 3024845"/>
                <a:gd name="connsiteY292-19274" fmla="*/ 687445 h 1059043"/>
                <a:gd name="connsiteX293-19275" fmla="*/ 1673096 w 3024845"/>
                <a:gd name="connsiteY293-19276" fmla="*/ 687445 h 1059043"/>
                <a:gd name="connsiteX294-19277" fmla="*/ 1673096 w 3024845"/>
                <a:gd name="connsiteY294-19278" fmla="*/ 602192 h 1059043"/>
                <a:gd name="connsiteX295-19279" fmla="*/ 1745104 w 3024845"/>
                <a:gd name="connsiteY295-19280" fmla="*/ 602192 h 1059043"/>
                <a:gd name="connsiteX296-19281" fmla="*/ 1745104 w 3024845"/>
                <a:gd name="connsiteY296-19282" fmla="*/ 680960 h 1059043"/>
                <a:gd name="connsiteX297-19283" fmla="*/ 1747008 w 3024845"/>
                <a:gd name="connsiteY297-19284" fmla="*/ 680960 h 1059043"/>
                <a:gd name="connsiteX298-19285" fmla="*/ 1748250 w 3024845"/>
                <a:gd name="connsiteY298-19286" fmla="*/ 703483 h 1059043"/>
                <a:gd name="connsiteX299-19287" fmla="*/ 1757926 w 3024845"/>
                <a:gd name="connsiteY299-19288" fmla="*/ 703483 h 1059043"/>
                <a:gd name="connsiteX300-19289" fmla="*/ 1759168 w 3024845"/>
                <a:gd name="connsiteY300-19290" fmla="*/ 680960 h 1059043"/>
                <a:gd name="connsiteX301-19291" fmla="*/ 1765248 w 3024845"/>
                <a:gd name="connsiteY301-19292" fmla="*/ 680960 h 1059043"/>
                <a:gd name="connsiteX302-19293" fmla="*/ 1766490 w 3024845"/>
                <a:gd name="connsiteY302-19294" fmla="*/ 703483 h 1059043"/>
                <a:gd name="connsiteX303-19295" fmla="*/ 1817112 w 3024845"/>
                <a:gd name="connsiteY303-19296" fmla="*/ 703483 h 1059043"/>
                <a:gd name="connsiteX304-19297" fmla="*/ 1817112 w 3024845"/>
                <a:gd name="connsiteY304-19298" fmla="*/ 540455 h 1059043"/>
                <a:gd name="connsiteX305-19299" fmla="*/ 2014439 w 3024845"/>
                <a:gd name="connsiteY305-19300" fmla="*/ 540455 h 1059043"/>
                <a:gd name="connsiteX306-19301" fmla="*/ 2014439 w 3024845"/>
                <a:gd name="connsiteY306-19302" fmla="*/ 703483 h 1059043"/>
                <a:gd name="connsiteX307-19303" fmla="*/ 2033136 w 3024845"/>
                <a:gd name="connsiteY307-19304" fmla="*/ 703483 h 1059043"/>
                <a:gd name="connsiteX308-19305" fmla="*/ 2033136 w 3024845"/>
                <a:gd name="connsiteY308-19306" fmla="*/ 620790 h 1059043"/>
                <a:gd name="connsiteX309-19307" fmla="*/ 2128256 w 3024845"/>
                <a:gd name="connsiteY309-19308" fmla="*/ 620790 h 1059043"/>
                <a:gd name="connsiteX310-19309" fmla="*/ 2128026 w 3024845"/>
                <a:gd name="connsiteY310-19310" fmla="*/ 281031 h 1059043"/>
                <a:gd name="connsiteX311-19311" fmla="*/ 2121946 w 3024845"/>
                <a:gd name="connsiteY311-19312" fmla="*/ 276707 h 1059043"/>
                <a:gd name="connsiteX312-19313" fmla="*/ 2130053 w 3024845"/>
                <a:gd name="connsiteY312-19314" fmla="*/ 252928 h 1059043"/>
                <a:gd name="connsiteX313-19315" fmla="*/ 2130053 w 3024845"/>
                <a:gd name="connsiteY313-19316" fmla="*/ 235634 h 1059043"/>
                <a:gd name="connsiteX314-19317" fmla="*/ 2144240 w 3024845"/>
                <a:gd name="connsiteY314-19318" fmla="*/ 235634 h 1059043"/>
                <a:gd name="connsiteX315-19319" fmla="*/ 2144240 w 3024845"/>
                <a:gd name="connsiteY315-19320" fmla="*/ 214016 h 1059043"/>
                <a:gd name="connsiteX316-19321" fmla="*/ 2146266 w 3024845"/>
                <a:gd name="connsiteY316-19322" fmla="*/ 209692 h 1059043"/>
                <a:gd name="connsiteX317-19323" fmla="*/ 2146266 w 3024845"/>
                <a:gd name="connsiteY317-19324" fmla="*/ 131868 h 1059043"/>
                <a:gd name="connsiteX318-19325" fmla="*/ 2144240 w 3024845"/>
                <a:gd name="connsiteY318-19326" fmla="*/ 125383 h 1059043"/>
                <a:gd name="connsiteX319-19327" fmla="*/ 2150320 w 3024845"/>
                <a:gd name="connsiteY319-19328" fmla="*/ 118897 h 1059043"/>
                <a:gd name="connsiteX320-19329" fmla="*/ 2150320 w 3024845"/>
                <a:gd name="connsiteY320-19330" fmla="*/ 60529 h 1059043"/>
                <a:gd name="connsiteX321-19331" fmla="*/ 2152346 w 3024845"/>
                <a:gd name="connsiteY321-19332" fmla="*/ 56206 h 1059043"/>
                <a:gd name="connsiteX322-19333" fmla="*/ 2152346 w 3024845"/>
                <a:gd name="connsiteY322-19334" fmla="*/ 0 h 1059043"/>
                <a:gd name="connsiteX323-19335" fmla="*/ 2162480 w 3024845"/>
                <a:gd name="connsiteY323-19336" fmla="*/ 118897 h 1059043"/>
                <a:gd name="connsiteX324-19337" fmla="*/ 2168560 w 3024845"/>
                <a:gd name="connsiteY324-19338" fmla="*/ 125383 h 1059043"/>
                <a:gd name="connsiteX325-19339" fmla="*/ 2166533 w 3024845"/>
                <a:gd name="connsiteY325-19340" fmla="*/ 131868 h 1059043"/>
                <a:gd name="connsiteX326-19341" fmla="*/ 2166533 w 3024845"/>
                <a:gd name="connsiteY326-19342" fmla="*/ 209692 h 1059043"/>
                <a:gd name="connsiteX327-19343" fmla="*/ 2168560 w 3024845"/>
                <a:gd name="connsiteY327-19344" fmla="*/ 214016 h 1059043"/>
                <a:gd name="connsiteX328-19345" fmla="*/ 2168560 w 3024845"/>
                <a:gd name="connsiteY328-19346" fmla="*/ 235634 h 1059043"/>
                <a:gd name="connsiteX329-19347" fmla="*/ 2182747 w 3024845"/>
                <a:gd name="connsiteY329-19348" fmla="*/ 252928 h 1059043"/>
                <a:gd name="connsiteX330-19349" fmla="*/ 2190854 w 3024845"/>
                <a:gd name="connsiteY330-19350" fmla="*/ 276707 h 1059043"/>
                <a:gd name="connsiteX331-19351" fmla="*/ 2180720 w 3024845"/>
                <a:gd name="connsiteY331-19352" fmla="*/ 555577 h 1059043"/>
                <a:gd name="connsiteX332-19353" fmla="*/ 2245574 w 3024845"/>
                <a:gd name="connsiteY332-19354" fmla="*/ 555577 h 1059043"/>
                <a:gd name="connsiteX333-19355" fmla="*/ 2245574 w 3024845"/>
                <a:gd name="connsiteY333-19356" fmla="*/ 631239 h 1059043"/>
                <a:gd name="connsiteX334-19357" fmla="*/ 2253681 w 3024845"/>
                <a:gd name="connsiteY334-19358" fmla="*/ 631239 h 1059043"/>
                <a:gd name="connsiteX335-19359" fmla="*/ 2255708 w 3024845"/>
                <a:gd name="connsiteY335-19360" fmla="*/ 624754 h 1059043"/>
                <a:gd name="connsiteX336-19361" fmla="*/ 2261788 w 3024845"/>
                <a:gd name="connsiteY336-19362" fmla="*/ 624754 h 1059043"/>
                <a:gd name="connsiteX337-19363" fmla="*/ 2263815 w 3024845"/>
                <a:gd name="connsiteY337-19364" fmla="*/ 633401 h 1059043"/>
                <a:gd name="connsiteX338-19365" fmla="*/ 2275975 w 3024845"/>
                <a:gd name="connsiteY338-19366" fmla="*/ 633401 h 1059043"/>
                <a:gd name="connsiteX339-19367" fmla="*/ 2275975 w 3024845"/>
                <a:gd name="connsiteY339-19368" fmla="*/ 626915 h 1059043"/>
                <a:gd name="connsiteX340-19369" fmla="*/ 2298268 w 3024845"/>
                <a:gd name="connsiteY340-19370" fmla="*/ 626915 h 1059043"/>
                <a:gd name="connsiteX341-19371" fmla="*/ 2298268 w 3024845"/>
                <a:gd name="connsiteY341-19372" fmla="*/ 633401 h 1059043"/>
                <a:gd name="connsiteX342-19373" fmla="*/ 2318535 w 3024845"/>
                <a:gd name="connsiteY342-19374" fmla="*/ 633401 h 1059043"/>
                <a:gd name="connsiteX343-19375" fmla="*/ 2318535 w 3024845"/>
                <a:gd name="connsiteY343-19376" fmla="*/ 678798 h 1059043"/>
                <a:gd name="connsiteX344-19377" fmla="*/ 2332722 w 3024845"/>
                <a:gd name="connsiteY344-19378" fmla="*/ 678798 h 1059043"/>
                <a:gd name="connsiteX345-19379" fmla="*/ 2332722 w 3024845"/>
                <a:gd name="connsiteY345-19380" fmla="*/ 665827 h 1059043"/>
                <a:gd name="connsiteX346-19381" fmla="*/ 2348936 w 3024845"/>
                <a:gd name="connsiteY346-19382" fmla="*/ 665827 h 1059043"/>
                <a:gd name="connsiteX347-19383" fmla="*/ 2348936 w 3024845"/>
                <a:gd name="connsiteY347-19384" fmla="*/ 486400 h 1059043"/>
                <a:gd name="connsiteX348-19385" fmla="*/ 2355016 w 3024845"/>
                <a:gd name="connsiteY348-19386" fmla="*/ 479914 h 1059043"/>
                <a:gd name="connsiteX349-19387" fmla="*/ 2427977 w 3024845"/>
                <a:gd name="connsiteY349-19388" fmla="*/ 479914 h 1059043"/>
                <a:gd name="connsiteX350-19389" fmla="*/ 2427977 w 3024845"/>
                <a:gd name="connsiteY350-19390" fmla="*/ 488562 h 1059043"/>
                <a:gd name="connsiteX351-19391" fmla="*/ 2438110 w 3024845"/>
                <a:gd name="connsiteY351-19392" fmla="*/ 488562 h 1059043"/>
                <a:gd name="connsiteX352-19393" fmla="*/ 2438110 w 3024845"/>
                <a:gd name="connsiteY352-19394" fmla="*/ 603136 h 1059043"/>
                <a:gd name="connsiteX353-19395" fmla="*/ 2460404 w 3024845"/>
                <a:gd name="connsiteY353-19396" fmla="*/ 603136 h 1059043"/>
                <a:gd name="connsiteX354-19397" fmla="*/ 2460404 w 3024845"/>
                <a:gd name="connsiteY354-19398" fmla="*/ 536121 h 1059043"/>
                <a:gd name="connsiteX355-19399" fmla="*/ 2486751 w 3024845"/>
                <a:gd name="connsiteY355-19400" fmla="*/ 536121 h 1059043"/>
                <a:gd name="connsiteX356-19401" fmla="*/ 2490804 w 3024845"/>
                <a:gd name="connsiteY356-19402" fmla="*/ 531797 h 1059043"/>
                <a:gd name="connsiteX357-19403" fmla="*/ 2498911 w 3024845"/>
                <a:gd name="connsiteY357-19404" fmla="*/ 531797 h 1059043"/>
                <a:gd name="connsiteX358-19405" fmla="*/ 2502964 w 3024845"/>
                <a:gd name="connsiteY358-19406" fmla="*/ 536121 h 1059043"/>
                <a:gd name="connsiteX359-19407" fmla="*/ 2525258 w 3024845"/>
                <a:gd name="connsiteY359-19408" fmla="*/ 536121 h 1059043"/>
                <a:gd name="connsiteX360-19409" fmla="*/ 2525258 w 3024845"/>
                <a:gd name="connsiteY360-19410" fmla="*/ 419385 h 1059043"/>
                <a:gd name="connsiteX361-19411" fmla="*/ 2582005 w 3024845"/>
                <a:gd name="connsiteY361-19412" fmla="*/ 408576 h 1059043"/>
                <a:gd name="connsiteX362-19413" fmla="*/ 2582005 w 3024845"/>
                <a:gd name="connsiteY362-19414" fmla="*/ 409657 h 1059043"/>
                <a:gd name="connsiteX363-19415" fmla="*/ 2582005 w 3024845"/>
                <a:gd name="connsiteY363-19416" fmla="*/ 417223 h 1059043"/>
                <a:gd name="connsiteX364-19417" fmla="*/ 2608352 w 3024845"/>
                <a:gd name="connsiteY364-19418" fmla="*/ 417223 h 1059043"/>
                <a:gd name="connsiteX365-19419" fmla="*/ 2608352 w 3024845"/>
                <a:gd name="connsiteY365-19420" fmla="*/ 672313 h 1059043"/>
                <a:gd name="connsiteX366-19421" fmla="*/ 2630646 w 3024845"/>
                <a:gd name="connsiteY366-19422" fmla="*/ 672313 h 1059043"/>
                <a:gd name="connsiteX367-19423" fmla="*/ 2630646 w 3024845"/>
                <a:gd name="connsiteY367-19424" fmla="*/ 667989 h 1059043"/>
                <a:gd name="connsiteX368-19425" fmla="*/ 2642806 w 3024845"/>
                <a:gd name="connsiteY368-19426" fmla="*/ 667989 h 1059043"/>
                <a:gd name="connsiteX369-19427" fmla="*/ 2642806 w 3024845"/>
                <a:gd name="connsiteY369-19428" fmla="*/ 672313 h 1059043"/>
                <a:gd name="connsiteX370-19429" fmla="*/ 2667126 w 3024845"/>
                <a:gd name="connsiteY370-19430" fmla="*/ 672313 h 1059043"/>
                <a:gd name="connsiteX371-19431" fmla="*/ 2667126 w 3024845"/>
                <a:gd name="connsiteY371-19432" fmla="*/ 659342 h 1059043"/>
                <a:gd name="connsiteX372-19433" fmla="*/ 2695500 w 3024845"/>
                <a:gd name="connsiteY372-19434" fmla="*/ 659342 h 1059043"/>
                <a:gd name="connsiteX373-19435" fmla="*/ 2707660 w 3024845"/>
                <a:gd name="connsiteY373-19436" fmla="*/ 655018 h 1059043"/>
                <a:gd name="connsiteX374-19437" fmla="*/ 2727927 w 3024845"/>
                <a:gd name="connsiteY374-19438" fmla="*/ 659342 h 1059043"/>
                <a:gd name="connsiteX375-19439" fmla="*/ 2727927 w 3024845"/>
                <a:gd name="connsiteY375-19440" fmla="*/ 642048 h 1059043"/>
                <a:gd name="connsiteX376-19441" fmla="*/ 2736034 w 3024845"/>
                <a:gd name="connsiteY376-19442" fmla="*/ 642048 h 1059043"/>
                <a:gd name="connsiteX377-19443" fmla="*/ 2736034 w 3024845"/>
                <a:gd name="connsiteY377-19444" fmla="*/ 629077 h 1059043"/>
                <a:gd name="connsiteX378-19445" fmla="*/ 2792781 w 3024845"/>
                <a:gd name="connsiteY378-19446" fmla="*/ 629077 h 1059043"/>
                <a:gd name="connsiteX379-19447" fmla="*/ 2792781 w 3024845"/>
                <a:gd name="connsiteY379-19448" fmla="*/ 598812 h 1059043"/>
                <a:gd name="connsiteX380-19449" fmla="*/ 2811021 w 3024845"/>
                <a:gd name="connsiteY380-19450" fmla="*/ 598812 h 1059043"/>
                <a:gd name="connsiteX381-19451" fmla="*/ 2811021 w 3024845"/>
                <a:gd name="connsiteY381-19452" fmla="*/ 592327 h 1059043"/>
                <a:gd name="connsiteX382-19453" fmla="*/ 2823181 w 3024845"/>
                <a:gd name="connsiteY382-19454" fmla="*/ 592327 h 1059043"/>
                <a:gd name="connsiteX383-19455" fmla="*/ 2823181 w 3024845"/>
                <a:gd name="connsiteY383-19456" fmla="*/ 598812 h 1059043"/>
                <a:gd name="connsiteX384-19457" fmla="*/ 2839395 w 3024845"/>
                <a:gd name="connsiteY384-19458" fmla="*/ 598812 h 1059043"/>
                <a:gd name="connsiteX385-19459" fmla="*/ 2839395 w 3024845"/>
                <a:gd name="connsiteY385-19460" fmla="*/ 648533 h 1059043"/>
                <a:gd name="connsiteX386-19461" fmla="*/ 2871822 w 3024845"/>
                <a:gd name="connsiteY386-19462" fmla="*/ 648533 h 1059043"/>
                <a:gd name="connsiteX387-19463" fmla="*/ 2871822 w 3024845"/>
                <a:gd name="connsiteY387-19464" fmla="*/ 622592 h 1059043"/>
                <a:gd name="connsiteX388-19465" fmla="*/ 2910329 w 3024845"/>
                <a:gd name="connsiteY388-19466" fmla="*/ 622592 h 1059043"/>
                <a:gd name="connsiteX389-19467" fmla="*/ 2910329 w 3024845"/>
                <a:gd name="connsiteY389-19468" fmla="*/ 592327 h 1059043"/>
                <a:gd name="connsiteX390-19469" fmla="*/ 2958970 w 3024845"/>
                <a:gd name="connsiteY390-19470" fmla="*/ 592327 h 1059043"/>
                <a:gd name="connsiteX391-19471" fmla="*/ 2958970 w 3024845"/>
                <a:gd name="connsiteY391-19472" fmla="*/ 703483 h 1059043"/>
                <a:gd name="connsiteX392-19473" fmla="*/ 2958970 w 3024845"/>
                <a:gd name="connsiteY392-19474" fmla="*/ 717262 h 1059043"/>
                <a:gd name="connsiteX393-19475" fmla="*/ 3024845 w 3024845"/>
                <a:gd name="connsiteY393-19476" fmla="*/ 717262 h 1059043"/>
                <a:gd name="connsiteX394-19477" fmla="*/ 3024845 w 3024845"/>
                <a:gd name="connsiteY394-19478" fmla="*/ 1059043 h 1059043"/>
                <a:gd name="connsiteX395-19479" fmla="*/ 2054 w 3024845"/>
                <a:gd name="connsiteY395-19480" fmla="*/ 1056710 h 1059043"/>
                <a:gd name="connsiteX396-19481" fmla="*/ 0 w 3024845"/>
                <a:gd name="connsiteY396-19482" fmla="*/ 622592 h 1059043"/>
                <a:gd name="connsiteX397-19483" fmla="*/ 20267 w 3024845"/>
                <a:gd name="connsiteY397-19484" fmla="*/ 622592 h 1059043"/>
                <a:gd name="connsiteX398-19485" fmla="*/ 20774 w 3024845"/>
                <a:gd name="connsiteY398-19486" fmla="*/ 621511 h 1059043"/>
                <a:gd name="connsiteX399-19487" fmla="*/ 24320 w 3024845"/>
                <a:gd name="connsiteY399-19488" fmla="*/ 613945 h 1059043"/>
                <a:gd name="connsiteX400-19489" fmla="*/ 26094 w 3024845"/>
                <a:gd name="connsiteY400-19490" fmla="*/ 614215 h 1059043"/>
                <a:gd name="connsiteX401-19491" fmla="*/ 38507 w 3024845"/>
                <a:gd name="connsiteY401-19492" fmla="*/ 616106 h 1059043"/>
                <a:gd name="connsiteX402-19493" fmla="*/ 39014 w 3024845"/>
                <a:gd name="connsiteY402-19494" fmla="*/ 617458 h 1059043"/>
                <a:gd name="connsiteX403-19495" fmla="*/ 42560 w 3024845"/>
                <a:gd name="connsiteY403-19496" fmla="*/ 626915 h 1059043"/>
                <a:gd name="connsiteX404-19497" fmla="*/ 68907 w 3024845"/>
                <a:gd name="connsiteY404-19498" fmla="*/ 629077 h 1059043"/>
                <a:gd name="connsiteX405-19499" fmla="*/ 68907 w 3024845"/>
                <a:gd name="connsiteY405-19500" fmla="*/ 505856 h 1059043"/>
                <a:gd name="connsiteX406-19501" fmla="*/ 70934 w 3024845"/>
                <a:gd name="connsiteY406-19502" fmla="*/ 505856 h 1059043"/>
                <a:gd name="connsiteX407-19503" fmla="*/ 85121 w 3024845"/>
                <a:gd name="connsiteY407-19504" fmla="*/ 505856 h 1059043"/>
                <a:gd name="connsiteX408-19505" fmla="*/ 85121 w 3024845"/>
                <a:gd name="connsiteY408-19506" fmla="*/ 369664 h 1059043"/>
                <a:gd name="connsiteX409-19507" fmla="*/ 86894 w 3024845"/>
                <a:gd name="connsiteY409-19508" fmla="*/ 369664 h 1059043"/>
                <a:gd name="connsiteX410-19509" fmla="*/ 99308 w 3024845"/>
                <a:gd name="connsiteY410-19510" fmla="*/ 369664 h 1059043"/>
                <a:gd name="connsiteX411-19511" fmla="*/ 99308 w 3024845"/>
                <a:gd name="connsiteY411-19512" fmla="*/ 255090 h 1059043"/>
                <a:gd name="connsiteX412-19513" fmla="*/ 103361 w 3024845"/>
                <a:gd name="connsiteY412-19514" fmla="*/ 226986 h 1059043"/>
                <a:gd name="connsiteX413-19515" fmla="*/ 105388 w 3024845"/>
                <a:gd name="connsiteY413-19516" fmla="*/ 226986 h 1059043"/>
                <a:gd name="connsiteX414-19517" fmla="*/ 119575 w 3024845"/>
                <a:gd name="connsiteY414-19518" fmla="*/ 226986 h 1059043"/>
                <a:gd name="connsiteX0-19519" fmla="*/ 119575 w 3024845"/>
                <a:gd name="connsiteY0-19520" fmla="*/ 226986 h 1059043"/>
                <a:gd name="connsiteX1-19521" fmla="*/ 200642 w 3024845"/>
                <a:gd name="connsiteY1-19522" fmla="*/ 224825 h 1059043"/>
                <a:gd name="connsiteX2-19523" fmla="*/ 202669 w 3024845"/>
                <a:gd name="connsiteY2-19524" fmla="*/ 224825 h 1059043"/>
                <a:gd name="connsiteX3-19525" fmla="*/ 216856 w 3024845"/>
                <a:gd name="connsiteY3-19526" fmla="*/ 224825 h 1059043"/>
                <a:gd name="connsiteX4-19527" fmla="*/ 216856 w 3024845"/>
                <a:gd name="connsiteY4-19528" fmla="*/ 248604 h 1059043"/>
                <a:gd name="connsiteX5-19529" fmla="*/ 217363 w 3024845"/>
                <a:gd name="connsiteY5-19530" fmla="*/ 249415 h 1059043"/>
                <a:gd name="connsiteX6-19531" fmla="*/ 220909 w 3024845"/>
                <a:gd name="connsiteY6-19532" fmla="*/ 255090 h 1059043"/>
                <a:gd name="connsiteX7-19533" fmla="*/ 220909 w 3024845"/>
                <a:gd name="connsiteY7-19534" fmla="*/ 369664 h 1059043"/>
                <a:gd name="connsiteX8-19535" fmla="*/ 223189 w 3024845"/>
                <a:gd name="connsiteY8-19536" fmla="*/ 369664 h 1059043"/>
                <a:gd name="connsiteX9-19537" fmla="*/ 239150 w 3024845"/>
                <a:gd name="connsiteY9-19538" fmla="*/ 369664 h 1059043"/>
                <a:gd name="connsiteX10-19539" fmla="*/ 239150 w 3024845"/>
                <a:gd name="connsiteY10-19540" fmla="*/ 510179 h 1059043"/>
                <a:gd name="connsiteX11-19541" fmla="*/ 240670 w 3024845"/>
                <a:gd name="connsiteY11-19542" fmla="*/ 509909 h 1059043"/>
                <a:gd name="connsiteX12-19543" fmla="*/ 251310 w 3024845"/>
                <a:gd name="connsiteY12-19544" fmla="*/ 508018 h 1059043"/>
                <a:gd name="connsiteX13-19545" fmla="*/ 249283 w 3024845"/>
                <a:gd name="connsiteY13-19546" fmla="*/ 596650 h 1059043"/>
                <a:gd name="connsiteX14-19547" fmla="*/ 250803 w 3024845"/>
                <a:gd name="connsiteY14-19548" fmla="*/ 596921 h 1059043"/>
                <a:gd name="connsiteX15-19549" fmla="*/ 261443 w 3024845"/>
                <a:gd name="connsiteY15-19550" fmla="*/ 598812 h 1059043"/>
                <a:gd name="connsiteX16-19551" fmla="*/ 261696 w 3024845"/>
                <a:gd name="connsiteY16-19552" fmla="*/ 599623 h 1059043"/>
                <a:gd name="connsiteX17-19553" fmla="*/ 263470 w 3024845"/>
                <a:gd name="connsiteY17-19554" fmla="*/ 605298 h 1059043"/>
                <a:gd name="connsiteX18-19555" fmla="*/ 264230 w 3024845"/>
                <a:gd name="connsiteY18-19556" fmla="*/ 602866 h 1059043"/>
                <a:gd name="connsiteX19-19557" fmla="*/ 269550 w 3024845"/>
                <a:gd name="connsiteY19-19558" fmla="*/ 585842 h 1059043"/>
                <a:gd name="connsiteX20-19559" fmla="*/ 271323 w 3024845"/>
                <a:gd name="connsiteY20-19560" fmla="*/ 585842 h 1059043"/>
                <a:gd name="connsiteX21-19561" fmla="*/ 283737 w 3024845"/>
                <a:gd name="connsiteY21-19562" fmla="*/ 585842 h 1059043"/>
                <a:gd name="connsiteX22-19563" fmla="*/ 283737 w 3024845"/>
                <a:gd name="connsiteY22-19564" fmla="*/ 618268 h 1059043"/>
                <a:gd name="connsiteX23-19565" fmla="*/ 284750 w 3024845"/>
                <a:gd name="connsiteY23-19566" fmla="*/ 618809 h 1059043"/>
                <a:gd name="connsiteX24-19567" fmla="*/ 291844 w 3024845"/>
                <a:gd name="connsiteY24-19568" fmla="*/ 622592 h 1059043"/>
                <a:gd name="connsiteX25-19569" fmla="*/ 291844 w 3024845"/>
                <a:gd name="connsiteY25-19570" fmla="*/ 623943 h 1059043"/>
                <a:gd name="connsiteX26-19571" fmla="*/ 291844 w 3024845"/>
                <a:gd name="connsiteY26-19572" fmla="*/ 633401 h 1059043"/>
                <a:gd name="connsiteX27-19573" fmla="*/ 336431 w 3024845"/>
                <a:gd name="connsiteY27-19574" fmla="*/ 633401 h 1059043"/>
                <a:gd name="connsiteX28-19575" fmla="*/ 336431 w 3024845"/>
                <a:gd name="connsiteY28-19576" fmla="*/ 634482 h 1059043"/>
                <a:gd name="connsiteX29-19577" fmla="*/ 336431 w 3024845"/>
                <a:gd name="connsiteY29-19578" fmla="*/ 642048 h 1059043"/>
                <a:gd name="connsiteX30-19579" fmla="*/ 338457 w 3024845"/>
                <a:gd name="connsiteY30-19580" fmla="*/ 642048 h 1059043"/>
                <a:gd name="connsiteX31-19581" fmla="*/ 352644 w 3024845"/>
                <a:gd name="connsiteY31-19582" fmla="*/ 642048 h 1059043"/>
                <a:gd name="connsiteX32-19583" fmla="*/ 352644 w 3024845"/>
                <a:gd name="connsiteY32-19584" fmla="*/ 611783 h 1059043"/>
                <a:gd name="connsiteX33-19585" fmla="*/ 397231 w 3024845"/>
                <a:gd name="connsiteY33-19586" fmla="*/ 611783 h 1059043"/>
                <a:gd name="connsiteX34-19587" fmla="*/ 397231 w 3024845"/>
                <a:gd name="connsiteY34-19588" fmla="*/ 610432 h 1059043"/>
                <a:gd name="connsiteX35-19589" fmla="*/ 397231 w 3024845"/>
                <a:gd name="connsiteY35-19590" fmla="*/ 600974 h 1059043"/>
                <a:gd name="connsiteX36-19591" fmla="*/ 398245 w 3024845"/>
                <a:gd name="connsiteY36-19592" fmla="*/ 600974 h 1059043"/>
                <a:gd name="connsiteX37-19593" fmla="*/ 405338 w 3024845"/>
                <a:gd name="connsiteY37-19594" fmla="*/ 600974 h 1059043"/>
                <a:gd name="connsiteX38-19595" fmla="*/ 405338 w 3024845"/>
                <a:gd name="connsiteY38-19596" fmla="*/ 599083 h 1059043"/>
                <a:gd name="connsiteX39-19597" fmla="*/ 405338 w 3024845"/>
                <a:gd name="connsiteY39-19598" fmla="*/ 585842 h 1059043"/>
                <a:gd name="connsiteX40-19599" fmla="*/ 406098 w 3024845"/>
                <a:gd name="connsiteY40-19600" fmla="*/ 585842 h 1059043"/>
                <a:gd name="connsiteX41-19601" fmla="*/ 411418 w 3024845"/>
                <a:gd name="connsiteY41-19602" fmla="*/ 585842 h 1059043"/>
                <a:gd name="connsiteX42-19603" fmla="*/ 411418 w 3024845"/>
                <a:gd name="connsiteY42-19604" fmla="*/ 584761 h 1059043"/>
                <a:gd name="connsiteX43-19605" fmla="*/ 411418 w 3024845"/>
                <a:gd name="connsiteY43-19606" fmla="*/ 577194 h 1059043"/>
                <a:gd name="connsiteX44-19607" fmla="*/ 413445 w 3024845"/>
                <a:gd name="connsiteY44-19608" fmla="*/ 577194 h 1059043"/>
                <a:gd name="connsiteX45-19609" fmla="*/ 427632 w 3024845"/>
                <a:gd name="connsiteY45-19610" fmla="*/ 577194 h 1059043"/>
                <a:gd name="connsiteX46-19611" fmla="*/ 427632 w 3024845"/>
                <a:gd name="connsiteY46-19612" fmla="*/ 578275 h 1059043"/>
                <a:gd name="connsiteX47-19613" fmla="*/ 427632 w 3024845"/>
                <a:gd name="connsiteY47-19614" fmla="*/ 585842 h 1059043"/>
                <a:gd name="connsiteX48-19615" fmla="*/ 449925 w 3024845"/>
                <a:gd name="connsiteY48-19616" fmla="*/ 585842 h 1059043"/>
                <a:gd name="connsiteX49-19617" fmla="*/ 449925 w 3024845"/>
                <a:gd name="connsiteY49-19618" fmla="*/ 583950 h 1059043"/>
                <a:gd name="connsiteX50-19619" fmla="*/ 449925 w 3024845"/>
                <a:gd name="connsiteY50-19620" fmla="*/ 570709 h 1059043"/>
                <a:gd name="connsiteX51-19621" fmla="*/ 451699 w 3024845"/>
                <a:gd name="connsiteY51-19622" fmla="*/ 570709 h 1059043"/>
                <a:gd name="connsiteX52-19623" fmla="*/ 464112 w 3024845"/>
                <a:gd name="connsiteY52-19624" fmla="*/ 570709 h 1059043"/>
                <a:gd name="connsiteX53-19625" fmla="*/ 464112 w 3024845"/>
                <a:gd name="connsiteY53-19626" fmla="*/ 594489 h 1059043"/>
                <a:gd name="connsiteX54-19627" fmla="*/ 465126 w 3024845"/>
                <a:gd name="connsiteY54-19628" fmla="*/ 594489 h 1059043"/>
                <a:gd name="connsiteX55-19629" fmla="*/ 472219 w 3024845"/>
                <a:gd name="connsiteY55-19630" fmla="*/ 594489 h 1059043"/>
                <a:gd name="connsiteX56-19631" fmla="*/ 472219 w 3024845"/>
                <a:gd name="connsiteY56-19632" fmla="*/ 593408 h 1059043"/>
                <a:gd name="connsiteX57-19633" fmla="*/ 472219 w 3024845"/>
                <a:gd name="connsiteY57-19634" fmla="*/ 585842 h 1059043"/>
                <a:gd name="connsiteX58-19635" fmla="*/ 473992 w 3024845"/>
                <a:gd name="connsiteY58-19636" fmla="*/ 585842 h 1059043"/>
                <a:gd name="connsiteX59-19637" fmla="*/ 486406 w 3024845"/>
                <a:gd name="connsiteY59-19638" fmla="*/ 585842 h 1059043"/>
                <a:gd name="connsiteX60-19639" fmla="*/ 486406 w 3024845"/>
                <a:gd name="connsiteY60-19640" fmla="*/ 611783 h 1059043"/>
                <a:gd name="connsiteX61-19641" fmla="*/ 488433 w 3024845"/>
                <a:gd name="connsiteY61-19642" fmla="*/ 611783 h 1059043"/>
                <a:gd name="connsiteX62-19643" fmla="*/ 502619 w 3024845"/>
                <a:gd name="connsiteY62-19644" fmla="*/ 611783 h 1059043"/>
                <a:gd name="connsiteX63-19645" fmla="*/ 502619 w 3024845"/>
                <a:gd name="connsiteY63-19646" fmla="*/ 613404 h 1059043"/>
                <a:gd name="connsiteX64-19647" fmla="*/ 502619 w 3024845"/>
                <a:gd name="connsiteY64-19648" fmla="*/ 624754 h 1059043"/>
                <a:gd name="connsiteX65-19649" fmla="*/ 503379 w 3024845"/>
                <a:gd name="connsiteY65-19650" fmla="*/ 624754 h 1059043"/>
                <a:gd name="connsiteX66-19651" fmla="*/ 508700 w 3024845"/>
                <a:gd name="connsiteY66-19652" fmla="*/ 624754 h 1059043"/>
                <a:gd name="connsiteX67-19653" fmla="*/ 508700 w 3024845"/>
                <a:gd name="connsiteY67-19654" fmla="*/ 623943 h 1059043"/>
                <a:gd name="connsiteX68-19655" fmla="*/ 508700 w 3024845"/>
                <a:gd name="connsiteY68-19656" fmla="*/ 618268 h 1059043"/>
                <a:gd name="connsiteX69-19657" fmla="*/ 539100 w 3024845"/>
                <a:gd name="connsiteY69-19658" fmla="*/ 618268 h 1059043"/>
                <a:gd name="connsiteX70-19659" fmla="*/ 539100 w 3024845"/>
                <a:gd name="connsiteY70-19660" fmla="*/ 642048 h 1059043"/>
                <a:gd name="connsiteX71-19661" fmla="*/ 540113 w 3024845"/>
                <a:gd name="connsiteY71-19662" fmla="*/ 642048 h 1059043"/>
                <a:gd name="connsiteX72-19663" fmla="*/ 547207 w 3024845"/>
                <a:gd name="connsiteY72-19664" fmla="*/ 642048 h 1059043"/>
                <a:gd name="connsiteX73-19665" fmla="*/ 547207 w 3024845"/>
                <a:gd name="connsiteY73-19666" fmla="*/ 643129 h 1059043"/>
                <a:gd name="connsiteX74-19667" fmla="*/ 547207 w 3024845"/>
                <a:gd name="connsiteY74-19668" fmla="*/ 650695 h 1059043"/>
                <a:gd name="connsiteX75-19669" fmla="*/ 547967 w 3024845"/>
                <a:gd name="connsiteY75-19670" fmla="*/ 650695 h 1059043"/>
                <a:gd name="connsiteX76-19671" fmla="*/ 553287 w 3024845"/>
                <a:gd name="connsiteY76-19672" fmla="*/ 650695 h 1059043"/>
                <a:gd name="connsiteX77-19673" fmla="*/ 553287 w 3024845"/>
                <a:gd name="connsiteY77-19674" fmla="*/ 648533 h 1059043"/>
                <a:gd name="connsiteX78-19675" fmla="*/ 553287 w 3024845"/>
                <a:gd name="connsiteY78-19676" fmla="*/ 633401 h 1059043"/>
                <a:gd name="connsiteX79-19677" fmla="*/ 554300 w 3024845"/>
                <a:gd name="connsiteY79-19678" fmla="*/ 633401 h 1059043"/>
                <a:gd name="connsiteX80-19679" fmla="*/ 561394 w 3024845"/>
                <a:gd name="connsiteY80-19680" fmla="*/ 633401 h 1059043"/>
                <a:gd name="connsiteX81-19681" fmla="*/ 561394 w 3024845"/>
                <a:gd name="connsiteY81-19682" fmla="*/ 634482 h 1059043"/>
                <a:gd name="connsiteX82-19683" fmla="*/ 561394 w 3024845"/>
                <a:gd name="connsiteY82-19684" fmla="*/ 642048 h 1059043"/>
                <a:gd name="connsiteX83-19685" fmla="*/ 566714 w 3024845"/>
                <a:gd name="connsiteY83-19686" fmla="*/ 640055 h 1059043"/>
                <a:gd name="connsiteX84-19687" fmla="*/ 567474 w 3024845"/>
                <a:gd name="connsiteY84-19688" fmla="*/ 639075 h 1059043"/>
                <a:gd name="connsiteX85-19689" fmla="*/ 567474 w 3024845"/>
                <a:gd name="connsiteY85-19690" fmla="*/ 633401 h 1059043"/>
                <a:gd name="connsiteX86-19691" fmla="*/ 605981 w 3024845"/>
                <a:gd name="connsiteY86-19692" fmla="*/ 633401 h 1059043"/>
                <a:gd name="connsiteX87-19693" fmla="*/ 605981 w 3024845"/>
                <a:gd name="connsiteY87-19694" fmla="*/ 657180 h 1059043"/>
                <a:gd name="connsiteX88-19695" fmla="*/ 608007 w 3024845"/>
                <a:gd name="connsiteY88-19696" fmla="*/ 657180 h 1059043"/>
                <a:gd name="connsiteX89-19697" fmla="*/ 622194 w 3024845"/>
                <a:gd name="connsiteY89-19698" fmla="*/ 657180 h 1059043"/>
                <a:gd name="connsiteX90-19699" fmla="*/ 622194 w 3024845"/>
                <a:gd name="connsiteY90-19700" fmla="*/ 658261 h 1059043"/>
                <a:gd name="connsiteX91-19701" fmla="*/ 622194 w 3024845"/>
                <a:gd name="connsiteY91-19702" fmla="*/ 665827 h 1059043"/>
                <a:gd name="connsiteX92-19703" fmla="*/ 623968 w 3024845"/>
                <a:gd name="connsiteY92-19704" fmla="*/ 665827 h 1059043"/>
                <a:gd name="connsiteX93-19705" fmla="*/ 636381 w 3024845"/>
                <a:gd name="connsiteY93-19706" fmla="*/ 665827 h 1059043"/>
                <a:gd name="connsiteX94-19707" fmla="*/ 636381 w 3024845"/>
                <a:gd name="connsiteY94-19708" fmla="*/ 642048 h 1059043"/>
                <a:gd name="connsiteX95-19709" fmla="*/ 637394 w 3024845"/>
                <a:gd name="connsiteY95-19710" fmla="*/ 642048 h 1059043"/>
                <a:gd name="connsiteX96-19711" fmla="*/ 644488 w 3024845"/>
                <a:gd name="connsiteY96-19712" fmla="*/ 642048 h 1059043"/>
                <a:gd name="connsiteX97-19713" fmla="*/ 644488 w 3024845"/>
                <a:gd name="connsiteY97-19714" fmla="*/ 609621 h 1059043"/>
                <a:gd name="connsiteX98-19715" fmla="*/ 645501 w 3024845"/>
                <a:gd name="connsiteY98-19716" fmla="*/ 609621 h 1059043"/>
                <a:gd name="connsiteX99-19717" fmla="*/ 652595 w 3024845"/>
                <a:gd name="connsiteY99-19718" fmla="*/ 609621 h 1059043"/>
                <a:gd name="connsiteX100-19719" fmla="*/ 652595 w 3024845"/>
                <a:gd name="connsiteY100-19720" fmla="*/ 607730 h 1059043"/>
                <a:gd name="connsiteX101-19721" fmla="*/ 652595 w 3024845"/>
                <a:gd name="connsiteY101-19722" fmla="*/ 594489 h 1059043"/>
                <a:gd name="connsiteX102-19723" fmla="*/ 651328 w 3024845"/>
                <a:gd name="connsiteY102-19724" fmla="*/ 592867 h 1059043"/>
                <a:gd name="connsiteX103-19725" fmla="*/ 656648 w 3024845"/>
                <a:gd name="connsiteY103-19726" fmla="*/ 581518 h 1059043"/>
                <a:gd name="connsiteX104-19727" fmla="*/ 664755 w 3024845"/>
                <a:gd name="connsiteY104-19728" fmla="*/ 609621 h 1059043"/>
                <a:gd name="connsiteX105-19729" fmla="*/ 665515 w 3024845"/>
                <a:gd name="connsiteY105-19730" fmla="*/ 609621 h 1059043"/>
                <a:gd name="connsiteX106-19731" fmla="*/ 670835 w 3024845"/>
                <a:gd name="connsiteY106-19732" fmla="*/ 609621 h 1059043"/>
                <a:gd name="connsiteX107-19733" fmla="*/ 670835 w 3024845"/>
                <a:gd name="connsiteY107-19734" fmla="*/ 503694 h 1059043"/>
                <a:gd name="connsiteX108-19735" fmla="*/ 672355 w 3024845"/>
                <a:gd name="connsiteY108-19736" fmla="*/ 503694 h 1059043"/>
                <a:gd name="connsiteX109-19737" fmla="*/ 682995 w 3024845"/>
                <a:gd name="connsiteY109-19738" fmla="*/ 503694 h 1059043"/>
                <a:gd name="connsiteX110-19739" fmla="*/ 682995 w 3024845"/>
                <a:gd name="connsiteY110-19740" fmla="*/ 456135 h 1059043"/>
                <a:gd name="connsiteX111-19741" fmla="*/ 709342 w 3024845"/>
                <a:gd name="connsiteY111-19742" fmla="*/ 456135 h 1059043"/>
                <a:gd name="connsiteX112-19743" fmla="*/ 709342 w 3024845"/>
                <a:gd name="connsiteY112-19744" fmla="*/ 434517 h 1059043"/>
                <a:gd name="connsiteX113-19745" fmla="*/ 743796 w 3024845"/>
                <a:gd name="connsiteY113-19746" fmla="*/ 434517 h 1059043"/>
                <a:gd name="connsiteX114-19747" fmla="*/ 743796 w 3024845"/>
                <a:gd name="connsiteY114-19748" fmla="*/ 436949 h 1059043"/>
                <a:gd name="connsiteX115-19749" fmla="*/ 743796 w 3024845"/>
                <a:gd name="connsiteY115-19750" fmla="*/ 453973 h 1059043"/>
                <a:gd name="connsiteX116-19751" fmla="*/ 746076 w 3024845"/>
                <a:gd name="connsiteY116-19752" fmla="*/ 453973 h 1059043"/>
                <a:gd name="connsiteX117-19753" fmla="*/ 762036 w 3024845"/>
                <a:gd name="connsiteY117-19754" fmla="*/ 453973 h 1059043"/>
                <a:gd name="connsiteX118-19755" fmla="*/ 762036 w 3024845"/>
                <a:gd name="connsiteY118-19756" fmla="*/ 501532 h 1059043"/>
                <a:gd name="connsiteX119-19757" fmla="*/ 763049 w 3024845"/>
                <a:gd name="connsiteY119-19758" fmla="*/ 501532 h 1059043"/>
                <a:gd name="connsiteX120-19759" fmla="*/ 770143 w 3024845"/>
                <a:gd name="connsiteY120-19760" fmla="*/ 501532 h 1059043"/>
                <a:gd name="connsiteX121-19761" fmla="*/ 784330 w 3024845"/>
                <a:gd name="connsiteY121-19762" fmla="*/ 505856 h 1059043"/>
                <a:gd name="connsiteX122-19763" fmla="*/ 784330 w 3024845"/>
                <a:gd name="connsiteY122-19764" fmla="*/ 544768 h 1059043"/>
                <a:gd name="connsiteX123-19765" fmla="*/ 785343 w 3024845"/>
                <a:gd name="connsiteY123-19766" fmla="*/ 544768 h 1059043"/>
                <a:gd name="connsiteX124-19767" fmla="*/ 792436 w 3024845"/>
                <a:gd name="connsiteY124-19768" fmla="*/ 544768 h 1059043"/>
                <a:gd name="connsiteX125-19769" fmla="*/ 792436 w 3024845"/>
                <a:gd name="connsiteY125-19770" fmla="*/ 546389 h 1059043"/>
                <a:gd name="connsiteX126-19771" fmla="*/ 792436 w 3024845"/>
                <a:gd name="connsiteY126-19772" fmla="*/ 557738 h 1059043"/>
                <a:gd name="connsiteX127-19773" fmla="*/ 794463 w 3024845"/>
                <a:gd name="connsiteY127-19774" fmla="*/ 557738 h 1059043"/>
                <a:gd name="connsiteX128-19775" fmla="*/ 808650 w 3024845"/>
                <a:gd name="connsiteY128-19776" fmla="*/ 557738 h 1059043"/>
                <a:gd name="connsiteX129-19777" fmla="*/ 814730 w 3024845"/>
                <a:gd name="connsiteY129-19778" fmla="*/ 564224 h 1059043"/>
                <a:gd name="connsiteX130-19779" fmla="*/ 814730 w 3024845"/>
                <a:gd name="connsiteY130-19780" fmla="*/ 585842 h 1059043"/>
                <a:gd name="connsiteX131-19781" fmla="*/ 817010 w 3024845"/>
                <a:gd name="connsiteY131-19782" fmla="*/ 585842 h 1059043"/>
                <a:gd name="connsiteX132-19783" fmla="*/ 832970 w 3024845"/>
                <a:gd name="connsiteY132-19784" fmla="*/ 585842 h 1059043"/>
                <a:gd name="connsiteX133-19785" fmla="*/ 832970 w 3024845"/>
                <a:gd name="connsiteY133-19786" fmla="*/ 586922 h 1059043"/>
                <a:gd name="connsiteX134-19787" fmla="*/ 832970 w 3024845"/>
                <a:gd name="connsiteY134-19788" fmla="*/ 594489 h 1059043"/>
                <a:gd name="connsiteX135-19789" fmla="*/ 834237 w 3024845"/>
                <a:gd name="connsiteY135-19790" fmla="*/ 594489 h 1059043"/>
                <a:gd name="connsiteX136-19791" fmla="*/ 843104 w 3024845"/>
                <a:gd name="connsiteY136-19792" fmla="*/ 594489 h 1059043"/>
                <a:gd name="connsiteX137-19793" fmla="*/ 843104 w 3024845"/>
                <a:gd name="connsiteY137-19794" fmla="*/ 596650 h 1059043"/>
                <a:gd name="connsiteX138-19795" fmla="*/ 843104 w 3024845"/>
                <a:gd name="connsiteY138-19796" fmla="*/ 611783 h 1059043"/>
                <a:gd name="connsiteX139-19797" fmla="*/ 847157 w 3024845"/>
                <a:gd name="connsiteY139-19798" fmla="*/ 609891 h 1059043"/>
                <a:gd name="connsiteX140-19799" fmla="*/ 847157 w 3024845"/>
                <a:gd name="connsiteY140-19800" fmla="*/ 596650 h 1059043"/>
                <a:gd name="connsiteX141-19801" fmla="*/ 848170 w 3024845"/>
                <a:gd name="connsiteY141-19802" fmla="*/ 596650 h 1059043"/>
                <a:gd name="connsiteX142-19803" fmla="*/ 855264 w 3024845"/>
                <a:gd name="connsiteY142-19804" fmla="*/ 596650 h 1059043"/>
                <a:gd name="connsiteX143-19805" fmla="*/ 855264 w 3024845"/>
                <a:gd name="connsiteY143-19806" fmla="*/ 598272 h 1059043"/>
                <a:gd name="connsiteX144-19807" fmla="*/ 855264 w 3024845"/>
                <a:gd name="connsiteY144-19808" fmla="*/ 609621 h 1059043"/>
                <a:gd name="connsiteX145-19809" fmla="*/ 856024 w 3024845"/>
                <a:gd name="connsiteY145-19810" fmla="*/ 609621 h 1059043"/>
                <a:gd name="connsiteX146-19811" fmla="*/ 861344 w 3024845"/>
                <a:gd name="connsiteY146-19812" fmla="*/ 609621 h 1059043"/>
                <a:gd name="connsiteX147-19813" fmla="*/ 909984 w 3024845"/>
                <a:gd name="connsiteY147-19814" fmla="*/ 605298 h 1059043"/>
                <a:gd name="connsiteX148-19815" fmla="*/ 909984 w 3024845"/>
                <a:gd name="connsiteY148-19816" fmla="*/ 606649 h 1059043"/>
                <a:gd name="connsiteX149-19817" fmla="*/ 909984 w 3024845"/>
                <a:gd name="connsiteY149-19818" fmla="*/ 616106 h 1059043"/>
                <a:gd name="connsiteX150-19819" fmla="*/ 910744 w 3024845"/>
                <a:gd name="connsiteY150-19820" fmla="*/ 616106 h 1059043"/>
                <a:gd name="connsiteX151-19821" fmla="*/ 916065 w 3024845"/>
                <a:gd name="connsiteY151-19822" fmla="*/ 616106 h 1059043"/>
                <a:gd name="connsiteX152-19823" fmla="*/ 916065 w 3024845"/>
                <a:gd name="connsiteY152-19824" fmla="*/ 618268 h 1059043"/>
                <a:gd name="connsiteX153-19825" fmla="*/ 916065 w 3024845"/>
                <a:gd name="connsiteY153-19826" fmla="*/ 633401 h 1059043"/>
                <a:gd name="connsiteX154-19827" fmla="*/ 918091 w 3024845"/>
                <a:gd name="connsiteY154-19828" fmla="*/ 632050 h 1059043"/>
                <a:gd name="connsiteX155-19829" fmla="*/ 932278 w 3024845"/>
                <a:gd name="connsiteY155-19830" fmla="*/ 622592 h 1059043"/>
                <a:gd name="connsiteX156-19831" fmla="*/ 938358 w 3024845"/>
                <a:gd name="connsiteY156-19832" fmla="*/ 581518 h 1059043"/>
                <a:gd name="connsiteX157-19833" fmla="*/ 939118 w 3024845"/>
                <a:gd name="connsiteY157-19834" fmla="*/ 581248 h 1059043"/>
                <a:gd name="connsiteX158-19835" fmla="*/ 944438 w 3024845"/>
                <a:gd name="connsiteY158-19836" fmla="*/ 579356 h 1059043"/>
                <a:gd name="connsiteX159-19837" fmla="*/ 946465 w 3024845"/>
                <a:gd name="connsiteY159-19838" fmla="*/ 510179 h 1059043"/>
                <a:gd name="connsiteX160-19839" fmla="*/ 948492 w 3024845"/>
                <a:gd name="connsiteY160-19840" fmla="*/ 579356 h 1059043"/>
                <a:gd name="connsiteX161-19841" fmla="*/ 949252 w 3024845"/>
                <a:gd name="connsiteY161-19842" fmla="*/ 579626 h 1059043"/>
                <a:gd name="connsiteX162-19843" fmla="*/ 954572 w 3024845"/>
                <a:gd name="connsiteY162-19844" fmla="*/ 581518 h 1059043"/>
                <a:gd name="connsiteX163-19845" fmla="*/ 954572 w 3024845"/>
                <a:gd name="connsiteY163-19846" fmla="*/ 495047 h 1059043"/>
                <a:gd name="connsiteX164-19847" fmla="*/ 958625 w 3024845"/>
                <a:gd name="connsiteY164-19848" fmla="*/ 462620 h 1059043"/>
                <a:gd name="connsiteX165-19849" fmla="*/ 997132 w 3024845"/>
                <a:gd name="connsiteY165-19850" fmla="*/ 462620 h 1059043"/>
                <a:gd name="connsiteX166-19851" fmla="*/ 997132 w 3024845"/>
                <a:gd name="connsiteY166-19852" fmla="*/ 495047 h 1059043"/>
                <a:gd name="connsiteX167-19853" fmla="*/ 997892 w 3024845"/>
                <a:gd name="connsiteY167-19854" fmla="*/ 495047 h 1059043"/>
                <a:gd name="connsiteX168-19855" fmla="*/ 1003212 w 3024845"/>
                <a:gd name="connsiteY168-19856" fmla="*/ 495047 h 1059043"/>
                <a:gd name="connsiteX169-19857" fmla="*/ 1003212 w 3024845"/>
                <a:gd name="connsiteY169-19858" fmla="*/ 412899 h 1059043"/>
                <a:gd name="connsiteX170-19859" fmla="*/ 1004986 w 3024845"/>
                <a:gd name="connsiteY170-19860" fmla="*/ 412899 h 1059043"/>
                <a:gd name="connsiteX171-19861" fmla="*/ 1017399 w 3024845"/>
                <a:gd name="connsiteY171-19862" fmla="*/ 412899 h 1059043"/>
                <a:gd name="connsiteX172-19863" fmla="*/ 1017399 w 3024845"/>
                <a:gd name="connsiteY172-19864" fmla="*/ 411008 h 1059043"/>
                <a:gd name="connsiteX173-19865" fmla="*/ 1017399 w 3024845"/>
                <a:gd name="connsiteY173-19866" fmla="*/ 397767 h 1059043"/>
                <a:gd name="connsiteX174-19867" fmla="*/ 1039693 w 3024845"/>
                <a:gd name="connsiteY174-19868" fmla="*/ 397767 h 1059043"/>
                <a:gd name="connsiteX175-19869" fmla="*/ 1039693 w 3024845"/>
                <a:gd name="connsiteY175-19870" fmla="*/ 396686 h 1059043"/>
                <a:gd name="connsiteX176-19871" fmla="*/ 1039693 w 3024845"/>
                <a:gd name="connsiteY176-19872" fmla="*/ 389120 h 1059043"/>
                <a:gd name="connsiteX177-19873" fmla="*/ 1041466 w 3024845"/>
                <a:gd name="connsiteY177-19874" fmla="*/ 389120 h 1059043"/>
                <a:gd name="connsiteX178-19875" fmla="*/ 1053880 w 3024845"/>
                <a:gd name="connsiteY178-19876" fmla="*/ 389120 h 1059043"/>
                <a:gd name="connsiteX179-19877" fmla="*/ 1053880 w 3024845"/>
                <a:gd name="connsiteY179-19878" fmla="*/ 390201 h 1059043"/>
                <a:gd name="connsiteX180-19879" fmla="*/ 1053880 w 3024845"/>
                <a:gd name="connsiteY180-19880" fmla="*/ 397767 h 1059043"/>
                <a:gd name="connsiteX181-19881" fmla="*/ 1054640 w 3024845"/>
                <a:gd name="connsiteY181-19882" fmla="*/ 397767 h 1059043"/>
                <a:gd name="connsiteX182-19883" fmla="*/ 1059960 w 3024845"/>
                <a:gd name="connsiteY182-19884" fmla="*/ 397767 h 1059043"/>
                <a:gd name="connsiteX183-19885" fmla="*/ 1070093 w 3024845"/>
                <a:gd name="connsiteY183-19886" fmla="*/ 393443 h 1059043"/>
                <a:gd name="connsiteX184-19887" fmla="*/ 1074146 w 3024845"/>
                <a:gd name="connsiteY184-19888" fmla="*/ 396686 h 1059043"/>
                <a:gd name="connsiteX185-19889" fmla="*/ 1074146 w 3024845"/>
                <a:gd name="connsiteY185-19890" fmla="*/ 389120 h 1059043"/>
                <a:gd name="connsiteX186-19891" fmla="*/ 1076426 w 3024845"/>
                <a:gd name="connsiteY186-19892" fmla="*/ 389120 h 1059043"/>
                <a:gd name="connsiteX187-19893" fmla="*/ 1092387 w 3024845"/>
                <a:gd name="connsiteY187-19894" fmla="*/ 389120 h 1059043"/>
                <a:gd name="connsiteX188-19895" fmla="*/ 1092387 w 3024845"/>
                <a:gd name="connsiteY188-19896" fmla="*/ 390201 h 1059043"/>
                <a:gd name="connsiteX189-19897" fmla="*/ 1092387 w 3024845"/>
                <a:gd name="connsiteY189-19898" fmla="*/ 397767 h 1059043"/>
                <a:gd name="connsiteX190-19899" fmla="*/ 1122787 w 3024845"/>
                <a:gd name="connsiteY190-19900" fmla="*/ 397767 h 1059043"/>
                <a:gd name="connsiteX191-19901" fmla="*/ 1122787 w 3024845"/>
                <a:gd name="connsiteY191-19902" fmla="*/ 399388 h 1059043"/>
                <a:gd name="connsiteX192-19903" fmla="*/ 1122787 w 3024845"/>
                <a:gd name="connsiteY192-19904" fmla="*/ 410738 h 1059043"/>
                <a:gd name="connsiteX193-19905" fmla="*/ 1149134 w 3024845"/>
                <a:gd name="connsiteY193-19906" fmla="*/ 410738 h 1059043"/>
                <a:gd name="connsiteX194-19907" fmla="*/ 1149134 w 3024845"/>
                <a:gd name="connsiteY194-19908" fmla="*/ 441002 h 1059043"/>
                <a:gd name="connsiteX195-19909" fmla="*/ 1149894 w 3024845"/>
                <a:gd name="connsiteY195-19910" fmla="*/ 441002 h 1059043"/>
                <a:gd name="connsiteX196-19911" fmla="*/ 1155214 w 3024845"/>
                <a:gd name="connsiteY196-19912" fmla="*/ 441002 h 1059043"/>
                <a:gd name="connsiteX197-19913" fmla="*/ 1155214 w 3024845"/>
                <a:gd name="connsiteY197-19914" fmla="*/ 442083 h 1059043"/>
                <a:gd name="connsiteX198-19915" fmla="*/ 1155214 w 3024845"/>
                <a:gd name="connsiteY198-19916" fmla="*/ 449650 h 1059043"/>
                <a:gd name="connsiteX199-19917" fmla="*/ 1159268 w 3024845"/>
                <a:gd name="connsiteY199-19918" fmla="*/ 479914 h 1059043"/>
                <a:gd name="connsiteX200-19919" fmla="*/ 1160028 w 3024845"/>
                <a:gd name="connsiteY200-19920" fmla="*/ 479914 h 1059043"/>
                <a:gd name="connsiteX201-19921" fmla="*/ 1165348 w 3024845"/>
                <a:gd name="connsiteY201-19922" fmla="*/ 479914 h 1059043"/>
                <a:gd name="connsiteX202-19923" fmla="*/ 1165348 w 3024845"/>
                <a:gd name="connsiteY202-19924" fmla="*/ 480725 h 1059043"/>
                <a:gd name="connsiteX203-19925" fmla="*/ 1165348 w 3024845"/>
                <a:gd name="connsiteY203-19926" fmla="*/ 486400 h 1059043"/>
                <a:gd name="connsiteX204-19927" fmla="*/ 1166361 w 3024845"/>
                <a:gd name="connsiteY204-19928" fmla="*/ 486400 h 1059043"/>
                <a:gd name="connsiteX205-19929" fmla="*/ 1173454 w 3024845"/>
                <a:gd name="connsiteY205-19930" fmla="*/ 486400 h 1059043"/>
                <a:gd name="connsiteX206-19931" fmla="*/ 1173454 w 3024845"/>
                <a:gd name="connsiteY206-19932" fmla="*/ 516665 h 1059043"/>
                <a:gd name="connsiteX207-19933" fmla="*/ 1175481 w 3024845"/>
                <a:gd name="connsiteY207-19934" fmla="*/ 516665 h 1059043"/>
                <a:gd name="connsiteX208-19935" fmla="*/ 1189668 w 3024845"/>
                <a:gd name="connsiteY208-19936" fmla="*/ 516665 h 1059043"/>
                <a:gd name="connsiteX209-19937" fmla="*/ 1189668 w 3024845"/>
                <a:gd name="connsiteY209-19938" fmla="*/ 540444 h 1059043"/>
                <a:gd name="connsiteX210-19939" fmla="*/ 1191695 w 3024845"/>
                <a:gd name="connsiteY210-19940" fmla="*/ 542065 h 1059043"/>
                <a:gd name="connsiteX211-19941" fmla="*/ 1191695 w 3024845"/>
                <a:gd name="connsiteY211-19942" fmla="*/ 553415 h 1059043"/>
                <a:gd name="connsiteX212-19943" fmla="*/ 1192455 w 3024845"/>
                <a:gd name="connsiteY212-19944" fmla="*/ 553415 h 1059043"/>
                <a:gd name="connsiteX213-19945" fmla="*/ 1197775 w 3024845"/>
                <a:gd name="connsiteY213-19946" fmla="*/ 553415 h 1059043"/>
                <a:gd name="connsiteX214-19947" fmla="*/ 1197775 w 3024845"/>
                <a:gd name="connsiteY214-19948" fmla="*/ 577194 h 1059043"/>
                <a:gd name="connsiteX215-19949" fmla="*/ 1199041 w 3024845"/>
                <a:gd name="connsiteY215-19950" fmla="*/ 577194 h 1059043"/>
                <a:gd name="connsiteX216-19951" fmla="*/ 1207908 w 3024845"/>
                <a:gd name="connsiteY216-19952" fmla="*/ 577194 h 1059043"/>
                <a:gd name="connsiteX217-19953" fmla="*/ 1209935 w 3024845"/>
                <a:gd name="connsiteY217-19954" fmla="*/ 581248 h 1059043"/>
                <a:gd name="connsiteX218-19955" fmla="*/ 1209935 w 3024845"/>
                <a:gd name="connsiteY218-19956" fmla="*/ 594489 h 1059043"/>
                <a:gd name="connsiteX219-19957" fmla="*/ 1211455 w 3024845"/>
                <a:gd name="connsiteY219-19958" fmla="*/ 592597 h 1059043"/>
                <a:gd name="connsiteX220-19959" fmla="*/ 1222095 w 3024845"/>
                <a:gd name="connsiteY220-19960" fmla="*/ 579356 h 1059043"/>
                <a:gd name="connsiteX221-19961" fmla="*/ 1250469 w 3024845"/>
                <a:gd name="connsiteY221-19962" fmla="*/ 579356 h 1059043"/>
                <a:gd name="connsiteX222-19963" fmla="*/ 1250469 w 3024845"/>
                <a:gd name="connsiteY222-19964" fmla="*/ 665827 h 1059043"/>
                <a:gd name="connsiteX223-19965" fmla="*/ 1251229 w 3024845"/>
                <a:gd name="connsiteY223-19966" fmla="*/ 665827 h 1059043"/>
                <a:gd name="connsiteX224-19967" fmla="*/ 1256549 w 3024845"/>
                <a:gd name="connsiteY224-19968" fmla="*/ 665827 h 1059043"/>
                <a:gd name="connsiteX225-19969" fmla="*/ 1257309 w 3024845"/>
                <a:gd name="connsiteY225-19970" fmla="*/ 664476 h 1059043"/>
                <a:gd name="connsiteX226-19971" fmla="*/ 1262629 w 3024845"/>
                <a:gd name="connsiteY226-19972" fmla="*/ 655018 h 1059043"/>
                <a:gd name="connsiteX227-19973" fmla="*/ 1262629 w 3024845"/>
                <a:gd name="connsiteY227-19974" fmla="*/ 656910 h 1059043"/>
                <a:gd name="connsiteX228-19975" fmla="*/ 1262629 w 3024845"/>
                <a:gd name="connsiteY228-19976" fmla="*/ 670151 h 1059043"/>
                <a:gd name="connsiteX229-19977" fmla="*/ 1266682 w 3024845"/>
                <a:gd name="connsiteY229-19978" fmla="*/ 624754 h 1059043"/>
                <a:gd name="connsiteX230-19979" fmla="*/ 1267442 w 3024845"/>
                <a:gd name="connsiteY230-19980" fmla="*/ 624754 h 1059043"/>
                <a:gd name="connsiteX231-19981" fmla="*/ 1272762 w 3024845"/>
                <a:gd name="connsiteY231-19982" fmla="*/ 624754 h 1059043"/>
                <a:gd name="connsiteX232-19983" fmla="*/ 1272762 w 3024845"/>
                <a:gd name="connsiteY232-19984" fmla="*/ 559900 h 1059043"/>
                <a:gd name="connsiteX233-19985" fmla="*/ 1273776 w 3024845"/>
                <a:gd name="connsiteY233-19986" fmla="*/ 559900 h 1059043"/>
                <a:gd name="connsiteX234-19987" fmla="*/ 1280869 w 3024845"/>
                <a:gd name="connsiteY234-19988" fmla="*/ 559900 h 1059043"/>
                <a:gd name="connsiteX235-19989" fmla="*/ 1293029 w 3024845"/>
                <a:gd name="connsiteY235-19990" fmla="*/ 516665 h 1059043"/>
                <a:gd name="connsiteX236-19991" fmla="*/ 1294296 w 3024845"/>
                <a:gd name="connsiteY236-19992" fmla="*/ 516665 h 1059043"/>
                <a:gd name="connsiteX237-19993" fmla="*/ 1303163 w 3024845"/>
                <a:gd name="connsiteY237-19994" fmla="*/ 516665 h 1059043"/>
                <a:gd name="connsiteX238-19995" fmla="*/ 1313296 w 3024845"/>
                <a:gd name="connsiteY238-19996" fmla="*/ 559900 h 1059043"/>
                <a:gd name="connsiteX239-19997" fmla="*/ 1314309 w 3024845"/>
                <a:gd name="connsiteY239-19998" fmla="*/ 559900 h 1059043"/>
                <a:gd name="connsiteX240-19999" fmla="*/ 1321403 w 3024845"/>
                <a:gd name="connsiteY240-20000" fmla="*/ 559900 h 1059043"/>
                <a:gd name="connsiteX241-20001" fmla="*/ 1321403 w 3024845"/>
                <a:gd name="connsiteY241-20002" fmla="*/ 598812 h 1059043"/>
                <a:gd name="connsiteX242-20003" fmla="*/ 1323176 w 3024845"/>
                <a:gd name="connsiteY242-20004" fmla="*/ 598812 h 1059043"/>
                <a:gd name="connsiteX243-20005" fmla="*/ 1335590 w 3024845"/>
                <a:gd name="connsiteY243-20006" fmla="*/ 598812 h 1059043"/>
                <a:gd name="connsiteX244-20007" fmla="*/ 1335590 w 3024845"/>
                <a:gd name="connsiteY244-20008" fmla="*/ 600974 h 1059043"/>
                <a:gd name="connsiteX245-20009" fmla="*/ 1335590 w 3024845"/>
                <a:gd name="connsiteY245-20010" fmla="*/ 616106 h 1059043"/>
                <a:gd name="connsiteX246-20011" fmla="*/ 1339643 w 3024845"/>
                <a:gd name="connsiteY246-20012" fmla="*/ 613945 h 1059043"/>
                <a:gd name="connsiteX247-20013" fmla="*/ 1339643 w 3024845"/>
                <a:gd name="connsiteY247-20014" fmla="*/ 598812 h 1059043"/>
                <a:gd name="connsiteX248-20015" fmla="*/ 1341163 w 3024845"/>
                <a:gd name="connsiteY248-20016" fmla="*/ 598812 h 1059043"/>
                <a:gd name="connsiteX249-20017" fmla="*/ 1351803 w 3024845"/>
                <a:gd name="connsiteY249-20018" fmla="*/ 598812 h 1059043"/>
                <a:gd name="connsiteX250-20019" fmla="*/ 1351803 w 3024845"/>
                <a:gd name="connsiteY250-20020" fmla="*/ 600433 h 1059043"/>
                <a:gd name="connsiteX251-20021" fmla="*/ 1351803 w 3024845"/>
                <a:gd name="connsiteY251-20022" fmla="*/ 611783 h 1059043"/>
                <a:gd name="connsiteX252-20023" fmla="*/ 1382204 w 3024845"/>
                <a:gd name="connsiteY252-20024" fmla="*/ 611783 h 1059043"/>
                <a:gd name="connsiteX253-20025" fmla="*/ 1382204 w 3024845"/>
                <a:gd name="connsiteY253-20026" fmla="*/ 575033 h 1059043"/>
                <a:gd name="connsiteX254-20027" fmla="*/ 1383470 w 3024845"/>
                <a:gd name="connsiteY254-20028" fmla="*/ 575033 h 1059043"/>
                <a:gd name="connsiteX255-20029" fmla="*/ 1392337 w 3024845"/>
                <a:gd name="connsiteY255-20030" fmla="*/ 575033 h 1059043"/>
                <a:gd name="connsiteX256-20031" fmla="*/ 1392337 w 3024845"/>
                <a:gd name="connsiteY256-20032" fmla="*/ 596650 h 1059043"/>
                <a:gd name="connsiteX257-20033" fmla="*/ 1394364 w 3024845"/>
                <a:gd name="connsiteY257-20034" fmla="*/ 564224 h 1059043"/>
                <a:gd name="connsiteX258-20035" fmla="*/ 1416657 w 3024845"/>
                <a:gd name="connsiteY258-20036" fmla="*/ 564224 h 1059043"/>
                <a:gd name="connsiteX259-20037" fmla="*/ 1416657 w 3024845"/>
                <a:gd name="connsiteY259-20038" fmla="*/ 562602 h 1059043"/>
                <a:gd name="connsiteX260-20039" fmla="*/ 1416657 w 3024845"/>
                <a:gd name="connsiteY260-20040" fmla="*/ 551253 h 1059043"/>
                <a:gd name="connsiteX261-20041" fmla="*/ 1417417 w 3024845"/>
                <a:gd name="connsiteY261-20042" fmla="*/ 551253 h 1059043"/>
                <a:gd name="connsiteX262-20043" fmla="*/ 1422737 w 3024845"/>
                <a:gd name="connsiteY262-20044" fmla="*/ 551253 h 1059043"/>
                <a:gd name="connsiteX263-20045" fmla="*/ 1422737 w 3024845"/>
                <a:gd name="connsiteY263-20046" fmla="*/ 549362 h 1059043"/>
                <a:gd name="connsiteX264-20047" fmla="*/ 1422737 w 3024845"/>
                <a:gd name="connsiteY264-20048" fmla="*/ 536121 h 1059043"/>
                <a:gd name="connsiteX265-20049" fmla="*/ 1426791 w 3024845"/>
                <a:gd name="connsiteY265-20050" fmla="*/ 542606 h 1059043"/>
                <a:gd name="connsiteX266-20051" fmla="*/ 1429071 w 3024845"/>
                <a:gd name="connsiteY266-20052" fmla="*/ 542606 h 1059043"/>
                <a:gd name="connsiteX267-20053" fmla="*/ 1445031 w 3024845"/>
                <a:gd name="connsiteY267-20054" fmla="*/ 542606 h 1059043"/>
                <a:gd name="connsiteX268-20055" fmla="*/ 1445031 w 3024845"/>
                <a:gd name="connsiteY268-20056" fmla="*/ 541795 h 1059043"/>
                <a:gd name="connsiteX269-20057" fmla="*/ 1445031 w 3024845"/>
                <a:gd name="connsiteY269-20058" fmla="*/ 536121 h 1059043"/>
                <a:gd name="connsiteX270-20059" fmla="*/ 1445791 w 3024845"/>
                <a:gd name="connsiteY270-20060" fmla="*/ 536121 h 1059043"/>
                <a:gd name="connsiteX271-20061" fmla="*/ 1451111 w 3024845"/>
                <a:gd name="connsiteY271-20062" fmla="*/ 536121 h 1059043"/>
                <a:gd name="connsiteX272-20063" fmla="*/ 1451111 w 3024845"/>
                <a:gd name="connsiteY272-20064" fmla="*/ 537472 h 1059043"/>
                <a:gd name="connsiteX273-20065" fmla="*/ 1451111 w 3024845"/>
                <a:gd name="connsiteY273-20066" fmla="*/ 546930 h 1059043"/>
                <a:gd name="connsiteX274-20067" fmla="*/ 1489618 w 3024845"/>
                <a:gd name="connsiteY274-20068" fmla="*/ 546930 h 1059043"/>
                <a:gd name="connsiteX275-20069" fmla="*/ 1489618 w 3024845"/>
                <a:gd name="connsiteY275-20070" fmla="*/ 685283 h 1059043"/>
                <a:gd name="connsiteX276-20071" fmla="*/ 1491138 w 3024845"/>
                <a:gd name="connsiteY276-20072" fmla="*/ 685283 h 1059043"/>
                <a:gd name="connsiteX277-20073" fmla="*/ 1501778 w 3024845"/>
                <a:gd name="connsiteY277-20074" fmla="*/ 685283 h 1059043"/>
                <a:gd name="connsiteX278-20075" fmla="*/ 1501778 w 3024845"/>
                <a:gd name="connsiteY278-20076" fmla="*/ 672313 h 1059043"/>
                <a:gd name="connsiteX279-20077" fmla="*/ 1505832 w 3024845"/>
                <a:gd name="connsiteY279-20078" fmla="*/ 672313 h 1059043"/>
                <a:gd name="connsiteX280-20079" fmla="*/ 1505832 w 3024845"/>
                <a:gd name="connsiteY280-20080" fmla="*/ 685283 h 1059043"/>
                <a:gd name="connsiteX281-20081" fmla="*/ 1536232 w 3024845"/>
                <a:gd name="connsiteY281-20082" fmla="*/ 685283 h 1059043"/>
                <a:gd name="connsiteX282-20083" fmla="*/ 1536232 w 3024845"/>
                <a:gd name="connsiteY282-20084" fmla="*/ 655018 h 1059043"/>
                <a:gd name="connsiteX283-20085" fmla="*/ 1548392 w 3024845"/>
                <a:gd name="connsiteY283-20086" fmla="*/ 655018 h 1059043"/>
                <a:gd name="connsiteX284-20087" fmla="*/ 1560552 w 3024845"/>
                <a:gd name="connsiteY284-20088" fmla="*/ 652857 h 1059043"/>
                <a:gd name="connsiteX285-20089" fmla="*/ 1564606 w 3024845"/>
                <a:gd name="connsiteY285-20090" fmla="*/ 655018 h 1059043"/>
                <a:gd name="connsiteX286-20091" fmla="*/ 1574739 w 3024845"/>
                <a:gd name="connsiteY286-20092" fmla="*/ 655018 h 1059043"/>
                <a:gd name="connsiteX287-20093" fmla="*/ 1574739 w 3024845"/>
                <a:gd name="connsiteY287-20094" fmla="*/ 685283 h 1059043"/>
                <a:gd name="connsiteX288-20095" fmla="*/ 1582846 w 3024845"/>
                <a:gd name="connsiteY288-20096" fmla="*/ 685283 h 1059043"/>
                <a:gd name="connsiteX289-20097" fmla="*/ 1582846 w 3024845"/>
                <a:gd name="connsiteY289-20098" fmla="*/ 702578 h 1059043"/>
                <a:gd name="connsiteX290-20099" fmla="*/ 1592182 w 3024845"/>
                <a:gd name="connsiteY290-20100" fmla="*/ 703483 h 1059043"/>
                <a:gd name="connsiteX291-20101" fmla="*/ 1605140 w 3024845"/>
                <a:gd name="connsiteY291-20102" fmla="*/ 703483 h 1059043"/>
                <a:gd name="connsiteX292-20103" fmla="*/ 1605140 w 3024845"/>
                <a:gd name="connsiteY292-20104" fmla="*/ 687445 h 1059043"/>
                <a:gd name="connsiteX293-20105" fmla="*/ 1673096 w 3024845"/>
                <a:gd name="connsiteY293-20106" fmla="*/ 687445 h 1059043"/>
                <a:gd name="connsiteX294-20107" fmla="*/ 1673096 w 3024845"/>
                <a:gd name="connsiteY294-20108" fmla="*/ 602192 h 1059043"/>
                <a:gd name="connsiteX295-20109" fmla="*/ 1745104 w 3024845"/>
                <a:gd name="connsiteY295-20110" fmla="*/ 602192 h 1059043"/>
                <a:gd name="connsiteX296-20111" fmla="*/ 1745104 w 3024845"/>
                <a:gd name="connsiteY296-20112" fmla="*/ 680960 h 1059043"/>
                <a:gd name="connsiteX297-20113" fmla="*/ 1747008 w 3024845"/>
                <a:gd name="connsiteY297-20114" fmla="*/ 680960 h 1059043"/>
                <a:gd name="connsiteX298-20115" fmla="*/ 1748250 w 3024845"/>
                <a:gd name="connsiteY298-20116" fmla="*/ 703483 h 1059043"/>
                <a:gd name="connsiteX299-20117" fmla="*/ 1757926 w 3024845"/>
                <a:gd name="connsiteY299-20118" fmla="*/ 703483 h 1059043"/>
                <a:gd name="connsiteX300-20119" fmla="*/ 1759168 w 3024845"/>
                <a:gd name="connsiteY300-20120" fmla="*/ 680960 h 1059043"/>
                <a:gd name="connsiteX301-20121" fmla="*/ 1765248 w 3024845"/>
                <a:gd name="connsiteY301-20122" fmla="*/ 680960 h 1059043"/>
                <a:gd name="connsiteX302-20123" fmla="*/ 1766490 w 3024845"/>
                <a:gd name="connsiteY302-20124" fmla="*/ 703483 h 1059043"/>
                <a:gd name="connsiteX303-20125" fmla="*/ 1817112 w 3024845"/>
                <a:gd name="connsiteY303-20126" fmla="*/ 703483 h 1059043"/>
                <a:gd name="connsiteX304-20127" fmla="*/ 1817112 w 3024845"/>
                <a:gd name="connsiteY304-20128" fmla="*/ 540455 h 1059043"/>
                <a:gd name="connsiteX305-20129" fmla="*/ 2014439 w 3024845"/>
                <a:gd name="connsiteY305-20130" fmla="*/ 540455 h 1059043"/>
                <a:gd name="connsiteX306-20131" fmla="*/ 2014439 w 3024845"/>
                <a:gd name="connsiteY306-20132" fmla="*/ 703483 h 1059043"/>
                <a:gd name="connsiteX307-20133" fmla="*/ 2033136 w 3024845"/>
                <a:gd name="connsiteY307-20134" fmla="*/ 703483 h 1059043"/>
                <a:gd name="connsiteX308-20135" fmla="*/ 2033136 w 3024845"/>
                <a:gd name="connsiteY308-20136" fmla="*/ 620790 h 1059043"/>
                <a:gd name="connsiteX309-20137" fmla="*/ 2128256 w 3024845"/>
                <a:gd name="connsiteY309-20138" fmla="*/ 620790 h 1059043"/>
                <a:gd name="connsiteX310-20139" fmla="*/ 2128026 w 3024845"/>
                <a:gd name="connsiteY310-20140" fmla="*/ 281031 h 1059043"/>
                <a:gd name="connsiteX311-20141" fmla="*/ 2121946 w 3024845"/>
                <a:gd name="connsiteY311-20142" fmla="*/ 276707 h 1059043"/>
                <a:gd name="connsiteX312-20143" fmla="*/ 2130053 w 3024845"/>
                <a:gd name="connsiteY312-20144" fmla="*/ 252928 h 1059043"/>
                <a:gd name="connsiteX313-20145" fmla="*/ 2130053 w 3024845"/>
                <a:gd name="connsiteY313-20146" fmla="*/ 235634 h 1059043"/>
                <a:gd name="connsiteX314-20147" fmla="*/ 2144240 w 3024845"/>
                <a:gd name="connsiteY314-20148" fmla="*/ 235634 h 1059043"/>
                <a:gd name="connsiteX315-20149" fmla="*/ 2144240 w 3024845"/>
                <a:gd name="connsiteY315-20150" fmla="*/ 214016 h 1059043"/>
                <a:gd name="connsiteX316-20151" fmla="*/ 2146266 w 3024845"/>
                <a:gd name="connsiteY316-20152" fmla="*/ 209692 h 1059043"/>
                <a:gd name="connsiteX317-20153" fmla="*/ 2146266 w 3024845"/>
                <a:gd name="connsiteY317-20154" fmla="*/ 131868 h 1059043"/>
                <a:gd name="connsiteX318-20155" fmla="*/ 2144240 w 3024845"/>
                <a:gd name="connsiteY318-20156" fmla="*/ 125383 h 1059043"/>
                <a:gd name="connsiteX319-20157" fmla="*/ 2150320 w 3024845"/>
                <a:gd name="connsiteY319-20158" fmla="*/ 118897 h 1059043"/>
                <a:gd name="connsiteX320-20159" fmla="*/ 2150320 w 3024845"/>
                <a:gd name="connsiteY320-20160" fmla="*/ 60529 h 1059043"/>
                <a:gd name="connsiteX321-20161" fmla="*/ 2152346 w 3024845"/>
                <a:gd name="connsiteY321-20162" fmla="*/ 56206 h 1059043"/>
                <a:gd name="connsiteX322-20163" fmla="*/ 2152346 w 3024845"/>
                <a:gd name="connsiteY322-20164" fmla="*/ 0 h 1059043"/>
                <a:gd name="connsiteX323-20165" fmla="*/ 2162480 w 3024845"/>
                <a:gd name="connsiteY323-20166" fmla="*/ 118897 h 1059043"/>
                <a:gd name="connsiteX324-20167" fmla="*/ 2168560 w 3024845"/>
                <a:gd name="connsiteY324-20168" fmla="*/ 125383 h 1059043"/>
                <a:gd name="connsiteX325-20169" fmla="*/ 2166533 w 3024845"/>
                <a:gd name="connsiteY325-20170" fmla="*/ 131868 h 1059043"/>
                <a:gd name="connsiteX326-20171" fmla="*/ 2166533 w 3024845"/>
                <a:gd name="connsiteY326-20172" fmla="*/ 209692 h 1059043"/>
                <a:gd name="connsiteX327-20173" fmla="*/ 2168560 w 3024845"/>
                <a:gd name="connsiteY327-20174" fmla="*/ 214016 h 1059043"/>
                <a:gd name="connsiteX328-20175" fmla="*/ 2168560 w 3024845"/>
                <a:gd name="connsiteY328-20176" fmla="*/ 235634 h 1059043"/>
                <a:gd name="connsiteX329-20177" fmla="*/ 2182747 w 3024845"/>
                <a:gd name="connsiteY329-20178" fmla="*/ 252928 h 1059043"/>
                <a:gd name="connsiteX330-20179" fmla="*/ 2180720 w 3024845"/>
                <a:gd name="connsiteY330-20180" fmla="*/ 555577 h 1059043"/>
                <a:gd name="connsiteX331-20181" fmla="*/ 2245574 w 3024845"/>
                <a:gd name="connsiteY331-20182" fmla="*/ 555577 h 1059043"/>
                <a:gd name="connsiteX332-20183" fmla="*/ 2245574 w 3024845"/>
                <a:gd name="connsiteY332-20184" fmla="*/ 631239 h 1059043"/>
                <a:gd name="connsiteX333-20185" fmla="*/ 2253681 w 3024845"/>
                <a:gd name="connsiteY333-20186" fmla="*/ 631239 h 1059043"/>
                <a:gd name="connsiteX334-20187" fmla="*/ 2255708 w 3024845"/>
                <a:gd name="connsiteY334-20188" fmla="*/ 624754 h 1059043"/>
                <a:gd name="connsiteX335-20189" fmla="*/ 2261788 w 3024845"/>
                <a:gd name="connsiteY335-20190" fmla="*/ 624754 h 1059043"/>
                <a:gd name="connsiteX336-20191" fmla="*/ 2263815 w 3024845"/>
                <a:gd name="connsiteY336-20192" fmla="*/ 633401 h 1059043"/>
                <a:gd name="connsiteX337-20193" fmla="*/ 2275975 w 3024845"/>
                <a:gd name="connsiteY337-20194" fmla="*/ 633401 h 1059043"/>
                <a:gd name="connsiteX338-20195" fmla="*/ 2275975 w 3024845"/>
                <a:gd name="connsiteY338-20196" fmla="*/ 626915 h 1059043"/>
                <a:gd name="connsiteX339-20197" fmla="*/ 2298268 w 3024845"/>
                <a:gd name="connsiteY339-20198" fmla="*/ 626915 h 1059043"/>
                <a:gd name="connsiteX340-20199" fmla="*/ 2298268 w 3024845"/>
                <a:gd name="connsiteY340-20200" fmla="*/ 633401 h 1059043"/>
                <a:gd name="connsiteX341-20201" fmla="*/ 2318535 w 3024845"/>
                <a:gd name="connsiteY341-20202" fmla="*/ 633401 h 1059043"/>
                <a:gd name="connsiteX342-20203" fmla="*/ 2318535 w 3024845"/>
                <a:gd name="connsiteY342-20204" fmla="*/ 678798 h 1059043"/>
                <a:gd name="connsiteX343-20205" fmla="*/ 2332722 w 3024845"/>
                <a:gd name="connsiteY343-20206" fmla="*/ 678798 h 1059043"/>
                <a:gd name="connsiteX344-20207" fmla="*/ 2332722 w 3024845"/>
                <a:gd name="connsiteY344-20208" fmla="*/ 665827 h 1059043"/>
                <a:gd name="connsiteX345-20209" fmla="*/ 2348936 w 3024845"/>
                <a:gd name="connsiteY345-20210" fmla="*/ 665827 h 1059043"/>
                <a:gd name="connsiteX346-20211" fmla="*/ 2348936 w 3024845"/>
                <a:gd name="connsiteY346-20212" fmla="*/ 486400 h 1059043"/>
                <a:gd name="connsiteX347-20213" fmla="*/ 2355016 w 3024845"/>
                <a:gd name="connsiteY347-20214" fmla="*/ 479914 h 1059043"/>
                <a:gd name="connsiteX348-20215" fmla="*/ 2427977 w 3024845"/>
                <a:gd name="connsiteY348-20216" fmla="*/ 479914 h 1059043"/>
                <a:gd name="connsiteX349-20217" fmla="*/ 2427977 w 3024845"/>
                <a:gd name="connsiteY349-20218" fmla="*/ 488562 h 1059043"/>
                <a:gd name="connsiteX350-20219" fmla="*/ 2438110 w 3024845"/>
                <a:gd name="connsiteY350-20220" fmla="*/ 488562 h 1059043"/>
                <a:gd name="connsiteX351-20221" fmla="*/ 2438110 w 3024845"/>
                <a:gd name="connsiteY351-20222" fmla="*/ 603136 h 1059043"/>
                <a:gd name="connsiteX352-20223" fmla="*/ 2460404 w 3024845"/>
                <a:gd name="connsiteY352-20224" fmla="*/ 603136 h 1059043"/>
                <a:gd name="connsiteX353-20225" fmla="*/ 2460404 w 3024845"/>
                <a:gd name="connsiteY353-20226" fmla="*/ 536121 h 1059043"/>
                <a:gd name="connsiteX354-20227" fmla="*/ 2486751 w 3024845"/>
                <a:gd name="connsiteY354-20228" fmla="*/ 536121 h 1059043"/>
                <a:gd name="connsiteX355-20229" fmla="*/ 2490804 w 3024845"/>
                <a:gd name="connsiteY355-20230" fmla="*/ 531797 h 1059043"/>
                <a:gd name="connsiteX356-20231" fmla="*/ 2498911 w 3024845"/>
                <a:gd name="connsiteY356-20232" fmla="*/ 531797 h 1059043"/>
                <a:gd name="connsiteX357-20233" fmla="*/ 2502964 w 3024845"/>
                <a:gd name="connsiteY357-20234" fmla="*/ 536121 h 1059043"/>
                <a:gd name="connsiteX358-20235" fmla="*/ 2525258 w 3024845"/>
                <a:gd name="connsiteY358-20236" fmla="*/ 536121 h 1059043"/>
                <a:gd name="connsiteX359-20237" fmla="*/ 2525258 w 3024845"/>
                <a:gd name="connsiteY359-20238" fmla="*/ 419385 h 1059043"/>
                <a:gd name="connsiteX360-20239" fmla="*/ 2582005 w 3024845"/>
                <a:gd name="connsiteY360-20240" fmla="*/ 408576 h 1059043"/>
                <a:gd name="connsiteX361-20241" fmla="*/ 2582005 w 3024845"/>
                <a:gd name="connsiteY361-20242" fmla="*/ 409657 h 1059043"/>
                <a:gd name="connsiteX362-20243" fmla="*/ 2582005 w 3024845"/>
                <a:gd name="connsiteY362-20244" fmla="*/ 417223 h 1059043"/>
                <a:gd name="connsiteX363-20245" fmla="*/ 2608352 w 3024845"/>
                <a:gd name="connsiteY363-20246" fmla="*/ 417223 h 1059043"/>
                <a:gd name="connsiteX364-20247" fmla="*/ 2608352 w 3024845"/>
                <a:gd name="connsiteY364-20248" fmla="*/ 672313 h 1059043"/>
                <a:gd name="connsiteX365-20249" fmla="*/ 2630646 w 3024845"/>
                <a:gd name="connsiteY365-20250" fmla="*/ 672313 h 1059043"/>
                <a:gd name="connsiteX366-20251" fmla="*/ 2630646 w 3024845"/>
                <a:gd name="connsiteY366-20252" fmla="*/ 667989 h 1059043"/>
                <a:gd name="connsiteX367-20253" fmla="*/ 2642806 w 3024845"/>
                <a:gd name="connsiteY367-20254" fmla="*/ 667989 h 1059043"/>
                <a:gd name="connsiteX368-20255" fmla="*/ 2642806 w 3024845"/>
                <a:gd name="connsiteY368-20256" fmla="*/ 672313 h 1059043"/>
                <a:gd name="connsiteX369-20257" fmla="*/ 2667126 w 3024845"/>
                <a:gd name="connsiteY369-20258" fmla="*/ 672313 h 1059043"/>
                <a:gd name="connsiteX370-20259" fmla="*/ 2667126 w 3024845"/>
                <a:gd name="connsiteY370-20260" fmla="*/ 659342 h 1059043"/>
                <a:gd name="connsiteX371-20261" fmla="*/ 2695500 w 3024845"/>
                <a:gd name="connsiteY371-20262" fmla="*/ 659342 h 1059043"/>
                <a:gd name="connsiteX372-20263" fmla="*/ 2707660 w 3024845"/>
                <a:gd name="connsiteY372-20264" fmla="*/ 655018 h 1059043"/>
                <a:gd name="connsiteX373-20265" fmla="*/ 2727927 w 3024845"/>
                <a:gd name="connsiteY373-20266" fmla="*/ 659342 h 1059043"/>
                <a:gd name="connsiteX374-20267" fmla="*/ 2727927 w 3024845"/>
                <a:gd name="connsiteY374-20268" fmla="*/ 642048 h 1059043"/>
                <a:gd name="connsiteX375-20269" fmla="*/ 2736034 w 3024845"/>
                <a:gd name="connsiteY375-20270" fmla="*/ 642048 h 1059043"/>
                <a:gd name="connsiteX376-20271" fmla="*/ 2736034 w 3024845"/>
                <a:gd name="connsiteY376-20272" fmla="*/ 629077 h 1059043"/>
                <a:gd name="connsiteX377-20273" fmla="*/ 2792781 w 3024845"/>
                <a:gd name="connsiteY377-20274" fmla="*/ 629077 h 1059043"/>
                <a:gd name="connsiteX378-20275" fmla="*/ 2792781 w 3024845"/>
                <a:gd name="connsiteY378-20276" fmla="*/ 598812 h 1059043"/>
                <a:gd name="connsiteX379-20277" fmla="*/ 2811021 w 3024845"/>
                <a:gd name="connsiteY379-20278" fmla="*/ 598812 h 1059043"/>
                <a:gd name="connsiteX380-20279" fmla="*/ 2811021 w 3024845"/>
                <a:gd name="connsiteY380-20280" fmla="*/ 592327 h 1059043"/>
                <a:gd name="connsiteX381-20281" fmla="*/ 2823181 w 3024845"/>
                <a:gd name="connsiteY381-20282" fmla="*/ 592327 h 1059043"/>
                <a:gd name="connsiteX382-20283" fmla="*/ 2823181 w 3024845"/>
                <a:gd name="connsiteY382-20284" fmla="*/ 598812 h 1059043"/>
                <a:gd name="connsiteX383-20285" fmla="*/ 2839395 w 3024845"/>
                <a:gd name="connsiteY383-20286" fmla="*/ 598812 h 1059043"/>
                <a:gd name="connsiteX384-20287" fmla="*/ 2839395 w 3024845"/>
                <a:gd name="connsiteY384-20288" fmla="*/ 648533 h 1059043"/>
                <a:gd name="connsiteX385-20289" fmla="*/ 2871822 w 3024845"/>
                <a:gd name="connsiteY385-20290" fmla="*/ 648533 h 1059043"/>
                <a:gd name="connsiteX386-20291" fmla="*/ 2871822 w 3024845"/>
                <a:gd name="connsiteY386-20292" fmla="*/ 622592 h 1059043"/>
                <a:gd name="connsiteX387-20293" fmla="*/ 2910329 w 3024845"/>
                <a:gd name="connsiteY387-20294" fmla="*/ 622592 h 1059043"/>
                <a:gd name="connsiteX388-20295" fmla="*/ 2910329 w 3024845"/>
                <a:gd name="connsiteY388-20296" fmla="*/ 592327 h 1059043"/>
                <a:gd name="connsiteX389-20297" fmla="*/ 2958970 w 3024845"/>
                <a:gd name="connsiteY389-20298" fmla="*/ 592327 h 1059043"/>
                <a:gd name="connsiteX390-20299" fmla="*/ 2958970 w 3024845"/>
                <a:gd name="connsiteY390-20300" fmla="*/ 703483 h 1059043"/>
                <a:gd name="connsiteX391-20301" fmla="*/ 2958970 w 3024845"/>
                <a:gd name="connsiteY391-20302" fmla="*/ 717262 h 1059043"/>
                <a:gd name="connsiteX392-20303" fmla="*/ 3024845 w 3024845"/>
                <a:gd name="connsiteY392-20304" fmla="*/ 717262 h 1059043"/>
                <a:gd name="connsiteX393-20305" fmla="*/ 3024845 w 3024845"/>
                <a:gd name="connsiteY393-20306" fmla="*/ 1059043 h 1059043"/>
                <a:gd name="connsiteX394-20307" fmla="*/ 2054 w 3024845"/>
                <a:gd name="connsiteY394-20308" fmla="*/ 1056710 h 1059043"/>
                <a:gd name="connsiteX395-20309" fmla="*/ 0 w 3024845"/>
                <a:gd name="connsiteY395-20310" fmla="*/ 622592 h 1059043"/>
                <a:gd name="connsiteX396-20311" fmla="*/ 20267 w 3024845"/>
                <a:gd name="connsiteY396-20312" fmla="*/ 622592 h 1059043"/>
                <a:gd name="connsiteX397-20313" fmla="*/ 20774 w 3024845"/>
                <a:gd name="connsiteY397-20314" fmla="*/ 621511 h 1059043"/>
                <a:gd name="connsiteX398-20315" fmla="*/ 24320 w 3024845"/>
                <a:gd name="connsiteY398-20316" fmla="*/ 613945 h 1059043"/>
                <a:gd name="connsiteX399-20317" fmla="*/ 26094 w 3024845"/>
                <a:gd name="connsiteY399-20318" fmla="*/ 614215 h 1059043"/>
                <a:gd name="connsiteX400-20319" fmla="*/ 38507 w 3024845"/>
                <a:gd name="connsiteY400-20320" fmla="*/ 616106 h 1059043"/>
                <a:gd name="connsiteX401-20321" fmla="*/ 39014 w 3024845"/>
                <a:gd name="connsiteY401-20322" fmla="*/ 617458 h 1059043"/>
                <a:gd name="connsiteX402-20323" fmla="*/ 42560 w 3024845"/>
                <a:gd name="connsiteY402-20324" fmla="*/ 626915 h 1059043"/>
                <a:gd name="connsiteX403-20325" fmla="*/ 68907 w 3024845"/>
                <a:gd name="connsiteY403-20326" fmla="*/ 629077 h 1059043"/>
                <a:gd name="connsiteX404-20327" fmla="*/ 68907 w 3024845"/>
                <a:gd name="connsiteY404-20328" fmla="*/ 505856 h 1059043"/>
                <a:gd name="connsiteX405-20329" fmla="*/ 70934 w 3024845"/>
                <a:gd name="connsiteY405-20330" fmla="*/ 505856 h 1059043"/>
                <a:gd name="connsiteX406-20331" fmla="*/ 85121 w 3024845"/>
                <a:gd name="connsiteY406-20332" fmla="*/ 505856 h 1059043"/>
                <a:gd name="connsiteX407-20333" fmla="*/ 85121 w 3024845"/>
                <a:gd name="connsiteY407-20334" fmla="*/ 369664 h 1059043"/>
                <a:gd name="connsiteX408-20335" fmla="*/ 86894 w 3024845"/>
                <a:gd name="connsiteY408-20336" fmla="*/ 369664 h 1059043"/>
                <a:gd name="connsiteX409-20337" fmla="*/ 99308 w 3024845"/>
                <a:gd name="connsiteY409-20338" fmla="*/ 369664 h 1059043"/>
                <a:gd name="connsiteX410-20339" fmla="*/ 99308 w 3024845"/>
                <a:gd name="connsiteY410-20340" fmla="*/ 255090 h 1059043"/>
                <a:gd name="connsiteX411-20341" fmla="*/ 103361 w 3024845"/>
                <a:gd name="connsiteY411-20342" fmla="*/ 226986 h 1059043"/>
                <a:gd name="connsiteX412-20343" fmla="*/ 105388 w 3024845"/>
                <a:gd name="connsiteY412-20344" fmla="*/ 226986 h 1059043"/>
                <a:gd name="connsiteX413-20345" fmla="*/ 119575 w 3024845"/>
                <a:gd name="connsiteY413-20346" fmla="*/ 226986 h 1059043"/>
                <a:gd name="connsiteX0-20347" fmla="*/ 119575 w 3024845"/>
                <a:gd name="connsiteY0-20348" fmla="*/ 226986 h 1059043"/>
                <a:gd name="connsiteX1-20349" fmla="*/ 200642 w 3024845"/>
                <a:gd name="connsiteY1-20350" fmla="*/ 224825 h 1059043"/>
                <a:gd name="connsiteX2-20351" fmla="*/ 202669 w 3024845"/>
                <a:gd name="connsiteY2-20352" fmla="*/ 224825 h 1059043"/>
                <a:gd name="connsiteX3-20353" fmla="*/ 216856 w 3024845"/>
                <a:gd name="connsiteY3-20354" fmla="*/ 224825 h 1059043"/>
                <a:gd name="connsiteX4-20355" fmla="*/ 216856 w 3024845"/>
                <a:gd name="connsiteY4-20356" fmla="*/ 248604 h 1059043"/>
                <a:gd name="connsiteX5-20357" fmla="*/ 217363 w 3024845"/>
                <a:gd name="connsiteY5-20358" fmla="*/ 249415 h 1059043"/>
                <a:gd name="connsiteX6-20359" fmla="*/ 220909 w 3024845"/>
                <a:gd name="connsiteY6-20360" fmla="*/ 255090 h 1059043"/>
                <a:gd name="connsiteX7-20361" fmla="*/ 220909 w 3024845"/>
                <a:gd name="connsiteY7-20362" fmla="*/ 369664 h 1059043"/>
                <a:gd name="connsiteX8-20363" fmla="*/ 223189 w 3024845"/>
                <a:gd name="connsiteY8-20364" fmla="*/ 369664 h 1059043"/>
                <a:gd name="connsiteX9-20365" fmla="*/ 239150 w 3024845"/>
                <a:gd name="connsiteY9-20366" fmla="*/ 369664 h 1059043"/>
                <a:gd name="connsiteX10-20367" fmla="*/ 239150 w 3024845"/>
                <a:gd name="connsiteY10-20368" fmla="*/ 510179 h 1059043"/>
                <a:gd name="connsiteX11-20369" fmla="*/ 240670 w 3024845"/>
                <a:gd name="connsiteY11-20370" fmla="*/ 509909 h 1059043"/>
                <a:gd name="connsiteX12-20371" fmla="*/ 251310 w 3024845"/>
                <a:gd name="connsiteY12-20372" fmla="*/ 508018 h 1059043"/>
                <a:gd name="connsiteX13-20373" fmla="*/ 249283 w 3024845"/>
                <a:gd name="connsiteY13-20374" fmla="*/ 596650 h 1059043"/>
                <a:gd name="connsiteX14-20375" fmla="*/ 250803 w 3024845"/>
                <a:gd name="connsiteY14-20376" fmla="*/ 596921 h 1059043"/>
                <a:gd name="connsiteX15-20377" fmla="*/ 261443 w 3024845"/>
                <a:gd name="connsiteY15-20378" fmla="*/ 598812 h 1059043"/>
                <a:gd name="connsiteX16-20379" fmla="*/ 261696 w 3024845"/>
                <a:gd name="connsiteY16-20380" fmla="*/ 599623 h 1059043"/>
                <a:gd name="connsiteX17-20381" fmla="*/ 263470 w 3024845"/>
                <a:gd name="connsiteY17-20382" fmla="*/ 605298 h 1059043"/>
                <a:gd name="connsiteX18-20383" fmla="*/ 264230 w 3024845"/>
                <a:gd name="connsiteY18-20384" fmla="*/ 602866 h 1059043"/>
                <a:gd name="connsiteX19-20385" fmla="*/ 269550 w 3024845"/>
                <a:gd name="connsiteY19-20386" fmla="*/ 585842 h 1059043"/>
                <a:gd name="connsiteX20-20387" fmla="*/ 271323 w 3024845"/>
                <a:gd name="connsiteY20-20388" fmla="*/ 585842 h 1059043"/>
                <a:gd name="connsiteX21-20389" fmla="*/ 283737 w 3024845"/>
                <a:gd name="connsiteY21-20390" fmla="*/ 585842 h 1059043"/>
                <a:gd name="connsiteX22-20391" fmla="*/ 283737 w 3024845"/>
                <a:gd name="connsiteY22-20392" fmla="*/ 618268 h 1059043"/>
                <a:gd name="connsiteX23-20393" fmla="*/ 284750 w 3024845"/>
                <a:gd name="connsiteY23-20394" fmla="*/ 618809 h 1059043"/>
                <a:gd name="connsiteX24-20395" fmla="*/ 291844 w 3024845"/>
                <a:gd name="connsiteY24-20396" fmla="*/ 622592 h 1059043"/>
                <a:gd name="connsiteX25-20397" fmla="*/ 291844 w 3024845"/>
                <a:gd name="connsiteY25-20398" fmla="*/ 623943 h 1059043"/>
                <a:gd name="connsiteX26-20399" fmla="*/ 291844 w 3024845"/>
                <a:gd name="connsiteY26-20400" fmla="*/ 633401 h 1059043"/>
                <a:gd name="connsiteX27-20401" fmla="*/ 336431 w 3024845"/>
                <a:gd name="connsiteY27-20402" fmla="*/ 633401 h 1059043"/>
                <a:gd name="connsiteX28-20403" fmla="*/ 336431 w 3024845"/>
                <a:gd name="connsiteY28-20404" fmla="*/ 634482 h 1059043"/>
                <a:gd name="connsiteX29-20405" fmla="*/ 336431 w 3024845"/>
                <a:gd name="connsiteY29-20406" fmla="*/ 642048 h 1059043"/>
                <a:gd name="connsiteX30-20407" fmla="*/ 338457 w 3024845"/>
                <a:gd name="connsiteY30-20408" fmla="*/ 642048 h 1059043"/>
                <a:gd name="connsiteX31-20409" fmla="*/ 352644 w 3024845"/>
                <a:gd name="connsiteY31-20410" fmla="*/ 642048 h 1059043"/>
                <a:gd name="connsiteX32-20411" fmla="*/ 352644 w 3024845"/>
                <a:gd name="connsiteY32-20412" fmla="*/ 611783 h 1059043"/>
                <a:gd name="connsiteX33-20413" fmla="*/ 397231 w 3024845"/>
                <a:gd name="connsiteY33-20414" fmla="*/ 611783 h 1059043"/>
                <a:gd name="connsiteX34-20415" fmla="*/ 397231 w 3024845"/>
                <a:gd name="connsiteY34-20416" fmla="*/ 610432 h 1059043"/>
                <a:gd name="connsiteX35-20417" fmla="*/ 397231 w 3024845"/>
                <a:gd name="connsiteY35-20418" fmla="*/ 600974 h 1059043"/>
                <a:gd name="connsiteX36-20419" fmla="*/ 398245 w 3024845"/>
                <a:gd name="connsiteY36-20420" fmla="*/ 600974 h 1059043"/>
                <a:gd name="connsiteX37-20421" fmla="*/ 405338 w 3024845"/>
                <a:gd name="connsiteY37-20422" fmla="*/ 600974 h 1059043"/>
                <a:gd name="connsiteX38-20423" fmla="*/ 405338 w 3024845"/>
                <a:gd name="connsiteY38-20424" fmla="*/ 599083 h 1059043"/>
                <a:gd name="connsiteX39-20425" fmla="*/ 405338 w 3024845"/>
                <a:gd name="connsiteY39-20426" fmla="*/ 585842 h 1059043"/>
                <a:gd name="connsiteX40-20427" fmla="*/ 406098 w 3024845"/>
                <a:gd name="connsiteY40-20428" fmla="*/ 585842 h 1059043"/>
                <a:gd name="connsiteX41-20429" fmla="*/ 411418 w 3024845"/>
                <a:gd name="connsiteY41-20430" fmla="*/ 585842 h 1059043"/>
                <a:gd name="connsiteX42-20431" fmla="*/ 411418 w 3024845"/>
                <a:gd name="connsiteY42-20432" fmla="*/ 584761 h 1059043"/>
                <a:gd name="connsiteX43-20433" fmla="*/ 411418 w 3024845"/>
                <a:gd name="connsiteY43-20434" fmla="*/ 577194 h 1059043"/>
                <a:gd name="connsiteX44-20435" fmla="*/ 413445 w 3024845"/>
                <a:gd name="connsiteY44-20436" fmla="*/ 577194 h 1059043"/>
                <a:gd name="connsiteX45-20437" fmla="*/ 427632 w 3024845"/>
                <a:gd name="connsiteY45-20438" fmla="*/ 577194 h 1059043"/>
                <a:gd name="connsiteX46-20439" fmla="*/ 427632 w 3024845"/>
                <a:gd name="connsiteY46-20440" fmla="*/ 578275 h 1059043"/>
                <a:gd name="connsiteX47-20441" fmla="*/ 427632 w 3024845"/>
                <a:gd name="connsiteY47-20442" fmla="*/ 585842 h 1059043"/>
                <a:gd name="connsiteX48-20443" fmla="*/ 449925 w 3024845"/>
                <a:gd name="connsiteY48-20444" fmla="*/ 585842 h 1059043"/>
                <a:gd name="connsiteX49-20445" fmla="*/ 449925 w 3024845"/>
                <a:gd name="connsiteY49-20446" fmla="*/ 583950 h 1059043"/>
                <a:gd name="connsiteX50-20447" fmla="*/ 449925 w 3024845"/>
                <a:gd name="connsiteY50-20448" fmla="*/ 570709 h 1059043"/>
                <a:gd name="connsiteX51-20449" fmla="*/ 451699 w 3024845"/>
                <a:gd name="connsiteY51-20450" fmla="*/ 570709 h 1059043"/>
                <a:gd name="connsiteX52-20451" fmla="*/ 464112 w 3024845"/>
                <a:gd name="connsiteY52-20452" fmla="*/ 570709 h 1059043"/>
                <a:gd name="connsiteX53-20453" fmla="*/ 464112 w 3024845"/>
                <a:gd name="connsiteY53-20454" fmla="*/ 594489 h 1059043"/>
                <a:gd name="connsiteX54-20455" fmla="*/ 465126 w 3024845"/>
                <a:gd name="connsiteY54-20456" fmla="*/ 594489 h 1059043"/>
                <a:gd name="connsiteX55-20457" fmla="*/ 472219 w 3024845"/>
                <a:gd name="connsiteY55-20458" fmla="*/ 594489 h 1059043"/>
                <a:gd name="connsiteX56-20459" fmla="*/ 472219 w 3024845"/>
                <a:gd name="connsiteY56-20460" fmla="*/ 593408 h 1059043"/>
                <a:gd name="connsiteX57-20461" fmla="*/ 472219 w 3024845"/>
                <a:gd name="connsiteY57-20462" fmla="*/ 585842 h 1059043"/>
                <a:gd name="connsiteX58-20463" fmla="*/ 473992 w 3024845"/>
                <a:gd name="connsiteY58-20464" fmla="*/ 585842 h 1059043"/>
                <a:gd name="connsiteX59-20465" fmla="*/ 486406 w 3024845"/>
                <a:gd name="connsiteY59-20466" fmla="*/ 585842 h 1059043"/>
                <a:gd name="connsiteX60-20467" fmla="*/ 486406 w 3024845"/>
                <a:gd name="connsiteY60-20468" fmla="*/ 611783 h 1059043"/>
                <a:gd name="connsiteX61-20469" fmla="*/ 488433 w 3024845"/>
                <a:gd name="connsiteY61-20470" fmla="*/ 611783 h 1059043"/>
                <a:gd name="connsiteX62-20471" fmla="*/ 502619 w 3024845"/>
                <a:gd name="connsiteY62-20472" fmla="*/ 611783 h 1059043"/>
                <a:gd name="connsiteX63-20473" fmla="*/ 502619 w 3024845"/>
                <a:gd name="connsiteY63-20474" fmla="*/ 613404 h 1059043"/>
                <a:gd name="connsiteX64-20475" fmla="*/ 502619 w 3024845"/>
                <a:gd name="connsiteY64-20476" fmla="*/ 624754 h 1059043"/>
                <a:gd name="connsiteX65-20477" fmla="*/ 503379 w 3024845"/>
                <a:gd name="connsiteY65-20478" fmla="*/ 624754 h 1059043"/>
                <a:gd name="connsiteX66-20479" fmla="*/ 508700 w 3024845"/>
                <a:gd name="connsiteY66-20480" fmla="*/ 624754 h 1059043"/>
                <a:gd name="connsiteX67-20481" fmla="*/ 508700 w 3024845"/>
                <a:gd name="connsiteY67-20482" fmla="*/ 623943 h 1059043"/>
                <a:gd name="connsiteX68-20483" fmla="*/ 508700 w 3024845"/>
                <a:gd name="connsiteY68-20484" fmla="*/ 618268 h 1059043"/>
                <a:gd name="connsiteX69-20485" fmla="*/ 539100 w 3024845"/>
                <a:gd name="connsiteY69-20486" fmla="*/ 618268 h 1059043"/>
                <a:gd name="connsiteX70-20487" fmla="*/ 539100 w 3024845"/>
                <a:gd name="connsiteY70-20488" fmla="*/ 642048 h 1059043"/>
                <a:gd name="connsiteX71-20489" fmla="*/ 540113 w 3024845"/>
                <a:gd name="connsiteY71-20490" fmla="*/ 642048 h 1059043"/>
                <a:gd name="connsiteX72-20491" fmla="*/ 547207 w 3024845"/>
                <a:gd name="connsiteY72-20492" fmla="*/ 642048 h 1059043"/>
                <a:gd name="connsiteX73-20493" fmla="*/ 547207 w 3024845"/>
                <a:gd name="connsiteY73-20494" fmla="*/ 643129 h 1059043"/>
                <a:gd name="connsiteX74-20495" fmla="*/ 547207 w 3024845"/>
                <a:gd name="connsiteY74-20496" fmla="*/ 650695 h 1059043"/>
                <a:gd name="connsiteX75-20497" fmla="*/ 547967 w 3024845"/>
                <a:gd name="connsiteY75-20498" fmla="*/ 650695 h 1059043"/>
                <a:gd name="connsiteX76-20499" fmla="*/ 553287 w 3024845"/>
                <a:gd name="connsiteY76-20500" fmla="*/ 650695 h 1059043"/>
                <a:gd name="connsiteX77-20501" fmla="*/ 553287 w 3024845"/>
                <a:gd name="connsiteY77-20502" fmla="*/ 648533 h 1059043"/>
                <a:gd name="connsiteX78-20503" fmla="*/ 553287 w 3024845"/>
                <a:gd name="connsiteY78-20504" fmla="*/ 633401 h 1059043"/>
                <a:gd name="connsiteX79-20505" fmla="*/ 554300 w 3024845"/>
                <a:gd name="connsiteY79-20506" fmla="*/ 633401 h 1059043"/>
                <a:gd name="connsiteX80-20507" fmla="*/ 561394 w 3024845"/>
                <a:gd name="connsiteY80-20508" fmla="*/ 633401 h 1059043"/>
                <a:gd name="connsiteX81-20509" fmla="*/ 561394 w 3024845"/>
                <a:gd name="connsiteY81-20510" fmla="*/ 634482 h 1059043"/>
                <a:gd name="connsiteX82-20511" fmla="*/ 561394 w 3024845"/>
                <a:gd name="connsiteY82-20512" fmla="*/ 642048 h 1059043"/>
                <a:gd name="connsiteX83-20513" fmla="*/ 566714 w 3024845"/>
                <a:gd name="connsiteY83-20514" fmla="*/ 640055 h 1059043"/>
                <a:gd name="connsiteX84-20515" fmla="*/ 567474 w 3024845"/>
                <a:gd name="connsiteY84-20516" fmla="*/ 639075 h 1059043"/>
                <a:gd name="connsiteX85-20517" fmla="*/ 567474 w 3024845"/>
                <a:gd name="connsiteY85-20518" fmla="*/ 633401 h 1059043"/>
                <a:gd name="connsiteX86-20519" fmla="*/ 605981 w 3024845"/>
                <a:gd name="connsiteY86-20520" fmla="*/ 633401 h 1059043"/>
                <a:gd name="connsiteX87-20521" fmla="*/ 605981 w 3024845"/>
                <a:gd name="connsiteY87-20522" fmla="*/ 657180 h 1059043"/>
                <a:gd name="connsiteX88-20523" fmla="*/ 608007 w 3024845"/>
                <a:gd name="connsiteY88-20524" fmla="*/ 657180 h 1059043"/>
                <a:gd name="connsiteX89-20525" fmla="*/ 622194 w 3024845"/>
                <a:gd name="connsiteY89-20526" fmla="*/ 657180 h 1059043"/>
                <a:gd name="connsiteX90-20527" fmla="*/ 622194 w 3024845"/>
                <a:gd name="connsiteY90-20528" fmla="*/ 658261 h 1059043"/>
                <a:gd name="connsiteX91-20529" fmla="*/ 622194 w 3024845"/>
                <a:gd name="connsiteY91-20530" fmla="*/ 665827 h 1059043"/>
                <a:gd name="connsiteX92-20531" fmla="*/ 623968 w 3024845"/>
                <a:gd name="connsiteY92-20532" fmla="*/ 665827 h 1059043"/>
                <a:gd name="connsiteX93-20533" fmla="*/ 636381 w 3024845"/>
                <a:gd name="connsiteY93-20534" fmla="*/ 665827 h 1059043"/>
                <a:gd name="connsiteX94-20535" fmla="*/ 636381 w 3024845"/>
                <a:gd name="connsiteY94-20536" fmla="*/ 642048 h 1059043"/>
                <a:gd name="connsiteX95-20537" fmla="*/ 637394 w 3024845"/>
                <a:gd name="connsiteY95-20538" fmla="*/ 642048 h 1059043"/>
                <a:gd name="connsiteX96-20539" fmla="*/ 644488 w 3024845"/>
                <a:gd name="connsiteY96-20540" fmla="*/ 642048 h 1059043"/>
                <a:gd name="connsiteX97-20541" fmla="*/ 644488 w 3024845"/>
                <a:gd name="connsiteY97-20542" fmla="*/ 609621 h 1059043"/>
                <a:gd name="connsiteX98-20543" fmla="*/ 645501 w 3024845"/>
                <a:gd name="connsiteY98-20544" fmla="*/ 609621 h 1059043"/>
                <a:gd name="connsiteX99-20545" fmla="*/ 652595 w 3024845"/>
                <a:gd name="connsiteY99-20546" fmla="*/ 609621 h 1059043"/>
                <a:gd name="connsiteX100-20547" fmla="*/ 652595 w 3024845"/>
                <a:gd name="connsiteY100-20548" fmla="*/ 607730 h 1059043"/>
                <a:gd name="connsiteX101-20549" fmla="*/ 652595 w 3024845"/>
                <a:gd name="connsiteY101-20550" fmla="*/ 594489 h 1059043"/>
                <a:gd name="connsiteX102-20551" fmla="*/ 651328 w 3024845"/>
                <a:gd name="connsiteY102-20552" fmla="*/ 592867 h 1059043"/>
                <a:gd name="connsiteX103-20553" fmla="*/ 656648 w 3024845"/>
                <a:gd name="connsiteY103-20554" fmla="*/ 581518 h 1059043"/>
                <a:gd name="connsiteX104-20555" fmla="*/ 664755 w 3024845"/>
                <a:gd name="connsiteY104-20556" fmla="*/ 609621 h 1059043"/>
                <a:gd name="connsiteX105-20557" fmla="*/ 665515 w 3024845"/>
                <a:gd name="connsiteY105-20558" fmla="*/ 609621 h 1059043"/>
                <a:gd name="connsiteX106-20559" fmla="*/ 670835 w 3024845"/>
                <a:gd name="connsiteY106-20560" fmla="*/ 609621 h 1059043"/>
                <a:gd name="connsiteX107-20561" fmla="*/ 670835 w 3024845"/>
                <a:gd name="connsiteY107-20562" fmla="*/ 503694 h 1059043"/>
                <a:gd name="connsiteX108-20563" fmla="*/ 672355 w 3024845"/>
                <a:gd name="connsiteY108-20564" fmla="*/ 503694 h 1059043"/>
                <a:gd name="connsiteX109-20565" fmla="*/ 682995 w 3024845"/>
                <a:gd name="connsiteY109-20566" fmla="*/ 503694 h 1059043"/>
                <a:gd name="connsiteX110-20567" fmla="*/ 682995 w 3024845"/>
                <a:gd name="connsiteY110-20568" fmla="*/ 456135 h 1059043"/>
                <a:gd name="connsiteX111-20569" fmla="*/ 709342 w 3024845"/>
                <a:gd name="connsiteY111-20570" fmla="*/ 456135 h 1059043"/>
                <a:gd name="connsiteX112-20571" fmla="*/ 709342 w 3024845"/>
                <a:gd name="connsiteY112-20572" fmla="*/ 434517 h 1059043"/>
                <a:gd name="connsiteX113-20573" fmla="*/ 743796 w 3024845"/>
                <a:gd name="connsiteY113-20574" fmla="*/ 434517 h 1059043"/>
                <a:gd name="connsiteX114-20575" fmla="*/ 743796 w 3024845"/>
                <a:gd name="connsiteY114-20576" fmla="*/ 436949 h 1059043"/>
                <a:gd name="connsiteX115-20577" fmla="*/ 743796 w 3024845"/>
                <a:gd name="connsiteY115-20578" fmla="*/ 453973 h 1059043"/>
                <a:gd name="connsiteX116-20579" fmla="*/ 746076 w 3024845"/>
                <a:gd name="connsiteY116-20580" fmla="*/ 453973 h 1059043"/>
                <a:gd name="connsiteX117-20581" fmla="*/ 762036 w 3024845"/>
                <a:gd name="connsiteY117-20582" fmla="*/ 453973 h 1059043"/>
                <a:gd name="connsiteX118-20583" fmla="*/ 762036 w 3024845"/>
                <a:gd name="connsiteY118-20584" fmla="*/ 501532 h 1059043"/>
                <a:gd name="connsiteX119-20585" fmla="*/ 763049 w 3024845"/>
                <a:gd name="connsiteY119-20586" fmla="*/ 501532 h 1059043"/>
                <a:gd name="connsiteX120-20587" fmla="*/ 770143 w 3024845"/>
                <a:gd name="connsiteY120-20588" fmla="*/ 501532 h 1059043"/>
                <a:gd name="connsiteX121-20589" fmla="*/ 784330 w 3024845"/>
                <a:gd name="connsiteY121-20590" fmla="*/ 505856 h 1059043"/>
                <a:gd name="connsiteX122-20591" fmla="*/ 784330 w 3024845"/>
                <a:gd name="connsiteY122-20592" fmla="*/ 544768 h 1059043"/>
                <a:gd name="connsiteX123-20593" fmla="*/ 785343 w 3024845"/>
                <a:gd name="connsiteY123-20594" fmla="*/ 544768 h 1059043"/>
                <a:gd name="connsiteX124-20595" fmla="*/ 792436 w 3024845"/>
                <a:gd name="connsiteY124-20596" fmla="*/ 544768 h 1059043"/>
                <a:gd name="connsiteX125-20597" fmla="*/ 792436 w 3024845"/>
                <a:gd name="connsiteY125-20598" fmla="*/ 546389 h 1059043"/>
                <a:gd name="connsiteX126-20599" fmla="*/ 792436 w 3024845"/>
                <a:gd name="connsiteY126-20600" fmla="*/ 557738 h 1059043"/>
                <a:gd name="connsiteX127-20601" fmla="*/ 794463 w 3024845"/>
                <a:gd name="connsiteY127-20602" fmla="*/ 557738 h 1059043"/>
                <a:gd name="connsiteX128-20603" fmla="*/ 808650 w 3024845"/>
                <a:gd name="connsiteY128-20604" fmla="*/ 557738 h 1059043"/>
                <a:gd name="connsiteX129-20605" fmla="*/ 814730 w 3024845"/>
                <a:gd name="connsiteY129-20606" fmla="*/ 564224 h 1059043"/>
                <a:gd name="connsiteX130-20607" fmla="*/ 814730 w 3024845"/>
                <a:gd name="connsiteY130-20608" fmla="*/ 585842 h 1059043"/>
                <a:gd name="connsiteX131-20609" fmla="*/ 817010 w 3024845"/>
                <a:gd name="connsiteY131-20610" fmla="*/ 585842 h 1059043"/>
                <a:gd name="connsiteX132-20611" fmla="*/ 832970 w 3024845"/>
                <a:gd name="connsiteY132-20612" fmla="*/ 585842 h 1059043"/>
                <a:gd name="connsiteX133-20613" fmla="*/ 832970 w 3024845"/>
                <a:gd name="connsiteY133-20614" fmla="*/ 586922 h 1059043"/>
                <a:gd name="connsiteX134-20615" fmla="*/ 832970 w 3024845"/>
                <a:gd name="connsiteY134-20616" fmla="*/ 594489 h 1059043"/>
                <a:gd name="connsiteX135-20617" fmla="*/ 834237 w 3024845"/>
                <a:gd name="connsiteY135-20618" fmla="*/ 594489 h 1059043"/>
                <a:gd name="connsiteX136-20619" fmla="*/ 843104 w 3024845"/>
                <a:gd name="connsiteY136-20620" fmla="*/ 594489 h 1059043"/>
                <a:gd name="connsiteX137-20621" fmla="*/ 843104 w 3024845"/>
                <a:gd name="connsiteY137-20622" fmla="*/ 596650 h 1059043"/>
                <a:gd name="connsiteX138-20623" fmla="*/ 843104 w 3024845"/>
                <a:gd name="connsiteY138-20624" fmla="*/ 611783 h 1059043"/>
                <a:gd name="connsiteX139-20625" fmla="*/ 847157 w 3024845"/>
                <a:gd name="connsiteY139-20626" fmla="*/ 609891 h 1059043"/>
                <a:gd name="connsiteX140-20627" fmla="*/ 847157 w 3024845"/>
                <a:gd name="connsiteY140-20628" fmla="*/ 596650 h 1059043"/>
                <a:gd name="connsiteX141-20629" fmla="*/ 848170 w 3024845"/>
                <a:gd name="connsiteY141-20630" fmla="*/ 596650 h 1059043"/>
                <a:gd name="connsiteX142-20631" fmla="*/ 855264 w 3024845"/>
                <a:gd name="connsiteY142-20632" fmla="*/ 596650 h 1059043"/>
                <a:gd name="connsiteX143-20633" fmla="*/ 855264 w 3024845"/>
                <a:gd name="connsiteY143-20634" fmla="*/ 598272 h 1059043"/>
                <a:gd name="connsiteX144-20635" fmla="*/ 855264 w 3024845"/>
                <a:gd name="connsiteY144-20636" fmla="*/ 609621 h 1059043"/>
                <a:gd name="connsiteX145-20637" fmla="*/ 856024 w 3024845"/>
                <a:gd name="connsiteY145-20638" fmla="*/ 609621 h 1059043"/>
                <a:gd name="connsiteX146-20639" fmla="*/ 861344 w 3024845"/>
                <a:gd name="connsiteY146-20640" fmla="*/ 609621 h 1059043"/>
                <a:gd name="connsiteX147-20641" fmla="*/ 909984 w 3024845"/>
                <a:gd name="connsiteY147-20642" fmla="*/ 605298 h 1059043"/>
                <a:gd name="connsiteX148-20643" fmla="*/ 909984 w 3024845"/>
                <a:gd name="connsiteY148-20644" fmla="*/ 606649 h 1059043"/>
                <a:gd name="connsiteX149-20645" fmla="*/ 909984 w 3024845"/>
                <a:gd name="connsiteY149-20646" fmla="*/ 616106 h 1059043"/>
                <a:gd name="connsiteX150-20647" fmla="*/ 910744 w 3024845"/>
                <a:gd name="connsiteY150-20648" fmla="*/ 616106 h 1059043"/>
                <a:gd name="connsiteX151-20649" fmla="*/ 916065 w 3024845"/>
                <a:gd name="connsiteY151-20650" fmla="*/ 616106 h 1059043"/>
                <a:gd name="connsiteX152-20651" fmla="*/ 916065 w 3024845"/>
                <a:gd name="connsiteY152-20652" fmla="*/ 618268 h 1059043"/>
                <a:gd name="connsiteX153-20653" fmla="*/ 916065 w 3024845"/>
                <a:gd name="connsiteY153-20654" fmla="*/ 633401 h 1059043"/>
                <a:gd name="connsiteX154-20655" fmla="*/ 918091 w 3024845"/>
                <a:gd name="connsiteY154-20656" fmla="*/ 632050 h 1059043"/>
                <a:gd name="connsiteX155-20657" fmla="*/ 932278 w 3024845"/>
                <a:gd name="connsiteY155-20658" fmla="*/ 622592 h 1059043"/>
                <a:gd name="connsiteX156-20659" fmla="*/ 938358 w 3024845"/>
                <a:gd name="connsiteY156-20660" fmla="*/ 581518 h 1059043"/>
                <a:gd name="connsiteX157-20661" fmla="*/ 939118 w 3024845"/>
                <a:gd name="connsiteY157-20662" fmla="*/ 581248 h 1059043"/>
                <a:gd name="connsiteX158-20663" fmla="*/ 944438 w 3024845"/>
                <a:gd name="connsiteY158-20664" fmla="*/ 579356 h 1059043"/>
                <a:gd name="connsiteX159-20665" fmla="*/ 946465 w 3024845"/>
                <a:gd name="connsiteY159-20666" fmla="*/ 510179 h 1059043"/>
                <a:gd name="connsiteX160-20667" fmla="*/ 948492 w 3024845"/>
                <a:gd name="connsiteY160-20668" fmla="*/ 579356 h 1059043"/>
                <a:gd name="connsiteX161-20669" fmla="*/ 949252 w 3024845"/>
                <a:gd name="connsiteY161-20670" fmla="*/ 579626 h 1059043"/>
                <a:gd name="connsiteX162-20671" fmla="*/ 954572 w 3024845"/>
                <a:gd name="connsiteY162-20672" fmla="*/ 581518 h 1059043"/>
                <a:gd name="connsiteX163-20673" fmla="*/ 954572 w 3024845"/>
                <a:gd name="connsiteY163-20674" fmla="*/ 495047 h 1059043"/>
                <a:gd name="connsiteX164-20675" fmla="*/ 958625 w 3024845"/>
                <a:gd name="connsiteY164-20676" fmla="*/ 462620 h 1059043"/>
                <a:gd name="connsiteX165-20677" fmla="*/ 997132 w 3024845"/>
                <a:gd name="connsiteY165-20678" fmla="*/ 462620 h 1059043"/>
                <a:gd name="connsiteX166-20679" fmla="*/ 997132 w 3024845"/>
                <a:gd name="connsiteY166-20680" fmla="*/ 495047 h 1059043"/>
                <a:gd name="connsiteX167-20681" fmla="*/ 997892 w 3024845"/>
                <a:gd name="connsiteY167-20682" fmla="*/ 495047 h 1059043"/>
                <a:gd name="connsiteX168-20683" fmla="*/ 1003212 w 3024845"/>
                <a:gd name="connsiteY168-20684" fmla="*/ 495047 h 1059043"/>
                <a:gd name="connsiteX169-20685" fmla="*/ 1003212 w 3024845"/>
                <a:gd name="connsiteY169-20686" fmla="*/ 412899 h 1059043"/>
                <a:gd name="connsiteX170-20687" fmla="*/ 1004986 w 3024845"/>
                <a:gd name="connsiteY170-20688" fmla="*/ 412899 h 1059043"/>
                <a:gd name="connsiteX171-20689" fmla="*/ 1017399 w 3024845"/>
                <a:gd name="connsiteY171-20690" fmla="*/ 412899 h 1059043"/>
                <a:gd name="connsiteX172-20691" fmla="*/ 1017399 w 3024845"/>
                <a:gd name="connsiteY172-20692" fmla="*/ 411008 h 1059043"/>
                <a:gd name="connsiteX173-20693" fmla="*/ 1017399 w 3024845"/>
                <a:gd name="connsiteY173-20694" fmla="*/ 397767 h 1059043"/>
                <a:gd name="connsiteX174-20695" fmla="*/ 1039693 w 3024845"/>
                <a:gd name="connsiteY174-20696" fmla="*/ 397767 h 1059043"/>
                <a:gd name="connsiteX175-20697" fmla="*/ 1039693 w 3024845"/>
                <a:gd name="connsiteY175-20698" fmla="*/ 396686 h 1059043"/>
                <a:gd name="connsiteX176-20699" fmla="*/ 1039693 w 3024845"/>
                <a:gd name="connsiteY176-20700" fmla="*/ 389120 h 1059043"/>
                <a:gd name="connsiteX177-20701" fmla="*/ 1041466 w 3024845"/>
                <a:gd name="connsiteY177-20702" fmla="*/ 389120 h 1059043"/>
                <a:gd name="connsiteX178-20703" fmla="*/ 1053880 w 3024845"/>
                <a:gd name="connsiteY178-20704" fmla="*/ 389120 h 1059043"/>
                <a:gd name="connsiteX179-20705" fmla="*/ 1053880 w 3024845"/>
                <a:gd name="connsiteY179-20706" fmla="*/ 390201 h 1059043"/>
                <a:gd name="connsiteX180-20707" fmla="*/ 1053880 w 3024845"/>
                <a:gd name="connsiteY180-20708" fmla="*/ 397767 h 1059043"/>
                <a:gd name="connsiteX181-20709" fmla="*/ 1054640 w 3024845"/>
                <a:gd name="connsiteY181-20710" fmla="*/ 397767 h 1059043"/>
                <a:gd name="connsiteX182-20711" fmla="*/ 1059960 w 3024845"/>
                <a:gd name="connsiteY182-20712" fmla="*/ 397767 h 1059043"/>
                <a:gd name="connsiteX183-20713" fmla="*/ 1070093 w 3024845"/>
                <a:gd name="connsiteY183-20714" fmla="*/ 393443 h 1059043"/>
                <a:gd name="connsiteX184-20715" fmla="*/ 1074146 w 3024845"/>
                <a:gd name="connsiteY184-20716" fmla="*/ 396686 h 1059043"/>
                <a:gd name="connsiteX185-20717" fmla="*/ 1074146 w 3024845"/>
                <a:gd name="connsiteY185-20718" fmla="*/ 389120 h 1059043"/>
                <a:gd name="connsiteX186-20719" fmla="*/ 1076426 w 3024845"/>
                <a:gd name="connsiteY186-20720" fmla="*/ 389120 h 1059043"/>
                <a:gd name="connsiteX187-20721" fmla="*/ 1092387 w 3024845"/>
                <a:gd name="connsiteY187-20722" fmla="*/ 389120 h 1059043"/>
                <a:gd name="connsiteX188-20723" fmla="*/ 1092387 w 3024845"/>
                <a:gd name="connsiteY188-20724" fmla="*/ 390201 h 1059043"/>
                <a:gd name="connsiteX189-20725" fmla="*/ 1092387 w 3024845"/>
                <a:gd name="connsiteY189-20726" fmla="*/ 397767 h 1059043"/>
                <a:gd name="connsiteX190-20727" fmla="*/ 1122787 w 3024845"/>
                <a:gd name="connsiteY190-20728" fmla="*/ 397767 h 1059043"/>
                <a:gd name="connsiteX191-20729" fmla="*/ 1122787 w 3024845"/>
                <a:gd name="connsiteY191-20730" fmla="*/ 399388 h 1059043"/>
                <a:gd name="connsiteX192-20731" fmla="*/ 1122787 w 3024845"/>
                <a:gd name="connsiteY192-20732" fmla="*/ 410738 h 1059043"/>
                <a:gd name="connsiteX193-20733" fmla="*/ 1149134 w 3024845"/>
                <a:gd name="connsiteY193-20734" fmla="*/ 410738 h 1059043"/>
                <a:gd name="connsiteX194-20735" fmla="*/ 1149134 w 3024845"/>
                <a:gd name="connsiteY194-20736" fmla="*/ 441002 h 1059043"/>
                <a:gd name="connsiteX195-20737" fmla="*/ 1149894 w 3024845"/>
                <a:gd name="connsiteY195-20738" fmla="*/ 441002 h 1059043"/>
                <a:gd name="connsiteX196-20739" fmla="*/ 1155214 w 3024845"/>
                <a:gd name="connsiteY196-20740" fmla="*/ 441002 h 1059043"/>
                <a:gd name="connsiteX197-20741" fmla="*/ 1155214 w 3024845"/>
                <a:gd name="connsiteY197-20742" fmla="*/ 442083 h 1059043"/>
                <a:gd name="connsiteX198-20743" fmla="*/ 1155214 w 3024845"/>
                <a:gd name="connsiteY198-20744" fmla="*/ 449650 h 1059043"/>
                <a:gd name="connsiteX199-20745" fmla="*/ 1159268 w 3024845"/>
                <a:gd name="connsiteY199-20746" fmla="*/ 479914 h 1059043"/>
                <a:gd name="connsiteX200-20747" fmla="*/ 1160028 w 3024845"/>
                <a:gd name="connsiteY200-20748" fmla="*/ 479914 h 1059043"/>
                <a:gd name="connsiteX201-20749" fmla="*/ 1165348 w 3024845"/>
                <a:gd name="connsiteY201-20750" fmla="*/ 479914 h 1059043"/>
                <a:gd name="connsiteX202-20751" fmla="*/ 1165348 w 3024845"/>
                <a:gd name="connsiteY202-20752" fmla="*/ 480725 h 1059043"/>
                <a:gd name="connsiteX203-20753" fmla="*/ 1165348 w 3024845"/>
                <a:gd name="connsiteY203-20754" fmla="*/ 486400 h 1059043"/>
                <a:gd name="connsiteX204-20755" fmla="*/ 1166361 w 3024845"/>
                <a:gd name="connsiteY204-20756" fmla="*/ 486400 h 1059043"/>
                <a:gd name="connsiteX205-20757" fmla="*/ 1173454 w 3024845"/>
                <a:gd name="connsiteY205-20758" fmla="*/ 486400 h 1059043"/>
                <a:gd name="connsiteX206-20759" fmla="*/ 1173454 w 3024845"/>
                <a:gd name="connsiteY206-20760" fmla="*/ 516665 h 1059043"/>
                <a:gd name="connsiteX207-20761" fmla="*/ 1175481 w 3024845"/>
                <a:gd name="connsiteY207-20762" fmla="*/ 516665 h 1059043"/>
                <a:gd name="connsiteX208-20763" fmla="*/ 1189668 w 3024845"/>
                <a:gd name="connsiteY208-20764" fmla="*/ 516665 h 1059043"/>
                <a:gd name="connsiteX209-20765" fmla="*/ 1189668 w 3024845"/>
                <a:gd name="connsiteY209-20766" fmla="*/ 540444 h 1059043"/>
                <a:gd name="connsiteX210-20767" fmla="*/ 1191695 w 3024845"/>
                <a:gd name="connsiteY210-20768" fmla="*/ 542065 h 1059043"/>
                <a:gd name="connsiteX211-20769" fmla="*/ 1191695 w 3024845"/>
                <a:gd name="connsiteY211-20770" fmla="*/ 553415 h 1059043"/>
                <a:gd name="connsiteX212-20771" fmla="*/ 1192455 w 3024845"/>
                <a:gd name="connsiteY212-20772" fmla="*/ 553415 h 1059043"/>
                <a:gd name="connsiteX213-20773" fmla="*/ 1197775 w 3024845"/>
                <a:gd name="connsiteY213-20774" fmla="*/ 553415 h 1059043"/>
                <a:gd name="connsiteX214-20775" fmla="*/ 1197775 w 3024845"/>
                <a:gd name="connsiteY214-20776" fmla="*/ 577194 h 1059043"/>
                <a:gd name="connsiteX215-20777" fmla="*/ 1199041 w 3024845"/>
                <a:gd name="connsiteY215-20778" fmla="*/ 577194 h 1059043"/>
                <a:gd name="connsiteX216-20779" fmla="*/ 1207908 w 3024845"/>
                <a:gd name="connsiteY216-20780" fmla="*/ 577194 h 1059043"/>
                <a:gd name="connsiteX217-20781" fmla="*/ 1209935 w 3024845"/>
                <a:gd name="connsiteY217-20782" fmla="*/ 581248 h 1059043"/>
                <a:gd name="connsiteX218-20783" fmla="*/ 1209935 w 3024845"/>
                <a:gd name="connsiteY218-20784" fmla="*/ 594489 h 1059043"/>
                <a:gd name="connsiteX219-20785" fmla="*/ 1211455 w 3024845"/>
                <a:gd name="connsiteY219-20786" fmla="*/ 592597 h 1059043"/>
                <a:gd name="connsiteX220-20787" fmla="*/ 1222095 w 3024845"/>
                <a:gd name="connsiteY220-20788" fmla="*/ 579356 h 1059043"/>
                <a:gd name="connsiteX221-20789" fmla="*/ 1250469 w 3024845"/>
                <a:gd name="connsiteY221-20790" fmla="*/ 579356 h 1059043"/>
                <a:gd name="connsiteX222-20791" fmla="*/ 1250469 w 3024845"/>
                <a:gd name="connsiteY222-20792" fmla="*/ 665827 h 1059043"/>
                <a:gd name="connsiteX223-20793" fmla="*/ 1251229 w 3024845"/>
                <a:gd name="connsiteY223-20794" fmla="*/ 665827 h 1059043"/>
                <a:gd name="connsiteX224-20795" fmla="*/ 1256549 w 3024845"/>
                <a:gd name="connsiteY224-20796" fmla="*/ 665827 h 1059043"/>
                <a:gd name="connsiteX225-20797" fmla="*/ 1257309 w 3024845"/>
                <a:gd name="connsiteY225-20798" fmla="*/ 664476 h 1059043"/>
                <a:gd name="connsiteX226-20799" fmla="*/ 1262629 w 3024845"/>
                <a:gd name="connsiteY226-20800" fmla="*/ 655018 h 1059043"/>
                <a:gd name="connsiteX227-20801" fmla="*/ 1262629 w 3024845"/>
                <a:gd name="connsiteY227-20802" fmla="*/ 656910 h 1059043"/>
                <a:gd name="connsiteX228-20803" fmla="*/ 1262629 w 3024845"/>
                <a:gd name="connsiteY228-20804" fmla="*/ 670151 h 1059043"/>
                <a:gd name="connsiteX229-20805" fmla="*/ 1266682 w 3024845"/>
                <a:gd name="connsiteY229-20806" fmla="*/ 624754 h 1059043"/>
                <a:gd name="connsiteX230-20807" fmla="*/ 1267442 w 3024845"/>
                <a:gd name="connsiteY230-20808" fmla="*/ 624754 h 1059043"/>
                <a:gd name="connsiteX231-20809" fmla="*/ 1272762 w 3024845"/>
                <a:gd name="connsiteY231-20810" fmla="*/ 624754 h 1059043"/>
                <a:gd name="connsiteX232-20811" fmla="*/ 1272762 w 3024845"/>
                <a:gd name="connsiteY232-20812" fmla="*/ 559900 h 1059043"/>
                <a:gd name="connsiteX233-20813" fmla="*/ 1273776 w 3024845"/>
                <a:gd name="connsiteY233-20814" fmla="*/ 559900 h 1059043"/>
                <a:gd name="connsiteX234-20815" fmla="*/ 1280869 w 3024845"/>
                <a:gd name="connsiteY234-20816" fmla="*/ 559900 h 1059043"/>
                <a:gd name="connsiteX235-20817" fmla="*/ 1293029 w 3024845"/>
                <a:gd name="connsiteY235-20818" fmla="*/ 516665 h 1059043"/>
                <a:gd name="connsiteX236-20819" fmla="*/ 1294296 w 3024845"/>
                <a:gd name="connsiteY236-20820" fmla="*/ 516665 h 1059043"/>
                <a:gd name="connsiteX237-20821" fmla="*/ 1303163 w 3024845"/>
                <a:gd name="connsiteY237-20822" fmla="*/ 516665 h 1059043"/>
                <a:gd name="connsiteX238-20823" fmla="*/ 1313296 w 3024845"/>
                <a:gd name="connsiteY238-20824" fmla="*/ 559900 h 1059043"/>
                <a:gd name="connsiteX239-20825" fmla="*/ 1314309 w 3024845"/>
                <a:gd name="connsiteY239-20826" fmla="*/ 559900 h 1059043"/>
                <a:gd name="connsiteX240-20827" fmla="*/ 1321403 w 3024845"/>
                <a:gd name="connsiteY240-20828" fmla="*/ 559900 h 1059043"/>
                <a:gd name="connsiteX241-20829" fmla="*/ 1321403 w 3024845"/>
                <a:gd name="connsiteY241-20830" fmla="*/ 598812 h 1059043"/>
                <a:gd name="connsiteX242-20831" fmla="*/ 1323176 w 3024845"/>
                <a:gd name="connsiteY242-20832" fmla="*/ 598812 h 1059043"/>
                <a:gd name="connsiteX243-20833" fmla="*/ 1335590 w 3024845"/>
                <a:gd name="connsiteY243-20834" fmla="*/ 598812 h 1059043"/>
                <a:gd name="connsiteX244-20835" fmla="*/ 1335590 w 3024845"/>
                <a:gd name="connsiteY244-20836" fmla="*/ 600974 h 1059043"/>
                <a:gd name="connsiteX245-20837" fmla="*/ 1335590 w 3024845"/>
                <a:gd name="connsiteY245-20838" fmla="*/ 616106 h 1059043"/>
                <a:gd name="connsiteX246-20839" fmla="*/ 1339643 w 3024845"/>
                <a:gd name="connsiteY246-20840" fmla="*/ 613945 h 1059043"/>
                <a:gd name="connsiteX247-20841" fmla="*/ 1339643 w 3024845"/>
                <a:gd name="connsiteY247-20842" fmla="*/ 598812 h 1059043"/>
                <a:gd name="connsiteX248-20843" fmla="*/ 1341163 w 3024845"/>
                <a:gd name="connsiteY248-20844" fmla="*/ 598812 h 1059043"/>
                <a:gd name="connsiteX249-20845" fmla="*/ 1351803 w 3024845"/>
                <a:gd name="connsiteY249-20846" fmla="*/ 598812 h 1059043"/>
                <a:gd name="connsiteX250-20847" fmla="*/ 1351803 w 3024845"/>
                <a:gd name="connsiteY250-20848" fmla="*/ 600433 h 1059043"/>
                <a:gd name="connsiteX251-20849" fmla="*/ 1351803 w 3024845"/>
                <a:gd name="connsiteY251-20850" fmla="*/ 611783 h 1059043"/>
                <a:gd name="connsiteX252-20851" fmla="*/ 1382204 w 3024845"/>
                <a:gd name="connsiteY252-20852" fmla="*/ 611783 h 1059043"/>
                <a:gd name="connsiteX253-20853" fmla="*/ 1382204 w 3024845"/>
                <a:gd name="connsiteY253-20854" fmla="*/ 575033 h 1059043"/>
                <a:gd name="connsiteX254-20855" fmla="*/ 1383470 w 3024845"/>
                <a:gd name="connsiteY254-20856" fmla="*/ 575033 h 1059043"/>
                <a:gd name="connsiteX255-20857" fmla="*/ 1392337 w 3024845"/>
                <a:gd name="connsiteY255-20858" fmla="*/ 575033 h 1059043"/>
                <a:gd name="connsiteX256-20859" fmla="*/ 1392337 w 3024845"/>
                <a:gd name="connsiteY256-20860" fmla="*/ 596650 h 1059043"/>
                <a:gd name="connsiteX257-20861" fmla="*/ 1394364 w 3024845"/>
                <a:gd name="connsiteY257-20862" fmla="*/ 564224 h 1059043"/>
                <a:gd name="connsiteX258-20863" fmla="*/ 1416657 w 3024845"/>
                <a:gd name="connsiteY258-20864" fmla="*/ 564224 h 1059043"/>
                <a:gd name="connsiteX259-20865" fmla="*/ 1416657 w 3024845"/>
                <a:gd name="connsiteY259-20866" fmla="*/ 562602 h 1059043"/>
                <a:gd name="connsiteX260-20867" fmla="*/ 1416657 w 3024845"/>
                <a:gd name="connsiteY260-20868" fmla="*/ 551253 h 1059043"/>
                <a:gd name="connsiteX261-20869" fmla="*/ 1417417 w 3024845"/>
                <a:gd name="connsiteY261-20870" fmla="*/ 551253 h 1059043"/>
                <a:gd name="connsiteX262-20871" fmla="*/ 1422737 w 3024845"/>
                <a:gd name="connsiteY262-20872" fmla="*/ 551253 h 1059043"/>
                <a:gd name="connsiteX263-20873" fmla="*/ 1422737 w 3024845"/>
                <a:gd name="connsiteY263-20874" fmla="*/ 549362 h 1059043"/>
                <a:gd name="connsiteX264-20875" fmla="*/ 1422737 w 3024845"/>
                <a:gd name="connsiteY264-20876" fmla="*/ 536121 h 1059043"/>
                <a:gd name="connsiteX265-20877" fmla="*/ 1426791 w 3024845"/>
                <a:gd name="connsiteY265-20878" fmla="*/ 542606 h 1059043"/>
                <a:gd name="connsiteX266-20879" fmla="*/ 1429071 w 3024845"/>
                <a:gd name="connsiteY266-20880" fmla="*/ 542606 h 1059043"/>
                <a:gd name="connsiteX267-20881" fmla="*/ 1445031 w 3024845"/>
                <a:gd name="connsiteY267-20882" fmla="*/ 542606 h 1059043"/>
                <a:gd name="connsiteX268-20883" fmla="*/ 1445031 w 3024845"/>
                <a:gd name="connsiteY268-20884" fmla="*/ 541795 h 1059043"/>
                <a:gd name="connsiteX269-20885" fmla="*/ 1445031 w 3024845"/>
                <a:gd name="connsiteY269-20886" fmla="*/ 536121 h 1059043"/>
                <a:gd name="connsiteX270-20887" fmla="*/ 1445791 w 3024845"/>
                <a:gd name="connsiteY270-20888" fmla="*/ 536121 h 1059043"/>
                <a:gd name="connsiteX271-20889" fmla="*/ 1451111 w 3024845"/>
                <a:gd name="connsiteY271-20890" fmla="*/ 536121 h 1059043"/>
                <a:gd name="connsiteX272-20891" fmla="*/ 1451111 w 3024845"/>
                <a:gd name="connsiteY272-20892" fmla="*/ 537472 h 1059043"/>
                <a:gd name="connsiteX273-20893" fmla="*/ 1451111 w 3024845"/>
                <a:gd name="connsiteY273-20894" fmla="*/ 546930 h 1059043"/>
                <a:gd name="connsiteX274-20895" fmla="*/ 1489618 w 3024845"/>
                <a:gd name="connsiteY274-20896" fmla="*/ 546930 h 1059043"/>
                <a:gd name="connsiteX275-20897" fmla="*/ 1489618 w 3024845"/>
                <a:gd name="connsiteY275-20898" fmla="*/ 685283 h 1059043"/>
                <a:gd name="connsiteX276-20899" fmla="*/ 1491138 w 3024845"/>
                <a:gd name="connsiteY276-20900" fmla="*/ 685283 h 1059043"/>
                <a:gd name="connsiteX277-20901" fmla="*/ 1501778 w 3024845"/>
                <a:gd name="connsiteY277-20902" fmla="*/ 685283 h 1059043"/>
                <a:gd name="connsiteX278-20903" fmla="*/ 1501778 w 3024845"/>
                <a:gd name="connsiteY278-20904" fmla="*/ 672313 h 1059043"/>
                <a:gd name="connsiteX279-20905" fmla="*/ 1505832 w 3024845"/>
                <a:gd name="connsiteY279-20906" fmla="*/ 672313 h 1059043"/>
                <a:gd name="connsiteX280-20907" fmla="*/ 1505832 w 3024845"/>
                <a:gd name="connsiteY280-20908" fmla="*/ 685283 h 1059043"/>
                <a:gd name="connsiteX281-20909" fmla="*/ 1536232 w 3024845"/>
                <a:gd name="connsiteY281-20910" fmla="*/ 685283 h 1059043"/>
                <a:gd name="connsiteX282-20911" fmla="*/ 1536232 w 3024845"/>
                <a:gd name="connsiteY282-20912" fmla="*/ 655018 h 1059043"/>
                <a:gd name="connsiteX283-20913" fmla="*/ 1548392 w 3024845"/>
                <a:gd name="connsiteY283-20914" fmla="*/ 655018 h 1059043"/>
                <a:gd name="connsiteX284-20915" fmla="*/ 1560552 w 3024845"/>
                <a:gd name="connsiteY284-20916" fmla="*/ 652857 h 1059043"/>
                <a:gd name="connsiteX285-20917" fmla="*/ 1564606 w 3024845"/>
                <a:gd name="connsiteY285-20918" fmla="*/ 655018 h 1059043"/>
                <a:gd name="connsiteX286-20919" fmla="*/ 1574739 w 3024845"/>
                <a:gd name="connsiteY286-20920" fmla="*/ 655018 h 1059043"/>
                <a:gd name="connsiteX287-20921" fmla="*/ 1574739 w 3024845"/>
                <a:gd name="connsiteY287-20922" fmla="*/ 685283 h 1059043"/>
                <a:gd name="connsiteX288-20923" fmla="*/ 1582846 w 3024845"/>
                <a:gd name="connsiteY288-20924" fmla="*/ 685283 h 1059043"/>
                <a:gd name="connsiteX289-20925" fmla="*/ 1582846 w 3024845"/>
                <a:gd name="connsiteY289-20926" fmla="*/ 702578 h 1059043"/>
                <a:gd name="connsiteX290-20927" fmla="*/ 1592182 w 3024845"/>
                <a:gd name="connsiteY290-20928" fmla="*/ 703483 h 1059043"/>
                <a:gd name="connsiteX291-20929" fmla="*/ 1605140 w 3024845"/>
                <a:gd name="connsiteY291-20930" fmla="*/ 703483 h 1059043"/>
                <a:gd name="connsiteX292-20931" fmla="*/ 1605140 w 3024845"/>
                <a:gd name="connsiteY292-20932" fmla="*/ 687445 h 1059043"/>
                <a:gd name="connsiteX293-20933" fmla="*/ 1673096 w 3024845"/>
                <a:gd name="connsiteY293-20934" fmla="*/ 687445 h 1059043"/>
                <a:gd name="connsiteX294-20935" fmla="*/ 1673096 w 3024845"/>
                <a:gd name="connsiteY294-20936" fmla="*/ 602192 h 1059043"/>
                <a:gd name="connsiteX295-20937" fmla="*/ 1745104 w 3024845"/>
                <a:gd name="connsiteY295-20938" fmla="*/ 602192 h 1059043"/>
                <a:gd name="connsiteX296-20939" fmla="*/ 1745104 w 3024845"/>
                <a:gd name="connsiteY296-20940" fmla="*/ 680960 h 1059043"/>
                <a:gd name="connsiteX297-20941" fmla="*/ 1747008 w 3024845"/>
                <a:gd name="connsiteY297-20942" fmla="*/ 680960 h 1059043"/>
                <a:gd name="connsiteX298-20943" fmla="*/ 1748250 w 3024845"/>
                <a:gd name="connsiteY298-20944" fmla="*/ 703483 h 1059043"/>
                <a:gd name="connsiteX299-20945" fmla="*/ 1757926 w 3024845"/>
                <a:gd name="connsiteY299-20946" fmla="*/ 703483 h 1059043"/>
                <a:gd name="connsiteX300-20947" fmla="*/ 1759168 w 3024845"/>
                <a:gd name="connsiteY300-20948" fmla="*/ 680960 h 1059043"/>
                <a:gd name="connsiteX301-20949" fmla="*/ 1765248 w 3024845"/>
                <a:gd name="connsiteY301-20950" fmla="*/ 680960 h 1059043"/>
                <a:gd name="connsiteX302-20951" fmla="*/ 1766490 w 3024845"/>
                <a:gd name="connsiteY302-20952" fmla="*/ 703483 h 1059043"/>
                <a:gd name="connsiteX303-20953" fmla="*/ 1817112 w 3024845"/>
                <a:gd name="connsiteY303-20954" fmla="*/ 703483 h 1059043"/>
                <a:gd name="connsiteX304-20955" fmla="*/ 1817112 w 3024845"/>
                <a:gd name="connsiteY304-20956" fmla="*/ 540455 h 1059043"/>
                <a:gd name="connsiteX305-20957" fmla="*/ 2014439 w 3024845"/>
                <a:gd name="connsiteY305-20958" fmla="*/ 540455 h 1059043"/>
                <a:gd name="connsiteX306-20959" fmla="*/ 2014439 w 3024845"/>
                <a:gd name="connsiteY306-20960" fmla="*/ 703483 h 1059043"/>
                <a:gd name="connsiteX307-20961" fmla="*/ 2033136 w 3024845"/>
                <a:gd name="connsiteY307-20962" fmla="*/ 703483 h 1059043"/>
                <a:gd name="connsiteX308-20963" fmla="*/ 2033136 w 3024845"/>
                <a:gd name="connsiteY308-20964" fmla="*/ 620790 h 1059043"/>
                <a:gd name="connsiteX309-20965" fmla="*/ 2128256 w 3024845"/>
                <a:gd name="connsiteY309-20966" fmla="*/ 620790 h 1059043"/>
                <a:gd name="connsiteX310-20967" fmla="*/ 2128026 w 3024845"/>
                <a:gd name="connsiteY310-20968" fmla="*/ 281031 h 1059043"/>
                <a:gd name="connsiteX311-20969" fmla="*/ 2121946 w 3024845"/>
                <a:gd name="connsiteY311-20970" fmla="*/ 276707 h 1059043"/>
                <a:gd name="connsiteX312-20971" fmla="*/ 2130053 w 3024845"/>
                <a:gd name="connsiteY312-20972" fmla="*/ 252928 h 1059043"/>
                <a:gd name="connsiteX313-20973" fmla="*/ 2130053 w 3024845"/>
                <a:gd name="connsiteY313-20974" fmla="*/ 235634 h 1059043"/>
                <a:gd name="connsiteX314-20975" fmla="*/ 2144240 w 3024845"/>
                <a:gd name="connsiteY314-20976" fmla="*/ 235634 h 1059043"/>
                <a:gd name="connsiteX315-20977" fmla="*/ 2144240 w 3024845"/>
                <a:gd name="connsiteY315-20978" fmla="*/ 214016 h 1059043"/>
                <a:gd name="connsiteX316-20979" fmla="*/ 2146266 w 3024845"/>
                <a:gd name="connsiteY316-20980" fmla="*/ 209692 h 1059043"/>
                <a:gd name="connsiteX317-20981" fmla="*/ 2146266 w 3024845"/>
                <a:gd name="connsiteY317-20982" fmla="*/ 131868 h 1059043"/>
                <a:gd name="connsiteX318-20983" fmla="*/ 2144240 w 3024845"/>
                <a:gd name="connsiteY318-20984" fmla="*/ 125383 h 1059043"/>
                <a:gd name="connsiteX319-20985" fmla="*/ 2150320 w 3024845"/>
                <a:gd name="connsiteY319-20986" fmla="*/ 118897 h 1059043"/>
                <a:gd name="connsiteX320-20987" fmla="*/ 2150320 w 3024845"/>
                <a:gd name="connsiteY320-20988" fmla="*/ 60529 h 1059043"/>
                <a:gd name="connsiteX321-20989" fmla="*/ 2152346 w 3024845"/>
                <a:gd name="connsiteY321-20990" fmla="*/ 56206 h 1059043"/>
                <a:gd name="connsiteX322-20991" fmla="*/ 2152346 w 3024845"/>
                <a:gd name="connsiteY322-20992" fmla="*/ 0 h 1059043"/>
                <a:gd name="connsiteX323-20993" fmla="*/ 2162480 w 3024845"/>
                <a:gd name="connsiteY323-20994" fmla="*/ 118897 h 1059043"/>
                <a:gd name="connsiteX324-20995" fmla="*/ 2168560 w 3024845"/>
                <a:gd name="connsiteY324-20996" fmla="*/ 125383 h 1059043"/>
                <a:gd name="connsiteX325-20997" fmla="*/ 2166533 w 3024845"/>
                <a:gd name="connsiteY325-20998" fmla="*/ 131868 h 1059043"/>
                <a:gd name="connsiteX326-20999" fmla="*/ 2166533 w 3024845"/>
                <a:gd name="connsiteY326-21000" fmla="*/ 209692 h 1059043"/>
                <a:gd name="connsiteX327-21001" fmla="*/ 2168560 w 3024845"/>
                <a:gd name="connsiteY327-21002" fmla="*/ 214016 h 1059043"/>
                <a:gd name="connsiteX328-21003" fmla="*/ 2168560 w 3024845"/>
                <a:gd name="connsiteY328-21004" fmla="*/ 235634 h 1059043"/>
                <a:gd name="connsiteX329-21005" fmla="*/ 2180720 w 3024845"/>
                <a:gd name="connsiteY329-21006" fmla="*/ 555577 h 1059043"/>
                <a:gd name="connsiteX330-21007" fmla="*/ 2245574 w 3024845"/>
                <a:gd name="connsiteY330-21008" fmla="*/ 555577 h 1059043"/>
                <a:gd name="connsiteX331-21009" fmla="*/ 2245574 w 3024845"/>
                <a:gd name="connsiteY331-21010" fmla="*/ 631239 h 1059043"/>
                <a:gd name="connsiteX332-21011" fmla="*/ 2253681 w 3024845"/>
                <a:gd name="connsiteY332-21012" fmla="*/ 631239 h 1059043"/>
                <a:gd name="connsiteX333-21013" fmla="*/ 2255708 w 3024845"/>
                <a:gd name="connsiteY333-21014" fmla="*/ 624754 h 1059043"/>
                <a:gd name="connsiteX334-21015" fmla="*/ 2261788 w 3024845"/>
                <a:gd name="connsiteY334-21016" fmla="*/ 624754 h 1059043"/>
                <a:gd name="connsiteX335-21017" fmla="*/ 2263815 w 3024845"/>
                <a:gd name="connsiteY335-21018" fmla="*/ 633401 h 1059043"/>
                <a:gd name="connsiteX336-21019" fmla="*/ 2275975 w 3024845"/>
                <a:gd name="connsiteY336-21020" fmla="*/ 633401 h 1059043"/>
                <a:gd name="connsiteX337-21021" fmla="*/ 2275975 w 3024845"/>
                <a:gd name="connsiteY337-21022" fmla="*/ 626915 h 1059043"/>
                <a:gd name="connsiteX338-21023" fmla="*/ 2298268 w 3024845"/>
                <a:gd name="connsiteY338-21024" fmla="*/ 626915 h 1059043"/>
                <a:gd name="connsiteX339-21025" fmla="*/ 2298268 w 3024845"/>
                <a:gd name="connsiteY339-21026" fmla="*/ 633401 h 1059043"/>
                <a:gd name="connsiteX340-21027" fmla="*/ 2318535 w 3024845"/>
                <a:gd name="connsiteY340-21028" fmla="*/ 633401 h 1059043"/>
                <a:gd name="connsiteX341-21029" fmla="*/ 2318535 w 3024845"/>
                <a:gd name="connsiteY341-21030" fmla="*/ 678798 h 1059043"/>
                <a:gd name="connsiteX342-21031" fmla="*/ 2332722 w 3024845"/>
                <a:gd name="connsiteY342-21032" fmla="*/ 678798 h 1059043"/>
                <a:gd name="connsiteX343-21033" fmla="*/ 2332722 w 3024845"/>
                <a:gd name="connsiteY343-21034" fmla="*/ 665827 h 1059043"/>
                <a:gd name="connsiteX344-21035" fmla="*/ 2348936 w 3024845"/>
                <a:gd name="connsiteY344-21036" fmla="*/ 665827 h 1059043"/>
                <a:gd name="connsiteX345-21037" fmla="*/ 2348936 w 3024845"/>
                <a:gd name="connsiteY345-21038" fmla="*/ 486400 h 1059043"/>
                <a:gd name="connsiteX346-21039" fmla="*/ 2355016 w 3024845"/>
                <a:gd name="connsiteY346-21040" fmla="*/ 479914 h 1059043"/>
                <a:gd name="connsiteX347-21041" fmla="*/ 2427977 w 3024845"/>
                <a:gd name="connsiteY347-21042" fmla="*/ 479914 h 1059043"/>
                <a:gd name="connsiteX348-21043" fmla="*/ 2427977 w 3024845"/>
                <a:gd name="connsiteY348-21044" fmla="*/ 488562 h 1059043"/>
                <a:gd name="connsiteX349-21045" fmla="*/ 2438110 w 3024845"/>
                <a:gd name="connsiteY349-21046" fmla="*/ 488562 h 1059043"/>
                <a:gd name="connsiteX350-21047" fmla="*/ 2438110 w 3024845"/>
                <a:gd name="connsiteY350-21048" fmla="*/ 603136 h 1059043"/>
                <a:gd name="connsiteX351-21049" fmla="*/ 2460404 w 3024845"/>
                <a:gd name="connsiteY351-21050" fmla="*/ 603136 h 1059043"/>
                <a:gd name="connsiteX352-21051" fmla="*/ 2460404 w 3024845"/>
                <a:gd name="connsiteY352-21052" fmla="*/ 536121 h 1059043"/>
                <a:gd name="connsiteX353-21053" fmla="*/ 2486751 w 3024845"/>
                <a:gd name="connsiteY353-21054" fmla="*/ 536121 h 1059043"/>
                <a:gd name="connsiteX354-21055" fmla="*/ 2490804 w 3024845"/>
                <a:gd name="connsiteY354-21056" fmla="*/ 531797 h 1059043"/>
                <a:gd name="connsiteX355-21057" fmla="*/ 2498911 w 3024845"/>
                <a:gd name="connsiteY355-21058" fmla="*/ 531797 h 1059043"/>
                <a:gd name="connsiteX356-21059" fmla="*/ 2502964 w 3024845"/>
                <a:gd name="connsiteY356-21060" fmla="*/ 536121 h 1059043"/>
                <a:gd name="connsiteX357-21061" fmla="*/ 2525258 w 3024845"/>
                <a:gd name="connsiteY357-21062" fmla="*/ 536121 h 1059043"/>
                <a:gd name="connsiteX358-21063" fmla="*/ 2525258 w 3024845"/>
                <a:gd name="connsiteY358-21064" fmla="*/ 419385 h 1059043"/>
                <a:gd name="connsiteX359-21065" fmla="*/ 2582005 w 3024845"/>
                <a:gd name="connsiteY359-21066" fmla="*/ 408576 h 1059043"/>
                <a:gd name="connsiteX360-21067" fmla="*/ 2582005 w 3024845"/>
                <a:gd name="connsiteY360-21068" fmla="*/ 409657 h 1059043"/>
                <a:gd name="connsiteX361-21069" fmla="*/ 2582005 w 3024845"/>
                <a:gd name="connsiteY361-21070" fmla="*/ 417223 h 1059043"/>
                <a:gd name="connsiteX362-21071" fmla="*/ 2608352 w 3024845"/>
                <a:gd name="connsiteY362-21072" fmla="*/ 417223 h 1059043"/>
                <a:gd name="connsiteX363-21073" fmla="*/ 2608352 w 3024845"/>
                <a:gd name="connsiteY363-21074" fmla="*/ 672313 h 1059043"/>
                <a:gd name="connsiteX364-21075" fmla="*/ 2630646 w 3024845"/>
                <a:gd name="connsiteY364-21076" fmla="*/ 672313 h 1059043"/>
                <a:gd name="connsiteX365-21077" fmla="*/ 2630646 w 3024845"/>
                <a:gd name="connsiteY365-21078" fmla="*/ 667989 h 1059043"/>
                <a:gd name="connsiteX366-21079" fmla="*/ 2642806 w 3024845"/>
                <a:gd name="connsiteY366-21080" fmla="*/ 667989 h 1059043"/>
                <a:gd name="connsiteX367-21081" fmla="*/ 2642806 w 3024845"/>
                <a:gd name="connsiteY367-21082" fmla="*/ 672313 h 1059043"/>
                <a:gd name="connsiteX368-21083" fmla="*/ 2667126 w 3024845"/>
                <a:gd name="connsiteY368-21084" fmla="*/ 672313 h 1059043"/>
                <a:gd name="connsiteX369-21085" fmla="*/ 2667126 w 3024845"/>
                <a:gd name="connsiteY369-21086" fmla="*/ 659342 h 1059043"/>
                <a:gd name="connsiteX370-21087" fmla="*/ 2695500 w 3024845"/>
                <a:gd name="connsiteY370-21088" fmla="*/ 659342 h 1059043"/>
                <a:gd name="connsiteX371-21089" fmla="*/ 2707660 w 3024845"/>
                <a:gd name="connsiteY371-21090" fmla="*/ 655018 h 1059043"/>
                <a:gd name="connsiteX372-21091" fmla="*/ 2727927 w 3024845"/>
                <a:gd name="connsiteY372-21092" fmla="*/ 659342 h 1059043"/>
                <a:gd name="connsiteX373-21093" fmla="*/ 2727927 w 3024845"/>
                <a:gd name="connsiteY373-21094" fmla="*/ 642048 h 1059043"/>
                <a:gd name="connsiteX374-21095" fmla="*/ 2736034 w 3024845"/>
                <a:gd name="connsiteY374-21096" fmla="*/ 642048 h 1059043"/>
                <a:gd name="connsiteX375-21097" fmla="*/ 2736034 w 3024845"/>
                <a:gd name="connsiteY375-21098" fmla="*/ 629077 h 1059043"/>
                <a:gd name="connsiteX376-21099" fmla="*/ 2792781 w 3024845"/>
                <a:gd name="connsiteY376-21100" fmla="*/ 629077 h 1059043"/>
                <a:gd name="connsiteX377-21101" fmla="*/ 2792781 w 3024845"/>
                <a:gd name="connsiteY377-21102" fmla="*/ 598812 h 1059043"/>
                <a:gd name="connsiteX378-21103" fmla="*/ 2811021 w 3024845"/>
                <a:gd name="connsiteY378-21104" fmla="*/ 598812 h 1059043"/>
                <a:gd name="connsiteX379-21105" fmla="*/ 2811021 w 3024845"/>
                <a:gd name="connsiteY379-21106" fmla="*/ 592327 h 1059043"/>
                <a:gd name="connsiteX380-21107" fmla="*/ 2823181 w 3024845"/>
                <a:gd name="connsiteY380-21108" fmla="*/ 592327 h 1059043"/>
                <a:gd name="connsiteX381-21109" fmla="*/ 2823181 w 3024845"/>
                <a:gd name="connsiteY381-21110" fmla="*/ 598812 h 1059043"/>
                <a:gd name="connsiteX382-21111" fmla="*/ 2839395 w 3024845"/>
                <a:gd name="connsiteY382-21112" fmla="*/ 598812 h 1059043"/>
                <a:gd name="connsiteX383-21113" fmla="*/ 2839395 w 3024845"/>
                <a:gd name="connsiteY383-21114" fmla="*/ 648533 h 1059043"/>
                <a:gd name="connsiteX384-21115" fmla="*/ 2871822 w 3024845"/>
                <a:gd name="connsiteY384-21116" fmla="*/ 648533 h 1059043"/>
                <a:gd name="connsiteX385-21117" fmla="*/ 2871822 w 3024845"/>
                <a:gd name="connsiteY385-21118" fmla="*/ 622592 h 1059043"/>
                <a:gd name="connsiteX386-21119" fmla="*/ 2910329 w 3024845"/>
                <a:gd name="connsiteY386-21120" fmla="*/ 622592 h 1059043"/>
                <a:gd name="connsiteX387-21121" fmla="*/ 2910329 w 3024845"/>
                <a:gd name="connsiteY387-21122" fmla="*/ 592327 h 1059043"/>
                <a:gd name="connsiteX388-21123" fmla="*/ 2958970 w 3024845"/>
                <a:gd name="connsiteY388-21124" fmla="*/ 592327 h 1059043"/>
                <a:gd name="connsiteX389-21125" fmla="*/ 2958970 w 3024845"/>
                <a:gd name="connsiteY389-21126" fmla="*/ 703483 h 1059043"/>
                <a:gd name="connsiteX390-21127" fmla="*/ 2958970 w 3024845"/>
                <a:gd name="connsiteY390-21128" fmla="*/ 717262 h 1059043"/>
                <a:gd name="connsiteX391-21129" fmla="*/ 3024845 w 3024845"/>
                <a:gd name="connsiteY391-21130" fmla="*/ 717262 h 1059043"/>
                <a:gd name="connsiteX392-21131" fmla="*/ 3024845 w 3024845"/>
                <a:gd name="connsiteY392-21132" fmla="*/ 1059043 h 1059043"/>
                <a:gd name="connsiteX393-21133" fmla="*/ 2054 w 3024845"/>
                <a:gd name="connsiteY393-21134" fmla="*/ 1056710 h 1059043"/>
                <a:gd name="connsiteX394-21135" fmla="*/ 0 w 3024845"/>
                <a:gd name="connsiteY394-21136" fmla="*/ 622592 h 1059043"/>
                <a:gd name="connsiteX395-21137" fmla="*/ 20267 w 3024845"/>
                <a:gd name="connsiteY395-21138" fmla="*/ 622592 h 1059043"/>
                <a:gd name="connsiteX396-21139" fmla="*/ 20774 w 3024845"/>
                <a:gd name="connsiteY396-21140" fmla="*/ 621511 h 1059043"/>
                <a:gd name="connsiteX397-21141" fmla="*/ 24320 w 3024845"/>
                <a:gd name="connsiteY397-21142" fmla="*/ 613945 h 1059043"/>
                <a:gd name="connsiteX398-21143" fmla="*/ 26094 w 3024845"/>
                <a:gd name="connsiteY398-21144" fmla="*/ 614215 h 1059043"/>
                <a:gd name="connsiteX399-21145" fmla="*/ 38507 w 3024845"/>
                <a:gd name="connsiteY399-21146" fmla="*/ 616106 h 1059043"/>
                <a:gd name="connsiteX400-21147" fmla="*/ 39014 w 3024845"/>
                <a:gd name="connsiteY400-21148" fmla="*/ 617458 h 1059043"/>
                <a:gd name="connsiteX401-21149" fmla="*/ 42560 w 3024845"/>
                <a:gd name="connsiteY401-21150" fmla="*/ 626915 h 1059043"/>
                <a:gd name="connsiteX402-21151" fmla="*/ 68907 w 3024845"/>
                <a:gd name="connsiteY402-21152" fmla="*/ 629077 h 1059043"/>
                <a:gd name="connsiteX403-21153" fmla="*/ 68907 w 3024845"/>
                <a:gd name="connsiteY403-21154" fmla="*/ 505856 h 1059043"/>
                <a:gd name="connsiteX404-21155" fmla="*/ 70934 w 3024845"/>
                <a:gd name="connsiteY404-21156" fmla="*/ 505856 h 1059043"/>
                <a:gd name="connsiteX405-21157" fmla="*/ 85121 w 3024845"/>
                <a:gd name="connsiteY405-21158" fmla="*/ 505856 h 1059043"/>
                <a:gd name="connsiteX406-21159" fmla="*/ 85121 w 3024845"/>
                <a:gd name="connsiteY406-21160" fmla="*/ 369664 h 1059043"/>
                <a:gd name="connsiteX407-21161" fmla="*/ 86894 w 3024845"/>
                <a:gd name="connsiteY407-21162" fmla="*/ 369664 h 1059043"/>
                <a:gd name="connsiteX408-21163" fmla="*/ 99308 w 3024845"/>
                <a:gd name="connsiteY408-21164" fmla="*/ 369664 h 1059043"/>
                <a:gd name="connsiteX409-21165" fmla="*/ 99308 w 3024845"/>
                <a:gd name="connsiteY409-21166" fmla="*/ 255090 h 1059043"/>
                <a:gd name="connsiteX410-21167" fmla="*/ 103361 w 3024845"/>
                <a:gd name="connsiteY410-21168" fmla="*/ 226986 h 1059043"/>
                <a:gd name="connsiteX411-21169" fmla="*/ 105388 w 3024845"/>
                <a:gd name="connsiteY411-21170" fmla="*/ 226986 h 1059043"/>
                <a:gd name="connsiteX412-21171" fmla="*/ 119575 w 3024845"/>
                <a:gd name="connsiteY412-21172" fmla="*/ 226986 h 1059043"/>
                <a:gd name="connsiteX0-21173" fmla="*/ 119575 w 3024845"/>
                <a:gd name="connsiteY0-21174" fmla="*/ 226986 h 1059043"/>
                <a:gd name="connsiteX1-21175" fmla="*/ 200642 w 3024845"/>
                <a:gd name="connsiteY1-21176" fmla="*/ 224825 h 1059043"/>
                <a:gd name="connsiteX2-21177" fmla="*/ 202669 w 3024845"/>
                <a:gd name="connsiteY2-21178" fmla="*/ 224825 h 1059043"/>
                <a:gd name="connsiteX3-21179" fmla="*/ 216856 w 3024845"/>
                <a:gd name="connsiteY3-21180" fmla="*/ 224825 h 1059043"/>
                <a:gd name="connsiteX4-21181" fmla="*/ 216856 w 3024845"/>
                <a:gd name="connsiteY4-21182" fmla="*/ 248604 h 1059043"/>
                <a:gd name="connsiteX5-21183" fmla="*/ 217363 w 3024845"/>
                <a:gd name="connsiteY5-21184" fmla="*/ 249415 h 1059043"/>
                <a:gd name="connsiteX6-21185" fmla="*/ 220909 w 3024845"/>
                <a:gd name="connsiteY6-21186" fmla="*/ 255090 h 1059043"/>
                <a:gd name="connsiteX7-21187" fmla="*/ 220909 w 3024845"/>
                <a:gd name="connsiteY7-21188" fmla="*/ 369664 h 1059043"/>
                <a:gd name="connsiteX8-21189" fmla="*/ 223189 w 3024845"/>
                <a:gd name="connsiteY8-21190" fmla="*/ 369664 h 1059043"/>
                <a:gd name="connsiteX9-21191" fmla="*/ 239150 w 3024845"/>
                <a:gd name="connsiteY9-21192" fmla="*/ 369664 h 1059043"/>
                <a:gd name="connsiteX10-21193" fmla="*/ 239150 w 3024845"/>
                <a:gd name="connsiteY10-21194" fmla="*/ 510179 h 1059043"/>
                <a:gd name="connsiteX11-21195" fmla="*/ 240670 w 3024845"/>
                <a:gd name="connsiteY11-21196" fmla="*/ 509909 h 1059043"/>
                <a:gd name="connsiteX12-21197" fmla="*/ 251310 w 3024845"/>
                <a:gd name="connsiteY12-21198" fmla="*/ 508018 h 1059043"/>
                <a:gd name="connsiteX13-21199" fmla="*/ 249283 w 3024845"/>
                <a:gd name="connsiteY13-21200" fmla="*/ 596650 h 1059043"/>
                <a:gd name="connsiteX14-21201" fmla="*/ 250803 w 3024845"/>
                <a:gd name="connsiteY14-21202" fmla="*/ 596921 h 1059043"/>
                <a:gd name="connsiteX15-21203" fmla="*/ 261443 w 3024845"/>
                <a:gd name="connsiteY15-21204" fmla="*/ 598812 h 1059043"/>
                <a:gd name="connsiteX16-21205" fmla="*/ 261696 w 3024845"/>
                <a:gd name="connsiteY16-21206" fmla="*/ 599623 h 1059043"/>
                <a:gd name="connsiteX17-21207" fmla="*/ 263470 w 3024845"/>
                <a:gd name="connsiteY17-21208" fmla="*/ 605298 h 1059043"/>
                <a:gd name="connsiteX18-21209" fmla="*/ 264230 w 3024845"/>
                <a:gd name="connsiteY18-21210" fmla="*/ 602866 h 1059043"/>
                <a:gd name="connsiteX19-21211" fmla="*/ 269550 w 3024845"/>
                <a:gd name="connsiteY19-21212" fmla="*/ 585842 h 1059043"/>
                <a:gd name="connsiteX20-21213" fmla="*/ 271323 w 3024845"/>
                <a:gd name="connsiteY20-21214" fmla="*/ 585842 h 1059043"/>
                <a:gd name="connsiteX21-21215" fmla="*/ 283737 w 3024845"/>
                <a:gd name="connsiteY21-21216" fmla="*/ 585842 h 1059043"/>
                <a:gd name="connsiteX22-21217" fmla="*/ 283737 w 3024845"/>
                <a:gd name="connsiteY22-21218" fmla="*/ 618268 h 1059043"/>
                <a:gd name="connsiteX23-21219" fmla="*/ 284750 w 3024845"/>
                <a:gd name="connsiteY23-21220" fmla="*/ 618809 h 1059043"/>
                <a:gd name="connsiteX24-21221" fmla="*/ 291844 w 3024845"/>
                <a:gd name="connsiteY24-21222" fmla="*/ 622592 h 1059043"/>
                <a:gd name="connsiteX25-21223" fmla="*/ 291844 w 3024845"/>
                <a:gd name="connsiteY25-21224" fmla="*/ 623943 h 1059043"/>
                <a:gd name="connsiteX26-21225" fmla="*/ 291844 w 3024845"/>
                <a:gd name="connsiteY26-21226" fmla="*/ 633401 h 1059043"/>
                <a:gd name="connsiteX27-21227" fmla="*/ 336431 w 3024845"/>
                <a:gd name="connsiteY27-21228" fmla="*/ 633401 h 1059043"/>
                <a:gd name="connsiteX28-21229" fmla="*/ 336431 w 3024845"/>
                <a:gd name="connsiteY28-21230" fmla="*/ 634482 h 1059043"/>
                <a:gd name="connsiteX29-21231" fmla="*/ 336431 w 3024845"/>
                <a:gd name="connsiteY29-21232" fmla="*/ 642048 h 1059043"/>
                <a:gd name="connsiteX30-21233" fmla="*/ 338457 w 3024845"/>
                <a:gd name="connsiteY30-21234" fmla="*/ 642048 h 1059043"/>
                <a:gd name="connsiteX31-21235" fmla="*/ 352644 w 3024845"/>
                <a:gd name="connsiteY31-21236" fmla="*/ 642048 h 1059043"/>
                <a:gd name="connsiteX32-21237" fmla="*/ 352644 w 3024845"/>
                <a:gd name="connsiteY32-21238" fmla="*/ 611783 h 1059043"/>
                <a:gd name="connsiteX33-21239" fmla="*/ 397231 w 3024845"/>
                <a:gd name="connsiteY33-21240" fmla="*/ 611783 h 1059043"/>
                <a:gd name="connsiteX34-21241" fmla="*/ 397231 w 3024845"/>
                <a:gd name="connsiteY34-21242" fmla="*/ 610432 h 1059043"/>
                <a:gd name="connsiteX35-21243" fmla="*/ 397231 w 3024845"/>
                <a:gd name="connsiteY35-21244" fmla="*/ 600974 h 1059043"/>
                <a:gd name="connsiteX36-21245" fmla="*/ 398245 w 3024845"/>
                <a:gd name="connsiteY36-21246" fmla="*/ 600974 h 1059043"/>
                <a:gd name="connsiteX37-21247" fmla="*/ 405338 w 3024845"/>
                <a:gd name="connsiteY37-21248" fmla="*/ 600974 h 1059043"/>
                <a:gd name="connsiteX38-21249" fmla="*/ 405338 w 3024845"/>
                <a:gd name="connsiteY38-21250" fmla="*/ 599083 h 1059043"/>
                <a:gd name="connsiteX39-21251" fmla="*/ 405338 w 3024845"/>
                <a:gd name="connsiteY39-21252" fmla="*/ 585842 h 1059043"/>
                <a:gd name="connsiteX40-21253" fmla="*/ 406098 w 3024845"/>
                <a:gd name="connsiteY40-21254" fmla="*/ 585842 h 1059043"/>
                <a:gd name="connsiteX41-21255" fmla="*/ 411418 w 3024845"/>
                <a:gd name="connsiteY41-21256" fmla="*/ 585842 h 1059043"/>
                <a:gd name="connsiteX42-21257" fmla="*/ 411418 w 3024845"/>
                <a:gd name="connsiteY42-21258" fmla="*/ 584761 h 1059043"/>
                <a:gd name="connsiteX43-21259" fmla="*/ 411418 w 3024845"/>
                <a:gd name="connsiteY43-21260" fmla="*/ 577194 h 1059043"/>
                <a:gd name="connsiteX44-21261" fmla="*/ 413445 w 3024845"/>
                <a:gd name="connsiteY44-21262" fmla="*/ 577194 h 1059043"/>
                <a:gd name="connsiteX45-21263" fmla="*/ 427632 w 3024845"/>
                <a:gd name="connsiteY45-21264" fmla="*/ 577194 h 1059043"/>
                <a:gd name="connsiteX46-21265" fmla="*/ 427632 w 3024845"/>
                <a:gd name="connsiteY46-21266" fmla="*/ 578275 h 1059043"/>
                <a:gd name="connsiteX47-21267" fmla="*/ 427632 w 3024845"/>
                <a:gd name="connsiteY47-21268" fmla="*/ 585842 h 1059043"/>
                <a:gd name="connsiteX48-21269" fmla="*/ 449925 w 3024845"/>
                <a:gd name="connsiteY48-21270" fmla="*/ 585842 h 1059043"/>
                <a:gd name="connsiteX49-21271" fmla="*/ 449925 w 3024845"/>
                <a:gd name="connsiteY49-21272" fmla="*/ 583950 h 1059043"/>
                <a:gd name="connsiteX50-21273" fmla="*/ 449925 w 3024845"/>
                <a:gd name="connsiteY50-21274" fmla="*/ 570709 h 1059043"/>
                <a:gd name="connsiteX51-21275" fmla="*/ 451699 w 3024845"/>
                <a:gd name="connsiteY51-21276" fmla="*/ 570709 h 1059043"/>
                <a:gd name="connsiteX52-21277" fmla="*/ 464112 w 3024845"/>
                <a:gd name="connsiteY52-21278" fmla="*/ 570709 h 1059043"/>
                <a:gd name="connsiteX53-21279" fmla="*/ 464112 w 3024845"/>
                <a:gd name="connsiteY53-21280" fmla="*/ 594489 h 1059043"/>
                <a:gd name="connsiteX54-21281" fmla="*/ 465126 w 3024845"/>
                <a:gd name="connsiteY54-21282" fmla="*/ 594489 h 1059043"/>
                <a:gd name="connsiteX55-21283" fmla="*/ 472219 w 3024845"/>
                <a:gd name="connsiteY55-21284" fmla="*/ 594489 h 1059043"/>
                <a:gd name="connsiteX56-21285" fmla="*/ 472219 w 3024845"/>
                <a:gd name="connsiteY56-21286" fmla="*/ 593408 h 1059043"/>
                <a:gd name="connsiteX57-21287" fmla="*/ 472219 w 3024845"/>
                <a:gd name="connsiteY57-21288" fmla="*/ 585842 h 1059043"/>
                <a:gd name="connsiteX58-21289" fmla="*/ 473992 w 3024845"/>
                <a:gd name="connsiteY58-21290" fmla="*/ 585842 h 1059043"/>
                <a:gd name="connsiteX59-21291" fmla="*/ 486406 w 3024845"/>
                <a:gd name="connsiteY59-21292" fmla="*/ 585842 h 1059043"/>
                <a:gd name="connsiteX60-21293" fmla="*/ 486406 w 3024845"/>
                <a:gd name="connsiteY60-21294" fmla="*/ 611783 h 1059043"/>
                <a:gd name="connsiteX61-21295" fmla="*/ 488433 w 3024845"/>
                <a:gd name="connsiteY61-21296" fmla="*/ 611783 h 1059043"/>
                <a:gd name="connsiteX62-21297" fmla="*/ 502619 w 3024845"/>
                <a:gd name="connsiteY62-21298" fmla="*/ 611783 h 1059043"/>
                <a:gd name="connsiteX63-21299" fmla="*/ 502619 w 3024845"/>
                <a:gd name="connsiteY63-21300" fmla="*/ 613404 h 1059043"/>
                <a:gd name="connsiteX64-21301" fmla="*/ 502619 w 3024845"/>
                <a:gd name="connsiteY64-21302" fmla="*/ 624754 h 1059043"/>
                <a:gd name="connsiteX65-21303" fmla="*/ 503379 w 3024845"/>
                <a:gd name="connsiteY65-21304" fmla="*/ 624754 h 1059043"/>
                <a:gd name="connsiteX66-21305" fmla="*/ 508700 w 3024845"/>
                <a:gd name="connsiteY66-21306" fmla="*/ 624754 h 1059043"/>
                <a:gd name="connsiteX67-21307" fmla="*/ 508700 w 3024845"/>
                <a:gd name="connsiteY67-21308" fmla="*/ 623943 h 1059043"/>
                <a:gd name="connsiteX68-21309" fmla="*/ 508700 w 3024845"/>
                <a:gd name="connsiteY68-21310" fmla="*/ 618268 h 1059043"/>
                <a:gd name="connsiteX69-21311" fmla="*/ 539100 w 3024845"/>
                <a:gd name="connsiteY69-21312" fmla="*/ 618268 h 1059043"/>
                <a:gd name="connsiteX70-21313" fmla="*/ 539100 w 3024845"/>
                <a:gd name="connsiteY70-21314" fmla="*/ 642048 h 1059043"/>
                <a:gd name="connsiteX71-21315" fmla="*/ 540113 w 3024845"/>
                <a:gd name="connsiteY71-21316" fmla="*/ 642048 h 1059043"/>
                <a:gd name="connsiteX72-21317" fmla="*/ 547207 w 3024845"/>
                <a:gd name="connsiteY72-21318" fmla="*/ 642048 h 1059043"/>
                <a:gd name="connsiteX73-21319" fmla="*/ 547207 w 3024845"/>
                <a:gd name="connsiteY73-21320" fmla="*/ 643129 h 1059043"/>
                <a:gd name="connsiteX74-21321" fmla="*/ 547207 w 3024845"/>
                <a:gd name="connsiteY74-21322" fmla="*/ 650695 h 1059043"/>
                <a:gd name="connsiteX75-21323" fmla="*/ 547967 w 3024845"/>
                <a:gd name="connsiteY75-21324" fmla="*/ 650695 h 1059043"/>
                <a:gd name="connsiteX76-21325" fmla="*/ 553287 w 3024845"/>
                <a:gd name="connsiteY76-21326" fmla="*/ 650695 h 1059043"/>
                <a:gd name="connsiteX77-21327" fmla="*/ 553287 w 3024845"/>
                <a:gd name="connsiteY77-21328" fmla="*/ 648533 h 1059043"/>
                <a:gd name="connsiteX78-21329" fmla="*/ 553287 w 3024845"/>
                <a:gd name="connsiteY78-21330" fmla="*/ 633401 h 1059043"/>
                <a:gd name="connsiteX79-21331" fmla="*/ 554300 w 3024845"/>
                <a:gd name="connsiteY79-21332" fmla="*/ 633401 h 1059043"/>
                <a:gd name="connsiteX80-21333" fmla="*/ 561394 w 3024845"/>
                <a:gd name="connsiteY80-21334" fmla="*/ 633401 h 1059043"/>
                <a:gd name="connsiteX81-21335" fmla="*/ 561394 w 3024845"/>
                <a:gd name="connsiteY81-21336" fmla="*/ 634482 h 1059043"/>
                <a:gd name="connsiteX82-21337" fmla="*/ 561394 w 3024845"/>
                <a:gd name="connsiteY82-21338" fmla="*/ 642048 h 1059043"/>
                <a:gd name="connsiteX83-21339" fmla="*/ 566714 w 3024845"/>
                <a:gd name="connsiteY83-21340" fmla="*/ 640055 h 1059043"/>
                <a:gd name="connsiteX84-21341" fmla="*/ 567474 w 3024845"/>
                <a:gd name="connsiteY84-21342" fmla="*/ 639075 h 1059043"/>
                <a:gd name="connsiteX85-21343" fmla="*/ 567474 w 3024845"/>
                <a:gd name="connsiteY85-21344" fmla="*/ 633401 h 1059043"/>
                <a:gd name="connsiteX86-21345" fmla="*/ 605981 w 3024845"/>
                <a:gd name="connsiteY86-21346" fmla="*/ 633401 h 1059043"/>
                <a:gd name="connsiteX87-21347" fmla="*/ 605981 w 3024845"/>
                <a:gd name="connsiteY87-21348" fmla="*/ 657180 h 1059043"/>
                <a:gd name="connsiteX88-21349" fmla="*/ 608007 w 3024845"/>
                <a:gd name="connsiteY88-21350" fmla="*/ 657180 h 1059043"/>
                <a:gd name="connsiteX89-21351" fmla="*/ 622194 w 3024845"/>
                <a:gd name="connsiteY89-21352" fmla="*/ 657180 h 1059043"/>
                <a:gd name="connsiteX90-21353" fmla="*/ 622194 w 3024845"/>
                <a:gd name="connsiteY90-21354" fmla="*/ 658261 h 1059043"/>
                <a:gd name="connsiteX91-21355" fmla="*/ 622194 w 3024845"/>
                <a:gd name="connsiteY91-21356" fmla="*/ 665827 h 1059043"/>
                <a:gd name="connsiteX92-21357" fmla="*/ 623968 w 3024845"/>
                <a:gd name="connsiteY92-21358" fmla="*/ 665827 h 1059043"/>
                <a:gd name="connsiteX93-21359" fmla="*/ 636381 w 3024845"/>
                <a:gd name="connsiteY93-21360" fmla="*/ 665827 h 1059043"/>
                <a:gd name="connsiteX94-21361" fmla="*/ 636381 w 3024845"/>
                <a:gd name="connsiteY94-21362" fmla="*/ 642048 h 1059043"/>
                <a:gd name="connsiteX95-21363" fmla="*/ 637394 w 3024845"/>
                <a:gd name="connsiteY95-21364" fmla="*/ 642048 h 1059043"/>
                <a:gd name="connsiteX96-21365" fmla="*/ 644488 w 3024845"/>
                <a:gd name="connsiteY96-21366" fmla="*/ 642048 h 1059043"/>
                <a:gd name="connsiteX97-21367" fmla="*/ 644488 w 3024845"/>
                <a:gd name="connsiteY97-21368" fmla="*/ 609621 h 1059043"/>
                <a:gd name="connsiteX98-21369" fmla="*/ 645501 w 3024845"/>
                <a:gd name="connsiteY98-21370" fmla="*/ 609621 h 1059043"/>
                <a:gd name="connsiteX99-21371" fmla="*/ 652595 w 3024845"/>
                <a:gd name="connsiteY99-21372" fmla="*/ 609621 h 1059043"/>
                <a:gd name="connsiteX100-21373" fmla="*/ 652595 w 3024845"/>
                <a:gd name="connsiteY100-21374" fmla="*/ 607730 h 1059043"/>
                <a:gd name="connsiteX101-21375" fmla="*/ 652595 w 3024845"/>
                <a:gd name="connsiteY101-21376" fmla="*/ 594489 h 1059043"/>
                <a:gd name="connsiteX102-21377" fmla="*/ 651328 w 3024845"/>
                <a:gd name="connsiteY102-21378" fmla="*/ 592867 h 1059043"/>
                <a:gd name="connsiteX103-21379" fmla="*/ 656648 w 3024845"/>
                <a:gd name="connsiteY103-21380" fmla="*/ 581518 h 1059043"/>
                <a:gd name="connsiteX104-21381" fmla="*/ 664755 w 3024845"/>
                <a:gd name="connsiteY104-21382" fmla="*/ 609621 h 1059043"/>
                <a:gd name="connsiteX105-21383" fmla="*/ 665515 w 3024845"/>
                <a:gd name="connsiteY105-21384" fmla="*/ 609621 h 1059043"/>
                <a:gd name="connsiteX106-21385" fmla="*/ 670835 w 3024845"/>
                <a:gd name="connsiteY106-21386" fmla="*/ 609621 h 1059043"/>
                <a:gd name="connsiteX107-21387" fmla="*/ 670835 w 3024845"/>
                <a:gd name="connsiteY107-21388" fmla="*/ 503694 h 1059043"/>
                <a:gd name="connsiteX108-21389" fmla="*/ 672355 w 3024845"/>
                <a:gd name="connsiteY108-21390" fmla="*/ 503694 h 1059043"/>
                <a:gd name="connsiteX109-21391" fmla="*/ 682995 w 3024845"/>
                <a:gd name="connsiteY109-21392" fmla="*/ 503694 h 1059043"/>
                <a:gd name="connsiteX110-21393" fmla="*/ 682995 w 3024845"/>
                <a:gd name="connsiteY110-21394" fmla="*/ 456135 h 1059043"/>
                <a:gd name="connsiteX111-21395" fmla="*/ 709342 w 3024845"/>
                <a:gd name="connsiteY111-21396" fmla="*/ 456135 h 1059043"/>
                <a:gd name="connsiteX112-21397" fmla="*/ 709342 w 3024845"/>
                <a:gd name="connsiteY112-21398" fmla="*/ 434517 h 1059043"/>
                <a:gd name="connsiteX113-21399" fmla="*/ 743796 w 3024845"/>
                <a:gd name="connsiteY113-21400" fmla="*/ 434517 h 1059043"/>
                <a:gd name="connsiteX114-21401" fmla="*/ 743796 w 3024845"/>
                <a:gd name="connsiteY114-21402" fmla="*/ 436949 h 1059043"/>
                <a:gd name="connsiteX115-21403" fmla="*/ 743796 w 3024845"/>
                <a:gd name="connsiteY115-21404" fmla="*/ 453973 h 1059043"/>
                <a:gd name="connsiteX116-21405" fmla="*/ 746076 w 3024845"/>
                <a:gd name="connsiteY116-21406" fmla="*/ 453973 h 1059043"/>
                <a:gd name="connsiteX117-21407" fmla="*/ 762036 w 3024845"/>
                <a:gd name="connsiteY117-21408" fmla="*/ 453973 h 1059043"/>
                <a:gd name="connsiteX118-21409" fmla="*/ 762036 w 3024845"/>
                <a:gd name="connsiteY118-21410" fmla="*/ 501532 h 1059043"/>
                <a:gd name="connsiteX119-21411" fmla="*/ 763049 w 3024845"/>
                <a:gd name="connsiteY119-21412" fmla="*/ 501532 h 1059043"/>
                <a:gd name="connsiteX120-21413" fmla="*/ 770143 w 3024845"/>
                <a:gd name="connsiteY120-21414" fmla="*/ 501532 h 1059043"/>
                <a:gd name="connsiteX121-21415" fmla="*/ 784330 w 3024845"/>
                <a:gd name="connsiteY121-21416" fmla="*/ 505856 h 1059043"/>
                <a:gd name="connsiteX122-21417" fmla="*/ 784330 w 3024845"/>
                <a:gd name="connsiteY122-21418" fmla="*/ 544768 h 1059043"/>
                <a:gd name="connsiteX123-21419" fmla="*/ 785343 w 3024845"/>
                <a:gd name="connsiteY123-21420" fmla="*/ 544768 h 1059043"/>
                <a:gd name="connsiteX124-21421" fmla="*/ 792436 w 3024845"/>
                <a:gd name="connsiteY124-21422" fmla="*/ 544768 h 1059043"/>
                <a:gd name="connsiteX125-21423" fmla="*/ 792436 w 3024845"/>
                <a:gd name="connsiteY125-21424" fmla="*/ 546389 h 1059043"/>
                <a:gd name="connsiteX126-21425" fmla="*/ 792436 w 3024845"/>
                <a:gd name="connsiteY126-21426" fmla="*/ 557738 h 1059043"/>
                <a:gd name="connsiteX127-21427" fmla="*/ 794463 w 3024845"/>
                <a:gd name="connsiteY127-21428" fmla="*/ 557738 h 1059043"/>
                <a:gd name="connsiteX128-21429" fmla="*/ 808650 w 3024845"/>
                <a:gd name="connsiteY128-21430" fmla="*/ 557738 h 1059043"/>
                <a:gd name="connsiteX129-21431" fmla="*/ 814730 w 3024845"/>
                <a:gd name="connsiteY129-21432" fmla="*/ 564224 h 1059043"/>
                <a:gd name="connsiteX130-21433" fmla="*/ 814730 w 3024845"/>
                <a:gd name="connsiteY130-21434" fmla="*/ 585842 h 1059043"/>
                <a:gd name="connsiteX131-21435" fmla="*/ 817010 w 3024845"/>
                <a:gd name="connsiteY131-21436" fmla="*/ 585842 h 1059043"/>
                <a:gd name="connsiteX132-21437" fmla="*/ 832970 w 3024845"/>
                <a:gd name="connsiteY132-21438" fmla="*/ 585842 h 1059043"/>
                <a:gd name="connsiteX133-21439" fmla="*/ 832970 w 3024845"/>
                <a:gd name="connsiteY133-21440" fmla="*/ 586922 h 1059043"/>
                <a:gd name="connsiteX134-21441" fmla="*/ 832970 w 3024845"/>
                <a:gd name="connsiteY134-21442" fmla="*/ 594489 h 1059043"/>
                <a:gd name="connsiteX135-21443" fmla="*/ 834237 w 3024845"/>
                <a:gd name="connsiteY135-21444" fmla="*/ 594489 h 1059043"/>
                <a:gd name="connsiteX136-21445" fmla="*/ 843104 w 3024845"/>
                <a:gd name="connsiteY136-21446" fmla="*/ 594489 h 1059043"/>
                <a:gd name="connsiteX137-21447" fmla="*/ 843104 w 3024845"/>
                <a:gd name="connsiteY137-21448" fmla="*/ 596650 h 1059043"/>
                <a:gd name="connsiteX138-21449" fmla="*/ 843104 w 3024845"/>
                <a:gd name="connsiteY138-21450" fmla="*/ 611783 h 1059043"/>
                <a:gd name="connsiteX139-21451" fmla="*/ 847157 w 3024845"/>
                <a:gd name="connsiteY139-21452" fmla="*/ 609891 h 1059043"/>
                <a:gd name="connsiteX140-21453" fmla="*/ 847157 w 3024845"/>
                <a:gd name="connsiteY140-21454" fmla="*/ 596650 h 1059043"/>
                <a:gd name="connsiteX141-21455" fmla="*/ 848170 w 3024845"/>
                <a:gd name="connsiteY141-21456" fmla="*/ 596650 h 1059043"/>
                <a:gd name="connsiteX142-21457" fmla="*/ 855264 w 3024845"/>
                <a:gd name="connsiteY142-21458" fmla="*/ 596650 h 1059043"/>
                <a:gd name="connsiteX143-21459" fmla="*/ 855264 w 3024845"/>
                <a:gd name="connsiteY143-21460" fmla="*/ 598272 h 1059043"/>
                <a:gd name="connsiteX144-21461" fmla="*/ 855264 w 3024845"/>
                <a:gd name="connsiteY144-21462" fmla="*/ 609621 h 1059043"/>
                <a:gd name="connsiteX145-21463" fmla="*/ 856024 w 3024845"/>
                <a:gd name="connsiteY145-21464" fmla="*/ 609621 h 1059043"/>
                <a:gd name="connsiteX146-21465" fmla="*/ 861344 w 3024845"/>
                <a:gd name="connsiteY146-21466" fmla="*/ 609621 h 1059043"/>
                <a:gd name="connsiteX147-21467" fmla="*/ 909984 w 3024845"/>
                <a:gd name="connsiteY147-21468" fmla="*/ 605298 h 1059043"/>
                <a:gd name="connsiteX148-21469" fmla="*/ 909984 w 3024845"/>
                <a:gd name="connsiteY148-21470" fmla="*/ 606649 h 1059043"/>
                <a:gd name="connsiteX149-21471" fmla="*/ 909984 w 3024845"/>
                <a:gd name="connsiteY149-21472" fmla="*/ 616106 h 1059043"/>
                <a:gd name="connsiteX150-21473" fmla="*/ 910744 w 3024845"/>
                <a:gd name="connsiteY150-21474" fmla="*/ 616106 h 1059043"/>
                <a:gd name="connsiteX151-21475" fmla="*/ 916065 w 3024845"/>
                <a:gd name="connsiteY151-21476" fmla="*/ 616106 h 1059043"/>
                <a:gd name="connsiteX152-21477" fmla="*/ 916065 w 3024845"/>
                <a:gd name="connsiteY152-21478" fmla="*/ 618268 h 1059043"/>
                <a:gd name="connsiteX153-21479" fmla="*/ 916065 w 3024845"/>
                <a:gd name="connsiteY153-21480" fmla="*/ 633401 h 1059043"/>
                <a:gd name="connsiteX154-21481" fmla="*/ 918091 w 3024845"/>
                <a:gd name="connsiteY154-21482" fmla="*/ 632050 h 1059043"/>
                <a:gd name="connsiteX155-21483" fmla="*/ 932278 w 3024845"/>
                <a:gd name="connsiteY155-21484" fmla="*/ 622592 h 1059043"/>
                <a:gd name="connsiteX156-21485" fmla="*/ 938358 w 3024845"/>
                <a:gd name="connsiteY156-21486" fmla="*/ 581518 h 1059043"/>
                <a:gd name="connsiteX157-21487" fmla="*/ 939118 w 3024845"/>
                <a:gd name="connsiteY157-21488" fmla="*/ 581248 h 1059043"/>
                <a:gd name="connsiteX158-21489" fmla="*/ 944438 w 3024845"/>
                <a:gd name="connsiteY158-21490" fmla="*/ 579356 h 1059043"/>
                <a:gd name="connsiteX159-21491" fmla="*/ 946465 w 3024845"/>
                <a:gd name="connsiteY159-21492" fmla="*/ 510179 h 1059043"/>
                <a:gd name="connsiteX160-21493" fmla="*/ 948492 w 3024845"/>
                <a:gd name="connsiteY160-21494" fmla="*/ 579356 h 1059043"/>
                <a:gd name="connsiteX161-21495" fmla="*/ 949252 w 3024845"/>
                <a:gd name="connsiteY161-21496" fmla="*/ 579626 h 1059043"/>
                <a:gd name="connsiteX162-21497" fmla="*/ 954572 w 3024845"/>
                <a:gd name="connsiteY162-21498" fmla="*/ 581518 h 1059043"/>
                <a:gd name="connsiteX163-21499" fmla="*/ 954572 w 3024845"/>
                <a:gd name="connsiteY163-21500" fmla="*/ 495047 h 1059043"/>
                <a:gd name="connsiteX164-21501" fmla="*/ 958625 w 3024845"/>
                <a:gd name="connsiteY164-21502" fmla="*/ 462620 h 1059043"/>
                <a:gd name="connsiteX165-21503" fmla="*/ 997132 w 3024845"/>
                <a:gd name="connsiteY165-21504" fmla="*/ 462620 h 1059043"/>
                <a:gd name="connsiteX166-21505" fmla="*/ 997132 w 3024845"/>
                <a:gd name="connsiteY166-21506" fmla="*/ 495047 h 1059043"/>
                <a:gd name="connsiteX167-21507" fmla="*/ 997892 w 3024845"/>
                <a:gd name="connsiteY167-21508" fmla="*/ 495047 h 1059043"/>
                <a:gd name="connsiteX168-21509" fmla="*/ 1003212 w 3024845"/>
                <a:gd name="connsiteY168-21510" fmla="*/ 495047 h 1059043"/>
                <a:gd name="connsiteX169-21511" fmla="*/ 1003212 w 3024845"/>
                <a:gd name="connsiteY169-21512" fmla="*/ 412899 h 1059043"/>
                <a:gd name="connsiteX170-21513" fmla="*/ 1004986 w 3024845"/>
                <a:gd name="connsiteY170-21514" fmla="*/ 412899 h 1059043"/>
                <a:gd name="connsiteX171-21515" fmla="*/ 1017399 w 3024845"/>
                <a:gd name="connsiteY171-21516" fmla="*/ 412899 h 1059043"/>
                <a:gd name="connsiteX172-21517" fmla="*/ 1017399 w 3024845"/>
                <a:gd name="connsiteY172-21518" fmla="*/ 411008 h 1059043"/>
                <a:gd name="connsiteX173-21519" fmla="*/ 1017399 w 3024845"/>
                <a:gd name="connsiteY173-21520" fmla="*/ 397767 h 1059043"/>
                <a:gd name="connsiteX174-21521" fmla="*/ 1039693 w 3024845"/>
                <a:gd name="connsiteY174-21522" fmla="*/ 397767 h 1059043"/>
                <a:gd name="connsiteX175-21523" fmla="*/ 1039693 w 3024845"/>
                <a:gd name="connsiteY175-21524" fmla="*/ 396686 h 1059043"/>
                <a:gd name="connsiteX176-21525" fmla="*/ 1039693 w 3024845"/>
                <a:gd name="connsiteY176-21526" fmla="*/ 389120 h 1059043"/>
                <a:gd name="connsiteX177-21527" fmla="*/ 1041466 w 3024845"/>
                <a:gd name="connsiteY177-21528" fmla="*/ 389120 h 1059043"/>
                <a:gd name="connsiteX178-21529" fmla="*/ 1053880 w 3024845"/>
                <a:gd name="connsiteY178-21530" fmla="*/ 389120 h 1059043"/>
                <a:gd name="connsiteX179-21531" fmla="*/ 1053880 w 3024845"/>
                <a:gd name="connsiteY179-21532" fmla="*/ 390201 h 1059043"/>
                <a:gd name="connsiteX180-21533" fmla="*/ 1053880 w 3024845"/>
                <a:gd name="connsiteY180-21534" fmla="*/ 397767 h 1059043"/>
                <a:gd name="connsiteX181-21535" fmla="*/ 1054640 w 3024845"/>
                <a:gd name="connsiteY181-21536" fmla="*/ 397767 h 1059043"/>
                <a:gd name="connsiteX182-21537" fmla="*/ 1059960 w 3024845"/>
                <a:gd name="connsiteY182-21538" fmla="*/ 397767 h 1059043"/>
                <a:gd name="connsiteX183-21539" fmla="*/ 1070093 w 3024845"/>
                <a:gd name="connsiteY183-21540" fmla="*/ 393443 h 1059043"/>
                <a:gd name="connsiteX184-21541" fmla="*/ 1074146 w 3024845"/>
                <a:gd name="connsiteY184-21542" fmla="*/ 396686 h 1059043"/>
                <a:gd name="connsiteX185-21543" fmla="*/ 1074146 w 3024845"/>
                <a:gd name="connsiteY185-21544" fmla="*/ 389120 h 1059043"/>
                <a:gd name="connsiteX186-21545" fmla="*/ 1076426 w 3024845"/>
                <a:gd name="connsiteY186-21546" fmla="*/ 389120 h 1059043"/>
                <a:gd name="connsiteX187-21547" fmla="*/ 1092387 w 3024845"/>
                <a:gd name="connsiteY187-21548" fmla="*/ 389120 h 1059043"/>
                <a:gd name="connsiteX188-21549" fmla="*/ 1092387 w 3024845"/>
                <a:gd name="connsiteY188-21550" fmla="*/ 390201 h 1059043"/>
                <a:gd name="connsiteX189-21551" fmla="*/ 1092387 w 3024845"/>
                <a:gd name="connsiteY189-21552" fmla="*/ 397767 h 1059043"/>
                <a:gd name="connsiteX190-21553" fmla="*/ 1122787 w 3024845"/>
                <a:gd name="connsiteY190-21554" fmla="*/ 397767 h 1059043"/>
                <a:gd name="connsiteX191-21555" fmla="*/ 1122787 w 3024845"/>
                <a:gd name="connsiteY191-21556" fmla="*/ 399388 h 1059043"/>
                <a:gd name="connsiteX192-21557" fmla="*/ 1122787 w 3024845"/>
                <a:gd name="connsiteY192-21558" fmla="*/ 410738 h 1059043"/>
                <a:gd name="connsiteX193-21559" fmla="*/ 1149134 w 3024845"/>
                <a:gd name="connsiteY193-21560" fmla="*/ 410738 h 1059043"/>
                <a:gd name="connsiteX194-21561" fmla="*/ 1149134 w 3024845"/>
                <a:gd name="connsiteY194-21562" fmla="*/ 441002 h 1059043"/>
                <a:gd name="connsiteX195-21563" fmla="*/ 1149894 w 3024845"/>
                <a:gd name="connsiteY195-21564" fmla="*/ 441002 h 1059043"/>
                <a:gd name="connsiteX196-21565" fmla="*/ 1155214 w 3024845"/>
                <a:gd name="connsiteY196-21566" fmla="*/ 441002 h 1059043"/>
                <a:gd name="connsiteX197-21567" fmla="*/ 1155214 w 3024845"/>
                <a:gd name="connsiteY197-21568" fmla="*/ 442083 h 1059043"/>
                <a:gd name="connsiteX198-21569" fmla="*/ 1155214 w 3024845"/>
                <a:gd name="connsiteY198-21570" fmla="*/ 449650 h 1059043"/>
                <a:gd name="connsiteX199-21571" fmla="*/ 1159268 w 3024845"/>
                <a:gd name="connsiteY199-21572" fmla="*/ 479914 h 1059043"/>
                <a:gd name="connsiteX200-21573" fmla="*/ 1160028 w 3024845"/>
                <a:gd name="connsiteY200-21574" fmla="*/ 479914 h 1059043"/>
                <a:gd name="connsiteX201-21575" fmla="*/ 1165348 w 3024845"/>
                <a:gd name="connsiteY201-21576" fmla="*/ 479914 h 1059043"/>
                <a:gd name="connsiteX202-21577" fmla="*/ 1165348 w 3024845"/>
                <a:gd name="connsiteY202-21578" fmla="*/ 480725 h 1059043"/>
                <a:gd name="connsiteX203-21579" fmla="*/ 1165348 w 3024845"/>
                <a:gd name="connsiteY203-21580" fmla="*/ 486400 h 1059043"/>
                <a:gd name="connsiteX204-21581" fmla="*/ 1166361 w 3024845"/>
                <a:gd name="connsiteY204-21582" fmla="*/ 486400 h 1059043"/>
                <a:gd name="connsiteX205-21583" fmla="*/ 1173454 w 3024845"/>
                <a:gd name="connsiteY205-21584" fmla="*/ 486400 h 1059043"/>
                <a:gd name="connsiteX206-21585" fmla="*/ 1173454 w 3024845"/>
                <a:gd name="connsiteY206-21586" fmla="*/ 516665 h 1059043"/>
                <a:gd name="connsiteX207-21587" fmla="*/ 1175481 w 3024845"/>
                <a:gd name="connsiteY207-21588" fmla="*/ 516665 h 1059043"/>
                <a:gd name="connsiteX208-21589" fmla="*/ 1189668 w 3024845"/>
                <a:gd name="connsiteY208-21590" fmla="*/ 516665 h 1059043"/>
                <a:gd name="connsiteX209-21591" fmla="*/ 1189668 w 3024845"/>
                <a:gd name="connsiteY209-21592" fmla="*/ 540444 h 1059043"/>
                <a:gd name="connsiteX210-21593" fmla="*/ 1191695 w 3024845"/>
                <a:gd name="connsiteY210-21594" fmla="*/ 542065 h 1059043"/>
                <a:gd name="connsiteX211-21595" fmla="*/ 1191695 w 3024845"/>
                <a:gd name="connsiteY211-21596" fmla="*/ 553415 h 1059043"/>
                <a:gd name="connsiteX212-21597" fmla="*/ 1192455 w 3024845"/>
                <a:gd name="connsiteY212-21598" fmla="*/ 553415 h 1059043"/>
                <a:gd name="connsiteX213-21599" fmla="*/ 1197775 w 3024845"/>
                <a:gd name="connsiteY213-21600" fmla="*/ 553415 h 1059043"/>
                <a:gd name="connsiteX214-21601" fmla="*/ 1197775 w 3024845"/>
                <a:gd name="connsiteY214-21602" fmla="*/ 577194 h 1059043"/>
                <a:gd name="connsiteX215-21603" fmla="*/ 1199041 w 3024845"/>
                <a:gd name="connsiteY215-21604" fmla="*/ 577194 h 1059043"/>
                <a:gd name="connsiteX216-21605" fmla="*/ 1207908 w 3024845"/>
                <a:gd name="connsiteY216-21606" fmla="*/ 577194 h 1059043"/>
                <a:gd name="connsiteX217-21607" fmla="*/ 1209935 w 3024845"/>
                <a:gd name="connsiteY217-21608" fmla="*/ 581248 h 1059043"/>
                <a:gd name="connsiteX218-21609" fmla="*/ 1209935 w 3024845"/>
                <a:gd name="connsiteY218-21610" fmla="*/ 594489 h 1059043"/>
                <a:gd name="connsiteX219-21611" fmla="*/ 1211455 w 3024845"/>
                <a:gd name="connsiteY219-21612" fmla="*/ 592597 h 1059043"/>
                <a:gd name="connsiteX220-21613" fmla="*/ 1222095 w 3024845"/>
                <a:gd name="connsiteY220-21614" fmla="*/ 579356 h 1059043"/>
                <a:gd name="connsiteX221-21615" fmla="*/ 1250469 w 3024845"/>
                <a:gd name="connsiteY221-21616" fmla="*/ 579356 h 1059043"/>
                <a:gd name="connsiteX222-21617" fmla="*/ 1250469 w 3024845"/>
                <a:gd name="connsiteY222-21618" fmla="*/ 665827 h 1059043"/>
                <a:gd name="connsiteX223-21619" fmla="*/ 1251229 w 3024845"/>
                <a:gd name="connsiteY223-21620" fmla="*/ 665827 h 1059043"/>
                <a:gd name="connsiteX224-21621" fmla="*/ 1256549 w 3024845"/>
                <a:gd name="connsiteY224-21622" fmla="*/ 665827 h 1059043"/>
                <a:gd name="connsiteX225-21623" fmla="*/ 1257309 w 3024845"/>
                <a:gd name="connsiteY225-21624" fmla="*/ 664476 h 1059043"/>
                <a:gd name="connsiteX226-21625" fmla="*/ 1262629 w 3024845"/>
                <a:gd name="connsiteY226-21626" fmla="*/ 655018 h 1059043"/>
                <a:gd name="connsiteX227-21627" fmla="*/ 1262629 w 3024845"/>
                <a:gd name="connsiteY227-21628" fmla="*/ 656910 h 1059043"/>
                <a:gd name="connsiteX228-21629" fmla="*/ 1262629 w 3024845"/>
                <a:gd name="connsiteY228-21630" fmla="*/ 670151 h 1059043"/>
                <a:gd name="connsiteX229-21631" fmla="*/ 1266682 w 3024845"/>
                <a:gd name="connsiteY229-21632" fmla="*/ 624754 h 1059043"/>
                <a:gd name="connsiteX230-21633" fmla="*/ 1267442 w 3024845"/>
                <a:gd name="connsiteY230-21634" fmla="*/ 624754 h 1059043"/>
                <a:gd name="connsiteX231-21635" fmla="*/ 1272762 w 3024845"/>
                <a:gd name="connsiteY231-21636" fmla="*/ 624754 h 1059043"/>
                <a:gd name="connsiteX232-21637" fmla="*/ 1272762 w 3024845"/>
                <a:gd name="connsiteY232-21638" fmla="*/ 559900 h 1059043"/>
                <a:gd name="connsiteX233-21639" fmla="*/ 1273776 w 3024845"/>
                <a:gd name="connsiteY233-21640" fmla="*/ 559900 h 1059043"/>
                <a:gd name="connsiteX234-21641" fmla="*/ 1280869 w 3024845"/>
                <a:gd name="connsiteY234-21642" fmla="*/ 559900 h 1059043"/>
                <a:gd name="connsiteX235-21643" fmla="*/ 1293029 w 3024845"/>
                <a:gd name="connsiteY235-21644" fmla="*/ 516665 h 1059043"/>
                <a:gd name="connsiteX236-21645" fmla="*/ 1294296 w 3024845"/>
                <a:gd name="connsiteY236-21646" fmla="*/ 516665 h 1059043"/>
                <a:gd name="connsiteX237-21647" fmla="*/ 1303163 w 3024845"/>
                <a:gd name="connsiteY237-21648" fmla="*/ 516665 h 1059043"/>
                <a:gd name="connsiteX238-21649" fmla="*/ 1313296 w 3024845"/>
                <a:gd name="connsiteY238-21650" fmla="*/ 559900 h 1059043"/>
                <a:gd name="connsiteX239-21651" fmla="*/ 1314309 w 3024845"/>
                <a:gd name="connsiteY239-21652" fmla="*/ 559900 h 1059043"/>
                <a:gd name="connsiteX240-21653" fmla="*/ 1321403 w 3024845"/>
                <a:gd name="connsiteY240-21654" fmla="*/ 559900 h 1059043"/>
                <a:gd name="connsiteX241-21655" fmla="*/ 1321403 w 3024845"/>
                <a:gd name="connsiteY241-21656" fmla="*/ 598812 h 1059043"/>
                <a:gd name="connsiteX242-21657" fmla="*/ 1323176 w 3024845"/>
                <a:gd name="connsiteY242-21658" fmla="*/ 598812 h 1059043"/>
                <a:gd name="connsiteX243-21659" fmla="*/ 1335590 w 3024845"/>
                <a:gd name="connsiteY243-21660" fmla="*/ 598812 h 1059043"/>
                <a:gd name="connsiteX244-21661" fmla="*/ 1335590 w 3024845"/>
                <a:gd name="connsiteY244-21662" fmla="*/ 600974 h 1059043"/>
                <a:gd name="connsiteX245-21663" fmla="*/ 1335590 w 3024845"/>
                <a:gd name="connsiteY245-21664" fmla="*/ 616106 h 1059043"/>
                <a:gd name="connsiteX246-21665" fmla="*/ 1339643 w 3024845"/>
                <a:gd name="connsiteY246-21666" fmla="*/ 613945 h 1059043"/>
                <a:gd name="connsiteX247-21667" fmla="*/ 1339643 w 3024845"/>
                <a:gd name="connsiteY247-21668" fmla="*/ 598812 h 1059043"/>
                <a:gd name="connsiteX248-21669" fmla="*/ 1341163 w 3024845"/>
                <a:gd name="connsiteY248-21670" fmla="*/ 598812 h 1059043"/>
                <a:gd name="connsiteX249-21671" fmla="*/ 1351803 w 3024845"/>
                <a:gd name="connsiteY249-21672" fmla="*/ 598812 h 1059043"/>
                <a:gd name="connsiteX250-21673" fmla="*/ 1351803 w 3024845"/>
                <a:gd name="connsiteY250-21674" fmla="*/ 600433 h 1059043"/>
                <a:gd name="connsiteX251-21675" fmla="*/ 1351803 w 3024845"/>
                <a:gd name="connsiteY251-21676" fmla="*/ 611783 h 1059043"/>
                <a:gd name="connsiteX252-21677" fmla="*/ 1382204 w 3024845"/>
                <a:gd name="connsiteY252-21678" fmla="*/ 611783 h 1059043"/>
                <a:gd name="connsiteX253-21679" fmla="*/ 1382204 w 3024845"/>
                <a:gd name="connsiteY253-21680" fmla="*/ 575033 h 1059043"/>
                <a:gd name="connsiteX254-21681" fmla="*/ 1383470 w 3024845"/>
                <a:gd name="connsiteY254-21682" fmla="*/ 575033 h 1059043"/>
                <a:gd name="connsiteX255-21683" fmla="*/ 1392337 w 3024845"/>
                <a:gd name="connsiteY255-21684" fmla="*/ 575033 h 1059043"/>
                <a:gd name="connsiteX256-21685" fmla="*/ 1392337 w 3024845"/>
                <a:gd name="connsiteY256-21686" fmla="*/ 596650 h 1059043"/>
                <a:gd name="connsiteX257-21687" fmla="*/ 1394364 w 3024845"/>
                <a:gd name="connsiteY257-21688" fmla="*/ 564224 h 1059043"/>
                <a:gd name="connsiteX258-21689" fmla="*/ 1416657 w 3024845"/>
                <a:gd name="connsiteY258-21690" fmla="*/ 564224 h 1059043"/>
                <a:gd name="connsiteX259-21691" fmla="*/ 1416657 w 3024845"/>
                <a:gd name="connsiteY259-21692" fmla="*/ 562602 h 1059043"/>
                <a:gd name="connsiteX260-21693" fmla="*/ 1416657 w 3024845"/>
                <a:gd name="connsiteY260-21694" fmla="*/ 551253 h 1059043"/>
                <a:gd name="connsiteX261-21695" fmla="*/ 1417417 w 3024845"/>
                <a:gd name="connsiteY261-21696" fmla="*/ 551253 h 1059043"/>
                <a:gd name="connsiteX262-21697" fmla="*/ 1422737 w 3024845"/>
                <a:gd name="connsiteY262-21698" fmla="*/ 551253 h 1059043"/>
                <a:gd name="connsiteX263-21699" fmla="*/ 1422737 w 3024845"/>
                <a:gd name="connsiteY263-21700" fmla="*/ 549362 h 1059043"/>
                <a:gd name="connsiteX264-21701" fmla="*/ 1422737 w 3024845"/>
                <a:gd name="connsiteY264-21702" fmla="*/ 536121 h 1059043"/>
                <a:gd name="connsiteX265-21703" fmla="*/ 1426791 w 3024845"/>
                <a:gd name="connsiteY265-21704" fmla="*/ 542606 h 1059043"/>
                <a:gd name="connsiteX266-21705" fmla="*/ 1429071 w 3024845"/>
                <a:gd name="connsiteY266-21706" fmla="*/ 542606 h 1059043"/>
                <a:gd name="connsiteX267-21707" fmla="*/ 1445031 w 3024845"/>
                <a:gd name="connsiteY267-21708" fmla="*/ 542606 h 1059043"/>
                <a:gd name="connsiteX268-21709" fmla="*/ 1445031 w 3024845"/>
                <a:gd name="connsiteY268-21710" fmla="*/ 541795 h 1059043"/>
                <a:gd name="connsiteX269-21711" fmla="*/ 1445031 w 3024845"/>
                <a:gd name="connsiteY269-21712" fmla="*/ 536121 h 1059043"/>
                <a:gd name="connsiteX270-21713" fmla="*/ 1445791 w 3024845"/>
                <a:gd name="connsiteY270-21714" fmla="*/ 536121 h 1059043"/>
                <a:gd name="connsiteX271-21715" fmla="*/ 1451111 w 3024845"/>
                <a:gd name="connsiteY271-21716" fmla="*/ 536121 h 1059043"/>
                <a:gd name="connsiteX272-21717" fmla="*/ 1451111 w 3024845"/>
                <a:gd name="connsiteY272-21718" fmla="*/ 537472 h 1059043"/>
                <a:gd name="connsiteX273-21719" fmla="*/ 1451111 w 3024845"/>
                <a:gd name="connsiteY273-21720" fmla="*/ 546930 h 1059043"/>
                <a:gd name="connsiteX274-21721" fmla="*/ 1489618 w 3024845"/>
                <a:gd name="connsiteY274-21722" fmla="*/ 546930 h 1059043"/>
                <a:gd name="connsiteX275-21723" fmla="*/ 1489618 w 3024845"/>
                <a:gd name="connsiteY275-21724" fmla="*/ 685283 h 1059043"/>
                <a:gd name="connsiteX276-21725" fmla="*/ 1491138 w 3024845"/>
                <a:gd name="connsiteY276-21726" fmla="*/ 685283 h 1059043"/>
                <a:gd name="connsiteX277-21727" fmla="*/ 1501778 w 3024845"/>
                <a:gd name="connsiteY277-21728" fmla="*/ 685283 h 1059043"/>
                <a:gd name="connsiteX278-21729" fmla="*/ 1501778 w 3024845"/>
                <a:gd name="connsiteY278-21730" fmla="*/ 672313 h 1059043"/>
                <a:gd name="connsiteX279-21731" fmla="*/ 1505832 w 3024845"/>
                <a:gd name="connsiteY279-21732" fmla="*/ 672313 h 1059043"/>
                <a:gd name="connsiteX280-21733" fmla="*/ 1505832 w 3024845"/>
                <a:gd name="connsiteY280-21734" fmla="*/ 685283 h 1059043"/>
                <a:gd name="connsiteX281-21735" fmla="*/ 1536232 w 3024845"/>
                <a:gd name="connsiteY281-21736" fmla="*/ 685283 h 1059043"/>
                <a:gd name="connsiteX282-21737" fmla="*/ 1536232 w 3024845"/>
                <a:gd name="connsiteY282-21738" fmla="*/ 655018 h 1059043"/>
                <a:gd name="connsiteX283-21739" fmla="*/ 1548392 w 3024845"/>
                <a:gd name="connsiteY283-21740" fmla="*/ 655018 h 1059043"/>
                <a:gd name="connsiteX284-21741" fmla="*/ 1560552 w 3024845"/>
                <a:gd name="connsiteY284-21742" fmla="*/ 652857 h 1059043"/>
                <a:gd name="connsiteX285-21743" fmla="*/ 1564606 w 3024845"/>
                <a:gd name="connsiteY285-21744" fmla="*/ 655018 h 1059043"/>
                <a:gd name="connsiteX286-21745" fmla="*/ 1574739 w 3024845"/>
                <a:gd name="connsiteY286-21746" fmla="*/ 655018 h 1059043"/>
                <a:gd name="connsiteX287-21747" fmla="*/ 1574739 w 3024845"/>
                <a:gd name="connsiteY287-21748" fmla="*/ 685283 h 1059043"/>
                <a:gd name="connsiteX288-21749" fmla="*/ 1582846 w 3024845"/>
                <a:gd name="connsiteY288-21750" fmla="*/ 685283 h 1059043"/>
                <a:gd name="connsiteX289-21751" fmla="*/ 1582846 w 3024845"/>
                <a:gd name="connsiteY289-21752" fmla="*/ 702578 h 1059043"/>
                <a:gd name="connsiteX290-21753" fmla="*/ 1592182 w 3024845"/>
                <a:gd name="connsiteY290-21754" fmla="*/ 703483 h 1059043"/>
                <a:gd name="connsiteX291-21755" fmla="*/ 1605140 w 3024845"/>
                <a:gd name="connsiteY291-21756" fmla="*/ 703483 h 1059043"/>
                <a:gd name="connsiteX292-21757" fmla="*/ 1605140 w 3024845"/>
                <a:gd name="connsiteY292-21758" fmla="*/ 687445 h 1059043"/>
                <a:gd name="connsiteX293-21759" fmla="*/ 1673096 w 3024845"/>
                <a:gd name="connsiteY293-21760" fmla="*/ 687445 h 1059043"/>
                <a:gd name="connsiteX294-21761" fmla="*/ 1673096 w 3024845"/>
                <a:gd name="connsiteY294-21762" fmla="*/ 602192 h 1059043"/>
                <a:gd name="connsiteX295-21763" fmla="*/ 1745104 w 3024845"/>
                <a:gd name="connsiteY295-21764" fmla="*/ 602192 h 1059043"/>
                <a:gd name="connsiteX296-21765" fmla="*/ 1745104 w 3024845"/>
                <a:gd name="connsiteY296-21766" fmla="*/ 680960 h 1059043"/>
                <a:gd name="connsiteX297-21767" fmla="*/ 1747008 w 3024845"/>
                <a:gd name="connsiteY297-21768" fmla="*/ 680960 h 1059043"/>
                <a:gd name="connsiteX298-21769" fmla="*/ 1748250 w 3024845"/>
                <a:gd name="connsiteY298-21770" fmla="*/ 703483 h 1059043"/>
                <a:gd name="connsiteX299-21771" fmla="*/ 1757926 w 3024845"/>
                <a:gd name="connsiteY299-21772" fmla="*/ 703483 h 1059043"/>
                <a:gd name="connsiteX300-21773" fmla="*/ 1759168 w 3024845"/>
                <a:gd name="connsiteY300-21774" fmla="*/ 680960 h 1059043"/>
                <a:gd name="connsiteX301-21775" fmla="*/ 1765248 w 3024845"/>
                <a:gd name="connsiteY301-21776" fmla="*/ 680960 h 1059043"/>
                <a:gd name="connsiteX302-21777" fmla="*/ 1766490 w 3024845"/>
                <a:gd name="connsiteY302-21778" fmla="*/ 703483 h 1059043"/>
                <a:gd name="connsiteX303-21779" fmla="*/ 1817112 w 3024845"/>
                <a:gd name="connsiteY303-21780" fmla="*/ 703483 h 1059043"/>
                <a:gd name="connsiteX304-21781" fmla="*/ 1817112 w 3024845"/>
                <a:gd name="connsiteY304-21782" fmla="*/ 540455 h 1059043"/>
                <a:gd name="connsiteX305-21783" fmla="*/ 2014439 w 3024845"/>
                <a:gd name="connsiteY305-21784" fmla="*/ 540455 h 1059043"/>
                <a:gd name="connsiteX306-21785" fmla="*/ 2014439 w 3024845"/>
                <a:gd name="connsiteY306-21786" fmla="*/ 703483 h 1059043"/>
                <a:gd name="connsiteX307-21787" fmla="*/ 2033136 w 3024845"/>
                <a:gd name="connsiteY307-21788" fmla="*/ 703483 h 1059043"/>
                <a:gd name="connsiteX308-21789" fmla="*/ 2033136 w 3024845"/>
                <a:gd name="connsiteY308-21790" fmla="*/ 620790 h 1059043"/>
                <a:gd name="connsiteX309-21791" fmla="*/ 2128256 w 3024845"/>
                <a:gd name="connsiteY309-21792" fmla="*/ 620790 h 1059043"/>
                <a:gd name="connsiteX310-21793" fmla="*/ 2128026 w 3024845"/>
                <a:gd name="connsiteY310-21794" fmla="*/ 281031 h 1059043"/>
                <a:gd name="connsiteX311-21795" fmla="*/ 2121946 w 3024845"/>
                <a:gd name="connsiteY311-21796" fmla="*/ 276707 h 1059043"/>
                <a:gd name="connsiteX312-21797" fmla="*/ 2130053 w 3024845"/>
                <a:gd name="connsiteY312-21798" fmla="*/ 252928 h 1059043"/>
                <a:gd name="connsiteX313-21799" fmla="*/ 2130053 w 3024845"/>
                <a:gd name="connsiteY313-21800" fmla="*/ 235634 h 1059043"/>
                <a:gd name="connsiteX314-21801" fmla="*/ 2144240 w 3024845"/>
                <a:gd name="connsiteY314-21802" fmla="*/ 235634 h 1059043"/>
                <a:gd name="connsiteX315-21803" fmla="*/ 2144240 w 3024845"/>
                <a:gd name="connsiteY315-21804" fmla="*/ 214016 h 1059043"/>
                <a:gd name="connsiteX316-21805" fmla="*/ 2146266 w 3024845"/>
                <a:gd name="connsiteY316-21806" fmla="*/ 209692 h 1059043"/>
                <a:gd name="connsiteX317-21807" fmla="*/ 2146266 w 3024845"/>
                <a:gd name="connsiteY317-21808" fmla="*/ 131868 h 1059043"/>
                <a:gd name="connsiteX318-21809" fmla="*/ 2144240 w 3024845"/>
                <a:gd name="connsiteY318-21810" fmla="*/ 125383 h 1059043"/>
                <a:gd name="connsiteX319-21811" fmla="*/ 2150320 w 3024845"/>
                <a:gd name="connsiteY319-21812" fmla="*/ 118897 h 1059043"/>
                <a:gd name="connsiteX320-21813" fmla="*/ 2150320 w 3024845"/>
                <a:gd name="connsiteY320-21814" fmla="*/ 60529 h 1059043"/>
                <a:gd name="connsiteX321-21815" fmla="*/ 2152346 w 3024845"/>
                <a:gd name="connsiteY321-21816" fmla="*/ 56206 h 1059043"/>
                <a:gd name="connsiteX322-21817" fmla="*/ 2152346 w 3024845"/>
                <a:gd name="connsiteY322-21818" fmla="*/ 0 h 1059043"/>
                <a:gd name="connsiteX323-21819" fmla="*/ 2162480 w 3024845"/>
                <a:gd name="connsiteY323-21820" fmla="*/ 118897 h 1059043"/>
                <a:gd name="connsiteX324-21821" fmla="*/ 2168560 w 3024845"/>
                <a:gd name="connsiteY324-21822" fmla="*/ 125383 h 1059043"/>
                <a:gd name="connsiteX325-21823" fmla="*/ 2166533 w 3024845"/>
                <a:gd name="connsiteY325-21824" fmla="*/ 131868 h 1059043"/>
                <a:gd name="connsiteX326-21825" fmla="*/ 2166533 w 3024845"/>
                <a:gd name="connsiteY326-21826" fmla="*/ 209692 h 1059043"/>
                <a:gd name="connsiteX327-21827" fmla="*/ 2168560 w 3024845"/>
                <a:gd name="connsiteY327-21828" fmla="*/ 235634 h 1059043"/>
                <a:gd name="connsiteX328-21829" fmla="*/ 2180720 w 3024845"/>
                <a:gd name="connsiteY328-21830" fmla="*/ 555577 h 1059043"/>
                <a:gd name="connsiteX329-21831" fmla="*/ 2245574 w 3024845"/>
                <a:gd name="connsiteY329-21832" fmla="*/ 555577 h 1059043"/>
                <a:gd name="connsiteX330-21833" fmla="*/ 2245574 w 3024845"/>
                <a:gd name="connsiteY330-21834" fmla="*/ 631239 h 1059043"/>
                <a:gd name="connsiteX331-21835" fmla="*/ 2253681 w 3024845"/>
                <a:gd name="connsiteY331-21836" fmla="*/ 631239 h 1059043"/>
                <a:gd name="connsiteX332-21837" fmla="*/ 2255708 w 3024845"/>
                <a:gd name="connsiteY332-21838" fmla="*/ 624754 h 1059043"/>
                <a:gd name="connsiteX333-21839" fmla="*/ 2261788 w 3024845"/>
                <a:gd name="connsiteY333-21840" fmla="*/ 624754 h 1059043"/>
                <a:gd name="connsiteX334-21841" fmla="*/ 2263815 w 3024845"/>
                <a:gd name="connsiteY334-21842" fmla="*/ 633401 h 1059043"/>
                <a:gd name="connsiteX335-21843" fmla="*/ 2275975 w 3024845"/>
                <a:gd name="connsiteY335-21844" fmla="*/ 633401 h 1059043"/>
                <a:gd name="connsiteX336-21845" fmla="*/ 2275975 w 3024845"/>
                <a:gd name="connsiteY336-21846" fmla="*/ 626915 h 1059043"/>
                <a:gd name="connsiteX337-21847" fmla="*/ 2298268 w 3024845"/>
                <a:gd name="connsiteY337-21848" fmla="*/ 626915 h 1059043"/>
                <a:gd name="connsiteX338-21849" fmla="*/ 2298268 w 3024845"/>
                <a:gd name="connsiteY338-21850" fmla="*/ 633401 h 1059043"/>
                <a:gd name="connsiteX339-21851" fmla="*/ 2318535 w 3024845"/>
                <a:gd name="connsiteY339-21852" fmla="*/ 633401 h 1059043"/>
                <a:gd name="connsiteX340-21853" fmla="*/ 2318535 w 3024845"/>
                <a:gd name="connsiteY340-21854" fmla="*/ 678798 h 1059043"/>
                <a:gd name="connsiteX341-21855" fmla="*/ 2332722 w 3024845"/>
                <a:gd name="connsiteY341-21856" fmla="*/ 678798 h 1059043"/>
                <a:gd name="connsiteX342-21857" fmla="*/ 2332722 w 3024845"/>
                <a:gd name="connsiteY342-21858" fmla="*/ 665827 h 1059043"/>
                <a:gd name="connsiteX343-21859" fmla="*/ 2348936 w 3024845"/>
                <a:gd name="connsiteY343-21860" fmla="*/ 665827 h 1059043"/>
                <a:gd name="connsiteX344-21861" fmla="*/ 2348936 w 3024845"/>
                <a:gd name="connsiteY344-21862" fmla="*/ 486400 h 1059043"/>
                <a:gd name="connsiteX345-21863" fmla="*/ 2355016 w 3024845"/>
                <a:gd name="connsiteY345-21864" fmla="*/ 479914 h 1059043"/>
                <a:gd name="connsiteX346-21865" fmla="*/ 2427977 w 3024845"/>
                <a:gd name="connsiteY346-21866" fmla="*/ 479914 h 1059043"/>
                <a:gd name="connsiteX347-21867" fmla="*/ 2427977 w 3024845"/>
                <a:gd name="connsiteY347-21868" fmla="*/ 488562 h 1059043"/>
                <a:gd name="connsiteX348-21869" fmla="*/ 2438110 w 3024845"/>
                <a:gd name="connsiteY348-21870" fmla="*/ 488562 h 1059043"/>
                <a:gd name="connsiteX349-21871" fmla="*/ 2438110 w 3024845"/>
                <a:gd name="connsiteY349-21872" fmla="*/ 603136 h 1059043"/>
                <a:gd name="connsiteX350-21873" fmla="*/ 2460404 w 3024845"/>
                <a:gd name="connsiteY350-21874" fmla="*/ 603136 h 1059043"/>
                <a:gd name="connsiteX351-21875" fmla="*/ 2460404 w 3024845"/>
                <a:gd name="connsiteY351-21876" fmla="*/ 536121 h 1059043"/>
                <a:gd name="connsiteX352-21877" fmla="*/ 2486751 w 3024845"/>
                <a:gd name="connsiteY352-21878" fmla="*/ 536121 h 1059043"/>
                <a:gd name="connsiteX353-21879" fmla="*/ 2490804 w 3024845"/>
                <a:gd name="connsiteY353-21880" fmla="*/ 531797 h 1059043"/>
                <a:gd name="connsiteX354-21881" fmla="*/ 2498911 w 3024845"/>
                <a:gd name="connsiteY354-21882" fmla="*/ 531797 h 1059043"/>
                <a:gd name="connsiteX355-21883" fmla="*/ 2502964 w 3024845"/>
                <a:gd name="connsiteY355-21884" fmla="*/ 536121 h 1059043"/>
                <a:gd name="connsiteX356-21885" fmla="*/ 2525258 w 3024845"/>
                <a:gd name="connsiteY356-21886" fmla="*/ 536121 h 1059043"/>
                <a:gd name="connsiteX357-21887" fmla="*/ 2525258 w 3024845"/>
                <a:gd name="connsiteY357-21888" fmla="*/ 419385 h 1059043"/>
                <a:gd name="connsiteX358-21889" fmla="*/ 2582005 w 3024845"/>
                <a:gd name="connsiteY358-21890" fmla="*/ 408576 h 1059043"/>
                <a:gd name="connsiteX359-21891" fmla="*/ 2582005 w 3024845"/>
                <a:gd name="connsiteY359-21892" fmla="*/ 409657 h 1059043"/>
                <a:gd name="connsiteX360-21893" fmla="*/ 2582005 w 3024845"/>
                <a:gd name="connsiteY360-21894" fmla="*/ 417223 h 1059043"/>
                <a:gd name="connsiteX361-21895" fmla="*/ 2608352 w 3024845"/>
                <a:gd name="connsiteY361-21896" fmla="*/ 417223 h 1059043"/>
                <a:gd name="connsiteX362-21897" fmla="*/ 2608352 w 3024845"/>
                <a:gd name="connsiteY362-21898" fmla="*/ 672313 h 1059043"/>
                <a:gd name="connsiteX363-21899" fmla="*/ 2630646 w 3024845"/>
                <a:gd name="connsiteY363-21900" fmla="*/ 672313 h 1059043"/>
                <a:gd name="connsiteX364-21901" fmla="*/ 2630646 w 3024845"/>
                <a:gd name="connsiteY364-21902" fmla="*/ 667989 h 1059043"/>
                <a:gd name="connsiteX365-21903" fmla="*/ 2642806 w 3024845"/>
                <a:gd name="connsiteY365-21904" fmla="*/ 667989 h 1059043"/>
                <a:gd name="connsiteX366-21905" fmla="*/ 2642806 w 3024845"/>
                <a:gd name="connsiteY366-21906" fmla="*/ 672313 h 1059043"/>
                <a:gd name="connsiteX367-21907" fmla="*/ 2667126 w 3024845"/>
                <a:gd name="connsiteY367-21908" fmla="*/ 672313 h 1059043"/>
                <a:gd name="connsiteX368-21909" fmla="*/ 2667126 w 3024845"/>
                <a:gd name="connsiteY368-21910" fmla="*/ 659342 h 1059043"/>
                <a:gd name="connsiteX369-21911" fmla="*/ 2695500 w 3024845"/>
                <a:gd name="connsiteY369-21912" fmla="*/ 659342 h 1059043"/>
                <a:gd name="connsiteX370-21913" fmla="*/ 2707660 w 3024845"/>
                <a:gd name="connsiteY370-21914" fmla="*/ 655018 h 1059043"/>
                <a:gd name="connsiteX371-21915" fmla="*/ 2727927 w 3024845"/>
                <a:gd name="connsiteY371-21916" fmla="*/ 659342 h 1059043"/>
                <a:gd name="connsiteX372-21917" fmla="*/ 2727927 w 3024845"/>
                <a:gd name="connsiteY372-21918" fmla="*/ 642048 h 1059043"/>
                <a:gd name="connsiteX373-21919" fmla="*/ 2736034 w 3024845"/>
                <a:gd name="connsiteY373-21920" fmla="*/ 642048 h 1059043"/>
                <a:gd name="connsiteX374-21921" fmla="*/ 2736034 w 3024845"/>
                <a:gd name="connsiteY374-21922" fmla="*/ 629077 h 1059043"/>
                <a:gd name="connsiteX375-21923" fmla="*/ 2792781 w 3024845"/>
                <a:gd name="connsiteY375-21924" fmla="*/ 629077 h 1059043"/>
                <a:gd name="connsiteX376-21925" fmla="*/ 2792781 w 3024845"/>
                <a:gd name="connsiteY376-21926" fmla="*/ 598812 h 1059043"/>
                <a:gd name="connsiteX377-21927" fmla="*/ 2811021 w 3024845"/>
                <a:gd name="connsiteY377-21928" fmla="*/ 598812 h 1059043"/>
                <a:gd name="connsiteX378-21929" fmla="*/ 2811021 w 3024845"/>
                <a:gd name="connsiteY378-21930" fmla="*/ 592327 h 1059043"/>
                <a:gd name="connsiteX379-21931" fmla="*/ 2823181 w 3024845"/>
                <a:gd name="connsiteY379-21932" fmla="*/ 592327 h 1059043"/>
                <a:gd name="connsiteX380-21933" fmla="*/ 2823181 w 3024845"/>
                <a:gd name="connsiteY380-21934" fmla="*/ 598812 h 1059043"/>
                <a:gd name="connsiteX381-21935" fmla="*/ 2839395 w 3024845"/>
                <a:gd name="connsiteY381-21936" fmla="*/ 598812 h 1059043"/>
                <a:gd name="connsiteX382-21937" fmla="*/ 2839395 w 3024845"/>
                <a:gd name="connsiteY382-21938" fmla="*/ 648533 h 1059043"/>
                <a:gd name="connsiteX383-21939" fmla="*/ 2871822 w 3024845"/>
                <a:gd name="connsiteY383-21940" fmla="*/ 648533 h 1059043"/>
                <a:gd name="connsiteX384-21941" fmla="*/ 2871822 w 3024845"/>
                <a:gd name="connsiteY384-21942" fmla="*/ 622592 h 1059043"/>
                <a:gd name="connsiteX385-21943" fmla="*/ 2910329 w 3024845"/>
                <a:gd name="connsiteY385-21944" fmla="*/ 622592 h 1059043"/>
                <a:gd name="connsiteX386-21945" fmla="*/ 2910329 w 3024845"/>
                <a:gd name="connsiteY386-21946" fmla="*/ 592327 h 1059043"/>
                <a:gd name="connsiteX387-21947" fmla="*/ 2958970 w 3024845"/>
                <a:gd name="connsiteY387-21948" fmla="*/ 592327 h 1059043"/>
                <a:gd name="connsiteX388-21949" fmla="*/ 2958970 w 3024845"/>
                <a:gd name="connsiteY388-21950" fmla="*/ 703483 h 1059043"/>
                <a:gd name="connsiteX389-21951" fmla="*/ 2958970 w 3024845"/>
                <a:gd name="connsiteY389-21952" fmla="*/ 717262 h 1059043"/>
                <a:gd name="connsiteX390-21953" fmla="*/ 3024845 w 3024845"/>
                <a:gd name="connsiteY390-21954" fmla="*/ 717262 h 1059043"/>
                <a:gd name="connsiteX391-21955" fmla="*/ 3024845 w 3024845"/>
                <a:gd name="connsiteY391-21956" fmla="*/ 1059043 h 1059043"/>
                <a:gd name="connsiteX392-21957" fmla="*/ 2054 w 3024845"/>
                <a:gd name="connsiteY392-21958" fmla="*/ 1056710 h 1059043"/>
                <a:gd name="connsiteX393-21959" fmla="*/ 0 w 3024845"/>
                <a:gd name="connsiteY393-21960" fmla="*/ 622592 h 1059043"/>
                <a:gd name="connsiteX394-21961" fmla="*/ 20267 w 3024845"/>
                <a:gd name="connsiteY394-21962" fmla="*/ 622592 h 1059043"/>
                <a:gd name="connsiteX395-21963" fmla="*/ 20774 w 3024845"/>
                <a:gd name="connsiteY395-21964" fmla="*/ 621511 h 1059043"/>
                <a:gd name="connsiteX396-21965" fmla="*/ 24320 w 3024845"/>
                <a:gd name="connsiteY396-21966" fmla="*/ 613945 h 1059043"/>
                <a:gd name="connsiteX397-21967" fmla="*/ 26094 w 3024845"/>
                <a:gd name="connsiteY397-21968" fmla="*/ 614215 h 1059043"/>
                <a:gd name="connsiteX398-21969" fmla="*/ 38507 w 3024845"/>
                <a:gd name="connsiteY398-21970" fmla="*/ 616106 h 1059043"/>
                <a:gd name="connsiteX399-21971" fmla="*/ 39014 w 3024845"/>
                <a:gd name="connsiteY399-21972" fmla="*/ 617458 h 1059043"/>
                <a:gd name="connsiteX400-21973" fmla="*/ 42560 w 3024845"/>
                <a:gd name="connsiteY400-21974" fmla="*/ 626915 h 1059043"/>
                <a:gd name="connsiteX401-21975" fmla="*/ 68907 w 3024845"/>
                <a:gd name="connsiteY401-21976" fmla="*/ 629077 h 1059043"/>
                <a:gd name="connsiteX402-21977" fmla="*/ 68907 w 3024845"/>
                <a:gd name="connsiteY402-21978" fmla="*/ 505856 h 1059043"/>
                <a:gd name="connsiteX403-21979" fmla="*/ 70934 w 3024845"/>
                <a:gd name="connsiteY403-21980" fmla="*/ 505856 h 1059043"/>
                <a:gd name="connsiteX404-21981" fmla="*/ 85121 w 3024845"/>
                <a:gd name="connsiteY404-21982" fmla="*/ 505856 h 1059043"/>
                <a:gd name="connsiteX405-21983" fmla="*/ 85121 w 3024845"/>
                <a:gd name="connsiteY405-21984" fmla="*/ 369664 h 1059043"/>
                <a:gd name="connsiteX406-21985" fmla="*/ 86894 w 3024845"/>
                <a:gd name="connsiteY406-21986" fmla="*/ 369664 h 1059043"/>
                <a:gd name="connsiteX407-21987" fmla="*/ 99308 w 3024845"/>
                <a:gd name="connsiteY407-21988" fmla="*/ 369664 h 1059043"/>
                <a:gd name="connsiteX408-21989" fmla="*/ 99308 w 3024845"/>
                <a:gd name="connsiteY408-21990" fmla="*/ 255090 h 1059043"/>
                <a:gd name="connsiteX409-21991" fmla="*/ 103361 w 3024845"/>
                <a:gd name="connsiteY409-21992" fmla="*/ 226986 h 1059043"/>
                <a:gd name="connsiteX410-21993" fmla="*/ 105388 w 3024845"/>
                <a:gd name="connsiteY410-21994" fmla="*/ 226986 h 1059043"/>
                <a:gd name="connsiteX411-21995" fmla="*/ 119575 w 3024845"/>
                <a:gd name="connsiteY411-21996" fmla="*/ 226986 h 1059043"/>
                <a:gd name="connsiteX0-21997" fmla="*/ 119575 w 3024845"/>
                <a:gd name="connsiteY0-21998" fmla="*/ 226986 h 1059043"/>
                <a:gd name="connsiteX1-21999" fmla="*/ 200642 w 3024845"/>
                <a:gd name="connsiteY1-22000" fmla="*/ 224825 h 1059043"/>
                <a:gd name="connsiteX2-22001" fmla="*/ 202669 w 3024845"/>
                <a:gd name="connsiteY2-22002" fmla="*/ 224825 h 1059043"/>
                <a:gd name="connsiteX3-22003" fmla="*/ 216856 w 3024845"/>
                <a:gd name="connsiteY3-22004" fmla="*/ 224825 h 1059043"/>
                <a:gd name="connsiteX4-22005" fmla="*/ 216856 w 3024845"/>
                <a:gd name="connsiteY4-22006" fmla="*/ 248604 h 1059043"/>
                <a:gd name="connsiteX5-22007" fmla="*/ 217363 w 3024845"/>
                <a:gd name="connsiteY5-22008" fmla="*/ 249415 h 1059043"/>
                <a:gd name="connsiteX6-22009" fmla="*/ 220909 w 3024845"/>
                <a:gd name="connsiteY6-22010" fmla="*/ 255090 h 1059043"/>
                <a:gd name="connsiteX7-22011" fmla="*/ 220909 w 3024845"/>
                <a:gd name="connsiteY7-22012" fmla="*/ 369664 h 1059043"/>
                <a:gd name="connsiteX8-22013" fmla="*/ 223189 w 3024845"/>
                <a:gd name="connsiteY8-22014" fmla="*/ 369664 h 1059043"/>
                <a:gd name="connsiteX9-22015" fmla="*/ 239150 w 3024845"/>
                <a:gd name="connsiteY9-22016" fmla="*/ 369664 h 1059043"/>
                <a:gd name="connsiteX10-22017" fmla="*/ 239150 w 3024845"/>
                <a:gd name="connsiteY10-22018" fmla="*/ 510179 h 1059043"/>
                <a:gd name="connsiteX11-22019" fmla="*/ 240670 w 3024845"/>
                <a:gd name="connsiteY11-22020" fmla="*/ 509909 h 1059043"/>
                <a:gd name="connsiteX12-22021" fmla="*/ 251310 w 3024845"/>
                <a:gd name="connsiteY12-22022" fmla="*/ 508018 h 1059043"/>
                <a:gd name="connsiteX13-22023" fmla="*/ 249283 w 3024845"/>
                <a:gd name="connsiteY13-22024" fmla="*/ 596650 h 1059043"/>
                <a:gd name="connsiteX14-22025" fmla="*/ 250803 w 3024845"/>
                <a:gd name="connsiteY14-22026" fmla="*/ 596921 h 1059043"/>
                <a:gd name="connsiteX15-22027" fmla="*/ 261443 w 3024845"/>
                <a:gd name="connsiteY15-22028" fmla="*/ 598812 h 1059043"/>
                <a:gd name="connsiteX16-22029" fmla="*/ 261696 w 3024845"/>
                <a:gd name="connsiteY16-22030" fmla="*/ 599623 h 1059043"/>
                <a:gd name="connsiteX17-22031" fmla="*/ 263470 w 3024845"/>
                <a:gd name="connsiteY17-22032" fmla="*/ 605298 h 1059043"/>
                <a:gd name="connsiteX18-22033" fmla="*/ 264230 w 3024845"/>
                <a:gd name="connsiteY18-22034" fmla="*/ 602866 h 1059043"/>
                <a:gd name="connsiteX19-22035" fmla="*/ 269550 w 3024845"/>
                <a:gd name="connsiteY19-22036" fmla="*/ 585842 h 1059043"/>
                <a:gd name="connsiteX20-22037" fmla="*/ 271323 w 3024845"/>
                <a:gd name="connsiteY20-22038" fmla="*/ 585842 h 1059043"/>
                <a:gd name="connsiteX21-22039" fmla="*/ 283737 w 3024845"/>
                <a:gd name="connsiteY21-22040" fmla="*/ 585842 h 1059043"/>
                <a:gd name="connsiteX22-22041" fmla="*/ 283737 w 3024845"/>
                <a:gd name="connsiteY22-22042" fmla="*/ 618268 h 1059043"/>
                <a:gd name="connsiteX23-22043" fmla="*/ 284750 w 3024845"/>
                <a:gd name="connsiteY23-22044" fmla="*/ 618809 h 1059043"/>
                <a:gd name="connsiteX24-22045" fmla="*/ 291844 w 3024845"/>
                <a:gd name="connsiteY24-22046" fmla="*/ 622592 h 1059043"/>
                <a:gd name="connsiteX25-22047" fmla="*/ 291844 w 3024845"/>
                <a:gd name="connsiteY25-22048" fmla="*/ 623943 h 1059043"/>
                <a:gd name="connsiteX26-22049" fmla="*/ 291844 w 3024845"/>
                <a:gd name="connsiteY26-22050" fmla="*/ 633401 h 1059043"/>
                <a:gd name="connsiteX27-22051" fmla="*/ 336431 w 3024845"/>
                <a:gd name="connsiteY27-22052" fmla="*/ 633401 h 1059043"/>
                <a:gd name="connsiteX28-22053" fmla="*/ 336431 w 3024845"/>
                <a:gd name="connsiteY28-22054" fmla="*/ 634482 h 1059043"/>
                <a:gd name="connsiteX29-22055" fmla="*/ 336431 w 3024845"/>
                <a:gd name="connsiteY29-22056" fmla="*/ 642048 h 1059043"/>
                <a:gd name="connsiteX30-22057" fmla="*/ 338457 w 3024845"/>
                <a:gd name="connsiteY30-22058" fmla="*/ 642048 h 1059043"/>
                <a:gd name="connsiteX31-22059" fmla="*/ 352644 w 3024845"/>
                <a:gd name="connsiteY31-22060" fmla="*/ 642048 h 1059043"/>
                <a:gd name="connsiteX32-22061" fmla="*/ 352644 w 3024845"/>
                <a:gd name="connsiteY32-22062" fmla="*/ 611783 h 1059043"/>
                <a:gd name="connsiteX33-22063" fmla="*/ 397231 w 3024845"/>
                <a:gd name="connsiteY33-22064" fmla="*/ 611783 h 1059043"/>
                <a:gd name="connsiteX34-22065" fmla="*/ 397231 w 3024845"/>
                <a:gd name="connsiteY34-22066" fmla="*/ 610432 h 1059043"/>
                <a:gd name="connsiteX35-22067" fmla="*/ 397231 w 3024845"/>
                <a:gd name="connsiteY35-22068" fmla="*/ 600974 h 1059043"/>
                <a:gd name="connsiteX36-22069" fmla="*/ 398245 w 3024845"/>
                <a:gd name="connsiteY36-22070" fmla="*/ 600974 h 1059043"/>
                <a:gd name="connsiteX37-22071" fmla="*/ 405338 w 3024845"/>
                <a:gd name="connsiteY37-22072" fmla="*/ 600974 h 1059043"/>
                <a:gd name="connsiteX38-22073" fmla="*/ 405338 w 3024845"/>
                <a:gd name="connsiteY38-22074" fmla="*/ 599083 h 1059043"/>
                <a:gd name="connsiteX39-22075" fmla="*/ 405338 w 3024845"/>
                <a:gd name="connsiteY39-22076" fmla="*/ 585842 h 1059043"/>
                <a:gd name="connsiteX40-22077" fmla="*/ 406098 w 3024845"/>
                <a:gd name="connsiteY40-22078" fmla="*/ 585842 h 1059043"/>
                <a:gd name="connsiteX41-22079" fmla="*/ 411418 w 3024845"/>
                <a:gd name="connsiteY41-22080" fmla="*/ 585842 h 1059043"/>
                <a:gd name="connsiteX42-22081" fmla="*/ 411418 w 3024845"/>
                <a:gd name="connsiteY42-22082" fmla="*/ 584761 h 1059043"/>
                <a:gd name="connsiteX43-22083" fmla="*/ 411418 w 3024845"/>
                <a:gd name="connsiteY43-22084" fmla="*/ 577194 h 1059043"/>
                <a:gd name="connsiteX44-22085" fmla="*/ 413445 w 3024845"/>
                <a:gd name="connsiteY44-22086" fmla="*/ 577194 h 1059043"/>
                <a:gd name="connsiteX45-22087" fmla="*/ 427632 w 3024845"/>
                <a:gd name="connsiteY45-22088" fmla="*/ 577194 h 1059043"/>
                <a:gd name="connsiteX46-22089" fmla="*/ 427632 w 3024845"/>
                <a:gd name="connsiteY46-22090" fmla="*/ 578275 h 1059043"/>
                <a:gd name="connsiteX47-22091" fmla="*/ 427632 w 3024845"/>
                <a:gd name="connsiteY47-22092" fmla="*/ 585842 h 1059043"/>
                <a:gd name="connsiteX48-22093" fmla="*/ 449925 w 3024845"/>
                <a:gd name="connsiteY48-22094" fmla="*/ 585842 h 1059043"/>
                <a:gd name="connsiteX49-22095" fmla="*/ 449925 w 3024845"/>
                <a:gd name="connsiteY49-22096" fmla="*/ 583950 h 1059043"/>
                <a:gd name="connsiteX50-22097" fmla="*/ 449925 w 3024845"/>
                <a:gd name="connsiteY50-22098" fmla="*/ 570709 h 1059043"/>
                <a:gd name="connsiteX51-22099" fmla="*/ 451699 w 3024845"/>
                <a:gd name="connsiteY51-22100" fmla="*/ 570709 h 1059043"/>
                <a:gd name="connsiteX52-22101" fmla="*/ 464112 w 3024845"/>
                <a:gd name="connsiteY52-22102" fmla="*/ 570709 h 1059043"/>
                <a:gd name="connsiteX53-22103" fmla="*/ 464112 w 3024845"/>
                <a:gd name="connsiteY53-22104" fmla="*/ 594489 h 1059043"/>
                <a:gd name="connsiteX54-22105" fmla="*/ 465126 w 3024845"/>
                <a:gd name="connsiteY54-22106" fmla="*/ 594489 h 1059043"/>
                <a:gd name="connsiteX55-22107" fmla="*/ 472219 w 3024845"/>
                <a:gd name="connsiteY55-22108" fmla="*/ 594489 h 1059043"/>
                <a:gd name="connsiteX56-22109" fmla="*/ 472219 w 3024845"/>
                <a:gd name="connsiteY56-22110" fmla="*/ 593408 h 1059043"/>
                <a:gd name="connsiteX57-22111" fmla="*/ 472219 w 3024845"/>
                <a:gd name="connsiteY57-22112" fmla="*/ 585842 h 1059043"/>
                <a:gd name="connsiteX58-22113" fmla="*/ 473992 w 3024845"/>
                <a:gd name="connsiteY58-22114" fmla="*/ 585842 h 1059043"/>
                <a:gd name="connsiteX59-22115" fmla="*/ 486406 w 3024845"/>
                <a:gd name="connsiteY59-22116" fmla="*/ 585842 h 1059043"/>
                <a:gd name="connsiteX60-22117" fmla="*/ 486406 w 3024845"/>
                <a:gd name="connsiteY60-22118" fmla="*/ 611783 h 1059043"/>
                <a:gd name="connsiteX61-22119" fmla="*/ 488433 w 3024845"/>
                <a:gd name="connsiteY61-22120" fmla="*/ 611783 h 1059043"/>
                <a:gd name="connsiteX62-22121" fmla="*/ 502619 w 3024845"/>
                <a:gd name="connsiteY62-22122" fmla="*/ 611783 h 1059043"/>
                <a:gd name="connsiteX63-22123" fmla="*/ 502619 w 3024845"/>
                <a:gd name="connsiteY63-22124" fmla="*/ 613404 h 1059043"/>
                <a:gd name="connsiteX64-22125" fmla="*/ 502619 w 3024845"/>
                <a:gd name="connsiteY64-22126" fmla="*/ 624754 h 1059043"/>
                <a:gd name="connsiteX65-22127" fmla="*/ 503379 w 3024845"/>
                <a:gd name="connsiteY65-22128" fmla="*/ 624754 h 1059043"/>
                <a:gd name="connsiteX66-22129" fmla="*/ 508700 w 3024845"/>
                <a:gd name="connsiteY66-22130" fmla="*/ 624754 h 1059043"/>
                <a:gd name="connsiteX67-22131" fmla="*/ 508700 w 3024845"/>
                <a:gd name="connsiteY67-22132" fmla="*/ 623943 h 1059043"/>
                <a:gd name="connsiteX68-22133" fmla="*/ 508700 w 3024845"/>
                <a:gd name="connsiteY68-22134" fmla="*/ 618268 h 1059043"/>
                <a:gd name="connsiteX69-22135" fmla="*/ 539100 w 3024845"/>
                <a:gd name="connsiteY69-22136" fmla="*/ 618268 h 1059043"/>
                <a:gd name="connsiteX70-22137" fmla="*/ 539100 w 3024845"/>
                <a:gd name="connsiteY70-22138" fmla="*/ 642048 h 1059043"/>
                <a:gd name="connsiteX71-22139" fmla="*/ 540113 w 3024845"/>
                <a:gd name="connsiteY71-22140" fmla="*/ 642048 h 1059043"/>
                <a:gd name="connsiteX72-22141" fmla="*/ 547207 w 3024845"/>
                <a:gd name="connsiteY72-22142" fmla="*/ 642048 h 1059043"/>
                <a:gd name="connsiteX73-22143" fmla="*/ 547207 w 3024845"/>
                <a:gd name="connsiteY73-22144" fmla="*/ 643129 h 1059043"/>
                <a:gd name="connsiteX74-22145" fmla="*/ 547207 w 3024845"/>
                <a:gd name="connsiteY74-22146" fmla="*/ 650695 h 1059043"/>
                <a:gd name="connsiteX75-22147" fmla="*/ 547967 w 3024845"/>
                <a:gd name="connsiteY75-22148" fmla="*/ 650695 h 1059043"/>
                <a:gd name="connsiteX76-22149" fmla="*/ 553287 w 3024845"/>
                <a:gd name="connsiteY76-22150" fmla="*/ 650695 h 1059043"/>
                <a:gd name="connsiteX77-22151" fmla="*/ 553287 w 3024845"/>
                <a:gd name="connsiteY77-22152" fmla="*/ 648533 h 1059043"/>
                <a:gd name="connsiteX78-22153" fmla="*/ 553287 w 3024845"/>
                <a:gd name="connsiteY78-22154" fmla="*/ 633401 h 1059043"/>
                <a:gd name="connsiteX79-22155" fmla="*/ 554300 w 3024845"/>
                <a:gd name="connsiteY79-22156" fmla="*/ 633401 h 1059043"/>
                <a:gd name="connsiteX80-22157" fmla="*/ 561394 w 3024845"/>
                <a:gd name="connsiteY80-22158" fmla="*/ 633401 h 1059043"/>
                <a:gd name="connsiteX81-22159" fmla="*/ 561394 w 3024845"/>
                <a:gd name="connsiteY81-22160" fmla="*/ 634482 h 1059043"/>
                <a:gd name="connsiteX82-22161" fmla="*/ 561394 w 3024845"/>
                <a:gd name="connsiteY82-22162" fmla="*/ 642048 h 1059043"/>
                <a:gd name="connsiteX83-22163" fmla="*/ 566714 w 3024845"/>
                <a:gd name="connsiteY83-22164" fmla="*/ 640055 h 1059043"/>
                <a:gd name="connsiteX84-22165" fmla="*/ 567474 w 3024845"/>
                <a:gd name="connsiteY84-22166" fmla="*/ 639075 h 1059043"/>
                <a:gd name="connsiteX85-22167" fmla="*/ 567474 w 3024845"/>
                <a:gd name="connsiteY85-22168" fmla="*/ 633401 h 1059043"/>
                <a:gd name="connsiteX86-22169" fmla="*/ 605981 w 3024845"/>
                <a:gd name="connsiteY86-22170" fmla="*/ 633401 h 1059043"/>
                <a:gd name="connsiteX87-22171" fmla="*/ 605981 w 3024845"/>
                <a:gd name="connsiteY87-22172" fmla="*/ 657180 h 1059043"/>
                <a:gd name="connsiteX88-22173" fmla="*/ 608007 w 3024845"/>
                <a:gd name="connsiteY88-22174" fmla="*/ 657180 h 1059043"/>
                <a:gd name="connsiteX89-22175" fmla="*/ 622194 w 3024845"/>
                <a:gd name="connsiteY89-22176" fmla="*/ 657180 h 1059043"/>
                <a:gd name="connsiteX90-22177" fmla="*/ 622194 w 3024845"/>
                <a:gd name="connsiteY90-22178" fmla="*/ 658261 h 1059043"/>
                <a:gd name="connsiteX91-22179" fmla="*/ 622194 w 3024845"/>
                <a:gd name="connsiteY91-22180" fmla="*/ 665827 h 1059043"/>
                <a:gd name="connsiteX92-22181" fmla="*/ 623968 w 3024845"/>
                <a:gd name="connsiteY92-22182" fmla="*/ 665827 h 1059043"/>
                <a:gd name="connsiteX93-22183" fmla="*/ 636381 w 3024845"/>
                <a:gd name="connsiteY93-22184" fmla="*/ 665827 h 1059043"/>
                <a:gd name="connsiteX94-22185" fmla="*/ 636381 w 3024845"/>
                <a:gd name="connsiteY94-22186" fmla="*/ 642048 h 1059043"/>
                <a:gd name="connsiteX95-22187" fmla="*/ 637394 w 3024845"/>
                <a:gd name="connsiteY95-22188" fmla="*/ 642048 h 1059043"/>
                <a:gd name="connsiteX96-22189" fmla="*/ 644488 w 3024845"/>
                <a:gd name="connsiteY96-22190" fmla="*/ 642048 h 1059043"/>
                <a:gd name="connsiteX97-22191" fmla="*/ 644488 w 3024845"/>
                <a:gd name="connsiteY97-22192" fmla="*/ 609621 h 1059043"/>
                <a:gd name="connsiteX98-22193" fmla="*/ 645501 w 3024845"/>
                <a:gd name="connsiteY98-22194" fmla="*/ 609621 h 1059043"/>
                <a:gd name="connsiteX99-22195" fmla="*/ 652595 w 3024845"/>
                <a:gd name="connsiteY99-22196" fmla="*/ 609621 h 1059043"/>
                <a:gd name="connsiteX100-22197" fmla="*/ 652595 w 3024845"/>
                <a:gd name="connsiteY100-22198" fmla="*/ 607730 h 1059043"/>
                <a:gd name="connsiteX101-22199" fmla="*/ 652595 w 3024845"/>
                <a:gd name="connsiteY101-22200" fmla="*/ 594489 h 1059043"/>
                <a:gd name="connsiteX102-22201" fmla="*/ 651328 w 3024845"/>
                <a:gd name="connsiteY102-22202" fmla="*/ 592867 h 1059043"/>
                <a:gd name="connsiteX103-22203" fmla="*/ 656648 w 3024845"/>
                <a:gd name="connsiteY103-22204" fmla="*/ 581518 h 1059043"/>
                <a:gd name="connsiteX104-22205" fmla="*/ 664755 w 3024845"/>
                <a:gd name="connsiteY104-22206" fmla="*/ 609621 h 1059043"/>
                <a:gd name="connsiteX105-22207" fmla="*/ 665515 w 3024845"/>
                <a:gd name="connsiteY105-22208" fmla="*/ 609621 h 1059043"/>
                <a:gd name="connsiteX106-22209" fmla="*/ 670835 w 3024845"/>
                <a:gd name="connsiteY106-22210" fmla="*/ 609621 h 1059043"/>
                <a:gd name="connsiteX107-22211" fmla="*/ 670835 w 3024845"/>
                <a:gd name="connsiteY107-22212" fmla="*/ 503694 h 1059043"/>
                <a:gd name="connsiteX108-22213" fmla="*/ 672355 w 3024845"/>
                <a:gd name="connsiteY108-22214" fmla="*/ 503694 h 1059043"/>
                <a:gd name="connsiteX109-22215" fmla="*/ 682995 w 3024845"/>
                <a:gd name="connsiteY109-22216" fmla="*/ 503694 h 1059043"/>
                <a:gd name="connsiteX110-22217" fmla="*/ 682995 w 3024845"/>
                <a:gd name="connsiteY110-22218" fmla="*/ 456135 h 1059043"/>
                <a:gd name="connsiteX111-22219" fmla="*/ 709342 w 3024845"/>
                <a:gd name="connsiteY111-22220" fmla="*/ 456135 h 1059043"/>
                <a:gd name="connsiteX112-22221" fmla="*/ 709342 w 3024845"/>
                <a:gd name="connsiteY112-22222" fmla="*/ 434517 h 1059043"/>
                <a:gd name="connsiteX113-22223" fmla="*/ 743796 w 3024845"/>
                <a:gd name="connsiteY113-22224" fmla="*/ 434517 h 1059043"/>
                <a:gd name="connsiteX114-22225" fmla="*/ 743796 w 3024845"/>
                <a:gd name="connsiteY114-22226" fmla="*/ 436949 h 1059043"/>
                <a:gd name="connsiteX115-22227" fmla="*/ 743796 w 3024845"/>
                <a:gd name="connsiteY115-22228" fmla="*/ 453973 h 1059043"/>
                <a:gd name="connsiteX116-22229" fmla="*/ 746076 w 3024845"/>
                <a:gd name="connsiteY116-22230" fmla="*/ 453973 h 1059043"/>
                <a:gd name="connsiteX117-22231" fmla="*/ 762036 w 3024845"/>
                <a:gd name="connsiteY117-22232" fmla="*/ 453973 h 1059043"/>
                <a:gd name="connsiteX118-22233" fmla="*/ 762036 w 3024845"/>
                <a:gd name="connsiteY118-22234" fmla="*/ 501532 h 1059043"/>
                <a:gd name="connsiteX119-22235" fmla="*/ 763049 w 3024845"/>
                <a:gd name="connsiteY119-22236" fmla="*/ 501532 h 1059043"/>
                <a:gd name="connsiteX120-22237" fmla="*/ 770143 w 3024845"/>
                <a:gd name="connsiteY120-22238" fmla="*/ 501532 h 1059043"/>
                <a:gd name="connsiteX121-22239" fmla="*/ 784330 w 3024845"/>
                <a:gd name="connsiteY121-22240" fmla="*/ 505856 h 1059043"/>
                <a:gd name="connsiteX122-22241" fmla="*/ 784330 w 3024845"/>
                <a:gd name="connsiteY122-22242" fmla="*/ 544768 h 1059043"/>
                <a:gd name="connsiteX123-22243" fmla="*/ 785343 w 3024845"/>
                <a:gd name="connsiteY123-22244" fmla="*/ 544768 h 1059043"/>
                <a:gd name="connsiteX124-22245" fmla="*/ 792436 w 3024845"/>
                <a:gd name="connsiteY124-22246" fmla="*/ 544768 h 1059043"/>
                <a:gd name="connsiteX125-22247" fmla="*/ 792436 w 3024845"/>
                <a:gd name="connsiteY125-22248" fmla="*/ 546389 h 1059043"/>
                <a:gd name="connsiteX126-22249" fmla="*/ 792436 w 3024845"/>
                <a:gd name="connsiteY126-22250" fmla="*/ 557738 h 1059043"/>
                <a:gd name="connsiteX127-22251" fmla="*/ 794463 w 3024845"/>
                <a:gd name="connsiteY127-22252" fmla="*/ 557738 h 1059043"/>
                <a:gd name="connsiteX128-22253" fmla="*/ 808650 w 3024845"/>
                <a:gd name="connsiteY128-22254" fmla="*/ 557738 h 1059043"/>
                <a:gd name="connsiteX129-22255" fmla="*/ 814730 w 3024845"/>
                <a:gd name="connsiteY129-22256" fmla="*/ 564224 h 1059043"/>
                <a:gd name="connsiteX130-22257" fmla="*/ 814730 w 3024845"/>
                <a:gd name="connsiteY130-22258" fmla="*/ 585842 h 1059043"/>
                <a:gd name="connsiteX131-22259" fmla="*/ 817010 w 3024845"/>
                <a:gd name="connsiteY131-22260" fmla="*/ 585842 h 1059043"/>
                <a:gd name="connsiteX132-22261" fmla="*/ 832970 w 3024845"/>
                <a:gd name="connsiteY132-22262" fmla="*/ 585842 h 1059043"/>
                <a:gd name="connsiteX133-22263" fmla="*/ 832970 w 3024845"/>
                <a:gd name="connsiteY133-22264" fmla="*/ 586922 h 1059043"/>
                <a:gd name="connsiteX134-22265" fmla="*/ 832970 w 3024845"/>
                <a:gd name="connsiteY134-22266" fmla="*/ 594489 h 1059043"/>
                <a:gd name="connsiteX135-22267" fmla="*/ 834237 w 3024845"/>
                <a:gd name="connsiteY135-22268" fmla="*/ 594489 h 1059043"/>
                <a:gd name="connsiteX136-22269" fmla="*/ 843104 w 3024845"/>
                <a:gd name="connsiteY136-22270" fmla="*/ 594489 h 1059043"/>
                <a:gd name="connsiteX137-22271" fmla="*/ 843104 w 3024845"/>
                <a:gd name="connsiteY137-22272" fmla="*/ 596650 h 1059043"/>
                <a:gd name="connsiteX138-22273" fmla="*/ 843104 w 3024845"/>
                <a:gd name="connsiteY138-22274" fmla="*/ 611783 h 1059043"/>
                <a:gd name="connsiteX139-22275" fmla="*/ 847157 w 3024845"/>
                <a:gd name="connsiteY139-22276" fmla="*/ 609891 h 1059043"/>
                <a:gd name="connsiteX140-22277" fmla="*/ 847157 w 3024845"/>
                <a:gd name="connsiteY140-22278" fmla="*/ 596650 h 1059043"/>
                <a:gd name="connsiteX141-22279" fmla="*/ 848170 w 3024845"/>
                <a:gd name="connsiteY141-22280" fmla="*/ 596650 h 1059043"/>
                <a:gd name="connsiteX142-22281" fmla="*/ 855264 w 3024845"/>
                <a:gd name="connsiteY142-22282" fmla="*/ 596650 h 1059043"/>
                <a:gd name="connsiteX143-22283" fmla="*/ 855264 w 3024845"/>
                <a:gd name="connsiteY143-22284" fmla="*/ 598272 h 1059043"/>
                <a:gd name="connsiteX144-22285" fmla="*/ 855264 w 3024845"/>
                <a:gd name="connsiteY144-22286" fmla="*/ 609621 h 1059043"/>
                <a:gd name="connsiteX145-22287" fmla="*/ 856024 w 3024845"/>
                <a:gd name="connsiteY145-22288" fmla="*/ 609621 h 1059043"/>
                <a:gd name="connsiteX146-22289" fmla="*/ 861344 w 3024845"/>
                <a:gd name="connsiteY146-22290" fmla="*/ 609621 h 1059043"/>
                <a:gd name="connsiteX147-22291" fmla="*/ 909984 w 3024845"/>
                <a:gd name="connsiteY147-22292" fmla="*/ 605298 h 1059043"/>
                <a:gd name="connsiteX148-22293" fmla="*/ 909984 w 3024845"/>
                <a:gd name="connsiteY148-22294" fmla="*/ 606649 h 1059043"/>
                <a:gd name="connsiteX149-22295" fmla="*/ 909984 w 3024845"/>
                <a:gd name="connsiteY149-22296" fmla="*/ 616106 h 1059043"/>
                <a:gd name="connsiteX150-22297" fmla="*/ 910744 w 3024845"/>
                <a:gd name="connsiteY150-22298" fmla="*/ 616106 h 1059043"/>
                <a:gd name="connsiteX151-22299" fmla="*/ 916065 w 3024845"/>
                <a:gd name="connsiteY151-22300" fmla="*/ 616106 h 1059043"/>
                <a:gd name="connsiteX152-22301" fmla="*/ 916065 w 3024845"/>
                <a:gd name="connsiteY152-22302" fmla="*/ 618268 h 1059043"/>
                <a:gd name="connsiteX153-22303" fmla="*/ 916065 w 3024845"/>
                <a:gd name="connsiteY153-22304" fmla="*/ 633401 h 1059043"/>
                <a:gd name="connsiteX154-22305" fmla="*/ 918091 w 3024845"/>
                <a:gd name="connsiteY154-22306" fmla="*/ 632050 h 1059043"/>
                <a:gd name="connsiteX155-22307" fmla="*/ 932278 w 3024845"/>
                <a:gd name="connsiteY155-22308" fmla="*/ 622592 h 1059043"/>
                <a:gd name="connsiteX156-22309" fmla="*/ 938358 w 3024845"/>
                <a:gd name="connsiteY156-22310" fmla="*/ 581518 h 1059043"/>
                <a:gd name="connsiteX157-22311" fmla="*/ 939118 w 3024845"/>
                <a:gd name="connsiteY157-22312" fmla="*/ 581248 h 1059043"/>
                <a:gd name="connsiteX158-22313" fmla="*/ 944438 w 3024845"/>
                <a:gd name="connsiteY158-22314" fmla="*/ 579356 h 1059043"/>
                <a:gd name="connsiteX159-22315" fmla="*/ 946465 w 3024845"/>
                <a:gd name="connsiteY159-22316" fmla="*/ 510179 h 1059043"/>
                <a:gd name="connsiteX160-22317" fmla="*/ 948492 w 3024845"/>
                <a:gd name="connsiteY160-22318" fmla="*/ 579356 h 1059043"/>
                <a:gd name="connsiteX161-22319" fmla="*/ 949252 w 3024845"/>
                <a:gd name="connsiteY161-22320" fmla="*/ 579626 h 1059043"/>
                <a:gd name="connsiteX162-22321" fmla="*/ 954572 w 3024845"/>
                <a:gd name="connsiteY162-22322" fmla="*/ 581518 h 1059043"/>
                <a:gd name="connsiteX163-22323" fmla="*/ 954572 w 3024845"/>
                <a:gd name="connsiteY163-22324" fmla="*/ 495047 h 1059043"/>
                <a:gd name="connsiteX164-22325" fmla="*/ 958625 w 3024845"/>
                <a:gd name="connsiteY164-22326" fmla="*/ 462620 h 1059043"/>
                <a:gd name="connsiteX165-22327" fmla="*/ 997132 w 3024845"/>
                <a:gd name="connsiteY165-22328" fmla="*/ 462620 h 1059043"/>
                <a:gd name="connsiteX166-22329" fmla="*/ 997132 w 3024845"/>
                <a:gd name="connsiteY166-22330" fmla="*/ 495047 h 1059043"/>
                <a:gd name="connsiteX167-22331" fmla="*/ 997892 w 3024845"/>
                <a:gd name="connsiteY167-22332" fmla="*/ 495047 h 1059043"/>
                <a:gd name="connsiteX168-22333" fmla="*/ 1003212 w 3024845"/>
                <a:gd name="connsiteY168-22334" fmla="*/ 495047 h 1059043"/>
                <a:gd name="connsiteX169-22335" fmla="*/ 1003212 w 3024845"/>
                <a:gd name="connsiteY169-22336" fmla="*/ 412899 h 1059043"/>
                <a:gd name="connsiteX170-22337" fmla="*/ 1004986 w 3024845"/>
                <a:gd name="connsiteY170-22338" fmla="*/ 412899 h 1059043"/>
                <a:gd name="connsiteX171-22339" fmla="*/ 1017399 w 3024845"/>
                <a:gd name="connsiteY171-22340" fmla="*/ 412899 h 1059043"/>
                <a:gd name="connsiteX172-22341" fmla="*/ 1017399 w 3024845"/>
                <a:gd name="connsiteY172-22342" fmla="*/ 411008 h 1059043"/>
                <a:gd name="connsiteX173-22343" fmla="*/ 1017399 w 3024845"/>
                <a:gd name="connsiteY173-22344" fmla="*/ 397767 h 1059043"/>
                <a:gd name="connsiteX174-22345" fmla="*/ 1039693 w 3024845"/>
                <a:gd name="connsiteY174-22346" fmla="*/ 397767 h 1059043"/>
                <a:gd name="connsiteX175-22347" fmla="*/ 1039693 w 3024845"/>
                <a:gd name="connsiteY175-22348" fmla="*/ 396686 h 1059043"/>
                <a:gd name="connsiteX176-22349" fmla="*/ 1039693 w 3024845"/>
                <a:gd name="connsiteY176-22350" fmla="*/ 389120 h 1059043"/>
                <a:gd name="connsiteX177-22351" fmla="*/ 1041466 w 3024845"/>
                <a:gd name="connsiteY177-22352" fmla="*/ 389120 h 1059043"/>
                <a:gd name="connsiteX178-22353" fmla="*/ 1053880 w 3024845"/>
                <a:gd name="connsiteY178-22354" fmla="*/ 389120 h 1059043"/>
                <a:gd name="connsiteX179-22355" fmla="*/ 1053880 w 3024845"/>
                <a:gd name="connsiteY179-22356" fmla="*/ 390201 h 1059043"/>
                <a:gd name="connsiteX180-22357" fmla="*/ 1053880 w 3024845"/>
                <a:gd name="connsiteY180-22358" fmla="*/ 397767 h 1059043"/>
                <a:gd name="connsiteX181-22359" fmla="*/ 1054640 w 3024845"/>
                <a:gd name="connsiteY181-22360" fmla="*/ 397767 h 1059043"/>
                <a:gd name="connsiteX182-22361" fmla="*/ 1059960 w 3024845"/>
                <a:gd name="connsiteY182-22362" fmla="*/ 397767 h 1059043"/>
                <a:gd name="connsiteX183-22363" fmla="*/ 1070093 w 3024845"/>
                <a:gd name="connsiteY183-22364" fmla="*/ 393443 h 1059043"/>
                <a:gd name="connsiteX184-22365" fmla="*/ 1074146 w 3024845"/>
                <a:gd name="connsiteY184-22366" fmla="*/ 396686 h 1059043"/>
                <a:gd name="connsiteX185-22367" fmla="*/ 1074146 w 3024845"/>
                <a:gd name="connsiteY185-22368" fmla="*/ 389120 h 1059043"/>
                <a:gd name="connsiteX186-22369" fmla="*/ 1076426 w 3024845"/>
                <a:gd name="connsiteY186-22370" fmla="*/ 389120 h 1059043"/>
                <a:gd name="connsiteX187-22371" fmla="*/ 1092387 w 3024845"/>
                <a:gd name="connsiteY187-22372" fmla="*/ 389120 h 1059043"/>
                <a:gd name="connsiteX188-22373" fmla="*/ 1092387 w 3024845"/>
                <a:gd name="connsiteY188-22374" fmla="*/ 390201 h 1059043"/>
                <a:gd name="connsiteX189-22375" fmla="*/ 1092387 w 3024845"/>
                <a:gd name="connsiteY189-22376" fmla="*/ 397767 h 1059043"/>
                <a:gd name="connsiteX190-22377" fmla="*/ 1122787 w 3024845"/>
                <a:gd name="connsiteY190-22378" fmla="*/ 397767 h 1059043"/>
                <a:gd name="connsiteX191-22379" fmla="*/ 1122787 w 3024845"/>
                <a:gd name="connsiteY191-22380" fmla="*/ 399388 h 1059043"/>
                <a:gd name="connsiteX192-22381" fmla="*/ 1122787 w 3024845"/>
                <a:gd name="connsiteY192-22382" fmla="*/ 410738 h 1059043"/>
                <a:gd name="connsiteX193-22383" fmla="*/ 1149134 w 3024845"/>
                <a:gd name="connsiteY193-22384" fmla="*/ 410738 h 1059043"/>
                <a:gd name="connsiteX194-22385" fmla="*/ 1149134 w 3024845"/>
                <a:gd name="connsiteY194-22386" fmla="*/ 441002 h 1059043"/>
                <a:gd name="connsiteX195-22387" fmla="*/ 1149894 w 3024845"/>
                <a:gd name="connsiteY195-22388" fmla="*/ 441002 h 1059043"/>
                <a:gd name="connsiteX196-22389" fmla="*/ 1155214 w 3024845"/>
                <a:gd name="connsiteY196-22390" fmla="*/ 441002 h 1059043"/>
                <a:gd name="connsiteX197-22391" fmla="*/ 1155214 w 3024845"/>
                <a:gd name="connsiteY197-22392" fmla="*/ 442083 h 1059043"/>
                <a:gd name="connsiteX198-22393" fmla="*/ 1155214 w 3024845"/>
                <a:gd name="connsiteY198-22394" fmla="*/ 449650 h 1059043"/>
                <a:gd name="connsiteX199-22395" fmla="*/ 1159268 w 3024845"/>
                <a:gd name="connsiteY199-22396" fmla="*/ 479914 h 1059043"/>
                <a:gd name="connsiteX200-22397" fmla="*/ 1160028 w 3024845"/>
                <a:gd name="connsiteY200-22398" fmla="*/ 479914 h 1059043"/>
                <a:gd name="connsiteX201-22399" fmla="*/ 1165348 w 3024845"/>
                <a:gd name="connsiteY201-22400" fmla="*/ 479914 h 1059043"/>
                <a:gd name="connsiteX202-22401" fmla="*/ 1165348 w 3024845"/>
                <a:gd name="connsiteY202-22402" fmla="*/ 480725 h 1059043"/>
                <a:gd name="connsiteX203-22403" fmla="*/ 1165348 w 3024845"/>
                <a:gd name="connsiteY203-22404" fmla="*/ 486400 h 1059043"/>
                <a:gd name="connsiteX204-22405" fmla="*/ 1166361 w 3024845"/>
                <a:gd name="connsiteY204-22406" fmla="*/ 486400 h 1059043"/>
                <a:gd name="connsiteX205-22407" fmla="*/ 1173454 w 3024845"/>
                <a:gd name="connsiteY205-22408" fmla="*/ 486400 h 1059043"/>
                <a:gd name="connsiteX206-22409" fmla="*/ 1173454 w 3024845"/>
                <a:gd name="connsiteY206-22410" fmla="*/ 516665 h 1059043"/>
                <a:gd name="connsiteX207-22411" fmla="*/ 1175481 w 3024845"/>
                <a:gd name="connsiteY207-22412" fmla="*/ 516665 h 1059043"/>
                <a:gd name="connsiteX208-22413" fmla="*/ 1189668 w 3024845"/>
                <a:gd name="connsiteY208-22414" fmla="*/ 516665 h 1059043"/>
                <a:gd name="connsiteX209-22415" fmla="*/ 1189668 w 3024845"/>
                <a:gd name="connsiteY209-22416" fmla="*/ 540444 h 1059043"/>
                <a:gd name="connsiteX210-22417" fmla="*/ 1191695 w 3024845"/>
                <a:gd name="connsiteY210-22418" fmla="*/ 542065 h 1059043"/>
                <a:gd name="connsiteX211-22419" fmla="*/ 1191695 w 3024845"/>
                <a:gd name="connsiteY211-22420" fmla="*/ 553415 h 1059043"/>
                <a:gd name="connsiteX212-22421" fmla="*/ 1192455 w 3024845"/>
                <a:gd name="connsiteY212-22422" fmla="*/ 553415 h 1059043"/>
                <a:gd name="connsiteX213-22423" fmla="*/ 1197775 w 3024845"/>
                <a:gd name="connsiteY213-22424" fmla="*/ 553415 h 1059043"/>
                <a:gd name="connsiteX214-22425" fmla="*/ 1197775 w 3024845"/>
                <a:gd name="connsiteY214-22426" fmla="*/ 577194 h 1059043"/>
                <a:gd name="connsiteX215-22427" fmla="*/ 1199041 w 3024845"/>
                <a:gd name="connsiteY215-22428" fmla="*/ 577194 h 1059043"/>
                <a:gd name="connsiteX216-22429" fmla="*/ 1207908 w 3024845"/>
                <a:gd name="connsiteY216-22430" fmla="*/ 577194 h 1059043"/>
                <a:gd name="connsiteX217-22431" fmla="*/ 1209935 w 3024845"/>
                <a:gd name="connsiteY217-22432" fmla="*/ 581248 h 1059043"/>
                <a:gd name="connsiteX218-22433" fmla="*/ 1209935 w 3024845"/>
                <a:gd name="connsiteY218-22434" fmla="*/ 594489 h 1059043"/>
                <a:gd name="connsiteX219-22435" fmla="*/ 1211455 w 3024845"/>
                <a:gd name="connsiteY219-22436" fmla="*/ 592597 h 1059043"/>
                <a:gd name="connsiteX220-22437" fmla="*/ 1222095 w 3024845"/>
                <a:gd name="connsiteY220-22438" fmla="*/ 579356 h 1059043"/>
                <a:gd name="connsiteX221-22439" fmla="*/ 1250469 w 3024845"/>
                <a:gd name="connsiteY221-22440" fmla="*/ 579356 h 1059043"/>
                <a:gd name="connsiteX222-22441" fmla="*/ 1250469 w 3024845"/>
                <a:gd name="connsiteY222-22442" fmla="*/ 665827 h 1059043"/>
                <a:gd name="connsiteX223-22443" fmla="*/ 1251229 w 3024845"/>
                <a:gd name="connsiteY223-22444" fmla="*/ 665827 h 1059043"/>
                <a:gd name="connsiteX224-22445" fmla="*/ 1256549 w 3024845"/>
                <a:gd name="connsiteY224-22446" fmla="*/ 665827 h 1059043"/>
                <a:gd name="connsiteX225-22447" fmla="*/ 1257309 w 3024845"/>
                <a:gd name="connsiteY225-22448" fmla="*/ 664476 h 1059043"/>
                <a:gd name="connsiteX226-22449" fmla="*/ 1262629 w 3024845"/>
                <a:gd name="connsiteY226-22450" fmla="*/ 655018 h 1059043"/>
                <a:gd name="connsiteX227-22451" fmla="*/ 1262629 w 3024845"/>
                <a:gd name="connsiteY227-22452" fmla="*/ 656910 h 1059043"/>
                <a:gd name="connsiteX228-22453" fmla="*/ 1262629 w 3024845"/>
                <a:gd name="connsiteY228-22454" fmla="*/ 670151 h 1059043"/>
                <a:gd name="connsiteX229-22455" fmla="*/ 1266682 w 3024845"/>
                <a:gd name="connsiteY229-22456" fmla="*/ 624754 h 1059043"/>
                <a:gd name="connsiteX230-22457" fmla="*/ 1267442 w 3024845"/>
                <a:gd name="connsiteY230-22458" fmla="*/ 624754 h 1059043"/>
                <a:gd name="connsiteX231-22459" fmla="*/ 1272762 w 3024845"/>
                <a:gd name="connsiteY231-22460" fmla="*/ 624754 h 1059043"/>
                <a:gd name="connsiteX232-22461" fmla="*/ 1272762 w 3024845"/>
                <a:gd name="connsiteY232-22462" fmla="*/ 559900 h 1059043"/>
                <a:gd name="connsiteX233-22463" fmla="*/ 1273776 w 3024845"/>
                <a:gd name="connsiteY233-22464" fmla="*/ 559900 h 1059043"/>
                <a:gd name="connsiteX234-22465" fmla="*/ 1280869 w 3024845"/>
                <a:gd name="connsiteY234-22466" fmla="*/ 559900 h 1059043"/>
                <a:gd name="connsiteX235-22467" fmla="*/ 1293029 w 3024845"/>
                <a:gd name="connsiteY235-22468" fmla="*/ 516665 h 1059043"/>
                <a:gd name="connsiteX236-22469" fmla="*/ 1294296 w 3024845"/>
                <a:gd name="connsiteY236-22470" fmla="*/ 516665 h 1059043"/>
                <a:gd name="connsiteX237-22471" fmla="*/ 1303163 w 3024845"/>
                <a:gd name="connsiteY237-22472" fmla="*/ 516665 h 1059043"/>
                <a:gd name="connsiteX238-22473" fmla="*/ 1313296 w 3024845"/>
                <a:gd name="connsiteY238-22474" fmla="*/ 559900 h 1059043"/>
                <a:gd name="connsiteX239-22475" fmla="*/ 1314309 w 3024845"/>
                <a:gd name="connsiteY239-22476" fmla="*/ 559900 h 1059043"/>
                <a:gd name="connsiteX240-22477" fmla="*/ 1321403 w 3024845"/>
                <a:gd name="connsiteY240-22478" fmla="*/ 559900 h 1059043"/>
                <a:gd name="connsiteX241-22479" fmla="*/ 1321403 w 3024845"/>
                <a:gd name="connsiteY241-22480" fmla="*/ 598812 h 1059043"/>
                <a:gd name="connsiteX242-22481" fmla="*/ 1323176 w 3024845"/>
                <a:gd name="connsiteY242-22482" fmla="*/ 598812 h 1059043"/>
                <a:gd name="connsiteX243-22483" fmla="*/ 1335590 w 3024845"/>
                <a:gd name="connsiteY243-22484" fmla="*/ 598812 h 1059043"/>
                <a:gd name="connsiteX244-22485" fmla="*/ 1335590 w 3024845"/>
                <a:gd name="connsiteY244-22486" fmla="*/ 600974 h 1059043"/>
                <a:gd name="connsiteX245-22487" fmla="*/ 1335590 w 3024845"/>
                <a:gd name="connsiteY245-22488" fmla="*/ 616106 h 1059043"/>
                <a:gd name="connsiteX246-22489" fmla="*/ 1339643 w 3024845"/>
                <a:gd name="connsiteY246-22490" fmla="*/ 613945 h 1059043"/>
                <a:gd name="connsiteX247-22491" fmla="*/ 1339643 w 3024845"/>
                <a:gd name="connsiteY247-22492" fmla="*/ 598812 h 1059043"/>
                <a:gd name="connsiteX248-22493" fmla="*/ 1341163 w 3024845"/>
                <a:gd name="connsiteY248-22494" fmla="*/ 598812 h 1059043"/>
                <a:gd name="connsiteX249-22495" fmla="*/ 1351803 w 3024845"/>
                <a:gd name="connsiteY249-22496" fmla="*/ 598812 h 1059043"/>
                <a:gd name="connsiteX250-22497" fmla="*/ 1351803 w 3024845"/>
                <a:gd name="connsiteY250-22498" fmla="*/ 600433 h 1059043"/>
                <a:gd name="connsiteX251-22499" fmla="*/ 1351803 w 3024845"/>
                <a:gd name="connsiteY251-22500" fmla="*/ 611783 h 1059043"/>
                <a:gd name="connsiteX252-22501" fmla="*/ 1382204 w 3024845"/>
                <a:gd name="connsiteY252-22502" fmla="*/ 611783 h 1059043"/>
                <a:gd name="connsiteX253-22503" fmla="*/ 1382204 w 3024845"/>
                <a:gd name="connsiteY253-22504" fmla="*/ 575033 h 1059043"/>
                <a:gd name="connsiteX254-22505" fmla="*/ 1383470 w 3024845"/>
                <a:gd name="connsiteY254-22506" fmla="*/ 575033 h 1059043"/>
                <a:gd name="connsiteX255-22507" fmla="*/ 1392337 w 3024845"/>
                <a:gd name="connsiteY255-22508" fmla="*/ 575033 h 1059043"/>
                <a:gd name="connsiteX256-22509" fmla="*/ 1392337 w 3024845"/>
                <a:gd name="connsiteY256-22510" fmla="*/ 596650 h 1059043"/>
                <a:gd name="connsiteX257-22511" fmla="*/ 1394364 w 3024845"/>
                <a:gd name="connsiteY257-22512" fmla="*/ 564224 h 1059043"/>
                <a:gd name="connsiteX258-22513" fmla="*/ 1416657 w 3024845"/>
                <a:gd name="connsiteY258-22514" fmla="*/ 564224 h 1059043"/>
                <a:gd name="connsiteX259-22515" fmla="*/ 1416657 w 3024845"/>
                <a:gd name="connsiteY259-22516" fmla="*/ 562602 h 1059043"/>
                <a:gd name="connsiteX260-22517" fmla="*/ 1416657 w 3024845"/>
                <a:gd name="connsiteY260-22518" fmla="*/ 551253 h 1059043"/>
                <a:gd name="connsiteX261-22519" fmla="*/ 1417417 w 3024845"/>
                <a:gd name="connsiteY261-22520" fmla="*/ 551253 h 1059043"/>
                <a:gd name="connsiteX262-22521" fmla="*/ 1422737 w 3024845"/>
                <a:gd name="connsiteY262-22522" fmla="*/ 551253 h 1059043"/>
                <a:gd name="connsiteX263-22523" fmla="*/ 1422737 w 3024845"/>
                <a:gd name="connsiteY263-22524" fmla="*/ 549362 h 1059043"/>
                <a:gd name="connsiteX264-22525" fmla="*/ 1422737 w 3024845"/>
                <a:gd name="connsiteY264-22526" fmla="*/ 536121 h 1059043"/>
                <a:gd name="connsiteX265-22527" fmla="*/ 1426791 w 3024845"/>
                <a:gd name="connsiteY265-22528" fmla="*/ 542606 h 1059043"/>
                <a:gd name="connsiteX266-22529" fmla="*/ 1429071 w 3024845"/>
                <a:gd name="connsiteY266-22530" fmla="*/ 542606 h 1059043"/>
                <a:gd name="connsiteX267-22531" fmla="*/ 1445031 w 3024845"/>
                <a:gd name="connsiteY267-22532" fmla="*/ 542606 h 1059043"/>
                <a:gd name="connsiteX268-22533" fmla="*/ 1445031 w 3024845"/>
                <a:gd name="connsiteY268-22534" fmla="*/ 541795 h 1059043"/>
                <a:gd name="connsiteX269-22535" fmla="*/ 1445031 w 3024845"/>
                <a:gd name="connsiteY269-22536" fmla="*/ 536121 h 1059043"/>
                <a:gd name="connsiteX270-22537" fmla="*/ 1445791 w 3024845"/>
                <a:gd name="connsiteY270-22538" fmla="*/ 536121 h 1059043"/>
                <a:gd name="connsiteX271-22539" fmla="*/ 1451111 w 3024845"/>
                <a:gd name="connsiteY271-22540" fmla="*/ 536121 h 1059043"/>
                <a:gd name="connsiteX272-22541" fmla="*/ 1451111 w 3024845"/>
                <a:gd name="connsiteY272-22542" fmla="*/ 537472 h 1059043"/>
                <a:gd name="connsiteX273-22543" fmla="*/ 1451111 w 3024845"/>
                <a:gd name="connsiteY273-22544" fmla="*/ 546930 h 1059043"/>
                <a:gd name="connsiteX274-22545" fmla="*/ 1489618 w 3024845"/>
                <a:gd name="connsiteY274-22546" fmla="*/ 546930 h 1059043"/>
                <a:gd name="connsiteX275-22547" fmla="*/ 1489618 w 3024845"/>
                <a:gd name="connsiteY275-22548" fmla="*/ 685283 h 1059043"/>
                <a:gd name="connsiteX276-22549" fmla="*/ 1491138 w 3024845"/>
                <a:gd name="connsiteY276-22550" fmla="*/ 685283 h 1059043"/>
                <a:gd name="connsiteX277-22551" fmla="*/ 1501778 w 3024845"/>
                <a:gd name="connsiteY277-22552" fmla="*/ 685283 h 1059043"/>
                <a:gd name="connsiteX278-22553" fmla="*/ 1501778 w 3024845"/>
                <a:gd name="connsiteY278-22554" fmla="*/ 672313 h 1059043"/>
                <a:gd name="connsiteX279-22555" fmla="*/ 1505832 w 3024845"/>
                <a:gd name="connsiteY279-22556" fmla="*/ 672313 h 1059043"/>
                <a:gd name="connsiteX280-22557" fmla="*/ 1505832 w 3024845"/>
                <a:gd name="connsiteY280-22558" fmla="*/ 685283 h 1059043"/>
                <a:gd name="connsiteX281-22559" fmla="*/ 1536232 w 3024845"/>
                <a:gd name="connsiteY281-22560" fmla="*/ 685283 h 1059043"/>
                <a:gd name="connsiteX282-22561" fmla="*/ 1536232 w 3024845"/>
                <a:gd name="connsiteY282-22562" fmla="*/ 655018 h 1059043"/>
                <a:gd name="connsiteX283-22563" fmla="*/ 1548392 w 3024845"/>
                <a:gd name="connsiteY283-22564" fmla="*/ 655018 h 1059043"/>
                <a:gd name="connsiteX284-22565" fmla="*/ 1560552 w 3024845"/>
                <a:gd name="connsiteY284-22566" fmla="*/ 652857 h 1059043"/>
                <a:gd name="connsiteX285-22567" fmla="*/ 1564606 w 3024845"/>
                <a:gd name="connsiteY285-22568" fmla="*/ 655018 h 1059043"/>
                <a:gd name="connsiteX286-22569" fmla="*/ 1574739 w 3024845"/>
                <a:gd name="connsiteY286-22570" fmla="*/ 655018 h 1059043"/>
                <a:gd name="connsiteX287-22571" fmla="*/ 1574739 w 3024845"/>
                <a:gd name="connsiteY287-22572" fmla="*/ 685283 h 1059043"/>
                <a:gd name="connsiteX288-22573" fmla="*/ 1582846 w 3024845"/>
                <a:gd name="connsiteY288-22574" fmla="*/ 685283 h 1059043"/>
                <a:gd name="connsiteX289-22575" fmla="*/ 1582846 w 3024845"/>
                <a:gd name="connsiteY289-22576" fmla="*/ 702578 h 1059043"/>
                <a:gd name="connsiteX290-22577" fmla="*/ 1592182 w 3024845"/>
                <a:gd name="connsiteY290-22578" fmla="*/ 703483 h 1059043"/>
                <a:gd name="connsiteX291-22579" fmla="*/ 1605140 w 3024845"/>
                <a:gd name="connsiteY291-22580" fmla="*/ 703483 h 1059043"/>
                <a:gd name="connsiteX292-22581" fmla="*/ 1605140 w 3024845"/>
                <a:gd name="connsiteY292-22582" fmla="*/ 687445 h 1059043"/>
                <a:gd name="connsiteX293-22583" fmla="*/ 1673096 w 3024845"/>
                <a:gd name="connsiteY293-22584" fmla="*/ 687445 h 1059043"/>
                <a:gd name="connsiteX294-22585" fmla="*/ 1673096 w 3024845"/>
                <a:gd name="connsiteY294-22586" fmla="*/ 602192 h 1059043"/>
                <a:gd name="connsiteX295-22587" fmla="*/ 1745104 w 3024845"/>
                <a:gd name="connsiteY295-22588" fmla="*/ 602192 h 1059043"/>
                <a:gd name="connsiteX296-22589" fmla="*/ 1745104 w 3024845"/>
                <a:gd name="connsiteY296-22590" fmla="*/ 680960 h 1059043"/>
                <a:gd name="connsiteX297-22591" fmla="*/ 1747008 w 3024845"/>
                <a:gd name="connsiteY297-22592" fmla="*/ 680960 h 1059043"/>
                <a:gd name="connsiteX298-22593" fmla="*/ 1748250 w 3024845"/>
                <a:gd name="connsiteY298-22594" fmla="*/ 703483 h 1059043"/>
                <a:gd name="connsiteX299-22595" fmla="*/ 1757926 w 3024845"/>
                <a:gd name="connsiteY299-22596" fmla="*/ 703483 h 1059043"/>
                <a:gd name="connsiteX300-22597" fmla="*/ 1759168 w 3024845"/>
                <a:gd name="connsiteY300-22598" fmla="*/ 680960 h 1059043"/>
                <a:gd name="connsiteX301-22599" fmla="*/ 1765248 w 3024845"/>
                <a:gd name="connsiteY301-22600" fmla="*/ 680960 h 1059043"/>
                <a:gd name="connsiteX302-22601" fmla="*/ 1766490 w 3024845"/>
                <a:gd name="connsiteY302-22602" fmla="*/ 703483 h 1059043"/>
                <a:gd name="connsiteX303-22603" fmla="*/ 1817112 w 3024845"/>
                <a:gd name="connsiteY303-22604" fmla="*/ 703483 h 1059043"/>
                <a:gd name="connsiteX304-22605" fmla="*/ 1817112 w 3024845"/>
                <a:gd name="connsiteY304-22606" fmla="*/ 540455 h 1059043"/>
                <a:gd name="connsiteX305-22607" fmla="*/ 2014439 w 3024845"/>
                <a:gd name="connsiteY305-22608" fmla="*/ 540455 h 1059043"/>
                <a:gd name="connsiteX306-22609" fmla="*/ 2014439 w 3024845"/>
                <a:gd name="connsiteY306-22610" fmla="*/ 703483 h 1059043"/>
                <a:gd name="connsiteX307-22611" fmla="*/ 2033136 w 3024845"/>
                <a:gd name="connsiteY307-22612" fmla="*/ 703483 h 1059043"/>
                <a:gd name="connsiteX308-22613" fmla="*/ 2033136 w 3024845"/>
                <a:gd name="connsiteY308-22614" fmla="*/ 620790 h 1059043"/>
                <a:gd name="connsiteX309-22615" fmla="*/ 2128256 w 3024845"/>
                <a:gd name="connsiteY309-22616" fmla="*/ 620790 h 1059043"/>
                <a:gd name="connsiteX310-22617" fmla="*/ 2128026 w 3024845"/>
                <a:gd name="connsiteY310-22618" fmla="*/ 281031 h 1059043"/>
                <a:gd name="connsiteX311-22619" fmla="*/ 2121946 w 3024845"/>
                <a:gd name="connsiteY311-22620" fmla="*/ 276707 h 1059043"/>
                <a:gd name="connsiteX312-22621" fmla="*/ 2130053 w 3024845"/>
                <a:gd name="connsiteY312-22622" fmla="*/ 252928 h 1059043"/>
                <a:gd name="connsiteX313-22623" fmla="*/ 2130053 w 3024845"/>
                <a:gd name="connsiteY313-22624" fmla="*/ 235634 h 1059043"/>
                <a:gd name="connsiteX314-22625" fmla="*/ 2144240 w 3024845"/>
                <a:gd name="connsiteY314-22626" fmla="*/ 235634 h 1059043"/>
                <a:gd name="connsiteX315-22627" fmla="*/ 2144240 w 3024845"/>
                <a:gd name="connsiteY315-22628" fmla="*/ 214016 h 1059043"/>
                <a:gd name="connsiteX316-22629" fmla="*/ 2146266 w 3024845"/>
                <a:gd name="connsiteY316-22630" fmla="*/ 209692 h 1059043"/>
                <a:gd name="connsiteX317-22631" fmla="*/ 2146266 w 3024845"/>
                <a:gd name="connsiteY317-22632" fmla="*/ 131868 h 1059043"/>
                <a:gd name="connsiteX318-22633" fmla="*/ 2144240 w 3024845"/>
                <a:gd name="connsiteY318-22634" fmla="*/ 125383 h 1059043"/>
                <a:gd name="connsiteX319-22635" fmla="*/ 2150320 w 3024845"/>
                <a:gd name="connsiteY319-22636" fmla="*/ 118897 h 1059043"/>
                <a:gd name="connsiteX320-22637" fmla="*/ 2150320 w 3024845"/>
                <a:gd name="connsiteY320-22638" fmla="*/ 60529 h 1059043"/>
                <a:gd name="connsiteX321-22639" fmla="*/ 2152346 w 3024845"/>
                <a:gd name="connsiteY321-22640" fmla="*/ 56206 h 1059043"/>
                <a:gd name="connsiteX322-22641" fmla="*/ 2152346 w 3024845"/>
                <a:gd name="connsiteY322-22642" fmla="*/ 0 h 1059043"/>
                <a:gd name="connsiteX323-22643" fmla="*/ 2162480 w 3024845"/>
                <a:gd name="connsiteY323-22644" fmla="*/ 118897 h 1059043"/>
                <a:gd name="connsiteX324-22645" fmla="*/ 2168560 w 3024845"/>
                <a:gd name="connsiteY324-22646" fmla="*/ 125383 h 1059043"/>
                <a:gd name="connsiteX325-22647" fmla="*/ 2166533 w 3024845"/>
                <a:gd name="connsiteY325-22648" fmla="*/ 131868 h 1059043"/>
                <a:gd name="connsiteX326-22649" fmla="*/ 2166533 w 3024845"/>
                <a:gd name="connsiteY326-22650" fmla="*/ 209692 h 1059043"/>
                <a:gd name="connsiteX327-22651" fmla="*/ 2180720 w 3024845"/>
                <a:gd name="connsiteY327-22652" fmla="*/ 555577 h 1059043"/>
                <a:gd name="connsiteX328-22653" fmla="*/ 2245574 w 3024845"/>
                <a:gd name="connsiteY328-22654" fmla="*/ 555577 h 1059043"/>
                <a:gd name="connsiteX329-22655" fmla="*/ 2245574 w 3024845"/>
                <a:gd name="connsiteY329-22656" fmla="*/ 631239 h 1059043"/>
                <a:gd name="connsiteX330-22657" fmla="*/ 2253681 w 3024845"/>
                <a:gd name="connsiteY330-22658" fmla="*/ 631239 h 1059043"/>
                <a:gd name="connsiteX331-22659" fmla="*/ 2255708 w 3024845"/>
                <a:gd name="connsiteY331-22660" fmla="*/ 624754 h 1059043"/>
                <a:gd name="connsiteX332-22661" fmla="*/ 2261788 w 3024845"/>
                <a:gd name="connsiteY332-22662" fmla="*/ 624754 h 1059043"/>
                <a:gd name="connsiteX333-22663" fmla="*/ 2263815 w 3024845"/>
                <a:gd name="connsiteY333-22664" fmla="*/ 633401 h 1059043"/>
                <a:gd name="connsiteX334-22665" fmla="*/ 2275975 w 3024845"/>
                <a:gd name="connsiteY334-22666" fmla="*/ 633401 h 1059043"/>
                <a:gd name="connsiteX335-22667" fmla="*/ 2275975 w 3024845"/>
                <a:gd name="connsiteY335-22668" fmla="*/ 626915 h 1059043"/>
                <a:gd name="connsiteX336-22669" fmla="*/ 2298268 w 3024845"/>
                <a:gd name="connsiteY336-22670" fmla="*/ 626915 h 1059043"/>
                <a:gd name="connsiteX337-22671" fmla="*/ 2298268 w 3024845"/>
                <a:gd name="connsiteY337-22672" fmla="*/ 633401 h 1059043"/>
                <a:gd name="connsiteX338-22673" fmla="*/ 2318535 w 3024845"/>
                <a:gd name="connsiteY338-22674" fmla="*/ 633401 h 1059043"/>
                <a:gd name="connsiteX339-22675" fmla="*/ 2318535 w 3024845"/>
                <a:gd name="connsiteY339-22676" fmla="*/ 678798 h 1059043"/>
                <a:gd name="connsiteX340-22677" fmla="*/ 2332722 w 3024845"/>
                <a:gd name="connsiteY340-22678" fmla="*/ 678798 h 1059043"/>
                <a:gd name="connsiteX341-22679" fmla="*/ 2332722 w 3024845"/>
                <a:gd name="connsiteY341-22680" fmla="*/ 665827 h 1059043"/>
                <a:gd name="connsiteX342-22681" fmla="*/ 2348936 w 3024845"/>
                <a:gd name="connsiteY342-22682" fmla="*/ 665827 h 1059043"/>
                <a:gd name="connsiteX343-22683" fmla="*/ 2348936 w 3024845"/>
                <a:gd name="connsiteY343-22684" fmla="*/ 486400 h 1059043"/>
                <a:gd name="connsiteX344-22685" fmla="*/ 2355016 w 3024845"/>
                <a:gd name="connsiteY344-22686" fmla="*/ 479914 h 1059043"/>
                <a:gd name="connsiteX345-22687" fmla="*/ 2427977 w 3024845"/>
                <a:gd name="connsiteY345-22688" fmla="*/ 479914 h 1059043"/>
                <a:gd name="connsiteX346-22689" fmla="*/ 2427977 w 3024845"/>
                <a:gd name="connsiteY346-22690" fmla="*/ 488562 h 1059043"/>
                <a:gd name="connsiteX347-22691" fmla="*/ 2438110 w 3024845"/>
                <a:gd name="connsiteY347-22692" fmla="*/ 488562 h 1059043"/>
                <a:gd name="connsiteX348-22693" fmla="*/ 2438110 w 3024845"/>
                <a:gd name="connsiteY348-22694" fmla="*/ 603136 h 1059043"/>
                <a:gd name="connsiteX349-22695" fmla="*/ 2460404 w 3024845"/>
                <a:gd name="connsiteY349-22696" fmla="*/ 603136 h 1059043"/>
                <a:gd name="connsiteX350-22697" fmla="*/ 2460404 w 3024845"/>
                <a:gd name="connsiteY350-22698" fmla="*/ 536121 h 1059043"/>
                <a:gd name="connsiteX351-22699" fmla="*/ 2486751 w 3024845"/>
                <a:gd name="connsiteY351-22700" fmla="*/ 536121 h 1059043"/>
                <a:gd name="connsiteX352-22701" fmla="*/ 2490804 w 3024845"/>
                <a:gd name="connsiteY352-22702" fmla="*/ 531797 h 1059043"/>
                <a:gd name="connsiteX353-22703" fmla="*/ 2498911 w 3024845"/>
                <a:gd name="connsiteY353-22704" fmla="*/ 531797 h 1059043"/>
                <a:gd name="connsiteX354-22705" fmla="*/ 2502964 w 3024845"/>
                <a:gd name="connsiteY354-22706" fmla="*/ 536121 h 1059043"/>
                <a:gd name="connsiteX355-22707" fmla="*/ 2525258 w 3024845"/>
                <a:gd name="connsiteY355-22708" fmla="*/ 536121 h 1059043"/>
                <a:gd name="connsiteX356-22709" fmla="*/ 2525258 w 3024845"/>
                <a:gd name="connsiteY356-22710" fmla="*/ 419385 h 1059043"/>
                <a:gd name="connsiteX357-22711" fmla="*/ 2582005 w 3024845"/>
                <a:gd name="connsiteY357-22712" fmla="*/ 408576 h 1059043"/>
                <a:gd name="connsiteX358-22713" fmla="*/ 2582005 w 3024845"/>
                <a:gd name="connsiteY358-22714" fmla="*/ 409657 h 1059043"/>
                <a:gd name="connsiteX359-22715" fmla="*/ 2582005 w 3024845"/>
                <a:gd name="connsiteY359-22716" fmla="*/ 417223 h 1059043"/>
                <a:gd name="connsiteX360-22717" fmla="*/ 2608352 w 3024845"/>
                <a:gd name="connsiteY360-22718" fmla="*/ 417223 h 1059043"/>
                <a:gd name="connsiteX361-22719" fmla="*/ 2608352 w 3024845"/>
                <a:gd name="connsiteY361-22720" fmla="*/ 672313 h 1059043"/>
                <a:gd name="connsiteX362-22721" fmla="*/ 2630646 w 3024845"/>
                <a:gd name="connsiteY362-22722" fmla="*/ 672313 h 1059043"/>
                <a:gd name="connsiteX363-22723" fmla="*/ 2630646 w 3024845"/>
                <a:gd name="connsiteY363-22724" fmla="*/ 667989 h 1059043"/>
                <a:gd name="connsiteX364-22725" fmla="*/ 2642806 w 3024845"/>
                <a:gd name="connsiteY364-22726" fmla="*/ 667989 h 1059043"/>
                <a:gd name="connsiteX365-22727" fmla="*/ 2642806 w 3024845"/>
                <a:gd name="connsiteY365-22728" fmla="*/ 672313 h 1059043"/>
                <a:gd name="connsiteX366-22729" fmla="*/ 2667126 w 3024845"/>
                <a:gd name="connsiteY366-22730" fmla="*/ 672313 h 1059043"/>
                <a:gd name="connsiteX367-22731" fmla="*/ 2667126 w 3024845"/>
                <a:gd name="connsiteY367-22732" fmla="*/ 659342 h 1059043"/>
                <a:gd name="connsiteX368-22733" fmla="*/ 2695500 w 3024845"/>
                <a:gd name="connsiteY368-22734" fmla="*/ 659342 h 1059043"/>
                <a:gd name="connsiteX369-22735" fmla="*/ 2707660 w 3024845"/>
                <a:gd name="connsiteY369-22736" fmla="*/ 655018 h 1059043"/>
                <a:gd name="connsiteX370-22737" fmla="*/ 2727927 w 3024845"/>
                <a:gd name="connsiteY370-22738" fmla="*/ 659342 h 1059043"/>
                <a:gd name="connsiteX371-22739" fmla="*/ 2727927 w 3024845"/>
                <a:gd name="connsiteY371-22740" fmla="*/ 642048 h 1059043"/>
                <a:gd name="connsiteX372-22741" fmla="*/ 2736034 w 3024845"/>
                <a:gd name="connsiteY372-22742" fmla="*/ 642048 h 1059043"/>
                <a:gd name="connsiteX373-22743" fmla="*/ 2736034 w 3024845"/>
                <a:gd name="connsiteY373-22744" fmla="*/ 629077 h 1059043"/>
                <a:gd name="connsiteX374-22745" fmla="*/ 2792781 w 3024845"/>
                <a:gd name="connsiteY374-22746" fmla="*/ 629077 h 1059043"/>
                <a:gd name="connsiteX375-22747" fmla="*/ 2792781 w 3024845"/>
                <a:gd name="connsiteY375-22748" fmla="*/ 598812 h 1059043"/>
                <a:gd name="connsiteX376-22749" fmla="*/ 2811021 w 3024845"/>
                <a:gd name="connsiteY376-22750" fmla="*/ 598812 h 1059043"/>
                <a:gd name="connsiteX377-22751" fmla="*/ 2811021 w 3024845"/>
                <a:gd name="connsiteY377-22752" fmla="*/ 592327 h 1059043"/>
                <a:gd name="connsiteX378-22753" fmla="*/ 2823181 w 3024845"/>
                <a:gd name="connsiteY378-22754" fmla="*/ 592327 h 1059043"/>
                <a:gd name="connsiteX379-22755" fmla="*/ 2823181 w 3024845"/>
                <a:gd name="connsiteY379-22756" fmla="*/ 598812 h 1059043"/>
                <a:gd name="connsiteX380-22757" fmla="*/ 2839395 w 3024845"/>
                <a:gd name="connsiteY380-22758" fmla="*/ 598812 h 1059043"/>
                <a:gd name="connsiteX381-22759" fmla="*/ 2839395 w 3024845"/>
                <a:gd name="connsiteY381-22760" fmla="*/ 648533 h 1059043"/>
                <a:gd name="connsiteX382-22761" fmla="*/ 2871822 w 3024845"/>
                <a:gd name="connsiteY382-22762" fmla="*/ 648533 h 1059043"/>
                <a:gd name="connsiteX383-22763" fmla="*/ 2871822 w 3024845"/>
                <a:gd name="connsiteY383-22764" fmla="*/ 622592 h 1059043"/>
                <a:gd name="connsiteX384-22765" fmla="*/ 2910329 w 3024845"/>
                <a:gd name="connsiteY384-22766" fmla="*/ 622592 h 1059043"/>
                <a:gd name="connsiteX385-22767" fmla="*/ 2910329 w 3024845"/>
                <a:gd name="connsiteY385-22768" fmla="*/ 592327 h 1059043"/>
                <a:gd name="connsiteX386-22769" fmla="*/ 2958970 w 3024845"/>
                <a:gd name="connsiteY386-22770" fmla="*/ 592327 h 1059043"/>
                <a:gd name="connsiteX387-22771" fmla="*/ 2958970 w 3024845"/>
                <a:gd name="connsiteY387-22772" fmla="*/ 703483 h 1059043"/>
                <a:gd name="connsiteX388-22773" fmla="*/ 2958970 w 3024845"/>
                <a:gd name="connsiteY388-22774" fmla="*/ 717262 h 1059043"/>
                <a:gd name="connsiteX389-22775" fmla="*/ 3024845 w 3024845"/>
                <a:gd name="connsiteY389-22776" fmla="*/ 717262 h 1059043"/>
                <a:gd name="connsiteX390-22777" fmla="*/ 3024845 w 3024845"/>
                <a:gd name="connsiteY390-22778" fmla="*/ 1059043 h 1059043"/>
                <a:gd name="connsiteX391-22779" fmla="*/ 2054 w 3024845"/>
                <a:gd name="connsiteY391-22780" fmla="*/ 1056710 h 1059043"/>
                <a:gd name="connsiteX392-22781" fmla="*/ 0 w 3024845"/>
                <a:gd name="connsiteY392-22782" fmla="*/ 622592 h 1059043"/>
                <a:gd name="connsiteX393-22783" fmla="*/ 20267 w 3024845"/>
                <a:gd name="connsiteY393-22784" fmla="*/ 622592 h 1059043"/>
                <a:gd name="connsiteX394-22785" fmla="*/ 20774 w 3024845"/>
                <a:gd name="connsiteY394-22786" fmla="*/ 621511 h 1059043"/>
                <a:gd name="connsiteX395-22787" fmla="*/ 24320 w 3024845"/>
                <a:gd name="connsiteY395-22788" fmla="*/ 613945 h 1059043"/>
                <a:gd name="connsiteX396-22789" fmla="*/ 26094 w 3024845"/>
                <a:gd name="connsiteY396-22790" fmla="*/ 614215 h 1059043"/>
                <a:gd name="connsiteX397-22791" fmla="*/ 38507 w 3024845"/>
                <a:gd name="connsiteY397-22792" fmla="*/ 616106 h 1059043"/>
                <a:gd name="connsiteX398-22793" fmla="*/ 39014 w 3024845"/>
                <a:gd name="connsiteY398-22794" fmla="*/ 617458 h 1059043"/>
                <a:gd name="connsiteX399-22795" fmla="*/ 42560 w 3024845"/>
                <a:gd name="connsiteY399-22796" fmla="*/ 626915 h 1059043"/>
                <a:gd name="connsiteX400-22797" fmla="*/ 68907 w 3024845"/>
                <a:gd name="connsiteY400-22798" fmla="*/ 629077 h 1059043"/>
                <a:gd name="connsiteX401-22799" fmla="*/ 68907 w 3024845"/>
                <a:gd name="connsiteY401-22800" fmla="*/ 505856 h 1059043"/>
                <a:gd name="connsiteX402-22801" fmla="*/ 70934 w 3024845"/>
                <a:gd name="connsiteY402-22802" fmla="*/ 505856 h 1059043"/>
                <a:gd name="connsiteX403-22803" fmla="*/ 85121 w 3024845"/>
                <a:gd name="connsiteY403-22804" fmla="*/ 505856 h 1059043"/>
                <a:gd name="connsiteX404-22805" fmla="*/ 85121 w 3024845"/>
                <a:gd name="connsiteY404-22806" fmla="*/ 369664 h 1059043"/>
                <a:gd name="connsiteX405-22807" fmla="*/ 86894 w 3024845"/>
                <a:gd name="connsiteY405-22808" fmla="*/ 369664 h 1059043"/>
                <a:gd name="connsiteX406-22809" fmla="*/ 99308 w 3024845"/>
                <a:gd name="connsiteY406-22810" fmla="*/ 369664 h 1059043"/>
                <a:gd name="connsiteX407-22811" fmla="*/ 99308 w 3024845"/>
                <a:gd name="connsiteY407-22812" fmla="*/ 255090 h 1059043"/>
                <a:gd name="connsiteX408-22813" fmla="*/ 103361 w 3024845"/>
                <a:gd name="connsiteY408-22814" fmla="*/ 226986 h 1059043"/>
                <a:gd name="connsiteX409-22815" fmla="*/ 105388 w 3024845"/>
                <a:gd name="connsiteY409-22816" fmla="*/ 226986 h 1059043"/>
                <a:gd name="connsiteX410-22817" fmla="*/ 119575 w 3024845"/>
                <a:gd name="connsiteY410-22818" fmla="*/ 226986 h 1059043"/>
                <a:gd name="connsiteX0-22819" fmla="*/ 119575 w 3024845"/>
                <a:gd name="connsiteY0-22820" fmla="*/ 226986 h 1059043"/>
                <a:gd name="connsiteX1-22821" fmla="*/ 200642 w 3024845"/>
                <a:gd name="connsiteY1-22822" fmla="*/ 224825 h 1059043"/>
                <a:gd name="connsiteX2-22823" fmla="*/ 202669 w 3024845"/>
                <a:gd name="connsiteY2-22824" fmla="*/ 224825 h 1059043"/>
                <a:gd name="connsiteX3-22825" fmla="*/ 216856 w 3024845"/>
                <a:gd name="connsiteY3-22826" fmla="*/ 224825 h 1059043"/>
                <a:gd name="connsiteX4-22827" fmla="*/ 216856 w 3024845"/>
                <a:gd name="connsiteY4-22828" fmla="*/ 248604 h 1059043"/>
                <a:gd name="connsiteX5-22829" fmla="*/ 217363 w 3024845"/>
                <a:gd name="connsiteY5-22830" fmla="*/ 249415 h 1059043"/>
                <a:gd name="connsiteX6-22831" fmla="*/ 220909 w 3024845"/>
                <a:gd name="connsiteY6-22832" fmla="*/ 255090 h 1059043"/>
                <a:gd name="connsiteX7-22833" fmla="*/ 220909 w 3024845"/>
                <a:gd name="connsiteY7-22834" fmla="*/ 369664 h 1059043"/>
                <a:gd name="connsiteX8-22835" fmla="*/ 223189 w 3024845"/>
                <a:gd name="connsiteY8-22836" fmla="*/ 369664 h 1059043"/>
                <a:gd name="connsiteX9-22837" fmla="*/ 239150 w 3024845"/>
                <a:gd name="connsiteY9-22838" fmla="*/ 369664 h 1059043"/>
                <a:gd name="connsiteX10-22839" fmla="*/ 239150 w 3024845"/>
                <a:gd name="connsiteY10-22840" fmla="*/ 510179 h 1059043"/>
                <a:gd name="connsiteX11-22841" fmla="*/ 240670 w 3024845"/>
                <a:gd name="connsiteY11-22842" fmla="*/ 509909 h 1059043"/>
                <a:gd name="connsiteX12-22843" fmla="*/ 251310 w 3024845"/>
                <a:gd name="connsiteY12-22844" fmla="*/ 508018 h 1059043"/>
                <a:gd name="connsiteX13-22845" fmla="*/ 249283 w 3024845"/>
                <a:gd name="connsiteY13-22846" fmla="*/ 596650 h 1059043"/>
                <a:gd name="connsiteX14-22847" fmla="*/ 250803 w 3024845"/>
                <a:gd name="connsiteY14-22848" fmla="*/ 596921 h 1059043"/>
                <a:gd name="connsiteX15-22849" fmla="*/ 261443 w 3024845"/>
                <a:gd name="connsiteY15-22850" fmla="*/ 598812 h 1059043"/>
                <a:gd name="connsiteX16-22851" fmla="*/ 261696 w 3024845"/>
                <a:gd name="connsiteY16-22852" fmla="*/ 599623 h 1059043"/>
                <a:gd name="connsiteX17-22853" fmla="*/ 263470 w 3024845"/>
                <a:gd name="connsiteY17-22854" fmla="*/ 605298 h 1059043"/>
                <a:gd name="connsiteX18-22855" fmla="*/ 264230 w 3024845"/>
                <a:gd name="connsiteY18-22856" fmla="*/ 602866 h 1059043"/>
                <a:gd name="connsiteX19-22857" fmla="*/ 269550 w 3024845"/>
                <a:gd name="connsiteY19-22858" fmla="*/ 585842 h 1059043"/>
                <a:gd name="connsiteX20-22859" fmla="*/ 271323 w 3024845"/>
                <a:gd name="connsiteY20-22860" fmla="*/ 585842 h 1059043"/>
                <a:gd name="connsiteX21-22861" fmla="*/ 283737 w 3024845"/>
                <a:gd name="connsiteY21-22862" fmla="*/ 585842 h 1059043"/>
                <a:gd name="connsiteX22-22863" fmla="*/ 283737 w 3024845"/>
                <a:gd name="connsiteY22-22864" fmla="*/ 618268 h 1059043"/>
                <a:gd name="connsiteX23-22865" fmla="*/ 284750 w 3024845"/>
                <a:gd name="connsiteY23-22866" fmla="*/ 618809 h 1059043"/>
                <a:gd name="connsiteX24-22867" fmla="*/ 291844 w 3024845"/>
                <a:gd name="connsiteY24-22868" fmla="*/ 622592 h 1059043"/>
                <a:gd name="connsiteX25-22869" fmla="*/ 291844 w 3024845"/>
                <a:gd name="connsiteY25-22870" fmla="*/ 623943 h 1059043"/>
                <a:gd name="connsiteX26-22871" fmla="*/ 291844 w 3024845"/>
                <a:gd name="connsiteY26-22872" fmla="*/ 633401 h 1059043"/>
                <a:gd name="connsiteX27-22873" fmla="*/ 336431 w 3024845"/>
                <a:gd name="connsiteY27-22874" fmla="*/ 633401 h 1059043"/>
                <a:gd name="connsiteX28-22875" fmla="*/ 336431 w 3024845"/>
                <a:gd name="connsiteY28-22876" fmla="*/ 634482 h 1059043"/>
                <a:gd name="connsiteX29-22877" fmla="*/ 336431 w 3024845"/>
                <a:gd name="connsiteY29-22878" fmla="*/ 642048 h 1059043"/>
                <a:gd name="connsiteX30-22879" fmla="*/ 338457 w 3024845"/>
                <a:gd name="connsiteY30-22880" fmla="*/ 642048 h 1059043"/>
                <a:gd name="connsiteX31-22881" fmla="*/ 352644 w 3024845"/>
                <a:gd name="connsiteY31-22882" fmla="*/ 642048 h 1059043"/>
                <a:gd name="connsiteX32-22883" fmla="*/ 352644 w 3024845"/>
                <a:gd name="connsiteY32-22884" fmla="*/ 611783 h 1059043"/>
                <a:gd name="connsiteX33-22885" fmla="*/ 397231 w 3024845"/>
                <a:gd name="connsiteY33-22886" fmla="*/ 611783 h 1059043"/>
                <a:gd name="connsiteX34-22887" fmla="*/ 397231 w 3024845"/>
                <a:gd name="connsiteY34-22888" fmla="*/ 610432 h 1059043"/>
                <a:gd name="connsiteX35-22889" fmla="*/ 397231 w 3024845"/>
                <a:gd name="connsiteY35-22890" fmla="*/ 600974 h 1059043"/>
                <a:gd name="connsiteX36-22891" fmla="*/ 398245 w 3024845"/>
                <a:gd name="connsiteY36-22892" fmla="*/ 600974 h 1059043"/>
                <a:gd name="connsiteX37-22893" fmla="*/ 405338 w 3024845"/>
                <a:gd name="connsiteY37-22894" fmla="*/ 600974 h 1059043"/>
                <a:gd name="connsiteX38-22895" fmla="*/ 405338 w 3024845"/>
                <a:gd name="connsiteY38-22896" fmla="*/ 599083 h 1059043"/>
                <a:gd name="connsiteX39-22897" fmla="*/ 405338 w 3024845"/>
                <a:gd name="connsiteY39-22898" fmla="*/ 585842 h 1059043"/>
                <a:gd name="connsiteX40-22899" fmla="*/ 406098 w 3024845"/>
                <a:gd name="connsiteY40-22900" fmla="*/ 585842 h 1059043"/>
                <a:gd name="connsiteX41-22901" fmla="*/ 411418 w 3024845"/>
                <a:gd name="connsiteY41-22902" fmla="*/ 585842 h 1059043"/>
                <a:gd name="connsiteX42-22903" fmla="*/ 411418 w 3024845"/>
                <a:gd name="connsiteY42-22904" fmla="*/ 584761 h 1059043"/>
                <a:gd name="connsiteX43-22905" fmla="*/ 411418 w 3024845"/>
                <a:gd name="connsiteY43-22906" fmla="*/ 577194 h 1059043"/>
                <a:gd name="connsiteX44-22907" fmla="*/ 413445 w 3024845"/>
                <a:gd name="connsiteY44-22908" fmla="*/ 577194 h 1059043"/>
                <a:gd name="connsiteX45-22909" fmla="*/ 427632 w 3024845"/>
                <a:gd name="connsiteY45-22910" fmla="*/ 577194 h 1059043"/>
                <a:gd name="connsiteX46-22911" fmla="*/ 427632 w 3024845"/>
                <a:gd name="connsiteY46-22912" fmla="*/ 578275 h 1059043"/>
                <a:gd name="connsiteX47-22913" fmla="*/ 427632 w 3024845"/>
                <a:gd name="connsiteY47-22914" fmla="*/ 585842 h 1059043"/>
                <a:gd name="connsiteX48-22915" fmla="*/ 449925 w 3024845"/>
                <a:gd name="connsiteY48-22916" fmla="*/ 585842 h 1059043"/>
                <a:gd name="connsiteX49-22917" fmla="*/ 449925 w 3024845"/>
                <a:gd name="connsiteY49-22918" fmla="*/ 583950 h 1059043"/>
                <a:gd name="connsiteX50-22919" fmla="*/ 449925 w 3024845"/>
                <a:gd name="connsiteY50-22920" fmla="*/ 570709 h 1059043"/>
                <a:gd name="connsiteX51-22921" fmla="*/ 451699 w 3024845"/>
                <a:gd name="connsiteY51-22922" fmla="*/ 570709 h 1059043"/>
                <a:gd name="connsiteX52-22923" fmla="*/ 464112 w 3024845"/>
                <a:gd name="connsiteY52-22924" fmla="*/ 570709 h 1059043"/>
                <a:gd name="connsiteX53-22925" fmla="*/ 464112 w 3024845"/>
                <a:gd name="connsiteY53-22926" fmla="*/ 594489 h 1059043"/>
                <a:gd name="connsiteX54-22927" fmla="*/ 465126 w 3024845"/>
                <a:gd name="connsiteY54-22928" fmla="*/ 594489 h 1059043"/>
                <a:gd name="connsiteX55-22929" fmla="*/ 472219 w 3024845"/>
                <a:gd name="connsiteY55-22930" fmla="*/ 594489 h 1059043"/>
                <a:gd name="connsiteX56-22931" fmla="*/ 472219 w 3024845"/>
                <a:gd name="connsiteY56-22932" fmla="*/ 593408 h 1059043"/>
                <a:gd name="connsiteX57-22933" fmla="*/ 472219 w 3024845"/>
                <a:gd name="connsiteY57-22934" fmla="*/ 585842 h 1059043"/>
                <a:gd name="connsiteX58-22935" fmla="*/ 473992 w 3024845"/>
                <a:gd name="connsiteY58-22936" fmla="*/ 585842 h 1059043"/>
                <a:gd name="connsiteX59-22937" fmla="*/ 486406 w 3024845"/>
                <a:gd name="connsiteY59-22938" fmla="*/ 585842 h 1059043"/>
                <a:gd name="connsiteX60-22939" fmla="*/ 486406 w 3024845"/>
                <a:gd name="connsiteY60-22940" fmla="*/ 611783 h 1059043"/>
                <a:gd name="connsiteX61-22941" fmla="*/ 488433 w 3024845"/>
                <a:gd name="connsiteY61-22942" fmla="*/ 611783 h 1059043"/>
                <a:gd name="connsiteX62-22943" fmla="*/ 502619 w 3024845"/>
                <a:gd name="connsiteY62-22944" fmla="*/ 611783 h 1059043"/>
                <a:gd name="connsiteX63-22945" fmla="*/ 502619 w 3024845"/>
                <a:gd name="connsiteY63-22946" fmla="*/ 613404 h 1059043"/>
                <a:gd name="connsiteX64-22947" fmla="*/ 502619 w 3024845"/>
                <a:gd name="connsiteY64-22948" fmla="*/ 624754 h 1059043"/>
                <a:gd name="connsiteX65-22949" fmla="*/ 503379 w 3024845"/>
                <a:gd name="connsiteY65-22950" fmla="*/ 624754 h 1059043"/>
                <a:gd name="connsiteX66-22951" fmla="*/ 508700 w 3024845"/>
                <a:gd name="connsiteY66-22952" fmla="*/ 624754 h 1059043"/>
                <a:gd name="connsiteX67-22953" fmla="*/ 508700 w 3024845"/>
                <a:gd name="connsiteY67-22954" fmla="*/ 623943 h 1059043"/>
                <a:gd name="connsiteX68-22955" fmla="*/ 508700 w 3024845"/>
                <a:gd name="connsiteY68-22956" fmla="*/ 618268 h 1059043"/>
                <a:gd name="connsiteX69-22957" fmla="*/ 539100 w 3024845"/>
                <a:gd name="connsiteY69-22958" fmla="*/ 618268 h 1059043"/>
                <a:gd name="connsiteX70-22959" fmla="*/ 539100 w 3024845"/>
                <a:gd name="connsiteY70-22960" fmla="*/ 642048 h 1059043"/>
                <a:gd name="connsiteX71-22961" fmla="*/ 540113 w 3024845"/>
                <a:gd name="connsiteY71-22962" fmla="*/ 642048 h 1059043"/>
                <a:gd name="connsiteX72-22963" fmla="*/ 547207 w 3024845"/>
                <a:gd name="connsiteY72-22964" fmla="*/ 642048 h 1059043"/>
                <a:gd name="connsiteX73-22965" fmla="*/ 547207 w 3024845"/>
                <a:gd name="connsiteY73-22966" fmla="*/ 643129 h 1059043"/>
                <a:gd name="connsiteX74-22967" fmla="*/ 547207 w 3024845"/>
                <a:gd name="connsiteY74-22968" fmla="*/ 650695 h 1059043"/>
                <a:gd name="connsiteX75-22969" fmla="*/ 547967 w 3024845"/>
                <a:gd name="connsiteY75-22970" fmla="*/ 650695 h 1059043"/>
                <a:gd name="connsiteX76-22971" fmla="*/ 553287 w 3024845"/>
                <a:gd name="connsiteY76-22972" fmla="*/ 650695 h 1059043"/>
                <a:gd name="connsiteX77-22973" fmla="*/ 553287 w 3024845"/>
                <a:gd name="connsiteY77-22974" fmla="*/ 648533 h 1059043"/>
                <a:gd name="connsiteX78-22975" fmla="*/ 553287 w 3024845"/>
                <a:gd name="connsiteY78-22976" fmla="*/ 633401 h 1059043"/>
                <a:gd name="connsiteX79-22977" fmla="*/ 554300 w 3024845"/>
                <a:gd name="connsiteY79-22978" fmla="*/ 633401 h 1059043"/>
                <a:gd name="connsiteX80-22979" fmla="*/ 561394 w 3024845"/>
                <a:gd name="connsiteY80-22980" fmla="*/ 633401 h 1059043"/>
                <a:gd name="connsiteX81-22981" fmla="*/ 561394 w 3024845"/>
                <a:gd name="connsiteY81-22982" fmla="*/ 634482 h 1059043"/>
                <a:gd name="connsiteX82-22983" fmla="*/ 561394 w 3024845"/>
                <a:gd name="connsiteY82-22984" fmla="*/ 642048 h 1059043"/>
                <a:gd name="connsiteX83-22985" fmla="*/ 566714 w 3024845"/>
                <a:gd name="connsiteY83-22986" fmla="*/ 640055 h 1059043"/>
                <a:gd name="connsiteX84-22987" fmla="*/ 567474 w 3024845"/>
                <a:gd name="connsiteY84-22988" fmla="*/ 639075 h 1059043"/>
                <a:gd name="connsiteX85-22989" fmla="*/ 567474 w 3024845"/>
                <a:gd name="connsiteY85-22990" fmla="*/ 633401 h 1059043"/>
                <a:gd name="connsiteX86-22991" fmla="*/ 605981 w 3024845"/>
                <a:gd name="connsiteY86-22992" fmla="*/ 633401 h 1059043"/>
                <a:gd name="connsiteX87-22993" fmla="*/ 605981 w 3024845"/>
                <a:gd name="connsiteY87-22994" fmla="*/ 657180 h 1059043"/>
                <a:gd name="connsiteX88-22995" fmla="*/ 608007 w 3024845"/>
                <a:gd name="connsiteY88-22996" fmla="*/ 657180 h 1059043"/>
                <a:gd name="connsiteX89-22997" fmla="*/ 622194 w 3024845"/>
                <a:gd name="connsiteY89-22998" fmla="*/ 657180 h 1059043"/>
                <a:gd name="connsiteX90-22999" fmla="*/ 622194 w 3024845"/>
                <a:gd name="connsiteY90-23000" fmla="*/ 658261 h 1059043"/>
                <a:gd name="connsiteX91-23001" fmla="*/ 622194 w 3024845"/>
                <a:gd name="connsiteY91-23002" fmla="*/ 665827 h 1059043"/>
                <a:gd name="connsiteX92-23003" fmla="*/ 623968 w 3024845"/>
                <a:gd name="connsiteY92-23004" fmla="*/ 665827 h 1059043"/>
                <a:gd name="connsiteX93-23005" fmla="*/ 636381 w 3024845"/>
                <a:gd name="connsiteY93-23006" fmla="*/ 665827 h 1059043"/>
                <a:gd name="connsiteX94-23007" fmla="*/ 636381 w 3024845"/>
                <a:gd name="connsiteY94-23008" fmla="*/ 642048 h 1059043"/>
                <a:gd name="connsiteX95-23009" fmla="*/ 637394 w 3024845"/>
                <a:gd name="connsiteY95-23010" fmla="*/ 642048 h 1059043"/>
                <a:gd name="connsiteX96-23011" fmla="*/ 644488 w 3024845"/>
                <a:gd name="connsiteY96-23012" fmla="*/ 642048 h 1059043"/>
                <a:gd name="connsiteX97-23013" fmla="*/ 644488 w 3024845"/>
                <a:gd name="connsiteY97-23014" fmla="*/ 609621 h 1059043"/>
                <a:gd name="connsiteX98-23015" fmla="*/ 645501 w 3024845"/>
                <a:gd name="connsiteY98-23016" fmla="*/ 609621 h 1059043"/>
                <a:gd name="connsiteX99-23017" fmla="*/ 652595 w 3024845"/>
                <a:gd name="connsiteY99-23018" fmla="*/ 609621 h 1059043"/>
                <a:gd name="connsiteX100-23019" fmla="*/ 652595 w 3024845"/>
                <a:gd name="connsiteY100-23020" fmla="*/ 607730 h 1059043"/>
                <a:gd name="connsiteX101-23021" fmla="*/ 652595 w 3024845"/>
                <a:gd name="connsiteY101-23022" fmla="*/ 594489 h 1059043"/>
                <a:gd name="connsiteX102-23023" fmla="*/ 651328 w 3024845"/>
                <a:gd name="connsiteY102-23024" fmla="*/ 592867 h 1059043"/>
                <a:gd name="connsiteX103-23025" fmla="*/ 656648 w 3024845"/>
                <a:gd name="connsiteY103-23026" fmla="*/ 581518 h 1059043"/>
                <a:gd name="connsiteX104-23027" fmla="*/ 664755 w 3024845"/>
                <a:gd name="connsiteY104-23028" fmla="*/ 609621 h 1059043"/>
                <a:gd name="connsiteX105-23029" fmla="*/ 665515 w 3024845"/>
                <a:gd name="connsiteY105-23030" fmla="*/ 609621 h 1059043"/>
                <a:gd name="connsiteX106-23031" fmla="*/ 670835 w 3024845"/>
                <a:gd name="connsiteY106-23032" fmla="*/ 609621 h 1059043"/>
                <a:gd name="connsiteX107-23033" fmla="*/ 670835 w 3024845"/>
                <a:gd name="connsiteY107-23034" fmla="*/ 503694 h 1059043"/>
                <a:gd name="connsiteX108-23035" fmla="*/ 672355 w 3024845"/>
                <a:gd name="connsiteY108-23036" fmla="*/ 503694 h 1059043"/>
                <a:gd name="connsiteX109-23037" fmla="*/ 682995 w 3024845"/>
                <a:gd name="connsiteY109-23038" fmla="*/ 503694 h 1059043"/>
                <a:gd name="connsiteX110-23039" fmla="*/ 682995 w 3024845"/>
                <a:gd name="connsiteY110-23040" fmla="*/ 456135 h 1059043"/>
                <a:gd name="connsiteX111-23041" fmla="*/ 709342 w 3024845"/>
                <a:gd name="connsiteY111-23042" fmla="*/ 456135 h 1059043"/>
                <a:gd name="connsiteX112-23043" fmla="*/ 709342 w 3024845"/>
                <a:gd name="connsiteY112-23044" fmla="*/ 434517 h 1059043"/>
                <a:gd name="connsiteX113-23045" fmla="*/ 743796 w 3024845"/>
                <a:gd name="connsiteY113-23046" fmla="*/ 434517 h 1059043"/>
                <a:gd name="connsiteX114-23047" fmla="*/ 743796 w 3024845"/>
                <a:gd name="connsiteY114-23048" fmla="*/ 436949 h 1059043"/>
                <a:gd name="connsiteX115-23049" fmla="*/ 743796 w 3024845"/>
                <a:gd name="connsiteY115-23050" fmla="*/ 453973 h 1059043"/>
                <a:gd name="connsiteX116-23051" fmla="*/ 746076 w 3024845"/>
                <a:gd name="connsiteY116-23052" fmla="*/ 453973 h 1059043"/>
                <a:gd name="connsiteX117-23053" fmla="*/ 762036 w 3024845"/>
                <a:gd name="connsiteY117-23054" fmla="*/ 453973 h 1059043"/>
                <a:gd name="connsiteX118-23055" fmla="*/ 762036 w 3024845"/>
                <a:gd name="connsiteY118-23056" fmla="*/ 501532 h 1059043"/>
                <a:gd name="connsiteX119-23057" fmla="*/ 763049 w 3024845"/>
                <a:gd name="connsiteY119-23058" fmla="*/ 501532 h 1059043"/>
                <a:gd name="connsiteX120-23059" fmla="*/ 770143 w 3024845"/>
                <a:gd name="connsiteY120-23060" fmla="*/ 501532 h 1059043"/>
                <a:gd name="connsiteX121-23061" fmla="*/ 784330 w 3024845"/>
                <a:gd name="connsiteY121-23062" fmla="*/ 505856 h 1059043"/>
                <a:gd name="connsiteX122-23063" fmla="*/ 784330 w 3024845"/>
                <a:gd name="connsiteY122-23064" fmla="*/ 544768 h 1059043"/>
                <a:gd name="connsiteX123-23065" fmla="*/ 785343 w 3024845"/>
                <a:gd name="connsiteY123-23066" fmla="*/ 544768 h 1059043"/>
                <a:gd name="connsiteX124-23067" fmla="*/ 792436 w 3024845"/>
                <a:gd name="connsiteY124-23068" fmla="*/ 544768 h 1059043"/>
                <a:gd name="connsiteX125-23069" fmla="*/ 792436 w 3024845"/>
                <a:gd name="connsiteY125-23070" fmla="*/ 546389 h 1059043"/>
                <a:gd name="connsiteX126-23071" fmla="*/ 792436 w 3024845"/>
                <a:gd name="connsiteY126-23072" fmla="*/ 557738 h 1059043"/>
                <a:gd name="connsiteX127-23073" fmla="*/ 794463 w 3024845"/>
                <a:gd name="connsiteY127-23074" fmla="*/ 557738 h 1059043"/>
                <a:gd name="connsiteX128-23075" fmla="*/ 808650 w 3024845"/>
                <a:gd name="connsiteY128-23076" fmla="*/ 557738 h 1059043"/>
                <a:gd name="connsiteX129-23077" fmla="*/ 814730 w 3024845"/>
                <a:gd name="connsiteY129-23078" fmla="*/ 564224 h 1059043"/>
                <a:gd name="connsiteX130-23079" fmla="*/ 814730 w 3024845"/>
                <a:gd name="connsiteY130-23080" fmla="*/ 585842 h 1059043"/>
                <a:gd name="connsiteX131-23081" fmla="*/ 817010 w 3024845"/>
                <a:gd name="connsiteY131-23082" fmla="*/ 585842 h 1059043"/>
                <a:gd name="connsiteX132-23083" fmla="*/ 832970 w 3024845"/>
                <a:gd name="connsiteY132-23084" fmla="*/ 585842 h 1059043"/>
                <a:gd name="connsiteX133-23085" fmla="*/ 832970 w 3024845"/>
                <a:gd name="connsiteY133-23086" fmla="*/ 586922 h 1059043"/>
                <a:gd name="connsiteX134-23087" fmla="*/ 832970 w 3024845"/>
                <a:gd name="connsiteY134-23088" fmla="*/ 594489 h 1059043"/>
                <a:gd name="connsiteX135-23089" fmla="*/ 834237 w 3024845"/>
                <a:gd name="connsiteY135-23090" fmla="*/ 594489 h 1059043"/>
                <a:gd name="connsiteX136-23091" fmla="*/ 843104 w 3024845"/>
                <a:gd name="connsiteY136-23092" fmla="*/ 594489 h 1059043"/>
                <a:gd name="connsiteX137-23093" fmla="*/ 843104 w 3024845"/>
                <a:gd name="connsiteY137-23094" fmla="*/ 596650 h 1059043"/>
                <a:gd name="connsiteX138-23095" fmla="*/ 843104 w 3024845"/>
                <a:gd name="connsiteY138-23096" fmla="*/ 611783 h 1059043"/>
                <a:gd name="connsiteX139-23097" fmla="*/ 847157 w 3024845"/>
                <a:gd name="connsiteY139-23098" fmla="*/ 609891 h 1059043"/>
                <a:gd name="connsiteX140-23099" fmla="*/ 847157 w 3024845"/>
                <a:gd name="connsiteY140-23100" fmla="*/ 596650 h 1059043"/>
                <a:gd name="connsiteX141-23101" fmla="*/ 848170 w 3024845"/>
                <a:gd name="connsiteY141-23102" fmla="*/ 596650 h 1059043"/>
                <a:gd name="connsiteX142-23103" fmla="*/ 855264 w 3024845"/>
                <a:gd name="connsiteY142-23104" fmla="*/ 596650 h 1059043"/>
                <a:gd name="connsiteX143-23105" fmla="*/ 855264 w 3024845"/>
                <a:gd name="connsiteY143-23106" fmla="*/ 598272 h 1059043"/>
                <a:gd name="connsiteX144-23107" fmla="*/ 855264 w 3024845"/>
                <a:gd name="connsiteY144-23108" fmla="*/ 609621 h 1059043"/>
                <a:gd name="connsiteX145-23109" fmla="*/ 856024 w 3024845"/>
                <a:gd name="connsiteY145-23110" fmla="*/ 609621 h 1059043"/>
                <a:gd name="connsiteX146-23111" fmla="*/ 861344 w 3024845"/>
                <a:gd name="connsiteY146-23112" fmla="*/ 609621 h 1059043"/>
                <a:gd name="connsiteX147-23113" fmla="*/ 909984 w 3024845"/>
                <a:gd name="connsiteY147-23114" fmla="*/ 605298 h 1059043"/>
                <a:gd name="connsiteX148-23115" fmla="*/ 909984 w 3024845"/>
                <a:gd name="connsiteY148-23116" fmla="*/ 606649 h 1059043"/>
                <a:gd name="connsiteX149-23117" fmla="*/ 909984 w 3024845"/>
                <a:gd name="connsiteY149-23118" fmla="*/ 616106 h 1059043"/>
                <a:gd name="connsiteX150-23119" fmla="*/ 910744 w 3024845"/>
                <a:gd name="connsiteY150-23120" fmla="*/ 616106 h 1059043"/>
                <a:gd name="connsiteX151-23121" fmla="*/ 916065 w 3024845"/>
                <a:gd name="connsiteY151-23122" fmla="*/ 616106 h 1059043"/>
                <a:gd name="connsiteX152-23123" fmla="*/ 916065 w 3024845"/>
                <a:gd name="connsiteY152-23124" fmla="*/ 618268 h 1059043"/>
                <a:gd name="connsiteX153-23125" fmla="*/ 916065 w 3024845"/>
                <a:gd name="connsiteY153-23126" fmla="*/ 633401 h 1059043"/>
                <a:gd name="connsiteX154-23127" fmla="*/ 918091 w 3024845"/>
                <a:gd name="connsiteY154-23128" fmla="*/ 632050 h 1059043"/>
                <a:gd name="connsiteX155-23129" fmla="*/ 932278 w 3024845"/>
                <a:gd name="connsiteY155-23130" fmla="*/ 622592 h 1059043"/>
                <a:gd name="connsiteX156-23131" fmla="*/ 938358 w 3024845"/>
                <a:gd name="connsiteY156-23132" fmla="*/ 581518 h 1059043"/>
                <a:gd name="connsiteX157-23133" fmla="*/ 939118 w 3024845"/>
                <a:gd name="connsiteY157-23134" fmla="*/ 581248 h 1059043"/>
                <a:gd name="connsiteX158-23135" fmla="*/ 944438 w 3024845"/>
                <a:gd name="connsiteY158-23136" fmla="*/ 579356 h 1059043"/>
                <a:gd name="connsiteX159-23137" fmla="*/ 946465 w 3024845"/>
                <a:gd name="connsiteY159-23138" fmla="*/ 510179 h 1059043"/>
                <a:gd name="connsiteX160-23139" fmla="*/ 948492 w 3024845"/>
                <a:gd name="connsiteY160-23140" fmla="*/ 579356 h 1059043"/>
                <a:gd name="connsiteX161-23141" fmla="*/ 949252 w 3024845"/>
                <a:gd name="connsiteY161-23142" fmla="*/ 579626 h 1059043"/>
                <a:gd name="connsiteX162-23143" fmla="*/ 954572 w 3024845"/>
                <a:gd name="connsiteY162-23144" fmla="*/ 581518 h 1059043"/>
                <a:gd name="connsiteX163-23145" fmla="*/ 954572 w 3024845"/>
                <a:gd name="connsiteY163-23146" fmla="*/ 495047 h 1059043"/>
                <a:gd name="connsiteX164-23147" fmla="*/ 958625 w 3024845"/>
                <a:gd name="connsiteY164-23148" fmla="*/ 462620 h 1059043"/>
                <a:gd name="connsiteX165-23149" fmla="*/ 997132 w 3024845"/>
                <a:gd name="connsiteY165-23150" fmla="*/ 462620 h 1059043"/>
                <a:gd name="connsiteX166-23151" fmla="*/ 997132 w 3024845"/>
                <a:gd name="connsiteY166-23152" fmla="*/ 495047 h 1059043"/>
                <a:gd name="connsiteX167-23153" fmla="*/ 997892 w 3024845"/>
                <a:gd name="connsiteY167-23154" fmla="*/ 495047 h 1059043"/>
                <a:gd name="connsiteX168-23155" fmla="*/ 1003212 w 3024845"/>
                <a:gd name="connsiteY168-23156" fmla="*/ 495047 h 1059043"/>
                <a:gd name="connsiteX169-23157" fmla="*/ 1003212 w 3024845"/>
                <a:gd name="connsiteY169-23158" fmla="*/ 412899 h 1059043"/>
                <a:gd name="connsiteX170-23159" fmla="*/ 1004986 w 3024845"/>
                <a:gd name="connsiteY170-23160" fmla="*/ 412899 h 1059043"/>
                <a:gd name="connsiteX171-23161" fmla="*/ 1017399 w 3024845"/>
                <a:gd name="connsiteY171-23162" fmla="*/ 412899 h 1059043"/>
                <a:gd name="connsiteX172-23163" fmla="*/ 1017399 w 3024845"/>
                <a:gd name="connsiteY172-23164" fmla="*/ 411008 h 1059043"/>
                <a:gd name="connsiteX173-23165" fmla="*/ 1017399 w 3024845"/>
                <a:gd name="connsiteY173-23166" fmla="*/ 397767 h 1059043"/>
                <a:gd name="connsiteX174-23167" fmla="*/ 1039693 w 3024845"/>
                <a:gd name="connsiteY174-23168" fmla="*/ 397767 h 1059043"/>
                <a:gd name="connsiteX175-23169" fmla="*/ 1039693 w 3024845"/>
                <a:gd name="connsiteY175-23170" fmla="*/ 396686 h 1059043"/>
                <a:gd name="connsiteX176-23171" fmla="*/ 1039693 w 3024845"/>
                <a:gd name="connsiteY176-23172" fmla="*/ 389120 h 1059043"/>
                <a:gd name="connsiteX177-23173" fmla="*/ 1041466 w 3024845"/>
                <a:gd name="connsiteY177-23174" fmla="*/ 389120 h 1059043"/>
                <a:gd name="connsiteX178-23175" fmla="*/ 1053880 w 3024845"/>
                <a:gd name="connsiteY178-23176" fmla="*/ 389120 h 1059043"/>
                <a:gd name="connsiteX179-23177" fmla="*/ 1053880 w 3024845"/>
                <a:gd name="connsiteY179-23178" fmla="*/ 390201 h 1059043"/>
                <a:gd name="connsiteX180-23179" fmla="*/ 1053880 w 3024845"/>
                <a:gd name="connsiteY180-23180" fmla="*/ 397767 h 1059043"/>
                <a:gd name="connsiteX181-23181" fmla="*/ 1054640 w 3024845"/>
                <a:gd name="connsiteY181-23182" fmla="*/ 397767 h 1059043"/>
                <a:gd name="connsiteX182-23183" fmla="*/ 1059960 w 3024845"/>
                <a:gd name="connsiteY182-23184" fmla="*/ 397767 h 1059043"/>
                <a:gd name="connsiteX183-23185" fmla="*/ 1070093 w 3024845"/>
                <a:gd name="connsiteY183-23186" fmla="*/ 393443 h 1059043"/>
                <a:gd name="connsiteX184-23187" fmla="*/ 1074146 w 3024845"/>
                <a:gd name="connsiteY184-23188" fmla="*/ 396686 h 1059043"/>
                <a:gd name="connsiteX185-23189" fmla="*/ 1074146 w 3024845"/>
                <a:gd name="connsiteY185-23190" fmla="*/ 389120 h 1059043"/>
                <a:gd name="connsiteX186-23191" fmla="*/ 1076426 w 3024845"/>
                <a:gd name="connsiteY186-23192" fmla="*/ 389120 h 1059043"/>
                <a:gd name="connsiteX187-23193" fmla="*/ 1092387 w 3024845"/>
                <a:gd name="connsiteY187-23194" fmla="*/ 389120 h 1059043"/>
                <a:gd name="connsiteX188-23195" fmla="*/ 1092387 w 3024845"/>
                <a:gd name="connsiteY188-23196" fmla="*/ 390201 h 1059043"/>
                <a:gd name="connsiteX189-23197" fmla="*/ 1092387 w 3024845"/>
                <a:gd name="connsiteY189-23198" fmla="*/ 397767 h 1059043"/>
                <a:gd name="connsiteX190-23199" fmla="*/ 1122787 w 3024845"/>
                <a:gd name="connsiteY190-23200" fmla="*/ 397767 h 1059043"/>
                <a:gd name="connsiteX191-23201" fmla="*/ 1122787 w 3024845"/>
                <a:gd name="connsiteY191-23202" fmla="*/ 399388 h 1059043"/>
                <a:gd name="connsiteX192-23203" fmla="*/ 1122787 w 3024845"/>
                <a:gd name="connsiteY192-23204" fmla="*/ 410738 h 1059043"/>
                <a:gd name="connsiteX193-23205" fmla="*/ 1149134 w 3024845"/>
                <a:gd name="connsiteY193-23206" fmla="*/ 410738 h 1059043"/>
                <a:gd name="connsiteX194-23207" fmla="*/ 1149134 w 3024845"/>
                <a:gd name="connsiteY194-23208" fmla="*/ 441002 h 1059043"/>
                <a:gd name="connsiteX195-23209" fmla="*/ 1149894 w 3024845"/>
                <a:gd name="connsiteY195-23210" fmla="*/ 441002 h 1059043"/>
                <a:gd name="connsiteX196-23211" fmla="*/ 1155214 w 3024845"/>
                <a:gd name="connsiteY196-23212" fmla="*/ 441002 h 1059043"/>
                <a:gd name="connsiteX197-23213" fmla="*/ 1155214 w 3024845"/>
                <a:gd name="connsiteY197-23214" fmla="*/ 442083 h 1059043"/>
                <a:gd name="connsiteX198-23215" fmla="*/ 1155214 w 3024845"/>
                <a:gd name="connsiteY198-23216" fmla="*/ 449650 h 1059043"/>
                <a:gd name="connsiteX199-23217" fmla="*/ 1159268 w 3024845"/>
                <a:gd name="connsiteY199-23218" fmla="*/ 479914 h 1059043"/>
                <a:gd name="connsiteX200-23219" fmla="*/ 1160028 w 3024845"/>
                <a:gd name="connsiteY200-23220" fmla="*/ 479914 h 1059043"/>
                <a:gd name="connsiteX201-23221" fmla="*/ 1165348 w 3024845"/>
                <a:gd name="connsiteY201-23222" fmla="*/ 479914 h 1059043"/>
                <a:gd name="connsiteX202-23223" fmla="*/ 1165348 w 3024845"/>
                <a:gd name="connsiteY202-23224" fmla="*/ 480725 h 1059043"/>
                <a:gd name="connsiteX203-23225" fmla="*/ 1165348 w 3024845"/>
                <a:gd name="connsiteY203-23226" fmla="*/ 486400 h 1059043"/>
                <a:gd name="connsiteX204-23227" fmla="*/ 1166361 w 3024845"/>
                <a:gd name="connsiteY204-23228" fmla="*/ 486400 h 1059043"/>
                <a:gd name="connsiteX205-23229" fmla="*/ 1173454 w 3024845"/>
                <a:gd name="connsiteY205-23230" fmla="*/ 486400 h 1059043"/>
                <a:gd name="connsiteX206-23231" fmla="*/ 1173454 w 3024845"/>
                <a:gd name="connsiteY206-23232" fmla="*/ 516665 h 1059043"/>
                <a:gd name="connsiteX207-23233" fmla="*/ 1175481 w 3024845"/>
                <a:gd name="connsiteY207-23234" fmla="*/ 516665 h 1059043"/>
                <a:gd name="connsiteX208-23235" fmla="*/ 1189668 w 3024845"/>
                <a:gd name="connsiteY208-23236" fmla="*/ 516665 h 1059043"/>
                <a:gd name="connsiteX209-23237" fmla="*/ 1189668 w 3024845"/>
                <a:gd name="connsiteY209-23238" fmla="*/ 540444 h 1059043"/>
                <a:gd name="connsiteX210-23239" fmla="*/ 1191695 w 3024845"/>
                <a:gd name="connsiteY210-23240" fmla="*/ 542065 h 1059043"/>
                <a:gd name="connsiteX211-23241" fmla="*/ 1191695 w 3024845"/>
                <a:gd name="connsiteY211-23242" fmla="*/ 553415 h 1059043"/>
                <a:gd name="connsiteX212-23243" fmla="*/ 1192455 w 3024845"/>
                <a:gd name="connsiteY212-23244" fmla="*/ 553415 h 1059043"/>
                <a:gd name="connsiteX213-23245" fmla="*/ 1197775 w 3024845"/>
                <a:gd name="connsiteY213-23246" fmla="*/ 553415 h 1059043"/>
                <a:gd name="connsiteX214-23247" fmla="*/ 1197775 w 3024845"/>
                <a:gd name="connsiteY214-23248" fmla="*/ 577194 h 1059043"/>
                <a:gd name="connsiteX215-23249" fmla="*/ 1199041 w 3024845"/>
                <a:gd name="connsiteY215-23250" fmla="*/ 577194 h 1059043"/>
                <a:gd name="connsiteX216-23251" fmla="*/ 1207908 w 3024845"/>
                <a:gd name="connsiteY216-23252" fmla="*/ 577194 h 1059043"/>
                <a:gd name="connsiteX217-23253" fmla="*/ 1209935 w 3024845"/>
                <a:gd name="connsiteY217-23254" fmla="*/ 581248 h 1059043"/>
                <a:gd name="connsiteX218-23255" fmla="*/ 1209935 w 3024845"/>
                <a:gd name="connsiteY218-23256" fmla="*/ 594489 h 1059043"/>
                <a:gd name="connsiteX219-23257" fmla="*/ 1211455 w 3024845"/>
                <a:gd name="connsiteY219-23258" fmla="*/ 592597 h 1059043"/>
                <a:gd name="connsiteX220-23259" fmla="*/ 1222095 w 3024845"/>
                <a:gd name="connsiteY220-23260" fmla="*/ 579356 h 1059043"/>
                <a:gd name="connsiteX221-23261" fmla="*/ 1250469 w 3024845"/>
                <a:gd name="connsiteY221-23262" fmla="*/ 579356 h 1059043"/>
                <a:gd name="connsiteX222-23263" fmla="*/ 1250469 w 3024845"/>
                <a:gd name="connsiteY222-23264" fmla="*/ 665827 h 1059043"/>
                <a:gd name="connsiteX223-23265" fmla="*/ 1251229 w 3024845"/>
                <a:gd name="connsiteY223-23266" fmla="*/ 665827 h 1059043"/>
                <a:gd name="connsiteX224-23267" fmla="*/ 1256549 w 3024845"/>
                <a:gd name="connsiteY224-23268" fmla="*/ 665827 h 1059043"/>
                <a:gd name="connsiteX225-23269" fmla="*/ 1257309 w 3024845"/>
                <a:gd name="connsiteY225-23270" fmla="*/ 664476 h 1059043"/>
                <a:gd name="connsiteX226-23271" fmla="*/ 1262629 w 3024845"/>
                <a:gd name="connsiteY226-23272" fmla="*/ 655018 h 1059043"/>
                <a:gd name="connsiteX227-23273" fmla="*/ 1262629 w 3024845"/>
                <a:gd name="connsiteY227-23274" fmla="*/ 656910 h 1059043"/>
                <a:gd name="connsiteX228-23275" fmla="*/ 1262629 w 3024845"/>
                <a:gd name="connsiteY228-23276" fmla="*/ 670151 h 1059043"/>
                <a:gd name="connsiteX229-23277" fmla="*/ 1266682 w 3024845"/>
                <a:gd name="connsiteY229-23278" fmla="*/ 624754 h 1059043"/>
                <a:gd name="connsiteX230-23279" fmla="*/ 1267442 w 3024845"/>
                <a:gd name="connsiteY230-23280" fmla="*/ 624754 h 1059043"/>
                <a:gd name="connsiteX231-23281" fmla="*/ 1272762 w 3024845"/>
                <a:gd name="connsiteY231-23282" fmla="*/ 624754 h 1059043"/>
                <a:gd name="connsiteX232-23283" fmla="*/ 1272762 w 3024845"/>
                <a:gd name="connsiteY232-23284" fmla="*/ 559900 h 1059043"/>
                <a:gd name="connsiteX233-23285" fmla="*/ 1273776 w 3024845"/>
                <a:gd name="connsiteY233-23286" fmla="*/ 559900 h 1059043"/>
                <a:gd name="connsiteX234-23287" fmla="*/ 1280869 w 3024845"/>
                <a:gd name="connsiteY234-23288" fmla="*/ 559900 h 1059043"/>
                <a:gd name="connsiteX235-23289" fmla="*/ 1293029 w 3024845"/>
                <a:gd name="connsiteY235-23290" fmla="*/ 516665 h 1059043"/>
                <a:gd name="connsiteX236-23291" fmla="*/ 1294296 w 3024845"/>
                <a:gd name="connsiteY236-23292" fmla="*/ 516665 h 1059043"/>
                <a:gd name="connsiteX237-23293" fmla="*/ 1303163 w 3024845"/>
                <a:gd name="connsiteY237-23294" fmla="*/ 516665 h 1059043"/>
                <a:gd name="connsiteX238-23295" fmla="*/ 1313296 w 3024845"/>
                <a:gd name="connsiteY238-23296" fmla="*/ 559900 h 1059043"/>
                <a:gd name="connsiteX239-23297" fmla="*/ 1314309 w 3024845"/>
                <a:gd name="connsiteY239-23298" fmla="*/ 559900 h 1059043"/>
                <a:gd name="connsiteX240-23299" fmla="*/ 1321403 w 3024845"/>
                <a:gd name="connsiteY240-23300" fmla="*/ 559900 h 1059043"/>
                <a:gd name="connsiteX241-23301" fmla="*/ 1321403 w 3024845"/>
                <a:gd name="connsiteY241-23302" fmla="*/ 598812 h 1059043"/>
                <a:gd name="connsiteX242-23303" fmla="*/ 1323176 w 3024845"/>
                <a:gd name="connsiteY242-23304" fmla="*/ 598812 h 1059043"/>
                <a:gd name="connsiteX243-23305" fmla="*/ 1335590 w 3024845"/>
                <a:gd name="connsiteY243-23306" fmla="*/ 598812 h 1059043"/>
                <a:gd name="connsiteX244-23307" fmla="*/ 1335590 w 3024845"/>
                <a:gd name="connsiteY244-23308" fmla="*/ 600974 h 1059043"/>
                <a:gd name="connsiteX245-23309" fmla="*/ 1335590 w 3024845"/>
                <a:gd name="connsiteY245-23310" fmla="*/ 616106 h 1059043"/>
                <a:gd name="connsiteX246-23311" fmla="*/ 1339643 w 3024845"/>
                <a:gd name="connsiteY246-23312" fmla="*/ 613945 h 1059043"/>
                <a:gd name="connsiteX247-23313" fmla="*/ 1339643 w 3024845"/>
                <a:gd name="connsiteY247-23314" fmla="*/ 598812 h 1059043"/>
                <a:gd name="connsiteX248-23315" fmla="*/ 1341163 w 3024845"/>
                <a:gd name="connsiteY248-23316" fmla="*/ 598812 h 1059043"/>
                <a:gd name="connsiteX249-23317" fmla="*/ 1351803 w 3024845"/>
                <a:gd name="connsiteY249-23318" fmla="*/ 598812 h 1059043"/>
                <a:gd name="connsiteX250-23319" fmla="*/ 1351803 w 3024845"/>
                <a:gd name="connsiteY250-23320" fmla="*/ 600433 h 1059043"/>
                <a:gd name="connsiteX251-23321" fmla="*/ 1351803 w 3024845"/>
                <a:gd name="connsiteY251-23322" fmla="*/ 611783 h 1059043"/>
                <a:gd name="connsiteX252-23323" fmla="*/ 1382204 w 3024845"/>
                <a:gd name="connsiteY252-23324" fmla="*/ 611783 h 1059043"/>
                <a:gd name="connsiteX253-23325" fmla="*/ 1382204 w 3024845"/>
                <a:gd name="connsiteY253-23326" fmla="*/ 575033 h 1059043"/>
                <a:gd name="connsiteX254-23327" fmla="*/ 1383470 w 3024845"/>
                <a:gd name="connsiteY254-23328" fmla="*/ 575033 h 1059043"/>
                <a:gd name="connsiteX255-23329" fmla="*/ 1392337 w 3024845"/>
                <a:gd name="connsiteY255-23330" fmla="*/ 575033 h 1059043"/>
                <a:gd name="connsiteX256-23331" fmla="*/ 1392337 w 3024845"/>
                <a:gd name="connsiteY256-23332" fmla="*/ 596650 h 1059043"/>
                <a:gd name="connsiteX257-23333" fmla="*/ 1394364 w 3024845"/>
                <a:gd name="connsiteY257-23334" fmla="*/ 564224 h 1059043"/>
                <a:gd name="connsiteX258-23335" fmla="*/ 1416657 w 3024845"/>
                <a:gd name="connsiteY258-23336" fmla="*/ 564224 h 1059043"/>
                <a:gd name="connsiteX259-23337" fmla="*/ 1416657 w 3024845"/>
                <a:gd name="connsiteY259-23338" fmla="*/ 562602 h 1059043"/>
                <a:gd name="connsiteX260-23339" fmla="*/ 1416657 w 3024845"/>
                <a:gd name="connsiteY260-23340" fmla="*/ 551253 h 1059043"/>
                <a:gd name="connsiteX261-23341" fmla="*/ 1417417 w 3024845"/>
                <a:gd name="connsiteY261-23342" fmla="*/ 551253 h 1059043"/>
                <a:gd name="connsiteX262-23343" fmla="*/ 1422737 w 3024845"/>
                <a:gd name="connsiteY262-23344" fmla="*/ 551253 h 1059043"/>
                <a:gd name="connsiteX263-23345" fmla="*/ 1422737 w 3024845"/>
                <a:gd name="connsiteY263-23346" fmla="*/ 549362 h 1059043"/>
                <a:gd name="connsiteX264-23347" fmla="*/ 1422737 w 3024845"/>
                <a:gd name="connsiteY264-23348" fmla="*/ 536121 h 1059043"/>
                <a:gd name="connsiteX265-23349" fmla="*/ 1426791 w 3024845"/>
                <a:gd name="connsiteY265-23350" fmla="*/ 542606 h 1059043"/>
                <a:gd name="connsiteX266-23351" fmla="*/ 1429071 w 3024845"/>
                <a:gd name="connsiteY266-23352" fmla="*/ 542606 h 1059043"/>
                <a:gd name="connsiteX267-23353" fmla="*/ 1445031 w 3024845"/>
                <a:gd name="connsiteY267-23354" fmla="*/ 542606 h 1059043"/>
                <a:gd name="connsiteX268-23355" fmla="*/ 1445031 w 3024845"/>
                <a:gd name="connsiteY268-23356" fmla="*/ 541795 h 1059043"/>
                <a:gd name="connsiteX269-23357" fmla="*/ 1445031 w 3024845"/>
                <a:gd name="connsiteY269-23358" fmla="*/ 536121 h 1059043"/>
                <a:gd name="connsiteX270-23359" fmla="*/ 1445791 w 3024845"/>
                <a:gd name="connsiteY270-23360" fmla="*/ 536121 h 1059043"/>
                <a:gd name="connsiteX271-23361" fmla="*/ 1451111 w 3024845"/>
                <a:gd name="connsiteY271-23362" fmla="*/ 536121 h 1059043"/>
                <a:gd name="connsiteX272-23363" fmla="*/ 1451111 w 3024845"/>
                <a:gd name="connsiteY272-23364" fmla="*/ 537472 h 1059043"/>
                <a:gd name="connsiteX273-23365" fmla="*/ 1451111 w 3024845"/>
                <a:gd name="connsiteY273-23366" fmla="*/ 546930 h 1059043"/>
                <a:gd name="connsiteX274-23367" fmla="*/ 1489618 w 3024845"/>
                <a:gd name="connsiteY274-23368" fmla="*/ 546930 h 1059043"/>
                <a:gd name="connsiteX275-23369" fmla="*/ 1489618 w 3024845"/>
                <a:gd name="connsiteY275-23370" fmla="*/ 685283 h 1059043"/>
                <a:gd name="connsiteX276-23371" fmla="*/ 1491138 w 3024845"/>
                <a:gd name="connsiteY276-23372" fmla="*/ 685283 h 1059043"/>
                <a:gd name="connsiteX277-23373" fmla="*/ 1501778 w 3024845"/>
                <a:gd name="connsiteY277-23374" fmla="*/ 685283 h 1059043"/>
                <a:gd name="connsiteX278-23375" fmla="*/ 1501778 w 3024845"/>
                <a:gd name="connsiteY278-23376" fmla="*/ 672313 h 1059043"/>
                <a:gd name="connsiteX279-23377" fmla="*/ 1505832 w 3024845"/>
                <a:gd name="connsiteY279-23378" fmla="*/ 672313 h 1059043"/>
                <a:gd name="connsiteX280-23379" fmla="*/ 1505832 w 3024845"/>
                <a:gd name="connsiteY280-23380" fmla="*/ 685283 h 1059043"/>
                <a:gd name="connsiteX281-23381" fmla="*/ 1536232 w 3024845"/>
                <a:gd name="connsiteY281-23382" fmla="*/ 685283 h 1059043"/>
                <a:gd name="connsiteX282-23383" fmla="*/ 1536232 w 3024845"/>
                <a:gd name="connsiteY282-23384" fmla="*/ 655018 h 1059043"/>
                <a:gd name="connsiteX283-23385" fmla="*/ 1548392 w 3024845"/>
                <a:gd name="connsiteY283-23386" fmla="*/ 655018 h 1059043"/>
                <a:gd name="connsiteX284-23387" fmla="*/ 1560552 w 3024845"/>
                <a:gd name="connsiteY284-23388" fmla="*/ 652857 h 1059043"/>
                <a:gd name="connsiteX285-23389" fmla="*/ 1564606 w 3024845"/>
                <a:gd name="connsiteY285-23390" fmla="*/ 655018 h 1059043"/>
                <a:gd name="connsiteX286-23391" fmla="*/ 1574739 w 3024845"/>
                <a:gd name="connsiteY286-23392" fmla="*/ 655018 h 1059043"/>
                <a:gd name="connsiteX287-23393" fmla="*/ 1574739 w 3024845"/>
                <a:gd name="connsiteY287-23394" fmla="*/ 685283 h 1059043"/>
                <a:gd name="connsiteX288-23395" fmla="*/ 1582846 w 3024845"/>
                <a:gd name="connsiteY288-23396" fmla="*/ 685283 h 1059043"/>
                <a:gd name="connsiteX289-23397" fmla="*/ 1582846 w 3024845"/>
                <a:gd name="connsiteY289-23398" fmla="*/ 702578 h 1059043"/>
                <a:gd name="connsiteX290-23399" fmla="*/ 1592182 w 3024845"/>
                <a:gd name="connsiteY290-23400" fmla="*/ 703483 h 1059043"/>
                <a:gd name="connsiteX291-23401" fmla="*/ 1605140 w 3024845"/>
                <a:gd name="connsiteY291-23402" fmla="*/ 703483 h 1059043"/>
                <a:gd name="connsiteX292-23403" fmla="*/ 1605140 w 3024845"/>
                <a:gd name="connsiteY292-23404" fmla="*/ 687445 h 1059043"/>
                <a:gd name="connsiteX293-23405" fmla="*/ 1673096 w 3024845"/>
                <a:gd name="connsiteY293-23406" fmla="*/ 687445 h 1059043"/>
                <a:gd name="connsiteX294-23407" fmla="*/ 1673096 w 3024845"/>
                <a:gd name="connsiteY294-23408" fmla="*/ 602192 h 1059043"/>
                <a:gd name="connsiteX295-23409" fmla="*/ 1745104 w 3024845"/>
                <a:gd name="connsiteY295-23410" fmla="*/ 602192 h 1059043"/>
                <a:gd name="connsiteX296-23411" fmla="*/ 1745104 w 3024845"/>
                <a:gd name="connsiteY296-23412" fmla="*/ 680960 h 1059043"/>
                <a:gd name="connsiteX297-23413" fmla="*/ 1747008 w 3024845"/>
                <a:gd name="connsiteY297-23414" fmla="*/ 680960 h 1059043"/>
                <a:gd name="connsiteX298-23415" fmla="*/ 1748250 w 3024845"/>
                <a:gd name="connsiteY298-23416" fmla="*/ 703483 h 1059043"/>
                <a:gd name="connsiteX299-23417" fmla="*/ 1757926 w 3024845"/>
                <a:gd name="connsiteY299-23418" fmla="*/ 703483 h 1059043"/>
                <a:gd name="connsiteX300-23419" fmla="*/ 1759168 w 3024845"/>
                <a:gd name="connsiteY300-23420" fmla="*/ 680960 h 1059043"/>
                <a:gd name="connsiteX301-23421" fmla="*/ 1765248 w 3024845"/>
                <a:gd name="connsiteY301-23422" fmla="*/ 680960 h 1059043"/>
                <a:gd name="connsiteX302-23423" fmla="*/ 1766490 w 3024845"/>
                <a:gd name="connsiteY302-23424" fmla="*/ 703483 h 1059043"/>
                <a:gd name="connsiteX303-23425" fmla="*/ 1817112 w 3024845"/>
                <a:gd name="connsiteY303-23426" fmla="*/ 703483 h 1059043"/>
                <a:gd name="connsiteX304-23427" fmla="*/ 1817112 w 3024845"/>
                <a:gd name="connsiteY304-23428" fmla="*/ 540455 h 1059043"/>
                <a:gd name="connsiteX305-23429" fmla="*/ 2014439 w 3024845"/>
                <a:gd name="connsiteY305-23430" fmla="*/ 540455 h 1059043"/>
                <a:gd name="connsiteX306-23431" fmla="*/ 2014439 w 3024845"/>
                <a:gd name="connsiteY306-23432" fmla="*/ 703483 h 1059043"/>
                <a:gd name="connsiteX307-23433" fmla="*/ 2033136 w 3024845"/>
                <a:gd name="connsiteY307-23434" fmla="*/ 703483 h 1059043"/>
                <a:gd name="connsiteX308-23435" fmla="*/ 2033136 w 3024845"/>
                <a:gd name="connsiteY308-23436" fmla="*/ 620790 h 1059043"/>
                <a:gd name="connsiteX309-23437" fmla="*/ 2128256 w 3024845"/>
                <a:gd name="connsiteY309-23438" fmla="*/ 620790 h 1059043"/>
                <a:gd name="connsiteX310-23439" fmla="*/ 2128026 w 3024845"/>
                <a:gd name="connsiteY310-23440" fmla="*/ 281031 h 1059043"/>
                <a:gd name="connsiteX311-23441" fmla="*/ 2121946 w 3024845"/>
                <a:gd name="connsiteY311-23442" fmla="*/ 276707 h 1059043"/>
                <a:gd name="connsiteX312-23443" fmla="*/ 2130053 w 3024845"/>
                <a:gd name="connsiteY312-23444" fmla="*/ 252928 h 1059043"/>
                <a:gd name="connsiteX313-23445" fmla="*/ 2130053 w 3024845"/>
                <a:gd name="connsiteY313-23446" fmla="*/ 235634 h 1059043"/>
                <a:gd name="connsiteX314-23447" fmla="*/ 2144240 w 3024845"/>
                <a:gd name="connsiteY314-23448" fmla="*/ 235634 h 1059043"/>
                <a:gd name="connsiteX315-23449" fmla="*/ 2144240 w 3024845"/>
                <a:gd name="connsiteY315-23450" fmla="*/ 214016 h 1059043"/>
                <a:gd name="connsiteX316-23451" fmla="*/ 2146266 w 3024845"/>
                <a:gd name="connsiteY316-23452" fmla="*/ 209692 h 1059043"/>
                <a:gd name="connsiteX317-23453" fmla="*/ 2146266 w 3024845"/>
                <a:gd name="connsiteY317-23454" fmla="*/ 131868 h 1059043"/>
                <a:gd name="connsiteX318-23455" fmla="*/ 2144240 w 3024845"/>
                <a:gd name="connsiteY318-23456" fmla="*/ 125383 h 1059043"/>
                <a:gd name="connsiteX319-23457" fmla="*/ 2150320 w 3024845"/>
                <a:gd name="connsiteY319-23458" fmla="*/ 118897 h 1059043"/>
                <a:gd name="connsiteX320-23459" fmla="*/ 2150320 w 3024845"/>
                <a:gd name="connsiteY320-23460" fmla="*/ 60529 h 1059043"/>
                <a:gd name="connsiteX321-23461" fmla="*/ 2152346 w 3024845"/>
                <a:gd name="connsiteY321-23462" fmla="*/ 56206 h 1059043"/>
                <a:gd name="connsiteX322-23463" fmla="*/ 2152346 w 3024845"/>
                <a:gd name="connsiteY322-23464" fmla="*/ 0 h 1059043"/>
                <a:gd name="connsiteX323-23465" fmla="*/ 2162480 w 3024845"/>
                <a:gd name="connsiteY323-23466" fmla="*/ 118897 h 1059043"/>
                <a:gd name="connsiteX324-23467" fmla="*/ 2168560 w 3024845"/>
                <a:gd name="connsiteY324-23468" fmla="*/ 125383 h 1059043"/>
                <a:gd name="connsiteX325-23469" fmla="*/ 2166533 w 3024845"/>
                <a:gd name="connsiteY325-23470" fmla="*/ 131868 h 1059043"/>
                <a:gd name="connsiteX326-23471" fmla="*/ 2180720 w 3024845"/>
                <a:gd name="connsiteY326-23472" fmla="*/ 555577 h 1059043"/>
                <a:gd name="connsiteX327-23473" fmla="*/ 2245574 w 3024845"/>
                <a:gd name="connsiteY327-23474" fmla="*/ 555577 h 1059043"/>
                <a:gd name="connsiteX328-23475" fmla="*/ 2245574 w 3024845"/>
                <a:gd name="connsiteY328-23476" fmla="*/ 631239 h 1059043"/>
                <a:gd name="connsiteX329-23477" fmla="*/ 2253681 w 3024845"/>
                <a:gd name="connsiteY329-23478" fmla="*/ 631239 h 1059043"/>
                <a:gd name="connsiteX330-23479" fmla="*/ 2255708 w 3024845"/>
                <a:gd name="connsiteY330-23480" fmla="*/ 624754 h 1059043"/>
                <a:gd name="connsiteX331-23481" fmla="*/ 2261788 w 3024845"/>
                <a:gd name="connsiteY331-23482" fmla="*/ 624754 h 1059043"/>
                <a:gd name="connsiteX332-23483" fmla="*/ 2263815 w 3024845"/>
                <a:gd name="connsiteY332-23484" fmla="*/ 633401 h 1059043"/>
                <a:gd name="connsiteX333-23485" fmla="*/ 2275975 w 3024845"/>
                <a:gd name="connsiteY333-23486" fmla="*/ 633401 h 1059043"/>
                <a:gd name="connsiteX334-23487" fmla="*/ 2275975 w 3024845"/>
                <a:gd name="connsiteY334-23488" fmla="*/ 626915 h 1059043"/>
                <a:gd name="connsiteX335-23489" fmla="*/ 2298268 w 3024845"/>
                <a:gd name="connsiteY335-23490" fmla="*/ 626915 h 1059043"/>
                <a:gd name="connsiteX336-23491" fmla="*/ 2298268 w 3024845"/>
                <a:gd name="connsiteY336-23492" fmla="*/ 633401 h 1059043"/>
                <a:gd name="connsiteX337-23493" fmla="*/ 2318535 w 3024845"/>
                <a:gd name="connsiteY337-23494" fmla="*/ 633401 h 1059043"/>
                <a:gd name="connsiteX338-23495" fmla="*/ 2318535 w 3024845"/>
                <a:gd name="connsiteY338-23496" fmla="*/ 678798 h 1059043"/>
                <a:gd name="connsiteX339-23497" fmla="*/ 2332722 w 3024845"/>
                <a:gd name="connsiteY339-23498" fmla="*/ 678798 h 1059043"/>
                <a:gd name="connsiteX340-23499" fmla="*/ 2332722 w 3024845"/>
                <a:gd name="connsiteY340-23500" fmla="*/ 665827 h 1059043"/>
                <a:gd name="connsiteX341-23501" fmla="*/ 2348936 w 3024845"/>
                <a:gd name="connsiteY341-23502" fmla="*/ 665827 h 1059043"/>
                <a:gd name="connsiteX342-23503" fmla="*/ 2348936 w 3024845"/>
                <a:gd name="connsiteY342-23504" fmla="*/ 486400 h 1059043"/>
                <a:gd name="connsiteX343-23505" fmla="*/ 2355016 w 3024845"/>
                <a:gd name="connsiteY343-23506" fmla="*/ 479914 h 1059043"/>
                <a:gd name="connsiteX344-23507" fmla="*/ 2427977 w 3024845"/>
                <a:gd name="connsiteY344-23508" fmla="*/ 479914 h 1059043"/>
                <a:gd name="connsiteX345-23509" fmla="*/ 2427977 w 3024845"/>
                <a:gd name="connsiteY345-23510" fmla="*/ 488562 h 1059043"/>
                <a:gd name="connsiteX346-23511" fmla="*/ 2438110 w 3024845"/>
                <a:gd name="connsiteY346-23512" fmla="*/ 488562 h 1059043"/>
                <a:gd name="connsiteX347-23513" fmla="*/ 2438110 w 3024845"/>
                <a:gd name="connsiteY347-23514" fmla="*/ 603136 h 1059043"/>
                <a:gd name="connsiteX348-23515" fmla="*/ 2460404 w 3024845"/>
                <a:gd name="connsiteY348-23516" fmla="*/ 603136 h 1059043"/>
                <a:gd name="connsiteX349-23517" fmla="*/ 2460404 w 3024845"/>
                <a:gd name="connsiteY349-23518" fmla="*/ 536121 h 1059043"/>
                <a:gd name="connsiteX350-23519" fmla="*/ 2486751 w 3024845"/>
                <a:gd name="connsiteY350-23520" fmla="*/ 536121 h 1059043"/>
                <a:gd name="connsiteX351-23521" fmla="*/ 2490804 w 3024845"/>
                <a:gd name="connsiteY351-23522" fmla="*/ 531797 h 1059043"/>
                <a:gd name="connsiteX352-23523" fmla="*/ 2498911 w 3024845"/>
                <a:gd name="connsiteY352-23524" fmla="*/ 531797 h 1059043"/>
                <a:gd name="connsiteX353-23525" fmla="*/ 2502964 w 3024845"/>
                <a:gd name="connsiteY353-23526" fmla="*/ 536121 h 1059043"/>
                <a:gd name="connsiteX354-23527" fmla="*/ 2525258 w 3024845"/>
                <a:gd name="connsiteY354-23528" fmla="*/ 536121 h 1059043"/>
                <a:gd name="connsiteX355-23529" fmla="*/ 2525258 w 3024845"/>
                <a:gd name="connsiteY355-23530" fmla="*/ 419385 h 1059043"/>
                <a:gd name="connsiteX356-23531" fmla="*/ 2582005 w 3024845"/>
                <a:gd name="connsiteY356-23532" fmla="*/ 408576 h 1059043"/>
                <a:gd name="connsiteX357-23533" fmla="*/ 2582005 w 3024845"/>
                <a:gd name="connsiteY357-23534" fmla="*/ 409657 h 1059043"/>
                <a:gd name="connsiteX358-23535" fmla="*/ 2582005 w 3024845"/>
                <a:gd name="connsiteY358-23536" fmla="*/ 417223 h 1059043"/>
                <a:gd name="connsiteX359-23537" fmla="*/ 2608352 w 3024845"/>
                <a:gd name="connsiteY359-23538" fmla="*/ 417223 h 1059043"/>
                <a:gd name="connsiteX360-23539" fmla="*/ 2608352 w 3024845"/>
                <a:gd name="connsiteY360-23540" fmla="*/ 672313 h 1059043"/>
                <a:gd name="connsiteX361-23541" fmla="*/ 2630646 w 3024845"/>
                <a:gd name="connsiteY361-23542" fmla="*/ 672313 h 1059043"/>
                <a:gd name="connsiteX362-23543" fmla="*/ 2630646 w 3024845"/>
                <a:gd name="connsiteY362-23544" fmla="*/ 667989 h 1059043"/>
                <a:gd name="connsiteX363-23545" fmla="*/ 2642806 w 3024845"/>
                <a:gd name="connsiteY363-23546" fmla="*/ 667989 h 1059043"/>
                <a:gd name="connsiteX364-23547" fmla="*/ 2642806 w 3024845"/>
                <a:gd name="connsiteY364-23548" fmla="*/ 672313 h 1059043"/>
                <a:gd name="connsiteX365-23549" fmla="*/ 2667126 w 3024845"/>
                <a:gd name="connsiteY365-23550" fmla="*/ 672313 h 1059043"/>
                <a:gd name="connsiteX366-23551" fmla="*/ 2667126 w 3024845"/>
                <a:gd name="connsiteY366-23552" fmla="*/ 659342 h 1059043"/>
                <a:gd name="connsiteX367-23553" fmla="*/ 2695500 w 3024845"/>
                <a:gd name="connsiteY367-23554" fmla="*/ 659342 h 1059043"/>
                <a:gd name="connsiteX368-23555" fmla="*/ 2707660 w 3024845"/>
                <a:gd name="connsiteY368-23556" fmla="*/ 655018 h 1059043"/>
                <a:gd name="connsiteX369-23557" fmla="*/ 2727927 w 3024845"/>
                <a:gd name="connsiteY369-23558" fmla="*/ 659342 h 1059043"/>
                <a:gd name="connsiteX370-23559" fmla="*/ 2727927 w 3024845"/>
                <a:gd name="connsiteY370-23560" fmla="*/ 642048 h 1059043"/>
                <a:gd name="connsiteX371-23561" fmla="*/ 2736034 w 3024845"/>
                <a:gd name="connsiteY371-23562" fmla="*/ 642048 h 1059043"/>
                <a:gd name="connsiteX372-23563" fmla="*/ 2736034 w 3024845"/>
                <a:gd name="connsiteY372-23564" fmla="*/ 629077 h 1059043"/>
                <a:gd name="connsiteX373-23565" fmla="*/ 2792781 w 3024845"/>
                <a:gd name="connsiteY373-23566" fmla="*/ 629077 h 1059043"/>
                <a:gd name="connsiteX374-23567" fmla="*/ 2792781 w 3024845"/>
                <a:gd name="connsiteY374-23568" fmla="*/ 598812 h 1059043"/>
                <a:gd name="connsiteX375-23569" fmla="*/ 2811021 w 3024845"/>
                <a:gd name="connsiteY375-23570" fmla="*/ 598812 h 1059043"/>
                <a:gd name="connsiteX376-23571" fmla="*/ 2811021 w 3024845"/>
                <a:gd name="connsiteY376-23572" fmla="*/ 592327 h 1059043"/>
                <a:gd name="connsiteX377-23573" fmla="*/ 2823181 w 3024845"/>
                <a:gd name="connsiteY377-23574" fmla="*/ 592327 h 1059043"/>
                <a:gd name="connsiteX378-23575" fmla="*/ 2823181 w 3024845"/>
                <a:gd name="connsiteY378-23576" fmla="*/ 598812 h 1059043"/>
                <a:gd name="connsiteX379-23577" fmla="*/ 2839395 w 3024845"/>
                <a:gd name="connsiteY379-23578" fmla="*/ 598812 h 1059043"/>
                <a:gd name="connsiteX380-23579" fmla="*/ 2839395 w 3024845"/>
                <a:gd name="connsiteY380-23580" fmla="*/ 648533 h 1059043"/>
                <a:gd name="connsiteX381-23581" fmla="*/ 2871822 w 3024845"/>
                <a:gd name="connsiteY381-23582" fmla="*/ 648533 h 1059043"/>
                <a:gd name="connsiteX382-23583" fmla="*/ 2871822 w 3024845"/>
                <a:gd name="connsiteY382-23584" fmla="*/ 622592 h 1059043"/>
                <a:gd name="connsiteX383-23585" fmla="*/ 2910329 w 3024845"/>
                <a:gd name="connsiteY383-23586" fmla="*/ 622592 h 1059043"/>
                <a:gd name="connsiteX384-23587" fmla="*/ 2910329 w 3024845"/>
                <a:gd name="connsiteY384-23588" fmla="*/ 592327 h 1059043"/>
                <a:gd name="connsiteX385-23589" fmla="*/ 2958970 w 3024845"/>
                <a:gd name="connsiteY385-23590" fmla="*/ 592327 h 1059043"/>
                <a:gd name="connsiteX386-23591" fmla="*/ 2958970 w 3024845"/>
                <a:gd name="connsiteY386-23592" fmla="*/ 703483 h 1059043"/>
                <a:gd name="connsiteX387-23593" fmla="*/ 2958970 w 3024845"/>
                <a:gd name="connsiteY387-23594" fmla="*/ 717262 h 1059043"/>
                <a:gd name="connsiteX388-23595" fmla="*/ 3024845 w 3024845"/>
                <a:gd name="connsiteY388-23596" fmla="*/ 717262 h 1059043"/>
                <a:gd name="connsiteX389-23597" fmla="*/ 3024845 w 3024845"/>
                <a:gd name="connsiteY389-23598" fmla="*/ 1059043 h 1059043"/>
                <a:gd name="connsiteX390-23599" fmla="*/ 2054 w 3024845"/>
                <a:gd name="connsiteY390-23600" fmla="*/ 1056710 h 1059043"/>
                <a:gd name="connsiteX391-23601" fmla="*/ 0 w 3024845"/>
                <a:gd name="connsiteY391-23602" fmla="*/ 622592 h 1059043"/>
                <a:gd name="connsiteX392-23603" fmla="*/ 20267 w 3024845"/>
                <a:gd name="connsiteY392-23604" fmla="*/ 622592 h 1059043"/>
                <a:gd name="connsiteX393-23605" fmla="*/ 20774 w 3024845"/>
                <a:gd name="connsiteY393-23606" fmla="*/ 621511 h 1059043"/>
                <a:gd name="connsiteX394-23607" fmla="*/ 24320 w 3024845"/>
                <a:gd name="connsiteY394-23608" fmla="*/ 613945 h 1059043"/>
                <a:gd name="connsiteX395-23609" fmla="*/ 26094 w 3024845"/>
                <a:gd name="connsiteY395-23610" fmla="*/ 614215 h 1059043"/>
                <a:gd name="connsiteX396-23611" fmla="*/ 38507 w 3024845"/>
                <a:gd name="connsiteY396-23612" fmla="*/ 616106 h 1059043"/>
                <a:gd name="connsiteX397-23613" fmla="*/ 39014 w 3024845"/>
                <a:gd name="connsiteY397-23614" fmla="*/ 617458 h 1059043"/>
                <a:gd name="connsiteX398-23615" fmla="*/ 42560 w 3024845"/>
                <a:gd name="connsiteY398-23616" fmla="*/ 626915 h 1059043"/>
                <a:gd name="connsiteX399-23617" fmla="*/ 68907 w 3024845"/>
                <a:gd name="connsiteY399-23618" fmla="*/ 629077 h 1059043"/>
                <a:gd name="connsiteX400-23619" fmla="*/ 68907 w 3024845"/>
                <a:gd name="connsiteY400-23620" fmla="*/ 505856 h 1059043"/>
                <a:gd name="connsiteX401-23621" fmla="*/ 70934 w 3024845"/>
                <a:gd name="connsiteY401-23622" fmla="*/ 505856 h 1059043"/>
                <a:gd name="connsiteX402-23623" fmla="*/ 85121 w 3024845"/>
                <a:gd name="connsiteY402-23624" fmla="*/ 505856 h 1059043"/>
                <a:gd name="connsiteX403-23625" fmla="*/ 85121 w 3024845"/>
                <a:gd name="connsiteY403-23626" fmla="*/ 369664 h 1059043"/>
                <a:gd name="connsiteX404-23627" fmla="*/ 86894 w 3024845"/>
                <a:gd name="connsiteY404-23628" fmla="*/ 369664 h 1059043"/>
                <a:gd name="connsiteX405-23629" fmla="*/ 99308 w 3024845"/>
                <a:gd name="connsiteY405-23630" fmla="*/ 369664 h 1059043"/>
                <a:gd name="connsiteX406-23631" fmla="*/ 99308 w 3024845"/>
                <a:gd name="connsiteY406-23632" fmla="*/ 255090 h 1059043"/>
                <a:gd name="connsiteX407-23633" fmla="*/ 103361 w 3024845"/>
                <a:gd name="connsiteY407-23634" fmla="*/ 226986 h 1059043"/>
                <a:gd name="connsiteX408-23635" fmla="*/ 105388 w 3024845"/>
                <a:gd name="connsiteY408-23636" fmla="*/ 226986 h 1059043"/>
                <a:gd name="connsiteX409-23637" fmla="*/ 119575 w 3024845"/>
                <a:gd name="connsiteY409-23638" fmla="*/ 226986 h 1059043"/>
                <a:gd name="connsiteX0-23639" fmla="*/ 119575 w 3024845"/>
                <a:gd name="connsiteY0-23640" fmla="*/ 226986 h 1059043"/>
                <a:gd name="connsiteX1-23641" fmla="*/ 200642 w 3024845"/>
                <a:gd name="connsiteY1-23642" fmla="*/ 224825 h 1059043"/>
                <a:gd name="connsiteX2-23643" fmla="*/ 202669 w 3024845"/>
                <a:gd name="connsiteY2-23644" fmla="*/ 224825 h 1059043"/>
                <a:gd name="connsiteX3-23645" fmla="*/ 216856 w 3024845"/>
                <a:gd name="connsiteY3-23646" fmla="*/ 224825 h 1059043"/>
                <a:gd name="connsiteX4-23647" fmla="*/ 216856 w 3024845"/>
                <a:gd name="connsiteY4-23648" fmla="*/ 248604 h 1059043"/>
                <a:gd name="connsiteX5-23649" fmla="*/ 217363 w 3024845"/>
                <a:gd name="connsiteY5-23650" fmla="*/ 249415 h 1059043"/>
                <a:gd name="connsiteX6-23651" fmla="*/ 220909 w 3024845"/>
                <a:gd name="connsiteY6-23652" fmla="*/ 255090 h 1059043"/>
                <a:gd name="connsiteX7-23653" fmla="*/ 220909 w 3024845"/>
                <a:gd name="connsiteY7-23654" fmla="*/ 369664 h 1059043"/>
                <a:gd name="connsiteX8-23655" fmla="*/ 223189 w 3024845"/>
                <a:gd name="connsiteY8-23656" fmla="*/ 369664 h 1059043"/>
                <a:gd name="connsiteX9-23657" fmla="*/ 239150 w 3024845"/>
                <a:gd name="connsiteY9-23658" fmla="*/ 369664 h 1059043"/>
                <a:gd name="connsiteX10-23659" fmla="*/ 239150 w 3024845"/>
                <a:gd name="connsiteY10-23660" fmla="*/ 510179 h 1059043"/>
                <a:gd name="connsiteX11-23661" fmla="*/ 240670 w 3024845"/>
                <a:gd name="connsiteY11-23662" fmla="*/ 509909 h 1059043"/>
                <a:gd name="connsiteX12-23663" fmla="*/ 251310 w 3024845"/>
                <a:gd name="connsiteY12-23664" fmla="*/ 508018 h 1059043"/>
                <a:gd name="connsiteX13-23665" fmla="*/ 249283 w 3024845"/>
                <a:gd name="connsiteY13-23666" fmla="*/ 596650 h 1059043"/>
                <a:gd name="connsiteX14-23667" fmla="*/ 250803 w 3024845"/>
                <a:gd name="connsiteY14-23668" fmla="*/ 596921 h 1059043"/>
                <a:gd name="connsiteX15-23669" fmla="*/ 261443 w 3024845"/>
                <a:gd name="connsiteY15-23670" fmla="*/ 598812 h 1059043"/>
                <a:gd name="connsiteX16-23671" fmla="*/ 261696 w 3024845"/>
                <a:gd name="connsiteY16-23672" fmla="*/ 599623 h 1059043"/>
                <a:gd name="connsiteX17-23673" fmla="*/ 263470 w 3024845"/>
                <a:gd name="connsiteY17-23674" fmla="*/ 605298 h 1059043"/>
                <a:gd name="connsiteX18-23675" fmla="*/ 264230 w 3024845"/>
                <a:gd name="connsiteY18-23676" fmla="*/ 602866 h 1059043"/>
                <a:gd name="connsiteX19-23677" fmla="*/ 269550 w 3024845"/>
                <a:gd name="connsiteY19-23678" fmla="*/ 585842 h 1059043"/>
                <a:gd name="connsiteX20-23679" fmla="*/ 271323 w 3024845"/>
                <a:gd name="connsiteY20-23680" fmla="*/ 585842 h 1059043"/>
                <a:gd name="connsiteX21-23681" fmla="*/ 283737 w 3024845"/>
                <a:gd name="connsiteY21-23682" fmla="*/ 585842 h 1059043"/>
                <a:gd name="connsiteX22-23683" fmla="*/ 283737 w 3024845"/>
                <a:gd name="connsiteY22-23684" fmla="*/ 618268 h 1059043"/>
                <a:gd name="connsiteX23-23685" fmla="*/ 284750 w 3024845"/>
                <a:gd name="connsiteY23-23686" fmla="*/ 618809 h 1059043"/>
                <a:gd name="connsiteX24-23687" fmla="*/ 291844 w 3024845"/>
                <a:gd name="connsiteY24-23688" fmla="*/ 622592 h 1059043"/>
                <a:gd name="connsiteX25-23689" fmla="*/ 291844 w 3024845"/>
                <a:gd name="connsiteY25-23690" fmla="*/ 623943 h 1059043"/>
                <a:gd name="connsiteX26-23691" fmla="*/ 291844 w 3024845"/>
                <a:gd name="connsiteY26-23692" fmla="*/ 633401 h 1059043"/>
                <a:gd name="connsiteX27-23693" fmla="*/ 336431 w 3024845"/>
                <a:gd name="connsiteY27-23694" fmla="*/ 633401 h 1059043"/>
                <a:gd name="connsiteX28-23695" fmla="*/ 336431 w 3024845"/>
                <a:gd name="connsiteY28-23696" fmla="*/ 634482 h 1059043"/>
                <a:gd name="connsiteX29-23697" fmla="*/ 336431 w 3024845"/>
                <a:gd name="connsiteY29-23698" fmla="*/ 642048 h 1059043"/>
                <a:gd name="connsiteX30-23699" fmla="*/ 338457 w 3024845"/>
                <a:gd name="connsiteY30-23700" fmla="*/ 642048 h 1059043"/>
                <a:gd name="connsiteX31-23701" fmla="*/ 352644 w 3024845"/>
                <a:gd name="connsiteY31-23702" fmla="*/ 642048 h 1059043"/>
                <a:gd name="connsiteX32-23703" fmla="*/ 352644 w 3024845"/>
                <a:gd name="connsiteY32-23704" fmla="*/ 611783 h 1059043"/>
                <a:gd name="connsiteX33-23705" fmla="*/ 397231 w 3024845"/>
                <a:gd name="connsiteY33-23706" fmla="*/ 611783 h 1059043"/>
                <a:gd name="connsiteX34-23707" fmla="*/ 397231 w 3024845"/>
                <a:gd name="connsiteY34-23708" fmla="*/ 610432 h 1059043"/>
                <a:gd name="connsiteX35-23709" fmla="*/ 397231 w 3024845"/>
                <a:gd name="connsiteY35-23710" fmla="*/ 600974 h 1059043"/>
                <a:gd name="connsiteX36-23711" fmla="*/ 398245 w 3024845"/>
                <a:gd name="connsiteY36-23712" fmla="*/ 600974 h 1059043"/>
                <a:gd name="connsiteX37-23713" fmla="*/ 405338 w 3024845"/>
                <a:gd name="connsiteY37-23714" fmla="*/ 600974 h 1059043"/>
                <a:gd name="connsiteX38-23715" fmla="*/ 405338 w 3024845"/>
                <a:gd name="connsiteY38-23716" fmla="*/ 599083 h 1059043"/>
                <a:gd name="connsiteX39-23717" fmla="*/ 405338 w 3024845"/>
                <a:gd name="connsiteY39-23718" fmla="*/ 585842 h 1059043"/>
                <a:gd name="connsiteX40-23719" fmla="*/ 406098 w 3024845"/>
                <a:gd name="connsiteY40-23720" fmla="*/ 585842 h 1059043"/>
                <a:gd name="connsiteX41-23721" fmla="*/ 411418 w 3024845"/>
                <a:gd name="connsiteY41-23722" fmla="*/ 585842 h 1059043"/>
                <a:gd name="connsiteX42-23723" fmla="*/ 411418 w 3024845"/>
                <a:gd name="connsiteY42-23724" fmla="*/ 584761 h 1059043"/>
                <a:gd name="connsiteX43-23725" fmla="*/ 411418 w 3024845"/>
                <a:gd name="connsiteY43-23726" fmla="*/ 577194 h 1059043"/>
                <a:gd name="connsiteX44-23727" fmla="*/ 413445 w 3024845"/>
                <a:gd name="connsiteY44-23728" fmla="*/ 577194 h 1059043"/>
                <a:gd name="connsiteX45-23729" fmla="*/ 427632 w 3024845"/>
                <a:gd name="connsiteY45-23730" fmla="*/ 577194 h 1059043"/>
                <a:gd name="connsiteX46-23731" fmla="*/ 427632 w 3024845"/>
                <a:gd name="connsiteY46-23732" fmla="*/ 578275 h 1059043"/>
                <a:gd name="connsiteX47-23733" fmla="*/ 427632 w 3024845"/>
                <a:gd name="connsiteY47-23734" fmla="*/ 585842 h 1059043"/>
                <a:gd name="connsiteX48-23735" fmla="*/ 449925 w 3024845"/>
                <a:gd name="connsiteY48-23736" fmla="*/ 585842 h 1059043"/>
                <a:gd name="connsiteX49-23737" fmla="*/ 449925 w 3024845"/>
                <a:gd name="connsiteY49-23738" fmla="*/ 583950 h 1059043"/>
                <a:gd name="connsiteX50-23739" fmla="*/ 449925 w 3024845"/>
                <a:gd name="connsiteY50-23740" fmla="*/ 570709 h 1059043"/>
                <a:gd name="connsiteX51-23741" fmla="*/ 451699 w 3024845"/>
                <a:gd name="connsiteY51-23742" fmla="*/ 570709 h 1059043"/>
                <a:gd name="connsiteX52-23743" fmla="*/ 464112 w 3024845"/>
                <a:gd name="connsiteY52-23744" fmla="*/ 570709 h 1059043"/>
                <a:gd name="connsiteX53-23745" fmla="*/ 464112 w 3024845"/>
                <a:gd name="connsiteY53-23746" fmla="*/ 594489 h 1059043"/>
                <a:gd name="connsiteX54-23747" fmla="*/ 465126 w 3024845"/>
                <a:gd name="connsiteY54-23748" fmla="*/ 594489 h 1059043"/>
                <a:gd name="connsiteX55-23749" fmla="*/ 472219 w 3024845"/>
                <a:gd name="connsiteY55-23750" fmla="*/ 594489 h 1059043"/>
                <a:gd name="connsiteX56-23751" fmla="*/ 472219 w 3024845"/>
                <a:gd name="connsiteY56-23752" fmla="*/ 593408 h 1059043"/>
                <a:gd name="connsiteX57-23753" fmla="*/ 472219 w 3024845"/>
                <a:gd name="connsiteY57-23754" fmla="*/ 585842 h 1059043"/>
                <a:gd name="connsiteX58-23755" fmla="*/ 473992 w 3024845"/>
                <a:gd name="connsiteY58-23756" fmla="*/ 585842 h 1059043"/>
                <a:gd name="connsiteX59-23757" fmla="*/ 486406 w 3024845"/>
                <a:gd name="connsiteY59-23758" fmla="*/ 585842 h 1059043"/>
                <a:gd name="connsiteX60-23759" fmla="*/ 486406 w 3024845"/>
                <a:gd name="connsiteY60-23760" fmla="*/ 611783 h 1059043"/>
                <a:gd name="connsiteX61-23761" fmla="*/ 488433 w 3024845"/>
                <a:gd name="connsiteY61-23762" fmla="*/ 611783 h 1059043"/>
                <a:gd name="connsiteX62-23763" fmla="*/ 502619 w 3024845"/>
                <a:gd name="connsiteY62-23764" fmla="*/ 611783 h 1059043"/>
                <a:gd name="connsiteX63-23765" fmla="*/ 502619 w 3024845"/>
                <a:gd name="connsiteY63-23766" fmla="*/ 613404 h 1059043"/>
                <a:gd name="connsiteX64-23767" fmla="*/ 502619 w 3024845"/>
                <a:gd name="connsiteY64-23768" fmla="*/ 624754 h 1059043"/>
                <a:gd name="connsiteX65-23769" fmla="*/ 503379 w 3024845"/>
                <a:gd name="connsiteY65-23770" fmla="*/ 624754 h 1059043"/>
                <a:gd name="connsiteX66-23771" fmla="*/ 508700 w 3024845"/>
                <a:gd name="connsiteY66-23772" fmla="*/ 624754 h 1059043"/>
                <a:gd name="connsiteX67-23773" fmla="*/ 508700 w 3024845"/>
                <a:gd name="connsiteY67-23774" fmla="*/ 623943 h 1059043"/>
                <a:gd name="connsiteX68-23775" fmla="*/ 508700 w 3024845"/>
                <a:gd name="connsiteY68-23776" fmla="*/ 618268 h 1059043"/>
                <a:gd name="connsiteX69-23777" fmla="*/ 539100 w 3024845"/>
                <a:gd name="connsiteY69-23778" fmla="*/ 618268 h 1059043"/>
                <a:gd name="connsiteX70-23779" fmla="*/ 539100 w 3024845"/>
                <a:gd name="connsiteY70-23780" fmla="*/ 642048 h 1059043"/>
                <a:gd name="connsiteX71-23781" fmla="*/ 540113 w 3024845"/>
                <a:gd name="connsiteY71-23782" fmla="*/ 642048 h 1059043"/>
                <a:gd name="connsiteX72-23783" fmla="*/ 547207 w 3024845"/>
                <a:gd name="connsiteY72-23784" fmla="*/ 642048 h 1059043"/>
                <a:gd name="connsiteX73-23785" fmla="*/ 547207 w 3024845"/>
                <a:gd name="connsiteY73-23786" fmla="*/ 643129 h 1059043"/>
                <a:gd name="connsiteX74-23787" fmla="*/ 547207 w 3024845"/>
                <a:gd name="connsiteY74-23788" fmla="*/ 650695 h 1059043"/>
                <a:gd name="connsiteX75-23789" fmla="*/ 547967 w 3024845"/>
                <a:gd name="connsiteY75-23790" fmla="*/ 650695 h 1059043"/>
                <a:gd name="connsiteX76-23791" fmla="*/ 553287 w 3024845"/>
                <a:gd name="connsiteY76-23792" fmla="*/ 650695 h 1059043"/>
                <a:gd name="connsiteX77-23793" fmla="*/ 553287 w 3024845"/>
                <a:gd name="connsiteY77-23794" fmla="*/ 648533 h 1059043"/>
                <a:gd name="connsiteX78-23795" fmla="*/ 553287 w 3024845"/>
                <a:gd name="connsiteY78-23796" fmla="*/ 633401 h 1059043"/>
                <a:gd name="connsiteX79-23797" fmla="*/ 554300 w 3024845"/>
                <a:gd name="connsiteY79-23798" fmla="*/ 633401 h 1059043"/>
                <a:gd name="connsiteX80-23799" fmla="*/ 561394 w 3024845"/>
                <a:gd name="connsiteY80-23800" fmla="*/ 633401 h 1059043"/>
                <a:gd name="connsiteX81-23801" fmla="*/ 561394 w 3024845"/>
                <a:gd name="connsiteY81-23802" fmla="*/ 634482 h 1059043"/>
                <a:gd name="connsiteX82-23803" fmla="*/ 561394 w 3024845"/>
                <a:gd name="connsiteY82-23804" fmla="*/ 642048 h 1059043"/>
                <a:gd name="connsiteX83-23805" fmla="*/ 566714 w 3024845"/>
                <a:gd name="connsiteY83-23806" fmla="*/ 640055 h 1059043"/>
                <a:gd name="connsiteX84-23807" fmla="*/ 567474 w 3024845"/>
                <a:gd name="connsiteY84-23808" fmla="*/ 639075 h 1059043"/>
                <a:gd name="connsiteX85-23809" fmla="*/ 567474 w 3024845"/>
                <a:gd name="connsiteY85-23810" fmla="*/ 633401 h 1059043"/>
                <a:gd name="connsiteX86-23811" fmla="*/ 605981 w 3024845"/>
                <a:gd name="connsiteY86-23812" fmla="*/ 633401 h 1059043"/>
                <a:gd name="connsiteX87-23813" fmla="*/ 605981 w 3024845"/>
                <a:gd name="connsiteY87-23814" fmla="*/ 657180 h 1059043"/>
                <a:gd name="connsiteX88-23815" fmla="*/ 608007 w 3024845"/>
                <a:gd name="connsiteY88-23816" fmla="*/ 657180 h 1059043"/>
                <a:gd name="connsiteX89-23817" fmla="*/ 622194 w 3024845"/>
                <a:gd name="connsiteY89-23818" fmla="*/ 657180 h 1059043"/>
                <a:gd name="connsiteX90-23819" fmla="*/ 622194 w 3024845"/>
                <a:gd name="connsiteY90-23820" fmla="*/ 658261 h 1059043"/>
                <a:gd name="connsiteX91-23821" fmla="*/ 622194 w 3024845"/>
                <a:gd name="connsiteY91-23822" fmla="*/ 665827 h 1059043"/>
                <a:gd name="connsiteX92-23823" fmla="*/ 623968 w 3024845"/>
                <a:gd name="connsiteY92-23824" fmla="*/ 665827 h 1059043"/>
                <a:gd name="connsiteX93-23825" fmla="*/ 636381 w 3024845"/>
                <a:gd name="connsiteY93-23826" fmla="*/ 665827 h 1059043"/>
                <a:gd name="connsiteX94-23827" fmla="*/ 636381 w 3024845"/>
                <a:gd name="connsiteY94-23828" fmla="*/ 642048 h 1059043"/>
                <a:gd name="connsiteX95-23829" fmla="*/ 637394 w 3024845"/>
                <a:gd name="connsiteY95-23830" fmla="*/ 642048 h 1059043"/>
                <a:gd name="connsiteX96-23831" fmla="*/ 644488 w 3024845"/>
                <a:gd name="connsiteY96-23832" fmla="*/ 642048 h 1059043"/>
                <a:gd name="connsiteX97-23833" fmla="*/ 644488 w 3024845"/>
                <a:gd name="connsiteY97-23834" fmla="*/ 609621 h 1059043"/>
                <a:gd name="connsiteX98-23835" fmla="*/ 645501 w 3024845"/>
                <a:gd name="connsiteY98-23836" fmla="*/ 609621 h 1059043"/>
                <a:gd name="connsiteX99-23837" fmla="*/ 652595 w 3024845"/>
                <a:gd name="connsiteY99-23838" fmla="*/ 609621 h 1059043"/>
                <a:gd name="connsiteX100-23839" fmla="*/ 652595 w 3024845"/>
                <a:gd name="connsiteY100-23840" fmla="*/ 607730 h 1059043"/>
                <a:gd name="connsiteX101-23841" fmla="*/ 652595 w 3024845"/>
                <a:gd name="connsiteY101-23842" fmla="*/ 594489 h 1059043"/>
                <a:gd name="connsiteX102-23843" fmla="*/ 651328 w 3024845"/>
                <a:gd name="connsiteY102-23844" fmla="*/ 592867 h 1059043"/>
                <a:gd name="connsiteX103-23845" fmla="*/ 656648 w 3024845"/>
                <a:gd name="connsiteY103-23846" fmla="*/ 581518 h 1059043"/>
                <a:gd name="connsiteX104-23847" fmla="*/ 664755 w 3024845"/>
                <a:gd name="connsiteY104-23848" fmla="*/ 609621 h 1059043"/>
                <a:gd name="connsiteX105-23849" fmla="*/ 665515 w 3024845"/>
                <a:gd name="connsiteY105-23850" fmla="*/ 609621 h 1059043"/>
                <a:gd name="connsiteX106-23851" fmla="*/ 670835 w 3024845"/>
                <a:gd name="connsiteY106-23852" fmla="*/ 609621 h 1059043"/>
                <a:gd name="connsiteX107-23853" fmla="*/ 670835 w 3024845"/>
                <a:gd name="connsiteY107-23854" fmla="*/ 503694 h 1059043"/>
                <a:gd name="connsiteX108-23855" fmla="*/ 672355 w 3024845"/>
                <a:gd name="connsiteY108-23856" fmla="*/ 503694 h 1059043"/>
                <a:gd name="connsiteX109-23857" fmla="*/ 682995 w 3024845"/>
                <a:gd name="connsiteY109-23858" fmla="*/ 503694 h 1059043"/>
                <a:gd name="connsiteX110-23859" fmla="*/ 682995 w 3024845"/>
                <a:gd name="connsiteY110-23860" fmla="*/ 456135 h 1059043"/>
                <a:gd name="connsiteX111-23861" fmla="*/ 709342 w 3024845"/>
                <a:gd name="connsiteY111-23862" fmla="*/ 456135 h 1059043"/>
                <a:gd name="connsiteX112-23863" fmla="*/ 709342 w 3024845"/>
                <a:gd name="connsiteY112-23864" fmla="*/ 434517 h 1059043"/>
                <a:gd name="connsiteX113-23865" fmla="*/ 743796 w 3024845"/>
                <a:gd name="connsiteY113-23866" fmla="*/ 434517 h 1059043"/>
                <a:gd name="connsiteX114-23867" fmla="*/ 743796 w 3024845"/>
                <a:gd name="connsiteY114-23868" fmla="*/ 436949 h 1059043"/>
                <a:gd name="connsiteX115-23869" fmla="*/ 743796 w 3024845"/>
                <a:gd name="connsiteY115-23870" fmla="*/ 453973 h 1059043"/>
                <a:gd name="connsiteX116-23871" fmla="*/ 746076 w 3024845"/>
                <a:gd name="connsiteY116-23872" fmla="*/ 453973 h 1059043"/>
                <a:gd name="connsiteX117-23873" fmla="*/ 762036 w 3024845"/>
                <a:gd name="connsiteY117-23874" fmla="*/ 453973 h 1059043"/>
                <a:gd name="connsiteX118-23875" fmla="*/ 762036 w 3024845"/>
                <a:gd name="connsiteY118-23876" fmla="*/ 501532 h 1059043"/>
                <a:gd name="connsiteX119-23877" fmla="*/ 763049 w 3024845"/>
                <a:gd name="connsiteY119-23878" fmla="*/ 501532 h 1059043"/>
                <a:gd name="connsiteX120-23879" fmla="*/ 770143 w 3024845"/>
                <a:gd name="connsiteY120-23880" fmla="*/ 501532 h 1059043"/>
                <a:gd name="connsiteX121-23881" fmla="*/ 784330 w 3024845"/>
                <a:gd name="connsiteY121-23882" fmla="*/ 505856 h 1059043"/>
                <a:gd name="connsiteX122-23883" fmla="*/ 784330 w 3024845"/>
                <a:gd name="connsiteY122-23884" fmla="*/ 544768 h 1059043"/>
                <a:gd name="connsiteX123-23885" fmla="*/ 785343 w 3024845"/>
                <a:gd name="connsiteY123-23886" fmla="*/ 544768 h 1059043"/>
                <a:gd name="connsiteX124-23887" fmla="*/ 792436 w 3024845"/>
                <a:gd name="connsiteY124-23888" fmla="*/ 544768 h 1059043"/>
                <a:gd name="connsiteX125-23889" fmla="*/ 792436 w 3024845"/>
                <a:gd name="connsiteY125-23890" fmla="*/ 546389 h 1059043"/>
                <a:gd name="connsiteX126-23891" fmla="*/ 792436 w 3024845"/>
                <a:gd name="connsiteY126-23892" fmla="*/ 557738 h 1059043"/>
                <a:gd name="connsiteX127-23893" fmla="*/ 794463 w 3024845"/>
                <a:gd name="connsiteY127-23894" fmla="*/ 557738 h 1059043"/>
                <a:gd name="connsiteX128-23895" fmla="*/ 808650 w 3024845"/>
                <a:gd name="connsiteY128-23896" fmla="*/ 557738 h 1059043"/>
                <a:gd name="connsiteX129-23897" fmla="*/ 814730 w 3024845"/>
                <a:gd name="connsiteY129-23898" fmla="*/ 564224 h 1059043"/>
                <a:gd name="connsiteX130-23899" fmla="*/ 814730 w 3024845"/>
                <a:gd name="connsiteY130-23900" fmla="*/ 585842 h 1059043"/>
                <a:gd name="connsiteX131-23901" fmla="*/ 817010 w 3024845"/>
                <a:gd name="connsiteY131-23902" fmla="*/ 585842 h 1059043"/>
                <a:gd name="connsiteX132-23903" fmla="*/ 832970 w 3024845"/>
                <a:gd name="connsiteY132-23904" fmla="*/ 585842 h 1059043"/>
                <a:gd name="connsiteX133-23905" fmla="*/ 832970 w 3024845"/>
                <a:gd name="connsiteY133-23906" fmla="*/ 586922 h 1059043"/>
                <a:gd name="connsiteX134-23907" fmla="*/ 832970 w 3024845"/>
                <a:gd name="connsiteY134-23908" fmla="*/ 594489 h 1059043"/>
                <a:gd name="connsiteX135-23909" fmla="*/ 834237 w 3024845"/>
                <a:gd name="connsiteY135-23910" fmla="*/ 594489 h 1059043"/>
                <a:gd name="connsiteX136-23911" fmla="*/ 843104 w 3024845"/>
                <a:gd name="connsiteY136-23912" fmla="*/ 594489 h 1059043"/>
                <a:gd name="connsiteX137-23913" fmla="*/ 843104 w 3024845"/>
                <a:gd name="connsiteY137-23914" fmla="*/ 596650 h 1059043"/>
                <a:gd name="connsiteX138-23915" fmla="*/ 843104 w 3024845"/>
                <a:gd name="connsiteY138-23916" fmla="*/ 611783 h 1059043"/>
                <a:gd name="connsiteX139-23917" fmla="*/ 847157 w 3024845"/>
                <a:gd name="connsiteY139-23918" fmla="*/ 609891 h 1059043"/>
                <a:gd name="connsiteX140-23919" fmla="*/ 847157 w 3024845"/>
                <a:gd name="connsiteY140-23920" fmla="*/ 596650 h 1059043"/>
                <a:gd name="connsiteX141-23921" fmla="*/ 848170 w 3024845"/>
                <a:gd name="connsiteY141-23922" fmla="*/ 596650 h 1059043"/>
                <a:gd name="connsiteX142-23923" fmla="*/ 855264 w 3024845"/>
                <a:gd name="connsiteY142-23924" fmla="*/ 596650 h 1059043"/>
                <a:gd name="connsiteX143-23925" fmla="*/ 855264 w 3024845"/>
                <a:gd name="connsiteY143-23926" fmla="*/ 598272 h 1059043"/>
                <a:gd name="connsiteX144-23927" fmla="*/ 855264 w 3024845"/>
                <a:gd name="connsiteY144-23928" fmla="*/ 609621 h 1059043"/>
                <a:gd name="connsiteX145-23929" fmla="*/ 856024 w 3024845"/>
                <a:gd name="connsiteY145-23930" fmla="*/ 609621 h 1059043"/>
                <a:gd name="connsiteX146-23931" fmla="*/ 861344 w 3024845"/>
                <a:gd name="connsiteY146-23932" fmla="*/ 609621 h 1059043"/>
                <a:gd name="connsiteX147-23933" fmla="*/ 909984 w 3024845"/>
                <a:gd name="connsiteY147-23934" fmla="*/ 605298 h 1059043"/>
                <a:gd name="connsiteX148-23935" fmla="*/ 909984 w 3024845"/>
                <a:gd name="connsiteY148-23936" fmla="*/ 606649 h 1059043"/>
                <a:gd name="connsiteX149-23937" fmla="*/ 909984 w 3024845"/>
                <a:gd name="connsiteY149-23938" fmla="*/ 616106 h 1059043"/>
                <a:gd name="connsiteX150-23939" fmla="*/ 910744 w 3024845"/>
                <a:gd name="connsiteY150-23940" fmla="*/ 616106 h 1059043"/>
                <a:gd name="connsiteX151-23941" fmla="*/ 916065 w 3024845"/>
                <a:gd name="connsiteY151-23942" fmla="*/ 616106 h 1059043"/>
                <a:gd name="connsiteX152-23943" fmla="*/ 916065 w 3024845"/>
                <a:gd name="connsiteY152-23944" fmla="*/ 618268 h 1059043"/>
                <a:gd name="connsiteX153-23945" fmla="*/ 916065 w 3024845"/>
                <a:gd name="connsiteY153-23946" fmla="*/ 633401 h 1059043"/>
                <a:gd name="connsiteX154-23947" fmla="*/ 918091 w 3024845"/>
                <a:gd name="connsiteY154-23948" fmla="*/ 632050 h 1059043"/>
                <a:gd name="connsiteX155-23949" fmla="*/ 932278 w 3024845"/>
                <a:gd name="connsiteY155-23950" fmla="*/ 622592 h 1059043"/>
                <a:gd name="connsiteX156-23951" fmla="*/ 938358 w 3024845"/>
                <a:gd name="connsiteY156-23952" fmla="*/ 581518 h 1059043"/>
                <a:gd name="connsiteX157-23953" fmla="*/ 939118 w 3024845"/>
                <a:gd name="connsiteY157-23954" fmla="*/ 581248 h 1059043"/>
                <a:gd name="connsiteX158-23955" fmla="*/ 944438 w 3024845"/>
                <a:gd name="connsiteY158-23956" fmla="*/ 579356 h 1059043"/>
                <a:gd name="connsiteX159-23957" fmla="*/ 946465 w 3024845"/>
                <a:gd name="connsiteY159-23958" fmla="*/ 510179 h 1059043"/>
                <a:gd name="connsiteX160-23959" fmla="*/ 948492 w 3024845"/>
                <a:gd name="connsiteY160-23960" fmla="*/ 579356 h 1059043"/>
                <a:gd name="connsiteX161-23961" fmla="*/ 949252 w 3024845"/>
                <a:gd name="connsiteY161-23962" fmla="*/ 579626 h 1059043"/>
                <a:gd name="connsiteX162-23963" fmla="*/ 954572 w 3024845"/>
                <a:gd name="connsiteY162-23964" fmla="*/ 581518 h 1059043"/>
                <a:gd name="connsiteX163-23965" fmla="*/ 954572 w 3024845"/>
                <a:gd name="connsiteY163-23966" fmla="*/ 495047 h 1059043"/>
                <a:gd name="connsiteX164-23967" fmla="*/ 958625 w 3024845"/>
                <a:gd name="connsiteY164-23968" fmla="*/ 462620 h 1059043"/>
                <a:gd name="connsiteX165-23969" fmla="*/ 997132 w 3024845"/>
                <a:gd name="connsiteY165-23970" fmla="*/ 462620 h 1059043"/>
                <a:gd name="connsiteX166-23971" fmla="*/ 997132 w 3024845"/>
                <a:gd name="connsiteY166-23972" fmla="*/ 495047 h 1059043"/>
                <a:gd name="connsiteX167-23973" fmla="*/ 997892 w 3024845"/>
                <a:gd name="connsiteY167-23974" fmla="*/ 495047 h 1059043"/>
                <a:gd name="connsiteX168-23975" fmla="*/ 1003212 w 3024845"/>
                <a:gd name="connsiteY168-23976" fmla="*/ 495047 h 1059043"/>
                <a:gd name="connsiteX169-23977" fmla="*/ 1003212 w 3024845"/>
                <a:gd name="connsiteY169-23978" fmla="*/ 412899 h 1059043"/>
                <a:gd name="connsiteX170-23979" fmla="*/ 1004986 w 3024845"/>
                <a:gd name="connsiteY170-23980" fmla="*/ 412899 h 1059043"/>
                <a:gd name="connsiteX171-23981" fmla="*/ 1017399 w 3024845"/>
                <a:gd name="connsiteY171-23982" fmla="*/ 412899 h 1059043"/>
                <a:gd name="connsiteX172-23983" fmla="*/ 1017399 w 3024845"/>
                <a:gd name="connsiteY172-23984" fmla="*/ 411008 h 1059043"/>
                <a:gd name="connsiteX173-23985" fmla="*/ 1017399 w 3024845"/>
                <a:gd name="connsiteY173-23986" fmla="*/ 397767 h 1059043"/>
                <a:gd name="connsiteX174-23987" fmla="*/ 1039693 w 3024845"/>
                <a:gd name="connsiteY174-23988" fmla="*/ 397767 h 1059043"/>
                <a:gd name="connsiteX175-23989" fmla="*/ 1039693 w 3024845"/>
                <a:gd name="connsiteY175-23990" fmla="*/ 396686 h 1059043"/>
                <a:gd name="connsiteX176-23991" fmla="*/ 1039693 w 3024845"/>
                <a:gd name="connsiteY176-23992" fmla="*/ 389120 h 1059043"/>
                <a:gd name="connsiteX177-23993" fmla="*/ 1041466 w 3024845"/>
                <a:gd name="connsiteY177-23994" fmla="*/ 389120 h 1059043"/>
                <a:gd name="connsiteX178-23995" fmla="*/ 1053880 w 3024845"/>
                <a:gd name="connsiteY178-23996" fmla="*/ 389120 h 1059043"/>
                <a:gd name="connsiteX179-23997" fmla="*/ 1053880 w 3024845"/>
                <a:gd name="connsiteY179-23998" fmla="*/ 390201 h 1059043"/>
                <a:gd name="connsiteX180-23999" fmla="*/ 1053880 w 3024845"/>
                <a:gd name="connsiteY180-24000" fmla="*/ 397767 h 1059043"/>
                <a:gd name="connsiteX181-24001" fmla="*/ 1054640 w 3024845"/>
                <a:gd name="connsiteY181-24002" fmla="*/ 397767 h 1059043"/>
                <a:gd name="connsiteX182-24003" fmla="*/ 1059960 w 3024845"/>
                <a:gd name="connsiteY182-24004" fmla="*/ 397767 h 1059043"/>
                <a:gd name="connsiteX183-24005" fmla="*/ 1070093 w 3024845"/>
                <a:gd name="connsiteY183-24006" fmla="*/ 393443 h 1059043"/>
                <a:gd name="connsiteX184-24007" fmla="*/ 1074146 w 3024845"/>
                <a:gd name="connsiteY184-24008" fmla="*/ 396686 h 1059043"/>
                <a:gd name="connsiteX185-24009" fmla="*/ 1074146 w 3024845"/>
                <a:gd name="connsiteY185-24010" fmla="*/ 389120 h 1059043"/>
                <a:gd name="connsiteX186-24011" fmla="*/ 1076426 w 3024845"/>
                <a:gd name="connsiteY186-24012" fmla="*/ 389120 h 1059043"/>
                <a:gd name="connsiteX187-24013" fmla="*/ 1092387 w 3024845"/>
                <a:gd name="connsiteY187-24014" fmla="*/ 389120 h 1059043"/>
                <a:gd name="connsiteX188-24015" fmla="*/ 1092387 w 3024845"/>
                <a:gd name="connsiteY188-24016" fmla="*/ 390201 h 1059043"/>
                <a:gd name="connsiteX189-24017" fmla="*/ 1092387 w 3024845"/>
                <a:gd name="connsiteY189-24018" fmla="*/ 397767 h 1059043"/>
                <a:gd name="connsiteX190-24019" fmla="*/ 1122787 w 3024845"/>
                <a:gd name="connsiteY190-24020" fmla="*/ 397767 h 1059043"/>
                <a:gd name="connsiteX191-24021" fmla="*/ 1122787 w 3024845"/>
                <a:gd name="connsiteY191-24022" fmla="*/ 399388 h 1059043"/>
                <a:gd name="connsiteX192-24023" fmla="*/ 1122787 w 3024845"/>
                <a:gd name="connsiteY192-24024" fmla="*/ 410738 h 1059043"/>
                <a:gd name="connsiteX193-24025" fmla="*/ 1149134 w 3024845"/>
                <a:gd name="connsiteY193-24026" fmla="*/ 410738 h 1059043"/>
                <a:gd name="connsiteX194-24027" fmla="*/ 1149134 w 3024845"/>
                <a:gd name="connsiteY194-24028" fmla="*/ 441002 h 1059043"/>
                <a:gd name="connsiteX195-24029" fmla="*/ 1149894 w 3024845"/>
                <a:gd name="connsiteY195-24030" fmla="*/ 441002 h 1059043"/>
                <a:gd name="connsiteX196-24031" fmla="*/ 1155214 w 3024845"/>
                <a:gd name="connsiteY196-24032" fmla="*/ 441002 h 1059043"/>
                <a:gd name="connsiteX197-24033" fmla="*/ 1155214 w 3024845"/>
                <a:gd name="connsiteY197-24034" fmla="*/ 442083 h 1059043"/>
                <a:gd name="connsiteX198-24035" fmla="*/ 1155214 w 3024845"/>
                <a:gd name="connsiteY198-24036" fmla="*/ 449650 h 1059043"/>
                <a:gd name="connsiteX199-24037" fmla="*/ 1159268 w 3024845"/>
                <a:gd name="connsiteY199-24038" fmla="*/ 479914 h 1059043"/>
                <a:gd name="connsiteX200-24039" fmla="*/ 1160028 w 3024845"/>
                <a:gd name="connsiteY200-24040" fmla="*/ 479914 h 1059043"/>
                <a:gd name="connsiteX201-24041" fmla="*/ 1165348 w 3024845"/>
                <a:gd name="connsiteY201-24042" fmla="*/ 479914 h 1059043"/>
                <a:gd name="connsiteX202-24043" fmla="*/ 1165348 w 3024845"/>
                <a:gd name="connsiteY202-24044" fmla="*/ 480725 h 1059043"/>
                <a:gd name="connsiteX203-24045" fmla="*/ 1165348 w 3024845"/>
                <a:gd name="connsiteY203-24046" fmla="*/ 486400 h 1059043"/>
                <a:gd name="connsiteX204-24047" fmla="*/ 1166361 w 3024845"/>
                <a:gd name="connsiteY204-24048" fmla="*/ 486400 h 1059043"/>
                <a:gd name="connsiteX205-24049" fmla="*/ 1173454 w 3024845"/>
                <a:gd name="connsiteY205-24050" fmla="*/ 486400 h 1059043"/>
                <a:gd name="connsiteX206-24051" fmla="*/ 1173454 w 3024845"/>
                <a:gd name="connsiteY206-24052" fmla="*/ 516665 h 1059043"/>
                <a:gd name="connsiteX207-24053" fmla="*/ 1175481 w 3024845"/>
                <a:gd name="connsiteY207-24054" fmla="*/ 516665 h 1059043"/>
                <a:gd name="connsiteX208-24055" fmla="*/ 1189668 w 3024845"/>
                <a:gd name="connsiteY208-24056" fmla="*/ 516665 h 1059043"/>
                <a:gd name="connsiteX209-24057" fmla="*/ 1189668 w 3024845"/>
                <a:gd name="connsiteY209-24058" fmla="*/ 540444 h 1059043"/>
                <a:gd name="connsiteX210-24059" fmla="*/ 1191695 w 3024845"/>
                <a:gd name="connsiteY210-24060" fmla="*/ 542065 h 1059043"/>
                <a:gd name="connsiteX211-24061" fmla="*/ 1191695 w 3024845"/>
                <a:gd name="connsiteY211-24062" fmla="*/ 553415 h 1059043"/>
                <a:gd name="connsiteX212-24063" fmla="*/ 1192455 w 3024845"/>
                <a:gd name="connsiteY212-24064" fmla="*/ 553415 h 1059043"/>
                <a:gd name="connsiteX213-24065" fmla="*/ 1197775 w 3024845"/>
                <a:gd name="connsiteY213-24066" fmla="*/ 553415 h 1059043"/>
                <a:gd name="connsiteX214-24067" fmla="*/ 1197775 w 3024845"/>
                <a:gd name="connsiteY214-24068" fmla="*/ 577194 h 1059043"/>
                <a:gd name="connsiteX215-24069" fmla="*/ 1199041 w 3024845"/>
                <a:gd name="connsiteY215-24070" fmla="*/ 577194 h 1059043"/>
                <a:gd name="connsiteX216-24071" fmla="*/ 1207908 w 3024845"/>
                <a:gd name="connsiteY216-24072" fmla="*/ 577194 h 1059043"/>
                <a:gd name="connsiteX217-24073" fmla="*/ 1209935 w 3024845"/>
                <a:gd name="connsiteY217-24074" fmla="*/ 581248 h 1059043"/>
                <a:gd name="connsiteX218-24075" fmla="*/ 1209935 w 3024845"/>
                <a:gd name="connsiteY218-24076" fmla="*/ 594489 h 1059043"/>
                <a:gd name="connsiteX219-24077" fmla="*/ 1211455 w 3024845"/>
                <a:gd name="connsiteY219-24078" fmla="*/ 592597 h 1059043"/>
                <a:gd name="connsiteX220-24079" fmla="*/ 1222095 w 3024845"/>
                <a:gd name="connsiteY220-24080" fmla="*/ 579356 h 1059043"/>
                <a:gd name="connsiteX221-24081" fmla="*/ 1250469 w 3024845"/>
                <a:gd name="connsiteY221-24082" fmla="*/ 579356 h 1059043"/>
                <a:gd name="connsiteX222-24083" fmla="*/ 1250469 w 3024845"/>
                <a:gd name="connsiteY222-24084" fmla="*/ 665827 h 1059043"/>
                <a:gd name="connsiteX223-24085" fmla="*/ 1251229 w 3024845"/>
                <a:gd name="connsiteY223-24086" fmla="*/ 665827 h 1059043"/>
                <a:gd name="connsiteX224-24087" fmla="*/ 1256549 w 3024845"/>
                <a:gd name="connsiteY224-24088" fmla="*/ 665827 h 1059043"/>
                <a:gd name="connsiteX225-24089" fmla="*/ 1257309 w 3024845"/>
                <a:gd name="connsiteY225-24090" fmla="*/ 664476 h 1059043"/>
                <a:gd name="connsiteX226-24091" fmla="*/ 1262629 w 3024845"/>
                <a:gd name="connsiteY226-24092" fmla="*/ 655018 h 1059043"/>
                <a:gd name="connsiteX227-24093" fmla="*/ 1262629 w 3024845"/>
                <a:gd name="connsiteY227-24094" fmla="*/ 656910 h 1059043"/>
                <a:gd name="connsiteX228-24095" fmla="*/ 1262629 w 3024845"/>
                <a:gd name="connsiteY228-24096" fmla="*/ 670151 h 1059043"/>
                <a:gd name="connsiteX229-24097" fmla="*/ 1266682 w 3024845"/>
                <a:gd name="connsiteY229-24098" fmla="*/ 624754 h 1059043"/>
                <a:gd name="connsiteX230-24099" fmla="*/ 1267442 w 3024845"/>
                <a:gd name="connsiteY230-24100" fmla="*/ 624754 h 1059043"/>
                <a:gd name="connsiteX231-24101" fmla="*/ 1272762 w 3024845"/>
                <a:gd name="connsiteY231-24102" fmla="*/ 624754 h 1059043"/>
                <a:gd name="connsiteX232-24103" fmla="*/ 1272762 w 3024845"/>
                <a:gd name="connsiteY232-24104" fmla="*/ 559900 h 1059043"/>
                <a:gd name="connsiteX233-24105" fmla="*/ 1273776 w 3024845"/>
                <a:gd name="connsiteY233-24106" fmla="*/ 559900 h 1059043"/>
                <a:gd name="connsiteX234-24107" fmla="*/ 1280869 w 3024845"/>
                <a:gd name="connsiteY234-24108" fmla="*/ 559900 h 1059043"/>
                <a:gd name="connsiteX235-24109" fmla="*/ 1293029 w 3024845"/>
                <a:gd name="connsiteY235-24110" fmla="*/ 516665 h 1059043"/>
                <a:gd name="connsiteX236-24111" fmla="*/ 1294296 w 3024845"/>
                <a:gd name="connsiteY236-24112" fmla="*/ 516665 h 1059043"/>
                <a:gd name="connsiteX237-24113" fmla="*/ 1303163 w 3024845"/>
                <a:gd name="connsiteY237-24114" fmla="*/ 516665 h 1059043"/>
                <a:gd name="connsiteX238-24115" fmla="*/ 1313296 w 3024845"/>
                <a:gd name="connsiteY238-24116" fmla="*/ 559900 h 1059043"/>
                <a:gd name="connsiteX239-24117" fmla="*/ 1314309 w 3024845"/>
                <a:gd name="connsiteY239-24118" fmla="*/ 559900 h 1059043"/>
                <a:gd name="connsiteX240-24119" fmla="*/ 1321403 w 3024845"/>
                <a:gd name="connsiteY240-24120" fmla="*/ 559900 h 1059043"/>
                <a:gd name="connsiteX241-24121" fmla="*/ 1321403 w 3024845"/>
                <a:gd name="connsiteY241-24122" fmla="*/ 598812 h 1059043"/>
                <a:gd name="connsiteX242-24123" fmla="*/ 1323176 w 3024845"/>
                <a:gd name="connsiteY242-24124" fmla="*/ 598812 h 1059043"/>
                <a:gd name="connsiteX243-24125" fmla="*/ 1335590 w 3024845"/>
                <a:gd name="connsiteY243-24126" fmla="*/ 598812 h 1059043"/>
                <a:gd name="connsiteX244-24127" fmla="*/ 1335590 w 3024845"/>
                <a:gd name="connsiteY244-24128" fmla="*/ 600974 h 1059043"/>
                <a:gd name="connsiteX245-24129" fmla="*/ 1335590 w 3024845"/>
                <a:gd name="connsiteY245-24130" fmla="*/ 616106 h 1059043"/>
                <a:gd name="connsiteX246-24131" fmla="*/ 1339643 w 3024845"/>
                <a:gd name="connsiteY246-24132" fmla="*/ 613945 h 1059043"/>
                <a:gd name="connsiteX247-24133" fmla="*/ 1339643 w 3024845"/>
                <a:gd name="connsiteY247-24134" fmla="*/ 598812 h 1059043"/>
                <a:gd name="connsiteX248-24135" fmla="*/ 1341163 w 3024845"/>
                <a:gd name="connsiteY248-24136" fmla="*/ 598812 h 1059043"/>
                <a:gd name="connsiteX249-24137" fmla="*/ 1351803 w 3024845"/>
                <a:gd name="connsiteY249-24138" fmla="*/ 598812 h 1059043"/>
                <a:gd name="connsiteX250-24139" fmla="*/ 1351803 w 3024845"/>
                <a:gd name="connsiteY250-24140" fmla="*/ 600433 h 1059043"/>
                <a:gd name="connsiteX251-24141" fmla="*/ 1351803 w 3024845"/>
                <a:gd name="connsiteY251-24142" fmla="*/ 611783 h 1059043"/>
                <a:gd name="connsiteX252-24143" fmla="*/ 1382204 w 3024845"/>
                <a:gd name="connsiteY252-24144" fmla="*/ 611783 h 1059043"/>
                <a:gd name="connsiteX253-24145" fmla="*/ 1382204 w 3024845"/>
                <a:gd name="connsiteY253-24146" fmla="*/ 575033 h 1059043"/>
                <a:gd name="connsiteX254-24147" fmla="*/ 1383470 w 3024845"/>
                <a:gd name="connsiteY254-24148" fmla="*/ 575033 h 1059043"/>
                <a:gd name="connsiteX255-24149" fmla="*/ 1392337 w 3024845"/>
                <a:gd name="connsiteY255-24150" fmla="*/ 575033 h 1059043"/>
                <a:gd name="connsiteX256-24151" fmla="*/ 1392337 w 3024845"/>
                <a:gd name="connsiteY256-24152" fmla="*/ 596650 h 1059043"/>
                <a:gd name="connsiteX257-24153" fmla="*/ 1394364 w 3024845"/>
                <a:gd name="connsiteY257-24154" fmla="*/ 564224 h 1059043"/>
                <a:gd name="connsiteX258-24155" fmla="*/ 1416657 w 3024845"/>
                <a:gd name="connsiteY258-24156" fmla="*/ 564224 h 1059043"/>
                <a:gd name="connsiteX259-24157" fmla="*/ 1416657 w 3024845"/>
                <a:gd name="connsiteY259-24158" fmla="*/ 562602 h 1059043"/>
                <a:gd name="connsiteX260-24159" fmla="*/ 1416657 w 3024845"/>
                <a:gd name="connsiteY260-24160" fmla="*/ 551253 h 1059043"/>
                <a:gd name="connsiteX261-24161" fmla="*/ 1417417 w 3024845"/>
                <a:gd name="connsiteY261-24162" fmla="*/ 551253 h 1059043"/>
                <a:gd name="connsiteX262-24163" fmla="*/ 1422737 w 3024845"/>
                <a:gd name="connsiteY262-24164" fmla="*/ 551253 h 1059043"/>
                <a:gd name="connsiteX263-24165" fmla="*/ 1422737 w 3024845"/>
                <a:gd name="connsiteY263-24166" fmla="*/ 549362 h 1059043"/>
                <a:gd name="connsiteX264-24167" fmla="*/ 1422737 w 3024845"/>
                <a:gd name="connsiteY264-24168" fmla="*/ 536121 h 1059043"/>
                <a:gd name="connsiteX265-24169" fmla="*/ 1426791 w 3024845"/>
                <a:gd name="connsiteY265-24170" fmla="*/ 542606 h 1059043"/>
                <a:gd name="connsiteX266-24171" fmla="*/ 1429071 w 3024845"/>
                <a:gd name="connsiteY266-24172" fmla="*/ 542606 h 1059043"/>
                <a:gd name="connsiteX267-24173" fmla="*/ 1445031 w 3024845"/>
                <a:gd name="connsiteY267-24174" fmla="*/ 542606 h 1059043"/>
                <a:gd name="connsiteX268-24175" fmla="*/ 1445031 w 3024845"/>
                <a:gd name="connsiteY268-24176" fmla="*/ 541795 h 1059043"/>
                <a:gd name="connsiteX269-24177" fmla="*/ 1445031 w 3024845"/>
                <a:gd name="connsiteY269-24178" fmla="*/ 536121 h 1059043"/>
                <a:gd name="connsiteX270-24179" fmla="*/ 1445791 w 3024845"/>
                <a:gd name="connsiteY270-24180" fmla="*/ 536121 h 1059043"/>
                <a:gd name="connsiteX271-24181" fmla="*/ 1451111 w 3024845"/>
                <a:gd name="connsiteY271-24182" fmla="*/ 536121 h 1059043"/>
                <a:gd name="connsiteX272-24183" fmla="*/ 1451111 w 3024845"/>
                <a:gd name="connsiteY272-24184" fmla="*/ 537472 h 1059043"/>
                <a:gd name="connsiteX273-24185" fmla="*/ 1451111 w 3024845"/>
                <a:gd name="connsiteY273-24186" fmla="*/ 546930 h 1059043"/>
                <a:gd name="connsiteX274-24187" fmla="*/ 1489618 w 3024845"/>
                <a:gd name="connsiteY274-24188" fmla="*/ 546930 h 1059043"/>
                <a:gd name="connsiteX275-24189" fmla="*/ 1489618 w 3024845"/>
                <a:gd name="connsiteY275-24190" fmla="*/ 685283 h 1059043"/>
                <a:gd name="connsiteX276-24191" fmla="*/ 1491138 w 3024845"/>
                <a:gd name="connsiteY276-24192" fmla="*/ 685283 h 1059043"/>
                <a:gd name="connsiteX277-24193" fmla="*/ 1501778 w 3024845"/>
                <a:gd name="connsiteY277-24194" fmla="*/ 685283 h 1059043"/>
                <a:gd name="connsiteX278-24195" fmla="*/ 1501778 w 3024845"/>
                <a:gd name="connsiteY278-24196" fmla="*/ 672313 h 1059043"/>
                <a:gd name="connsiteX279-24197" fmla="*/ 1505832 w 3024845"/>
                <a:gd name="connsiteY279-24198" fmla="*/ 672313 h 1059043"/>
                <a:gd name="connsiteX280-24199" fmla="*/ 1505832 w 3024845"/>
                <a:gd name="connsiteY280-24200" fmla="*/ 685283 h 1059043"/>
                <a:gd name="connsiteX281-24201" fmla="*/ 1536232 w 3024845"/>
                <a:gd name="connsiteY281-24202" fmla="*/ 685283 h 1059043"/>
                <a:gd name="connsiteX282-24203" fmla="*/ 1536232 w 3024845"/>
                <a:gd name="connsiteY282-24204" fmla="*/ 655018 h 1059043"/>
                <a:gd name="connsiteX283-24205" fmla="*/ 1548392 w 3024845"/>
                <a:gd name="connsiteY283-24206" fmla="*/ 655018 h 1059043"/>
                <a:gd name="connsiteX284-24207" fmla="*/ 1560552 w 3024845"/>
                <a:gd name="connsiteY284-24208" fmla="*/ 652857 h 1059043"/>
                <a:gd name="connsiteX285-24209" fmla="*/ 1564606 w 3024845"/>
                <a:gd name="connsiteY285-24210" fmla="*/ 655018 h 1059043"/>
                <a:gd name="connsiteX286-24211" fmla="*/ 1574739 w 3024845"/>
                <a:gd name="connsiteY286-24212" fmla="*/ 655018 h 1059043"/>
                <a:gd name="connsiteX287-24213" fmla="*/ 1574739 w 3024845"/>
                <a:gd name="connsiteY287-24214" fmla="*/ 685283 h 1059043"/>
                <a:gd name="connsiteX288-24215" fmla="*/ 1582846 w 3024845"/>
                <a:gd name="connsiteY288-24216" fmla="*/ 685283 h 1059043"/>
                <a:gd name="connsiteX289-24217" fmla="*/ 1582846 w 3024845"/>
                <a:gd name="connsiteY289-24218" fmla="*/ 702578 h 1059043"/>
                <a:gd name="connsiteX290-24219" fmla="*/ 1592182 w 3024845"/>
                <a:gd name="connsiteY290-24220" fmla="*/ 703483 h 1059043"/>
                <a:gd name="connsiteX291-24221" fmla="*/ 1605140 w 3024845"/>
                <a:gd name="connsiteY291-24222" fmla="*/ 703483 h 1059043"/>
                <a:gd name="connsiteX292-24223" fmla="*/ 1605140 w 3024845"/>
                <a:gd name="connsiteY292-24224" fmla="*/ 687445 h 1059043"/>
                <a:gd name="connsiteX293-24225" fmla="*/ 1673096 w 3024845"/>
                <a:gd name="connsiteY293-24226" fmla="*/ 687445 h 1059043"/>
                <a:gd name="connsiteX294-24227" fmla="*/ 1673096 w 3024845"/>
                <a:gd name="connsiteY294-24228" fmla="*/ 602192 h 1059043"/>
                <a:gd name="connsiteX295-24229" fmla="*/ 1745104 w 3024845"/>
                <a:gd name="connsiteY295-24230" fmla="*/ 602192 h 1059043"/>
                <a:gd name="connsiteX296-24231" fmla="*/ 1745104 w 3024845"/>
                <a:gd name="connsiteY296-24232" fmla="*/ 680960 h 1059043"/>
                <a:gd name="connsiteX297-24233" fmla="*/ 1747008 w 3024845"/>
                <a:gd name="connsiteY297-24234" fmla="*/ 680960 h 1059043"/>
                <a:gd name="connsiteX298-24235" fmla="*/ 1748250 w 3024845"/>
                <a:gd name="connsiteY298-24236" fmla="*/ 703483 h 1059043"/>
                <a:gd name="connsiteX299-24237" fmla="*/ 1757926 w 3024845"/>
                <a:gd name="connsiteY299-24238" fmla="*/ 703483 h 1059043"/>
                <a:gd name="connsiteX300-24239" fmla="*/ 1759168 w 3024845"/>
                <a:gd name="connsiteY300-24240" fmla="*/ 680960 h 1059043"/>
                <a:gd name="connsiteX301-24241" fmla="*/ 1765248 w 3024845"/>
                <a:gd name="connsiteY301-24242" fmla="*/ 680960 h 1059043"/>
                <a:gd name="connsiteX302-24243" fmla="*/ 1766490 w 3024845"/>
                <a:gd name="connsiteY302-24244" fmla="*/ 703483 h 1059043"/>
                <a:gd name="connsiteX303-24245" fmla="*/ 1817112 w 3024845"/>
                <a:gd name="connsiteY303-24246" fmla="*/ 703483 h 1059043"/>
                <a:gd name="connsiteX304-24247" fmla="*/ 1817112 w 3024845"/>
                <a:gd name="connsiteY304-24248" fmla="*/ 540455 h 1059043"/>
                <a:gd name="connsiteX305-24249" fmla="*/ 2014439 w 3024845"/>
                <a:gd name="connsiteY305-24250" fmla="*/ 540455 h 1059043"/>
                <a:gd name="connsiteX306-24251" fmla="*/ 2014439 w 3024845"/>
                <a:gd name="connsiteY306-24252" fmla="*/ 703483 h 1059043"/>
                <a:gd name="connsiteX307-24253" fmla="*/ 2033136 w 3024845"/>
                <a:gd name="connsiteY307-24254" fmla="*/ 703483 h 1059043"/>
                <a:gd name="connsiteX308-24255" fmla="*/ 2033136 w 3024845"/>
                <a:gd name="connsiteY308-24256" fmla="*/ 620790 h 1059043"/>
                <a:gd name="connsiteX309-24257" fmla="*/ 2128256 w 3024845"/>
                <a:gd name="connsiteY309-24258" fmla="*/ 620790 h 1059043"/>
                <a:gd name="connsiteX310-24259" fmla="*/ 2128026 w 3024845"/>
                <a:gd name="connsiteY310-24260" fmla="*/ 281031 h 1059043"/>
                <a:gd name="connsiteX311-24261" fmla="*/ 2121946 w 3024845"/>
                <a:gd name="connsiteY311-24262" fmla="*/ 276707 h 1059043"/>
                <a:gd name="connsiteX312-24263" fmla="*/ 2130053 w 3024845"/>
                <a:gd name="connsiteY312-24264" fmla="*/ 252928 h 1059043"/>
                <a:gd name="connsiteX313-24265" fmla="*/ 2130053 w 3024845"/>
                <a:gd name="connsiteY313-24266" fmla="*/ 235634 h 1059043"/>
                <a:gd name="connsiteX314-24267" fmla="*/ 2144240 w 3024845"/>
                <a:gd name="connsiteY314-24268" fmla="*/ 235634 h 1059043"/>
                <a:gd name="connsiteX315-24269" fmla="*/ 2144240 w 3024845"/>
                <a:gd name="connsiteY315-24270" fmla="*/ 214016 h 1059043"/>
                <a:gd name="connsiteX316-24271" fmla="*/ 2146266 w 3024845"/>
                <a:gd name="connsiteY316-24272" fmla="*/ 131868 h 1059043"/>
                <a:gd name="connsiteX317-24273" fmla="*/ 2144240 w 3024845"/>
                <a:gd name="connsiteY317-24274" fmla="*/ 125383 h 1059043"/>
                <a:gd name="connsiteX318-24275" fmla="*/ 2150320 w 3024845"/>
                <a:gd name="connsiteY318-24276" fmla="*/ 118897 h 1059043"/>
                <a:gd name="connsiteX319-24277" fmla="*/ 2150320 w 3024845"/>
                <a:gd name="connsiteY319-24278" fmla="*/ 60529 h 1059043"/>
                <a:gd name="connsiteX320-24279" fmla="*/ 2152346 w 3024845"/>
                <a:gd name="connsiteY320-24280" fmla="*/ 56206 h 1059043"/>
                <a:gd name="connsiteX321-24281" fmla="*/ 2152346 w 3024845"/>
                <a:gd name="connsiteY321-24282" fmla="*/ 0 h 1059043"/>
                <a:gd name="connsiteX322-24283" fmla="*/ 2162480 w 3024845"/>
                <a:gd name="connsiteY322-24284" fmla="*/ 118897 h 1059043"/>
                <a:gd name="connsiteX323-24285" fmla="*/ 2168560 w 3024845"/>
                <a:gd name="connsiteY323-24286" fmla="*/ 125383 h 1059043"/>
                <a:gd name="connsiteX324-24287" fmla="*/ 2166533 w 3024845"/>
                <a:gd name="connsiteY324-24288" fmla="*/ 131868 h 1059043"/>
                <a:gd name="connsiteX325-24289" fmla="*/ 2180720 w 3024845"/>
                <a:gd name="connsiteY325-24290" fmla="*/ 555577 h 1059043"/>
                <a:gd name="connsiteX326-24291" fmla="*/ 2245574 w 3024845"/>
                <a:gd name="connsiteY326-24292" fmla="*/ 555577 h 1059043"/>
                <a:gd name="connsiteX327-24293" fmla="*/ 2245574 w 3024845"/>
                <a:gd name="connsiteY327-24294" fmla="*/ 631239 h 1059043"/>
                <a:gd name="connsiteX328-24295" fmla="*/ 2253681 w 3024845"/>
                <a:gd name="connsiteY328-24296" fmla="*/ 631239 h 1059043"/>
                <a:gd name="connsiteX329-24297" fmla="*/ 2255708 w 3024845"/>
                <a:gd name="connsiteY329-24298" fmla="*/ 624754 h 1059043"/>
                <a:gd name="connsiteX330-24299" fmla="*/ 2261788 w 3024845"/>
                <a:gd name="connsiteY330-24300" fmla="*/ 624754 h 1059043"/>
                <a:gd name="connsiteX331-24301" fmla="*/ 2263815 w 3024845"/>
                <a:gd name="connsiteY331-24302" fmla="*/ 633401 h 1059043"/>
                <a:gd name="connsiteX332-24303" fmla="*/ 2275975 w 3024845"/>
                <a:gd name="connsiteY332-24304" fmla="*/ 633401 h 1059043"/>
                <a:gd name="connsiteX333-24305" fmla="*/ 2275975 w 3024845"/>
                <a:gd name="connsiteY333-24306" fmla="*/ 626915 h 1059043"/>
                <a:gd name="connsiteX334-24307" fmla="*/ 2298268 w 3024845"/>
                <a:gd name="connsiteY334-24308" fmla="*/ 626915 h 1059043"/>
                <a:gd name="connsiteX335-24309" fmla="*/ 2298268 w 3024845"/>
                <a:gd name="connsiteY335-24310" fmla="*/ 633401 h 1059043"/>
                <a:gd name="connsiteX336-24311" fmla="*/ 2318535 w 3024845"/>
                <a:gd name="connsiteY336-24312" fmla="*/ 633401 h 1059043"/>
                <a:gd name="connsiteX337-24313" fmla="*/ 2318535 w 3024845"/>
                <a:gd name="connsiteY337-24314" fmla="*/ 678798 h 1059043"/>
                <a:gd name="connsiteX338-24315" fmla="*/ 2332722 w 3024845"/>
                <a:gd name="connsiteY338-24316" fmla="*/ 678798 h 1059043"/>
                <a:gd name="connsiteX339-24317" fmla="*/ 2332722 w 3024845"/>
                <a:gd name="connsiteY339-24318" fmla="*/ 665827 h 1059043"/>
                <a:gd name="connsiteX340-24319" fmla="*/ 2348936 w 3024845"/>
                <a:gd name="connsiteY340-24320" fmla="*/ 665827 h 1059043"/>
                <a:gd name="connsiteX341-24321" fmla="*/ 2348936 w 3024845"/>
                <a:gd name="connsiteY341-24322" fmla="*/ 486400 h 1059043"/>
                <a:gd name="connsiteX342-24323" fmla="*/ 2355016 w 3024845"/>
                <a:gd name="connsiteY342-24324" fmla="*/ 479914 h 1059043"/>
                <a:gd name="connsiteX343-24325" fmla="*/ 2427977 w 3024845"/>
                <a:gd name="connsiteY343-24326" fmla="*/ 479914 h 1059043"/>
                <a:gd name="connsiteX344-24327" fmla="*/ 2427977 w 3024845"/>
                <a:gd name="connsiteY344-24328" fmla="*/ 488562 h 1059043"/>
                <a:gd name="connsiteX345-24329" fmla="*/ 2438110 w 3024845"/>
                <a:gd name="connsiteY345-24330" fmla="*/ 488562 h 1059043"/>
                <a:gd name="connsiteX346-24331" fmla="*/ 2438110 w 3024845"/>
                <a:gd name="connsiteY346-24332" fmla="*/ 603136 h 1059043"/>
                <a:gd name="connsiteX347-24333" fmla="*/ 2460404 w 3024845"/>
                <a:gd name="connsiteY347-24334" fmla="*/ 603136 h 1059043"/>
                <a:gd name="connsiteX348-24335" fmla="*/ 2460404 w 3024845"/>
                <a:gd name="connsiteY348-24336" fmla="*/ 536121 h 1059043"/>
                <a:gd name="connsiteX349-24337" fmla="*/ 2486751 w 3024845"/>
                <a:gd name="connsiteY349-24338" fmla="*/ 536121 h 1059043"/>
                <a:gd name="connsiteX350-24339" fmla="*/ 2490804 w 3024845"/>
                <a:gd name="connsiteY350-24340" fmla="*/ 531797 h 1059043"/>
                <a:gd name="connsiteX351-24341" fmla="*/ 2498911 w 3024845"/>
                <a:gd name="connsiteY351-24342" fmla="*/ 531797 h 1059043"/>
                <a:gd name="connsiteX352-24343" fmla="*/ 2502964 w 3024845"/>
                <a:gd name="connsiteY352-24344" fmla="*/ 536121 h 1059043"/>
                <a:gd name="connsiteX353-24345" fmla="*/ 2525258 w 3024845"/>
                <a:gd name="connsiteY353-24346" fmla="*/ 536121 h 1059043"/>
                <a:gd name="connsiteX354-24347" fmla="*/ 2525258 w 3024845"/>
                <a:gd name="connsiteY354-24348" fmla="*/ 419385 h 1059043"/>
                <a:gd name="connsiteX355-24349" fmla="*/ 2582005 w 3024845"/>
                <a:gd name="connsiteY355-24350" fmla="*/ 408576 h 1059043"/>
                <a:gd name="connsiteX356-24351" fmla="*/ 2582005 w 3024845"/>
                <a:gd name="connsiteY356-24352" fmla="*/ 409657 h 1059043"/>
                <a:gd name="connsiteX357-24353" fmla="*/ 2582005 w 3024845"/>
                <a:gd name="connsiteY357-24354" fmla="*/ 417223 h 1059043"/>
                <a:gd name="connsiteX358-24355" fmla="*/ 2608352 w 3024845"/>
                <a:gd name="connsiteY358-24356" fmla="*/ 417223 h 1059043"/>
                <a:gd name="connsiteX359-24357" fmla="*/ 2608352 w 3024845"/>
                <a:gd name="connsiteY359-24358" fmla="*/ 672313 h 1059043"/>
                <a:gd name="connsiteX360-24359" fmla="*/ 2630646 w 3024845"/>
                <a:gd name="connsiteY360-24360" fmla="*/ 672313 h 1059043"/>
                <a:gd name="connsiteX361-24361" fmla="*/ 2630646 w 3024845"/>
                <a:gd name="connsiteY361-24362" fmla="*/ 667989 h 1059043"/>
                <a:gd name="connsiteX362-24363" fmla="*/ 2642806 w 3024845"/>
                <a:gd name="connsiteY362-24364" fmla="*/ 667989 h 1059043"/>
                <a:gd name="connsiteX363-24365" fmla="*/ 2642806 w 3024845"/>
                <a:gd name="connsiteY363-24366" fmla="*/ 672313 h 1059043"/>
                <a:gd name="connsiteX364-24367" fmla="*/ 2667126 w 3024845"/>
                <a:gd name="connsiteY364-24368" fmla="*/ 672313 h 1059043"/>
                <a:gd name="connsiteX365-24369" fmla="*/ 2667126 w 3024845"/>
                <a:gd name="connsiteY365-24370" fmla="*/ 659342 h 1059043"/>
                <a:gd name="connsiteX366-24371" fmla="*/ 2695500 w 3024845"/>
                <a:gd name="connsiteY366-24372" fmla="*/ 659342 h 1059043"/>
                <a:gd name="connsiteX367-24373" fmla="*/ 2707660 w 3024845"/>
                <a:gd name="connsiteY367-24374" fmla="*/ 655018 h 1059043"/>
                <a:gd name="connsiteX368-24375" fmla="*/ 2727927 w 3024845"/>
                <a:gd name="connsiteY368-24376" fmla="*/ 659342 h 1059043"/>
                <a:gd name="connsiteX369-24377" fmla="*/ 2727927 w 3024845"/>
                <a:gd name="connsiteY369-24378" fmla="*/ 642048 h 1059043"/>
                <a:gd name="connsiteX370-24379" fmla="*/ 2736034 w 3024845"/>
                <a:gd name="connsiteY370-24380" fmla="*/ 642048 h 1059043"/>
                <a:gd name="connsiteX371-24381" fmla="*/ 2736034 w 3024845"/>
                <a:gd name="connsiteY371-24382" fmla="*/ 629077 h 1059043"/>
                <a:gd name="connsiteX372-24383" fmla="*/ 2792781 w 3024845"/>
                <a:gd name="connsiteY372-24384" fmla="*/ 629077 h 1059043"/>
                <a:gd name="connsiteX373-24385" fmla="*/ 2792781 w 3024845"/>
                <a:gd name="connsiteY373-24386" fmla="*/ 598812 h 1059043"/>
                <a:gd name="connsiteX374-24387" fmla="*/ 2811021 w 3024845"/>
                <a:gd name="connsiteY374-24388" fmla="*/ 598812 h 1059043"/>
                <a:gd name="connsiteX375-24389" fmla="*/ 2811021 w 3024845"/>
                <a:gd name="connsiteY375-24390" fmla="*/ 592327 h 1059043"/>
                <a:gd name="connsiteX376-24391" fmla="*/ 2823181 w 3024845"/>
                <a:gd name="connsiteY376-24392" fmla="*/ 592327 h 1059043"/>
                <a:gd name="connsiteX377-24393" fmla="*/ 2823181 w 3024845"/>
                <a:gd name="connsiteY377-24394" fmla="*/ 598812 h 1059043"/>
                <a:gd name="connsiteX378-24395" fmla="*/ 2839395 w 3024845"/>
                <a:gd name="connsiteY378-24396" fmla="*/ 598812 h 1059043"/>
                <a:gd name="connsiteX379-24397" fmla="*/ 2839395 w 3024845"/>
                <a:gd name="connsiteY379-24398" fmla="*/ 648533 h 1059043"/>
                <a:gd name="connsiteX380-24399" fmla="*/ 2871822 w 3024845"/>
                <a:gd name="connsiteY380-24400" fmla="*/ 648533 h 1059043"/>
                <a:gd name="connsiteX381-24401" fmla="*/ 2871822 w 3024845"/>
                <a:gd name="connsiteY381-24402" fmla="*/ 622592 h 1059043"/>
                <a:gd name="connsiteX382-24403" fmla="*/ 2910329 w 3024845"/>
                <a:gd name="connsiteY382-24404" fmla="*/ 622592 h 1059043"/>
                <a:gd name="connsiteX383-24405" fmla="*/ 2910329 w 3024845"/>
                <a:gd name="connsiteY383-24406" fmla="*/ 592327 h 1059043"/>
                <a:gd name="connsiteX384-24407" fmla="*/ 2958970 w 3024845"/>
                <a:gd name="connsiteY384-24408" fmla="*/ 592327 h 1059043"/>
                <a:gd name="connsiteX385-24409" fmla="*/ 2958970 w 3024845"/>
                <a:gd name="connsiteY385-24410" fmla="*/ 703483 h 1059043"/>
                <a:gd name="connsiteX386-24411" fmla="*/ 2958970 w 3024845"/>
                <a:gd name="connsiteY386-24412" fmla="*/ 717262 h 1059043"/>
                <a:gd name="connsiteX387-24413" fmla="*/ 3024845 w 3024845"/>
                <a:gd name="connsiteY387-24414" fmla="*/ 717262 h 1059043"/>
                <a:gd name="connsiteX388-24415" fmla="*/ 3024845 w 3024845"/>
                <a:gd name="connsiteY388-24416" fmla="*/ 1059043 h 1059043"/>
                <a:gd name="connsiteX389-24417" fmla="*/ 2054 w 3024845"/>
                <a:gd name="connsiteY389-24418" fmla="*/ 1056710 h 1059043"/>
                <a:gd name="connsiteX390-24419" fmla="*/ 0 w 3024845"/>
                <a:gd name="connsiteY390-24420" fmla="*/ 622592 h 1059043"/>
                <a:gd name="connsiteX391-24421" fmla="*/ 20267 w 3024845"/>
                <a:gd name="connsiteY391-24422" fmla="*/ 622592 h 1059043"/>
                <a:gd name="connsiteX392-24423" fmla="*/ 20774 w 3024845"/>
                <a:gd name="connsiteY392-24424" fmla="*/ 621511 h 1059043"/>
                <a:gd name="connsiteX393-24425" fmla="*/ 24320 w 3024845"/>
                <a:gd name="connsiteY393-24426" fmla="*/ 613945 h 1059043"/>
                <a:gd name="connsiteX394-24427" fmla="*/ 26094 w 3024845"/>
                <a:gd name="connsiteY394-24428" fmla="*/ 614215 h 1059043"/>
                <a:gd name="connsiteX395-24429" fmla="*/ 38507 w 3024845"/>
                <a:gd name="connsiteY395-24430" fmla="*/ 616106 h 1059043"/>
                <a:gd name="connsiteX396-24431" fmla="*/ 39014 w 3024845"/>
                <a:gd name="connsiteY396-24432" fmla="*/ 617458 h 1059043"/>
                <a:gd name="connsiteX397-24433" fmla="*/ 42560 w 3024845"/>
                <a:gd name="connsiteY397-24434" fmla="*/ 626915 h 1059043"/>
                <a:gd name="connsiteX398-24435" fmla="*/ 68907 w 3024845"/>
                <a:gd name="connsiteY398-24436" fmla="*/ 629077 h 1059043"/>
                <a:gd name="connsiteX399-24437" fmla="*/ 68907 w 3024845"/>
                <a:gd name="connsiteY399-24438" fmla="*/ 505856 h 1059043"/>
                <a:gd name="connsiteX400-24439" fmla="*/ 70934 w 3024845"/>
                <a:gd name="connsiteY400-24440" fmla="*/ 505856 h 1059043"/>
                <a:gd name="connsiteX401-24441" fmla="*/ 85121 w 3024845"/>
                <a:gd name="connsiteY401-24442" fmla="*/ 505856 h 1059043"/>
                <a:gd name="connsiteX402-24443" fmla="*/ 85121 w 3024845"/>
                <a:gd name="connsiteY402-24444" fmla="*/ 369664 h 1059043"/>
                <a:gd name="connsiteX403-24445" fmla="*/ 86894 w 3024845"/>
                <a:gd name="connsiteY403-24446" fmla="*/ 369664 h 1059043"/>
                <a:gd name="connsiteX404-24447" fmla="*/ 99308 w 3024845"/>
                <a:gd name="connsiteY404-24448" fmla="*/ 369664 h 1059043"/>
                <a:gd name="connsiteX405-24449" fmla="*/ 99308 w 3024845"/>
                <a:gd name="connsiteY405-24450" fmla="*/ 255090 h 1059043"/>
                <a:gd name="connsiteX406-24451" fmla="*/ 103361 w 3024845"/>
                <a:gd name="connsiteY406-24452" fmla="*/ 226986 h 1059043"/>
                <a:gd name="connsiteX407-24453" fmla="*/ 105388 w 3024845"/>
                <a:gd name="connsiteY407-24454" fmla="*/ 226986 h 1059043"/>
                <a:gd name="connsiteX408-24455" fmla="*/ 119575 w 3024845"/>
                <a:gd name="connsiteY408-24456" fmla="*/ 226986 h 1059043"/>
                <a:gd name="connsiteX0-24457" fmla="*/ 119575 w 3024845"/>
                <a:gd name="connsiteY0-24458" fmla="*/ 226986 h 1059043"/>
                <a:gd name="connsiteX1-24459" fmla="*/ 200642 w 3024845"/>
                <a:gd name="connsiteY1-24460" fmla="*/ 224825 h 1059043"/>
                <a:gd name="connsiteX2-24461" fmla="*/ 202669 w 3024845"/>
                <a:gd name="connsiteY2-24462" fmla="*/ 224825 h 1059043"/>
                <a:gd name="connsiteX3-24463" fmla="*/ 216856 w 3024845"/>
                <a:gd name="connsiteY3-24464" fmla="*/ 224825 h 1059043"/>
                <a:gd name="connsiteX4-24465" fmla="*/ 216856 w 3024845"/>
                <a:gd name="connsiteY4-24466" fmla="*/ 248604 h 1059043"/>
                <a:gd name="connsiteX5-24467" fmla="*/ 217363 w 3024845"/>
                <a:gd name="connsiteY5-24468" fmla="*/ 249415 h 1059043"/>
                <a:gd name="connsiteX6-24469" fmla="*/ 220909 w 3024845"/>
                <a:gd name="connsiteY6-24470" fmla="*/ 255090 h 1059043"/>
                <a:gd name="connsiteX7-24471" fmla="*/ 220909 w 3024845"/>
                <a:gd name="connsiteY7-24472" fmla="*/ 369664 h 1059043"/>
                <a:gd name="connsiteX8-24473" fmla="*/ 223189 w 3024845"/>
                <a:gd name="connsiteY8-24474" fmla="*/ 369664 h 1059043"/>
                <a:gd name="connsiteX9-24475" fmla="*/ 239150 w 3024845"/>
                <a:gd name="connsiteY9-24476" fmla="*/ 369664 h 1059043"/>
                <a:gd name="connsiteX10-24477" fmla="*/ 239150 w 3024845"/>
                <a:gd name="connsiteY10-24478" fmla="*/ 510179 h 1059043"/>
                <a:gd name="connsiteX11-24479" fmla="*/ 240670 w 3024845"/>
                <a:gd name="connsiteY11-24480" fmla="*/ 509909 h 1059043"/>
                <a:gd name="connsiteX12-24481" fmla="*/ 251310 w 3024845"/>
                <a:gd name="connsiteY12-24482" fmla="*/ 508018 h 1059043"/>
                <a:gd name="connsiteX13-24483" fmla="*/ 249283 w 3024845"/>
                <a:gd name="connsiteY13-24484" fmla="*/ 596650 h 1059043"/>
                <a:gd name="connsiteX14-24485" fmla="*/ 250803 w 3024845"/>
                <a:gd name="connsiteY14-24486" fmla="*/ 596921 h 1059043"/>
                <a:gd name="connsiteX15-24487" fmla="*/ 261443 w 3024845"/>
                <a:gd name="connsiteY15-24488" fmla="*/ 598812 h 1059043"/>
                <a:gd name="connsiteX16-24489" fmla="*/ 261696 w 3024845"/>
                <a:gd name="connsiteY16-24490" fmla="*/ 599623 h 1059043"/>
                <a:gd name="connsiteX17-24491" fmla="*/ 263470 w 3024845"/>
                <a:gd name="connsiteY17-24492" fmla="*/ 605298 h 1059043"/>
                <a:gd name="connsiteX18-24493" fmla="*/ 264230 w 3024845"/>
                <a:gd name="connsiteY18-24494" fmla="*/ 602866 h 1059043"/>
                <a:gd name="connsiteX19-24495" fmla="*/ 269550 w 3024845"/>
                <a:gd name="connsiteY19-24496" fmla="*/ 585842 h 1059043"/>
                <a:gd name="connsiteX20-24497" fmla="*/ 271323 w 3024845"/>
                <a:gd name="connsiteY20-24498" fmla="*/ 585842 h 1059043"/>
                <a:gd name="connsiteX21-24499" fmla="*/ 283737 w 3024845"/>
                <a:gd name="connsiteY21-24500" fmla="*/ 585842 h 1059043"/>
                <a:gd name="connsiteX22-24501" fmla="*/ 283737 w 3024845"/>
                <a:gd name="connsiteY22-24502" fmla="*/ 618268 h 1059043"/>
                <a:gd name="connsiteX23-24503" fmla="*/ 284750 w 3024845"/>
                <a:gd name="connsiteY23-24504" fmla="*/ 618809 h 1059043"/>
                <a:gd name="connsiteX24-24505" fmla="*/ 291844 w 3024845"/>
                <a:gd name="connsiteY24-24506" fmla="*/ 622592 h 1059043"/>
                <a:gd name="connsiteX25-24507" fmla="*/ 291844 w 3024845"/>
                <a:gd name="connsiteY25-24508" fmla="*/ 623943 h 1059043"/>
                <a:gd name="connsiteX26-24509" fmla="*/ 291844 w 3024845"/>
                <a:gd name="connsiteY26-24510" fmla="*/ 633401 h 1059043"/>
                <a:gd name="connsiteX27-24511" fmla="*/ 336431 w 3024845"/>
                <a:gd name="connsiteY27-24512" fmla="*/ 633401 h 1059043"/>
                <a:gd name="connsiteX28-24513" fmla="*/ 336431 w 3024845"/>
                <a:gd name="connsiteY28-24514" fmla="*/ 634482 h 1059043"/>
                <a:gd name="connsiteX29-24515" fmla="*/ 336431 w 3024845"/>
                <a:gd name="connsiteY29-24516" fmla="*/ 642048 h 1059043"/>
                <a:gd name="connsiteX30-24517" fmla="*/ 338457 w 3024845"/>
                <a:gd name="connsiteY30-24518" fmla="*/ 642048 h 1059043"/>
                <a:gd name="connsiteX31-24519" fmla="*/ 352644 w 3024845"/>
                <a:gd name="connsiteY31-24520" fmla="*/ 642048 h 1059043"/>
                <a:gd name="connsiteX32-24521" fmla="*/ 352644 w 3024845"/>
                <a:gd name="connsiteY32-24522" fmla="*/ 611783 h 1059043"/>
                <a:gd name="connsiteX33-24523" fmla="*/ 397231 w 3024845"/>
                <a:gd name="connsiteY33-24524" fmla="*/ 611783 h 1059043"/>
                <a:gd name="connsiteX34-24525" fmla="*/ 397231 w 3024845"/>
                <a:gd name="connsiteY34-24526" fmla="*/ 610432 h 1059043"/>
                <a:gd name="connsiteX35-24527" fmla="*/ 397231 w 3024845"/>
                <a:gd name="connsiteY35-24528" fmla="*/ 600974 h 1059043"/>
                <a:gd name="connsiteX36-24529" fmla="*/ 398245 w 3024845"/>
                <a:gd name="connsiteY36-24530" fmla="*/ 600974 h 1059043"/>
                <a:gd name="connsiteX37-24531" fmla="*/ 405338 w 3024845"/>
                <a:gd name="connsiteY37-24532" fmla="*/ 600974 h 1059043"/>
                <a:gd name="connsiteX38-24533" fmla="*/ 405338 w 3024845"/>
                <a:gd name="connsiteY38-24534" fmla="*/ 599083 h 1059043"/>
                <a:gd name="connsiteX39-24535" fmla="*/ 405338 w 3024845"/>
                <a:gd name="connsiteY39-24536" fmla="*/ 585842 h 1059043"/>
                <a:gd name="connsiteX40-24537" fmla="*/ 406098 w 3024845"/>
                <a:gd name="connsiteY40-24538" fmla="*/ 585842 h 1059043"/>
                <a:gd name="connsiteX41-24539" fmla="*/ 411418 w 3024845"/>
                <a:gd name="connsiteY41-24540" fmla="*/ 585842 h 1059043"/>
                <a:gd name="connsiteX42-24541" fmla="*/ 411418 w 3024845"/>
                <a:gd name="connsiteY42-24542" fmla="*/ 584761 h 1059043"/>
                <a:gd name="connsiteX43-24543" fmla="*/ 411418 w 3024845"/>
                <a:gd name="connsiteY43-24544" fmla="*/ 577194 h 1059043"/>
                <a:gd name="connsiteX44-24545" fmla="*/ 413445 w 3024845"/>
                <a:gd name="connsiteY44-24546" fmla="*/ 577194 h 1059043"/>
                <a:gd name="connsiteX45-24547" fmla="*/ 427632 w 3024845"/>
                <a:gd name="connsiteY45-24548" fmla="*/ 577194 h 1059043"/>
                <a:gd name="connsiteX46-24549" fmla="*/ 427632 w 3024845"/>
                <a:gd name="connsiteY46-24550" fmla="*/ 578275 h 1059043"/>
                <a:gd name="connsiteX47-24551" fmla="*/ 427632 w 3024845"/>
                <a:gd name="connsiteY47-24552" fmla="*/ 585842 h 1059043"/>
                <a:gd name="connsiteX48-24553" fmla="*/ 449925 w 3024845"/>
                <a:gd name="connsiteY48-24554" fmla="*/ 585842 h 1059043"/>
                <a:gd name="connsiteX49-24555" fmla="*/ 449925 w 3024845"/>
                <a:gd name="connsiteY49-24556" fmla="*/ 583950 h 1059043"/>
                <a:gd name="connsiteX50-24557" fmla="*/ 449925 w 3024845"/>
                <a:gd name="connsiteY50-24558" fmla="*/ 570709 h 1059043"/>
                <a:gd name="connsiteX51-24559" fmla="*/ 451699 w 3024845"/>
                <a:gd name="connsiteY51-24560" fmla="*/ 570709 h 1059043"/>
                <a:gd name="connsiteX52-24561" fmla="*/ 464112 w 3024845"/>
                <a:gd name="connsiteY52-24562" fmla="*/ 570709 h 1059043"/>
                <a:gd name="connsiteX53-24563" fmla="*/ 464112 w 3024845"/>
                <a:gd name="connsiteY53-24564" fmla="*/ 594489 h 1059043"/>
                <a:gd name="connsiteX54-24565" fmla="*/ 465126 w 3024845"/>
                <a:gd name="connsiteY54-24566" fmla="*/ 594489 h 1059043"/>
                <a:gd name="connsiteX55-24567" fmla="*/ 472219 w 3024845"/>
                <a:gd name="connsiteY55-24568" fmla="*/ 594489 h 1059043"/>
                <a:gd name="connsiteX56-24569" fmla="*/ 472219 w 3024845"/>
                <a:gd name="connsiteY56-24570" fmla="*/ 593408 h 1059043"/>
                <a:gd name="connsiteX57-24571" fmla="*/ 472219 w 3024845"/>
                <a:gd name="connsiteY57-24572" fmla="*/ 585842 h 1059043"/>
                <a:gd name="connsiteX58-24573" fmla="*/ 473992 w 3024845"/>
                <a:gd name="connsiteY58-24574" fmla="*/ 585842 h 1059043"/>
                <a:gd name="connsiteX59-24575" fmla="*/ 486406 w 3024845"/>
                <a:gd name="connsiteY59-24576" fmla="*/ 585842 h 1059043"/>
                <a:gd name="connsiteX60-24577" fmla="*/ 486406 w 3024845"/>
                <a:gd name="connsiteY60-24578" fmla="*/ 611783 h 1059043"/>
                <a:gd name="connsiteX61-24579" fmla="*/ 488433 w 3024845"/>
                <a:gd name="connsiteY61-24580" fmla="*/ 611783 h 1059043"/>
                <a:gd name="connsiteX62-24581" fmla="*/ 502619 w 3024845"/>
                <a:gd name="connsiteY62-24582" fmla="*/ 611783 h 1059043"/>
                <a:gd name="connsiteX63-24583" fmla="*/ 502619 w 3024845"/>
                <a:gd name="connsiteY63-24584" fmla="*/ 613404 h 1059043"/>
                <a:gd name="connsiteX64-24585" fmla="*/ 502619 w 3024845"/>
                <a:gd name="connsiteY64-24586" fmla="*/ 624754 h 1059043"/>
                <a:gd name="connsiteX65-24587" fmla="*/ 503379 w 3024845"/>
                <a:gd name="connsiteY65-24588" fmla="*/ 624754 h 1059043"/>
                <a:gd name="connsiteX66-24589" fmla="*/ 508700 w 3024845"/>
                <a:gd name="connsiteY66-24590" fmla="*/ 624754 h 1059043"/>
                <a:gd name="connsiteX67-24591" fmla="*/ 508700 w 3024845"/>
                <a:gd name="connsiteY67-24592" fmla="*/ 623943 h 1059043"/>
                <a:gd name="connsiteX68-24593" fmla="*/ 508700 w 3024845"/>
                <a:gd name="connsiteY68-24594" fmla="*/ 618268 h 1059043"/>
                <a:gd name="connsiteX69-24595" fmla="*/ 539100 w 3024845"/>
                <a:gd name="connsiteY69-24596" fmla="*/ 618268 h 1059043"/>
                <a:gd name="connsiteX70-24597" fmla="*/ 539100 w 3024845"/>
                <a:gd name="connsiteY70-24598" fmla="*/ 642048 h 1059043"/>
                <a:gd name="connsiteX71-24599" fmla="*/ 540113 w 3024845"/>
                <a:gd name="connsiteY71-24600" fmla="*/ 642048 h 1059043"/>
                <a:gd name="connsiteX72-24601" fmla="*/ 547207 w 3024845"/>
                <a:gd name="connsiteY72-24602" fmla="*/ 642048 h 1059043"/>
                <a:gd name="connsiteX73-24603" fmla="*/ 547207 w 3024845"/>
                <a:gd name="connsiteY73-24604" fmla="*/ 643129 h 1059043"/>
                <a:gd name="connsiteX74-24605" fmla="*/ 547207 w 3024845"/>
                <a:gd name="connsiteY74-24606" fmla="*/ 650695 h 1059043"/>
                <a:gd name="connsiteX75-24607" fmla="*/ 547967 w 3024845"/>
                <a:gd name="connsiteY75-24608" fmla="*/ 650695 h 1059043"/>
                <a:gd name="connsiteX76-24609" fmla="*/ 553287 w 3024845"/>
                <a:gd name="connsiteY76-24610" fmla="*/ 650695 h 1059043"/>
                <a:gd name="connsiteX77-24611" fmla="*/ 553287 w 3024845"/>
                <a:gd name="connsiteY77-24612" fmla="*/ 648533 h 1059043"/>
                <a:gd name="connsiteX78-24613" fmla="*/ 553287 w 3024845"/>
                <a:gd name="connsiteY78-24614" fmla="*/ 633401 h 1059043"/>
                <a:gd name="connsiteX79-24615" fmla="*/ 554300 w 3024845"/>
                <a:gd name="connsiteY79-24616" fmla="*/ 633401 h 1059043"/>
                <a:gd name="connsiteX80-24617" fmla="*/ 561394 w 3024845"/>
                <a:gd name="connsiteY80-24618" fmla="*/ 633401 h 1059043"/>
                <a:gd name="connsiteX81-24619" fmla="*/ 561394 w 3024845"/>
                <a:gd name="connsiteY81-24620" fmla="*/ 634482 h 1059043"/>
                <a:gd name="connsiteX82-24621" fmla="*/ 561394 w 3024845"/>
                <a:gd name="connsiteY82-24622" fmla="*/ 642048 h 1059043"/>
                <a:gd name="connsiteX83-24623" fmla="*/ 566714 w 3024845"/>
                <a:gd name="connsiteY83-24624" fmla="*/ 640055 h 1059043"/>
                <a:gd name="connsiteX84-24625" fmla="*/ 567474 w 3024845"/>
                <a:gd name="connsiteY84-24626" fmla="*/ 639075 h 1059043"/>
                <a:gd name="connsiteX85-24627" fmla="*/ 567474 w 3024845"/>
                <a:gd name="connsiteY85-24628" fmla="*/ 633401 h 1059043"/>
                <a:gd name="connsiteX86-24629" fmla="*/ 605981 w 3024845"/>
                <a:gd name="connsiteY86-24630" fmla="*/ 633401 h 1059043"/>
                <a:gd name="connsiteX87-24631" fmla="*/ 605981 w 3024845"/>
                <a:gd name="connsiteY87-24632" fmla="*/ 657180 h 1059043"/>
                <a:gd name="connsiteX88-24633" fmla="*/ 608007 w 3024845"/>
                <a:gd name="connsiteY88-24634" fmla="*/ 657180 h 1059043"/>
                <a:gd name="connsiteX89-24635" fmla="*/ 622194 w 3024845"/>
                <a:gd name="connsiteY89-24636" fmla="*/ 657180 h 1059043"/>
                <a:gd name="connsiteX90-24637" fmla="*/ 622194 w 3024845"/>
                <a:gd name="connsiteY90-24638" fmla="*/ 658261 h 1059043"/>
                <a:gd name="connsiteX91-24639" fmla="*/ 622194 w 3024845"/>
                <a:gd name="connsiteY91-24640" fmla="*/ 665827 h 1059043"/>
                <a:gd name="connsiteX92-24641" fmla="*/ 623968 w 3024845"/>
                <a:gd name="connsiteY92-24642" fmla="*/ 665827 h 1059043"/>
                <a:gd name="connsiteX93-24643" fmla="*/ 636381 w 3024845"/>
                <a:gd name="connsiteY93-24644" fmla="*/ 665827 h 1059043"/>
                <a:gd name="connsiteX94-24645" fmla="*/ 636381 w 3024845"/>
                <a:gd name="connsiteY94-24646" fmla="*/ 642048 h 1059043"/>
                <a:gd name="connsiteX95-24647" fmla="*/ 637394 w 3024845"/>
                <a:gd name="connsiteY95-24648" fmla="*/ 642048 h 1059043"/>
                <a:gd name="connsiteX96-24649" fmla="*/ 644488 w 3024845"/>
                <a:gd name="connsiteY96-24650" fmla="*/ 642048 h 1059043"/>
                <a:gd name="connsiteX97-24651" fmla="*/ 644488 w 3024845"/>
                <a:gd name="connsiteY97-24652" fmla="*/ 609621 h 1059043"/>
                <a:gd name="connsiteX98-24653" fmla="*/ 645501 w 3024845"/>
                <a:gd name="connsiteY98-24654" fmla="*/ 609621 h 1059043"/>
                <a:gd name="connsiteX99-24655" fmla="*/ 652595 w 3024845"/>
                <a:gd name="connsiteY99-24656" fmla="*/ 609621 h 1059043"/>
                <a:gd name="connsiteX100-24657" fmla="*/ 652595 w 3024845"/>
                <a:gd name="connsiteY100-24658" fmla="*/ 607730 h 1059043"/>
                <a:gd name="connsiteX101-24659" fmla="*/ 652595 w 3024845"/>
                <a:gd name="connsiteY101-24660" fmla="*/ 594489 h 1059043"/>
                <a:gd name="connsiteX102-24661" fmla="*/ 651328 w 3024845"/>
                <a:gd name="connsiteY102-24662" fmla="*/ 592867 h 1059043"/>
                <a:gd name="connsiteX103-24663" fmla="*/ 656648 w 3024845"/>
                <a:gd name="connsiteY103-24664" fmla="*/ 581518 h 1059043"/>
                <a:gd name="connsiteX104-24665" fmla="*/ 664755 w 3024845"/>
                <a:gd name="connsiteY104-24666" fmla="*/ 609621 h 1059043"/>
                <a:gd name="connsiteX105-24667" fmla="*/ 665515 w 3024845"/>
                <a:gd name="connsiteY105-24668" fmla="*/ 609621 h 1059043"/>
                <a:gd name="connsiteX106-24669" fmla="*/ 670835 w 3024845"/>
                <a:gd name="connsiteY106-24670" fmla="*/ 609621 h 1059043"/>
                <a:gd name="connsiteX107-24671" fmla="*/ 670835 w 3024845"/>
                <a:gd name="connsiteY107-24672" fmla="*/ 503694 h 1059043"/>
                <a:gd name="connsiteX108-24673" fmla="*/ 672355 w 3024845"/>
                <a:gd name="connsiteY108-24674" fmla="*/ 503694 h 1059043"/>
                <a:gd name="connsiteX109-24675" fmla="*/ 682995 w 3024845"/>
                <a:gd name="connsiteY109-24676" fmla="*/ 503694 h 1059043"/>
                <a:gd name="connsiteX110-24677" fmla="*/ 682995 w 3024845"/>
                <a:gd name="connsiteY110-24678" fmla="*/ 456135 h 1059043"/>
                <a:gd name="connsiteX111-24679" fmla="*/ 709342 w 3024845"/>
                <a:gd name="connsiteY111-24680" fmla="*/ 456135 h 1059043"/>
                <a:gd name="connsiteX112-24681" fmla="*/ 709342 w 3024845"/>
                <a:gd name="connsiteY112-24682" fmla="*/ 434517 h 1059043"/>
                <a:gd name="connsiteX113-24683" fmla="*/ 743796 w 3024845"/>
                <a:gd name="connsiteY113-24684" fmla="*/ 434517 h 1059043"/>
                <a:gd name="connsiteX114-24685" fmla="*/ 743796 w 3024845"/>
                <a:gd name="connsiteY114-24686" fmla="*/ 436949 h 1059043"/>
                <a:gd name="connsiteX115-24687" fmla="*/ 743796 w 3024845"/>
                <a:gd name="connsiteY115-24688" fmla="*/ 453973 h 1059043"/>
                <a:gd name="connsiteX116-24689" fmla="*/ 746076 w 3024845"/>
                <a:gd name="connsiteY116-24690" fmla="*/ 453973 h 1059043"/>
                <a:gd name="connsiteX117-24691" fmla="*/ 762036 w 3024845"/>
                <a:gd name="connsiteY117-24692" fmla="*/ 453973 h 1059043"/>
                <a:gd name="connsiteX118-24693" fmla="*/ 762036 w 3024845"/>
                <a:gd name="connsiteY118-24694" fmla="*/ 501532 h 1059043"/>
                <a:gd name="connsiteX119-24695" fmla="*/ 763049 w 3024845"/>
                <a:gd name="connsiteY119-24696" fmla="*/ 501532 h 1059043"/>
                <a:gd name="connsiteX120-24697" fmla="*/ 770143 w 3024845"/>
                <a:gd name="connsiteY120-24698" fmla="*/ 501532 h 1059043"/>
                <a:gd name="connsiteX121-24699" fmla="*/ 784330 w 3024845"/>
                <a:gd name="connsiteY121-24700" fmla="*/ 505856 h 1059043"/>
                <a:gd name="connsiteX122-24701" fmla="*/ 784330 w 3024845"/>
                <a:gd name="connsiteY122-24702" fmla="*/ 544768 h 1059043"/>
                <a:gd name="connsiteX123-24703" fmla="*/ 785343 w 3024845"/>
                <a:gd name="connsiteY123-24704" fmla="*/ 544768 h 1059043"/>
                <a:gd name="connsiteX124-24705" fmla="*/ 792436 w 3024845"/>
                <a:gd name="connsiteY124-24706" fmla="*/ 544768 h 1059043"/>
                <a:gd name="connsiteX125-24707" fmla="*/ 792436 w 3024845"/>
                <a:gd name="connsiteY125-24708" fmla="*/ 546389 h 1059043"/>
                <a:gd name="connsiteX126-24709" fmla="*/ 792436 w 3024845"/>
                <a:gd name="connsiteY126-24710" fmla="*/ 557738 h 1059043"/>
                <a:gd name="connsiteX127-24711" fmla="*/ 794463 w 3024845"/>
                <a:gd name="connsiteY127-24712" fmla="*/ 557738 h 1059043"/>
                <a:gd name="connsiteX128-24713" fmla="*/ 808650 w 3024845"/>
                <a:gd name="connsiteY128-24714" fmla="*/ 557738 h 1059043"/>
                <a:gd name="connsiteX129-24715" fmla="*/ 814730 w 3024845"/>
                <a:gd name="connsiteY129-24716" fmla="*/ 564224 h 1059043"/>
                <a:gd name="connsiteX130-24717" fmla="*/ 814730 w 3024845"/>
                <a:gd name="connsiteY130-24718" fmla="*/ 585842 h 1059043"/>
                <a:gd name="connsiteX131-24719" fmla="*/ 817010 w 3024845"/>
                <a:gd name="connsiteY131-24720" fmla="*/ 585842 h 1059043"/>
                <a:gd name="connsiteX132-24721" fmla="*/ 832970 w 3024845"/>
                <a:gd name="connsiteY132-24722" fmla="*/ 585842 h 1059043"/>
                <a:gd name="connsiteX133-24723" fmla="*/ 832970 w 3024845"/>
                <a:gd name="connsiteY133-24724" fmla="*/ 586922 h 1059043"/>
                <a:gd name="connsiteX134-24725" fmla="*/ 832970 w 3024845"/>
                <a:gd name="connsiteY134-24726" fmla="*/ 594489 h 1059043"/>
                <a:gd name="connsiteX135-24727" fmla="*/ 834237 w 3024845"/>
                <a:gd name="connsiteY135-24728" fmla="*/ 594489 h 1059043"/>
                <a:gd name="connsiteX136-24729" fmla="*/ 843104 w 3024845"/>
                <a:gd name="connsiteY136-24730" fmla="*/ 594489 h 1059043"/>
                <a:gd name="connsiteX137-24731" fmla="*/ 843104 w 3024845"/>
                <a:gd name="connsiteY137-24732" fmla="*/ 596650 h 1059043"/>
                <a:gd name="connsiteX138-24733" fmla="*/ 843104 w 3024845"/>
                <a:gd name="connsiteY138-24734" fmla="*/ 611783 h 1059043"/>
                <a:gd name="connsiteX139-24735" fmla="*/ 847157 w 3024845"/>
                <a:gd name="connsiteY139-24736" fmla="*/ 609891 h 1059043"/>
                <a:gd name="connsiteX140-24737" fmla="*/ 847157 w 3024845"/>
                <a:gd name="connsiteY140-24738" fmla="*/ 596650 h 1059043"/>
                <a:gd name="connsiteX141-24739" fmla="*/ 848170 w 3024845"/>
                <a:gd name="connsiteY141-24740" fmla="*/ 596650 h 1059043"/>
                <a:gd name="connsiteX142-24741" fmla="*/ 855264 w 3024845"/>
                <a:gd name="connsiteY142-24742" fmla="*/ 596650 h 1059043"/>
                <a:gd name="connsiteX143-24743" fmla="*/ 855264 w 3024845"/>
                <a:gd name="connsiteY143-24744" fmla="*/ 598272 h 1059043"/>
                <a:gd name="connsiteX144-24745" fmla="*/ 855264 w 3024845"/>
                <a:gd name="connsiteY144-24746" fmla="*/ 609621 h 1059043"/>
                <a:gd name="connsiteX145-24747" fmla="*/ 856024 w 3024845"/>
                <a:gd name="connsiteY145-24748" fmla="*/ 609621 h 1059043"/>
                <a:gd name="connsiteX146-24749" fmla="*/ 861344 w 3024845"/>
                <a:gd name="connsiteY146-24750" fmla="*/ 609621 h 1059043"/>
                <a:gd name="connsiteX147-24751" fmla="*/ 909984 w 3024845"/>
                <a:gd name="connsiteY147-24752" fmla="*/ 605298 h 1059043"/>
                <a:gd name="connsiteX148-24753" fmla="*/ 909984 w 3024845"/>
                <a:gd name="connsiteY148-24754" fmla="*/ 606649 h 1059043"/>
                <a:gd name="connsiteX149-24755" fmla="*/ 909984 w 3024845"/>
                <a:gd name="connsiteY149-24756" fmla="*/ 616106 h 1059043"/>
                <a:gd name="connsiteX150-24757" fmla="*/ 910744 w 3024845"/>
                <a:gd name="connsiteY150-24758" fmla="*/ 616106 h 1059043"/>
                <a:gd name="connsiteX151-24759" fmla="*/ 916065 w 3024845"/>
                <a:gd name="connsiteY151-24760" fmla="*/ 616106 h 1059043"/>
                <a:gd name="connsiteX152-24761" fmla="*/ 916065 w 3024845"/>
                <a:gd name="connsiteY152-24762" fmla="*/ 618268 h 1059043"/>
                <a:gd name="connsiteX153-24763" fmla="*/ 916065 w 3024845"/>
                <a:gd name="connsiteY153-24764" fmla="*/ 633401 h 1059043"/>
                <a:gd name="connsiteX154-24765" fmla="*/ 918091 w 3024845"/>
                <a:gd name="connsiteY154-24766" fmla="*/ 632050 h 1059043"/>
                <a:gd name="connsiteX155-24767" fmla="*/ 932278 w 3024845"/>
                <a:gd name="connsiteY155-24768" fmla="*/ 622592 h 1059043"/>
                <a:gd name="connsiteX156-24769" fmla="*/ 938358 w 3024845"/>
                <a:gd name="connsiteY156-24770" fmla="*/ 581518 h 1059043"/>
                <a:gd name="connsiteX157-24771" fmla="*/ 939118 w 3024845"/>
                <a:gd name="connsiteY157-24772" fmla="*/ 581248 h 1059043"/>
                <a:gd name="connsiteX158-24773" fmla="*/ 944438 w 3024845"/>
                <a:gd name="connsiteY158-24774" fmla="*/ 579356 h 1059043"/>
                <a:gd name="connsiteX159-24775" fmla="*/ 946465 w 3024845"/>
                <a:gd name="connsiteY159-24776" fmla="*/ 510179 h 1059043"/>
                <a:gd name="connsiteX160-24777" fmla="*/ 948492 w 3024845"/>
                <a:gd name="connsiteY160-24778" fmla="*/ 579356 h 1059043"/>
                <a:gd name="connsiteX161-24779" fmla="*/ 949252 w 3024845"/>
                <a:gd name="connsiteY161-24780" fmla="*/ 579626 h 1059043"/>
                <a:gd name="connsiteX162-24781" fmla="*/ 954572 w 3024845"/>
                <a:gd name="connsiteY162-24782" fmla="*/ 581518 h 1059043"/>
                <a:gd name="connsiteX163-24783" fmla="*/ 954572 w 3024845"/>
                <a:gd name="connsiteY163-24784" fmla="*/ 495047 h 1059043"/>
                <a:gd name="connsiteX164-24785" fmla="*/ 958625 w 3024845"/>
                <a:gd name="connsiteY164-24786" fmla="*/ 462620 h 1059043"/>
                <a:gd name="connsiteX165-24787" fmla="*/ 997132 w 3024845"/>
                <a:gd name="connsiteY165-24788" fmla="*/ 462620 h 1059043"/>
                <a:gd name="connsiteX166-24789" fmla="*/ 997132 w 3024845"/>
                <a:gd name="connsiteY166-24790" fmla="*/ 495047 h 1059043"/>
                <a:gd name="connsiteX167-24791" fmla="*/ 997892 w 3024845"/>
                <a:gd name="connsiteY167-24792" fmla="*/ 495047 h 1059043"/>
                <a:gd name="connsiteX168-24793" fmla="*/ 1003212 w 3024845"/>
                <a:gd name="connsiteY168-24794" fmla="*/ 495047 h 1059043"/>
                <a:gd name="connsiteX169-24795" fmla="*/ 1003212 w 3024845"/>
                <a:gd name="connsiteY169-24796" fmla="*/ 412899 h 1059043"/>
                <a:gd name="connsiteX170-24797" fmla="*/ 1004986 w 3024845"/>
                <a:gd name="connsiteY170-24798" fmla="*/ 412899 h 1059043"/>
                <a:gd name="connsiteX171-24799" fmla="*/ 1017399 w 3024845"/>
                <a:gd name="connsiteY171-24800" fmla="*/ 412899 h 1059043"/>
                <a:gd name="connsiteX172-24801" fmla="*/ 1017399 w 3024845"/>
                <a:gd name="connsiteY172-24802" fmla="*/ 411008 h 1059043"/>
                <a:gd name="connsiteX173-24803" fmla="*/ 1017399 w 3024845"/>
                <a:gd name="connsiteY173-24804" fmla="*/ 397767 h 1059043"/>
                <a:gd name="connsiteX174-24805" fmla="*/ 1039693 w 3024845"/>
                <a:gd name="connsiteY174-24806" fmla="*/ 397767 h 1059043"/>
                <a:gd name="connsiteX175-24807" fmla="*/ 1039693 w 3024845"/>
                <a:gd name="connsiteY175-24808" fmla="*/ 396686 h 1059043"/>
                <a:gd name="connsiteX176-24809" fmla="*/ 1039693 w 3024845"/>
                <a:gd name="connsiteY176-24810" fmla="*/ 389120 h 1059043"/>
                <a:gd name="connsiteX177-24811" fmla="*/ 1041466 w 3024845"/>
                <a:gd name="connsiteY177-24812" fmla="*/ 389120 h 1059043"/>
                <a:gd name="connsiteX178-24813" fmla="*/ 1053880 w 3024845"/>
                <a:gd name="connsiteY178-24814" fmla="*/ 389120 h 1059043"/>
                <a:gd name="connsiteX179-24815" fmla="*/ 1053880 w 3024845"/>
                <a:gd name="connsiteY179-24816" fmla="*/ 390201 h 1059043"/>
                <a:gd name="connsiteX180-24817" fmla="*/ 1053880 w 3024845"/>
                <a:gd name="connsiteY180-24818" fmla="*/ 397767 h 1059043"/>
                <a:gd name="connsiteX181-24819" fmla="*/ 1054640 w 3024845"/>
                <a:gd name="connsiteY181-24820" fmla="*/ 397767 h 1059043"/>
                <a:gd name="connsiteX182-24821" fmla="*/ 1059960 w 3024845"/>
                <a:gd name="connsiteY182-24822" fmla="*/ 397767 h 1059043"/>
                <a:gd name="connsiteX183-24823" fmla="*/ 1070093 w 3024845"/>
                <a:gd name="connsiteY183-24824" fmla="*/ 393443 h 1059043"/>
                <a:gd name="connsiteX184-24825" fmla="*/ 1074146 w 3024845"/>
                <a:gd name="connsiteY184-24826" fmla="*/ 396686 h 1059043"/>
                <a:gd name="connsiteX185-24827" fmla="*/ 1074146 w 3024845"/>
                <a:gd name="connsiteY185-24828" fmla="*/ 389120 h 1059043"/>
                <a:gd name="connsiteX186-24829" fmla="*/ 1076426 w 3024845"/>
                <a:gd name="connsiteY186-24830" fmla="*/ 389120 h 1059043"/>
                <a:gd name="connsiteX187-24831" fmla="*/ 1092387 w 3024845"/>
                <a:gd name="connsiteY187-24832" fmla="*/ 389120 h 1059043"/>
                <a:gd name="connsiteX188-24833" fmla="*/ 1092387 w 3024845"/>
                <a:gd name="connsiteY188-24834" fmla="*/ 390201 h 1059043"/>
                <a:gd name="connsiteX189-24835" fmla="*/ 1092387 w 3024845"/>
                <a:gd name="connsiteY189-24836" fmla="*/ 397767 h 1059043"/>
                <a:gd name="connsiteX190-24837" fmla="*/ 1122787 w 3024845"/>
                <a:gd name="connsiteY190-24838" fmla="*/ 397767 h 1059043"/>
                <a:gd name="connsiteX191-24839" fmla="*/ 1122787 w 3024845"/>
                <a:gd name="connsiteY191-24840" fmla="*/ 399388 h 1059043"/>
                <a:gd name="connsiteX192-24841" fmla="*/ 1122787 w 3024845"/>
                <a:gd name="connsiteY192-24842" fmla="*/ 410738 h 1059043"/>
                <a:gd name="connsiteX193-24843" fmla="*/ 1149134 w 3024845"/>
                <a:gd name="connsiteY193-24844" fmla="*/ 410738 h 1059043"/>
                <a:gd name="connsiteX194-24845" fmla="*/ 1149134 w 3024845"/>
                <a:gd name="connsiteY194-24846" fmla="*/ 441002 h 1059043"/>
                <a:gd name="connsiteX195-24847" fmla="*/ 1149894 w 3024845"/>
                <a:gd name="connsiteY195-24848" fmla="*/ 441002 h 1059043"/>
                <a:gd name="connsiteX196-24849" fmla="*/ 1155214 w 3024845"/>
                <a:gd name="connsiteY196-24850" fmla="*/ 441002 h 1059043"/>
                <a:gd name="connsiteX197-24851" fmla="*/ 1155214 w 3024845"/>
                <a:gd name="connsiteY197-24852" fmla="*/ 442083 h 1059043"/>
                <a:gd name="connsiteX198-24853" fmla="*/ 1155214 w 3024845"/>
                <a:gd name="connsiteY198-24854" fmla="*/ 449650 h 1059043"/>
                <a:gd name="connsiteX199-24855" fmla="*/ 1159268 w 3024845"/>
                <a:gd name="connsiteY199-24856" fmla="*/ 479914 h 1059043"/>
                <a:gd name="connsiteX200-24857" fmla="*/ 1160028 w 3024845"/>
                <a:gd name="connsiteY200-24858" fmla="*/ 479914 h 1059043"/>
                <a:gd name="connsiteX201-24859" fmla="*/ 1165348 w 3024845"/>
                <a:gd name="connsiteY201-24860" fmla="*/ 479914 h 1059043"/>
                <a:gd name="connsiteX202-24861" fmla="*/ 1165348 w 3024845"/>
                <a:gd name="connsiteY202-24862" fmla="*/ 480725 h 1059043"/>
                <a:gd name="connsiteX203-24863" fmla="*/ 1165348 w 3024845"/>
                <a:gd name="connsiteY203-24864" fmla="*/ 486400 h 1059043"/>
                <a:gd name="connsiteX204-24865" fmla="*/ 1166361 w 3024845"/>
                <a:gd name="connsiteY204-24866" fmla="*/ 486400 h 1059043"/>
                <a:gd name="connsiteX205-24867" fmla="*/ 1173454 w 3024845"/>
                <a:gd name="connsiteY205-24868" fmla="*/ 486400 h 1059043"/>
                <a:gd name="connsiteX206-24869" fmla="*/ 1173454 w 3024845"/>
                <a:gd name="connsiteY206-24870" fmla="*/ 516665 h 1059043"/>
                <a:gd name="connsiteX207-24871" fmla="*/ 1175481 w 3024845"/>
                <a:gd name="connsiteY207-24872" fmla="*/ 516665 h 1059043"/>
                <a:gd name="connsiteX208-24873" fmla="*/ 1189668 w 3024845"/>
                <a:gd name="connsiteY208-24874" fmla="*/ 516665 h 1059043"/>
                <a:gd name="connsiteX209-24875" fmla="*/ 1189668 w 3024845"/>
                <a:gd name="connsiteY209-24876" fmla="*/ 540444 h 1059043"/>
                <a:gd name="connsiteX210-24877" fmla="*/ 1191695 w 3024845"/>
                <a:gd name="connsiteY210-24878" fmla="*/ 542065 h 1059043"/>
                <a:gd name="connsiteX211-24879" fmla="*/ 1191695 w 3024845"/>
                <a:gd name="connsiteY211-24880" fmla="*/ 553415 h 1059043"/>
                <a:gd name="connsiteX212-24881" fmla="*/ 1192455 w 3024845"/>
                <a:gd name="connsiteY212-24882" fmla="*/ 553415 h 1059043"/>
                <a:gd name="connsiteX213-24883" fmla="*/ 1197775 w 3024845"/>
                <a:gd name="connsiteY213-24884" fmla="*/ 553415 h 1059043"/>
                <a:gd name="connsiteX214-24885" fmla="*/ 1197775 w 3024845"/>
                <a:gd name="connsiteY214-24886" fmla="*/ 577194 h 1059043"/>
                <a:gd name="connsiteX215-24887" fmla="*/ 1199041 w 3024845"/>
                <a:gd name="connsiteY215-24888" fmla="*/ 577194 h 1059043"/>
                <a:gd name="connsiteX216-24889" fmla="*/ 1207908 w 3024845"/>
                <a:gd name="connsiteY216-24890" fmla="*/ 577194 h 1059043"/>
                <a:gd name="connsiteX217-24891" fmla="*/ 1209935 w 3024845"/>
                <a:gd name="connsiteY217-24892" fmla="*/ 581248 h 1059043"/>
                <a:gd name="connsiteX218-24893" fmla="*/ 1209935 w 3024845"/>
                <a:gd name="connsiteY218-24894" fmla="*/ 594489 h 1059043"/>
                <a:gd name="connsiteX219-24895" fmla="*/ 1211455 w 3024845"/>
                <a:gd name="connsiteY219-24896" fmla="*/ 592597 h 1059043"/>
                <a:gd name="connsiteX220-24897" fmla="*/ 1222095 w 3024845"/>
                <a:gd name="connsiteY220-24898" fmla="*/ 579356 h 1059043"/>
                <a:gd name="connsiteX221-24899" fmla="*/ 1250469 w 3024845"/>
                <a:gd name="connsiteY221-24900" fmla="*/ 579356 h 1059043"/>
                <a:gd name="connsiteX222-24901" fmla="*/ 1250469 w 3024845"/>
                <a:gd name="connsiteY222-24902" fmla="*/ 665827 h 1059043"/>
                <a:gd name="connsiteX223-24903" fmla="*/ 1251229 w 3024845"/>
                <a:gd name="connsiteY223-24904" fmla="*/ 665827 h 1059043"/>
                <a:gd name="connsiteX224-24905" fmla="*/ 1256549 w 3024845"/>
                <a:gd name="connsiteY224-24906" fmla="*/ 665827 h 1059043"/>
                <a:gd name="connsiteX225-24907" fmla="*/ 1257309 w 3024845"/>
                <a:gd name="connsiteY225-24908" fmla="*/ 664476 h 1059043"/>
                <a:gd name="connsiteX226-24909" fmla="*/ 1262629 w 3024845"/>
                <a:gd name="connsiteY226-24910" fmla="*/ 655018 h 1059043"/>
                <a:gd name="connsiteX227-24911" fmla="*/ 1262629 w 3024845"/>
                <a:gd name="connsiteY227-24912" fmla="*/ 656910 h 1059043"/>
                <a:gd name="connsiteX228-24913" fmla="*/ 1262629 w 3024845"/>
                <a:gd name="connsiteY228-24914" fmla="*/ 670151 h 1059043"/>
                <a:gd name="connsiteX229-24915" fmla="*/ 1266682 w 3024845"/>
                <a:gd name="connsiteY229-24916" fmla="*/ 624754 h 1059043"/>
                <a:gd name="connsiteX230-24917" fmla="*/ 1267442 w 3024845"/>
                <a:gd name="connsiteY230-24918" fmla="*/ 624754 h 1059043"/>
                <a:gd name="connsiteX231-24919" fmla="*/ 1272762 w 3024845"/>
                <a:gd name="connsiteY231-24920" fmla="*/ 624754 h 1059043"/>
                <a:gd name="connsiteX232-24921" fmla="*/ 1272762 w 3024845"/>
                <a:gd name="connsiteY232-24922" fmla="*/ 559900 h 1059043"/>
                <a:gd name="connsiteX233-24923" fmla="*/ 1273776 w 3024845"/>
                <a:gd name="connsiteY233-24924" fmla="*/ 559900 h 1059043"/>
                <a:gd name="connsiteX234-24925" fmla="*/ 1280869 w 3024845"/>
                <a:gd name="connsiteY234-24926" fmla="*/ 559900 h 1059043"/>
                <a:gd name="connsiteX235-24927" fmla="*/ 1293029 w 3024845"/>
                <a:gd name="connsiteY235-24928" fmla="*/ 516665 h 1059043"/>
                <a:gd name="connsiteX236-24929" fmla="*/ 1294296 w 3024845"/>
                <a:gd name="connsiteY236-24930" fmla="*/ 516665 h 1059043"/>
                <a:gd name="connsiteX237-24931" fmla="*/ 1303163 w 3024845"/>
                <a:gd name="connsiteY237-24932" fmla="*/ 516665 h 1059043"/>
                <a:gd name="connsiteX238-24933" fmla="*/ 1313296 w 3024845"/>
                <a:gd name="connsiteY238-24934" fmla="*/ 559900 h 1059043"/>
                <a:gd name="connsiteX239-24935" fmla="*/ 1314309 w 3024845"/>
                <a:gd name="connsiteY239-24936" fmla="*/ 559900 h 1059043"/>
                <a:gd name="connsiteX240-24937" fmla="*/ 1321403 w 3024845"/>
                <a:gd name="connsiteY240-24938" fmla="*/ 559900 h 1059043"/>
                <a:gd name="connsiteX241-24939" fmla="*/ 1321403 w 3024845"/>
                <a:gd name="connsiteY241-24940" fmla="*/ 598812 h 1059043"/>
                <a:gd name="connsiteX242-24941" fmla="*/ 1323176 w 3024845"/>
                <a:gd name="connsiteY242-24942" fmla="*/ 598812 h 1059043"/>
                <a:gd name="connsiteX243-24943" fmla="*/ 1335590 w 3024845"/>
                <a:gd name="connsiteY243-24944" fmla="*/ 598812 h 1059043"/>
                <a:gd name="connsiteX244-24945" fmla="*/ 1335590 w 3024845"/>
                <a:gd name="connsiteY244-24946" fmla="*/ 600974 h 1059043"/>
                <a:gd name="connsiteX245-24947" fmla="*/ 1335590 w 3024845"/>
                <a:gd name="connsiteY245-24948" fmla="*/ 616106 h 1059043"/>
                <a:gd name="connsiteX246-24949" fmla="*/ 1339643 w 3024845"/>
                <a:gd name="connsiteY246-24950" fmla="*/ 613945 h 1059043"/>
                <a:gd name="connsiteX247-24951" fmla="*/ 1339643 w 3024845"/>
                <a:gd name="connsiteY247-24952" fmla="*/ 598812 h 1059043"/>
                <a:gd name="connsiteX248-24953" fmla="*/ 1341163 w 3024845"/>
                <a:gd name="connsiteY248-24954" fmla="*/ 598812 h 1059043"/>
                <a:gd name="connsiteX249-24955" fmla="*/ 1351803 w 3024845"/>
                <a:gd name="connsiteY249-24956" fmla="*/ 598812 h 1059043"/>
                <a:gd name="connsiteX250-24957" fmla="*/ 1351803 w 3024845"/>
                <a:gd name="connsiteY250-24958" fmla="*/ 600433 h 1059043"/>
                <a:gd name="connsiteX251-24959" fmla="*/ 1351803 w 3024845"/>
                <a:gd name="connsiteY251-24960" fmla="*/ 611783 h 1059043"/>
                <a:gd name="connsiteX252-24961" fmla="*/ 1382204 w 3024845"/>
                <a:gd name="connsiteY252-24962" fmla="*/ 611783 h 1059043"/>
                <a:gd name="connsiteX253-24963" fmla="*/ 1382204 w 3024845"/>
                <a:gd name="connsiteY253-24964" fmla="*/ 575033 h 1059043"/>
                <a:gd name="connsiteX254-24965" fmla="*/ 1383470 w 3024845"/>
                <a:gd name="connsiteY254-24966" fmla="*/ 575033 h 1059043"/>
                <a:gd name="connsiteX255-24967" fmla="*/ 1392337 w 3024845"/>
                <a:gd name="connsiteY255-24968" fmla="*/ 575033 h 1059043"/>
                <a:gd name="connsiteX256-24969" fmla="*/ 1392337 w 3024845"/>
                <a:gd name="connsiteY256-24970" fmla="*/ 596650 h 1059043"/>
                <a:gd name="connsiteX257-24971" fmla="*/ 1394364 w 3024845"/>
                <a:gd name="connsiteY257-24972" fmla="*/ 564224 h 1059043"/>
                <a:gd name="connsiteX258-24973" fmla="*/ 1416657 w 3024845"/>
                <a:gd name="connsiteY258-24974" fmla="*/ 564224 h 1059043"/>
                <a:gd name="connsiteX259-24975" fmla="*/ 1416657 w 3024845"/>
                <a:gd name="connsiteY259-24976" fmla="*/ 562602 h 1059043"/>
                <a:gd name="connsiteX260-24977" fmla="*/ 1416657 w 3024845"/>
                <a:gd name="connsiteY260-24978" fmla="*/ 551253 h 1059043"/>
                <a:gd name="connsiteX261-24979" fmla="*/ 1417417 w 3024845"/>
                <a:gd name="connsiteY261-24980" fmla="*/ 551253 h 1059043"/>
                <a:gd name="connsiteX262-24981" fmla="*/ 1422737 w 3024845"/>
                <a:gd name="connsiteY262-24982" fmla="*/ 551253 h 1059043"/>
                <a:gd name="connsiteX263-24983" fmla="*/ 1422737 w 3024845"/>
                <a:gd name="connsiteY263-24984" fmla="*/ 549362 h 1059043"/>
                <a:gd name="connsiteX264-24985" fmla="*/ 1422737 w 3024845"/>
                <a:gd name="connsiteY264-24986" fmla="*/ 536121 h 1059043"/>
                <a:gd name="connsiteX265-24987" fmla="*/ 1426791 w 3024845"/>
                <a:gd name="connsiteY265-24988" fmla="*/ 542606 h 1059043"/>
                <a:gd name="connsiteX266-24989" fmla="*/ 1429071 w 3024845"/>
                <a:gd name="connsiteY266-24990" fmla="*/ 542606 h 1059043"/>
                <a:gd name="connsiteX267-24991" fmla="*/ 1445031 w 3024845"/>
                <a:gd name="connsiteY267-24992" fmla="*/ 542606 h 1059043"/>
                <a:gd name="connsiteX268-24993" fmla="*/ 1445031 w 3024845"/>
                <a:gd name="connsiteY268-24994" fmla="*/ 541795 h 1059043"/>
                <a:gd name="connsiteX269-24995" fmla="*/ 1445031 w 3024845"/>
                <a:gd name="connsiteY269-24996" fmla="*/ 536121 h 1059043"/>
                <a:gd name="connsiteX270-24997" fmla="*/ 1445791 w 3024845"/>
                <a:gd name="connsiteY270-24998" fmla="*/ 536121 h 1059043"/>
                <a:gd name="connsiteX271-24999" fmla="*/ 1451111 w 3024845"/>
                <a:gd name="connsiteY271-25000" fmla="*/ 536121 h 1059043"/>
                <a:gd name="connsiteX272-25001" fmla="*/ 1451111 w 3024845"/>
                <a:gd name="connsiteY272-25002" fmla="*/ 537472 h 1059043"/>
                <a:gd name="connsiteX273-25003" fmla="*/ 1451111 w 3024845"/>
                <a:gd name="connsiteY273-25004" fmla="*/ 546930 h 1059043"/>
                <a:gd name="connsiteX274-25005" fmla="*/ 1489618 w 3024845"/>
                <a:gd name="connsiteY274-25006" fmla="*/ 546930 h 1059043"/>
                <a:gd name="connsiteX275-25007" fmla="*/ 1489618 w 3024845"/>
                <a:gd name="connsiteY275-25008" fmla="*/ 685283 h 1059043"/>
                <a:gd name="connsiteX276-25009" fmla="*/ 1491138 w 3024845"/>
                <a:gd name="connsiteY276-25010" fmla="*/ 685283 h 1059043"/>
                <a:gd name="connsiteX277-25011" fmla="*/ 1501778 w 3024845"/>
                <a:gd name="connsiteY277-25012" fmla="*/ 685283 h 1059043"/>
                <a:gd name="connsiteX278-25013" fmla="*/ 1501778 w 3024845"/>
                <a:gd name="connsiteY278-25014" fmla="*/ 672313 h 1059043"/>
                <a:gd name="connsiteX279-25015" fmla="*/ 1505832 w 3024845"/>
                <a:gd name="connsiteY279-25016" fmla="*/ 672313 h 1059043"/>
                <a:gd name="connsiteX280-25017" fmla="*/ 1505832 w 3024845"/>
                <a:gd name="connsiteY280-25018" fmla="*/ 685283 h 1059043"/>
                <a:gd name="connsiteX281-25019" fmla="*/ 1536232 w 3024845"/>
                <a:gd name="connsiteY281-25020" fmla="*/ 685283 h 1059043"/>
                <a:gd name="connsiteX282-25021" fmla="*/ 1536232 w 3024845"/>
                <a:gd name="connsiteY282-25022" fmla="*/ 655018 h 1059043"/>
                <a:gd name="connsiteX283-25023" fmla="*/ 1548392 w 3024845"/>
                <a:gd name="connsiteY283-25024" fmla="*/ 655018 h 1059043"/>
                <a:gd name="connsiteX284-25025" fmla="*/ 1560552 w 3024845"/>
                <a:gd name="connsiteY284-25026" fmla="*/ 652857 h 1059043"/>
                <a:gd name="connsiteX285-25027" fmla="*/ 1564606 w 3024845"/>
                <a:gd name="connsiteY285-25028" fmla="*/ 655018 h 1059043"/>
                <a:gd name="connsiteX286-25029" fmla="*/ 1574739 w 3024845"/>
                <a:gd name="connsiteY286-25030" fmla="*/ 655018 h 1059043"/>
                <a:gd name="connsiteX287-25031" fmla="*/ 1574739 w 3024845"/>
                <a:gd name="connsiteY287-25032" fmla="*/ 685283 h 1059043"/>
                <a:gd name="connsiteX288-25033" fmla="*/ 1582846 w 3024845"/>
                <a:gd name="connsiteY288-25034" fmla="*/ 685283 h 1059043"/>
                <a:gd name="connsiteX289-25035" fmla="*/ 1582846 w 3024845"/>
                <a:gd name="connsiteY289-25036" fmla="*/ 702578 h 1059043"/>
                <a:gd name="connsiteX290-25037" fmla="*/ 1592182 w 3024845"/>
                <a:gd name="connsiteY290-25038" fmla="*/ 703483 h 1059043"/>
                <a:gd name="connsiteX291-25039" fmla="*/ 1605140 w 3024845"/>
                <a:gd name="connsiteY291-25040" fmla="*/ 703483 h 1059043"/>
                <a:gd name="connsiteX292-25041" fmla="*/ 1605140 w 3024845"/>
                <a:gd name="connsiteY292-25042" fmla="*/ 687445 h 1059043"/>
                <a:gd name="connsiteX293-25043" fmla="*/ 1673096 w 3024845"/>
                <a:gd name="connsiteY293-25044" fmla="*/ 687445 h 1059043"/>
                <a:gd name="connsiteX294-25045" fmla="*/ 1673096 w 3024845"/>
                <a:gd name="connsiteY294-25046" fmla="*/ 602192 h 1059043"/>
                <a:gd name="connsiteX295-25047" fmla="*/ 1745104 w 3024845"/>
                <a:gd name="connsiteY295-25048" fmla="*/ 602192 h 1059043"/>
                <a:gd name="connsiteX296-25049" fmla="*/ 1745104 w 3024845"/>
                <a:gd name="connsiteY296-25050" fmla="*/ 680960 h 1059043"/>
                <a:gd name="connsiteX297-25051" fmla="*/ 1747008 w 3024845"/>
                <a:gd name="connsiteY297-25052" fmla="*/ 680960 h 1059043"/>
                <a:gd name="connsiteX298-25053" fmla="*/ 1748250 w 3024845"/>
                <a:gd name="connsiteY298-25054" fmla="*/ 703483 h 1059043"/>
                <a:gd name="connsiteX299-25055" fmla="*/ 1757926 w 3024845"/>
                <a:gd name="connsiteY299-25056" fmla="*/ 703483 h 1059043"/>
                <a:gd name="connsiteX300-25057" fmla="*/ 1759168 w 3024845"/>
                <a:gd name="connsiteY300-25058" fmla="*/ 680960 h 1059043"/>
                <a:gd name="connsiteX301-25059" fmla="*/ 1765248 w 3024845"/>
                <a:gd name="connsiteY301-25060" fmla="*/ 680960 h 1059043"/>
                <a:gd name="connsiteX302-25061" fmla="*/ 1766490 w 3024845"/>
                <a:gd name="connsiteY302-25062" fmla="*/ 703483 h 1059043"/>
                <a:gd name="connsiteX303-25063" fmla="*/ 1817112 w 3024845"/>
                <a:gd name="connsiteY303-25064" fmla="*/ 703483 h 1059043"/>
                <a:gd name="connsiteX304-25065" fmla="*/ 1817112 w 3024845"/>
                <a:gd name="connsiteY304-25066" fmla="*/ 540455 h 1059043"/>
                <a:gd name="connsiteX305-25067" fmla="*/ 2014439 w 3024845"/>
                <a:gd name="connsiteY305-25068" fmla="*/ 540455 h 1059043"/>
                <a:gd name="connsiteX306-25069" fmla="*/ 2014439 w 3024845"/>
                <a:gd name="connsiteY306-25070" fmla="*/ 703483 h 1059043"/>
                <a:gd name="connsiteX307-25071" fmla="*/ 2033136 w 3024845"/>
                <a:gd name="connsiteY307-25072" fmla="*/ 703483 h 1059043"/>
                <a:gd name="connsiteX308-25073" fmla="*/ 2033136 w 3024845"/>
                <a:gd name="connsiteY308-25074" fmla="*/ 620790 h 1059043"/>
                <a:gd name="connsiteX309-25075" fmla="*/ 2128256 w 3024845"/>
                <a:gd name="connsiteY309-25076" fmla="*/ 620790 h 1059043"/>
                <a:gd name="connsiteX310-25077" fmla="*/ 2128026 w 3024845"/>
                <a:gd name="connsiteY310-25078" fmla="*/ 281031 h 1059043"/>
                <a:gd name="connsiteX311-25079" fmla="*/ 2121946 w 3024845"/>
                <a:gd name="connsiteY311-25080" fmla="*/ 276707 h 1059043"/>
                <a:gd name="connsiteX312-25081" fmla="*/ 2130053 w 3024845"/>
                <a:gd name="connsiteY312-25082" fmla="*/ 252928 h 1059043"/>
                <a:gd name="connsiteX313-25083" fmla="*/ 2130053 w 3024845"/>
                <a:gd name="connsiteY313-25084" fmla="*/ 235634 h 1059043"/>
                <a:gd name="connsiteX314-25085" fmla="*/ 2144240 w 3024845"/>
                <a:gd name="connsiteY314-25086" fmla="*/ 214016 h 1059043"/>
                <a:gd name="connsiteX315-25087" fmla="*/ 2146266 w 3024845"/>
                <a:gd name="connsiteY315-25088" fmla="*/ 131868 h 1059043"/>
                <a:gd name="connsiteX316-25089" fmla="*/ 2144240 w 3024845"/>
                <a:gd name="connsiteY316-25090" fmla="*/ 125383 h 1059043"/>
                <a:gd name="connsiteX317-25091" fmla="*/ 2150320 w 3024845"/>
                <a:gd name="connsiteY317-25092" fmla="*/ 118897 h 1059043"/>
                <a:gd name="connsiteX318-25093" fmla="*/ 2150320 w 3024845"/>
                <a:gd name="connsiteY318-25094" fmla="*/ 60529 h 1059043"/>
                <a:gd name="connsiteX319-25095" fmla="*/ 2152346 w 3024845"/>
                <a:gd name="connsiteY319-25096" fmla="*/ 56206 h 1059043"/>
                <a:gd name="connsiteX320-25097" fmla="*/ 2152346 w 3024845"/>
                <a:gd name="connsiteY320-25098" fmla="*/ 0 h 1059043"/>
                <a:gd name="connsiteX321-25099" fmla="*/ 2162480 w 3024845"/>
                <a:gd name="connsiteY321-25100" fmla="*/ 118897 h 1059043"/>
                <a:gd name="connsiteX322-25101" fmla="*/ 2168560 w 3024845"/>
                <a:gd name="connsiteY322-25102" fmla="*/ 125383 h 1059043"/>
                <a:gd name="connsiteX323-25103" fmla="*/ 2166533 w 3024845"/>
                <a:gd name="connsiteY323-25104" fmla="*/ 131868 h 1059043"/>
                <a:gd name="connsiteX324-25105" fmla="*/ 2180720 w 3024845"/>
                <a:gd name="connsiteY324-25106" fmla="*/ 555577 h 1059043"/>
                <a:gd name="connsiteX325-25107" fmla="*/ 2245574 w 3024845"/>
                <a:gd name="connsiteY325-25108" fmla="*/ 555577 h 1059043"/>
                <a:gd name="connsiteX326-25109" fmla="*/ 2245574 w 3024845"/>
                <a:gd name="connsiteY326-25110" fmla="*/ 631239 h 1059043"/>
                <a:gd name="connsiteX327-25111" fmla="*/ 2253681 w 3024845"/>
                <a:gd name="connsiteY327-25112" fmla="*/ 631239 h 1059043"/>
                <a:gd name="connsiteX328-25113" fmla="*/ 2255708 w 3024845"/>
                <a:gd name="connsiteY328-25114" fmla="*/ 624754 h 1059043"/>
                <a:gd name="connsiteX329-25115" fmla="*/ 2261788 w 3024845"/>
                <a:gd name="connsiteY329-25116" fmla="*/ 624754 h 1059043"/>
                <a:gd name="connsiteX330-25117" fmla="*/ 2263815 w 3024845"/>
                <a:gd name="connsiteY330-25118" fmla="*/ 633401 h 1059043"/>
                <a:gd name="connsiteX331-25119" fmla="*/ 2275975 w 3024845"/>
                <a:gd name="connsiteY331-25120" fmla="*/ 633401 h 1059043"/>
                <a:gd name="connsiteX332-25121" fmla="*/ 2275975 w 3024845"/>
                <a:gd name="connsiteY332-25122" fmla="*/ 626915 h 1059043"/>
                <a:gd name="connsiteX333-25123" fmla="*/ 2298268 w 3024845"/>
                <a:gd name="connsiteY333-25124" fmla="*/ 626915 h 1059043"/>
                <a:gd name="connsiteX334-25125" fmla="*/ 2298268 w 3024845"/>
                <a:gd name="connsiteY334-25126" fmla="*/ 633401 h 1059043"/>
                <a:gd name="connsiteX335-25127" fmla="*/ 2318535 w 3024845"/>
                <a:gd name="connsiteY335-25128" fmla="*/ 633401 h 1059043"/>
                <a:gd name="connsiteX336-25129" fmla="*/ 2318535 w 3024845"/>
                <a:gd name="connsiteY336-25130" fmla="*/ 678798 h 1059043"/>
                <a:gd name="connsiteX337-25131" fmla="*/ 2332722 w 3024845"/>
                <a:gd name="connsiteY337-25132" fmla="*/ 678798 h 1059043"/>
                <a:gd name="connsiteX338-25133" fmla="*/ 2332722 w 3024845"/>
                <a:gd name="connsiteY338-25134" fmla="*/ 665827 h 1059043"/>
                <a:gd name="connsiteX339-25135" fmla="*/ 2348936 w 3024845"/>
                <a:gd name="connsiteY339-25136" fmla="*/ 665827 h 1059043"/>
                <a:gd name="connsiteX340-25137" fmla="*/ 2348936 w 3024845"/>
                <a:gd name="connsiteY340-25138" fmla="*/ 486400 h 1059043"/>
                <a:gd name="connsiteX341-25139" fmla="*/ 2355016 w 3024845"/>
                <a:gd name="connsiteY341-25140" fmla="*/ 479914 h 1059043"/>
                <a:gd name="connsiteX342-25141" fmla="*/ 2427977 w 3024845"/>
                <a:gd name="connsiteY342-25142" fmla="*/ 479914 h 1059043"/>
                <a:gd name="connsiteX343-25143" fmla="*/ 2427977 w 3024845"/>
                <a:gd name="connsiteY343-25144" fmla="*/ 488562 h 1059043"/>
                <a:gd name="connsiteX344-25145" fmla="*/ 2438110 w 3024845"/>
                <a:gd name="connsiteY344-25146" fmla="*/ 488562 h 1059043"/>
                <a:gd name="connsiteX345-25147" fmla="*/ 2438110 w 3024845"/>
                <a:gd name="connsiteY345-25148" fmla="*/ 603136 h 1059043"/>
                <a:gd name="connsiteX346-25149" fmla="*/ 2460404 w 3024845"/>
                <a:gd name="connsiteY346-25150" fmla="*/ 603136 h 1059043"/>
                <a:gd name="connsiteX347-25151" fmla="*/ 2460404 w 3024845"/>
                <a:gd name="connsiteY347-25152" fmla="*/ 536121 h 1059043"/>
                <a:gd name="connsiteX348-25153" fmla="*/ 2486751 w 3024845"/>
                <a:gd name="connsiteY348-25154" fmla="*/ 536121 h 1059043"/>
                <a:gd name="connsiteX349-25155" fmla="*/ 2490804 w 3024845"/>
                <a:gd name="connsiteY349-25156" fmla="*/ 531797 h 1059043"/>
                <a:gd name="connsiteX350-25157" fmla="*/ 2498911 w 3024845"/>
                <a:gd name="connsiteY350-25158" fmla="*/ 531797 h 1059043"/>
                <a:gd name="connsiteX351-25159" fmla="*/ 2502964 w 3024845"/>
                <a:gd name="connsiteY351-25160" fmla="*/ 536121 h 1059043"/>
                <a:gd name="connsiteX352-25161" fmla="*/ 2525258 w 3024845"/>
                <a:gd name="connsiteY352-25162" fmla="*/ 536121 h 1059043"/>
                <a:gd name="connsiteX353-25163" fmla="*/ 2525258 w 3024845"/>
                <a:gd name="connsiteY353-25164" fmla="*/ 419385 h 1059043"/>
                <a:gd name="connsiteX354-25165" fmla="*/ 2582005 w 3024845"/>
                <a:gd name="connsiteY354-25166" fmla="*/ 408576 h 1059043"/>
                <a:gd name="connsiteX355-25167" fmla="*/ 2582005 w 3024845"/>
                <a:gd name="connsiteY355-25168" fmla="*/ 409657 h 1059043"/>
                <a:gd name="connsiteX356-25169" fmla="*/ 2582005 w 3024845"/>
                <a:gd name="connsiteY356-25170" fmla="*/ 417223 h 1059043"/>
                <a:gd name="connsiteX357-25171" fmla="*/ 2608352 w 3024845"/>
                <a:gd name="connsiteY357-25172" fmla="*/ 417223 h 1059043"/>
                <a:gd name="connsiteX358-25173" fmla="*/ 2608352 w 3024845"/>
                <a:gd name="connsiteY358-25174" fmla="*/ 672313 h 1059043"/>
                <a:gd name="connsiteX359-25175" fmla="*/ 2630646 w 3024845"/>
                <a:gd name="connsiteY359-25176" fmla="*/ 672313 h 1059043"/>
                <a:gd name="connsiteX360-25177" fmla="*/ 2630646 w 3024845"/>
                <a:gd name="connsiteY360-25178" fmla="*/ 667989 h 1059043"/>
                <a:gd name="connsiteX361-25179" fmla="*/ 2642806 w 3024845"/>
                <a:gd name="connsiteY361-25180" fmla="*/ 667989 h 1059043"/>
                <a:gd name="connsiteX362-25181" fmla="*/ 2642806 w 3024845"/>
                <a:gd name="connsiteY362-25182" fmla="*/ 672313 h 1059043"/>
                <a:gd name="connsiteX363-25183" fmla="*/ 2667126 w 3024845"/>
                <a:gd name="connsiteY363-25184" fmla="*/ 672313 h 1059043"/>
                <a:gd name="connsiteX364-25185" fmla="*/ 2667126 w 3024845"/>
                <a:gd name="connsiteY364-25186" fmla="*/ 659342 h 1059043"/>
                <a:gd name="connsiteX365-25187" fmla="*/ 2695500 w 3024845"/>
                <a:gd name="connsiteY365-25188" fmla="*/ 659342 h 1059043"/>
                <a:gd name="connsiteX366-25189" fmla="*/ 2707660 w 3024845"/>
                <a:gd name="connsiteY366-25190" fmla="*/ 655018 h 1059043"/>
                <a:gd name="connsiteX367-25191" fmla="*/ 2727927 w 3024845"/>
                <a:gd name="connsiteY367-25192" fmla="*/ 659342 h 1059043"/>
                <a:gd name="connsiteX368-25193" fmla="*/ 2727927 w 3024845"/>
                <a:gd name="connsiteY368-25194" fmla="*/ 642048 h 1059043"/>
                <a:gd name="connsiteX369-25195" fmla="*/ 2736034 w 3024845"/>
                <a:gd name="connsiteY369-25196" fmla="*/ 642048 h 1059043"/>
                <a:gd name="connsiteX370-25197" fmla="*/ 2736034 w 3024845"/>
                <a:gd name="connsiteY370-25198" fmla="*/ 629077 h 1059043"/>
                <a:gd name="connsiteX371-25199" fmla="*/ 2792781 w 3024845"/>
                <a:gd name="connsiteY371-25200" fmla="*/ 629077 h 1059043"/>
                <a:gd name="connsiteX372-25201" fmla="*/ 2792781 w 3024845"/>
                <a:gd name="connsiteY372-25202" fmla="*/ 598812 h 1059043"/>
                <a:gd name="connsiteX373-25203" fmla="*/ 2811021 w 3024845"/>
                <a:gd name="connsiteY373-25204" fmla="*/ 598812 h 1059043"/>
                <a:gd name="connsiteX374-25205" fmla="*/ 2811021 w 3024845"/>
                <a:gd name="connsiteY374-25206" fmla="*/ 592327 h 1059043"/>
                <a:gd name="connsiteX375-25207" fmla="*/ 2823181 w 3024845"/>
                <a:gd name="connsiteY375-25208" fmla="*/ 592327 h 1059043"/>
                <a:gd name="connsiteX376-25209" fmla="*/ 2823181 w 3024845"/>
                <a:gd name="connsiteY376-25210" fmla="*/ 598812 h 1059043"/>
                <a:gd name="connsiteX377-25211" fmla="*/ 2839395 w 3024845"/>
                <a:gd name="connsiteY377-25212" fmla="*/ 598812 h 1059043"/>
                <a:gd name="connsiteX378-25213" fmla="*/ 2839395 w 3024845"/>
                <a:gd name="connsiteY378-25214" fmla="*/ 648533 h 1059043"/>
                <a:gd name="connsiteX379-25215" fmla="*/ 2871822 w 3024845"/>
                <a:gd name="connsiteY379-25216" fmla="*/ 648533 h 1059043"/>
                <a:gd name="connsiteX380-25217" fmla="*/ 2871822 w 3024845"/>
                <a:gd name="connsiteY380-25218" fmla="*/ 622592 h 1059043"/>
                <a:gd name="connsiteX381-25219" fmla="*/ 2910329 w 3024845"/>
                <a:gd name="connsiteY381-25220" fmla="*/ 622592 h 1059043"/>
                <a:gd name="connsiteX382-25221" fmla="*/ 2910329 w 3024845"/>
                <a:gd name="connsiteY382-25222" fmla="*/ 592327 h 1059043"/>
                <a:gd name="connsiteX383-25223" fmla="*/ 2958970 w 3024845"/>
                <a:gd name="connsiteY383-25224" fmla="*/ 592327 h 1059043"/>
                <a:gd name="connsiteX384-25225" fmla="*/ 2958970 w 3024845"/>
                <a:gd name="connsiteY384-25226" fmla="*/ 703483 h 1059043"/>
                <a:gd name="connsiteX385-25227" fmla="*/ 2958970 w 3024845"/>
                <a:gd name="connsiteY385-25228" fmla="*/ 717262 h 1059043"/>
                <a:gd name="connsiteX386-25229" fmla="*/ 3024845 w 3024845"/>
                <a:gd name="connsiteY386-25230" fmla="*/ 717262 h 1059043"/>
                <a:gd name="connsiteX387-25231" fmla="*/ 3024845 w 3024845"/>
                <a:gd name="connsiteY387-25232" fmla="*/ 1059043 h 1059043"/>
                <a:gd name="connsiteX388-25233" fmla="*/ 2054 w 3024845"/>
                <a:gd name="connsiteY388-25234" fmla="*/ 1056710 h 1059043"/>
                <a:gd name="connsiteX389-25235" fmla="*/ 0 w 3024845"/>
                <a:gd name="connsiteY389-25236" fmla="*/ 622592 h 1059043"/>
                <a:gd name="connsiteX390-25237" fmla="*/ 20267 w 3024845"/>
                <a:gd name="connsiteY390-25238" fmla="*/ 622592 h 1059043"/>
                <a:gd name="connsiteX391-25239" fmla="*/ 20774 w 3024845"/>
                <a:gd name="connsiteY391-25240" fmla="*/ 621511 h 1059043"/>
                <a:gd name="connsiteX392-25241" fmla="*/ 24320 w 3024845"/>
                <a:gd name="connsiteY392-25242" fmla="*/ 613945 h 1059043"/>
                <a:gd name="connsiteX393-25243" fmla="*/ 26094 w 3024845"/>
                <a:gd name="connsiteY393-25244" fmla="*/ 614215 h 1059043"/>
                <a:gd name="connsiteX394-25245" fmla="*/ 38507 w 3024845"/>
                <a:gd name="connsiteY394-25246" fmla="*/ 616106 h 1059043"/>
                <a:gd name="connsiteX395-25247" fmla="*/ 39014 w 3024845"/>
                <a:gd name="connsiteY395-25248" fmla="*/ 617458 h 1059043"/>
                <a:gd name="connsiteX396-25249" fmla="*/ 42560 w 3024845"/>
                <a:gd name="connsiteY396-25250" fmla="*/ 626915 h 1059043"/>
                <a:gd name="connsiteX397-25251" fmla="*/ 68907 w 3024845"/>
                <a:gd name="connsiteY397-25252" fmla="*/ 629077 h 1059043"/>
                <a:gd name="connsiteX398-25253" fmla="*/ 68907 w 3024845"/>
                <a:gd name="connsiteY398-25254" fmla="*/ 505856 h 1059043"/>
                <a:gd name="connsiteX399-25255" fmla="*/ 70934 w 3024845"/>
                <a:gd name="connsiteY399-25256" fmla="*/ 505856 h 1059043"/>
                <a:gd name="connsiteX400-25257" fmla="*/ 85121 w 3024845"/>
                <a:gd name="connsiteY400-25258" fmla="*/ 505856 h 1059043"/>
                <a:gd name="connsiteX401-25259" fmla="*/ 85121 w 3024845"/>
                <a:gd name="connsiteY401-25260" fmla="*/ 369664 h 1059043"/>
                <a:gd name="connsiteX402-25261" fmla="*/ 86894 w 3024845"/>
                <a:gd name="connsiteY402-25262" fmla="*/ 369664 h 1059043"/>
                <a:gd name="connsiteX403-25263" fmla="*/ 99308 w 3024845"/>
                <a:gd name="connsiteY403-25264" fmla="*/ 369664 h 1059043"/>
                <a:gd name="connsiteX404-25265" fmla="*/ 99308 w 3024845"/>
                <a:gd name="connsiteY404-25266" fmla="*/ 255090 h 1059043"/>
                <a:gd name="connsiteX405-25267" fmla="*/ 103361 w 3024845"/>
                <a:gd name="connsiteY405-25268" fmla="*/ 226986 h 1059043"/>
                <a:gd name="connsiteX406-25269" fmla="*/ 105388 w 3024845"/>
                <a:gd name="connsiteY406-25270" fmla="*/ 226986 h 1059043"/>
                <a:gd name="connsiteX407-25271" fmla="*/ 119575 w 3024845"/>
                <a:gd name="connsiteY407-25272" fmla="*/ 226986 h 1059043"/>
                <a:gd name="connsiteX0-25273" fmla="*/ 119575 w 3024845"/>
                <a:gd name="connsiteY0-25274" fmla="*/ 226986 h 1059043"/>
                <a:gd name="connsiteX1-25275" fmla="*/ 200642 w 3024845"/>
                <a:gd name="connsiteY1-25276" fmla="*/ 224825 h 1059043"/>
                <a:gd name="connsiteX2-25277" fmla="*/ 202669 w 3024845"/>
                <a:gd name="connsiteY2-25278" fmla="*/ 224825 h 1059043"/>
                <a:gd name="connsiteX3-25279" fmla="*/ 216856 w 3024845"/>
                <a:gd name="connsiteY3-25280" fmla="*/ 224825 h 1059043"/>
                <a:gd name="connsiteX4-25281" fmla="*/ 216856 w 3024845"/>
                <a:gd name="connsiteY4-25282" fmla="*/ 248604 h 1059043"/>
                <a:gd name="connsiteX5-25283" fmla="*/ 217363 w 3024845"/>
                <a:gd name="connsiteY5-25284" fmla="*/ 249415 h 1059043"/>
                <a:gd name="connsiteX6-25285" fmla="*/ 220909 w 3024845"/>
                <a:gd name="connsiteY6-25286" fmla="*/ 255090 h 1059043"/>
                <a:gd name="connsiteX7-25287" fmla="*/ 220909 w 3024845"/>
                <a:gd name="connsiteY7-25288" fmla="*/ 369664 h 1059043"/>
                <a:gd name="connsiteX8-25289" fmla="*/ 223189 w 3024845"/>
                <a:gd name="connsiteY8-25290" fmla="*/ 369664 h 1059043"/>
                <a:gd name="connsiteX9-25291" fmla="*/ 239150 w 3024845"/>
                <a:gd name="connsiteY9-25292" fmla="*/ 369664 h 1059043"/>
                <a:gd name="connsiteX10-25293" fmla="*/ 239150 w 3024845"/>
                <a:gd name="connsiteY10-25294" fmla="*/ 510179 h 1059043"/>
                <a:gd name="connsiteX11-25295" fmla="*/ 240670 w 3024845"/>
                <a:gd name="connsiteY11-25296" fmla="*/ 509909 h 1059043"/>
                <a:gd name="connsiteX12-25297" fmla="*/ 251310 w 3024845"/>
                <a:gd name="connsiteY12-25298" fmla="*/ 508018 h 1059043"/>
                <a:gd name="connsiteX13-25299" fmla="*/ 249283 w 3024845"/>
                <a:gd name="connsiteY13-25300" fmla="*/ 596650 h 1059043"/>
                <a:gd name="connsiteX14-25301" fmla="*/ 250803 w 3024845"/>
                <a:gd name="connsiteY14-25302" fmla="*/ 596921 h 1059043"/>
                <a:gd name="connsiteX15-25303" fmla="*/ 261443 w 3024845"/>
                <a:gd name="connsiteY15-25304" fmla="*/ 598812 h 1059043"/>
                <a:gd name="connsiteX16-25305" fmla="*/ 261696 w 3024845"/>
                <a:gd name="connsiteY16-25306" fmla="*/ 599623 h 1059043"/>
                <a:gd name="connsiteX17-25307" fmla="*/ 263470 w 3024845"/>
                <a:gd name="connsiteY17-25308" fmla="*/ 605298 h 1059043"/>
                <a:gd name="connsiteX18-25309" fmla="*/ 264230 w 3024845"/>
                <a:gd name="connsiteY18-25310" fmla="*/ 602866 h 1059043"/>
                <a:gd name="connsiteX19-25311" fmla="*/ 269550 w 3024845"/>
                <a:gd name="connsiteY19-25312" fmla="*/ 585842 h 1059043"/>
                <a:gd name="connsiteX20-25313" fmla="*/ 271323 w 3024845"/>
                <a:gd name="connsiteY20-25314" fmla="*/ 585842 h 1059043"/>
                <a:gd name="connsiteX21-25315" fmla="*/ 283737 w 3024845"/>
                <a:gd name="connsiteY21-25316" fmla="*/ 585842 h 1059043"/>
                <a:gd name="connsiteX22-25317" fmla="*/ 283737 w 3024845"/>
                <a:gd name="connsiteY22-25318" fmla="*/ 618268 h 1059043"/>
                <a:gd name="connsiteX23-25319" fmla="*/ 284750 w 3024845"/>
                <a:gd name="connsiteY23-25320" fmla="*/ 618809 h 1059043"/>
                <a:gd name="connsiteX24-25321" fmla="*/ 291844 w 3024845"/>
                <a:gd name="connsiteY24-25322" fmla="*/ 622592 h 1059043"/>
                <a:gd name="connsiteX25-25323" fmla="*/ 291844 w 3024845"/>
                <a:gd name="connsiteY25-25324" fmla="*/ 623943 h 1059043"/>
                <a:gd name="connsiteX26-25325" fmla="*/ 291844 w 3024845"/>
                <a:gd name="connsiteY26-25326" fmla="*/ 633401 h 1059043"/>
                <a:gd name="connsiteX27-25327" fmla="*/ 336431 w 3024845"/>
                <a:gd name="connsiteY27-25328" fmla="*/ 633401 h 1059043"/>
                <a:gd name="connsiteX28-25329" fmla="*/ 336431 w 3024845"/>
                <a:gd name="connsiteY28-25330" fmla="*/ 634482 h 1059043"/>
                <a:gd name="connsiteX29-25331" fmla="*/ 336431 w 3024845"/>
                <a:gd name="connsiteY29-25332" fmla="*/ 642048 h 1059043"/>
                <a:gd name="connsiteX30-25333" fmla="*/ 338457 w 3024845"/>
                <a:gd name="connsiteY30-25334" fmla="*/ 642048 h 1059043"/>
                <a:gd name="connsiteX31-25335" fmla="*/ 352644 w 3024845"/>
                <a:gd name="connsiteY31-25336" fmla="*/ 642048 h 1059043"/>
                <a:gd name="connsiteX32-25337" fmla="*/ 352644 w 3024845"/>
                <a:gd name="connsiteY32-25338" fmla="*/ 611783 h 1059043"/>
                <a:gd name="connsiteX33-25339" fmla="*/ 397231 w 3024845"/>
                <a:gd name="connsiteY33-25340" fmla="*/ 611783 h 1059043"/>
                <a:gd name="connsiteX34-25341" fmla="*/ 397231 w 3024845"/>
                <a:gd name="connsiteY34-25342" fmla="*/ 610432 h 1059043"/>
                <a:gd name="connsiteX35-25343" fmla="*/ 397231 w 3024845"/>
                <a:gd name="connsiteY35-25344" fmla="*/ 600974 h 1059043"/>
                <a:gd name="connsiteX36-25345" fmla="*/ 398245 w 3024845"/>
                <a:gd name="connsiteY36-25346" fmla="*/ 600974 h 1059043"/>
                <a:gd name="connsiteX37-25347" fmla="*/ 405338 w 3024845"/>
                <a:gd name="connsiteY37-25348" fmla="*/ 600974 h 1059043"/>
                <a:gd name="connsiteX38-25349" fmla="*/ 405338 w 3024845"/>
                <a:gd name="connsiteY38-25350" fmla="*/ 599083 h 1059043"/>
                <a:gd name="connsiteX39-25351" fmla="*/ 405338 w 3024845"/>
                <a:gd name="connsiteY39-25352" fmla="*/ 585842 h 1059043"/>
                <a:gd name="connsiteX40-25353" fmla="*/ 406098 w 3024845"/>
                <a:gd name="connsiteY40-25354" fmla="*/ 585842 h 1059043"/>
                <a:gd name="connsiteX41-25355" fmla="*/ 411418 w 3024845"/>
                <a:gd name="connsiteY41-25356" fmla="*/ 585842 h 1059043"/>
                <a:gd name="connsiteX42-25357" fmla="*/ 411418 w 3024845"/>
                <a:gd name="connsiteY42-25358" fmla="*/ 584761 h 1059043"/>
                <a:gd name="connsiteX43-25359" fmla="*/ 411418 w 3024845"/>
                <a:gd name="connsiteY43-25360" fmla="*/ 577194 h 1059043"/>
                <a:gd name="connsiteX44-25361" fmla="*/ 413445 w 3024845"/>
                <a:gd name="connsiteY44-25362" fmla="*/ 577194 h 1059043"/>
                <a:gd name="connsiteX45-25363" fmla="*/ 427632 w 3024845"/>
                <a:gd name="connsiteY45-25364" fmla="*/ 577194 h 1059043"/>
                <a:gd name="connsiteX46-25365" fmla="*/ 427632 w 3024845"/>
                <a:gd name="connsiteY46-25366" fmla="*/ 578275 h 1059043"/>
                <a:gd name="connsiteX47-25367" fmla="*/ 427632 w 3024845"/>
                <a:gd name="connsiteY47-25368" fmla="*/ 585842 h 1059043"/>
                <a:gd name="connsiteX48-25369" fmla="*/ 449925 w 3024845"/>
                <a:gd name="connsiteY48-25370" fmla="*/ 585842 h 1059043"/>
                <a:gd name="connsiteX49-25371" fmla="*/ 449925 w 3024845"/>
                <a:gd name="connsiteY49-25372" fmla="*/ 583950 h 1059043"/>
                <a:gd name="connsiteX50-25373" fmla="*/ 449925 w 3024845"/>
                <a:gd name="connsiteY50-25374" fmla="*/ 570709 h 1059043"/>
                <a:gd name="connsiteX51-25375" fmla="*/ 451699 w 3024845"/>
                <a:gd name="connsiteY51-25376" fmla="*/ 570709 h 1059043"/>
                <a:gd name="connsiteX52-25377" fmla="*/ 464112 w 3024845"/>
                <a:gd name="connsiteY52-25378" fmla="*/ 570709 h 1059043"/>
                <a:gd name="connsiteX53-25379" fmla="*/ 464112 w 3024845"/>
                <a:gd name="connsiteY53-25380" fmla="*/ 594489 h 1059043"/>
                <a:gd name="connsiteX54-25381" fmla="*/ 465126 w 3024845"/>
                <a:gd name="connsiteY54-25382" fmla="*/ 594489 h 1059043"/>
                <a:gd name="connsiteX55-25383" fmla="*/ 472219 w 3024845"/>
                <a:gd name="connsiteY55-25384" fmla="*/ 594489 h 1059043"/>
                <a:gd name="connsiteX56-25385" fmla="*/ 472219 w 3024845"/>
                <a:gd name="connsiteY56-25386" fmla="*/ 593408 h 1059043"/>
                <a:gd name="connsiteX57-25387" fmla="*/ 472219 w 3024845"/>
                <a:gd name="connsiteY57-25388" fmla="*/ 585842 h 1059043"/>
                <a:gd name="connsiteX58-25389" fmla="*/ 473992 w 3024845"/>
                <a:gd name="connsiteY58-25390" fmla="*/ 585842 h 1059043"/>
                <a:gd name="connsiteX59-25391" fmla="*/ 486406 w 3024845"/>
                <a:gd name="connsiteY59-25392" fmla="*/ 585842 h 1059043"/>
                <a:gd name="connsiteX60-25393" fmla="*/ 486406 w 3024845"/>
                <a:gd name="connsiteY60-25394" fmla="*/ 611783 h 1059043"/>
                <a:gd name="connsiteX61-25395" fmla="*/ 488433 w 3024845"/>
                <a:gd name="connsiteY61-25396" fmla="*/ 611783 h 1059043"/>
                <a:gd name="connsiteX62-25397" fmla="*/ 502619 w 3024845"/>
                <a:gd name="connsiteY62-25398" fmla="*/ 611783 h 1059043"/>
                <a:gd name="connsiteX63-25399" fmla="*/ 502619 w 3024845"/>
                <a:gd name="connsiteY63-25400" fmla="*/ 613404 h 1059043"/>
                <a:gd name="connsiteX64-25401" fmla="*/ 502619 w 3024845"/>
                <a:gd name="connsiteY64-25402" fmla="*/ 624754 h 1059043"/>
                <a:gd name="connsiteX65-25403" fmla="*/ 503379 w 3024845"/>
                <a:gd name="connsiteY65-25404" fmla="*/ 624754 h 1059043"/>
                <a:gd name="connsiteX66-25405" fmla="*/ 508700 w 3024845"/>
                <a:gd name="connsiteY66-25406" fmla="*/ 624754 h 1059043"/>
                <a:gd name="connsiteX67-25407" fmla="*/ 508700 w 3024845"/>
                <a:gd name="connsiteY67-25408" fmla="*/ 623943 h 1059043"/>
                <a:gd name="connsiteX68-25409" fmla="*/ 508700 w 3024845"/>
                <a:gd name="connsiteY68-25410" fmla="*/ 618268 h 1059043"/>
                <a:gd name="connsiteX69-25411" fmla="*/ 539100 w 3024845"/>
                <a:gd name="connsiteY69-25412" fmla="*/ 618268 h 1059043"/>
                <a:gd name="connsiteX70-25413" fmla="*/ 539100 w 3024845"/>
                <a:gd name="connsiteY70-25414" fmla="*/ 642048 h 1059043"/>
                <a:gd name="connsiteX71-25415" fmla="*/ 540113 w 3024845"/>
                <a:gd name="connsiteY71-25416" fmla="*/ 642048 h 1059043"/>
                <a:gd name="connsiteX72-25417" fmla="*/ 547207 w 3024845"/>
                <a:gd name="connsiteY72-25418" fmla="*/ 642048 h 1059043"/>
                <a:gd name="connsiteX73-25419" fmla="*/ 547207 w 3024845"/>
                <a:gd name="connsiteY73-25420" fmla="*/ 643129 h 1059043"/>
                <a:gd name="connsiteX74-25421" fmla="*/ 547207 w 3024845"/>
                <a:gd name="connsiteY74-25422" fmla="*/ 650695 h 1059043"/>
                <a:gd name="connsiteX75-25423" fmla="*/ 547967 w 3024845"/>
                <a:gd name="connsiteY75-25424" fmla="*/ 650695 h 1059043"/>
                <a:gd name="connsiteX76-25425" fmla="*/ 553287 w 3024845"/>
                <a:gd name="connsiteY76-25426" fmla="*/ 650695 h 1059043"/>
                <a:gd name="connsiteX77-25427" fmla="*/ 553287 w 3024845"/>
                <a:gd name="connsiteY77-25428" fmla="*/ 648533 h 1059043"/>
                <a:gd name="connsiteX78-25429" fmla="*/ 553287 w 3024845"/>
                <a:gd name="connsiteY78-25430" fmla="*/ 633401 h 1059043"/>
                <a:gd name="connsiteX79-25431" fmla="*/ 554300 w 3024845"/>
                <a:gd name="connsiteY79-25432" fmla="*/ 633401 h 1059043"/>
                <a:gd name="connsiteX80-25433" fmla="*/ 561394 w 3024845"/>
                <a:gd name="connsiteY80-25434" fmla="*/ 633401 h 1059043"/>
                <a:gd name="connsiteX81-25435" fmla="*/ 561394 w 3024845"/>
                <a:gd name="connsiteY81-25436" fmla="*/ 634482 h 1059043"/>
                <a:gd name="connsiteX82-25437" fmla="*/ 561394 w 3024845"/>
                <a:gd name="connsiteY82-25438" fmla="*/ 642048 h 1059043"/>
                <a:gd name="connsiteX83-25439" fmla="*/ 566714 w 3024845"/>
                <a:gd name="connsiteY83-25440" fmla="*/ 640055 h 1059043"/>
                <a:gd name="connsiteX84-25441" fmla="*/ 567474 w 3024845"/>
                <a:gd name="connsiteY84-25442" fmla="*/ 639075 h 1059043"/>
                <a:gd name="connsiteX85-25443" fmla="*/ 567474 w 3024845"/>
                <a:gd name="connsiteY85-25444" fmla="*/ 633401 h 1059043"/>
                <a:gd name="connsiteX86-25445" fmla="*/ 605981 w 3024845"/>
                <a:gd name="connsiteY86-25446" fmla="*/ 633401 h 1059043"/>
                <a:gd name="connsiteX87-25447" fmla="*/ 605981 w 3024845"/>
                <a:gd name="connsiteY87-25448" fmla="*/ 657180 h 1059043"/>
                <a:gd name="connsiteX88-25449" fmla="*/ 608007 w 3024845"/>
                <a:gd name="connsiteY88-25450" fmla="*/ 657180 h 1059043"/>
                <a:gd name="connsiteX89-25451" fmla="*/ 622194 w 3024845"/>
                <a:gd name="connsiteY89-25452" fmla="*/ 657180 h 1059043"/>
                <a:gd name="connsiteX90-25453" fmla="*/ 622194 w 3024845"/>
                <a:gd name="connsiteY90-25454" fmla="*/ 658261 h 1059043"/>
                <a:gd name="connsiteX91-25455" fmla="*/ 622194 w 3024845"/>
                <a:gd name="connsiteY91-25456" fmla="*/ 665827 h 1059043"/>
                <a:gd name="connsiteX92-25457" fmla="*/ 623968 w 3024845"/>
                <a:gd name="connsiteY92-25458" fmla="*/ 665827 h 1059043"/>
                <a:gd name="connsiteX93-25459" fmla="*/ 636381 w 3024845"/>
                <a:gd name="connsiteY93-25460" fmla="*/ 665827 h 1059043"/>
                <a:gd name="connsiteX94-25461" fmla="*/ 636381 w 3024845"/>
                <a:gd name="connsiteY94-25462" fmla="*/ 642048 h 1059043"/>
                <a:gd name="connsiteX95-25463" fmla="*/ 637394 w 3024845"/>
                <a:gd name="connsiteY95-25464" fmla="*/ 642048 h 1059043"/>
                <a:gd name="connsiteX96-25465" fmla="*/ 644488 w 3024845"/>
                <a:gd name="connsiteY96-25466" fmla="*/ 642048 h 1059043"/>
                <a:gd name="connsiteX97-25467" fmla="*/ 644488 w 3024845"/>
                <a:gd name="connsiteY97-25468" fmla="*/ 609621 h 1059043"/>
                <a:gd name="connsiteX98-25469" fmla="*/ 645501 w 3024845"/>
                <a:gd name="connsiteY98-25470" fmla="*/ 609621 h 1059043"/>
                <a:gd name="connsiteX99-25471" fmla="*/ 652595 w 3024845"/>
                <a:gd name="connsiteY99-25472" fmla="*/ 609621 h 1059043"/>
                <a:gd name="connsiteX100-25473" fmla="*/ 652595 w 3024845"/>
                <a:gd name="connsiteY100-25474" fmla="*/ 607730 h 1059043"/>
                <a:gd name="connsiteX101-25475" fmla="*/ 652595 w 3024845"/>
                <a:gd name="connsiteY101-25476" fmla="*/ 594489 h 1059043"/>
                <a:gd name="connsiteX102-25477" fmla="*/ 651328 w 3024845"/>
                <a:gd name="connsiteY102-25478" fmla="*/ 592867 h 1059043"/>
                <a:gd name="connsiteX103-25479" fmla="*/ 656648 w 3024845"/>
                <a:gd name="connsiteY103-25480" fmla="*/ 581518 h 1059043"/>
                <a:gd name="connsiteX104-25481" fmla="*/ 664755 w 3024845"/>
                <a:gd name="connsiteY104-25482" fmla="*/ 609621 h 1059043"/>
                <a:gd name="connsiteX105-25483" fmla="*/ 665515 w 3024845"/>
                <a:gd name="connsiteY105-25484" fmla="*/ 609621 h 1059043"/>
                <a:gd name="connsiteX106-25485" fmla="*/ 670835 w 3024845"/>
                <a:gd name="connsiteY106-25486" fmla="*/ 609621 h 1059043"/>
                <a:gd name="connsiteX107-25487" fmla="*/ 670835 w 3024845"/>
                <a:gd name="connsiteY107-25488" fmla="*/ 503694 h 1059043"/>
                <a:gd name="connsiteX108-25489" fmla="*/ 672355 w 3024845"/>
                <a:gd name="connsiteY108-25490" fmla="*/ 503694 h 1059043"/>
                <a:gd name="connsiteX109-25491" fmla="*/ 682995 w 3024845"/>
                <a:gd name="connsiteY109-25492" fmla="*/ 503694 h 1059043"/>
                <a:gd name="connsiteX110-25493" fmla="*/ 682995 w 3024845"/>
                <a:gd name="connsiteY110-25494" fmla="*/ 456135 h 1059043"/>
                <a:gd name="connsiteX111-25495" fmla="*/ 709342 w 3024845"/>
                <a:gd name="connsiteY111-25496" fmla="*/ 456135 h 1059043"/>
                <a:gd name="connsiteX112-25497" fmla="*/ 709342 w 3024845"/>
                <a:gd name="connsiteY112-25498" fmla="*/ 434517 h 1059043"/>
                <a:gd name="connsiteX113-25499" fmla="*/ 743796 w 3024845"/>
                <a:gd name="connsiteY113-25500" fmla="*/ 434517 h 1059043"/>
                <a:gd name="connsiteX114-25501" fmla="*/ 743796 w 3024845"/>
                <a:gd name="connsiteY114-25502" fmla="*/ 436949 h 1059043"/>
                <a:gd name="connsiteX115-25503" fmla="*/ 743796 w 3024845"/>
                <a:gd name="connsiteY115-25504" fmla="*/ 453973 h 1059043"/>
                <a:gd name="connsiteX116-25505" fmla="*/ 746076 w 3024845"/>
                <a:gd name="connsiteY116-25506" fmla="*/ 453973 h 1059043"/>
                <a:gd name="connsiteX117-25507" fmla="*/ 762036 w 3024845"/>
                <a:gd name="connsiteY117-25508" fmla="*/ 453973 h 1059043"/>
                <a:gd name="connsiteX118-25509" fmla="*/ 762036 w 3024845"/>
                <a:gd name="connsiteY118-25510" fmla="*/ 501532 h 1059043"/>
                <a:gd name="connsiteX119-25511" fmla="*/ 763049 w 3024845"/>
                <a:gd name="connsiteY119-25512" fmla="*/ 501532 h 1059043"/>
                <a:gd name="connsiteX120-25513" fmla="*/ 770143 w 3024845"/>
                <a:gd name="connsiteY120-25514" fmla="*/ 501532 h 1059043"/>
                <a:gd name="connsiteX121-25515" fmla="*/ 784330 w 3024845"/>
                <a:gd name="connsiteY121-25516" fmla="*/ 505856 h 1059043"/>
                <a:gd name="connsiteX122-25517" fmla="*/ 784330 w 3024845"/>
                <a:gd name="connsiteY122-25518" fmla="*/ 544768 h 1059043"/>
                <a:gd name="connsiteX123-25519" fmla="*/ 785343 w 3024845"/>
                <a:gd name="connsiteY123-25520" fmla="*/ 544768 h 1059043"/>
                <a:gd name="connsiteX124-25521" fmla="*/ 792436 w 3024845"/>
                <a:gd name="connsiteY124-25522" fmla="*/ 544768 h 1059043"/>
                <a:gd name="connsiteX125-25523" fmla="*/ 792436 w 3024845"/>
                <a:gd name="connsiteY125-25524" fmla="*/ 546389 h 1059043"/>
                <a:gd name="connsiteX126-25525" fmla="*/ 792436 w 3024845"/>
                <a:gd name="connsiteY126-25526" fmla="*/ 557738 h 1059043"/>
                <a:gd name="connsiteX127-25527" fmla="*/ 794463 w 3024845"/>
                <a:gd name="connsiteY127-25528" fmla="*/ 557738 h 1059043"/>
                <a:gd name="connsiteX128-25529" fmla="*/ 808650 w 3024845"/>
                <a:gd name="connsiteY128-25530" fmla="*/ 557738 h 1059043"/>
                <a:gd name="connsiteX129-25531" fmla="*/ 814730 w 3024845"/>
                <a:gd name="connsiteY129-25532" fmla="*/ 564224 h 1059043"/>
                <a:gd name="connsiteX130-25533" fmla="*/ 814730 w 3024845"/>
                <a:gd name="connsiteY130-25534" fmla="*/ 585842 h 1059043"/>
                <a:gd name="connsiteX131-25535" fmla="*/ 817010 w 3024845"/>
                <a:gd name="connsiteY131-25536" fmla="*/ 585842 h 1059043"/>
                <a:gd name="connsiteX132-25537" fmla="*/ 832970 w 3024845"/>
                <a:gd name="connsiteY132-25538" fmla="*/ 585842 h 1059043"/>
                <a:gd name="connsiteX133-25539" fmla="*/ 832970 w 3024845"/>
                <a:gd name="connsiteY133-25540" fmla="*/ 586922 h 1059043"/>
                <a:gd name="connsiteX134-25541" fmla="*/ 832970 w 3024845"/>
                <a:gd name="connsiteY134-25542" fmla="*/ 594489 h 1059043"/>
                <a:gd name="connsiteX135-25543" fmla="*/ 834237 w 3024845"/>
                <a:gd name="connsiteY135-25544" fmla="*/ 594489 h 1059043"/>
                <a:gd name="connsiteX136-25545" fmla="*/ 843104 w 3024845"/>
                <a:gd name="connsiteY136-25546" fmla="*/ 594489 h 1059043"/>
                <a:gd name="connsiteX137-25547" fmla="*/ 843104 w 3024845"/>
                <a:gd name="connsiteY137-25548" fmla="*/ 596650 h 1059043"/>
                <a:gd name="connsiteX138-25549" fmla="*/ 843104 w 3024845"/>
                <a:gd name="connsiteY138-25550" fmla="*/ 611783 h 1059043"/>
                <a:gd name="connsiteX139-25551" fmla="*/ 847157 w 3024845"/>
                <a:gd name="connsiteY139-25552" fmla="*/ 609891 h 1059043"/>
                <a:gd name="connsiteX140-25553" fmla="*/ 847157 w 3024845"/>
                <a:gd name="connsiteY140-25554" fmla="*/ 596650 h 1059043"/>
                <a:gd name="connsiteX141-25555" fmla="*/ 848170 w 3024845"/>
                <a:gd name="connsiteY141-25556" fmla="*/ 596650 h 1059043"/>
                <a:gd name="connsiteX142-25557" fmla="*/ 855264 w 3024845"/>
                <a:gd name="connsiteY142-25558" fmla="*/ 596650 h 1059043"/>
                <a:gd name="connsiteX143-25559" fmla="*/ 855264 w 3024845"/>
                <a:gd name="connsiteY143-25560" fmla="*/ 598272 h 1059043"/>
                <a:gd name="connsiteX144-25561" fmla="*/ 855264 w 3024845"/>
                <a:gd name="connsiteY144-25562" fmla="*/ 609621 h 1059043"/>
                <a:gd name="connsiteX145-25563" fmla="*/ 856024 w 3024845"/>
                <a:gd name="connsiteY145-25564" fmla="*/ 609621 h 1059043"/>
                <a:gd name="connsiteX146-25565" fmla="*/ 861344 w 3024845"/>
                <a:gd name="connsiteY146-25566" fmla="*/ 609621 h 1059043"/>
                <a:gd name="connsiteX147-25567" fmla="*/ 909984 w 3024845"/>
                <a:gd name="connsiteY147-25568" fmla="*/ 605298 h 1059043"/>
                <a:gd name="connsiteX148-25569" fmla="*/ 909984 w 3024845"/>
                <a:gd name="connsiteY148-25570" fmla="*/ 606649 h 1059043"/>
                <a:gd name="connsiteX149-25571" fmla="*/ 909984 w 3024845"/>
                <a:gd name="connsiteY149-25572" fmla="*/ 616106 h 1059043"/>
                <a:gd name="connsiteX150-25573" fmla="*/ 910744 w 3024845"/>
                <a:gd name="connsiteY150-25574" fmla="*/ 616106 h 1059043"/>
                <a:gd name="connsiteX151-25575" fmla="*/ 916065 w 3024845"/>
                <a:gd name="connsiteY151-25576" fmla="*/ 616106 h 1059043"/>
                <a:gd name="connsiteX152-25577" fmla="*/ 916065 w 3024845"/>
                <a:gd name="connsiteY152-25578" fmla="*/ 618268 h 1059043"/>
                <a:gd name="connsiteX153-25579" fmla="*/ 916065 w 3024845"/>
                <a:gd name="connsiteY153-25580" fmla="*/ 633401 h 1059043"/>
                <a:gd name="connsiteX154-25581" fmla="*/ 918091 w 3024845"/>
                <a:gd name="connsiteY154-25582" fmla="*/ 632050 h 1059043"/>
                <a:gd name="connsiteX155-25583" fmla="*/ 932278 w 3024845"/>
                <a:gd name="connsiteY155-25584" fmla="*/ 622592 h 1059043"/>
                <a:gd name="connsiteX156-25585" fmla="*/ 938358 w 3024845"/>
                <a:gd name="connsiteY156-25586" fmla="*/ 581518 h 1059043"/>
                <a:gd name="connsiteX157-25587" fmla="*/ 939118 w 3024845"/>
                <a:gd name="connsiteY157-25588" fmla="*/ 581248 h 1059043"/>
                <a:gd name="connsiteX158-25589" fmla="*/ 944438 w 3024845"/>
                <a:gd name="connsiteY158-25590" fmla="*/ 579356 h 1059043"/>
                <a:gd name="connsiteX159-25591" fmla="*/ 946465 w 3024845"/>
                <a:gd name="connsiteY159-25592" fmla="*/ 510179 h 1059043"/>
                <a:gd name="connsiteX160-25593" fmla="*/ 948492 w 3024845"/>
                <a:gd name="connsiteY160-25594" fmla="*/ 579356 h 1059043"/>
                <a:gd name="connsiteX161-25595" fmla="*/ 949252 w 3024845"/>
                <a:gd name="connsiteY161-25596" fmla="*/ 579626 h 1059043"/>
                <a:gd name="connsiteX162-25597" fmla="*/ 954572 w 3024845"/>
                <a:gd name="connsiteY162-25598" fmla="*/ 581518 h 1059043"/>
                <a:gd name="connsiteX163-25599" fmla="*/ 954572 w 3024845"/>
                <a:gd name="connsiteY163-25600" fmla="*/ 495047 h 1059043"/>
                <a:gd name="connsiteX164-25601" fmla="*/ 958625 w 3024845"/>
                <a:gd name="connsiteY164-25602" fmla="*/ 462620 h 1059043"/>
                <a:gd name="connsiteX165-25603" fmla="*/ 997132 w 3024845"/>
                <a:gd name="connsiteY165-25604" fmla="*/ 462620 h 1059043"/>
                <a:gd name="connsiteX166-25605" fmla="*/ 997132 w 3024845"/>
                <a:gd name="connsiteY166-25606" fmla="*/ 495047 h 1059043"/>
                <a:gd name="connsiteX167-25607" fmla="*/ 997892 w 3024845"/>
                <a:gd name="connsiteY167-25608" fmla="*/ 495047 h 1059043"/>
                <a:gd name="connsiteX168-25609" fmla="*/ 1003212 w 3024845"/>
                <a:gd name="connsiteY168-25610" fmla="*/ 495047 h 1059043"/>
                <a:gd name="connsiteX169-25611" fmla="*/ 1003212 w 3024845"/>
                <a:gd name="connsiteY169-25612" fmla="*/ 412899 h 1059043"/>
                <a:gd name="connsiteX170-25613" fmla="*/ 1004986 w 3024845"/>
                <a:gd name="connsiteY170-25614" fmla="*/ 412899 h 1059043"/>
                <a:gd name="connsiteX171-25615" fmla="*/ 1017399 w 3024845"/>
                <a:gd name="connsiteY171-25616" fmla="*/ 412899 h 1059043"/>
                <a:gd name="connsiteX172-25617" fmla="*/ 1017399 w 3024845"/>
                <a:gd name="connsiteY172-25618" fmla="*/ 411008 h 1059043"/>
                <a:gd name="connsiteX173-25619" fmla="*/ 1017399 w 3024845"/>
                <a:gd name="connsiteY173-25620" fmla="*/ 397767 h 1059043"/>
                <a:gd name="connsiteX174-25621" fmla="*/ 1039693 w 3024845"/>
                <a:gd name="connsiteY174-25622" fmla="*/ 397767 h 1059043"/>
                <a:gd name="connsiteX175-25623" fmla="*/ 1039693 w 3024845"/>
                <a:gd name="connsiteY175-25624" fmla="*/ 396686 h 1059043"/>
                <a:gd name="connsiteX176-25625" fmla="*/ 1039693 w 3024845"/>
                <a:gd name="connsiteY176-25626" fmla="*/ 389120 h 1059043"/>
                <a:gd name="connsiteX177-25627" fmla="*/ 1041466 w 3024845"/>
                <a:gd name="connsiteY177-25628" fmla="*/ 389120 h 1059043"/>
                <a:gd name="connsiteX178-25629" fmla="*/ 1053880 w 3024845"/>
                <a:gd name="connsiteY178-25630" fmla="*/ 389120 h 1059043"/>
                <a:gd name="connsiteX179-25631" fmla="*/ 1053880 w 3024845"/>
                <a:gd name="connsiteY179-25632" fmla="*/ 390201 h 1059043"/>
                <a:gd name="connsiteX180-25633" fmla="*/ 1053880 w 3024845"/>
                <a:gd name="connsiteY180-25634" fmla="*/ 397767 h 1059043"/>
                <a:gd name="connsiteX181-25635" fmla="*/ 1054640 w 3024845"/>
                <a:gd name="connsiteY181-25636" fmla="*/ 397767 h 1059043"/>
                <a:gd name="connsiteX182-25637" fmla="*/ 1059960 w 3024845"/>
                <a:gd name="connsiteY182-25638" fmla="*/ 397767 h 1059043"/>
                <a:gd name="connsiteX183-25639" fmla="*/ 1070093 w 3024845"/>
                <a:gd name="connsiteY183-25640" fmla="*/ 393443 h 1059043"/>
                <a:gd name="connsiteX184-25641" fmla="*/ 1074146 w 3024845"/>
                <a:gd name="connsiteY184-25642" fmla="*/ 396686 h 1059043"/>
                <a:gd name="connsiteX185-25643" fmla="*/ 1074146 w 3024845"/>
                <a:gd name="connsiteY185-25644" fmla="*/ 389120 h 1059043"/>
                <a:gd name="connsiteX186-25645" fmla="*/ 1076426 w 3024845"/>
                <a:gd name="connsiteY186-25646" fmla="*/ 389120 h 1059043"/>
                <a:gd name="connsiteX187-25647" fmla="*/ 1092387 w 3024845"/>
                <a:gd name="connsiteY187-25648" fmla="*/ 389120 h 1059043"/>
                <a:gd name="connsiteX188-25649" fmla="*/ 1092387 w 3024845"/>
                <a:gd name="connsiteY188-25650" fmla="*/ 390201 h 1059043"/>
                <a:gd name="connsiteX189-25651" fmla="*/ 1092387 w 3024845"/>
                <a:gd name="connsiteY189-25652" fmla="*/ 397767 h 1059043"/>
                <a:gd name="connsiteX190-25653" fmla="*/ 1122787 w 3024845"/>
                <a:gd name="connsiteY190-25654" fmla="*/ 397767 h 1059043"/>
                <a:gd name="connsiteX191-25655" fmla="*/ 1122787 w 3024845"/>
                <a:gd name="connsiteY191-25656" fmla="*/ 399388 h 1059043"/>
                <a:gd name="connsiteX192-25657" fmla="*/ 1122787 w 3024845"/>
                <a:gd name="connsiteY192-25658" fmla="*/ 410738 h 1059043"/>
                <a:gd name="connsiteX193-25659" fmla="*/ 1149134 w 3024845"/>
                <a:gd name="connsiteY193-25660" fmla="*/ 410738 h 1059043"/>
                <a:gd name="connsiteX194-25661" fmla="*/ 1149134 w 3024845"/>
                <a:gd name="connsiteY194-25662" fmla="*/ 441002 h 1059043"/>
                <a:gd name="connsiteX195-25663" fmla="*/ 1149894 w 3024845"/>
                <a:gd name="connsiteY195-25664" fmla="*/ 441002 h 1059043"/>
                <a:gd name="connsiteX196-25665" fmla="*/ 1155214 w 3024845"/>
                <a:gd name="connsiteY196-25666" fmla="*/ 441002 h 1059043"/>
                <a:gd name="connsiteX197-25667" fmla="*/ 1155214 w 3024845"/>
                <a:gd name="connsiteY197-25668" fmla="*/ 442083 h 1059043"/>
                <a:gd name="connsiteX198-25669" fmla="*/ 1155214 w 3024845"/>
                <a:gd name="connsiteY198-25670" fmla="*/ 449650 h 1059043"/>
                <a:gd name="connsiteX199-25671" fmla="*/ 1159268 w 3024845"/>
                <a:gd name="connsiteY199-25672" fmla="*/ 479914 h 1059043"/>
                <a:gd name="connsiteX200-25673" fmla="*/ 1160028 w 3024845"/>
                <a:gd name="connsiteY200-25674" fmla="*/ 479914 h 1059043"/>
                <a:gd name="connsiteX201-25675" fmla="*/ 1165348 w 3024845"/>
                <a:gd name="connsiteY201-25676" fmla="*/ 479914 h 1059043"/>
                <a:gd name="connsiteX202-25677" fmla="*/ 1165348 w 3024845"/>
                <a:gd name="connsiteY202-25678" fmla="*/ 480725 h 1059043"/>
                <a:gd name="connsiteX203-25679" fmla="*/ 1165348 w 3024845"/>
                <a:gd name="connsiteY203-25680" fmla="*/ 486400 h 1059043"/>
                <a:gd name="connsiteX204-25681" fmla="*/ 1166361 w 3024845"/>
                <a:gd name="connsiteY204-25682" fmla="*/ 486400 h 1059043"/>
                <a:gd name="connsiteX205-25683" fmla="*/ 1173454 w 3024845"/>
                <a:gd name="connsiteY205-25684" fmla="*/ 486400 h 1059043"/>
                <a:gd name="connsiteX206-25685" fmla="*/ 1173454 w 3024845"/>
                <a:gd name="connsiteY206-25686" fmla="*/ 516665 h 1059043"/>
                <a:gd name="connsiteX207-25687" fmla="*/ 1175481 w 3024845"/>
                <a:gd name="connsiteY207-25688" fmla="*/ 516665 h 1059043"/>
                <a:gd name="connsiteX208-25689" fmla="*/ 1189668 w 3024845"/>
                <a:gd name="connsiteY208-25690" fmla="*/ 516665 h 1059043"/>
                <a:gd name="connsiteX209-25691" fmla="*/ 1189668 w 3024845"/>
                <a:gd name="connsiteY209-25692" fmla="*/ 540444 h 1059043"/>
                <a:gd name="connsiteX210-25693" fmla="*/ 1191695 w 3024845"/>
                <a:gd name="connsiteY210-25694" fmla="*/ 542065 h 1059043"/>
                <a:gd name="connsiteX211-25695" fmla="*/ 1191695 w 3024845"/>
                <a:gd name="connsiteY211-25696" fmla="*/ 553415 h 1059043"/>
                <a:gd name="connsiteX212-25697" fmla="*/ 1192455 w 3024845"/>
                <a:gd name="connsiteY212-25698" fmla="*/ 553415 h 1059043"/>
                <a:gd name="connsiteX213-25699" fmla="*/ 1197775 w 3024845"/>
                <a:gd name="connsiteY213-25700" fmla="*/ 553415 h 1059043"/>
                <a:gd name="connsiteX214-25701" fmla="*/ 1197775 w 3024845"/>
                <a:gd name="connsiteY214-25702" fmla="*/ 577194 h 1059043"/>
                <a:gd name="connsiteX215-25703" fmla="*/ 1199041 w 3024845"/>
                <a:gd name="connsiteY215-25704" fmla="*/ 577194 h 1059043"/>
                <a:gd name="connsiteX216-25705" fmla="*/ 1207908 w 3024845"/>
                <a:gd name="connsiteY216-25706" fmla="*/ 577194 h 1059043"/>
                <a:gd name="connsiteX217-25707" fmla="*/ 1209935 w 3024845"/>
                <a:gd name="connsiteY217-25708" fmla="*/ 581248 h 1059043"/>
                <a:gd name="connsiteX218-25709" fmla="*/ 1209935 w 3024845"/>
                <a:gd name="connsiteY218-25710" fmla="*/ 594489 h 1059043"/>
                <a:gd name="connsiteX219-25711" fmla="*/ 1211455 w 3024845"/>
                <a:gd name="connsiteY219-25712" fmla="*/ 592597 h 1059043"/>
                <a:gd name="connsiteX220-25713" fmla="*/ 1222095 w 3024845"/>
                <a:gd name="connsiteY220-25714" fmla="*/ 579356 h 1059043"/>
                <a:gd name="connsiteX221-25715" fmla="*/ 1250469 w 3024845"/>
                <a:gd name="connsiteY221-25716" fmla="*/ 579356 h 1059043"/>
                <a:gd name="connsiteX222-25717" fmla="*/ 1250469 w 3024845"/>
                <a:gd name="connsiteY222-25718" fmla="*/ 665827 h 1059043"/>
                <a:gd name="connsiteX223-25719" fmla="*/ 1251229 w 3024845"/>
                <a:gd name="connsiteY223-25720" fmla="*/ 665827 h 1059043"/>
                <a:gd name="connsiteX224-25721" fmla="*/ 1256549 w 3024845"/>
                <a:gd name="connsiteY224-25722" fmla="*/ 665827 h 1059043"/>
                <a:gd name="connsiteX225-25723" fmla="*/ 1257309 w 3024845"/>
                <a:gd name="connsiteY225-25724" fmla="*/ 664476 h 1059043"/>
                <a:gd name="connsiteX226-25725" fmla="*/ 1262629 w 3024845"/>
                <a:gd name="connsiteY226-25726" fmla="*/ 655018 h 1059043"/>
                <a:gd name="connsiteX227-25727" fmla="*/ 1262629 w 3024845"/>
                <a:gd name="connsiteY227-25728" fmla="*/ 656910 h 1059043"/>
                <a:gd name="connsiteX228-25729" fmla="*/ 1262629 w 3024845"/>
                <a:gd name="connsiteY228-25730" fmla="*/ 670151 h 1059043"/>
                <a:gd name="connsiteX229-25731" fmla="*/ 1266682 w 3024845"/>
                <a:gd name="connsiteY229-25732" fmla="*/ 624754 h 1059043"/>
                <a:gd name="connsiteX230-25733" fmla="*/ 1267442 w 3024845"/>
                <a:gd name="connsiteY230-25734" fmla="*/ 624754 h 1059043"/>
                <a:gd name="connsiteX231-25735" fmla="*/ 1272762 w 3024845"/>
                <a:gd name="connsiteY231-25736" fmla="*/ 624754 h 1059043"/>
                <a:gd name="connsiteX232-25737" fmla="*/ 1272762 w 3024845"/>
                <a:gd name="connsiteY232-25738" fmla="*/ 559900 h 1059043"/>
                <a:gd name="connsiteX233-25739" fmla="*/ 1273776 w 3024845"/>
                <a:gd name="connsiteY233-25740" fmla="*/ 559900 h 1059043"/>
                <a:gd name="connsiteX234-25741" fmla="*/ 1280869 w 3024845"/>
                <a:gd name="connsiteY234-25742" fmla="*/ 559900 h 1059043"/>
                <a:gd name="connsiteX235-25743" fmla="*/ 1293029 w 3024845"/>
                <a:gd name="connsiteY235-25744" fmla="*/ 516665 h 1059043"/>
                <a:gd name="connsiteX236-25745" fmla="*/ 1294296 w 3024845"/>
                <a:gd name="connsiteY236-25746" fmla="*/ 516665 h 1059043"/>
                <a:gd name="connsiteX237-25747" fmla="*/ 1303163 w 3024845"/>
                <a:gd name="connsiteY237-25748" fmla="*/ 516665 h 1059043"/>
                <a:gd name="connsiteX238-25749" fmla="*/ 1313296 w 3024845"/>
                <a:gd name="connsiteY238-25750" fmla="*/ 559900 h 1059043"/>
                <a:gd name="connsiteX239-25751" fmla="*/ 1314309 w 3024845"/>
                <a:gd name="connsiteY239-25752" fmla="*/ 559900 h 1059043"/>
                <a:gd name="connsiteX240-25753" fmla="*/ 1321403 w 3024845"/>
                <a:gd name="connsiteY240-25754" fmla="*/ 559900 h 1059043"/>
                <a:gd name="connsiteX241-25755" fmla="*/ 1321403 w 3024845"/>
                <a:gd name="connsiteY241-25756" fmla="*/ 598812 h 1059043"/>
                <a:gd name="connsiteX242-25757" fmla="*/ 1323176 w 3024845"/>
                <a:gd name="connsiteY242-25758" fmla="*/ 598812 h 1059043"/>
                <a:gd name="connsiteX243-25759" fmla="*/ 1335590 w 3024845"/>
                <a:gd name="connsiteY243-25760" fmla="*/ 598812 h 1059043"/>
                <a:gd name="connsiteX244-25761" fmla="*/ 1335590 w 3024845"/>
                <a:gd name="connsiteY244-25762" fmla="*/ 600974 h 1059043"/>
                <a:gd name="connsiteX245-25763" fmla="*/ 1335590 w 3024845"/>
                <a:gd name="connsiteY245-25764" fmla="*/ 616106 h 1059043"/>
                <a:gd name="connsiteX246-25765" fmla="*/ 1339643 w 3024845"/>
                <a:gd name="connsiteY246-25766" fmla="*/ 613945 h 1059043"/>
                <a:gd name="connsiteX247-25767" fmla="*/ 1339643 w 3024845"/>
                <a:gd name="connsiteY247-25768" fmla="*/ 598812 h 1059043"/>
                <a:gd name="connsiteX248-25769" fmla="*/ 1341163 w 3024845"/>
                <a:gd name="connsiteY248-25770" fmla="*/ 598812 h 1059043"/>
                <a:gd name="connsiteX249-25771" fmla="*/ 1351803 w 3024845"/>
                <a:gd name="connsiteY249-25772" fmla="*/ 598812 h 1059043"/>
                <a:gd name="connsiteX250-25773" fmla="*/ 1351803 w 3024845"/>
                <a:gd name="connsiteY250-25774" fmla="*/ 600433 h 1059043"/>
                <a:gd name="connsiteX251-25775" fmla="*/ 1351803 w 3024845"/>
                <a:gd name="connsiteY251-25776" fmla="*/ 611783 h 1059043"/>
                <a:gd name="connsiteX252-25777" fmla="*/ 1382204 w 3024845"/>
                <a:gd name="connsiteY252-25778" fmla="*/ 611783 h 1059043"/>
                <a:gd name="connsiteX253-25779" fmla="*/ 1382204 w 3024845"/>
                <a:gd name="connsiteY253-25780" fmla="*/ 575033 h 1059043"/>
                <a:gd name="connsiteX254-25781" fmla="*/ 1383470 w 3024845"/>
                <a:gd name="connsiteY254-25782" fmla="*/ 575033 h 1059043"/>
                <a:gd name="connsiteX255-25783" fmla="*/ 1392337 w 3024845"/>
                <a:gd name="connsiteY255-25784" fmla="*/ 575033 h 1059043"/>
                <a:gd name="connsiteX256-25785" fmla="*/ 1392337 w 3024845"/>
                <a:gd name="connsiteY256-25786" fmla="*/ 596650 h 1059043"/>
                <a:gd name="connsiteX257-25787" fmla="*/ 1394364 w 3024845"/>
                <a:gd name="connsiteY257-25788" fmla="*/ 564224 h 1059043"/>
                <a:gd name="connsiteX258-25789" fmla="*/ 1416657 w 3024845"/>
                <a:gd name="connsiteY258-25790" fmla="*/ 564224 h 1059043"/>
                <a:gd name="connsiteX259-25791" fmla="*/ 1416657 w 3024845"/>
                <a:gd name="connsiteY259-25792" fmla="*/ 562602 h 1059043"/>
                <a:gd name="connsiteX260-25793" fmla="*/ 1416657 w 3024845"/>
                <a:gd name="connsiteY260-25794" fmla="*/ 551253 h 1059043"/>
                <a:gd name="connsiteX261-25795" fmla="*/ 1417417 w 3024845"/>
                <a:gd name="connsiteY261-25796" fmla="*/ 551253 h 1059043"/>
                <a:gd name="connsiteX262-25797" fmla="*/ 1422737 w 3024845"/>
                <a:gd name="connsiteY262-25798" fmla="*/ 551253 h 1059043"/>
                <a:gd name="connsiteX263-25799" fmla="*/ 1422737 w 3024845"/>
                <a:gd name="connsiteY263-25800" fmla="*/ 549362 h 1059043"/>
                <a:gd name="connsiteX264-25801" fmla="*/ 1422737 w 3024845"/>
                <a:gd name="connsiteY264-25802" fmla="*/ 536121 h 1059043"/>
                <a:gd name="connsiteX265-25803" fmla="*/ 1426791 w 3024845"/>
                <a:gd name="connsiteY265-25804" fmla="*/ 542606 h 1059043"/>
                <a:gd name="connsiteX266-25805" fmla="*/ 1429071 w 3024845"/>
                <a:gd name="connsiteY266-25806" fmla="*/ 542606 h 1059043"/>
                <a:gd name="connsiteX267-25807" fmla="*/ 1445031 w 3024845"/>
                <a:gd name="connsiteY267-25808" fmla="*/ 542606 h 1059043"/>
                <a:gd name="connsiteX268-25809" fmla="*/ 1445031 w 3024845"/>
                <a:gd name="connsiteY268-25810" fmla="*/ 541795 h 1059043"/>
                <a:gd name="connsiteX269-25811" fmla="*/ 1445031 w 3024845"/>
                <a:gd name="connsiteY269-25812" fmla="*/ 536121 h 1059043"/>
                <a:gd name="connsiteX270-25813" fmla="*/ 1445791 w 3024845"/>
                <a:gd name="connsiteY270-25814" fmla="*/ 536121 h 1059043"/>
                <a:gd name="connsiteX271-25815" fmla="*/ 1451111 w 3024845"/>
                <a:gd name="connsiteY271-25816" fmla="*/ 536121 h 1059043"/>
                <a:gd name="connsiteX272-25817" fmla="*/ 1451111 w 3024845"/>
                <a:gd name="connsiteY272-25818" fmla="*/ 537472 h 1059043"/>
                <a:gd name="connsiteX273-25819" fmla="*/ 1451111 w 3024845"/>
                <a:gd name="connsiteY273-25820" fmla="*/ 546930 h 1059043"/>
                <a:gd name="connsiteX274-25821" fmla="*/ 1489618 w 3024845"/>
                <a:gd name="connsiteY274-25822" fmla="*/ 546930 h 1059043"/>
                <a:gd name="connsiteX275-25823" fmla="*/ 1489618 w 3024845"/>
                <a:gd name="connsiteY275-25824" fmla="*/ 685283 h 1059043"/>
                <a:gd name="connsiteX276-25825" fmla="*/ 1491138 w 3024845"/>
                <a:gd name="connsiteY276-25826" fmla="*/ 685283 h 1059043"/>
                <a:gd name="connsiteX277-25827" fmla="*/ 1501778 w 3024845"/>
                <a:gd name="connsiteY277-25828" fmla="*/ 685283 h 1059043"/>
                <a:gd name="connsiteX278-25829" fmla="*/ 1501778 w 3024845"/>
                <a:gd name="connsiteY278-25830" fmla="*/ 672313 h 1059043"/>
                <a:gd name="connsiteX279-25831" fmla="*/ 1505832 w 3024845"/>
                <a:gd name="connsiteY279-25832" fmla="*/ 672313 h 1059043"/>
                <a:gd name="connsiteX280-25833" fmla="*/ 1505832 w 3024845"/>
                <a:gd name="connsiteY280-25834" fmla="*/ 685283 h 1059043"/>
                <a:gd name="connsiteX281-25835" fmla="*/ 1536232 w 3024845"/>
                <a:gd name="connsiteY281-25836" fmla="*/ 685283 h 1059043"/>
                <a:gd name="connsiteX282-25837" fmla="*/ 1536232 w 3024845"/>
                <a:gd name="connsiteY282-25838" fmla="*/ 655018 h 1059043"/>
                <a:gd name="connsiteX283-25839" fmla="*/ 1548392 w 3024845"/>
                <a:gd name="connsiteY283-25840" fmla="*/ 655018 h 1059043"/>
                <a:gd name="connsiteX284-25841" fmla="*/ 1560552 w 3024845"/>
                <a:gd name="connsiteY284-25842" fmla="*/ 652857 h 1059043"/>
                <a:gd name="connsiteX285-25843" fmla="*/ 1564606 w 3024845"/>
                <a:gd name="connsiteY285-25844" fmla="*/ 655018 h 1059043"/>
                <a:gd name="connsiteX286-25845" fmla="*/ 1574739 w 3024845"/>
                <a:gd name="connsiteY286-25846" fmla="*/ 655018 h 1059043"/>
                <a:gd name="connsiteX287-25847" fmla="*/ 1574739 w 3024845"/>
                <a:gd name="connsiteY287-25848" fmla="*/ 685283 h 1059043"/>
                <a:gd name="connsiteX288-25849" fmla="*/ 1582846 w 3024845"/>
                <a:gd name="connsiteY288-25850" fmla="*/ 685283 h 1059043"/>
                <a:gd name="connsiteX289-25851" fmla="*/ 1582846 w 3024845"/>
                <a:gd name="connsiteY289-25852" fmla="*/ 702578 h 1059043"/>
                <a:gd name="connsiteX290-25853" fmla="*/ 1592182 w 3024845"/>
                <a:gd name="connsiteY290-25854" fmla="*/ 703483 h 1059043"/>
                <a:gd name="connsiteX291-25855" fmla="*/ 1605140 w 3024845"/>
                <a:gd name="connsiteY291-25856" fmla="*/ 703483 h 1059043"/>
                <a:gd name="connsiteX292-25857" fmla="*/ 1605140 w 3024845"/>
                <a:gd name="connsiteY292-25858" fmla="*/ 687445 h 1059043"/>
                <a:gd name="connsiteX293-25859" fmla="*/ 1673096 w 3024845"/>
                <a:gd name="connsiteY293-25860" fmla="*/ 687445 h 1059043"/>
                <a:gd name="connsiteX294-25861" fmla="*/ 1673096 w 3024845"/>
                <a:gd name="connsiteY294-25862" fmla="*/ 602192 h 1059043"/>
                <a:gd name="connsiteX295-25863" fmla="*/ 1745104 w 3024845"/>
                <a:gd name="connsiteY295-25864" fmla="*/ 602192 h 1059043"/>
                <a:gd name="connsiteX296-25865" fmla="*/ 1745104 w 3024845"/>
                <a:gd name="connsiteY296-25866" fmla="*/ 680960 h 1059043"/>
                <a:gd name="connsiteX297-25867" fmla="*/ 1747008 w 3024845"/>
                <a:gd name="connsiteY297-25868" fmla="*/ 680960 h 1059043"/>
                <a:gd name="connsiteX298-25869" fmla="*/ 1748250 w 3024845"/>
                <a:gd name="connsiteY298-25870" fmla="*/ 703483 h 1059043"/>
                <a:gd name="connsiteX299-25871" fmla="*/ 1757926 w 3024845"/>
                <a:gd name="connsiteY299-25872" fmla="*/ 703483 h 1059043"/>
                <a:gd name="connsiteX300-25873" fmla="*/ 1759168 w 3024845"/>
                <a:gd name="connsiteY300-25874" fmla="*/ 680960 h 1059043"/>
                <a:gd name="connsiteX301-25875" fmla="*/ 1765248 w 3024845"/>
                <a:gd name="connsiteY301-25876" fmla="*/ 680960 h 1059043"/>
                <a:gd name="connsiteX302-25877" fmla="*/ 1766490 w 3024845"/>
                <a:gd name="connsiteY302-25878" fmla="*/ 703483 h 1059043"/>
                <a:gd name="connsiteX303-25879" fmla="*/ 1817112 w 3024845"/>
                <a:gd name="connsiteY303-25880" fmla="*/ 703483 h 1059043"/>
                <a:gd name="connsiteX304-25881" fmla="*/ 1817112 w 3024845"/>
                <a:gd name="connsiteY304-25882" fmla="*/ 540455 h 1059043"/>
                <a:gd name="connsiteX305-25883" fmla="*/ 2014439 w 3024845"/>
                <a:gd name="connsiteY305-25884" fmla="*/ 540455 h 1059043"/>
                <a:gd name="connsiteX306-25885" fmla="*/ 2014439 w 3024845"/>
                <a:gd name="connsiteY306-25886" fmla="*/ 703483 h 1059043"/>
                <a:gd name="connsiteX307-25887" fmla="*/ 2033136 w 3024845"/>
                <a:gd name="connsiteY307-25888" fmla="*/ 703483 h 1059043"/>
                <a:gd name="connsiteX308-25889" fmla="*/ 2033136 w 3024845"/>
                <a:gd name="connsiteY308-25890" fmla="*/ 620790 h 1059043"/>
                <a:gd name="connsiteX309-25891" fmla="*/ 2128256 w 3024845"/>
                <a:gd name="connsiteY309-25892" fmla="*/ 620790 h 1059043"/>
                <a:gd name="connsiteX310-25893" fmla="*/ 2128026 w 3024845"/>
                <a:gd name="connsiteY310-25894" fmla="*/ 281031 h 1059043"/>
                <a:gd name="connsiteX311-25895" fmla="*/ 2121946 w 3024845"/>
                <a:gd name="connsiteY311-25896" fmla="*/ 276707 h 1059043"/>
                <a:gd name="connsiteX312-25897" fmla="*/ 2130053 w 3024845"/>
                <a:gd name="connsiteY312-25898" fmla="*/ 252928 h 1059043"/>
                <a:gd name="connsiteX313-25899" fmla="*/ 2144240 w 3024845"/>
                <a:gd name="connsiteY313-25900" fmla="*/ 214016 h 1059043"/>
                <a:gd name="connsiteX314-25901" fmla="*/ 2146266 w 3024845"/>
                <a:gd name="connsiteY314-25902" fmla="*/ 131868 h 1059043"/>
                <a:gd name="connsiteX315-25903" fmla="*/ 2144240 w 3024845"/>
                <a:gd name="connsiteY315-25904" fmla="*/ 125383 h 1059043"/>
                <a:gd name="connsiteX316-25905" fmla="*/ 2150320 w 3024845"/>
                <a:gd name="connsiteY316-25906" fmla="*/ 118897 h 1059043"/>
                <a:gd name="connsiteX317-25907" fmla="*/ 2150320 w 3024845"/>
                <a:gd name="connsiteY317-25908" fmla="*/ 60529 h 1059043"/>
                <a:gd name="connsiteX318-25909" fmla="*/ 2152346 w 3024845"/>
                <a:gd name="connsiteY318-25910" fmla="*/ 56206 h 1059043"/>
                <a:gd name="connsiteX319-25911" fmla="*/ 2152346 w 3024845"/>
                <a:gd name="connsiteY319-25912" fmla="*/ 0 h 1059043"/>
                <a:gd name="connsiteX320-25913" fmla="*/ 2162480 w 3024845"/>
                <a:gd name="connsiteY320-25914" fmla="*/ 118897 h 1059043"/>
                <a:gd name="connsiteX321-25915" fmla="*/ 2168560 w 3024845"/>
                <a:gd name="connsiteY321-25916" fmla="*/ 125383 h 1059043"/>
                <a:gd name="connsiteX322-25917" fmla="*/ 2166533 w 3024845"/>
                <a:gd name="connsiteY322-25918" fmla="*/ 131868 h 1059043"/>
                <a:gd name="connsiteX323-25919" fmla="*/ 2180720 w 3024845"/>
                <a:gd name="connsiteY323-25920" fmla="*/ 555577 h 1059043"/>
                <a:gd name="connsiteX324-25921" fmla="*/ 2245574 w 3024845"/>
                <a:gd name="connsiteY324-25922" fmla="*/ 555577 h 1059043"/>
                <a:gd name="connsiteX325-25923" fmla="*/ 2245574 w 3024845"/>
                <a:gd name="connsiteY325-25924" fmla="*/ 631239 h 1059043"/>
                <a:gd name="connsiteX326-25925" fmla="*/ 2253681 w 3024845"/>
                <a:gd name="connsiteY326-25926" fmla="*/ 631239 h 1059043"/>
                <a:gd name="connsiteX327-25927" fmla="*/ 2255708 w 3024845"/>
                <a:gd name="connsiteY327-25928" fmla="*/ 624754 h 1059043"/>
                <a:gd name="connsiteX328-25929" fmla="*/ 2261788 w 3024845"/>
                <a:gd name="connsiteY328-25930" fmla="*/ 624754 h 1059043"/>
                <a:gd name="connsiteX329-25931" fmla="*/ 2263815 w 3024845"/>
                <a:gd name="connsiteY329-25932" fmla="*/ 633401 h 1059043"/>
                <a:gd name="connsiteX330-25933" fmla="*/ 2275975 w 3024845"/>
                <a:gd name="connsiteY330-25934" fmla="*/ 633401 h 1059043"/>
                <a:gd name="connsiteX331-25935" fmla="*/ 2275975 w 3024845"/>
                <a:gd name="connsiteY331-25936" fmla="*/ 626915 h 1059043"/>
                <a:gd name="connsiteX332-25937" fmla="*/ 2298268 w 3024845"/>
                <a:gd name="connsiteY332-25938" fmla="*/ 626915 h 1059043"/>
                <a:gd name="connsiteX333-25939" fmla="*/ 2298268 w 3024845"/>
                <a:gd name="connsiteY333-25940" fmla="*/ 633401 h 1059043"/>
                <a:gd name="connsiteX334-25941" fmla="*/ 2318535 w 3024845"/>
                <a:gd name="connsiteY334-25942" fmla="*/ 633401 h 1059043"/>
                <a:gd name="connsiteX335-25943" fmla="*/ 2318535 w 3024845"/>
                <a:gd name="connsiteY335-25944" fmla="*/ 678798 h 1059043"/>
                <a:gd name="connsiteX336-25945" fmla="*/ 2332722 w 3024845"/>
                <a:gd name="connsiteY336-25946" fmla="*/ 678798 h 1059043"/>
                <a:gd name="connsiteX337-25947" fmla="*/ 2332722 w 3024845"/>
                <a:gd name="connsiteY337-25948" fmla="*/ 665827 h 1059043"/>
                <a:gd name="connsiteX338-25949" fmla="*/ 2348936 w 3024845"/>
                <a:gd name="connsiteY338-25950" fmla="*/ 665827 h 1059043"/>
                <a:gd name="connsiteX339-25951" fmla="*/ 2348936 w 3024845"/>
                <a:gd name="connsiteY339-25952" fmla="*/ 486400 h 1059043"/>
                <a:gd name="connsiteX340-25953" fmla="*/ 2355016 w 3024845"/>
                <a:gd name="connsiteY340-25954" fmla="*/ 479914 h 1059043"/>
                <a:gd name="connsiteX341-25955" fmla="*/ 2427977 w 3024845"/>
                <a:gd name="connsiteY341-25956" fmla="*/ 479914 h 1059043"/>
                <a:gd name="connsiteX342-25957" fmla="*/ 2427977 w 3024845"/>
                <a:gd name="connsiteY342-25958" fmla="*/ 488562 h 1059043"/>
                <a:gd name="connsiteX343-25959" fmla="*/ 2438110 w 3024845"/>
                <a:gd name="connsiteY343-25960" fmla="*/ 488562 h 1059043"/>
                <a:gd name="connsiteX344-25961" fmla="*/ 2438110 w 3024845"/>
                <a:gd name="connsiteY344-25962" fmla="*/ 603136 h 1059043"/>
                <a:gd name="connsiteX345-25963" fmla="*/ 2460404 w 3024845"/>
                <a:gd name="connsiteY345-25964" fmla="*/ 603136 h 1059043"/>
                <a:gd name="connsiteX346-25965" fmla="*/ 2460404 w 3024845"/>
                <a:gd name="connsiteY346-25966" fmla="*/ 536121 h 1059043"/>
                <a:gd name="connsiteX347-25967" fmla="*/ 2486751 w 3024845"/>
                <a:gd name="connsiteY347-25968" fmla="*/ 536121 h 1059043"/>
                <a:gd name="connsiteX348-25969" fmla="*/ 2490804 w 3024845"/>
                <a:gd name="connsiteY348-25970" fmla="*/ 531797 h 1059043"/>
                <a:gd name="connsiteX349-25971" fmla="*/ 2498911 w 3024845"/>
                <a:gd name="connsiteY349-25972" fmla="*/ 531797 h 1059043"/>
                <a:gd name="connsiteX350-25973" fmla="*/ 2502964 w 3024845"/>
                <a:gd name="connsiteY350-25974" fmla="*/ 536121 h 1059043"/>
                <a:gd name="connsiteX351-25975" fmla="*/ 2525258 w 3024845"/>
                <a:gd name="connsiteY351-25976" fmla="*/ 536121 h 1059043"/>
                <a:gd name="connsiteX352-25977" fmla="*/ 2525258 w 3024845"/>
                <a:gd name="connsiteY352-25978" fmla="*/ 419385 h 1059043"/>
                <a:gd name="connsiteX353-25979" fmla="*/ 2582005 w 3024845"/>
                <a:gd name="connsiteY353-25980" fmla="*/ 408576 h 1059043"/>
                <a:gd name="connsiteX354-25981" fmla="*/ 2582005 w 3024845"/>
                <a:gd name="connsiteY354-25982" fmla="*/ 409657 h 1059043"/>
                <a:gd name="connsiteX355-25983" fmla="*/ 2582005 w 3024845"/>
                <a:gd name="connsiteY355-25984" fmla="*/ 417223 h 1059043"/>
                <a:gd name="connsiteX356-25985" fmla="*/ 2608352 w 3024845"/>
                <a:gd name="connsiteY356-25986" fmla="*/ 417223 h 1059043"/>
                <a:gd name="connsiteX357-25987" fmla="*/ 2608352 w 3024845"/>
                <a:gd name="connsiteY357-25988" fmla="*/ 672313 h 1059043"/>
                <a:gd name="connsiteX358-25989" fmla="*/ 2630646 w 3024845"/>
                <a:gd name="connsiteY358-25990" fmla="*/ 672313 h 1059043"/>
                <a:gd name="connsiteX359-25991" fmla="*/ 2630646 w 3024845"/>
                <a:gd name="connsiteY359-25992" fmla="*/ 667989 h 1059043"/>
                <a:gd name="connsiteX360-25993" fmla="*/ 2642806 w 3024845"/>
                <a:gd name="connsiteY360-25994" fmla="*/ 667989 h 1059043"/>
                <a:gd name="connsiteX361-25995" fmla="*/ 2642806 w 3024845"/>
                <a:gd name="connsiteY361-25996" fmla="*/ 672313 h 1059043"/>
                <a:gd name="connsiteX362-25997" fmla="*/ 2667126 w 3024845"/>
                <a:gd name="connsiteY362-25998" fmla="*/ 672313 h 1059043"/>
                <a:gd name="connsiteX363-25999" fmla="*/ 2667126 w 3024845"/>
                <a:gd name="connsiteY363-26000" fmla="*/ 659342 h 1059043"/>
                <a:gd name="connsiteX364-26001" fmla="*/ 2695500 w 3024845"/>
                <a:gd name="connsiteY364-26002" fmla="*/ 659342 h 1059043"/>
                <a:gd name="connsiteX365-26003" fmla="*/ 2707660 w 3024845"/>
                <a:gd name="connsiteY365-26004" fmla="*/ 655018 h 1059043"/>
                <a:gd name="connsiteX366-26005" fmla="*/ 2727927 w 3024845"/>
                <a:gd name="connsiteY366-26006" fmla="*/ 659342 h 1059043"/>
                <a:gd name="connsiteX367-26007" fmla="*/ 2727927 w 3024845"/>
                <a:gd name="connsiteY367-26008" fmla="*/ 642048 h 1059043"/>
                <a:gd name="connsiteX368-26009" fmla="*/ 2736034 w 3024845"/>
                <a:gd name="connsiteY368-26010" fmla="*/ 642048 h 1059043"/>
                <a:gd name="connsiteX369-26011" fmla="*/ 2736034 w 3024845"/>
                <a:gd name="connsiteY369-26012" fmla="*/ 629077 h 1059043"/>
                <a:gd name="connsiteX370-26013" fmla="*/ 2792781 w 3024845"/>
                <a:gd name="connsiteY370-26014" fmla="*/ 629077 h 1059043"/>
                <a:gd name="connsiteX371-26015" fmla="*/ 2792781 w 3024845"/>
                <a:gd name="connsiteY371-26016" fmla="*/ 598812 h 1059043"/>
                <a:gd name="connsiteX372-26017" fmla="*/ 2811021 w 3024845"/>
                <a:gd name="connsiteY372-26018" fmla="*/ 598812 h 1059043"/>
                <a:gd name="connsiteX373-26019" fmla="*/ 2811021 w 3024845"/>
                <a:gd name="connsiteY373-26020" fmla="*/ 592327 h 1059043"/>
                <a:gd name="connsiteX374-26021" fmla="*/ 2823181 w 3024845"/>
                <a:gd name="connsiteY374-26022" fmla="*/ 592327 h 1059043"/>
                <a:gd name="connsiteX375-26023" fmla="*/ 2823181 w 3024845"/>
                <a:gd name="connsiteY375-26024" fmla="*/ 598812 h 1059043"/>
                <a:gd name="connsiteX376-26025" fmla="*/ 2839395 w 3024845"/>
                <a:gd name="connsiteY376-26026" fmla="*/ 598812 h 1059043"/>
                <a:gd name="connsiteX377-26027" fmla="*/ 2839395 w 3024845"/>
                <a:gd name="connsiteY377-26028" fmla="*/ 648533 h 1059043"/>
                <a:gd name="connsiteX378-26029" fmla="*/ 2871822 w 3024845"/>
                <a:gd name="connsiteY378-26030" fmla="*/ 648533 h 1059043"/>
                <a:gd name="connsiteX379-26031" fmla="*/ 2871822 w 3024845"/>
                <a:gd name="connsiteY379-26032" fmla="*/ 622592 h 1059043"/>
                <a:gd name="connsiteX380-26033" fmla="*/ 2910329 w 3024845"/>
                <a:gd name="connsiteY380-26034" fmla="*/ 622592 h 1059043"/>
                <a:gd name="connsiteX381-26035" fmla="*/ 2910329 w 3024845"/>
                <a:gd name="connsiteY381-26036" fmla="*/ 592327 h 1059043"/>
                <a:gd name="connsiteX382-26037" fmla="*/ 2958970 w 3024845"/>
                <a:gd name="connsiteY382-26038" fmla="*/ 592327 h 1059043"/>
                <a:gd name="connsiteX383-26039" fmla="*/ 2958970 w 3024845"/>
                <a:gd name="connsiteY383-26040" fmla="*/ 703483 h 1059043"/>
                <a:gd name="connsiteX384-26041" fmla="*/ 2958970 w 3024845"/>
                <a:gd name="connsiteY384-26042" fmla="*/ 717262 h 1059043"/>
                <a:gd name="connsiteX385-26043" fmla="*/ 3024845 w 3024845"/>
                <a:gd name="connsiteY385-26044" fmla="*/ 717262 h 1059043"/>
                <a:gd name="connsiteX386-26045" fmla="*/ 3024845 w 3024845"/>
                <a:gd name="connsiteY386-26046" fmla="*/ 1059043 h 1059043"/>
                <a:gd name="connsiteX387-26047" fmla="*/ 2054 w 3024845"/>
                <a:gd name="connsiteY387-26048" fmla="*/ 1056710 h 1059043"/>
                <a:gd name="connsiteX388-26049" fmla="*/ 0 w 3024845"/>
                <a:gd name="connsiteY388-26050" fmla="*/ 622592 h 1059043"/>
                <a:gd name="connsiteX389-26051" fmla="*/ 20267 w 3024845"/>
                <a:gd name="connsiteY389-26052" fmla="*/ 622592 h 1059043"/>
                <a:gd name="connsiteX390-26053" fmla="*/ 20774 w 3024845"/>
                <a:gd name="connsiteY390-26054" fmla="*/ 621511 h 1059043"/>
                <a:gd name="connsiteX391-26055" fmla="*/ 24320 w 3024845"/>
                <a:gd name="connsiteY391-26056" fmla="*/ 613945 h 1059043"/>
                <a:gd name="connsiteX392-26057" fmla="*/ 26094 w 3024845"/>
                <a:gd name="connsiteY392-26058" fmla="*/ 614215 h 1059043"/>
                <a:gd name="connsiteX393-26059" fmla="*/ 38507 w 3024845"/>
                <a:gd name="connsiteY393-26060" fmla="*/ 616106 h 1059043"/>
                <a:gd name="connsiteX394-26061" fmla="*/ 39014 w 3024845"/>
                <a:gd name="connsiteY394-26062" fmla="*/ 617458 h 1059043"/>
                <a:gd name="connsiteX395-26063" fmla="*/ 42560 w 3024845"/>
                <a:gd name="connsiteY395-26064" fmla="*/ 626915 h 1059043"/>
                <a:gd name="connsiteX396-26065" fmla="*/ 68907 w 3024845"/>
                <a:gd name="connsiteY396-26066" fmla="*/ 629077 h 1059043"/>
                <a:gd name="connsiteX397-26067" fmla="*/ 68907 w 3024845"/>
                <a:gd name="connsiteY397-26068" fmla="*/ 505856 h 1059043"/>
                <a:gd name="connsiteX398-26069" fmla="*/ 70934 w 3024845"/>
                <a:gd name="connsiteY398-26070" fmla="*/ 505856 h 1059043"/>
                <a:gd name="connsiteX399-26071" fmla="*/ 85121 w 3024845"/>
                <a:gd name="connsiteY399-26072" fmla="*/ 505856 h 1059043"/>
                <a:gd name="connsiteX400-26073" fmla="*/ 85121 w 3024845"/>
                <a:gd name="connsiteY400-26074" fmla="*/ 369664 h 1059043"/>
                <a:gd name="connsiteX401-26075" fmla="*/ 86894 w 3024845"/>
                <a:gd name="connsiteY401-26076" fmla="*/ 369664 h 1059043"/>
                <a:gd name="connsiteX402-26077" fmla="*/ 99308 w 3024845"/>
                <a:gd name="connsiteY402-26078" fmla="*/ 369664 h 1059043"/>
                <a:gd name="connsiteX403-26079" fmla="*/ 99308 w 3024845"/>
                <a:gd name="connsiteY403-26080" fmla="*/ 255090 h 1059043"/>
                <a:gd name="connsiteX404-26081" fmla="*/ 103361 w 3024845"/>
                <a:gd name="connsiteY404-26082" fmla="*/ 226986 h 1059043"/>
                <a:gd name="connsiteX405-26083" fmla="*/ 105388 w 3024845"/>
                <a:gd name="connsiteY405-26084" fmla="*/ 226986 h 1059043"/>
                <a:gd name="connsiteX406-26085" fmla="*/ 119575 w 3024845"/>
                <a:gd name="connsiteY406-26086" fmla="*/ 226986 h 1059043"/>
                <a:gd name="connsiteX0-26087" fmla="*/ 119575 w 3024845"/>
                <a:gd name="connsiteY0-26088" fmla="*/ 226986 h 1059043"/>
                <a:gd name="connsiteX1-26089" fmla="*/ 200642 w 3024845"/>
                <a:gd name="connsiteY1-26090" fmla="*/ 224825 h 1059043"/>
                <a:gd name="connsiteX2-26091" fmla="*/ 202669 w 3024845"/>
                <a:gd name="connsiteY2-26092" fmla="*/ 224825 h 1059043"/>
                <a:gd name="connsiteX3-26093" fmla="*/ 216856 w 3024845"/>
                <a:gd name="connsiteY3-26094" fmla="*/ 224825 h 1059043"/>
                <a:gd name="connsiteX4-26095" fmla="*/ 216856 w 3024845"/>
                <a:gd name="connsiteY4-26096" fmla="*/ 248604 h 1059043"/>
                <a:gd name="connsiteX5-26097" fmla="*/ 217363 w 3024845"/>
                <a:gd name="connsiteY5-26098" fmla="*/ 249415 h 1059043"/>
                <a:gd name="connsiteX6-26099" fmla="*/ 220909 w 3024845"/>
                <a:gd name="connsiteY6-26100" fmla="*/ 255090 h 1059043"/>
                <a:gd name="connsiteX7-26101" fmla="*/ 220909 w 3024845"/>
                <a:gd name="connsiteY7-26102" fmla="*/ 369664 h 1059043"/>
                <a:gd name="connsiteX8-26103" fmla="*/ 223189 w 3024845"/>
                <a:gd name="connsiteY8-26104" fmla="*/ 369664 h 1059043"/>
                <a:gd name="connsiteX9-26105" fmla="*/ 239150 w 3024845"/>
                <a:gd name="connsiteY9-26106" fmla="*/ 369664 h 1059043"/>
                <a:gd name="connsiteX10-26107" fmla="*/ 239150 w 3024845"/>
                <a:gd name="connsiteY10-26108" fmla="*/ 510179 h 1059043"/>
                <a:gd name="connsiteX11-26109" fmla="*/ 240670 w 3024845"/>
                <a:gd name="connsiteY11-26110" fmla="*/ 509909 h 1059043"/>
                <a:gd name="connsiteX12-26111" fmla="*/ 251310 w 3024845"/>
                <a:gd name="connsiteY12-26112" fmla="*/ 508018 h 1059043"/>
                <a:gd name="connsiteX13-26113" fmla="*/ 249283 w 3024845"/>
                <a:gd name="connsiteY13-26114" fmla="*/ 596650 h 1059043"/>
                <a:gd name="connsiteX14-26115" fmla="*/ 250803 w 3024845"/>
                <a:gd name="connsiteY14-26116" fmla="*/ 596921 h 1059043"/>
                <a:gd name="connsiteX15-26117" fmla="*/ 261443 w 3024845"/>
                <a:gd name="connsiteY15-26118" fmla="*/ 598812 h 1059043"/>
                <a:gd name="connsiteX16-26119" fmla="*/ 261696 w 3024845"/>
                <a:gd name="connsiteY16-26120" fmla="*/ 599623 h 1059043"/>
                <a:gd name="connsiteX17-26121" fmla="*/ 263470 w 3024845"/>
                <a:gd name="connsiteY17-26122" fmla="*/ 605298 h 1059043"/>
                <a:gd name="connsiteX18-26123" fmla="*/ 264230 w 3024845"/>
                <a:gd name="connsiteY18-26124" fmla="*/ 602866 h 1059043"/>
                <a:gd name="connsiteX19-26125" fmla="*/ 269550 w 3024845"/>
                <a:gd name="connsiteY19-26126" fmla="*/ 585842 h 1059043"/>
                <a:gd name="connsiteX20-26127" fmla="*/ 271323 w 3024845"/>
                <a:gd name="connsiteY20-26128" fmla="*/ 585842 h 1059043"/>
                <a:gd name="connsiteX21-26129" fmla="*/ 283737 w 3024845"/>
                <a:gd name="connsiteY21-26130" fmla="*/ 585842 h 1059043"/>
                <a:gd name="connsiteX22-26131" fmla="*/ 283737 w 3024845"/>
                <a:gd name="connsiteY22-26132" fmla="*/ 618268 h 1059043"/>
                <a:gd name="connsiteX23-26133" fmla="*/ 284750 w 3024845"/>
                <a:gd name="connsiteY23-26134" fmla="*/ 618809 h 1059043"/>
                <a:gd name="connsiteX24-26135" fmla="*/ 291844 w 3024845"/>
                <a:gd name="connsiteY24-26136" fmla="*/ 622592 h 1059043"/>
                <a:gd name="connsiteX25-26137" fmla="*/ 291844 w 3024845"/>
                <a:gd name="connsiteY25-26138" fmla="*/ 623943 h 1059043"/>
                <a:gd name="connsiteX26-26139" fmla="*/ 291844 w 3024845"/>
                <a:gd name="connsiteY26-26140" fmla="*/ 633401 h 1059043"/>
                <a:gd name="connsiteX27-26141" fmla="*/ 336431 w 3024845"/>
                <a:gd name="connsiteY27-26142" fmla="*/ 633401 h 1059043"/>
                <a:gd name="connsiteX28-26143" fmla="*/ 336431 w 3024845"/>
                <a:gd name="connsiteY28-26144" fmla="*/ 634482 h 1059043"/>
                <a:gd name="connsiteX29-26145" fmla="*/ 336431 w 3024845"/>
                <a:gd name="connsiteY29-26146" fmla="*/ 642048 h 1059043"/>
                <a:gd name="connsiteX30-26147" fmla="*/ 338457 w 3024845"/>
                <a:gd name="connsiteY30-26148" fmla="*/ 642048 h 1059043"/>
                <a:gd name="connsiteX31-26149" fmla="*/ 352644 w 3024845"/>
                <a:gd name="connsiteY31-26150" fmla="*/ 642048 h 1059043"/>
                <a:gd name="connsiteX32-26151" fmla="*/ 352644 w 3024845"/>
                <a:gd name="connsiteY32-26152" fmla="*/ 611783 h 1059043"/>
                <a:gd name="connsiteX33-26153" fmla="*/ 397231 w 3024845"/>
                <a:gd name="connsiteY33-26154" fmla="*/ 611783 h 1059043"/>
                <a:gd name="connsiteX34-26155" fmla="*/ 397231 w 3024845"/>
                <a:gd name="connsiteY34-26156" fmla="*/ 610432 h 1059043"/>
                <a:gd name="connsiteX35-26157" fmla="*/ 397231 w 3024845"/>
                <a:gd name="connsiteY35-26158" fmla="*/ 600974 h 1059043"/>
                <a:gd name="connsiteX36-26159" fmla="*/ 398245 w 3024845"/>
                <a:gd name="connsiteY36-26160" fmla="*/ 600974 h 1059043"/>
                <a:gd name="connsiteX37-26161" fmla="*/ 405338 w 3024845"/>
                <a:gd name="connsiteY37-26162" fmla="*/ 600974 h 1059043"/>
                <a:gd name="connsiteX38-26163" fmla="*/ 405338 w 3024845"/>
                <a:gd name="connsiteY38-26164" fmla="*/ 599083 h 1059043"/>
                <a:gd name="connsiteX39-26165" fmla="*/ 405338 w 3024845"/>
                <a:gd name="connsiteY39-26166" fmla="*/ 585842 h 1059043"/>
                <a:gd name="connsiteX40-26167" fmla="*/ 406098 w 3024845"/>
                <a:gd name="connsiteY40-26168" fmla="*/ 585842 h 1059043"/>
                <a:gd name="connsiteX41-26169" fmla="*/ 411418 w 3024845"/>
                <a:gd name="connsiteY41-26170" fmla="*/ 585842 h 1059043"/>
                <a:gd name="connsiteX42-26171" fmla="*/ 411418 w 3024845"/>
                <a:gd name="connsiteY42-26172" fmla="*/ 584761 h 1059043"/>
                <a:gd name="connsiteX43-26173" fmla="*/ 411418 w 3024845"/>
                <a:gd name="connsiteY43-26174" fmla="*/ 577194 h 1059043"/>
                <a:gd name="connsiteX44-26175" fmla="*/ 413445 w 3024845"/>
                <a:gd name="connsiteY44-26176" fmla="*/ 577194 h 1059043"/>
                <a:gd name="connsiteX45-26177" fmla="*/ 427632 w 3024845"/>
                <a:gd name="connsiteY45-26178" fmla="*/ 577194 h 1059043"/>
                <a:gd name="connsiteX46-26179" fmla="*/ 427632 w 3024845"/>
                <a:gd name="connsiteY46-26180" fmla="*/ 578275 h 1059043"/>
                <a:gd name="connsiteX47-26181" fmla="*/ 427632 w 3024845"/>
                <a:gd name="connsiteY47-26182" fmla="*/ 585842 h 1059043"/>
                <a:gd name="connsiteX48-26183" fmla="*/ 449925 w 3024845"/>
                <a:gd name="connsiteY48-26184" fmla="*/ 585842 h 1059043"/>
                <a:gd name="connsiteX49-26185" fmla="*/ 449925 w 3024845"/>
                <a:gd name="connsiteY49-26186" fmla="*/ 583950 h 1059043"/>
                <a:gd name="connsiteX50-26187" fmla="*/ 449925 w 3024845"/>
                <a:gd name="connsiteY50-26188" fmla="*/ 570709 h 1059043"/>
                <a:gd name="connsiteX51-26189" fmla="*/ 451699 w 3024845"/>
                <a:gd name="connsiteY51-26190" fmla="*/ 570709 h 1059043"/>
                <a:gd name="connsiteX52-26191" fmla="*/ 464112 w 3024845"/>
                <a:gd name="connsiteY52-26192" fmla="*/ 570709 h 1059043"/>
                <a:gd name="connsiteX53-26193" fmla="*/ 464112 w 3024845"/>
                <a:gd name="connsiteY53-26194" fmla="*/ 594489 h 1059043"/>
                <a:gd name="connsiteX54-26195" fmla="*/ 465126 w 3024845"/>
                <a:gd name="connsiteY54-26196" fmla="*/ 594489 h 1059043"/>
                <a:gd name="connsiteX55-26197" fmla="*/ 472219 w 3024845"/>
                <a:gd name="connsiteY55-26198" fmla="*/ 594489 h 1059043"/>
                <a:gd name="connsiteX56-26199" fmla="*/ 472219 w 3024845"/>
                <a:gd name="connsiteY56-26200" fmla="*/ 593408 h 1059043"/>
                <a:gd name="connsiteX57-26201" fmla="*/ 472219 w 3024845"/>
                <a:gd name="connsiteY57-26202" fmla="*/ 585842 h 1059043"/>
                <a:gd name="connsiteX58-26203" fmla="*/ 473992 w 3024845"/>
                <a:gd name="connsiteY58-26204" fmla="*/ 585842 h 1059043"/>
                <a:gd name="connsiteX59-26205" fmla="*/ 486406 w 3024845"/>
                <a:gd name="connsiteY59-26206" fmla="*/ 585842 h 1059043"/>
                <a:gd name="connsiteX60-26207" fmla="*/ 486406 w 3024845"/>
                <a:gd name="connsiteY60-26208" fmla="*/ 611783 h 1059043"/>
                <a:gd name="connsiteX61-26209" fmla="*/ 488433 w 3024845"/>
                <a:gd name="connsiteY61-26210" fmla="*/ 611783 h 1059043"/>
                <a:gd name="connsiteX62-26211" fmla="*/ 502619 w 3024845"/>
                <a:gd name="connsiteY62-26212" fmla="*/ 611783 h 1059043"/>
                <a:gd name="connsiteX63-26213" fmla="*/ 502619 w 3024845"/>
                <a:gd name="connsiteY63-26214" fmla="*/ 613404 h 1059043"/>
                <a:gd name="connsiteX64-26215" fmla="*/ 502619 w 3024845"/>
                <a:gd name="connsiteY64-26216" fmla="*/ 624754 h 1059043"/>
                <a:gd name="connsiteX65-26217" fmla="*/ 503379 w 3024845"/>
                <a:gd name="connsiteY65-26218" fmla="*/ 624754 h 1059043"/>
                <a:gd name="connsiteX66-26219" fmla="*/ 508700 w 3024845"/>
                <a:gd name="connsiteY66-26220" fmla="*/ 624754 h 1059043"/>
                <a:gd name="connsiteX67-26221" fmla="*/ 508700 w 3024845"/>
                <a:gd name="connsiteY67-26222" fmla="*/ 623943 h 1059043"/>
                <a:gd name="connsiteX68-26223" fmla="*/ 508700 w 3024845"/>
                <a:gd name="connsiteY68-26224" fmla="*/ 618268 h 1059043"/>
                <a:gd name="connsiteX69-26225" fmla="*/ 539100 w 3024845"/>
                <a:gd name="connsiteY69-26226" fmla="*/ 618268 h 1059043"/>
                <a:gd name="connsiteX70-26227" fmla="*/ 539100 w 3024845"/>
                <a:gd name="connsiteY70-26228" fmla="*/ 642048 h 1059043"/>
                <a:gd name="connsiteX71-26229" fmla="*/ 540113 w 3024845"/>
                <a:gd name="connsiteY71-26230" fmla="*/ 642048 h 1059043"/>
                <a:gd name="connsiteX72-26231" fmla="*/ 547207 w 3024845"/>
                <a:gd name="connsiteY72-26232" fmla="*/ 642048 h 1059043"/>
                <a:gd name="connsiteX73-26233" fmla="*/ 547207 w 3024845"/>
                <a:gd name="connsiteY73-26234" fmla="*/ 643129 h 1059043"/>
                <a:gd name="connsiteX74-26235" fmla="*/ 547207 w 3024845"/>
                <a:gd name="connsiteY74-26236" fmla="*/ 650695 h 1059043"/>
                <a:gd name="connsiteX75-26237" fmla="*/ 547967 w 3024845"/>
                <a:gd name="connsiteY75-26238" fmla="*/ 650695 h 1059043"/>
                <a:gd name="connsiteX76-26239" fmla="*/ 553287 w 3024845"/>
                <a:gd name="connsiteY76-26240" fmla="*/ 650695 h 1059043"/>
                <a:gd name="connsiteX77-26241" fmla="*/ 553287 w 3024845"/>
                <a:gd name="connsiteY77-26242" fmla="*/ 648533 h 1059043"/>
                <a:gd name="connsiteX78-26243" fmla="*/ 553287 w 3024845"/>
                <a:gd name="connsiteY78-26244" fmla="*/ 633401 h 1059043"/>
                <a:gd name="connsiteX79-26245" fmla="*/ 554300 w 3024845"/>
                <a:gd name="connsiteY79-26246" fmla="*/ 633401 h 1059043"/>
                <a:gd name="connsiteX80-26247" fmla="*/ 561394 w 3024845"/>
                <a:gd name="connsiteY80-26248" fmla="*/ 633401 h 1059043"/>
                <a:gd name="connsiteX81-26249" fmla="*/ 561394 w 3024845"/>
                <a:gd name="connsiteY81-26250" fmla="*/ 634482 h 1059043"/>
                <a:gd name="connsiteX82-26251" fmla="*/ 561394 w 3024845"/>
                <a:gd name="connsiteY82-26252" fmla="*/ 642048 h 1059043"/>
                <a:gd name="connsiteX83-26253" fmla="*/ 566714 w 3024845"/>
                <a:gd name="connsiteY83-26254" fmla="*/ 640055 h 1059043"/>
                <a:gd name="connsiteX84-26255" fmla="*/ 567474 w 3024845"/>
                <a:gd name="connsiteY84-26256" fmla="*/ 639075 h 1059043"/>
                <a:gd name="connsiteX85-26257" fmla="*/ 567474 w 3024845"/>
                <a:gd name="connsiteY85-26258" fmla="*/ 633401 h 1059043"/>
                <a:gd name="connsiteX86-26259" fmla="*/ 605981 w 3024845"/>
                <a:gd name="connsiteY86-26260" fmla="*/ 633401 h 1059043"/>
                <a:gd name="connsiteX87-26261" fmla="*/ 605981 w 3024845"/>
                <a:gd name="connsiteY87-26262" fmla="*/ 657180 h 1059043"/>
                <a:gd name="connsiteX88-26263" fmla="*/ 608007 w 3024845"/>
                <a:gd name="connsiteY88-26264" fmla="*/ 657180 h 1059043"/>
                <a:gd name="connsiteX89-26265" fmla="*/ 622194 w 3024845"/>
                <a:gd name="connsiteY89-26266" fmla="*/ 657180 h 1059043"/>
                <a:gd name="connsiteX90-26267" fmla="*/ 622194 w 3024845"/>
                <a:gd name="connsiteY90-26268" fmla="*/ 658261 h 1059043"/>
                <a:gd name="connsiteX91-26269" fmla="*/ 622194 w 3024845"/>
                <a:gd name="connsiteY91-26270" fmla="*/ 665827 h 1059043"/>
                <a:gd name="connsiteX92-26271" fmla="*/ 623968 w 3024845"/>
                <a:gd name="connsiteY92-26272" fmla="*/ 665827 h 1059043"/>
                <a:gd name="connsiteX93-26273" fmla="*/ 636381 w 3024845"/>
                <a:gd name="connsiteY93-26274" fmla="*/ 665827 h 1059043"/>
                <a:gd name="connsiteX94-26275" fmla="*/ 636381 w 3024845"/>
                <a:gd name="connsiteY94-26276" fmla="*/ 642048 h 1059043"/>
                <a:gd name="connsiteX95-26277" fmla="*/ 637394 w 3024845"/>
                <a:gd name="connsiteY95-26278" fmla="*/ 642048 h 1059043"/>
                <a:gd name="connsiteX96-26279" fmla="*/ 644488 w 3024845"/>
                <a:gd name="connsiteY96-26280" fmla="*/ 642048 h 1059043"/>
                <a:gd name="connsiteX97-26281" fmla="*/ 644488 w 3024845"/>
                <a:gd name="connsiteY97-26282" fmla="*/ 609621 h 1059043"/>
                <a:gd name="connsiteX98-26283" fmla="*/ 645501 w 3024845"/>
                <a:gd name="connsiteY98-26284" fmla="*/ 609621 h 1059043"/>
                <a:gd name="connsiteX99-26285" fmla="*/ 652595 w 3024845"/>
                <a:gd name="connsiteY99-26286" fmla="*/ 609621 h 1059043"/>
                <a:gd name="connsiteX100-26287" fmla="*/ 652595 w 3024845"/>
                <a:gd name="connsiteY100-26288" fmla="*/ 607730 h 1059043"/>
                <a:gd name="connsiteX101-26289" fmla="*/ 652595 w 3024845"/>
                <a:gd name="connsiteY101-26290" fmla="*/ 594489 h 1059043"/>
                <a:gd name="connsiteX102-26291" fmla="*/ 651328 w 3024845"/>
                <a:gd name="connsiteY102-26292" fmla="*/ 592867 h 1059043"/>
                <a:gd name="connsiteX103-26293" fmla="*/ 656648 w 3024845"/>
                <a:gd name="connsiteY103-26294" fmla="*/ 581518 h 1059043"/>
                <a:gd name="connsiteX104-26295" fmla="*/ 664755 w 3024845"/>
                <a:gd name="connsiteY104-26296" fmla="*/ 609621 h 1059043"/>
                <a:gd name="connsiteX105-26297" fmla="*/ 665515 w 3024845"/>
                <a:gd name="connsiteY105-26298" fmla="*/ 609621 h 1059043"/>
                <a:gd name="connsiteX106-26299" fmla="*/ 670835 w 3024845"/>
                <a:gd name="connsiteY106-26300" fmla="*/ 609621 h 1059043"/>
                <a:gd name="connsiteX107-26301" fmla="*/ 670835 w 3024845"/>
                <a:gd name="connsiteY107-26302" fmla="*/ 503694 h 1059043"/>
                <a:gd name="connsiteX108-26303" fmla="*/ 672355 w 3024845"/>
                <a:gd name="connsiteY108-26304" fmla="*/ 503694 h 1059043"/>
                <a:gd name="connsiteX109-26305" fmla="*/ 682995 w 3024845"/>
                <a:gd name="connsiteY109-26306" fmla="*/ 503694 h 1059043"/>
                <a:gd name="connsiteX110-26307" fmla="*/ 682995 w 3024845"/>
                <a:gd name="connsiteY110-26308" fmla="*/ 456135 h 1059043"/>
                <a:gd name="connsiteX111-26309" fmla="*/ 709342 w 3024845"/>
                <a:gd name="connsiteY111-26310" fmla="*/ 456135 h 1059043"/>
                <a:gd name="connsiteX112-26311" fmla="*/ 709342 w 3024845"/>
                <a:gd name="connsiteY112-26312" fmla="*/ 434517 h 1059043"/>
                <a:gd name="connsiteX113-26313" fmla="*/ 743796 w 3024845"/>
                <a:gd name="connsiteY113-26314" fmla="*/ 434517 h 1059043"/>
                <a:gd name="connsiteX114-26315" fmla="*/ 743796 w 3024845"/>
                <a:gd name="connsiteY114-26316" fmla="*/ 436949 h 1059043"/>
                <a:gd name="connsiteX115-26317" fmla="*/ 743796 w 3024845"/>
                <a:gd name="connsiteY115-26318" fmla="*/ 453973 h 1059043"/>
                <a:gd name="connsiteX116-26319" fmla="*/ 746076 w 3024845"/>
                <a:gd name="connsiteY116-26320" fmla="*/ 453973 h 1059043"/>
                <a:gd name="connsiteX117-26321" fmla="*/ 762036 w 3024845"/>
                <a:gd name="connsiteY117-26322" fmla="*/ 453973 h 1059043"/>
                <a:gd name="connsiteX118-26323" fmla="*/ 762036 w 3024845"/>
                <a:gd name="connsiteY118-26324" fmla="*/ 501532 h 1059043"/>
                <a:gd name="connsiteX119-26325" fmla="*/ 763049 w 3024845"/>
                <a:gd name="connsiteY119-26326" fmla="*/ 501532 h 1059043"/>
                <a:gd name="connsiteX120-26327" fmla="*/ 770143 w 3024845"/>
                <a:gd name="connsiteY120-26328" fmla="*/ 501532 h 1059043"/>
                <a:gd name="connsiteX121-26329" fmla="*/ 784330 w 3024845"/>
                <a:gd name="connsiteY121-26330" fmla="*/ 505856 h 1059043"/>
                <a:gd name="connsiteX122-26331" fmla="*/ 784330 w 3024845"/>
                <a:gd name="connsiteY122-26332" fmla="*/ 544768 h 1059043"/>
                <a:gd name="connsiteX123-26333" fmla="*/ 785343 w 3024845"/>
                <a:gd name="connsiteY123-26334" fmla="*/ 544768 h 1059043"/>
                <a:gd name="connsiteX124-26335" fmla="*/ 792436 w 3024845"/>
                <a:gd name="connsiteY124-26336" fmla="*/ 544768 h 1059043"/>
                <a:gd name="connsiteX125-26337" fmla="*/ 792436 w 3024845"/>
                <a:gd name="connsiteY125-26338" fmla="*/ 546389 h 1059043"/>
                <a:gd name="connsiteX126-26339" fmla="*/ 792436 w 3024845"/>
                <a:gd name="connsiteY126-26340" fmla="*/ 557738 h 1059043"/>
                <a:gd name="connsiteX127-26341" fmla="*/ 794463 w 3024845"/>
                <a:gd name="connsiteY127-26342" fmla="*/ 557738 h 1059043"/>
                <a:gd name="connsiteX128-26343" fmla="*/ 808650 w 3024845"/>
                <a:gd name="connsiteY128-26344" fmla="*/ 557738 h 1059043"/>
                <a:gd name="connsiteX129-26345" fmla="*/ 814730 w 3024845"/>
                <a:gd name="connsiteY129-26346" fmla="*/ 564224 h 1059043"/>
                <a:gd name="connsiteX130-26347" fmla="*/ 814730 w 3024845"/>
                <a:gd name="connsiteY130-26348" fmla="*/ 585842 h 1059043"/>
                <a:gd name="connsiteX131-26349" fmla="*/ 817010 w 3024845"/>
                <a:gd name="connsiteY131-26350" fmla="*/ 585842 h 1059043"/>
                <a:gd name="connsiteX132-26351" fmla="*/ 832970 w 3024845"/>
                <a:gd name="connsiteY132-26352" fmla="*/ 585842 h 1059043"/>
                <a:gd name="connsiteX133-26353" fmla="*/ 832970 w 3024845"/>
                <a:gd name="connsiteY133-26354" fmla="*/ 586922 h 1059043"/>
                <a:gd name="connsiteX134-26355" fmla="*/ 832970 w 3024845"/>
                <a:gd name="connsiteY134-26356" fmla="*/ 594489 h 1059043"/>
                <a:gd name="connsiteX135-26357" fmla="*/ 834237 w 3024845"/>
                <a:gd name="connsiteY135-26358" fmla="*/ 594489 h 1059043"/>
                <a:gd name="connsiteX136-26359" fmla="*/ 843104 w 3024845"/>
                <a:gd name="connsiteY136-26360" fmla="*/ 594489 h 1059043"/>
                <a:gd name="connsiteX137-26361" fmla="*/ 843104 w 3024845"/>
                <a:gd name="connsiteY137-26362" fmla="*/ 596650 h 1059043"/>
                <a:gd name="connsiteX138-26363" fmla="*/ 843104 w 3024845"/>
                <a:gd name="connsiteY138-26364" fmla="*/ 611783 h 1059043"/>
                <a:gd name="connsiteX139-26365" fmla="*/ 847157 w 3024845"/>
                <a:gd name="connsiteY139-26366" fmla="*/ 609891 h 1059043"/>
                <a:gd name="connsiteX140-26367" fmla="*/ 847157 w 3024845"/>
                <a:gd name="connsiteY140-26368" fmla="*/ 596650 h 1059043"/>
                <a:gd name="connsiteX141-26369" fmla="*/ 848170 w 3024845"/>
                <a:gd name="connsiteY141-26370" fmla="*/ 596650 h 1059043"/>
                <a:gd name="connsiteX142-26371" fmla="*/ 855264 w 3024845"/>
                <a:gd name="connsiteY142-26372" fmla="*/ 596650 h 1059043"/>
                <a:gd name="connsiteX143-26373" fmla="*/ 855264 w 3024845"/>
                <a:gd name="connsiteY143-26374" fmla="*/ 598272 h 1059043"/>
                <a:gd name="connsiteX144-26375" fmla="*/ 855264 w 3024845"/>
                <a:gd name="connsiteY144-26376" fmla="*/ 609621 h 1059043"/>
                <a:gd name="connsiteX145-26377" fmla="*/ 856024 w 3024845"/>
                <a:gd name="connsiteY145-26378" fmla="*/ 609621 h 1059043"/>
                <a:gd name="connsiteX146-26379" fmla="*/ 861344 w 3024845"/>
                <a:gd name="connsiteY146-26380" fmla="*/ 609621 h 1059043"/>
                <a:gd name="connsiteX147-26381" fmla="*/ 909984 w 3024845"/>
                <a:gd name="connsiteY147-26382" fmla="*/ 605298 h 1059043"/>
                <a:gd name="connsiteX148-26383" fmla="*/ 909984 w 3024845"/>
                <a:gd name="connsiteY148-26384" fmla="*/ 606649 h 1059043"/>
                <a:gd name="connsiteX149-26385" fmla="*/ 909984 w 3024845"/>
                <a:gd name="connsiteY149-26386" fmla="*/ 616106 h 1059043"/>
                <a:gd name="connsiteX150-26387" fmla="*/ 910744 w 3024845"/>
                <a:gd name="connsiteY150-26388" fmla="*/ 616106 h 1059043"/>
                <a:gd name="connsiteX151-26389" fmla="*/ 916065 w 3024845"/>
                <a:gd name="connsiteY151-26390" fmla="*/ 616106 h 1059043"/>
                <a:gd name="connsiteX152-26391" fmla="*/ 916065 w 3024845"/>
                <a:gd name="connsiteY152-26392" fmla="*/ 618268 h 1059043"/>
                <a:gd name="connsiteX153-26393" fmla="*/ 916065 w 3024845"/>
                <a:gd name="connsiteY153-26394" fmla="*/ 633401 h 1059043"/>
                <a:gd name="connsiteX154-26395" fmla="*/ 918091 w 3024845"/>
                <a:gd name="connsiteY154-26396" fmla="*/ 632050 h 1059043"/>
                <a:gd name="connsiteX155-26397" fmla="*/ 932278 w 3024845"/>
                <a:gd name="connsiteY155-26398" fmla="*/ 622592 h 1059043"/>
                <a:gd name="connsiteX156-26399" fmla="*/ 938358 w 3024845"/>
                <a:gd name="connsiteY156-26400" fmla="*/ 581518 h 1059043"/>
                <a:gd name="connsiteX157-26401" fmla="*/ 939118 w 3024845"/>
                <a:gd name="connsiteY157-26402" fmla="*/ 581248 h 1059043"/>
                <a:gd name="connsiteX158-26403" fmla="*/ 944438 w 3024845"/>
                <a:gd name="connsiteY158-26404" fmla="*/ 579356 h 1059043"/>
                <a:gd name="connsiteX159-26405" fmla="*/ 946465 w 3024845"/>
                <a:gd name="connsiteY159-26406" fmla="*/ 510179 h 1059043"/>
                <a:gd name="connsiteX160-26407" fmla="*/ 948492 w 3024845"/>
                <a:gd name="connsiteY160-26408" fmla="*/ 579356 h 1059043"/>
                <a:gd name="connsiteX161-26409" fmla="*/ 949252 w 3024845"/>
                <a:gd name="connsiteY161-26410" fmla="*/ 579626 h 1059043"/>
                <a:gd name="connsiteX162-26411" fmla="*/ 954572 w 3024845"/>
                <a:gd name="connsiteY162-26412" fmla="*/ 581518 h 1059043"/>
                <a:gd name="connsiteX163-26413" fmla="*/ 954572 w 3024845"/>
                <a:gd name="connsiteY163-26414" fmla="*/ 495047 h 1059043"/>
                <a:gd name="connsiteX164-26415" fmla="*/ 958625 w 3024845"/>
                <a:gd name="connsiteY164-26416" fmla="*/ 462620 h 1059043"/>
                <a:gd name="connsiteX165-26417" fmla="*/ 997132 w 3024845"/>
                <a:gd name="connsiteY165-26418" fmla="*/ 462620 h 1059043"/>
                <a:gd name="connsiteX166-26419" fmla="*/ 997132 w 3024845"/>
                <a:gd name="connsiteY166-26420" fmla="*/ 495047 h 1059043"/>
                <a:gd name="connsiteX167-26421" fmla="*/ 997892 w 3024845"/>
                <a:gd name="connsiteY167-26422" fmla="*/ 495047 h 1059043"/>
                <a:gd name="connsiteX168-26423" fmla="*/ 1003212 w 3024845"/>
                <a:gd name="connsiteY168-26424" fmla="*/ 495047 h 1059043"/>
                <a:gd name="connsiteX169-26425" fmla="*/ 1003212 w 3024845"/>
                <a:gd name="connsiteY169-26426" fmla="*/ 412899 h 1059043"/>
                <a:gd name="connsiteX170-26427" fmla="*/ 1004986 w 3024845"/>
                <a:gd name="connsiteY170-26428" fmla="*/ 412899 h 1059043"/>
                <a:gd name="connsiteX171-26429" fmla="*/ 1017399 w 3024845"/>
                <a:gd name="connsiteY171-26430" fmla="*/ 412899 h 1059043"/>
                <a:gd name="connsiteX172-26431" fmla="*/ 1017399 w 3024845"/>
                <a:gd name="connsiteY172-26432" fmla="*/ 411008 h 1059043"/>
                <a:gd name="connsiteX173-26433" fmla="*/ 1017399 w 3024845"/>
                <a:gd name="connsiteY173-26434" fmla="*/ 397767 h 1059043"/>
                <a:gd name="connsiteX174-26435" fmla="*/ 1039693 w 3024845"/>
                <a:gd name="connsiteY174-26436" fmla="*/ 397767 h 1059043"/>
                <a:gd name="connsiteX175-26437" fmla="*/ 1039693 w 3024845"/>
                <a:gd name="connsiteY175-26438" fmla="*/ 396686 h 1059043"/>
                <a:gd name="connsiteX176-26439" fmla="*/ 1039693 w 3024845"/>
                <a:gd name="connsiteY176-26440" fmla="*/ 389120 h 1059043"/>
                <a:gd name="connsiteX177-26441" fmla="*/ 1041466 w 3024845"/>
                <a:gd name="connsiteY177-26442" fmla="*/ 389120 h 1059043"/>
                <a:gd name="connsiteX178-26443" fmla="*/ 1053880 w 3024845"/>
                <a:gd name="connsiteY178-26444" fmla="*/ 389120 h 1059043"/>
                <a:gd name="connsiteX179-26445" fmla="*/ 1053880 w 3024845"/>
                <a:gd name="connsiteY179-26446" fmla="*/ 390201 h 1059043"/>
                <a:gd name="connsiteX180-26447" fmla="*/ 1053880 w 3024845"/>
                <a:gd name="connsiteY180-26448" fmla="*/ 397767 h 1059043"/>
                <a:gd name="connsiteX181-26449" fmla="*/ 1054640 w 3024845"/>
                <a:gd name="connsiteY181-26450" fmla="*/ 397767 h 1059043"/>
                <a:gd name="connsiteX182-26451" fmla="*/ 1059960 w 3024845"/>
                <a:gd name="connsiteY182-26452" fmla="*/ 397767 h 1059043"/>
                <a:gd name="connsiteX183-26453" fmla="*/ 1070093 w 3024845"/>
                <a:gd name="connsiteY183-26454" fmla="*/ 393443 h 1059043"/>
                <a:gd name="connsiteX184-26455" fmla="*/ 1074146 w 3024845"/>
                <a:gd name="connsiteY184-26456" fmla="*/ 396686 h 1059043"/>
                <a:gd name="connsiteX185-26457" fmla="*/ 1074146 w 3024845"/>
                <a:gd name="connsiteY185-26458" fmla="*/ 389120 h 1059043"/>
                <a:gd name="connsiteX186-26459" fmla="*/ 1076426 w 3024845"/>
                <a:gd name="connsiteY186-26460" fmla="*/ 389120 h 1059043"/>
                <a:gd name="connsiteX187-26461" fmla="*/ 1092387 w 3024845"/>
                <a:gd name="connsiteY187-26462" fmla="*/ 389120 h 1059043"/>
                <a:gd name="connsiteX188-26463" fmla="*/ 1092387 w 3024845"/>
                <a:gd name="connsiteY188-26464" fmla="*/ 390201 h 1059043"/>
                <a:gd name="connsiteX189-26465" fmla="*/ 1092387 w 3024845"/>
                <a:gd name="connsiteY189-26466" fmla="*/ 397767 h 1059043"/>
                <a:gd name="connsiteX190-26467" fmla="*/ 1122787 w 3024845"/>
                <a:gd name="connsiteY190-26468" fmla="*/ 397767 h 1059043"/>
                <a:gd name="connsiteX191-26469" fmla="*/ 1122787 w 3024845"/>
                <a:gd name="connsiteY191-26470" fmla="*/ 399388 h 1059043"/>
                <a:gd name="connsiteX192-26471" fmla="*/ 1122787 w 3024845"/>
                <a:gd name="connsiteY192-26472" fmla="*/ 410738 h 1059043"/>
                <a:gd name="connsiteX193-26473" fmla="*/ 1149134 w 3024845"/>
                <a:gd name="connsiteY193-26474" fmla="*/ 410738 h 1059043"/>
                <a:gd name="connsiteX194-26475" fmla="*/ 1149134 w 3024845"/>
                <a:gd name="connsiteY194-26476" fmla="*/ 441002 h 1059043"/>
                <a:gd name="connsiteX195-26477" fmla="*/ 1149894 w 3024845"/>
                <a:gd name="connsiteY195-26478" fmla="*/ 441002 h 1059043"/>
                <a:gd name="connsiteX196-26479" fmla="*/ 1155214 w 3024845"/>
                <a:gd name="connsiteY196-26480" fmla="*/ 441002 h 1059043"/>
                <a:gd name="connsiteX197-26481" fmla="*/ 1155214 w 3024845"/>
                <a:gd name="connsiteY197-26482" fmla="*/ 442083 h 1059043"/>
                <a:gd name="connsiteX198-26483" fmla="*/ 1155214 w 3024845"/>
                <a:gd name="connsiteY198-26484" fmla="*/ 449650 h 1059043"/>
                <a:gd name="connsiteX199-26485" fmla="*/ 1159268 w 3024845"/>
                <a:gd name="connsiteY199-26486" fmla="*/ 479914 h 1059043"/>
                <a:gd name="connsiteX200-26487" fmla="*/ 1160028 w 3024845"/>
                <a:gd name="connsiteY200-26488" fmla="*/ 479914 h 1059043"/>
                <a:gd name="connsiteX201-26489" fmla="*/ 1165348 w 3024845"/>
                <a:gd name="connsiteY201-26490" fmla="*/ 479914 h 1059043"/>
                <a:gd name="connsiteX202-26491" fmla="*/ 1165348 w 3024845"/>
                <a:gd name="connsiteY202-26492" fmla="*/ 480725 h 1059043"/>
                <a:gd name="connsiteX203-26493" fmla="*/ 1165348 w 3024845"/>
                <a:gd name="connsiteY203-26494" fmla="*/ 486400 h 1059043"/>
                <a:gd name="connsiteX204-26495" fmla="*/ 1166361 w 3024845"/>
                <a:gd name="connsiteY204-26496" fmla="*/ 486400 h 1059043"/>
                <a:gd name="connsiteX205-26497" fmla="*/ 1173454 w 3024845"/>
                <a:gd name="connsiteY205-26498" fmla="*/ 486400 h 1059043"/>
                <a:gd name="connsiteX206-26499" fmla="*/ 1173454 w 3024845"/>
                <a:gd name="connsiteY206-26500" fmla="*/ 516665 h 1059043"/>
                <a:gd name="connsiteX207-26501" fmla="*/ 1175481 w 3024845"/>
                <a:gd name="connsiteY207-26502" fmla="*/ 516665 h 1059043"/>
                <a:gd name="connsiteX208-26503" fmla="*/ 1189668 w 3024845"/>
                <a:gd name="connsiteY208-26504" fmla="*/ 516665 h 1059043"/>
                <a:gd name="connsiteX209-26505" fmla="*/ 1189668 w 3024845"/>
                <a:gd name="connsiteY209-26506" fmla="*/ 540444 h 1059043"/>
                <a:gd name="connsiteX210-26507" fmla="*/ 1191695 w 3024845"/>
                <a:gd name="connsiteY210-26508" fmla="*/ 542065 h 1059043"/>
                <a:gd name="connsiteX211-26509" fmla="*/ 1191695 w 3024845"/>
                <a:gd name="connsiteY211-26510" fmla="*/ 553415 h 1059043"/>
                <a:gd name="connsiteX212-26511" fmla="*/ 1192455 w 3024845"/>
                <a:gd name="connsiteY212-26512" fmla="*/ 553415 h 1059043"/>
                <a:gd name="connsiteX213-26513" fmla="*/ 1197775 w 3024845"/>
                <a:gd name="connsiteY213-26514" fmla="*/ 553415 h 1059043"/>
                <a:gd name="connsiteX214-26515" fmla="*/ 1197775 w 3024845"/>
                <a:gd name="connsiteY214-26516" fmla="*/ 577194 h 1059043"/>
                <a:gd name="connsiteX215-26517" fmla="*/ 1199041 w 3024845"/>
                <a:gd name="connsiteY215-26518" fmla="*/ 577194 h 1059043"/>
                <a:gd name="connsiteX216-26519" fmla="*/ 1207908 w 3024845"/>
                <a:gd name="connsiteY216-26520" fmla="*/ 577194 h 1059043"/>
                <a:gd name="connsiteX217-26521" fmla="*/ 1209935 w 3024845"/>
                <a:gd name="connsiteY217-26522" fmla="*/ 581248 h 1059043"/>
                <a:gd name="connsiteX218-26523" fmla="*/ 1209935 w 3024845"/>
                <a:gd name="connsiteY218-26524" fmla="*/ 594489 h 1059043"/>
                <a:gd name="connsiteX219-26525" fmla="*/ 1211455 w 3024845"/>
                <a:gd name="connsiteY219-26526" fmla="*/ 592597 h 1059043"/>
                <a:gd name="connsiteX220-26527" fmla="*/ 1222095 w 3024845"/>
                <a:gd name="connsiteY220-26528" fmla="*/ 579356 h 1059043"/>
                <a:gd name="connsiteX221-26529" fmla="*/ 1250469 w 3024845"/>
                <a:gd name="connsiteY221-26530" fmla="*/ 579356 h 1059043"/>
                <a:gd name="connsiteX222-26531" fmla="*/ 1250469 w 3024845"/>
                <a:gd name="connsiteY222-26532" fmla="*/ 665827 h 1059043"/>
                <a:gd name="connsiteX223-26533" fmla="*/ 1251229 w 3024845"/>
                <a:gd name="connsiteY223-26534" fmla="*/ 665827 h 1059043"/>
                <a:gd name="connsiteX224-26535" fmla="*/ 1256549 w 3024845"/>
                <a:gd name="connsiteY224-26536" fmla="*/ 665827 h 1059043"/>
                <a:gd name="connsiteX225-26537" fmla="*/ 1257309 w 3024845"/>
                <a:gd name="connsiteY225-26538" fmla="*/ 664476 h 1059043"/>
                <a:gd name="connsiteX226-26539" fmla="*/ 1262629 w 3024845"/>
                <a:gd name="connsiteY226-26540" fmla="*/ 655018 h 1059043"/>
                <a:gd name="connsiteX227-26541" fmla="*/ 1262629 w 3024845"/>
                <a:gd name="connsiteY227-26542" fmla="*/ 656910 h 1059043"/>
                <a:gd name="connsiteX228-26543" fmla="*/ 1262629 w 3024845"/>
                <a:gd name="connsiteY228-26544" fmla="*/ 670151 h 1059043"/>
                <a:gd name="connsiteX229-26545" fmla="*/ 1266682 w 3024845"/>
                <a:gd name="connsiteY229-26546" fmla="*/ 624754 h 1059043"/>
                <a:gd name="connsiteX230-26547" fmla="*/ 1267442 w 3024845"/>
                <a:gd name="connsiteY230-26548" fmla="*/ 624754 h 1059043"/>
                <a:gd name="connsiteX231-26549" fmla="*/ 1272762 w 3024845"/>
                <a:gd name="connsiteY231-26550" fmla="*/ 624754 h 1059043"/>
                <a:gd name="connsiteX232-26551" fmla="*/ 1272762 w 3024845"/>
                <a:gd name="connsiteY232-26552" fmla="*/ 559900 h 1059043"/>
                <a:gd name="connsiteX233-26553" fmla="*/ 1273776 w 3024845"/>
                <a:gd name="connsiteY233-26554" fmla="*/ 559900 h 1059043"/>
                <a:gd name="connsiteX234-26555" fmla="*/ 1280869 w 3024845"/>
                <a:gd name="connsiteY234-26556" fmla="*/ 559900 h 1059043"/>
                <a:gd name="connsiteX235-26557" fmla="*/ 1293029 w 3024845"/>
                <a:gd name="connsiteY235-26558" fmla="*/ 516665 h 1059043"/>
                <a:gd name="connsiteX236-26559" fmla="*/ 1294296 w 3024845"/>
                <a:gd name="connsiteY236-26560" fmla="*/ 516665 h 1059043"/>
                <a:gd name="connsiteX237-26561" fmla="*/ 1303163 w 3024845"/>
                <a:gd name="connsiteY237-26562" fmla="*/ 516665 h 1059043"/>
                <a:gd name="connsiteX238-26563" fmla="*/ 1313296 w 3024845"/>
                <a:gd name="connsiteY238-26564" fmla="*/ 559900 h 1059043"/>
                <a:gd name="connsiteX239-26565" fmla="*/ 1314309 w 3024845"/>
                <a:gd name="connsiteY239-26566" fmla="*/ 559900 h 1059043"/>
                <a:gd name="connsiteX240-26567" fmla="*/ 1321403 w 3024845"/>
                <a:gd name="connsiteY240-26568" fmla="*/ 559900 h 1059043"/>
                <a:gd name="connsiteX241-26569" fmla="*/ 1321403 w 3024845"/>
                <a:gd name="connsiteY241-26570" fmla="*/ 598812 h 1059043"/>
                <a:gd name="connsiteX242-26571" fmla="*/ 1323176 w 3024845"/>
                <a:gd name="connsiteY242-26572" fmla="*/ 598812 h 1059043"/>
                <a:gd name="connsiteX243-26573" fmla="*/ 1335590 w 3024845"/>
                <a:gd name="connsiteY243-26574" fmla="*/ 598812 h 1059043"/>
                <a:gd name="connsiteX244-26575" fmla="*/ 1335590 w 3024845"/>
                <a:gd name="connsiteY244-26576" fmla="*/ 600974 h 1059043"/>
                <a:gd name="connsiteX245-26577" fmla="*/ 1335590 w 3024845"/>
                <a:gd name="connsiteY245-26578" fmla="*/ 616106 h 1059043"/>
                <a:gd name="connsiteX246-26579" fmla="*/ 1339643 w 3024845"/>
                <a:gd name="connsiteY246-26580" fmla="*/ 613945 h 1059043"/>
                <a:gd name="connsiteX247-26581" fmla="*/ 1339643 w 3024845"/>
                <a:gd name="connsiteY247-26582" fmla="*/ 598812 h 1059043"/>
                <a:gd name="connsiteX248-26583" fmla="*/ 1341163 w 3024845"/>
                <a:gd name="connsiteY248-26584" fmla="*/ 598812 h 1059043"/>
                <a:gd name="connsiteX249-26585" fmla="*/ 1351803 w 3024845"/>
                <a:gd name="connsiteY249-26586" fmla="*/ 598812 h 1059043"/>
                <a:gd name="connsiteX250-26587" fmla="*/ 1351803 w 3024845"/>
                <a:gd name="connsiteY250-26588" fmla="*/ 600433 h 1059043"/>
                <a:gd name="connsiteX251-26589" fmla="*/ 1351803 w 3024845"/>
                <a:gd name="connsiteY251-26590" fmla="*/ 611783 h 1059043"/>
                <a:gd name="connsiteX252-26591" fmla="*/ 1382204 w 3024845"/>
                <a:gd name="connsiteY252-26592" fmla="*/ 611783 h 1059043"/>
                <a:gd name="connsiteX253-26593" fmla="*/ 1382204 w 3024845"/>
                <a:gd name="connsiteY253-26594" fmla="*/ 575033 h 1059043"/>
                <a:gd name="connsiteX254-26595" fmla="*/ 1383470 w 3024845"/>
                <a:gd name="connsiteY254-26596" fmla="*/ 575033 h 1059043"/>
                <a:gd name="connsiteX255-26597" fmla="*/ 1392337 w 3024845"/>
                <a:gd name="connsiteY255-26598" fmla="*/ 575033 h 1059043"/>
                <a:gd name="connsiteX256-26599" fmla="*/ 1392337 w 3024845"/>
                <a:gd name="connsiteY256-26600" fmla="*/ 596650 h 1059043"/>
                <a:gd name="connsiteX257-26601" fmla="*/ 1394364 w 3024845"/>
                <a:gd name="connsiteY257-26602" fmla="*/ 564224 h 1059043"/>
                <a:gd name="connsiteX258-26603" fmla="*/ 1416657 w 3024845"/>
                <a:gd name="connsiteY258-26604" fmla="*/ 564224 h 1059043"/>
                <a:gd name="connsiteX259-26605" fmla="*/ 1416657 w 3024845"/>
                <a:gd name="connsiteY259-26606" fmla="*/ 562602 h 1059043"/>
                <a:gd name="connsiteX260-26607" fmla="*/ 1416657 w 3024845"/>
                <a:gd name="connsiteY260-26608" fmla="*/ 551253 h 1059043"/>
                <a:gd name="connsiteX261-26609" fmla="*/ 1417417 w 3024845"/>
                <a:gd name="connsiteY261-26610" fmla="*/ 551253 h 1059043"/>
                <a:gd name="connsiteX262-26611" fmla="*/ 1422737 w 3024845"/>
                <a:gd name="connsiteY262-26612" fmla="*/ 551253 h 1059043"/>
                <a:gd name="connsiteX263-26613" fmla="*/ 1422737 w 3024845"/>
                <a:gd name="connsiteY263-26614" fmla="*/ 549362 h 1059043"/>
                <a:gd name="connsiteX264-26615" fmla="*/ 1422737 w 3024845"/>
                <a:gd name="connsiteY264-26616" fmla="*/ 536121 h 1059043"/>
                <a:gd name="connsiteX265-26617" fmla="*/ 1426791 w 3024845"/>
                <a:gd name="connsiteY265-26618" fmla="*/ 542606 h 1059043"/>
                <a:gd name="connsiteX266-26619" fmla="*/ 1429071 w 3024845"/>
                <a:gd name="connsiteY266-26620" fmla="*/ 542606 h 1059043"/>
                <a:gd name="connsiteX267-26621" fmla="*/ 1445031 w 3024845"/>
                <a:gd name="connsiteY267-26622" fmla="*/ 542606 h 1059043"/>
                <a:gd name="connsiteX268-26623" fmla="*/ 1445031 w 3024845"/>
                <a:gd name="connsiteY268-26624" fmla="*/ 541795 h 1059043"/>
                <a:gd name="connsiteX269-26625" fmla="*/ 1445031 w 3024845"/>
                <a:gd name="connsiteY269-26626" fmla="*/ 536121 h 1059043"/>
                <a:gd name="connsiteX270-26627" fmla="*/ 1445791 w 3024845"/>
                <a:gd name="connsiteY270-26628" fmla="*/ 536121 h 1059043"/>
                <a:gd name="connsiteX271-26629" fmla="*/ 1451111 w 3024845"/>
                <a:gd name="connsiteY271-26630" fmla="*/ 536121 h 1059043"/>
                <a:gd name="connsiteX272-26631" fmla="*/ 1451111 w 3024845"/>
                <a:gd name="connsiteY272-26632" fmla="*/ 537472 h 1059043"/>
                <a:gd name="connsiteX273-26633" fmla="*/ 1451111 w 3024845"/>
                <a:gd name="connsiteY273-26634" fmla="*/ 546930 h 1059043"/>
                <a:gd name="connsiteX274-26635" fmla="*/ 1489618 w 3024845"/>
                <a:gd name="connsiteY274-26636" fmla="*/ 546930 h 1059043"/>
                <a:gd name="connsiteX275-26637" fmla="*/ 1489618 w 3024845"/>
                <a:gd name="connsiteY275-26638" fmla="*/ 685283 h 1059043"/>
                <a:gd name="connsiteX276-26639" fmla="*/ 1491138 w 3024845"/>
                <a:gd name="connsiteY276-26640" fmla="*/ 685283 h 1059043"/>
                <a:gd name="connsiteX277-26641" fmla="*/ 1501778 w 3024845"/>
                <a:gd name="connsiteY277-26642" fmla="*/ 685283 h 1059043"/>
                <a:gd name="connsiteX278-26643" fmla="*/ 1501778 w 3024845"/>
                <a:gd name="connsiteY278-26644" fmla="*/ 672313 h 1059043"/>
                <a:gd name="connsiteX279-26645" fmla="*/ 1505832 w 3024845"/>
                <a:gd name="connsiteY279-26646" fmla="*/ 672313 h 1059043"/>
                <a:gd name="connsiteX280-26647" fmla="*/ 1505832 w 3024845"/>
                <a:gd name="connsiteY280-26648" fmla="*/ 685283 h 1059043"/>
                <a:gd name="connsiteX281-26649" fmla="*/ 1536232 w 3024845"/>
                <a:gd name="connsiteY281-26650" fmla="*/ 685283 h 1059043"/>
                <a:gd name="connsiteX282-26651" fmla="*/ 1536232 w 3024845"/>
                <a:gd name="connsiteY282-26652" fmla="*/ 655018 h 1059043"/>
                <a:gd name="connsiteX283-26653" fmla="*/ 1548392 w 3024845"/>
                <a:gd name="connsiteY283-26654" fmla="*/ 655018 h 1059043"/>
                <a:gd name="connsiteX284-26655" fmla="*/ 1560552 w 3024845"/>
                <a:gd name="connsiteY284-26656" fmla="*/ 652857 h 1059043"/>
                <a:gd name="connsiteX285-26657" fmla="*/ 1564606 w 3024845"/>
                <a:gd name="connsiteY285-26658" fmla="*/ 655018 h 1059043"/>
                <a:gd name="connsiteX286-26659" fmla="*/ 1574739 w 3024845"/>
                <a:gd name="connsiteY286-26660" fmla="*/ 655018 h 1059043"/>
                <a:gd name="connsiteX287-26661" fmla="*/ 1574739 w 3024845"/>
                <a:gd name="connsiteY287-26662" fmla="*/ 685283 h 1059043"/>
                <a:gd name="connsiteX288-26663" fmla="*/ 1582846 w 3024845"/>
                <a:gd name="connsiteY288-26664" fmla="*/ 685283 h 1059043"/>
                <a:gd name="connsiteX289-26665" fmla="*/ 1582846 w 3024845"/>
                <a:gd name="connsiteY289-26666" fmla="*/ 702578 h 1059043"/>
                <a:gd name="connsiteX290-26667" fmla="*/ 1592182 w 3024845"/>
                <a:gd name="connsiteY290-26668" fmla="*/ 703483 h 1059043"/>
                <a:gd name="connsiteX291-26669" fmla="*/ 1605140 w 3024845"/>
                <a:gd name="connsiteY291-26670" fmla="*/ 703483 h 1059043"/>
                <a:gd name="connsiteX292-26671" fmla="*/ 1605140 w 3024845"/>
                <a:gd name="connsiteY292-26672" fmla="*/ 687445 h 1059043"/>
                <a:gd name="connsiteX293-26673" fmla="*/ 1673096 w 3024845"/>
                <a:gd name="connsiteY293-26674" fmla="*/ 687445 h 1059043"/>
                <a:gd name="connsiteX294-26675" fmla="*/ 1673096 w 3024845"/>
                <a:gd name="connsiteY294-26676" fmla="*/ 602192 h 1059043"/>
                <a:gd name="connsiteX295-26677" fmla="*/ 1745104 w 3024845"/>
                <a:gd name="connsiteY295-26678" fmla="*/ 602192 h 1059043"/>
                <a:gd name="connsiteX296-26679" fmla="*/ 1745104 w 3024845"/>
                <a:gd name="connsiteY296-26680" fmla="*/ 680960 h 1059043"/>
                <a:gd name="connsiteX297-26681" fmla="*/ 1747008 w 3024845"/>
                <a:gd name="connsiteY297-26682" fmla="*/ 680960 h 1059043"/>
                <a:gd name="connsiteX298-26683" fmla="*/ 1748250 w 3024845"/>
                <a:gd name="connsiteY298-26684" fmla="*/ 703483 h 1059043"/>
                <a:gd name="connsiteX299-26685" fmla="*/ 1757926 w 3024845"/>
                <a:gd name="connsiteY299-26686" fmla="*/ 703483 h 1059043"/>
                <a:gd name="connsiteX300-26687" fmla="*/ 1759168 w 3024845"/>
                <a:gd name="connsiteY300-26688" fmla="*/ 680960 h 1059043"/>
                <a:gd name="connsiteX301-26689" fmla="*/ 1765248 w 3024845"/>
                <a:gd name="connsiteY301-26690" fmla="*/ 680960 h 1059043"/>
                <a:gd name="connsiteX302-26691" fmla="*/ 1766490 w 3024845"/>
                <a:gd name="connsiteY302-26692" fmla="*/ 703483 h 1059043"/>
                <a:gd name="connsiteX303-26693" fmla="*/ 1817112 w 3024845"/>
                <a:gd name="connsiteY303-26694" fmla="*/ 703483 h 1059043"/>
                <a:gd name="connsiteX304-26695" fmla="*/ 1817112 w 3024845"/>
                <a:gd name="connsiteY304-26696" fmla="*/ 540455 h 1059043"/>
                <a:gd name="connsiteX305-26697" fmla="*/ 2014439 w 3024845"/>
                <a:gd name="connsiteY305-26698" fmla="*/ 540455 h 1059043"/>
                <a:gd name="connsiteX306-26699" fmla="*/ 2014439 w 3024845"/>
                <a:gd name="connsiteY306-26700" fmla="*/ 703483 h 1059043"/>
                <a:gd name="connsiteX307-26701" fmla="*/ 2033136 w 3024845"/>
                <a:gd name="connsiteY307-26702" fmla="*/ 703483 h 1059043"/>
                <a:gd name="connsiteX308-26703" fmla="*/ 2033136 w 3024845"/>
                <a:gd name="connsiteY308-26704" fmla="*/ 620790 h 1059043"/>
                <a:gd name="connsiteX309-26705" fmla="*/ 2128256 w 3024845"/>
                <a:gd name="connsiteY309-26706" fmla="*/ 620790 h 1059043"/>
                <a:gd name="connsiteX310-26707" fmla="*/ 2128026 w 3024845"/>
                <a:gd name="connsiteY310-26708" fmla="*/ 281031 h 1059043"/>
                <a:gd name="connsiteX311-26709" fmla="*/ 2121946 w 3024845"/>
                <a:gd name="connsiteY311-26710" fmla="*/ 276707 h 1059043"/>
                <a:gd name="connsiteX312-26711" fmla="*/ 2144240 w 3024845"/>
                <a:gd name="connsiteY312-26712" fmla="*/ 214016 h 1059043"/>
                <a:gd name="connsiteX313-26713" fmla="*/ 2146266 w 3024845"/>
                <a:gd name="connsiteY313-26714" fmla="*/ 131868 h 1059043"/>
                <a:gd name="connsiteX314-26715" fmla="*/ 2144240 w 3024845"/>
                <a:gd name="connsiteY314-26716" fmla="*/ 125383 h 1059043"/>
                <a:gd name="connsiteX315-26717" fmla="*/ 2150320 w 3024845"/>
                <a:gd name="connsiteY315-26718" fmla="*/ 118897 h 1059043"/>
                <a:gd name="connsiteX316-26719" fmla="*/ 2150320 w 3024845"/>
                <a:gd name="connsiteY316-26720" fmla="*/ 60529 h 1059043"/>
                <a:gd name="connsiteX317-26721" fmla="*/ 2152346 w 3024845"/>
                <a:gd name="connsiteY317-26722" fmla="*/ 56206 h 1059043"/>
                <a:gd name="connsiteX318-26723" fmla="*/ 2152346 w 3024845"/>
                <a:gd name="connsiteY318-26724" fmla="*/ 0 h 1059043"/>
                <a:gd name="connsiteX319-26725" fmla="*/ 2162480 w 3024845"/>
                <a:gd name="connsiteY319-26726" fmla="*/ 118897 h 1059043"/>
                <a:gd name="connsiteX320-26727" fmla="*/ 2168560 w 3024845"/>
                <a:gd name="connsiteY320-26728" fmla="*/ 125383 h 1059043"/>
                <a:gd name="connsiteX321-26729" fmla="*/ 2166533 w 3024845"/>
                <a:gd name="connsiteY321-26730" fmla="*/ 131868 h 1059043"/>
                <a:gd name="connsiteX322-26731" fmla="*/ 2180720 w 3024845"/>
                <a:gd name="connsiteY322-26732" fmla="*/ 555577 h 1059043"/>
                <a:gd name="connsiteX323-26733" fmla="*/ 2245574 w 3024845"/>
                <a:gd name="connsiteY323-26734" fmla="*/ 555577 h 1059043"/>
                <a:gd name="connsiteX324-26735" fmla="*/ 2245574 w 3024845"/>
                <a:gd name="connsiteY324-26736" fmla="*/ 631239 h 1059043"/>
                <a:gd name="connsiteX325-26737" fmla="*/ 2253681 w 3024845"/>
                <a:gd name="connsiteY325-26738" fmla="*/ 631239 h 1059043"/>
                <a:gd name="connsiteX326-26739" fmla="*/ 2255708 w 3024845"/>
                <a:gd name="connsiteY326-26740" fmla="*/ 624754 h 1059043"/>
                <a:gd name="connsiteX327-26741" fmla="*/ 2261788 w 3024845"/>
                <a:gd name="connsiteY327-26742" fmla="*/ 624754 h 1059043"/>
                <a:gd name="connsiteX328-26743" fmla="*/ 2263815 w 3024845"/>
                <a:gd name="connsiteY328-26744" fmla="*/ 633401 h 1059043"/>
                <a:gd name="connsiteX329-26745" fmla="*/ 2275975 w 3024845"/>
                <a:gd name="connsiteY329-26746" fmla="*/ 633401 h 1059043"/>
                <a:gd name="connsiteX330-26747" fmla="*/ 2275975 w 3024845"/>
                <a:gd name="connsiteY330-26748" fmla="*/ 626915 h 1059043"/>
                <a:gd name="connsiteX331-26749" fmla="*/ 2298268 w 3024845"/>
                <a:gd name="connsiteY331-26750" fmla="*/ 626915 h 1059043"/>
                <a:gd name="connsiteX332-26751" fmla="*/ 2298268 w 3024845"/>
                <a:gd name="connsiteY332-26752" fmla="*/ 633401 h 1059043"/>
                <a:gd name="connsiteX333-26753" fmla="*/ 2318535 w 3024845"/>
                <a:gd name="connsiteY333-26754" fmla="*/ 633401 h 1059043"/>
                <a:gd name="connsiteX334-26755" fmla="*/ 2318535 w 3024845"/>
                <a:gd name="connsiteY334-26756" fmla="*/ 678798 h 1059043"/>
                <a:gd name="connsiteX335-26757" fmla="*/ 2332722 w 3024845"/>
                <a:gd name="connsiteY335-26758" fmla="*/ 678798 h 1059043"/>
                <a:gd name="connsiteX336-26759" fmla="*/ 2332722 w 3024845"/>
                <a:gd name="connsiteY336-26760" fmla="*/ 665827 h 1059043"/>
                <a:gd name="connsiteX337-26761" fmla="*/ 2348936 w 3024845"/>
                <a:gd name="connsiteY337-26762" fmla="*/ 665827 h 1059043"/>
                <a:gd name="connsiteX338-26763" fmla="*/ 2348936 w 3024845"/>
                <a:gd name="connsiteY338-26764" fmla="*/ 486400 h 1059043"/>
                <a:gd name="connsiteX339-26765" fmla="*/ 2355016 w 3024845"/>
                <a:gd name="connsiteY339-26766" fmla="*/ 479914 h 1059043"/>
                <a:gd name="connsiteX340-26767" fmla="*/ 2427977 w 3024845"/>
                <a:gd name="connsiteY340-26768" fmla="*/ 479914 h 1059043"/>
                <a:gd name="connsiteX341-26769" fmla="*/ 2427977 w 3024845"/>
                <a:gd name="connsiteY341-26770" fmla="*/ 488562 h 1059043"/>
                <a:gd name="connsiteX342-26771" fmla="*/ 2438110 w 3024845"/>
                <a:gd name="connsiteY342-26772" fmla="*/ 488562 h 1059043"/>
                <a:gd name="connsiteX343-26773" fmla="*/ 2438110 w 3024845"/>
                <a:gd name="connsiteY343-26774" fmla="*/ 603136 h 1059043"/>
                <a:gd name="connsiteX344-26775" fmla="*/ 2460404 w 3024845"/>
                <a:gd name="connsiteY344-26776" fmla="*/ 603136 h 1059043"/>
                <a:gd name="connsiteX345-26777" fmla="*/ 2460404 w 3024845"/>
                <a:gd name="connsiteY345-26778" fmla="*/ 536121 h 1059043"/>
                <a:gd name="connsiteX346-26779" fmla="*/ 2486751 w 3024845"/>
                <a:gd name="connsiteY346-26780" fmla="*/ 536121 h 1059043"/>
                <a:gd name="connsiteX347-26781" fmla="*/ 2490804 w 3024845"/>
                <a:gd name="connsiteY347-26782" fmla="*/ 531797 h 1059043"/>
                <a:gd name="connsiteX348-26783" fmla="*/ 2498911 w 3024845"/>
                <a:gd name="connsiteY348-26784" fmla="*/ 531797 h 1059043"/>
                <a:gd name="connsiteX349-26785" fmla="*/ 2502964 w 3024845"/>
                <a:gd name="connsiteY349-26786" fmla="*/ 536121 h 1059043"/>
                <a:gd name="connsiteX350-26787" fmla="*/ 2525258 w 3024845"/>
                <a:gd name="connsiteY350-26788" fmla="*/ 536121 h 1059043"/>
                <a:gd name="connsiteX351-26789" fmla="*/ 2525258 w 3024845"/>
                <a:gd name="connsiteY351-26790" fmla="*/ 419385 h 1059043"/>
                <a:gd name="connsiteX352-26791" fmla="*/ 2582005 w 3024845"/>
                <a:gd name="connsiteY352-26792" fmla="*/ 408576 h 1059043"/>
                <a:gd name="connsiteX353-26793" fmla="*/ 2582005 w 3024845"/>
                <a:gd name="connsiteY353-26794" fmla="*/ 409657 h 1059043"/>
                <a:gd name="connsiteX354-26795" fmla="*/ 2582005 w 3024845"/>
                <a:gd name="connsiteY354-26796" fmla="*/ 417223 h 1059043"/>
                <a:gd name="connsiteX355-26797" fmla="*/ 2608352 w 3024845"/>
                <a:gd name="connsiteY355-26798" fmla="*/ 417223 h 1059043"/>
                <a:gd name="connsiteX356-26799" fmla="*/ 2608352 w 3024845"/>
                <a:gd name="connsiteY356-26800" fmla="*/ 672313 h 1059043"/>
                <a:gd name="connsiteX357-26801" fmla="*/ 2630646 w 3024845"/>
                <a:gd name="connsiteY357-26802" fmla="*/ 672313 h 1059043"/>
                <a:gd name="connsiteX358-26803" fmla="*/ 2630646 w 3024845"/>
                <a:gd name="connsiteY358-26804" fmla="*/ 667989 h 1059043"/>
                <a:gd name="connsiteX359-26805" fmla="*/ 2642806 w 3024845"/>
                <a:gd name="connsiteY359-26806" fmla="*/ 667989 h 1059043"/>
                <a:gd name="connsiteX360-26807" fmla="*/ 2642806 w 3024845"/>
                <a:gd name="connsiteY360-26808" fmla="*/ 672313 h 1059043"/>
                <a:gd name="connsiteX361-26809" fmla="*/ 2667126 w 3024845"/>
                <a:gd name="connsiteY361-26810" fmla="*/ 672313 h 1059043"/>
                <a:gd name="connsiteX362-26811" fmla="*/ 2667126 w 3024845"/>
                <a:gd name="connsiteY362-26812" fmla="*/ 659342 h 1059043"/>
                <a:gd name="connsiteX363-26813" fmla="*/ 2695500 w 3024845"/>
                <a:gd name="connsiteY363-26814" fmla="*/ 659342 h 1059043"/>
                <a:gd name="connsiteX364-26815" fmla="*/ 2707660 w 3024845"/>
                <a:gd name="connsiteY364-26816" fmla="*/ 655018 h 1059043"/>
                <a:gd name="connsiteX365-26817" fmla="*/ 2727927 w 3024845"/>
                <a:gd name="connsiteY365-26818" fmla="*/ 659342 h 1059043"/>
                <a:gd name="connsiteX366-26819" fmla="*/ 2727927 w 3024845"/>
                <a:gd name="connsiteY366-26820" fmla="*/ 642048 h 1059043"/>
                <a:gd name="connsiteX367-26821" fmla="*/ 2736034 w 3024845"/>
                <a:gd name="connsiteY367-26822" fmla="*/ 642048 h 1059043"/>
                <a:gd name="connsiteX368-26823" fmla="*/ 2736034 w 3024845"/>
                <a:gd name="connsiteY368-26824" fmla="*/ 629077 h 1059043"/>
                <a:gd name="connsiteX369-26825" fmla="*/ 2792781 w 3024845"/>
                <a:gd name="connsiteY369-26826" fmla="*/ 629077 h 1059043"/>
                <a:gd name="connsiteX370-26827" fmla="*/ 2792781 w 3024845"/>
                <a:gd name="connsiteY370-26828" fmla="*/ 598812 h 1059043"/>
                <a:gd name="connsiteX371-26829" fmla="*/ 2811021 w 3024845"/>
                <a:gd name="connsiteY371-26830" fmla="*/ 598812 h 1059043"/>
                <a:gd name="connsiteX372-26831" fmla="*/ 2811021 w 3024845"/>
                <a:gd name="connsiteY372-26832" fmla="*/ 592327 h 1059043"/>
                <a:gd name="connsiteX373-26833" fmla="*/ 2823181 w 3024845"/>
                <a:gd name="connsiteY373-26834" fmla="*/ 592327 h 1059043"/>
                <a:gd name="connsiteX374-26835" fmla="*/ 2823181 w 3024845"/>
                <a:gd name="connsiteY374-26836" fmla="*/ 598812 h 1059043"/>
                <a:gd name="connsiteX375-26837" fmla="*/ 2839395 w 3024845"/>
                <a:gd name="connsiteY375-26838" fmla="*/ 598812 h 1059043"/>
                <a:gd name="connsiteX376-26839" fmla="*/ 2839395 w 3024845"/>
                <a:gd name="connsiteY376-26840" fmla="*/ 648533 h 1059043"/>
                <a:gd name="connsiteX377-26841" fmla="*/ 2871822 w 3024845"/>
                <a:gd name="connsiteY377-26842" fmla="*/ 648533 h 1059043"/>
                <a:gd name="connsiteX378-26843" fmla="*/ 2871822 w 3024845"/>
                <a:gd name="connsiteY378-26844" fmla="*/ 622592 h 1059043"/>
                <a:gd name="connsiteX379-26845" fmla="*/ 2910329 w 3024845"/>
                <a:gd name="connsiteY379-26846" fmla="*/ 622592 h 1059043"/>
                <a:gd name="connsiteX380-26847" fmla="*/ 2910329 w 3024845"/>
                <a:gd name="connsiteY380-26848" fmla="*/ 592327 h 1059043"/>
                <a:gd name="connsiteX381-26849" fmla="*/ 2958970 w 3024845"/>
                <a:gd name="connsiteY381-26850" fmla="*/ 592327 h 1059043"/>
                <a:gd name="connsiteX382-26851" fmla="*/ 2958970 w 3024845"/>
                <a:gd name="connsiteY382-26852" fmla="*/ 703483 h 1059043"/>
                <a:gd name="connsiteX383-26853" fmla="*/ 2958970 w 3024845"/>
                <a:gd name="connsiteY383-26854" fmla="*/ 717262 h 1059043"/>
                <a:gd name="connsiteX384-26855" fmla="*/ 3024845 w 3024845"/>
                <a:gd name="connsiteY384-26856" fmla="*/ 717262 h 1059043"/>
                <a:gd name="connsiteX385-26857" fmla="*/ 3024845 w 3024845"/>
                <a:gd name="connsiteY385-26858" fmla="*/ 1059043 h 1059043"/>
                <a:gd name="connsiteX386-26859" fmla="*/ 2054 w 3024845"/>
                <a:gd name="connsiteY386-26860" fmla="*/ 1056710 h 1059043"/>
                <a:gd name="connsiteX387-26861" fmla="*/ 0 w 3024845"/>
                <a:gd name="connsiteY387-26862" fmla="*/ 622592 h 1059043"/>
                <a:gd name="connsiteX388-26863" fmla="*/ 20267 w 3024845"/>
                <a:gd name="connsiteY388-26864" fmla="*/ 622592 h 1059043"/>
                <a:gd name="connsiteX389-26865" fmla="*/ 20774 w 3024845"/>
                <a:gd name="connsiteY389-26866" fmla="*/ 621511 h 1059043"/>
                <a:gd name="connsiteX390-26867" fmla="*/ 24320 w 3024845"/>
                <a:gd name="connsiteY390-26868" fmla="*/ 613945 h 1059043"/>
                <a:gd name="connsiteX391-26869" fmla="*/ 26094 w 3024845"/>
                <a:gd name="connsiteY391-26870" fmla="*/ 614215 h 1059043"/>
                <a:gd name="connsiteX392-26871" fmla="*/ 38507 w 3024845"/>
                <a:gd name="connsiteY392-26872" fmla="*/ 616106 h 1059043"/>
                <a:gd name="connsiteX393-26873" fmla="*/ 39014 w 3024845"/>
                <a:gd name="connsiteY393-26874" fmla="*/ 617458 h 1059043"/>
                <a:gd name="connsiteX394-26875" fmla="*/ 42560 w 3024845"/>
                <a:gd name="connsiteY394-26876" fmla="*/ 626915 h 1059043"/>
                <a:gd name="connsiteX395-26877" fmla="*/ 68907 w 3024845"/>
                <a:gd name="connsiteY395-26878" fmla="*/ 629077 h 1059043"/>
                <a:gd name="connsiteX396-26879" fmla="*/ 68907 w 3024845"/>
                <a:gd name="connsiteY396-26880" fmla="*/ 505856 h 1059043"/>
                <a:gd name="connsiteX397-26881" fmla="*/ 70934 w 3024845"/>
                <a:gd name="connsiteY397-26882" fmla="*/ 505856 h 1059043"/>
                <a:gd name="connsiteX398-26883" fmla="*/ 85121 w 3024845"/>
                <a:gd name="connsiteY398-26884" fmla="*/ 505856 h 1059043"/>
                <a:gd name="connsiteX399-26885" fmla="*/ 85121 w 3024845"/>
                <a:gd name="connsiteY399-26886" fmla="*/ 369664 h 1059043"/>
                <a:gd name="connsiteX400-26887" fmla="*/ 86894 w 3024845"/>
                <a:gd name="connsiteY400-26888" fmla="*/ 369664 h 1059043"/>
                <a:gd name="connsiteX401-26889" fmla="*/ 99308 w 3024845"/>
                <a:gd name="connsiteY401-26890" fmla="*/ 369664 h 1059043"/>
                <a:gd name="connsiteX402-26891" fmla="*/ 99308 w 3024845"/>
                <a:gd name="connsiteY402-26892" fmla="*/ 255090 h 1059043"/>
                <a:gd name="connsiteX403-26893" fmla="*/ 103361 w 3024845"/>
                <a:gd name="connsiteY403-26894" fmla="*/ 226986 h 1059043"/>
                <a:gd name="connsiteX404-26895" fmla="*/ 105388 w 3024845"/>
                <a:gd name="connsiteY404-26896" fmla="*/ 226986 h 1059043"/>
                <a:gd name="connsiteX405-26897" fmla="*/ 119575 w 3024845"/>
                <a:gd name="connsiteY405-26898" fmla="*/ 226986 h 1059043"/>
                <a:gd name="connsiteX0-26899" fmla="*/ 119575 w 3024845"/>
                <a:gd name="connsiteY0-26900" fmla="*/ 226986 h 1059043"/>
                <a:gd name="connsiteX1-26901" fmla="*/ 200642 w 3024845"/>
                <a:gd name="connsiteY1-26902" fmla="*/ 224825 h 1059043"/>
                <a:gd name="connsiteX2-26903" fmla="*/ 202669 w 3024845"/>
                <a:gd name="connsiteY2-26904" fmla="*/ 224825 h 1059043"/>
                <a:gd name="connsiteX3-26905" fmla="*/ 216856 w 3024845"/>
                <a:gd name="connsiteY3-26906" fmla="*/ 224825 h 1059043"/>
                <a:gd name="connsiteX4-26907" fmla="*/ 216856 w 3024845"/>
                <a:gd name="connsiteY4-26908" fmla="*/ 248604 h 1059043"/>
                <a:gd name="connsiteX5-26909" fmla="*/ 217363 w 3024845"/>
                <a:gd name="connsiteY5-26910" fmla="*/ 249415 h 1059043"/>
                <a:gd name="connsiteX6-26911" fmla="*/ 220909 w 3024845"/>
                <a:gd name="connsiteY6-26912" fmla="*/ 255090 h 1059043"/>
                <a:gd name="connsiteX7-26913" fmla="*/ 220909 w 3024845"/>
                <a:gd name="connsiteY7-26914" fmla="*/ 369664 h 1059043"/>
                <a:gd name="connsiteX8-26915" fmla="*/ 223189 w 3024845"/>
                <a:gd name="connsiteY8-26916" fmla="*/ 369664 h 1059043"/>
                <a:gd name="connsiteX9-26917" fmla="*/ 239150 w 3024845"/>
                <a:gd name="connsiteY9-26918" fmla="*/ 369664 h 1059043"/>
                <a:gd name="connsiteX10-26919" fmla="*/ 239150 w 3024845"/>
                <a:gd name="connsiteY10-26920" fmla="*/ 510179 h 1059043"/>
                <a:gd name="connsiteX11-26921" fmla="*/ 240670 w 3024845"/>
                <a:gd name="connsiteY11-26922" fmla="*/ 509909 h 1059043"/>
                <a:gd name="connsiteX12-26923" fmla="*/ 251310 w 3024845"/>
                <a:gd name="connsiteY12-26924" fmla="*/ 508018 h 1059043"/>
                <a:gd name="connsiteX13-26925" fmla="*/ 249283 w 3024845"/>
                <a:gd name="connsiteY13-26926" fmla="*/ 596650 h 1059043"/>
                <a:gd name="connsiteX14-26927" fmla="*/ 250803 w 3024845"/>
                <a:gd name="connsiteY14-26928" fmla="*/ 596921 h 1059043"/>
                <a:gd name="connsiteX15-26929" fmla="*/ 261443 w 3024845"/>
                <a:gd name="connsiteY15-26930" fmla="*/ 598812 h 1059043"/>
                <a:gd name="connsiteX16-26931" fmla="*/ 261696 w 3024845"/>
                <a:gd name="connsiteY16-26932" fmla="*/ 599623 h 1059043"/>
                <a:gd name="connsiteX17-26933" fmla="*/ 263470 w 3024845"/>
                <a:gd name="connsiteY17-26934" fmla="*/ 605298 h 1059043"/>
                <a:gd name="connsiteX18-26935" fmla="*/ 264230 w 3024845"/>
                <a:gd name="connsiteY18-26936" fmla="*/ 602866 h 1059043"/>
                <a:gd name="connsiteX19-26937" fmla="*/ 269550 w 3024845"/>
                <a:gd name="connsiteY19-26938" fmla="*/ 585842 h 1059043"/>
                <a:gd name="connsiteX20-26939" fmla="*/ 271323 w 3024845"/>
                <a:gd name="connsiteY20-26940" fmla="*/ 585842 h 1059043"/>
                <a:gd name="connsiteX21-26941" fmla="*/ 283737 w 3024845"/>
                <a:gd name="connsiteY21-26942" fmla="*/ 585842 h 1059043"/>
                <a:gd name="connsiteX22-26943" fmla="*/ 283737 w 3024845"/>
                <a:gd name="connsiteY22-26944" fmla="*/ 618268 h 1059043"/>
                <a:gd name="connsiteX23-26945" fmla="*/ 284750 w 3024845"/>
                <a:gd name="connsiteY23-26946" fmla="*/ 618809 h 1059043"/>
                <a:gd name="connsiteX24-26947" fmla="*/ 291844 w 3024845"/>
                <a:gd name="connsiteY24-26948" fmla="*/ 622592 h 1059043"/>
                <a:gd name="connsiteX25-26949" fmla="*/ 291844 w 3024845"/>
                <a:gd name="connsiteY25-26950" fmla="*/ 623943 h 1059043"/>
                <a:gd name="connsiteX26-26951" fmla="*/ 291844 w 3024845"/>
                <a:gd name="connsiteY26-26952" fmla="*/ 633401 h 1059043"/>
                <a:gd name="connsiteX27-26953" fmla="*/ 336431 w 3024845"/>
                <a:gd name="connsiteY27-26954" fmla="*/ 633401 h 1059043"/>
                <a:gd name="connsiteX28-26955" fmla="*/ 336431 w 3024845"/>
                <a:gd name="connsiteY28-26956" fmla="*/ 634482 h 1059043"/>
                <a:gd name="connsiteX29-26957" fmla="*/ 336431 w 3024845"/>
                <a:gd name="connsiteY29-26958" fmla="*/ 642048 h 1059043"/>
                <a:gd name="connsiteX30-26959" fmla="*/ 338457 w 3024845"/>
                <a:gd name="connsiteY30-26960" fmla="*/ 642048 h 1059043"/>
                <a:gd name="connsiteX31-26961" fmla="*/ 352644 w 3024845"/>
                <a:gd name="connsiteY31-26962" fmla="*/ 642048 h 1059043"/>
                <a:gd name="connsiteX32-26963" fmla="*/ 352644 w 3024845"/>
                <a:gd name="connsiteY32-26964" fmla="*/ 611783 h 1059043"/>
                <a:gd name="connsiteX33-26965" fmla="*/ 397231 w 3024845"/>
                <a:gd name="connsiteY33-26966" fmla="*/ 611783 h 1059043"/>
                <a:gd name="connsiteX34-26967" fmla="*/ 397231 w 3024845"/>
                <a:gd name="connsiteY34-26968" fmla="*/ 610432 h 1059043"/>
                <a:gd name="connsiteX35-26969" fmla="*/ 397231 w 3024845"/>
                <a:gd name="connsiteY35-26970" fmla="*/ 600974 h 1059043"/>
                <a:gd name="connsiteX36-26971" fmla="*/ 398245 w 3024845"/>
                <a:gd name="connsiteY36-26972" fmla="*/ 600974 h 1059043"/>
                <a:gd name="connsiteX37-26973" fmla="*/ 405338 w 3024845"/>
                <a:gd name="connsiteY37-26974" fmla="*/ 600974 h 1059043"/>
                <a:gd name="connsiteX38-26975" fmla="*/ 405338 w 3024845"/>
                <a:gd name="connsiteY38-26976" fmla="*/ 599083 h 1059043"/>
                <a:gd name="connsiteX39-26977" fmla="*/ 405338 w 3024845"/>
                <a:gd name="connsiteY39-26978" fmla="*/ 585842 h 1059043"/>
                <a:gd name="connsiteX40-26979" fmla="*/ 406098 w 3024845"/>
                <a:gd name="connsiteY40-26980" fmla="*/ 585842 h 1059043"/>
                <a:gd name="connsiteX41-26981" fmla="*/ 411418 w 3024845"/>
                <a:gd name="connsiteY41-26982" fmla="*/ 585842 h 1059043"/>
                <a:gd name="connsiteX42-26983" fmla="*/ 411418 w 3024845"/>
                <a:gd name="connsiteY42-26984" fmla="*/ 584761 h 1059043"/>
                <a:gd name="connsiteX43-26985" fmla="*/ 411418 w 3024845"/>
                <a:gd name="connsiteY43-26986" fmla="*/ 577194 h 1059043"/>
                <a:gd name="connsiteX44-26987" fmla="*/ 413445 w 3024845"/>
                <a:gd name="connsiteY44-26988" fmla="*/ 577194 h 1059043"/>
                <a:gd name="connsiteX45-26989" fmla="*/ 427632 w 3024845"/>
                <a:gd name="connsiteY45-26990" fmla="*/ 577194 h 1059043"/>
                <a:gd name="connsiteX46-26991" fmla="*/ 427632 w 3024845"/>
                <a:gd name="connsiteY46-26992" fmla="*/ 578275 h 1059043"/>
                <a:gd name="connsiteX47-26993" fmla="*/ 427632 w 3024845"/>
                <a:gd name="connsiteY47-26994" fmla="*/ 585842 h 1059043"/>
                <a:gd name="connsiteX48-26995" fmla="*/ 449925 w 3024845"/>
                <a:gd name="connsiteY48-26996" fmla="*/ 585842 h 1059043"/>
                <a:gd name="connsiteX49-26997" fmla="*/ 449925 w 3024845"/>
                <a:gd name="connsiteY49-26998" fmla="*/ 583950 h 1059043"/>
                <a:gd name="connsiteX50-26999" fmla="*/ 449925 w 3024845"/>
                <a:gd name="connsiteY50-27000" fmla="*/ 570709 h 1059043"/>
                <a:gd name="connsiteX51-27001" fmla="*/ 451699 w 3024845"/>
                <a:gd name="connsiteY51-27002" fmla="*/ 570709 h 1059043"/>
                <a:gd name="connsiteX52-27003" fmla="*/ 464112 w 3024845"/>
                <a:gd name="connsiteY52-27004" fmla="*/ 570709 h 1059043"/>
                <a:gd name="connsiteX53-27005" fmla="*/ 464112 w 3024845"/>
                <a:gd name="connsiteY53-27006" fmla="*/ 594489 h 1059043"/>
                <a:gd name="connsiteX54-27007" fmla="*/ 465126 w 3024845"/>
                <a:gd name="connsiteY54-27008" fmla="*/ 594489 h 1059043"/>
                <a:gd name="connsiteX55-27009" fmla="*/ 472219 w 3024845"/>
                <a:gd name="connsiteY55-27010" fmla="*/ 594489 h 1059043"/>
                <a:gd name="connsiteX56-27011" fmla="*/ 472219 w 3024845"/>
                <a:gd name="connsiteY56-27012" fmla="*/ 593408 h 1059043"/>
                <a:gd name="connsiteX57-27013" fmla="*/ 472219 w 3024845"/>
                <a:gd name="connsiteY57-27014" fmla="*/ 585842 h 1059043"/>
                <a:gd name="connsiteX58-27015" fmla="*/ 473992 w 3024845"/>
                <a:gd name="connsiteY58-27016" fmla="*/ 585842 h 1059043"/>
                <a:gd name="connsiteX59-27017" fmla="*/ 486406 w 3024845"/>
                <a:gd name="connsiteY59-27018" fmla="*/ 585842 h 1059043"/>
                <a:gd name="connsiteX60-27019" fmla="*/ 486406 w 3024845"/>
                <a:gd name="connsiteY60-27020" fmla="*/ 611783 h 1059043"/>
                <a:gd name="connsiteX61-27021" fmla="*/ 488433 w 3024845"/>
                <a:gd name="connsiteY61-27022" fmla="*/ 611783 h 1059043"/>
                <a:gd name="connsiteX62-27023" fmla="*/ 502619 w 3024845"/>
                <a:gd name="connsiteY62-27024" fmla="*/ 611783 h 1059043"/>
                <a:gd name="connsiteX63-27025" fmla="*/ 502619 w 3024845"/>
                <a:gd name="connsiteY63-27026" fmla="*/ 613404 h 1059043"/>
                <a:gd name="connsiteX64-27027" fmla="*/ 502619 w 3024845"/>
                <a:gd name="connsiteY64-27028" fmla="*/ 624754 h 1059043"/>
                <a:gd name="connsiteX65-27029" fmla="*/ 503379 w 3024845"/>
                <a:gd name="connsiteY65-27030" fmla="*/ 624754 h 1059043"/>
                <a:gd name="connsiteX66-27031" fmla="*/ 508700 w 3024845"/>
                <a:gd name="connsiteY66-27032" fmla="*/ 624754 h 1059043"/>
                <a:gd name="connsiteX67-27033" fmla="*/ 508700 w 3024845"/>
                <a:gd name="connsiteY67-27034" fmla="*/ 623943 h 1059043"/>
                <a:gd name="connsiteX68-27035" fmla="*/ 508700 w 3024845"/>
                <a:gd name="connsiteY68-27036" fmla="*/ 618268 h 1059043"/>
                <a:gd name="connsiteX69-27037" fmla="*/ 539100 w 3024845"/>
                <a:gd name="connsiteY69-27038" fmla="*/ 618268 h 1059043"/>
                <a:gd name="connsiteX70-27039" fmla="*/ 539100 w 3024845"/>
                <a:gd name="connsiteY70-27040" fmla="*/ 642048 h 1059043"/>
                <a:gd name="connsiteX71-27041" fmla="*/ 540113 w 3024845"/>
                <a:gd name="connsiteY71-27042" fmla="*/ 642048 h 1059043"/>
                <a:gd name="connsiteX72-27043" fmla="*/ 547207 w 3024845"/>
                <a:gd name="connsiteY72-27044" fmla="*/ 642048 h 1059043"/>
                <a:gd name="connsiteX73-27045" fmla="*/ 547207 w 3024845"/>
                <a:gd name="connsiteY73-27046" fmla="*/ 643129 h 1059043"/>
                <a:gd name="connsiteX74-27047" fmla="*/ 547207 w 3024845"/>
                <a:gd name="connsiteY74-27048" fmla="*/ 650695 h 1059043"/>
                <a:gd name="connsiteX75-27049" fmla="*/ 547967 w 3024845"/>
                <a:gd name="connsiteY75-27050" fmla="*/ 650695 h 1059043"/>
                <a:gd name="connsiteX76-27051" fmla="*/ 553287 w 3024845"/>
                <a:gd name="connsiteY76-27052" fmla="*/ 650695 h 1059043"/>
                <a:gd name="connsiteX77-27053" fmla="*/ 553287 w 3024845"/>
                <a:gd name="connsiteY77-27054" fmla="*/ 648533 h 1059043"/>
                <a:gd name="connsiteX78-27055" fmla="*/ 553287 w 3024845"/>
                <a:gd name="connsiteY78-27056" fmla="*/ 633401 h 1059043"/>
                <a:gd name="connsiteX79-27057" fmla="*/ 554300 w 3024845"/>
                <a:gd name="connsiteY79-27058" fmla="*/ 633401 h 1059043"/>
                <a:gd name="connsiteX80-27059" fmla="*/ 561394 w 3024845"/>
                <a:gd name="connsiteY80-27060" fmla="*/ 633401 h 1059043"/>
                <a:gd name="connsiteX81-27061" fmla="*/ 561394 w 3024845"/>
                <a:gd name="connsiteY81-27062" fmla="*/ 634482 h 1059043"/>
                <a:gd name="connsiteX82-27063" fmla="*/ 561394 w 3024845"/>
                <a:gd name="connsiteY82-27064" fmla="*/ 642048 h 1059043"/>
                <a:gd name="connsiteX83-27065" fmla="*/ 566714 w 3024845"/>
                <a:gd name="connsiteY83-27066" fmla="*/ 640055 h 1059043"/>
                <a:gd name="connsiteX84-27067" fmla="*/ 567474 w 3024845"/>
                <a:gd name="connsiteY84-27068" fmla="*/ 639075 h 1059043"/>
                <a:gd name="connsiteX85-27069" fmla="*/ 567474 w 3024845"/>
                <a:gd name="connsiteY85-27070" fmla="*/ 633401 h 1059043"/>
                <a:gd name="connsiteX86-27071" fmla="*/ 605981 w 3024845"/>
                <a:gd name="connsiteY86-27072" fmla="*/ 633401 h 1059043"/>
                <a:gd name="connsiteX87-27073" fmla="*/ 605981 w 3024845"/>
                <a:gd name="connsiteY87-27074" fmla="*/ 657180 h 1059043"/>
                <a:gd name="connsiteX88-27075" fmla="*/ 608007 w 3024845"/>
                <a:gd name="connsiteY88-27076" fmla="*/ 657180 h 1059043"/>
                <a:gd name="connsiteX89-27077" fmla="*/ 622194 w 3024845"/>
                <a:gd name="connsiteY89-27078" fmla="*/ 657180 h 1059043"/>
                <a:gd name="connsiteX90-27079" fmla="*/ 622194 w 3024845"/>
                <a:gd name="connsiteY90-27080" fmla="*/ 658261 h 1059043"/>
                <a:gd name="connsiteX91-27081" fmla="*/ 622194 w 3024845"/>
                <a:gd name="connsiteY91-27082" fmla="*/ 665827 h 1059043"/>
                <a:gd name="connsiteX92-27083" fmla="*/ 623968 w 3024845"/>
                <a:gd name="connsiteY92-27084" fmla="*/ 665827 h 1059043"/>
                <a:gd name="connsiteX93-27085" fmla="*/ 636381 w 3024845"/>
                <a:gd name="connsiteY93-27086" fmla="*/ 665827 h 1059043"/>
                <a:gd name="connsiteX94-27087" fmla="*/ 636381 w 3024845"/>
                <a:gd name="connsiteY94-27088" fmla="*/ 642048 h 1059043"/>
                <a:gd name="connsiteX95-27089" fmla="*/ 637394 w 3024845"/>
                <a:gd name="connsiteY95-27090" fmla="*/ 642048 h 1059043"/>
                <a:gd name="connsiteX96-27091" fmla="*/ 644488 w 3024845"/>
                <a:gd name="connsiteY96-27092" fmla="*/ 642048 h 1059043"/>
                <a:gd name="connsiteX97-27093" fmla="*/ 644488 w 3024845"/>
                <a:gd name="connsiteY97-27094" fmla="*/ 609621 h 1059043"/>
                <a:gd name="connsiteX98-27095" fmla="*/ 645501 w 3024845"/>
                <a:gd name="connsiteY98-27096" fmla="*/ 609621 h 1059043"/>
                <a:gd name="connsiteX99-27097" fmla="*/ 652595 w 3024845"/>
                <a:gd name="connsiteY99-27098" fmla="*/ 609621 h 1059043"/>
                <a:gd name="connsiteX100-27099" fmla="*/ 652595 w 3024845"/>
                <a:gd name="connsiteY100-27100" fmla="*/ 607730 h 1059043"/>
                <a:gd name="connsiteX101-27101" fmla="*/ 652595 w 3024845"/>
                <a:gd name="connsiteY101-27102" fmla="*/ 594489 h 1059043"/>
                <a:gd name="connsiteX102-27103" fmla="*/ 651328 w 3024845"/>
                <a:gd name="connsiteY102-27104" fmla="*/ 592867 h 1059043"/>
                <a:gd name="connsiteX103-27105" fmla="*/ 656648 w 3024845"/>
                <a:gd name="connsiteY103-27106" fmla="*/ 581518 h 1059043"/>
                <a:gd name="connsiteX104-27107" fmla="*/ 664755 w 3024845"/>
                <a:gd name="connsiteY104-27108" fmla="*/ 609621 h 1059043"/>
                <a:gd name="connsiteX105-27109" fmla="*/ 665515 w 3024845"/>
                <a:gd name="connsiteY105-27110" fmla="*/ 609621 h 1059043"/>
                <a:gd name="connsiteX106-27111" fmla="*/ 670835 w 3024845"/>
                <a:gd name="connsiteY106-27112" fmla="*/ 609621 h 1059043"/>
                <a:gd name="connsiteX107-27113" fmla="*/ 670835 w 3024845"/>
                <a:gd name="connsiteY107-27114" fmla="*/ 503694 h 1059043"/>
                <a:gd name="connsiteX108-27115" fmla="*/ 672355 w 3024845"/>
                <a:gd name="connsiteY108-27116" fmla="*/ 503694 h 1059043"/>
                <a:gd name="connsiteX109-27117" fmla="*/ 682995 w 3024845"/>
                <a:gd name="connsiteY109-27118" fmla="*/ 503694 h 1059043"/>
                <a:gd name="connsiteX110-27119" fmla="*/ 682995 w 3024845"/>
                <a:gd name="connsiteY110-27120" fmla="*/ 456135 h 1059043"/>
                <a:gd name="connsiteX111-27121" fmla="*/ 709342 w 3024845"/>
                <a:gd name="connsiteY111-27122" fmla="*/ 456135 h 1059043"/>
                <a:gd name="connsiteX112-27123" fmla="*/ 709342 w 3024845"/>
                <a:gd name="connsiteY112-27124" fmla="*/ 434517 h 1059043"/>
                <a:gd name="connsiteX113-27125" fmla="*/ 743796 w 3024845"/>
                <a:gd name="connsiteY113-27126" fmla="*/ 434517 h 1059043"/>
                <a:gd name="connsiteX114-27127" fmla="*/ 743796 w 3024845"/>
                <a:gd name="connsiteY114-27128" fmla="*/ 436949 h 1059043"/>
                <a:gd name="connsiteX115-27129" fmla="*/ 743796 w 3024845"/>
                <a:gd name="connsiteY115-27130" fmla="*/ 453973 h 1059043"/>
                <a:gd name="connsiteX116-27131" fmla="*/ 746076 w 3024845"/>
                <a:gd name="connsiteY116-27132" fmla="*/ 453973 h 1059043"/>
                <a:gd name="connsiteX117-27133" fmla="*/ 762036 w 3024845"/>
                <a:gd name="connsiteY117-27134" fmla="*/ 453973 h 1059043"/>
                <a:gd name="connsiteX118-27135" fmla="*/ 762036 w 3024845"/>
                <a:gd name="connsiteY118-27136" fmla="*/ 501532 h 1059043"/>
                <a:gd name="connsiteX119-27137" fmla="*/ 763049 w 3024845"/>
                <a:gd name="connsiteY119-27138" fmla="*/ 501532 h 1059043"/>
                <a:gd name="connsiteX120-27139" fmla="*/ 770143 w 3024845"/>
                <a:gd name="connsiteY120-27140" fmla="*/ 501532 h 1059043"/>
                <a:gd name="connsiteX121-27141" fmla="*/ 784330 w 3024845"/>
                <a:gd name="connsiteY121-27142" fmla="*/ 505856 h 1059043"/>
                <a:gd name="connsiteX122-27143" fmla="*/ 784330 w 3024845"/>
                <a:gd name="connsiteY122-27144" fmla="*/ 544768 h 1059043"/>
                <a:gd name="connsiteX123-27145" fmla="*/ 785343 w 3024845"/>
                <a:gd name="connsiteY123-27146" fmla="*/ 544768 h 1059043"/>
                <a:gd name="connsiteX124-27147" fmla="*/ 792436 w 3024845"/>
                <a:gd name="connsiteY124-27148" fmla="*/ 544768 h 1059043"/>
                <a:gd name="connsiteX125-27149" fmla="*/ 792436 w 3024845"/>
                <a:gd name="connsiteY125-27150" fmla="*/ 546389 h 1059043"/>
                <a:gd name="connsiteX126-27151" fmla="*/ 792436 w 3024845"/>
                <a:gd name="connsiteY126-27152" fmla="*/ 557738 h 1059043"/>
                <a:gd name="connsiteX127-27153" fmla="*/ 794463 w 3024845"/>
                <a:gd name="connsiteY127-27154" fmla="*/ 557738 h 1059043"/>
                <a:gd name="connsiteX128-27155" fmla="*/ 808650 w 3024845"/>
                <a:gd name="connsiteY128-27156" fmla="*/ 557738 h 1059043"/>
                <a:gd name="connsiteX129-27157" fmla="*/ 814730 w 3024845"/>
                <a:gd name="connsiteY129-27158" fmla="*/ 564224 h 1059043"/>
                <a:gd name="connsiteX130-27159" fmla="*/ 814730 w 3024845"/>
                <a:gd name="connsiteY130-27160" fmla="*/ 585842 h 1059043"/>
                <a:gd name="connsiteX131-27161" fmla="*/ 817010 w 3024845"/>
                <a:gd name="connsiteY131-27162" fmla="*/ 585842 h 1059043"/>
                <a:gd name="connsiteX132-27163" fmla="*/ 832970 w 3024845"/>
                <a:gd name="connsiteY132-27164" fmla="*/ 585842 h 1059043"/>
                <a:gd name="connsiteX133-27165" fmla="*/ 832970 w 3024845"/>
                <a:gd name="connsiteY133-27166" fmla="*/ 586922 h 1059043"/>
                <a:gd name="connsiteX134-27167" fmla="*/ 832970 w 3024845"/>
                <a:gd name="connsiteY134-27168" fmla="*/ 594489 h 1059043"/>
                <a:gd name="connsiteX135-27169" fmla="*/ 834237 w 3024845"/>
                <a:gd name="connsiteY135-27170" fmla="*/ 594489 h 1059043"/>
                <a:gd name="connsiteX136-27171" fmla="*/ 843104 w 3024845"/>
                <a:gd name="connsiteY136-27172" fmla="*/ 594489 h 1059043"/>
                <a:gd name="connsiteX137-27173" fmla="*/ 843104 w 3024845"/>
                <a:gd name="connsiteY137-27174" fmla="*/ 596650 h 1059043"/>
                <a:gd name="connsiteX138-27175" fmla="*/ 843104 w 3024845"/>
                <a:gd name="connsiteY138-27176" fmla="*/ 611783 h 1059043"/>
                <a:gd name="connsiteX139-27177" fmla="*/ 847157 w 3024845"/>
                <a:gd name="connsiteY139-27178" fmla="*/ 609891 h 1059043"/>
                <a:gd name="connsiteX140-27179" fmla="*/ 847157 w 3024845"/>
                <a:gd name="connsiteY140-27180" fmla="*/ 596650 h 1059043"/>
                <a:gd name="connsiteX141-27181" fmla="*/ 848170 w 3024845"/>
                <a:gd name="connsiteY141-27182" fmla="*/ 596650 h 1059043"/>
                <a:gd name="connsiteX142-27183" fmla="*/ 855264 w 3024845"/>
                <a:gd name="connsiteY142-27184" fmla="*/ 596650 h 1059043"/>
                <a:gd name="connsiteX143-27185" fmla="*/ 855264 w 3024845"/>
                <a:gd name="connsiteY143-27186" fmla="*/ 598272 h 1059043"/>
                <a:gd name="connsiteX144-27187" fmla="*/ 855264 w 3024845"/>
                <a:gd name="connsiteY144-27188" fmla="*/ 609621 h 1059043"/>
                <a:gd name="connsiteX145-27189" fmla="*/ 856024 w 3024845"/>
                <a:gd name="connsiteY145-27190" fmla="*/ 609621 h 1059043"/>
                <a:gd name="connsiteX146-27191" fmla="*/ 861344 w 3024845"/>
                <a:gd name="connsiteY146-27192" fmla="*/ 609621 h 1059043"/>
                <a:gd name="connsiteX147-27193" fmla="*/ 909984 w 3024845"/>
                <a:gd name="connsiteY147-27194" fmla="*/ 605298 h 1059043"/>
                <a:gd name="connsiteX148-27195" fmla="*/ 909984 w 3024845"/>
                <a:gd name="connsiteY148-27196" fmla="*/ 606649 h 1059043"/>
                <a:gd name="connsiteX149-27197" fmla="*/ 909984 w 3024845"/>
                <a:gd name="connsiteY149-27198" fmla="*/ 616106 h 1059043"/>
                <a:gd name="connsiteX150-27199" fmla="*/ 910744 w 3024845"/>
                <a:gd name="connsiteY150-27200" fmla="*/ 616106 h 1059043"/>
                <a:gd name="connsiteX151-27201" fmla="*/ 916065 w 3024845"/>
                <a:gd name="connsiteY151-27202" fmla="*/ 616106 h 1059043"/>
                <a:gd name="connsiteX152-27203" fmla="*/ 916065 w 3024845"/>
                <a:gd name="connsiteY152-27204" fmla="*/ 618268 h 1059043"/>
                <a:gd name="connsiteX153-27205" fmla="*/ 916065 w 3024845"/>
                <a:gd name="connsiteY153-27206" fmla="*/ 633401 h 1059043"/>
                <a:gd name="connsiteX154-27207" fmla="*/ 918091 w 3024845"/>
                <a:gd name="connsiteY154-27208" fmla="*/ 632050 h 1059043"/>
                <a:gd name="connsiteX155-27209" fmla="*/ 932278 w 3024845"/>
                <a:gd name="connsiteY155-27210" fmla="*/ 622592 h 1059043"/>
                <a:gd name="connsiteX156-27211" fmla="*/ 938358 w 3024845"/>
                <a:gd name="connsiteY156-27212" fmla="*/ 581518 h 1059043"/>
                <a:gd name="connsiteX157-27213" fmla="*/ 939118 w 3024845"/>
                <a:gd name="connsiteY157-27214" fmla="*/ 581248 h 1059043"/>
                <a:gd name="connsiteX158-27215" fmla="*/ 944438 w 3024845"/>
                <a:gd name="connsiteY158-27216" fmla="*/ 579356 h 1059043"/>
                <a:gd name="connsiteX159-27217" fmla="*/ 946465 w 3024845"/>
                <a:gd name="connsiteY159-27218" fmla="*/ 510179 h 1059043"/>
                <a:gd name="connsiteX160-27219" fmla="*/ 948492 w 3024845"/>
                <a:gd name="connsiteY160-27220" fmla="*/ 579356 h 1059043"/>
                <a:gd name="connsiteX161-27221" fmla="*/ 949252 w 3024845"/>
                <a:gd name="connsiteY161-27222" fmla="*/ 579626 h 1059043"/>
                <a:gd name="connsiteX162-27223" fmla="*/ 954572 w 3024845"/>
                <a:gd name="connsiteY162-27224" fmla="*/ 581518 h 1059043"/>
                <a:gd name="connsiteX163-27225" fmla="*/ 954572 w 3024845"/>
                <a:gd name="connsiteY163-27226" fmla="*/ 495047 h 1059043"/>
                <a:gd name="connsiteX164-27227" fmla="*/ 958625 w 3024845"/>
                <a:gd name="connsiteY164-27228" fmla="*/ 462620 h 1059043"/>
                <a:gd name="connsiteX165-27229" fmla="*/ 997132 w 3024845"/>
                <a:gd name="connsiteY165-27230" fmla="*/ 462620 h 1059043"/>
                <a:gd name="connsiteX166-27231" fmla="*/ 997132 w 3024845"/>
                <a:gd name="connsiteY166-27232" fmla="*/ 495047 h 1059043"/>
                <a:gd name="connsiteX167-27233" fmla="*/ 997892 w 3024845"/>
                <a:gd name="connsiteY167-27234" fmla="*/ 495047 h 1059043"/>
                <a:gd name="connsiteX168-27235" fmla="*/ 1003212 w 3024845"/>
                <a:gd name="connsiteY168-27236" fmla="*/ 495047 h 1059043"/>
                <a:gd name="connsiteX169-27237" fmla="*/ 1003212 w 3024845"/>
                <a:gd name="connsiteY169-27238" fmla="*/ 412899 h 1059043"/>
                <a:gd name="connsiteX170-27239" fmla="*/ 1004986 w 3024845"/>
                <a:gd name="connsiteY170-27240" fmla="*/ 412899 h 1059043"/>
                <a:gd name="connsiteX171-27241" fmla="*/ 1017399 w 3024845"/>
                <a:gd name="connsiteY171-27242" fmla="*/ 412899 h 1059043"/>
                <a:gd name="connsiteX172-27243" fmla="*/ 1017399 w 3024845"/>
                <a:gd name="connsiteY172-27244" fmla="*/ 411008 h 1059043"/>
                <a:gd name="connsiteX173-27245" fmla="*/ 1017399 w 3024845"/>
                <a:gd name="connsiteY173-27246" fmla="*/ 397767 h 1059043"/>
                <a:gd name="connsiteX174-27247" fmla="*/ 1039693 w 3024845"/>
                <a:gd name="connsiteY174-27248" fmla="*/ 397767 h 1059043"/>
                <a:gd name="connsiteX175-27249" fmla="*/ 1039693 w 3024845"/>
                <a:gd name="connsiteY175-27250" fmla="*/ 396686 h 1059043"/>
                <a:gd name="connsiteX176-27251" fmla="*/ 1039693 w 3024845"/>
                <a:gd name="connsiteY176-27252" fmla="*/ 389120 h 1059043"/>
                <a:gd name="connsiteX177-27253" fmla="*/ 1041466 w 3024845"/>
                <a:gd name="connsiteY177-27254" fmla="*/ 389120 h 1059043"/>
                <a:gd name="connsiteX178-27255" fmla="*/ 1053880 w 3024845"/>
                <a:gd name="connsiteY178-27256" fmla="*/ 389120 h 1059043"/>
                <a:gd name="connsiteX179-27257" fmla="*/ 1053880 w 3024845"/>
                <a:gd name="connsiteY179-27258" fmla="*/ 390201 h 1059043"/>
                <a:gd name="connsiteX180-27259" fmla="*/ 1053880 w 3024845"/>
                <a:gd name="connsiteY180-27260" fmla="*/ 397767 h 1059043"/>
                <a:gd name="connsiteX181-27261" fmla="*/ 1054640 w 3024845"/>
                <a:gd name="connsiteY181-27262" fmla="*/ 397767 h 1059043"/>
                <a:gd name="connsiteX182-27263" fmla="*/ 1059960 w 3024845"/>
                <a:gd name="connsiteY182-27264" fmla="*/ 397767 h 1059043"/>
                <a:gd name="connsiteX183-27265" fmla="*/ 1070093 w 3024845"/>
                <a:gd name="connsiteY183-27266" fmla="*/ 393443 h 1059043"/>
                <a:gd name="connsiteX184-27267" fmla="*/ 1074146 w 3024845"/>
                <a:gd name="connsiteY184-27268" fmla="*/ 396686 h 1059043"/>
                <a:gd name="connsiteX185-27269" fmla="*/ 1074146 w 3024845"/>
                <a:gd name="connsiteY185-27270" fmla="*/ 389120 h 1059043"/>
                <a:gd name="connsiteX186-27271" fmla="*/ 1076426 w 3024845"/>
                <a:gd name="connsiteY186-27272" fmla="*/ 389120 h 1059043"/>
                <a:gd name="connsiteX187-27273" fmla="*/ 1092387 w 3024845"/>
                <a:gd name="connsiteY187-27274" fmla="*/ 389120 h 1059043"/>
                <a:gd name="connsiteX188-27275" fmla="*/ 1092387 w 3024845"/>
                <a:gd name="connsiteY188-27276" fmla="*/ 390201 h 1059043"/>
                <a:gd name="connsiteX189-27277" fmla="*/ 1092387 w 3024845"/>
                <a:gd name="connsiteY189-27278" fmla="*/ 397767 h 1059043"/>
                <a:gd name="connsiteX190-27279" fmla="*/ 1122787 w 3024845"/>
                <a:gd name="connsiteY190-27280" fmla="*/ 397767 h 1059043"/>
                <a:gd name="connsiteX191-27281" fmla="*/ 1122787 w 3024845"/>
                <a:gd name="connsiteY191-27282" fmla="*/ 399388 h 1059043"/>
                <a:gd name="connsiteX192-27283" fmla="*/ 1122787 w 3024845"/>
                <a:gd name="connsiteY192-27284" fmla="*/ 410738 h 1059043"/>
                <a:gd name="connsiteX193-27285" fmla="*/ 1149134 w 3024845"/>
                <a:gd name="connsiteY193-27286" fmla="*/ 410738 h 1059043"/>
                <a:gd name="connsiteX194-27287" fmla="*/ 1149134 w 3024845"/>
                <a:gd name="connsiteY194-27288" fmla="*/ 441002 h 1059043"/>
                <a:gd name="connsiteX195-27289" fmla="*/ 1149894 w 3024845"/>
                <a:gd name="connsiteY195-27290" fmla="*/ 441002 h 1059043"/>
                <a:gd name="connsiteX196-27291" fmla="*/ 1155214 w 3024845"/>
                <a:gd name="connsiteY196-27292" fmla="*/ 441002 h 1059043"/>
                <a:gd name="connsiteX197-27293" fmla="*/ 1155214 w 3024845"/>
                <a:gd name="connsiteY197-27294" fmla="*/ 442083 h 1059043"/>
                <a:gd name="connsiteX198-27295" fmla="*/ 1155214 w 3024845"/>
                <a:gd name="connsiteY198-27296" fmla="*/ 449650 h 1059043"/>
                <a:gd name="connsiteX199-27297" fmla="*/ 1159268 w 3024845"/>
                <a:gd name="connsiteY199-27298" fmla="*/ 479914 h 1059043"/>
                <a:gd name="connsiteX200-27299" fmla="*/ 1160028 w 3024845"/>
                <a:gd name="connsiteY200-27300" fmla="*/ 479914 h 1059043"/>
                <a:gd name="connsiteX201-27301" fmla="*/ 1165348 w 3024845"/>
                <a:gd name="connsiteY201-27302" fmla="*/ 479914 h 1059043"/>
                <a:gd name="connsiteX202-27303" fmla="*/ 1165348 w 3024845"/>
                <a:gd name="connsiteY202-27304" fmla="*/ 480725 h 1059043"/>
                <a:gd name="connsiteX203-27305" fmla="*/ 1165348 w 3024845"/>
                <a:gd name="connsiteY203-27306" fmla="*/ 486400 h 1059043"/>
                <a:gd name="connsiteX204-27307" fmla="*/ 1166361 w 3024845"/>
                <a:gd name="connsiteY204-27308" fmla="*/ 486400 h 1059043"/>
                <a:gd name="connsiteX205-27309" fmla="*/ 1173454 w 3024845"/>
                <a:gd name="connsiteY205-27310" fmla="*/ 486400 h 1059043"/>
                <a:gd name="connsiteX206-27311" fmla="*/ 1173454 w 3024845"/>
                <a:gd name="connsiteY206-27312" fmla="*/ 516665 h 1059043"/>
                <a:gd name="connsiteX207-27313" fmla="*/ 1175481 w 3024845"/>
                <a:gd name="connsiteY207-27314" fmla="*/ 516665 h 1059043"/>
                <a:gd name="connsiteX208-27315" fmla="*/ 1189668 w 3024845"/>
                <a:gd name="connsiteY208-27316" fmla="*/ 516665 h 1059043"/>
                <a:gd name="connsiteX209-27317" fmla="*/ 1189668 w 3024845"/>
                <a:gd name="connsiteY209-27318" fmla="*/ 540444 h 1059043"/>
                <a:gd name="connsiteX210-27319" fmla="*/ 1191695 w 3024845"/>
                <a:gd name="connsiteY210-27320" fmla="*/ 542065 h 1059043"/>
                <a:gd name="connsiteX211-27321" fmla="*/ 1191695 w 3024845"/>
                <a:gd name="connsiteY211-27322" fmla="*/ 553415 h 1059043"/>
                <a:gd name="connsiteX212-27323" fmla="*/ 1192455 w 3024845"/>
                <a:gd name="connsiteY212-27324" fmla="*/ 553415 h 1059043"/>
                <a:gd name="connsiteX213-27325" fmla="*/ 1197775 w 3024845"/>
                <a:gd name="connsiteY213-27326" fmla="*/ 553415 h 1059043"/>
                <a:gd name="connsiteX214-27327" fmla="*/ 1197775 w 3024845"/>
                <a:gd name="connsiteY214-27328" fmla="*/ 577194 h 1059043"/>
                <a:gd name="connsiteX215-27329" fmla="*/ 1199041 w 3024845"/>
                <a:gd name="connsiteY215-27330" fmla="*/ 577194 h 1059043"/>
                <a:gd name="connsiteX216-27331" fmla="*/ 1207908 w 3024845"/>
                <a:gd name="connsiteY216-27332" fmla="*/ 577194 h 1059043"/>
                <a:gd name="connsiteX217-27333" fmla="*/ 1209935 w 3024845"/>
                <a:gd name="connsiteY217-27334" fmla="*/ 581248 h 1059043"/>
                <a:gd name="connsiteX218-27335" fmla="*/ 1209935 w 3024845"/>
                <a:gd name="connsiteY218-27336" fmla="*/ 594489 h 1059043"/>
                <a:gd name="connsiteX219-27337" fmla="*/ 1211455 w 3024845"/>
                <a:gd name="connsiteY219-27338" fmla="*/ 592597 h 1059043"/>
                <a:gd name="connsiteX220-27339" fmla="*/ 1222095 w 3024845"/>
                <a:gd name="connsiteY220-27340" fmla="*/ 579356 h 1059043"/>
                <a:gd name="connsiteX221-27341" fmla="*/ 1250469 w 3024845"/>
                <a:gd name="connsiteY221-27342" fmla="*/ 579356 h 1059043"/>
                <a:gd name="connsiteX222-27343" fmla="*/ 1250469 w 3024845"/>
                <a:gd name="connsiteY222-27344" fmla="*/ 665827 h 1059043"/>
                <a:gd name="connsiteX223-27345" fmla="*/ 1251229 w 3024845"/>
                <a:gd name="connsiteY223-27346" fmla="*/ 665827 h 1059043"/>
                <a:gd name="connsiteX224-27347" fmla="*/ 1256549 w 3024845"/>
                <a:gd name="connsiteY224-27348" fmla="*/ 665827 h 1059043"/>
                <a:gd name="connsiteX225-27349" fmla="*/ 1257309 w 3024845"/>
                <a:gd name="connsiteY225-27350" fmla="*/ 664476 h 1059043"/>
                <a:gd name="connsiteX226-27351" fmla="*/ 1262629 w 3024845"/>
                <a:gd name="connsiteY226-27352" fmla="*/ 655018 h 1059043"/>
                <a:gd name="connsiteX227-27353" fmla="*/ 1262629 w 3024845"/>
                <a:gd name="connsiteY227-27354" fmla="*/ 656910 h 1059043"/>
                <a:gd name="connsiteX228-27355" fmla="*/ 1262629 w 3024845"/>
                <a:gd name="connsiteY228-27356" fmla="*/ 670151 h 1059043"/>
                <a:gd name="connsiteX229-27357" fmla="*/ 1266682 w 3024845"/>
                <a:gd name="connsiteY229-27358" fmla="*/ 624754 h 1059043"/>
                <a:gd name="connsiteX230-27359" fmla="*/ 1267442 w 3024845"/>
                <a:gd name="connsiteY230-27360" fmla="*/ 624754 h 1059043"/>
                <a:gd name="connsiteX231-27361" fmla="*/ 1272762 w 3024845"/>
                <a:gd name="connsiteY231-27362" fmla="*/ 624754 h 1059043"/>
                <a:gd name="connsiteX232-27363" fmla="*/ 1272762 w 3024845"/>
                <a:gd name="connsiteY232-27364" fmla="*/ 559900 h 1059043"/>
                <a:gd name="connsiteX233-27365" fmla="*/ 1273776 w 3024845"/>
                <a:gd name="connsiteY233-27366" fmla="*/ 559900 h 1059043"/>
                <a:gd name="connsiteX234-27367" fmla="*/ 1280869 w 3024845"/>
                <a:gd name="connsiteY234-27368" fmla="*/ 559900 h 1059043"/>
                <a:gd name="connsiteX235-27369" fmla="*/ 1293029 w 3024845"/>
                <a:gd name="connsiteY235-27370" fmla="*/ 516665 h 1059043"/>
                <a:gd name="connsiteX236-27371" fmla="*/ 1294296 w 3024845"/>
                <a:gd name="connsiteY236-27372" fmla="*/ 516665 h 1059043"/>
                <a:gd name="connsiteX237-27373" fmla="*/ 1303163 w 3024845"/>
                <a:gd name="connsiteY237-27374" fmla="*/ 516665 h 1059043"/>
                <a:gd name="connsiteX238-27375" fmla="*/ 1313296 w 3024845"/>
                <a:gd name="connsiteY238-27376" fmla="*/ 559900 h 1059043"/>
                <a:gd name="connsiteX239-27377" fmla="*/ 1314309 w 3024845"/>
                <a:gd name="connsiteY239-27378" fmla="*/ 559900 h 1059043"/>
                <a:gd name="connsiteX240-27379" fmla="*/ 1321403 w 3024845"/>
                <a:gd name="connsiteY240-27380" fmla="*/ 559900 h 1059043"/>
                <a:gd name="connsiteX241-27381" fmla="*/ 1321403 w 3024845"/>
                <a:gd name="connsiteY241-27382" fmla="*/ 598812 h 1059043"/>
                <a:gd name="connsiteX242-27383" fmla="*/ 1323176 w 3024845"/>
                <a:gd name="connsiteY242-27384" fmla="*/ 598812 h 1059043"/>
                <a:gd name="connsiteX243-27385" fmla="*/ 1335590 w 3024845"/>
                <a:gd name="connsiteY243-27386" fmla="*/ 598812 h 1059043"/>
                <a:gd name="connsiteX244-27387" fmla="*/ 1335590 w 3024845"/>
                <a:gd name="connsiteY244-27388" fmla="*/ 600974 h 1059043"/>
                <a:gd name="connsiteX245-27389" fmla="*/ 1335590 w 3024845"/>
                <a:gd name="connsiteY245-27390" fmla="*/ 616106 h 1059043"/>
                <a:gd name="connsiteX246-27391" fmla="*/ 1339643 w 3024845"/>
                <a:gd name="connsiteY246-27392" fmla="*/ 613945 h 1059043"/>
                <a:gd name="connsiteX247-27393" fmla="*/ 1339643 w 3024845"/>
                <a:gd name="connsiteY247-27394" fmla="*/ 598812 h 1059043"/>
                <a:gd name="connsiteX248-27395" fmla="*/ 1341163 w 3024845"/>
                <a:gd name="connsiteY248-27396" fmla="*/ 598812 h 1059043"/>
                <a:gd name="connsiteX249-27397" fmla="*/ 1351803 w 3024845"/>
                <a:gd name="connsiteY249-27398" fmla="*/ 598812 h 1059043"/>
                <a:gd name="connsiteX250-27399" fmla="*/ 1351803 w 3024845"/>
                <a:gd name="connsiteY250-27400" fmla="*/ 600433 h 1059043"/>
                <a:gd name="connsiteX251-27401" fmla="*/ 1351803 w 3024845"/>
                <a:gd name="connsiteY251-27402" fmla="*/ 611783 h 1059043"/>
                <a:gd name="connsiteX252-27403" fmla="*/ 1382204 w 3024845"/>
                <a:gd name="connsiteY252-27404" fmla="*/ 611783 h 1059043"/>
                <a:gd name="connsiteX253-27405" fmla="*/ 1382204 w 3024845"/>
                <a:gd name="connsiteY253-27406" fmla="*/ 575033 h 1059043"/>
                <a:gd name="connsiteX254-27407" fmla="*/ 1383470 w 3024845"/>
                <a:gd name="connsiteY254-27408" fmla="*/ 575033 h 1059043"/>
                <a:gd name="connsiteX255-27409" fmla="*/ 1392337 w 3024845"/>
                <a:gd name="connsiteY255-27410" fmla="*/ 575033 h 1059043"/>
                <a:gd name="connsiteX256-27411" fmla="*/ 1392337 w 3024845"/>
                <a:gd name="connsiteY256-27412" fmla="*/ 596650 h 1059043"/>
                <a:gd name="connsiteX257-27413" fmla="*/ 1394364 w 3024845"/>
                <a:gd name="connsiteY257-27414" fmla="*/ 564224 h 1059043"/>
                <a:gd name="connsiteX258-27415" fmla="*/ 1416657 w 3024845"/>
                <a:gd name="connsiteY258-27416" fmla="*/ 564224 h 1059043"/>
                <a:gd name="connsiteX259-27417" fmla="*/ 1416657 w 3024845"/>
                <a:gd name="connsiteY259-27418" fmla="*/ 562602 h 1059043"/>
                <a:gd name="connsiteX260-27419" fmla="*/ 1416657 w 3024845"/>
                <a:gd name="connsiteY260-27420" fmla="*/ 551253 h 1059043"/>
                <a:gd name="connsiteX261-27421" fmla="*/ 1417417 w 3024845"/>
                <a:gd name="connsiteY261-27422" fmla="*/ 551253 h 1059043"/>
                <a:gd name="connsiteX262-27423" fmla="*/ 1422737 w 3024845"/>
                <a:gd name="connsiteY262-27424" fmla="*/ 551253 h 1059043"/>
                <a:gd name="connsiteX263-27425" fmla="*/ 1422737 w 3024845"/>
                <a:gd name="connsiteY263-27426" fmla="*/ 549362 h 1059043"/>
                <a:gd name="connsiteX264-27427" fmla="*/ 1422737 w 3024845"/>
                <a:gd name="connsiteY264-27428" fmla="*/ 536121 h 1059043"/>
                <a:gd name="connsiteX265-27429" fmla="*/ 1426791 w 3024845"/>
                <a:gd name="connsiteY265-27430" fmla="*/ 542606 h 1059043"/>
                <a:gd name="connsiteX266-27431" fmla="*/ 1429071 w 3024845"/>
                <a:gd name="connsiteY266-27432" fmla="*/ 542606 h 1059043"/>
                <a:gd name="connsiteX267-27433" fmla="*/ 1445031 w 3024845"/>
                <a:gd name="connsiteY267-27434" fmla="*/ 542606 h 1059043"/>
                <a:gd name="connsiteX268-27435" fmla="*/ 1445031 w 3024845"/>
                <a:gd name="connsiteY268-27436" fmla="*/ 541795 h 1059043"/>
                <a:gd name="connsiteX269-27437" fmla="*/ 1445031 w 3024845"/>
                <a:gd name="connsiteY269-27438" fmla="*/ 536121 h 1059043"/>
                <a:gd name="connsiteX270-27439" fmla="*/ 1445791 w 3024845"/>
                <a:gd name="connsiteY270-27440" fmla="*/ 536121 h 1059043"/>
                <a:gd name="connsiteX271-27441" fmla="*/ 1451111 w 3024845"/>
                <a:gd name="connsiteY271-27442" fmla="*/ 536121 h 1059043"/>
                <a:gd name="connsiteX272-27443" fmla="*/ 1451111 w 3024845"/>
                <a:gd name="connsiteY272-27444" fmla="*/ 537472 h 1059043"/>
                <a:gd name="connsiteX273-27445" fmla="*/ 1451111 w 3024845"/>
                <a:gd name="connsiteY273-27446" fmla="*/ 546930 h 1059043"/>
                <a:gd name="connsiteX274-27447" fmla="*/ 1489618 w 3024845"/>
                <a:gd name="connsiteY274-27448" fmla="*/ 546930 h 1059043"/>
                <a:gd name="connsiteX275-27449" fmla="*/ 1489618 w 3024845"/>
                <a:gd name="connsiteY275-27450" fmla="*/ 685283 h 1059043"/>
                <a:gd name="connsiteX276-27451" fmla="*/ 1491138 w 3024845"/>
                <a:gd name="connsiteY276-27452" fmla="*/ 685283 h 1059043"/>
                <a:gd name="connsiteX277-27453" fmla="*/ 1501778 w 3024845"/>
                <a:gd name="connsiteY277-27454" fmla="*/ 685283 h 1059043"/>
                <a:gd name="connsiteX278-27455" fmla="*/ 1501778 w 3024845"/>
                <a:gd name="connsiteY278-27456" fmla="*/ 672313 h 1059043"/>
                <a:gd name="connsiteX279-27457" fmla="*/ 1505832 w 3024845"/>
                <a:gd name="connsiteY279-27458" fmla="*/ 672313 h 1059043"/>
                <a:gd name="connsiteX280-27459" fmla="*/ 1505832 w 3024845"/>
                <a:gd name="connsiteY280-27460" fmla="*/ 685283 h 1059043"/>
                <a:gd name="connsiteX281-27461" fmla="*/ 1536232 w 3024845"/>
                <a:gd name="connsiteY281-27462" fmla="*/ 685283 h 1059043"/>
                <a:gd name="connsiteX282-27463" fmla="*/ 1536232 w 3024845"/>
                <a:gd name="connsiteY282-27464" fmla="*/ 655018 h 1059043"/>
                <a:gd name="connsiteX283-27465" fmla="*/ 1548392 w 3024845"/>
                <a:gd name="connsiteY283-27466" fmla="*/ 655018 h 1059043"/>
                <a:gd name="connsiteX284-27467" fmla="*/ 1560552 w 3024845"/>
                <a:gd name="connsiteY284-27468" fmla="*/ 652857 h 1059043"/>
                <a:gd name="connsiteX285-27469" fmla="*/ 1564606 w 3024845"/>
                <a:gd name="connsiteY285-27470" fmla="*/ 655018 h 1059043"/>
                <a:gd name="connsiteX286-27471" fmla="*/ 1574739 w 3024845"/>
                <a:gd name="connsiteY286-27472" fmla="*/ 655018 h 1059043"/>
                <a:gd name="connsiteX287-27473" fmla="*/ 1574739 w 3024845"/>
                <a:gd name="connsiteY287-27474" fmla="*/ 685283 h 1059043"/>
                <a:gd name="connsiteX288-27475" fmla="*/ 1582846 w 3024845"/>
                <a:gd name="connsiteY288-27476" fmla="*/ 685283 h 1059043"/>
                <a:gd name="connsiteX289-27477" fmla="*/ 1582846 w 3024845"/>
                <a:gd name="connsiteY289-27478" fmla="*/ 702578 h 1059043"/>
                <a:gd name="connsiteX290-27479" fmla="*/ 1592182 w 3024845"/>
                <a:gd name="connsiteY290-27480" fmla="*/ 703483 h 1059043"/>
                <a:gd name="connsiteX291-27481" fmla="*/ 1605140 w 3024845"/>
                <a:gd name="connsiteY291-27482" fmla="*/ 703483 h 1059043"/>
                <a:gd name="connsiteX292-27483" fmla="*/ 1605140 w 3024845"/>
                <a:gd name="connsiteY292-27484" fmla="*/ 687445 h 1059043"/>
                <a:gd name="connsiteX293-27485" fmla="*/ 1673096 w 3024845"/>
                <a:gd name="connsiteY293-27486" fmla="*/ 687445 h 1059043"/>
                <a:gd name="connsiteX294-27487" fmla="*/ 1673096 w 3024845"/>
                <a:gd name="connsiteY294-27488" fmla="*/ 602192 h 1059043"/>
                <a:gd name="connsiteX295-27489" fmla="*/ 1745104 w 3024845"/>
                <a:gd name="connsiteY295-27490" fmla="*/ 602192 h 1059043"/>
                <a:gd name="connsiteX296-27491" fmla="*/ 1745104 w 3024845"/>
                <a:gd name="connsiteY296-27492" fmla="*/ 680960 h 1059043"/>
                <a:gd name="connsiteX297-27493" fmla="*/ 1747008 w 3024845"/>
                <a:gd name="connsiteY297-27494" fmla="*/ 680960 h 1059043"/>
                <a:gd name="connsiteX298-27495" fmla="*/ 1748250 w 3024845"/>
                <a:gd name="connsiteY298-27496" fmla="*/ 703483 h 1059043"/>
                <a:gd name="connsiteX299-27497" fmla="*/ 1757926 w 3024845"/>
                <a:gd name="connsiteY299-27498" fmla="*/ 703483 h 1059043"/>
                <a:gd name="connsiteX300-27499" fmla="*/ 1759168 w 3024845"/>
                <a:gd name="connsiteY300-27500" fmla="*/ 680960 h 1059043"/>
                <a:gd name="connsiteX301-27501" fmla="*/ 1765248 w 3024845"/>
                <a:gd name="connsiteY301-27502" fmla="*/ 680960 h 1059043"/>
                <a:gd name="connsiteX302-27503" fmla="*/ 1766490 w 3024845"/>
                <a:gd name="connsiteY302-27504" fmla="*/ 703483 h 1059043"/>
                <a:gd name="connsiteX303-27505" fmla="*/ 1817112 w 3024845"/>
                <a:gd name="connsiteY303-27506" fmla="*/ 703483 h 1059043"/>
                <a:gd name="connsiteX304-27507" fmla="*/ 1817112 w 3024845"/>
                <a:gd name="connsiteY304-27508" fmla="*/ 540455 h 1059043"/>
                <a:gd name="connsiteX305-27509" fmla="*/ 2014439 w 3024845"/>
                <a:gd name="connsiteY305-27510" fmla="*/ 540455 h 1059043"/>
                <a:gd name="connsiteX306-27511" fmla="*/ 2014439 w 3024845"/>
                <a:gd name="connsiteY306-27512" fmla="*/ 703483 h 1059043"/>
                <a:gd name="connsiteX307-27513" fmla="*/ 2033136 w 3024845"/>
                <a:gd name="connsiteY307-27514" fmla="*/ 703483 h 1059043"/>
                <a:gd name="connsiteX308-27515" fmla="*/ 2033136 w 3024845"/>
                <a:gd name="connsiteY308-27516" fmla="*/ 620790 h 1059043"/>
                <a:gd name="connsiteX309-27517" fmla="*/ 2128256 w 3024845"/>
                <a:gd name="connsiteY309-27518" fmla="*/ 620790 h 1059043"/>
                <a:gd name="connsiteX310-27519" fmla="*/ 2128026 w 3024845"/>
                <a:gd name="connsiteY310-27520" fmla="*/ 281031 h 1059043"/>
                <a:gd name="connsiteX311-27521" fmla="*/ 2144240 w 3024845"/>
                <a:gd name="connsiteY311-27522" fmla="*/ 214016 h 1059043"/>
                <a:gd name="connsiteX312-27523" fmla="*/ 2146266 w 3024845"/>
                <a:gd name="connsiteY312-27524" fmla="*/ 131868 h 1059043"/>
                <a:gd name="connsiteX313-27525" fmla="*/ 2144240 w 3024845"/>
                <a:gd name="connsiteY313-27526" fmla="*/ 125383 h 1059043"/>
                <a:gd name="connsiteX314-27527" fmla="*/ 2150320 w 3024845"/>
                <a:gd name="connsiteY314-27528" fmla="*/ 118897 h 1059043"/>
                <a:gd name="connsiteX315-27529" fmla="*/ 2150320 w 3024845"/>
                <a:gd name="connsiteY315-27530" fmla="*/ 60529 h 1059043"/>
                <a:gd name="connsiteX316-27531" fmla="*/ 2152346 w 3024845"/>
                <a:gd name="connsiteY316-27532" fmla="*/ 56206 h 1059043"/>
                <a:gd name="connsiteX317-27533" fmla="*/ 2152346 w 3024845"/>
                <a:gd name="connsiteY317-27534" fmla="*/ 0 h 1059043"/>
                <a:gd name="connsiteX318-27535" fmla="*/ 2162480 w 3024845"/>
                <a:gd name="connsiteY318-27536" fmla="*/ 118897 h 1059043"/>
                <a:gd name="connsiteX319-27537" fmla="*/ 2168560 w 3024845"/>
                <a:gd name="connsiteY319-27538" fmla="*/ 125383 h 1059043"/>
                <a:gd name="connsiteX320-27539" fmla="*/ 2166533 w 3024845"/>
                <a:gd name="connsiteY320-27540" fmla="*/ 131868 h 1059043"/>
                <a:gd name="connsiteX321-27541" fmla="*/ 2180720 w 3024845"/>
                <a:gd name="connsiteY321-27542" fmla="*/ 555577 h 1059043"/>
                <a:gd name="connsiteX322-27543" fmla="*/ 2245574 w 3024845"/>
                <a:gd name="connsiteY322-27544" fmla="*/ 555577 h 1059043"/>
                <a:gd name="connsiteX323-27545" fmla="*/ 2245574 w 3024845"/>
                <a:gd name="connsiteY323-27546" fmla="*/ 631239 h 1059043"/>
                <a:gd name="connsiteX324-27547" fmla="*/ 2253681 w 3024845"/>
                <a:gd name="connsiteY324-27548" fmla="*/ 631239 h 1059043"/>
                <a:gd name="connsiteX325-27549" fmla="*/ 2255708 w 3024845"/>
                <a:gd name="connsiteY325-27550" fmla="*/ 624754 h 1059043"/>
                <a:gd name="connsiteX326-27551" fmla="*/ 2261788 w 3024845"/>
                <a:gd name="connsiteY326-27552" fmla="*/ 624754 h 1059043"/>
                <a:gd name="connsiteX327-27553" fmla="*/ 2263815 w 3024845"/>
                <a:gd name="connsiteY327-27554" fmla="*/ 633401 h 1059043"/>
                <a:gd name="connsiteX328-27555" fmla="*/ 2275975 w 3024845"/>
                <a:gd name="connsiteY328-27556" fmla="*/ 633401 h 1059043"/>
                <a:gd name="connsiteX329-27557" fmla="*/ 2275975 w 3024845"/>
                <a:gd name="connsiteY329-27558" fmla="*/ 626915 h 1059043"/>
                <a:gd name="connsiteX330-27559" fmla="*/ 2298268 w 3024845"/>
                <a:gd name="connsiteY330-27560" fmla="*/ 626915 h 1059043"/>
                <a:gd name="connsiteX331-27561" fmla="*/ 2298268 w 3024845"/>
                <a:gd name="connsiteY331-27562" fmla="*/ 633401 h 1059043"/>
                <a:gd name="connsiteX332-27563" fmla="*/ 2318535 w 3024845"/>
                <a:gd name="connsiteY332-27564" fmla="*/ 633401 h 1059043"/>
                <a:gd name="connsiteX333-27565" fmla="*/ 2318535 w 3024845"/>
                <a:gd name="connsiteY333-27566" fmla="*/ 678798 h 1059043"/>
                <a:gd name="connsiteX334-27567" fmla="*/ 2332722 w 3024845"/>
                <a:gd name="connsiteY334-27568" fmla="*/ 678798 h 1059043"/>
                <a:gd name="connsiteX335-27569" fmla="*/ 2332722 w 3024845"/>
                <a:gd name="connsiteY335-27570" fmla="*/ 665827 h 1059043"/>
                <a:gd name="connsiteX336-27571" fmla="*/ 2348936 w 3024845"/>
                <a:gd name="connsiteY336-27572" fmla="*/ 665827 h 1059043"/>
                <a:gd name="connsiteX337-27573" fmla="*/ 2348936 w 3024845"/>
                <a:gd name="connsiteY337-27574" fmla="*/ 486400 h 1059043"/>
                <a:gd name="connsiteX338-27575" fmla="*/ 2355016 w 3024845"/>
                <a:gd name="connsiteY338-27576" fmla="*/ 479914 h 1059043"/>
                <a:gd name="connsiteX339-27577" fmla="*/ 2427977 w 3024845"/>
                <a:gd name="connsiteY339-27578" fmla="*/ 479914 h 1059043"/>
                <a:gd name="connsiteX340-27579" fmla="*/ 2427977 w 3024845"/>
                <a:gd name="connsiteY340-27580" fmla="*/ 488562 h 1059043"/>
                <a:gd name="connsiteX341-27581" fmla="*/ 2438110 w 3024845"/>
                <a:gd name="connsiteY341-27582" fmla="*/ 488562 h 1059043"/>
                <a:gd name="connsiteX342-27583" fmla="*/ 2438110 w 3024845"/>
                <a:gd name="connsiteY342-27584" fmla="*/ 603136 h 1059043"/>
                <a:gd name="connsiteX343-27585" fmla="*/ 2460404 w 3024845"/>
                <a:gd name="connsiteY343-27586" fmla="*/ 603136 h 1059043"/>
                <a:gd name="connsiteX344-27587" fmla="*/ 2460404 w 3024845"/>
                <a:gd name="connsiteY344-27588" fmla="*/ 536121 h 1059043"/>
                <a:gd name="connsiteX345-27589" fmla="*/ 2486751 w 3024845"/>
                <a:gd name="connsiteY345-27590" fmla="*/ 536121 h 1059043"/>
                <a:gd name="connsiteX346-27591" fmla="*/ 2490804 w 3024845"/>
                <a:gd name="connsiteY346-27592" fmla="*/ 531797 h 1059043"/>
                <a:gd name="connsiteX347-27593" fmla="*/ 2498911 w 3024845"/>
                <a:gd name="connsiteY347-27594" fmla="*/ 531797 h 1059043"/>
                <a:gd name="connsiteX348-27595" fmla="*/ 2502964 w 3024845"/>
                <a:gd name="connsiteY348-27596" fmla="*/ 536121 h 1059043"/>
                <a:gd name="connsiteX349-27597" fmla="*/ 2525258 w 3024845"/>
                <a:gd name="connsiteY349-27598" fmla="*/ 536121 h 1059043"/>
                <a:gd name="connsiteX350-27599" fmla="*/ 2525258 w 3024845"/>
                <a:gd name="connsiteY350-27600" fmla="*/ 419385 h 1059043"/>
                <a:gd name="connsiteX351-27601" fmla="*/ 2582005 w 3024845"/>
                <a:gd name="connsiteY351-27602" fmla="*/ 408576 h 1059043"/>
                <a:gd name="connsiteX352-27603" fmla="*/ 2582005 w 3024845"/>
                <a:gd name="connsiteY352-27604" fmla="*/ 409657 h 1059043"/>
                <a:gd name="connsiteX353-27605" fmla="*/ 2582005 w 3024845"/>
                <a:gd name="connsiteY353-27606" fmla="*/ 417223 h 1059043"/>
                <a:gd name="connsiteX354-27607" fmla="*/ 2608352 w 3024845"/>
                <a:gd name="connsiteY354-27608" fmla="*/ 417223 h 1059043"/>
                <a:gd name="connsiteX355-27609" fmla="*/ 2608352 w 3024845"/>
                <a:gd name="connsiteY355-27610" fmla="*/ 672313 h 1059043"/>
                <a:gd name="connsiteX356-27611" fmla="*/ 2630646 w 3024845"/>
                <a:gd name="connsiteY356-27612" fmla="*/ 672313 h 1059043"/>
                <a:gd name="connsiteX357-27613" fmla="*/ 2630646 w 3024845"/>
                <a:gd name="connsiteY357-27614" fmla="*/ 667989 h 1059043"/>
                <a:gd name="connsiteX358-27615" fmla="*/ 2642806 w 3024845"/>
                <a:gd name="connsiteY358-27616" fmla="*/ 667989 h 1059043"/>
                <a:gd name="connsiteX359-27617" fmla="*/ 2642806 w 3024845"/>
                <a:gd name="connsiteY359-27618" fmla="*/ 672313 h 1059043"/>
                <a:gd name="connsiteX360-27619" fmla="*/ 2667126 w 3024845"/>
                <a:gd name="connsiteY360-27620" fmla="*/ 672313 h 1059043"/>
                <a:gd name="connsiteX361-27621" fmla="*/ 2667126 w 3024845"/>
                <a:gd name="connsiteY361-27622" fmla="*/ 659342 h 1059043"/>
                <a:gd name="connsiteX362-27623" fmla="*/ 2695500 w 3024845"/>
                <a:gd name="connsiteY362-27624" fmla="*/ 659342 h 1059043"/>
                <a:gd name="connsiteX363-27625" fmla="*/ 2707660 w 3024845"/>
                <a:gd name="connsiteY363-27626" fmla="*/ 655018 h 1059043"/>
                <a:gd name="connsiteX364-27627" fmla="*/ 2727927 w 3024845"/>
                <a:gd name="connsiteY364-27628" fmla="*/ 659342 h 1059043"/>
                <a:gd name="connsiteX365-27629" fmla="*/ 2727927 w 3024845"/>
                <a:gd name="connsiteY365-27630" fmla="*/ 642048 h 1059043"/>
                <a:gd name="connsiteX366-27631" fmla="*/ 2736034 w 3024845"/>
                <a:gd name="connsiteY366-27632" fmla="*/ 642048 h 1059043"/>
                <a:gd name="connsiteX367-27633" fmla="*/ 2736034 w 3024845"/>
                <a:gd name="connsiteY367-27634" fmla="*/ 629077 h 1059043"/>
                <a:gd name="connsiteX368-27635" fmla="*/ 2792781 w 3024845"/>
                <a:gd name="connsiteY368-27636" fmla="*/ 629077 h 1059043"/>
                <a:gd name="connsiteX369-27637" fmla="*/ 2792781 w 3024845"/>
                <a:gd name="connsiteY369-27638" fmla="*/ 598812 h 1059043"/>
                <a:gd name="connsiteX370-27639" fmla="*/ 2811021 w 3024845"/>
                <a:gd name="connsiteY370-27640" fmla="*/ 598812 h 1059043"/>
                <a:gd name="connsiteX371-27641" fmla="*/ 2811021 w 3024845"/>
                <a:gd name="connsiteY371-27642" fmla="*/ 592327 h 1059043"/>
                <a:gd name="connsiteX372-27643" fmla="*/ 2823181 w 3024845"/>
                <a:gd name="connsiteY372-27644" fmla="*/ 592327 h 1059043"/>
                <a:gd name="connsiteX373-27645" fmla="*/ 2823181 w 3024845"/>
                <a:gd name="connsiteY373-27646" fmla="*/ 598812 h 1059043"/>
                <a:gd name="connsiteX374-27647" fmla="*/ 2839395 w 3024845"/>
                <a:gd name="connsiteY374-27648" fmla="*/ 598812 h 1059043"/>
                <a:gd name="connsiteX375-27649" fmla="*/ 2839395 w 3024845"/>
                <a:gd name="connsiteY375-27650" fmla="*/ 648533 h 1059043"/>
                <a:gd name="connsiteX376-27651" fmla="*/ 2871822 w 3024845"/>
                <a:gd name="connsiteY376-27652" fmla="*/ 648533 h 1059043"/>
                <a:gd name="connsiteX377-27653" fmla="*/ 2871822 w 3024845"/>
                <a:gd name="connsiteY377-27654" fmla="*/ 622592 h 1059043"/>
                <a:gd name="connsiteX378-27655" fmla="*/ 2910329 w 3024845"/>
                <a:gd name="connsiteY378-27656" fmla="*/ 622592 h 1059043"/>
                <a:gd name="connsiteX379-27657" fmla="*/ 2910329 w 3024845"/>
                <a:gd name="connsiteY379-27658" fmla="*/ 592327 h 1059043"/>
                <a:gd name="connsiteX380-27659" fmla="*/ 2958970 w 3024845"/>
                <a:gd name="connsiteY380-27660" fmla="*/ 592327 h 1059043"/>
                <a:gd name="connsiteX381-27661" fmla="*/ 2958970 w 3024845"/>
                <a:gd name="connsiteY381-27662" fmla="*/ 703483 h 1059043"/>
                <a:gd name="connsiteX382-27663" fmla="*/ 2958970 w 3024845"/>
                <a:gd name="connsiteY382-27664" fmla="*/ 717262 h 1059043"/>
                <a:gd name="connsiteX383-27665" fmla="*/ 3024845 w 3024845"/>
                <a:gd name="connsiteY383-27666" fmla="*/ 717262 h 1059043"/>
                <a:gd name="connsiteX384-27667" fmla="*/ 3024845 w 3024845"/>
                <a:gd name="connsiteY384-27668" fmla="*/ 1059043 h 1059043"/>
                <a:gd name="connsiteX385-27669" fmla="*/ 2054 w 3024845"/>
                <a:gd name="connsiteY385-27670" fmla="*/ 1056710 h 1059043"/>
                <a:gd name="connsiteX386-27671" fmla="*/ 0 w 3024845"/>
                <a:gd name="connsiteY386-27672" fmla="*/ 622592 h 1059043"/>
                <a:gd name="connsiteX387-27673" fmla="*/ 20267 w 3024845"/>
                <a:gd name="connsiteY387-27674" fmla="*/ 622592 h 1059043"/>
                <a:gd name="connsiteX388-27675" fmla="*/ 20774 w 3024845"/>
                <a:gd name="connsiteY388-27676" fmla="*/ 621511 h 1059043"/>
                <a:gd name="connsiteX389-27677" fmla="*/ 24320 w 3024845"/>
                <a:gd name="connsiteY389-27678" fmla="*/ 613945 h 1059043"/>
                <a:gd name="connsiteX390-27679" fmla="*/ 26094 w 3024845"/>
                <a:gd name="connsiteY390-27680" fmla="*/ 614215 h 1059043"/>
                <a:gd name="connsiteX391-27681" fmla="*/ 38507 w 3024845"/>
                <a:gd name="connsiteY391-27682" fmla="*/ 616106 h 1059043"/>
                <a:gd name="connsiteX392-27683" fmla="*/ 39014 w 3024845"/>
                <a:gd name="connsiteY392-27684" fmla="*/ 617458 h 1059043"/>
                <a:gd name="connsiteX393-27685" fmla="*/ 42560 w 3024845"/>
                <a:gd name="connsiteY393-27686" fmla="*/ 626915 h 1059043"/>
                <a:gd name="connsiteX394-27687" fmla="*/ 68907 w 3024845"/>
                <a:gd name="connsiteY394-27688" fmla="*/ 629077 h 1059043"/>
                <a:gd name="connsiteX395-27689" fmla="*/ 68907 w 3024845"/>
                <a:gd name="connsiteY395-27690" fmla="*/ 505856 h 1059043"/>
                <a:gd name="connsiteX396-27691" fmla="*/ 70934 w 3024845"/>
                <a:gd name="connsiteY396-27692" fmla="*/ 505856 h 1059043"/>
                <a:gd name="connsiteX397-27693" fmla="*/ 85121 w 3024845"/>
                <a:gd name="connsiteY397-27694" fmla="*/ 505856 h 1059043"/>
                <a:gd name="connsiteX398-27695" fmla="*/ 85121 w 3024845"/>
                <a:gd name="connsiteY398-27696" fmla="*/ 369664 h 1059043"/>
                <a:gd name="connsiteX399-27697" fmla="*/ 86894 w 3024845"/>
                <a:gd name="connsiteY399-27698" fmla="*/ 369664 h 1059043"/>
                <a:gd name="connsiteX400-27699" fmla="*/ 99308 w 3024845"/>
                <a:gd name="connsiteY400-27700" fmla="*/ 369664 h 1059043"/>
                <a:gd name="connsiteX401-27701" fmla="*/ 99308 w 3024845"/>
                <a:gd name="connsiteY401-27702" fmla="*/ 255090 h 1059043"/>
                <a:gd name="connsiteX402-27703" fmla="*/ 103361 w 3024845"/>
                <a:gd name="connsiteY402-27704" fmla="*/ 226986 h 1059043"/>
                <a:gd name="connsiteX403-27705" fmla="*/ 105388 w 3024845"/>
                <a:gd name="connsiteY403-27706" fmla="*/ 226986 h 1059043"/>
                <a:gd name="connsiteX404-27707" fmla="*/ 119575 w 3024845"/>
                <a:gd name="connsiteY404-27708" fmla="*/ 226986 h 1059043"/>
                <a:gd name="connsiteX0-27709" fmla="*/ 119575 w 3024845"/>
                <a:gd name="connsiteY0-27710" fmla="*/ 226986 h 1059043"/>
                <a:gd name="connsiteX1-27711" fmla="*/ 200642 w 3024845"/>
                <a:gd name="connsiteY1-27712" fmla="*/ 224825 h 1059043"/>
                <a:gd name="connsiteX2-27713" fmla="*/ 202669 w 3024845"/>
                <a:gd name="connsiteY2-27714" fmla="*/ 224825 h 1059043"/>
                <a:gd name="connsiteX3-27715" fmla="*/ 216856 w 3024845"/>
                <a:gd name="connsiteY3-27716" fmla="*/ 224825 h 1059043"/>
                <a:gd name="connsiteX4-27717" fmla="*/ 216856 w 3024845"/>
                <a:gd name="connsiteY4-27718" fmla="*/ 248604 h 1059043"/>
                <a:gd name="connsiteX5-27719" fmla="*/ 217363 w 3024845"/>
                <a:gd name="connsiteY5-27720" fmla="*/ 249415 h 1059043"/>
                <a:gd name="connsiteX6-27721" fmla="*/ 220909 w 3024845"/>
                <a:gd name="connsiteY6-27722" fmla="*/ 255090 h 1059043"/>
                <a:gd name="connsiteX7-27723" fmla="*/ 220909 w 3024845"/>
                <a:gd name="connsiteY7-27724" fmla="*/ 369664 h 1059043"/>
                <a:gd name="connsiteX8-27725" fmla="*/ 223189 w 3024845"/>
                <a:gd name="connsiteY8-27726" fmla="*/ 369664 h 1059043"/>
                <a:gd name="connsiteX9-27727" fmla="*/ 239150 w 3024845"/>
                <a:gd name="connsiteY9-27728" fmla="*/ 369664 h 1059043"/>
                <a:gd name="connsiteX10-27729" fmla="*/ 239150 w 3024845"/>
                <a:gd name="connsiteY10-27730" fmla="*/ 510179 h 1059043"/>
                <a:gd name="connsiteX11-27731" fmla="*/ 240670 w 3024845"/>
                <a:gd name="connsiteY11-27732" fmla="*/ 509909 h 1059043"/>
                <a:gd name="connsiteX12-27733" fmla="*/ 251310 w 3024845"/>
                <a:gd name="connsiteY12-27734" fmla="*/ 508018 h 1059043"/>
                <a:gd name="connsiteX13-27735" fmla="*/ 249283 w 3024845"/>
                <a:gd name="connsiteY13-27736" fmla="*/ 596650 h 1059043"/>
                <a:gd name="connsiteX14-27737" fmla="*/ 250803 w 3024845"/>
                <a:gd name="connsiteY14-27738" fmla="*/ 596921 h 1059043"/>
                <a:gd name="connsiteX15-27739" fmla="*/ 261443 w 3024845"/>
                <a:gd name="connsiteY15-27740" fmla="*/ 598812 h 1059043"/>
                <a:gd name="connsiteX16-27741" fmla="*/ 261696 w 3024845"/>
                <a:gd name="connsiteY16-27742" fmla="*/ 599623 h 1059043"/>
                <a:gd name="connsiteX17-27743" fmla="*/ 263470 w 3024845"/>
                <a:gd name="connsiteY17-27744" fmla="*/ 605298 h 1059043"/>
                <a:gd name="connsiteX18-27745" fmla="*/ 264230 w 3024845"/>
                <a:gd name="connsiteY18-27746" fmla="*/ 602866 h 1059043"/>
                <a:gd name="connsiteX19-27747" fmla="*/ 269550 w 3024845"/>
                <a:gd name="connsiteY19-27748" fmla="*/ 585842 h 1059043"/>
                <a:gd name="connsiteX20-27749" fmla="*/ 271323 w 3024845"/>
                <a:gd name="connsiteY20-27750" fmla="*/ 585842 h 1059043"/>
                <a:gd name="connsiteX21-27751" fmla="*/ 283737 w 3024845"/>
                <a:gd name="connsiteY21-27752" fmla="*/ 585842 h 1059043"/>
                <a:gd name="connsiteX22-27753" fmla="*/ 283737 w 3024845"/>
                <a:gd name="connsiteY22-27754" fmla="*/ 618268 h 1059043"/>
                <a:gd name="connsiteX23-27755" fmla="*/ 284750 w 3024845"/>
                <a:gd name="connsiteY23-27756" fmla="*/ 618809 h 1059043"/>
                <a:gd name="connsiteX24-27757" fmla="*/ 291844 w 3024845"/>
                <a:gd name="connsiteY24-27758" fmla="*/ 622592 h 1059043"/>
                <a:gd name="connsiteX25-27759" fmla="*/ 291844 w 3024845"/>
                <a:gd name="connsiteY25-27760" fmla="*/ 623943 h 1059043"/>
                <a:gd name="connsiteX26-27761" fmla="*/ 291844 w 3024845"/>
                <a:gd name="connsiteY26-27762" fmla="*/ 633401 h 1059043"/>
                <a:gd name="connsiteX27-27763" fmla="*/ 336431 w 3024845"/>
                <a:gd name="connsiteY27-27764" fmla="*/ 633401 h 1059043"/>
                <a:gd name="connsiteX28-27765" fmla="*/ 336431 w 3024845"/>
                <a:gd name="connsiteY28-27766" fmla="*/ 634482 h 1059043"/>
                <a:gd name="connsiteX29-27767" fmla="*/ 336431 w 3024845"/>
                <a:gd name="connsiteY29-27768" fmla="*/ 642048 h 1059043"/>
                <a:gd name="connsiteX30-27769" fmla="*/ 338457 w 3024845"/>
                <a:gd name="connsiteY30-27770" fmla="*/ 642048 h 1059043"/>
                <a:gd name="connsiteX31-27771" fmla="*/ 352644 w 3024845"/>
                <a:gd name="connsiteY31-27772" fmla="*/ 642048 h 1059043"/>
                <a:gd name="connsiteX32-27773" fmla="*/ 352644 w 3024845"/>
                <a:gd name="connsiteY32-27774" fmla="*/ 611783 h 1059043"/>
                <a:gd name="connsiteX33-27775" fmla="*/ 397231 w 3024845"/>
                <a:gd name="connsiteY33-27776" fmla="*/ 611783 h 1059043"/>
                <a:gd name="connsiteX34-27777" fmla="*/ 397231 w 3024845"/>
                <a:gd name="connsiteY34-27778" fmla="*/ 610432 h 1059043"/>
                <a:gd name="connsiteX35-27779" fmla="*/ 397231 w 3024845"/>
                <a:gd name="connsiteY35-27780" fmla="*/ 600974 h 1059043"/>
                <a:gd name="connsiteX36-27781" fmla="*/ 398245 w 3024845"/>
                <a:gd name="connsiteY36-27782" fmla="*/ 600974 h 1059043"/>
                <a:gd name="connsiteX37-27783" fmla="*/ 405338 w 3024845"/>
                <a:gd name="connsiteY37-27784" fmla="*/ 600974 h 1059043"/>
                <a:gd name="connsiteX38-27785" fmla="*/ 405338 w 3024845"/>
                <a:gd name="connsiteY38-27786" fmla="*/ 599083 h 1059043"/>
                <a:gd name="connsiteX39-27787" fmla="*/ 405338 w 3024845"/>
                <a:gd name="connsiteY39-27788" fmla="*/ 585842 h 1059043"/>
                <a:gd name="connsiteX40-27789" fmla="*/ 406098 w 3024845"/>
                <a:gd name="connsiteY40-27790" fmla="*/ 585842 h 1059043"/>
                <a:gd name="connsiteX41-27791" fmla="*/ 411418 w 3024845"/>
                <a:gd name="connsiteY41-27792" fmla="*/ 585842 h 1059043"/>
                <a:gd name="connsiteX42-27793" fmla="*/ 411418 w 3024845"/>
                <a:gd name="connsiteY42-27794" fmla="*/ 584761 h 1059043"/>
                <a:gd name="connsiteX43-27795" fmla="*/ 411418 w 3024845"/>
                <a:gd name="connsiteY43-27796" fmla="*/ 577194 h 1059043"/>
                <a:gd name="connsiteX44-27797" fmla="*/ 413445 w 3024845"/>
                <a:gd name="connsiteY44-27798" fmla="*/ 577194 h 1059043"/>
                <a:gd name="connsiteX45-27799" fmla="*/ 427632 w 3024845"/>
                <a:gd name="connsiteY45-27800" fmla="*/ 577194 h 1059043"/>
                <a:gd name="connsiteX46-27801" fmla="*/ 427632 w 3024845"/>
                <a:gd name="connsiteY46-27802" fmla="*/ 578275 h 1059043"/>
                <a:gd name="connsiteX47-27803" fmla="*/ 427632 w 3024845"/>
                <a:gd name="connsiteY47-27804" fmla="*/ 585842 h 1059043"/>
                <a:gd name="connsiteX48-27805" fmla="*/ 449925 w 3024845"/>
                <a:gd name="connsiteY48-27806" fmla="*/ 585842 h 1059043"/>
                <a:gd name="connsiteX49-27807" fmla="*/ 449925 w 3024845"/>
                <a:gd name="connsiteY49-27808" fmla="*/ 583950 h 1059043"/>
                <a:gd name="connsiteX50-27809" fmla="*/ 449925 w 3024845"/>
                <a:gd name="connsiteY50-27810" fmla="*/ 570709 h 1059043"/>
                <a:gd name="connsiteX51-27811" fmla="*/ 451699 w 3024845"/>
                <a:gd name="connsiteY51-27812" fmla="*/ 570709 h 1059043"/>
                <a:gd name="connsiteX52-27813" fmla="*/ 464112 w 3024845"/>
                <a:gd name="connsiteY52-27814" fmla="*/ 570709 h 1059043"/>
                <a:gd name="connsiteX53-27815" fmla="*/ 464112 w 3024845"/>
                <a:gd name="connsiteY53-27816" fmla="*/ 594489 h 1059043"/>
                <a:gd name="connsiteX54-27817" fmla="*/ 465126 w 3024845"/>
                <a:gd name="connsiteY54-27818" fmla="*/ 594489 h 1059043"/>
                <a:gd name="connsiteX55-27819" fmla="*/ 472219 w 3024845"/>
                <a:gd name="connsiteY55-27820" fmla="*/ 594489 h 1059043"/>
                <a:gd name="connsiteX56-27821" fmla="*/ 472219 w 3024845"/>
                <a:gd name="connsiteY56-27822" fmla="*/ 593408 h 1059043"/>
                <a:gd name="connsiteX57-27823" fmla="*/ 472219 w 3024845"/>
                <a:gd name="connsiteY57-27824" fmla="*/ 585842 h 1059043"/>
                <a:gd name="connsiteX58-27825" fmla="*/ 473992 w 3024845"/>
                <a:gd name="connsiteY58-27826" fmla="*/ 585842 h 1059043"/>
                <a:gd name="connsiteX59-27827" fmla="*/ 486406 w 3024845"/>
                <a:gd name="connsiteY59-27828" fmla="*/ 585842 h 1059043"/>
                <a:gd name="connsiteX60-27829" fmla="*/ 486406 w 3024845"/>
                <a:gd name="connsiteY60-27830" fmla="*/ 611783 h 1059043"/>
                <a:gd name="connsiteX61-27831" fmla="*/ 488433 w 3024845"/>
                <a:gd name="connsiteY61-27832" fmla="*/ 611783 h 1059043"/>
                <a:gd name="connsiteX62-27833" fmla="*/ 502619 w 3024845"/>
                <a:gd name="connsiteY62-27834" fmla="*/ 611783 h 1059043"/>
                <a:gd name="connsiteX63-27835" fmla="*/ 502619 w 3024845"/>
                <a:gd name="connsiteY63-27836" fmla="*/ 613404 h 1059043"/>
                <a:gd name="connsiteX64-27837" fmla="*/ 502619 w 3024845"/>
                <a:gd name="connsiteY64-27838" fmla="*/ 624754 h 1059043"/>
                <a:gd name="connsiteX65-27839" fmla="*/ 503379 w 3024845"/>
                <a:gd name="connsiteY65-27840" fmla="*/ 624754 h 1059043"/>
                <a:gd name="connsiteX66-27841" fmla="*/ 508700 w 3024845"/>
                <a:gd name="connsiteY66-27842" fmla="*/ 624754 h 1059043"/>
                <a:gd name="connsiteX67-27843" fmla="*/ 508700 w 3024845"/>
                <a:gd name="connsiteY67-27844" fmla="*/ 623943 h 1059043"/>
                <a:gd name="connsiteX68-27845" fmla="*/ 508700 w 3024845"/>
                <a:gd name="connsiteY68-27846" fmla="*/ 618268 h 1059043"/>
                <a:gd name="connsiteX69-27847" fmla="*/ 539100 w 3024845"/>
                <a:gd name="connsiteY69-27848" fmla="*/ 618268 h 1059043"/>
                <a:gd name="connsiteX70-27849" fmla="*/ 539100 w 3024845"/>
                <a:gd name="connsiteY70-27850" fmla="*/ 642048 h 1059043"/>
                <a:gd name="connsiteX71-27851" fmla="*/ 540113 w 3024845"/>
                <a:gd name="connsiteY71-27852" fmla="*/ 642048 h 1059043"/>
                <a:gd name="connsiteX72-27853" fmla="*/ 547207 w 3024845"/>
                <a:gd name="connsiteY72-27854" fmla="*/ 642048 h 1059043"/>
                <a:gd name="connsiteX73-27855" fmla="*/ 547207 w 3024845"/>
                <a:gd name="connsiteY73-27856" fmla="*/ 643129 h 1059043"/>
                <a:gd name="connsiteX74-27857" fmla="*/ 547207 w 3024845"/>
                <a:gd name="connsiteY74-27858" fmla="*/ 650695 h 1059043"/>
                <a:gd name="connsiteX75-27859" fmla="*/ 547967 w 3024845"/>
                <a:gd name="connsiteY75-27860" fmla="*/ 650695 h 1059043"/>
                <a:gd name="connsiteX76-27861" fmla="*/ 553287 w 3024845"/>
                <a:gd name="connsiteY76-27862" fmla="*/ 650695 h 1059043"/>
                <a:gd name="connsiteX77-27863" fmla="*/ 553287 w 3024845"/>
                <a:gd name="connsiteY77-27864" fmla="*/ 648533 h 1059043"/>
                <a:gd name="connsiteX78-27865" fmla="*/ 553287 w 3024845"/>
                <a:gd name="connsiteY78-27866" fmla="*/ 633401 h 1059043"/>
                <a:gd name="connsiteX79-27867" fmla="*/ 554300 w 3024845"/>
                <a:gd name="connsiteY79-27868" fmla="*/ 633401 h 1059043"/>
                <a:gd name="connsiteX80-27869" fmla="*/ 561394 w 3024845"/>
                <a:gd name="connsiteY80-27870" fmla="*/ 633401 h 1059043"/>
                <a:gd name="connsiteX81-27871" fmla="*/ 561394 w 3024845"/>
                <a:gd name="connsiteY81-27872" fmla="*/ 634482 h 1059043"/>
                <a:gd name="connsiteX82-27873" fmla="*/ 561394 w 3024845"/>
                <a:gd name="connsiteY82-27874" fmla="*/ 642048 h 1059043"/>
                <a:gd name="connsiteX83-27875" fmla="*/ 566714 w 3024845"/>
                <a:gd name="connsiteY83-27876" fmla="*/ 640055 h 1059043"/>
                <a:gd name="connsiteX84-27877" fmla="*/ 567474 w 3024845"/>
                <a:gd name="connsiteY84-27878" fmla="*/ 639075 h 1059043"/>
                <a:gd name="connsiteX85-27879" fmla="*/ 567474 w 3024845"/>
                <a:gd name="connsiteY85-27880" fmla="*/ 633401 h 1059043"/>
                <a:gd name="connsiteX86-27881" fmla="*/ 605981 w 3024845"/>
                <a:gd name="connsiteY86-27882" fmla="*/ 633401 h 1059043"/>
                <a:gd name="connsiteX87-27883" fmla="*/ 605981 w 3024845"/>
                <a:gd name="connsiteY87-27884" fmla="*/ 657180 h 1059043"/>
                <a:gd name="connsiteX88-27885" fmla="*/ 608007 w 3024845"/>
                <a:gd name="connsiteY88-27886" fmla="*/ 657180 h 1059043"/>
                <a:gd name="connsiteX89-27887" fmla="*/ 622194 w 3024845"/>
                <a:gd name="connsiteY89-27888" fmla="*/ 657180 h 1059043"/>
                <a:gd name="connsiteX90-27889" fmla="*/ 622194 w 3024845"/>
                <a:gd name="connsiteY90-27890" fmla="*/ 658261 h 1059043"/>
                <a:gd name="connsiteX91-27891" fmla="*/ 622194 w 3024845"/>
                <a:gd name="connsiteY91-27892" fmla="*/ 665827 h 1059043"/>
                <a:gd name="connsiteX92-27893" fmla="*/ 623968 w 3024845"/>
                <a:gd name="connsiteY92-27894" fmla="*/ 665827 h 1059043"/>
                <a:gd name="connsiteX93-27895" fmla="*/ 636381 w 3024845"/>
                <a:gd name="connsiteY93-27896" fmla="*/ 665827 h 1059043"/>
                <a:gd name="connsiteX94-27897" fmla="*/ 636381 w 3024845"/>
                <a:gd name="connsiteY94-27898" fmla="*/ 642048 h 1059043"/>
                <a:gd name="connsiteX95-27899" fmla="*/ 637394 w 3024845"/>
                <a:gd name="connsiteY95-27900" fmla="*/ 642048 h 1059043"/>
                <a:gd name="connsiteX96-27901" fmla="*/ 644488 w 3024845"/>
                <a:gd name="connsiteY96-27902" fmla="*/ 642048 h 1059043"/>
                <a:gd name="connsiteX97-27903" fmla="*/ 644488 w 3024845"/>
                <a:gd name="connsiteY97-27904" fmla="*/ 609621 h 1059043"/>
                <a:gd name="connsiteX98-27905" fmla="*/ 645501 w 3024845"/>
                <a:gd name="connsiteY98-27906" fmla="*/ 609621 h 1059043"/>
                <a:gd name="connsiteX99-27907" fmla="*/ 652595 w 3024845"/>
                <a:gd name="connsiteY99-27908" fmla="*/ 609621 h 1059043"/>
                <a:gd name="connsiteX100-27909" fmla="*/ 652595 w 3024845"/>
                <a:gd name="connsiteY100-27910" fmla="*/ 607730 h 1059043"/>
                <a:gd name="connsiteX101-27911" fmla="*/ 652595 w 3024845"/>
                <a:gd name="connsiteY101-27912" fmla="*/ 594489 h 1059043"/>
                <a:gd name="connsiteX102-27913" fmla="*/ 651328 w 3024845"/>
                <a:gd name="connsiteY102-27914" fmla="*/ 592867 h 1059043"/>
                <a:gd name="connsiteX103-27915" fmla="*/ 656648 w 3024845"/>
                <a:gd name="connsiteY103-27916" fmla="*/ 581518 h 1059043"/>
                <a:gd name="connsiteX104-27917" fmla="*/ 664755 w 3024845"/>
                <a:gd name="connsiteY104-27918" fmla="*/ 609621 h 1059043"/>
                <a:gd name="connsiteX105-27919" fmla="*/ 665515 w 3024845"/>
                <a:gd name="connsiteY105-27920" fmla="*/ 609621 h 1059043"/>
                <a:gd name="connsiteX106-27921" fmla="*/ 670835 w 3024845"/>
                <a:gd name="connsiteY106-27922" fmla="*/ 609621 h 1059043"/>
                <a:gd name="connsiteX107-27923" fmla="*/ 670835 w 3024845"/>
                <a:gd name="connsiteY107-27924" fmla="*/ 503694 h 1059043"/>
                <a:gd name="connsiteX108-27925" fmla="*/ 672355 w 3024845"/>
                <a:gd name="connsiteY108-27926" fmla="*/ 503694 h 1059043"/>
                <a:gd name="connsiteX109-27927" fmla="*/ 682995 w 3024845"/>
                <a:gd name="connsiteY109-27928" fmla="*/ 503694 h 1059043"/>
                <a:gd name="connsiteX110-27929" fmla="*/ 682995 w 3024845"/>
                <a:gd name="connsiteY110-27930" fmla="*/ 456135 h 1059043"/>
                <a:gd name="connsiteX111-27931" fmla="*/ 709342 w 3024845"/>
                <a:gd name="connsiteY111-27932" fmla="*/ 456135 h 1059043"/>
                <a:gd name="connsiteX112-27933" fmla="*/ 709342 w 3024845"/>
                <a:gd name="connsiteY112-27934" fmla="*/ 434517 h 1059043"/>
                <a:gd name="connsiteX113-27935" fmla="*/ 743796 w 3024845"/>
                <a:gd name="connsiteY113-27936" fmla="*/ 434517 h 1059043"/>
                <a:gd name="connsiteX114-27937" fmla="*/ 743796 w 3024845"/>
                <a:gd name="connsiteY114-27938" fmla="*/ 436949 h 1059043"/>
                <a:gd name="connsiteX115-27939" fmla="*/ 743796 w 3024845"/>
                <a:gd name="connsiteY115-27940" fmla="*/ 453973 h 1059043"/>
                <a:gd name="connsiteX116-27941" fmla="*/ 746076 w 3024845"/>
                <a:gd name="connsiteY116-27942" fmla="*/ 453973 h 1059043"/>
                <a:gd name="connsiteX117-27943" fmla="*/ 762036 w 3024845"/>
                <a:gd name="connsiteY117-27944" fmla="*/ 453973 h 1059043"/>
                <a:gd name="connsiteX118-27945" fmla="*/ 762036 w 3024845"/>
                <a:gd name="connsiteY118-27946" fmla="*/ 501532 h 1059043"/>
                <a:gd name="connsiteX119-27947" fmla="*/ 763049 w 3024845"/>
                <a:gd name="connsiteY119-27948" fmla="*/ 501532 h 1059043"/>
                <a:gd name="connsiteX120-27949" fmla="*/ 770143 w 3024845"/>
                <a:gd name="connsiteY120-27950" fmla="*/ 501532 h 1059043"/>
                <a:gd name="connsiteX121-27951" fmla="*/ 784330 w 3024845"/>
                <a:gd name="connsiteY121-27952" fmla="*/ 505856 h 1059043"/>
                <a:gd name="connsiteX122-27953" fmla="*/ 784330 w 3024845"/>
                <a:gd name="connsiteY122-27954" fmla="*/ 544768 h 1059043"/>
                <a:gd name="connsiteX123-27955" fmla="*/ 785343 w 3024845"/>
                <a:gd name="connsiteY123-27956" fmla="*/ 544768 h 1059043"/>
                <a:gd name="connsiteX124-27957" fmla="*/ 792436 w 3024845"/>
                <a:gd name="connsiteY124-27958" fmla="*/ 544768 h 1059043"/>
                <a:gd name="connsiteX125-27959" fmla="*/ 792436 w 3024845"/>
                <a:gd name="connsiteY125-27960" fmla="*/ 546389 h 1059043"/>
                <a:gd name="connsiteX126-27961" fmla="*/ 792436 w 3024845"/>
                <a:gd name="connsiteY126-27962" fmla="*/ 557738 h 1059043"/>
                <a:gd name="connsiteX127-27963" fmla="*/ 794463 w 3024845"/>
                <a:gd name="connsiteY127-27964" fmla="*/ 557738 h 1059043"/>
                <a:gd name="connsiteX128-27965" fmla="*/ 808650 w 3024845"/>
                <a:gd name="connsiteY128-27966" fmla="*/ 557738 h 1059043"/>
                <a:gd name="connsiteX129-27967" fmla="*/ 814730 w 3024845"/>
                <a:gd name="connsiteY129-27968" fmla="*/ 564224 h 1059043"/>
                <a:gd name="connsiteX130-27969" fmla="*/ 814730 w 3024845"/>
                <a:gd name="connsiteY130-27970" fmla="*/ 585842 h 1059043"/>
                <a:gd name="connsiteX131-27971" fmla="*/ 817010 w 3024845"/>
                <a:gd name="connsiteY131-27972" fmla="*/ 585842 h 1059043"/>
                <a:gd name="connsiteX132-27973" fmla="*/ 832970 w 3024845"/>
                <a:gd name="connsiteY132-27974" fmla="*/ 585842 h 1059043"/>
                <a:gd name="connsiteX133-27975" fmla="*/ 832970 w 3024845"/>
                <a:gd name="connsiteY133-27976" fmla="*/ 586922 h 1059043"/>
                <a:gd name="connsiteX134-27977" fmla="*/ 832970 w 3024845"/>
                <a:gd name="connsiteY134-27978" fmla="*/ 594489 h 1059043"/>
                <a:gd name="connsiteX135-27979" fmla="*/ 834237 w 3024845"/>
                <a:gd name="connsiteY135-27980" fmla="*/ 594489 h 1059043"/>
                <a:gd name="connsiteX136-27981" fmla="*/ 843104 w 3024845"/>
                <a:gd name="connsiteY136-27982" fmla="*/ 594489 h 1059043"/>
                <a:gd name="connsiteX137-27983" fmla="*/ 843104 w 3024845"/>
                <a:gd name="connsiteY137-27984" fmla="*/ 596650 h 1059043"/>
                <a:gd name="connsiteX138-27985" fmla="*/ 843104 w 3024845"/>
                <a:gd name="connsiteY138-27986" fmla="*/ 611783 h 1059043"/>
                <a:gd name="connsiteX139-27987" fmla="*/ 847157 w 3024845"/>
                <a:gd name="connsiteY139-27988" fmla="*/ 609891 h 1059043"/>
                <a:gd name="connsiteX140-27989" fmla="*/ 847157 w 3024845"/>
                <a:gd name="connsiteY140-27990" fmla="*/ 596650 h 1059043"/>
                <a:gd name="connsiteX141-27991" fmla="*/ 848170 w 3024845"/>
                <a:gd name="connsiteY141-27992" fmla="*/ 596650 h 1059043"/>
                <a:gd name="connsiteX142-27993" fmla="*/ 855264 w 3024845"/>
                <a:gd name="connsiteY142-27994" fmla="*/ 596650 h 1059043"/>
                <a:gd name="connsiteX143-27995" fmla="*/ 855264 w 3024845"/>
                <a:gd name="connsiteY143-27996" fmla="*/ 598272 h 1059043"/>
                <a:gd name="connsiteX144-27997" fmla="*/ 855264 w 3024845"/>
                <a:gd name="connsiteY144-27998" fmla="*/ 609621 h 1059043"/>
                <a:gd name="connsiteX145-27999" fmla="*/ 856024 w 3024845"/>
                <a:gd name="connsiteY145-28000" fmla="*/ 609621 h 1059043"/>
                <a:gd name="connsiteX146-28001" fmla="*/ 861344 w 3024845"/>
                <a:gd name="connsiteY146-28002" fmla="*/ 609621 h 1059043"/>
                <a:gd name="connsiteX147-28003" fmla="*/ 909984 w 3024845"/>
                <a:gd name="connsiteY147-28004" fmla="*/ 605298 h 1059043"/>
                <a:gd name="connsiteX148-28005" fmla="*/ 909984 w 3024845"/>
                <a:gd name="connsiteY148-28006" fmla="*/ 606649 h 1059043"/>
                <a:gd name="connsiteX149-28007" fmla="*/ 909984 w 3024845"/>
                <a:gd name="connsiteY149-28008" fmla="*/ 616106 h 1059043"/>
                <a:gd name="connsiteX150-28009" fmla="*/ 910744 w 3024845"/>
                <a:gd name="connsiteY150-28010" fmla="*/ 616106 h 1059043"/>
                <a:gd name="connsiteX151-28011" fmla="*/ 916065 w 3024845"/>
                <a:gd name="connsiteY151-28012" fmla="*/ 616106 h 1059043"/>
                <a:gd name="connsiteX152-28013" fmla="*/ 916065 w 3024845"/>
                <a:gd name="connsiteY152-28014" fmla="*/ 618268 h 1059043"/>
                <a:gd name="connsiteX153-28015" fmla="*/ 916065 w 3024845"/>
                <a:gd name="connsiteY153-28016" fmla="*/ 633401 h 1059043"/>
                <a:gd name="connsiteX154-28017" fmla="*/ 918091 w 3024845"/>
                <a:gd name="connsiteY154-28018" fmla="*/ 632050 h 1059043"/>
                <a:gd name="connsiteX155-28019" fmla="*/ 932278 w 3024845"/>
                <a:gd name="connsiteY155-28020" fmla="*/ 622592 h 1059043"/>
                <a:gd name="connsiteX156-28021" fmla="*/ 938358 w 3024845"/>
                <a:gd name="connsiteY156-28022" fmla="*/ 581518 h 1059043"/>
                <a:gd name="connsiteX157-28023" fmla="*/ 939118 w 3024845"/>
                <a:gd name="connsiteY157-28024" fmla="*/ 581248 h 1059043"/>
                <a:gd name="connsiteX158-28025" fmla="*/ 944438 w 3024845"/>
                <a:gd name="connsiteY158-28026" fmla="*/ 579356 h 1059043"/>
                <a:gd name="connsiteX159-28027" fmla="*/ 946465 w 3024845"/>
                <a:gd name="connsiteY159-28028" fmla="*/ 510179 h 1059043"/>
                <a:gd name="connsiteX160-28029" fmla="*/ 948492 w 3024845"/>
                <a:gd name="connsiteY160-28030" fmla="*/ 579356 h 1059043"/>
                <a:gd name="connsiteX161-28031" fmla="*/ 949252 w 3024845"/>
                <a:gd name="connsiteY161-28032" fmla="*/ 579626 h 1059043"/>
                <a:gd name="connsiteX162-28033" fmla="*/ 954572 w 3024845"/>
                <a:gd name="connsiteY162-28034" fmla="*/ 581518 h 1059043"/>
                <a:gd name="connsiteX163-28035" fmla="*/ 954572 w 3024845"/>
                <a:gd name="connsiteY163-28036" fmla="*/ 495047 h 1059043"/>
                <a:gd name="connsiteX164-28037" fmla="*/ 958625 w 3024845"/>
                <a:gd name="connsiteY164-28038" fmla="*/ 462620 h 1059043"/>
                <a:gd name="connsiteX165-28039" fmla="*/ 997132 w 3024845"/>
                <a:gd name="connsiteY165-28040" fmla="*/ 462620 h 1059043"/>
                <a:gd name="connsiteX166-28041" fmla="*/ 997132 w 3024845"/>
                <a:gd name="connsiteY166-28042" fmla="*/ 495047 h 1059043"/>
                <a:gd name="connsiteX167-28043" fmla="*/ 997892 w 3024845"/>
                <a:gd name="connsiteY167-28044" fmla="*/ 495047 h 1059043"/>
                <a:gd name="connsiteX168-28045" fmla="*/ 1003212 w 3024845"/>
                <a:gd name="connsiteY168-28046" fmla="*/ 495047 h 1059043"/>
                <a:gd name="connsiteX169-28047" fmla="*/ 1003212 w 3024845"/>
                <a:gd name="connsiteY169-28048" fmla="*/ 412899 h 1059043"/>
                <a:gd name="connsiteX170-28049" fmla="*/ 1004986 w 3024845"/>
                <a:gd name="connsiteY170-28050" fmla="*/ 412899 h 1059043"/>
                <a:gd name="connsiteX171-28051" fmla="*/ 1017399 w 3024845"/>
                <a:gd name="connsiteY171-28052" fmla="*/ 412899 h 1059043"/>
                <a:gd name="connsiteX172-28053" fmla="*/ 1017399 w 3024845"/>
                <a:gd name="connsiteY172-28054" fmla="*/ 411008 h 1059043"/>
                <a:gd name="connsiteX173-28055" fmla="*/ 1017399 w 3024845"/>
                <a:gd name="connsiteY173-28056" fmla="*/ 397767 h 1059043"/>
                <a:gd name="connsiteX174-28057" fmla="*/ 1039693 w 3024845"/>
                <a:gd name="connsiteY174-28058" fmla="*/ 397767 h 1059043"/>
                <a:gd name="connsiteX175-28059" fmla="*/ 1039693 w 3024845"/>
                <a:gd name="connsiteY175-28060" fmla="*/ 396686 h 1059043"/>
                <a:gd name="connsiteX176-28061" fmla="*/ 1039693 w 3024845"/>
                <a:gd name="connsiteY176-28062" fmla="*/ 389120 h 1059043"/>
                <a:gd name="connsiteX177-28063" fmla="*/ 1041466 w 3024845"/>
                <a:gd name="connsiteY177-28064" fmla="*/ 389120 h 1059043"/>
                <a:gd name="connsiteX178-28065" fmla="*/ 1053880 w 3024845"/>
                <a:gd name="connsiteY178-28066" fmla="*/ 389120 h 1059043"/>
                <a:gd name="connsiteX179-28067" fmla="*/ 1053880 w 3024845"/>
                <a:gd name="connsiteY179-28068" fmla="*/ 390201 h 1059043"/>
                <a:gd name="connsiteX180-28069" fmla="*/ 1053880 w 3024845"/>
                <a:gd name="connsiteY180-28070" fmla="*/ 397767 h 1059043"/>
                <a:gd name="connsiteX181-28071" fmla="*/ 1054640 w 3024845"/>
                <a:gd name="connsiteY181-28072" fmla="*/ 397767 h 1059043"/>
                <a:gd name="connsiteX182-28073" fmla="*/ 1059960 w 3024845"/>
                <a:gd name="connsiteY182-28074" fmla="*/ 397767 h 1059043"/>
                <a:gd name="connsiteX183-28075" fmla="*/ 1070093 w 3024845"/>
                <a:gd name="connsiteY183-28076" fmla="*/ 393443 h 1059043"/>
                <a:gd name="connsiteX184-28077" fmla="*/ 1074146 w 3024845"/>
                <a:gd name="connsiteY184-28078" fmla="*/ 396686 h 1059043"/>
                <a:gd name="connsiteX185-28079" fmla="*/ 1074146 w 3024845"/>
                <a:gd name="connsiteY185-28080" fmla="*/ 389120 h 1059043"/>
                <a:gd name="connsiteX186-28081" fmla="*/ 1076426 w 3024845"/>
                <a:gd name="connsiteY186-28082" fmla="*/ 389120 h 1059043"/>
                <a:gd name="connsiteX187-28083" fmla="*/ 1092387 w 3024845"/>
                <a:gd name="connsiteY187-28084" fmla="*/ 389120 h 1059043"/>
                <a:gd name="connsiteX188-28085" fmla="*/ 1092387 w 3024845"/>
                <a:gd name="connsiteY188-28086" fmla="*/ 390201 h 1059043"/>
                <a:gd name="connsiteX189-28087" fmla="*/ 1092387 w 3024845"/>
                <a:gd name="connsiteY189-28088" fmla="*/ 397767 h 1059043"/>
                <a:gd name="connsiteX190-28089" fmla="*/ 1122787 w 3024845"/>
                <a:gd name="connsiteY190-28090" fmla="*/ 397767 h 1059043"/>
                <a:gd name="connsiteX191-28091" fmla="*/ 1122787 w 3024845"/>
                <a:gd name="connsiteY191-28092" fmla="*/ 399388 h 1059043"/>
                <a:gd name="connsiteX192-28093" fmla="*/ 1122787 w 3024845"/>
                <a:gd name="connsiteY192-28094" fmla="*/ 410738 h 1059043"/>
                <a:gd name="connsiteX193-28095" fmla="*/ 1149134 w 3024845"/>
                <a:gd name="connsiteY193-28096" fmla="*/ 410738 h 1059043"/>
                <a:gd name="connsiteX194-28097" fmla="*/ 1149134 w 3024845"/>
                <a:gd name="connsiteY194-28098" fmla="*/ 441002 h 1059043"/>
                <a:gd name="connsiteX195-28099" fmla="*/ 1149894 w 3024845"/>
                <a:gd name="connsiteY195-28100" fmla="*/ 441002 h 1059043"/>
                <a:gd name="connsiteX196-28101" fmla="*/ 1155214 w 3024845"/>
                <a:gd name="connsiteY196-28102" fmla="*/ 441002 h 1059043"/>
                <a:gd name="connsiteX197-28103" fmla="*/ 1155214 w 3024845"/>
                <a:gd name="connsiteY197-28104" fmla="*/ 442083 h 1059043"/>
                <a:gd name="connsiteX198-28105" fmla="*/ 1155214 w 3024845"/>
                <a:gd name="connsiteY198-28106" fmla="*/ 449650 h 1059043"/>
                <a:gd name="connsiteX199-28107" fmla="*/ 1159268 w 3024845"/>
                <a:gd name="connsiteY199-28108" fmla="*/ 479914 h 1059043"/>
                <a:gd name="connsiteX200-28109" fmla="*/ 1160028 w 3024845"/>
                <a:gd name="connsiteY200-28110" fmla="*/ 479914 h 1059043"/>
                <a:gd name="connsiteX201-28111" fmla="*/ 1165348 w 3024845"/>
                <a:gd name="connsiteY201-28112" fmla="*/ 479914 h 1059043"/>
                <a:gd name="connsiteX202-28113" fmla="*/ 1165348 w 3024845"/>
                <a:gd name="connsiteY202-28114" fmla="*/ 480725 h 1059043"/>
                <a:gd name="connsiteX203-28115" fmla="*/ 1165348 w 3024845"/>
                <a:gd name="connsiteY203-28116" fmla="*/ 486400 h 1059043"/>
                <a:gd name="connsiteX204-28117" fmla="*/ 1166361 w 3024845"/>
                <a:gd name="connsiteY204-28118" fmla="*/ 486400 h 1059043"/>
                <a:gd name="connsiteX205-28119" fmla="*/ 1173454 w 3024845"/>
                <a:gd name="connsiteY205-28120" fmla="*/ 486400 h 1059043"/>
                <a:gd name="connsiteX206-28121" fmla="*/ 1173454 w 3024845"/>
                <a:gd name="connsiteY206-28122" fmla="*/ 516665 h 1059043"/>
                <a:gd name="connsiteX207-28123" fmla="*/ 1175481 w 3024845"/>
                <a:gd name="connsiteY207-28124" fmla="*/ 516665 h 1059043"/>
                <a:gd name="connsiteX208-28125" fmla="*/ 1189668 w 3024845"/>
                <a:gd name="connsiteY208-28126" fmla="*/ 516665 h 1059043"/>
                <a:gd name="connsiteX209-28127" fmla="*/ 1189668 w 3024845"/>
                <a:gd name="connsiteY209-28128" fmla="*/ 540444 h 1059043"/>
                <a:gd name="connsiteX210-28129" fmla="*/ 1191695 w 3024845"/>
                <a:gd name="connsiteY210-28130" fmla="*/ 542065 h 1059043"/>
                <a:gd name="connsiteX211-28131" fmla="*/ 1191695 w 3024845"/>
                <a:gd name="connsiteY211-28132" fmla="*/ 553415 h 1059043"/>
                <a:gd name="connsiteX212-28133" fmla="*/ 1192455 w 3024845"/>
                <a:gd name="connsiteY212-28134" fmla="*/ 553415 h 1059043"/>
                <a:gd name="connsiteX213-28135" fmla="*/ 1197775 w 3024845"/>
                <a:gd name="connsiteY213-28136" fmla="*/ 553415 h 1059043"/>
                <a:gd name="connsiteX214-28137" fmla="*/ 1197775 w 3024845"/>
                <a:gd name="connsiteY214-28138" fmla="*/ 577194 h 1059043"/>
                <a:gd name="connsiteX215-28139" fmla="*/ 1199041 w 3024845"/>
                <a:gd name="connsiteY215-28140" fmla="*/ 577194 h 1059043"/>
                <a:gd name="connsiteX216-28141" fmla="*/ 1207908 w 3024845"/>
                <a:gd name="connsiteY216-28142" fmla="*/ 577194 h 1059043"/>
                <a:gd name="connsiteX217-28143" fmla="*/ 1209935 w 3024845"/>
                <a:gd name="connsiteY217-28144" fmla="*/ 581248 h 1059043"/>
                <a:gd name="connsiteX218-28145" fmla="*/ 1209935 w 3024845"/>
                <a:gd name="connsiteY218-28146" fmla="*/ 594489 h 1059043"/>
                <a:gd name="connsiteX219-28147" fmla="*/ 1211455 w 3024845"/>
                <a:gd name="connsiteY219-28148" fmla="*/ 592597 h 1059043"/>
                <a:gd name="connsiteX220-28149" fmla="*/ 1222095 w 3024845"/>
                <a:gd name="connsiteY220-28150" fmla="*/ 579356 h 1059043"/>
                <a:gd name="connsiteX221-28151" fmla="*/ 1250469 w 3024845"/>
                <a:gd name="connsiteY221-28152" fmla="*/ 579356 h 1059043"/>
                <a:gd name="connsiteX222-28153" fmla="*/ 1250469 w 3024845"/>
                <a:gd name="connsiteY222-28154" fmla="*/ 665827 h 1059043"/>
                <a:gd name="connsiteX223-28155" fmla="*/ 1251229 w 3024845"/>
                <a:gd name="connsiteY223-28156" fmla="*/ 665827 h 1059043"/>
                <a:gd name="connsiteX224-28157" fmla="*/ 1256549 w 3024845"/>
                <a:gd name="connsiteY224-28158" fmla="*/ 665827 h 1059043"/>
                <a:gd name="connsiteX225-28159" fmla="*/ 1257309 w 3024845"/>
                <a:gd name="connsiteY225-28160" fmla="*/ 664476 h 1059043"/>
                <a:gd name="connsiteX226-28161" fmla="*/ 1262629 w 3024845"/>
                <a:gd name="connsiteY226-28162" fmla="*/ 655018 h 1059043"/>
                <a:gd name="connsiteX227-28163" fmla="*/ 1262629 w 3024845"/>
                <a:gd name="connsiteY227-28164" fmla="*/ 656910 h 1059043"/>
                <a:gd name="connsiteX228-28165" fmla="*/ 1262629 w 3024845"/>
                <a:gd name="connsiteY228-28166" fmla="*/ 670151 h 1059043"/>
                <a:gd name="connsiteX229-28167" fmla="*/ 1266682 w 3024845"/>
                <a:gd name="connsiteY229-28168" fmla="*/ 624754 h 1059043"/>
                <a:gd name="connsiteX230-28169" fmla="*/ 1267442 w 3024845"/>
                <a:gd name="connsiteY230-28170" fmla="*/ 624754 h 1059043"/>
                <a:gd name="connsiteX231-28171" fmla="*/ 1272762 w 3024845"/>
                <a:gd name="connsiteY231-28172" fmla="*/ 624754 h 1059043"/>
                <a:gd name="connsiteX232-28173" fmla="*/ 1272762 w 3024845"/>
                <a:gd name="connsiteY232-28174" fmla="*/ 559900 h 1059043"/>
                <a:gd name="connsiteX233-28175" fmla="*/ 1273776 w 3024845"/>
                <a:gd name="connsiteY233-28176" fmla="*/ 559900 h 1059043"/>
                <a:gd name="connsiteX234-28177" fmla="*/ 1280869 w 3024845"/>
                <a:gd name="connsiteY234-28178" fmla="*/ 559900 h 1059043"/>
                <a:gd name="connsiteX235-28179" fmla="*/ 1293029 w 3024845"/>
                <a:gd name="connsiteY235-28180" fmla="*/ 516665 h 1059043"/>
                <a:gd name="connsiteX236-28181" fmla="*/ 1294296 w 3024845"/>
                <a:gd name="connsiteY236-28182" fmla="*/ 516665 h 1059043"/>
                <a:gd name="connsiteX237-28183" fmla="*/ 1303163 w 3024845"/>
                <a:gd name="connsiteY237-28184" fmla="*/ 516665 h 1059043"/>
                <a:gd name="connsiteX238-28185" fmla="*/ 1313296 w 3024845"/>
                <a:gd name="connsiteY238-28186" fmla="*/ 559900 h 1059043"/>
                <a:gd name="connsiteX239-28187" fmla="*/ 1314309 w 3024845"/>
                <a:gd name="connsiteY239-28188" fmla="*/ 559900 h 1059043"/>
                <a:gd name="connsiteX240-28189" fmla="*/ 1321403 w 3024845"/>
                <a:gd name="connsiteY240-28190" fmla="*/ 559900 h 1059043"/>
                <a:gd name="connsiteX241-28191" fmla="*/ 1321403 w 3024845"/>
                <a:gd name="connsiteY241-28192" fmla="*/ 598812 h 1059043"/>
                <a:gd name="connsiteX242-28193" fmla="*/ 1323176 w 3024845"/>
                <a:gd name="connsiteY242-28194" fmla="*/ 598812 h 1059043"/>
                <a:gd name="connsiteX243-28195" fmla="*/ 1335590 w 3024845"/>
                <a:gd name="connsiteY243-28196" fmla="*/ 598812 h 1059043"/>
                <a:gd name="connsiteX244-28197" fmla="*/ 1335590 w 3024845"/>
                <a:gd name="connsiteY244-28198" fmla="*/ 600974 h 1059043"/>
                <a:gd name="connsiteX245-28199" fmla="*/ 1335590 w 3024845"/>
                <a:gd name="connsiteY245-28200" fmla="*/ 616106 h 1059043"/>
                <a:gd name="connsiteX246-28201" fmla="*/ 1339643 w 3024845"/>
                <a:gd name="connsiteY246-28202" fmla="*/ 613945 h 1059043"/>
                <a:gd name="connsiteX247-28203" fmla="*/ 1339643 w 3024845"/>
                <a:gd name="connsiteY247-28204" fmla="*/ 598812 h 1059043"/>
                <a:gd name="connsiteX248-28205" fmla="*/ 1341163 w 3024845"/>
                <a:gd name="connsiteY248-28206" fmla="*/ 598812 h 1059043"/>
                <a:gd name="connsiteX249-28207" fmla="*/ 1351803 w 3024845"/>
                <a:gd name="connsiteY249-28208" fmla="*/ 598812 h 1059043"/>
                <a:gd name="connsiteX250-28209" fmla="*/ 1351803 w 3024845"/>
                <a:gd name="connsiteY250-28210" fmla="*/ 600433 h 1059043"/>
                <a:gd name="connsiteX251-28211" fmla="*/ 1351803 w 3024845"/>
                <a:gd name="connsiteY251-28212" fmla="*/ 611783 h 1059043"/>
                <a:gd name="connsiteX252-28213" fmla="*/ 1382204 w 3024845"/>
                <a:gd name="connsiteY252-28214" fmla="*/ 611783 h 1059043"/>
                <a:gd name="connsiteX253-28215" fmla="*/ 1382204 w 3024845"/>
                <a:gd name="connsiteY253-28216" fmla="*/ 575033 h 1059043"/>
                <a:gd name="connsiteX254-28217" fmla="*/ 1383470 w 3024845"/>
                <a:gd name="connsiteY254-28218" fmla="*/ 575033 h 1059043"/>
                <a:gd name="connsiteX255-28219" fmla="*/ 1392337 w 3024845"/>
                <a:gd name="connsiteY255-28220" fmla="*/ 575033 h 1059043"/>
                <a:gd name="connsiteX256-28221" fmla="*/ 1392337 w 3024845"/>
                <a:gd name="connsiteY256-28222" fmla="*/ 596650 h 1059043"/>
                <a:gd name="connsiteX257-28223" fmla="*/ 1394364 w 3024845"/>
                <a:gd name="connsiteY257-28224" fmla="*/ 564224 h 1059043"/>
                <a:gd name="connsiteX258-28225" fmla="*/ 1416657 w 3024845"/>
                <a:gd name="connsiteY258-28226" fmla="*/ 564224 h 1059043"/>
                <a:gd name="connsiteX259-28227" fmla="*/ 1416657 w 3024845"/>
                <a:gd name="connsiteY259-28228" fmla="*/ 562602 h 1059043"/>
                <a:gd name="connsiteX260-28229" fmla="*/ 1416657 w 3024845"/>
                <a:gd name="connsiteY260-28230" fmla="*/ 551253 h 1059043"/>
                <a:gd name="connsiteX261-28231" fmla="*/ 1417417 w 3024845"/>
                <a:gd name="connsiteY261-28232" fmla="*/ 551253 h 1059043"/>
                <a:gd name="connsiteX262-28233" fmla="*/ 1422737 w 3024845"/>
                <a:gd name="connsiteY262-28234" fmla="*/ 551253 h 1059043"/>
                <a:gd name="connsiteX263-28235" fmla="*/ 1422737 w 3024845"/>
                <a:gd name="connsiteY263-28236" fmla="*/ 549362 h 1059043"/>
                <a:gd name="connsiteX264-28237" fmla="*/ 1422737 w 3024845"/>
                <a:gd name="connsiteY264-28238" fmla="*/ 536121 h 1059043"/>
                <a:gd name="connsiteX265-28239" fmla="*/ 1426791 w 3024845"/>
                <a:gd name="connsiteY265-28240" fmla="*/ 542606 h 1059043"/>
                <a:gd name="connsiteX266-28241" fmla="*/ 1429071 w 3024845"/>
                <a:gd name="connsiteY266-28242" fmla="*/ 542606 h 1059043"/>
                <a:gd name="connsiteX267-28243" fmla="*/ 1445031 w 3024845"/>
                <a:gd name="connsiteY267-28244" fmla="*/ 542606 h 1059043"/>
                <a:gd name="connsiteX268-28245" fmla="*/ 1445031 w 3024845"/>
                <a:gd name="connsiteY268-28246" fmla="*/ 541795 h 1059043"/>
                <a:gd name="connsiteX269-28247" fmla="*/ 1445031 w 3024845"/>
                <a:gd name="connsiteY269-28248" fmla="*/ 536121 h 1059043"/>
                <a:gd name="connsiteX270-28249" fmla="*/ 1445791 w 3024845"/>
                <a:gd name="connsiteY270-28250" fmla="*/ 536121 h 1059043"/>
                <a:gd name="connsiteX271-28251" fmla="*/ 1451111 w 3024845"/>
                <a:gd name="connsiteY271-28252" fmla="*/ 536121 h 1059043"/>
                <a:gd name="connsiteX272-28253" fmla="*/ 1451111 w 3024845"/>
                <a:gd name="connsiteY272-28254" fmla="*/ 537472 h 1059043"/>
                <a:gd name="connsiteX273-28255" fmla="*/ 1451111 w 3024845"/>
                <a:gd name="connsiteY273-28256" fmla="*/ 546930 h 1059043"/>
                <a:gd name="connsiteX274-28257" fmla="*/ 1489618 w 3024845"/>
                <a:gd name="connsiteY274-28258" fmla="*/ 546930 h 1059043"/>
                <a:gd name="connsiteX275-28259" fmla="*/ 1489618 w 3024845"/>
                <a:gd name="connsiteY275-28260" fmla="*/ 685283 h 1059043"/>
                <a:gd name="connsiteX276-28261" fmla="*/ 1491138 w 3024845"/>
                <a:gd name="connsiteY276-28262" fmla="*/ 685283 h 1059043"/>
                <a:gd name="connsiteX277-28263" fmla="*/ 1501778 w 3024845"/>
                <a:gd name="connsiteY277-28264" fmla="*/ 685283 h 1059043"/>
                <a:gd name="connsiteX278-28265" fmla="*/ 1501778 w 3024845"/>
                <a:gd name="connsiteY278-28266" fmla="*/ 672313 h 1059043"/>
                <a:gd name="connsiteX279-28267" fmla="*/ 1505832 w 3024845"/>
                <a:gd name="connsiteY279-28268" fmla="*/ 672313 h 1059043"/>
                <a:gd name="connsiteX280-28269" fmla="*/ 1505832 w 3024845"/>
                <a:gd name="connsiteY280-28270" fmla="*/ 685283 h 1059043"/>
                <a:gd name="connsiteX281-28271" fmla="*/ 1536232 w 3024845"/>
                <a:gd name="connsiteY281-28272" fmla="*/ 685283 h 1059043"/>
                <a:gd name="connsiteX282-28273" fmla="*/ 1536232 w 3024845"/>
                <a:gd name="connsiteY282-28274" fmla="*/ 655018 h 1059043"/>
                <a:gd name="connsiteX283-28275" fmla="*/ 1548392 w 3024845"/>
                <a:gd name="connsiteY283-28276" fmla="*/ 655018 h 1059043"/>
                <a:gd name="connsiteX284-28277" fmla="*/ 1560552 w 3024845"/>
                <a:gd name="connsiteY284-28278" fmla="*/ 652857 h 1059043"/>
                <a:gd name="connsiteX285-28279" fmla="*/ 1564606 w 3024845"/>
                <a:gd name="connsiteY285-28280" fmla="*/ 655018 h 1059043"/>
                <a:gd name="connsiteX286-28281" fmla="*/ 1574739 w 3024845"/>
                <a:gd name="connsiteY286-28282" fmla="*/ 655018 h 1059043"/>
                <a:gd name="connsiteX287-28283" fmla="*/ 1574739 w 3024845"/>
                <a:gd name="connsiteY287-28284" fmla="*/ 685283 h 1059043"/>
                <a:gd name="connsiteX288-28285" fmla="*/ 1582846 w 3024845"/>
                <a:gd name="connsiteY288-28286" fmla="*/ 685283 h 1059043"/>
                <a:gd name="connsiteX289-28287" fmla="*/ 1582846 w 3024845"/>
                <a:gd name="connsiteY289-28288" fmla="*/ 702578 h 1059043"/>
                <a:gd name="connsiteX290-28289" fmla="*/ 1592182 w 3024845"/>
                <a:gd name="connsiteY290-28290" fmla="*/ 703483 h 1059043"/>
                <a:gd name="connsiteX291-28291" fmla="*/ 1605140 w 3024845"/>
                <a:gd name="connsiteY291-28292" fmla="*/ 703483 h 1059043"/>
                <a:gd name="connsiteX292-28293" fmla="*/ 1605140 w 3024845"/>
                <a:gd name="connsiteY292-28294" fmla="*/ 687445 h 1059043"/>
                <a:gd name="connsiteX293-28295" fmla="*/ 1673096 w 3024845"/>
                <a:gd name="connsiteY293-28296" fmla="*/ 687445 h 1059043"/>
                <a:gd name="connsiteX294-28297" fmla="*/ 1673096 w 3024845"/>
                <a:gd name="connsiteY294-28298" fmla="*/ 602192 h 1059043"/>
                <a:gd name="connsiteX295-28299" fmla="*/ 1745104 w 3024845"/>
                <a:gd name="connsiteY295-28300" fmla="*/ 602192 h 1059043"/>
                <a:gd name="connsiteX296-28301" fmla="*/ 1745104 w 3024845"/>
                <a:gd name="connsiteY296-28302" fmla="*/ 680960 h 1059043"/>
                <a:gd name="connsiteX297-28303" fmla="*/ 1747008 w 3024845"/>
                <a:gd name="connsiteY297-28304" fmla="*/ 680960 h 1059043"/>
                <a:gd name="connsiteX298-28305" fmla="*/ 1748250 w 3024845"/>
                <a:gd name="connsiteY298-28306" fmla="*/ 703483 h 1059043"/>
                <a:gd name="connsiteX299-28307" fmla="*/ 1757926 w 3024845"/>
                <a:gd name="connsiteY299-28308" fmla="*/ 703483 h 1059043"/>
                <a:gd name="connsiteX300-28309" fmla="*/ 1759168 w 3024845"/>
                <a:gd name="connsiteY300-28310" fmla="*/ 680960 h 1059043"/>
                <a:gd name="connsiteX301-28311" fmla="*/ 1765248 w 3024845"/>
                <a:gd name="connsiteY301-28312" fmla="*/ 680960 h 1059043"/>
                <a:gd name="connsiteX302-28313" fmla="*/ 1766490 w 3024845"/>
                <a:gd name="connsiteY302-28314" fmla="*/ 703483 h 1059043"/>
                <a:gd name="connsiteX303-28315" fmla="*/ 1817112 w 3024845"/>
                <a:gd name="connsiteY303-28316" fmla="*/ 703483 h 1059043"/>
                <a:gd name="connsiteX304-28317" fmla="*/ 1817112 w 3024845"/>
                <a:gd name="connsiteY304-28318" fmla="*/ 540455 h 1059043"/>
                <a:gd name="connsiteX305-28319" fmla="*/ 2014439 w 3024845"/>
                <a:gd name="connsiteY305-28320" fmla="*/ 540455 h 1059043"/>
                <a:gd name="connsiteX306-28321" fmla="*/ 2014439 w 3024845"/>
                <a:gd name="connsiteY306-28322" fmla="*/ 703483 h 1059043"/>
                <a:gd name="connsiteX307-28323" fmla="*/ 2033136 w 3024845"/>
                <a:gd name="connsiteY307-28324" fmla="*/ 703483 h 1059043"/>
                <a:gd name="connsiteX308-28325" fmla="*/ 2033136 w 3024845"/>
                <a:gd name="connsiteY308-28326" fmla="*/ 620790 h 1059043"/>
                <a:gd name="connsiteX309-28327" fmla="*/ 2128256 w 3024845"/>
                <a:gd name="connsiteY309-28328" fmla="*/ 620790 h 1059043"/>
                <a:gd name="connsiteX310-28329" fmla="*/ 2144240 w 3024845"/>
                <a:gd name="connsiteY310-28330" fmla="*/ 214016 h 1059043"/>
                <a:gd name="connsiteX311-28331" fmla="*/ 2146266 w 3024845"/>
                <a:gd name="connsiteY311-28332" fmla="*/ 131868 h 1059043"/>
                <a:gd name="connsiteX312-28333" fmla="*/ 2144240 w 3024845"/>
                <a:gd name="connsiteY312-28334" fmla="*/ 125383 h 1059043"/>
                <a:gd name="connsiteX313-28335" fmla="*/ 2150320 w 3024845"/>
                <a:gd name="connsiteY313-28336" fmla="*/ 118897 h 1059043"/>
                <a:gd name="connsiteX314-28337" fmla="*/ 2150320 w 3024845"/>
                <a:gd name="connsiteY314-28338" fmla="*/ 60529 h 1059043"/>
                <a:gd name="connsiteX315-28339" fmla="*/ 2152346 w 3024845"/>
                <a:gd name="connsiteY315-28340" fmla="*/ 56206 h 1059043"/>
                <a:gd name="connsiteX316-28341" fmla="*/ 2152346 w 3024845"/>
                <a:gd name="connsiteY316-28342" fmla="*/ 0 h 1059043"/>
                <a:gd name="connsiteX317-28343" fmla="*/ 2162480 w 3024845"/>
                <a:gd name="connsiteY317-28344" fmla="*/ 118897 h 1059043"/>
                <a:gd name="connsiteX318-28345" fmla="*/ 2168560 w 3024845"/>
                <a:gd name="connsiteY318-28346" fmla="*/ 125383 h 1059043"/>
                <a:gd name="connsiteX319-28347" fmla="*/ 2166533 w 3024845"/>
                <a:gd name="connsiteY319-28348" fmla="*/ 131868 h 1059043"/>
                <a:gd name="connsiteX320-28349" fmla="*/ 2180720 w 3024845"/>
                <a:gd name="connsiteY320-28350" fmla="*/ 555577 h 1059043"/>
                <a:gd name="connsiteX321-28351" fmla="*/ 2245574 w 3024845"/>
                <a:gd name="connsiteY321-28352" fmla="*/ 555577 h 1059043"/>
                <a:gd name="connsiteX322-28353" fmla="*/ 2245574 w 3024845"/>
                <a:gd name="connsiteY322-28354" fmla="*/ 631239 h 1059043"/>
                <a:gd name="connsiteX323-28355" fmla="*/ 2253681 w 3024845"/>
                <a:gd name="connsiteY323-28356" fmla="*/ 631239 h 1059043"/>
                <a:gd name="connsiteX324-28357" fmla="*/ 2255708 w 3024845"/>
                <a:gd name="connsiteY324-28358" fmla="*/ 624754 h 1059043"/>
                <a:gd name="connsiteX325-28359" fmla="*/ 2261788 w 3024845"/>
                <a:gd name="connsiteY325-28360" fmla="*/ 624754 h 1059043"/>
                <a:gd name="connsiteX326-28361" fmla="*/ 2263815 w 3024845"/>
                <a:gd name="connsiteY326-28362" fmla="*/ 633401 h 1059043"/>
                <a:gd name="connsiteX327-28363" fmla="*/ 2275975 w 3024845"/>
                <a:gd name="connsiteY327-28364" fmla="*/ 633401 h 1059043"/>
                <a:gd name="connsiteX328-28365" fmla="*/ 2275975 w 3024845"/>
                <a:gd name="connsiteY328-28366" fmla="*/ 626915 h 1059043"/>
                <a:gd name="connsiteX329-28367" fmla="*/ 2298268 w 3024845"/>
                <a:gd name="connsiteY329-28368" fmla="*/ 626915 h 1059043"/>
                <a:gd name="connsiteX330-28369" fmla="*/ 2298268 w 3024845"/>
                <a:gd name="connsiteY330-28370" fmla="*/ 633401 h 1059043"/>
                <a:gd name="connsiteX331-28371" fmla="*/ 2318535 w 3024845"/>
                <a:gd name="connsiteY331-28372" fmla="*/ 633401 h 1059043"/>
                <a:gd name="connsiteX332-28373" fmla="*/ 2318535 w 3024845"/>
                <a:gd name="connsiteY332-28374" fmla="*/ 678798 h 1059043"/>
                <a:gd name="connsiteX333-28375" fmla="*/ 2332722 w 3024845"/>
                <a:gd name="connsiteY333-28376" fmla="*/ 678798 h 1059043"/>
                <a:gd name="connsiteX334-28377" fmla="*/ 2332722 w 3024845"/>
                <a:gd name="connsiteY334-28378" fmla="*/ 665827 h 1059043"/>
                <a:gd name="connsiteX335-28379" fmla="*/ 2348936 w 3024845"/>
                <a:gd name="connsiteY335-28380" fmla="*/ 665827 h 1059043"/>
                <a:gd name="connsiteX336-28381" fmla="*/ 2348936 w 3024845"/>
                <a:gd name="connsiteY336-28382" fmla="*/ 486400 h 1059043"/>
                <a:gd name="connsiteX337-28383" fmla="*/ 2355016 w 3024845"/>
                <a:gd name="connsiteY337-28384" fmla="*/ 479914 h 1059043"/>
                <a:gd name="connsiteX338-28385" fmla="*/ 2427977 w 3024845"/>
                <a:gd name="connsiteY338-28386" fmla="*/ 479914 h 1059043"/>
                <a:gd name="connsiteX339-28387" fmla="*/ 2427977 w 3024845"/>
                <a:gd name="connsiteY339-28388" fmla="*/ 488562 h 1059043"/>
                <a:gd name="connsiteX340-28389" fmla="*/ 2438110 w 3024845"/>
                <a:gd name="connsiteY340-28390" fmla="*/ 488562 h 1059043"/>
                <a:gd name="connsiteX341-28391" fmla="*/ 2438110 w 3024845"/>
                <a:gd name="connsiteY341-28392" fmla="*/ 603136 h 1059043"/>
                <a:gd name="connsiteX342-28393" fmla="*/ 2460404 w 3024845"/>
                <a:gd name="connsiteY342-28394" fmla="*/ 603136 h 1059043"/>
                <a:gd name="connsiteX343-28395" fmla="*/ 2460404 w 3024845"/>
                <a:gd name="connsiteY343-28396" fmla="*/ 536121 h 1059043"/>
                <a:gd name="connsiteX344-28397" fmla="*/ 2486751 w 3024845"/>
                <a:gd name="connsiteY344-28398" fmla="*/ 536121 h 1059043"/>
                <a:gd name="connsiteX345-28399" fmla="*/ 2490804 w 3024845"/>
                <a:gd name="connsiteY345-28400" fmla="*/ 531797 h 1059043"/>
                <a:gd name="connsiteX346-28401" fmla="*/ 2498911 w 3024845"/>
                <a:gd name="connsiteY346-28402" fmla="*/ 531797 h 1059043"/>
                <a:gd name="connsiteX347-28403" fmla="*/ 2502964 w 3024845"/>
                <a:gd name="connsiteY347-28404" fmla="*/ 536121 h 1059043"/>
                <a:gd name="connsiteX348-28405" fmla="*/ 2525258 w 3024845"/>
                <a:gd name="connsiteY348-28406" fmla="*/ 536121 h 1059043"/>
                <a:gd name="connsiteX349-28407" fmla="*/ 2525258 w 3024845"/>
                <a:gd name="connsiteY349-28408" fmla="*/ 419385 h 1059043"/>
                <a:gd name="connsiteX350-28409" fmla="*/ 2582005 w 3024845"/>
                <a:gd name="connsiteY350-28410" fmla="*/ 408576 h 1059043"/>
                <a:gd name="connsiteX351-28411" fmla="*/ 2582005 w 3024845"/>
                <a:gd name="connsiteY351-28412" fmla="*/ 409657 h 1059043"/>
                <a:gd name="connsiteX352-28413" fmla="*/ 2582005 w 3024845"/>
                <a:gd name="connsiteY352-28414" fmla="*/ 417223 h 1059043"/>
                <a:gd name="connsiteX353-28415" fmla="*/ 2608352 w 3024845"/>
                <a:gd name="connsiteY353-28416" fmla="*/ 417223 h 1059043"/>
                <a:gd name="connsiteX354-28417" fmla="*/ 2608352 w 3024845"/>
                <a:gd name="connsiteY354-28418" fmla="*/ 672313 h 1059043"/>
                <a:gd name="connsiteX355-28419" fmla="*/ 2630646 w 3024845"/>
                <a:gd name="connsiteY355-28420" fmla="*/ 672313 h 1059043"/>
                <a:gd name="connsiteX356-28421" fmla="*/ 2630646 w 3024845"/>
                <a:gd name="connsiteY356-28422" fmla="*/ 667989 h 1059043"/>
                <a:gd name="connsiteX357-28423" fmla="*/ 2642806 w 3024845"/>
                <a:gd name="connsiteY357-28424" fmla="*/ 667989 h 1059043"/>
                <a:gd name="connsiteX358-28425" fmla="*/ 2642806 w 3024845"/>
                <a:gd name="connsiteY358-28426" fmla="*/ 672313 h 1059043"/>
                <a:gd name="connsiteX359-28427" fmla="*/ 2667126 w 3024845"/>
                <a:gd name="connsiteY359-28428" fmla="*/ 672313 h 1059043"/>
                <a:gd name="connsiteX360-28429" fmla="*/ 2667126 w 3024845"/>
                <a:gd name="connsiteY360-28430" fmla="*/ 659342 h 1059043"/>
                <a:gd name="connsiteX361-28431" fmla="*/ 2695500 w 3024845"/>
                <a:gd name="connsiteY361-28432" fmla="*/ 659342 h 1059043"/>
                <a:gd name="connsiteX362-28433" fmla="*/ 2707660 w 3024845"/>
                <a:gd name="connsiteY362-28434" fmla="*/ 655018 h 1059043"/>
                <a:gd name="connsiteX363-28435" fmla="*/ 2727927 w 3024845"/>
                <a:gd name="connsiteY363-28436" fmla="*/ 659342 h 1059043"/>
                <a:gd name="connsiteX364-28437" fmla="*/ 2727927 w 3024845"/>
                <a:gd name="connsiteY364-28438" fmla="*/ 642048 h 1059043"/>
                <a:gd name="connsiteX365-28439" fmla="*/ 2736034 w 3024845"/>
                <a:gd name="connsiteY365-28440" fmla="*/ 642048 h 1059043"/>
                <a:gd name="connsiteX366-28441" fmla="*/ 2736034 w 3024845"/>
                <a:gd name="connsiteY366-28442" fmla="*/ 629077 h 1059043"/>
                <a:gd name="connsiteX367-28443" fmla="*/ 2792781 w 3024845"/>
                <a:gd name="connsiteY367-28444" fmla="*/ 629077 h 1059043"/>
                <a:gd name="connsiteX368-28445" fmla="*/ 2792781 w 3024845"/>
                <a:gd name="connsiteY368-28446" fmla="*/ 598812 h 1059043"/>
                <a:gd name="connsiteX369-28447" fmla="*/ 2811021 w 3024845"/>
                <a:gd name="connsiteY369-28448" fmla="*/ 598812 h 1059043"/>
                <a:gd name="connsiteX370-28449" fmla="*/ 2811021 w 3024845"/>
                <a:gd name="connsiteY370-28450" fmla="*/ 592327 h 1059043"/>
                <a:gd name="connsiteX371-28451" fmla="*/ 2823181 w 3024845"/>
                <a:gd name="connsiteY371-28452" fmla="*/ 592327 h 1059043"/>
                <a:gd name="connsiteX372-28453" fmla="*/ 2823181 w 3024845"/>
                <a:gd name="connsiteY372-28454" fmla="*/ 598812 h 1059043"/>
                <a:gd name="connsiteX373-28455" fmla="*/ 2839395 w 3024845"/>
                <a:gd name="connsiteY373-28456" fmla="*/ 598812 h 1059043"/>
                <a:gd name="connsiteX374-28457" fmla="*/ 2839395 w 3024845"/>
                <a:gd name="connsiteY374-28458" fmla="*/ 648533 h 1059043"/>
                <a:gd name="connsiteX375-28459" fmla="*/ 2871822 w 3024845"/>
                <a:gd name="connsiteY375-28460" fmla="*/ 648533 h 1059043"/>
                <a:gd name="connsiteX376-28461" fmla="*/ 2871822 w 3024845"/>
                <a:gd name="connsiteY376-28462" fmla="*/ 622592 h 1059043"/>
                <a:gd name="connsiteX377-28463" fmla="*/ 2910329 w 3024845"/>
                <a:gd name="connsiteY377-28464" fmla="*/ 622592 h 1059043"/>
                <a:gd name="connsiteX378-28465" fmla="*/ 2910329 w 3024845"/>
                <a:gd name="connsiteY378-28466" fmla="*/ 592327 h 1059043"/>
                <a:gd name="connsiteX379-28467" fmla="*/ 2958970 w 3024845"/>
                <a:gd name="connsiteY379-28468" fmla="*/ 592327 h 1059043"/>
                <a:gd name="connsiteX380-28469" fmla="*/ 2958970 w 3024845"/>
                <a:gd name="connsiteY380-28470" fmla="*/ 703483 h 1059043"/>
                <a:gd name="connsiteX381-28471" fmla="*/ 2958970 w 3024845"/>
                <a:gd name="connsiteY381-28472" fmla="*/ 717262 h 1059043"/>
                <a:gd name="connsiteX382-28473" fmla="*/ 3024845 w 3024845"/>
                <a:gd name="connsiteY382-28474" fmla="*/ 717262 h 1059043"/>
                <a:gd name="connsiteX383-28475" fmla="*/ 3024845 w 3024845"/>
                <a:gd name="connsiteY383-28476" fmla="*/ 1059043 h 1059043"/>
                <a:gd name="connsiteX384-28477" fmla="*/ 2054 w 3024845"/>
                <a:gd name="connsiteY384-28478" fmla="*/ 1056710 h 1059043"/>
                <a:gd name="connsiteX385-28479" fmla="*/ 0 w 3024845"/>
                <a:gd name="connsiteY385-28480" fmla="*/ 622592 h 1059043"/>
                <a:gd name="connsiteX386-28481" fmla="*/ 20267 w 3024845"/>
                <a:gd name="connsiteY386-28482" fmla="*/ 622592 h 1059043"/>
                <a:gd name="connsiteX387-28483" fmla="*/ 20774 w 3024845"/>
                <a:gd name="connsiteY387-28484" fmla="*/ 621511 h 1059043"/>
                <a:gd name="connsiteX388-28485" fmla="*/ 24320 w 3024845"/>
                <a:gd name="connsiteY388-28486" fmla="*/ 613945 h 1059043"/>
                <a:gd name="connsiteX389-28487" fmla="*/ 26094 w 3024845"/>
                <a:gd name="connsiteY389-28488" fmla="*/ 614215 h 1059043"/>
                <a:gd name="connsiteX390-28489" fmla="*/ 38507 w 3024845"/>
                <a:gd name="connsiteY390-28490" fmla="*/ 616106 h 1059043"/>
                <a:gd name="connsiteX391-28491" fmla="*/ 39014 w 3024845"/>
                <a:gd name="connsiteY391-28492" fmla="*/ 617458 h 1059043"/>
                <a:gd name="connsiteX392-28493" fmla="*/ 42560 w 3024845"/>
                <a:gd name="connsiteY392-28494" fmla="*/ 626915 h 1059043"/>
                <a:gd name="connsiteX393-28495" fmla="*/ 68907 w 3024845"/>
                <a:gd name="connsiteY393-28496" fmla="*/ 629077 h 1059043"/>
                <a:gd name="connsiteX394-28497" fmla="*/ 68907 w 3024845"/>
                <a:gd name="connsiteY394-28498" fmla="*/ 505856 h 1059043"/>
                <a:gd name="connsiteX395-28499" fmla="*/ 70934 w 3024845"/>
                <a:gd name="connsiteY395-28500" fmla="*/ 505856 h 1059043"/>
                <a:gd name="connsiteX396-28501" fmla="*/ 85121 w 3024845"/>
                <a:gd name="connsiteY396-28502" fmla="*/ 505856 h 1059043"/>
                <a:gd name="connsiteX397-28503" fmla="*/ 85121 w 3024845"/>
                <a:gd name="connsiteY397-28504" fmla="*/ 369664 h 1059043"/>
                <a:gd name="connsiteX398-28505" fmla="*/ 86894 w 3024845"/>
                <a:gd name="connsiteY398-28506" fmla="*/ 369664 h 1059043"/>
                <a:gd name="connsiteX399-28507" fmla="*/ 99308 w 3024845"/>
                <a:gd name="connsiteY399-28508" fmla="*/ 369664 h 1059043"/>
                <a:gd name="connsiteX400-28509" fmla="*/ 99308 w 3024845"/>
                <a:gd name="connsiteY400-28510" fmla="*/ 255090 h 1059043"/>
                <a:gd name="connsiteX401-28511" fmla="*/ 103361 w 3024845"/>
                <a:gd name="connsiteY401-28512" fmla="*/ 226986 h 1059043"/>
                <a:gd name="connsiteX402-28513" fmla="*/ 105388 w 3024845"/>
                <a:gd name="connsiteY402-28514" fmla="*/ 226986 h 1059043"/>
                <a:gd name="connsiteX403-28515" fmla="*/ 119575 w 3024845"/>
                <a:gd name="connsiteY403-28516" fmla="*/ 226986 h 1059043"/>
                <a:gd name="connsiteX0-28517" fmla="*/ 119575 w 3024845"/>
                <a:gd name="connsiteY0-28518" fmla="*/ 226986 h 1059043"/>
                <a:gd name="connsiteX1-28519" fmla="*/ 200642 w 3024845"/>
                <a:gd name="connsiteY1-28520" fmla="*/ 224825 h 1059043"/>
                <a:gd name="connsiteX2-28521" fmla="*/ 202669 w 3024845"/>
                <a:gd name="connsiteY2-28522" fmla="*/ 224825 h 1059043"/>
                <a:gd name="connsiteX3-28523" fmla="*/ 216856 w 3024845"/>
                <a:gd name="connsiteY3-28524" fmla="*/ 224825 h 1059043"/>
                <a:gd name="connsiteX4-28525" fmla="*/ 216856 w 3024845"/>
                <a:gd name="connsiteY4-28526" fmla="*/ 248604 h 1059043"/>
                <a:gd name="connsiteX5-28527" fmla="*/ 217363 w 3024845"/>
                <a:gd name="connsiteY5-28528" fmla="*/ 249415 h 1059043"/>
                <a:gd name="connsiteX6-28529" fmla="*/ 220909 w 3024845"/>
                <a:gd name="connsiteY6-28530" fmla="*/ 255090 h 1059043"/>
                <a:gd name="connsiteX7-28531" fmla="*/ 220909 w 3024845"/>
                <a:gd name="connsiteY7-28532" fmla="*/ 369664 h 1059043"/>
                <a:gd name="connsiteX8-28533" fmla="*/ 223189 w 3024845"/>
                <a:gd name="connsiteY8-28534" fmla="*/ 369664 h 1059043"/>
                <a:gd name="connsiteX9-28535" fmla="*/ 239150 w 3024845"/>
                <a:gd name="connsiteY9-28536" fmla="*/ 369664 h 1059043"/>
                <a:gd name="connsiteX10-28537" fmla="*/ 239150 w 3024845"/>
                <a:gd name="connsiteY10-28538" fmla="*/ 510179 h 1059043"/>
                <a:gd name="connsiteX11-28539" fmla="*/ 240670 w 3024845"/>
                <a:gd name="connsiteY11-28540" fmla="*/ 509909 h 1059043"/>
                <a:gd name="connsiteX12-28541" fmla="*/ 251310 w 3024845"/>
                <a:gd name="connsiteY12-28542" fmla="*/ 508018 h 1059043"/>
                <a:gd name="connsiteX13-28543" fmla="*/ 249283 w 3024845"/>
                <a:gd name="connsiteY13-28544" fmla="*/ 596650 h 1059043"/>
                <a:gd name="connsiteX14-28545" fmla="*/ 250803 w 3024845"/>
                <a:gd name="connsiteY14-28546" fmla="*/ 596921 h 1059043"/>
                <a:gd name="connsiteX15-28547" fmla="*/ 261443 w 3024845"/>
                <a:gd name="connsiteY15-28548" fmla="*/ 598812 h 1059043"/>
                <a:gd name="connsiteX16-28549" fmla="*/ 261696 w 3024845"/>
                <a:gd name="connsiteY16-28550" fmla="*/ 599623 h 1059043"/>
                <a:gd name="connsiteX17-28551" fmla="*/ 263470 w 3024845"/>
                <a:gd name="connsiteY17-28552" fmla="*/ 605298 h 1059043"/>
                <a:gd name="connsiteX18-28553" fmla="*/ 264230 w 3024845"/>
                <a:gd name="connsiteY18-28554" fmla="*/ 602866 h 1059043"/>
                <a:gd name="connsiteX19-28555" fmla="*/ 269550 w 3024845"/>
                <a:gd name="connsiteY19-28556" fmla="*/ 585842 h 1059043"/>
                <a:gd name="connsiteX20-28557" fmla="*/ 271323 w 3024845"/>
                <a:gd name="connsiteY20-28558" fmla="*/ 585842 h 1059043"/>
                <a:gd name="connsiteX21-28559" fmla="*/ 283737 w 3024845"/>
                <a:gd name="connsiteY21-28560" fmla="*/ 585842 h 1059043"/>
                <a:gd name="connsiteX22-28561" fmla="*/ 283737 w 3024845"/>
                <a:gd name="connsiteY22-28562" fmla="*/ 618268 h 1059043"/>
                <a:gd name="connsiteX23-28563" fmla="*/ 284750 w 3024845"/>
                <a:gd name="connsiteY23-28564" fmla="*/ 618809 h 1059043"/>
                <a:gd name="connsiteX24-28565" fmla="*/ 291844 w 3024845"/>
                <a:gd name="connsiteY24-28566" fmla="*/ 622592 h 1059043"/>
                <a:gd name="connsiteX25-28567" fmla="*/ 291844 w 3024845"/>
                <a:gd name="connsiteY25-28568" fmla="*/ 623943 h 1059043"/>
                <a:gd name="connsiteX26-28569" fmla="*/ 291844 w 3024845"/>
                <a:gd name="connsiteY26-28570" fmla="*/ 633401 h 1059043"/>
                <a:gd name="connsiteX27-28571" fmla="*/ 336431 w 3024845"/>
                <a:gd name="connsiteY27-28572" fmla="*/ 633401 h 1059043"/>
                <a:gd name="connsiteX28-28573" fmla="*/ 336431 w 3024845"/>
                <a:gd name="connsiteY28-28574" fmla="*/ 634482 h 1059043"/>
                <a:gd name="connsiteX29-28575" fmla="*/ 336431 w 3024845"/>
                <a:gd name="connsiteY29-28576" fmla="*/ 642048 h 1059043"/>
                <a:gd name="connsiteX30-28577" fmla="*/ 338457 w 3024845"/>
                <a:gd name="connsiteY30-28578" fmla="*/ 642048 h 1059043"/>
                <a:gd name="connsiteX31-28579" fmla="*/ 352644 w 3024845"/>
                <a:gd name="connsiteY31-28580" fmla="*/ 642048 h 1059043"/>
                <a:gd name="connsiteX32-28581" fmla="*/ 352644 w 3024845"/>
                <a:gd name="connsiteY32-28582" fmla="*/ 611783 h 1059043"/>
                <a:gd name="connsiteX33-28583" fmla="*/ 397231 w 3024845"/>
                <a:gd name="connsiteY33-28584" fmla="*/ 611783 h 1059043"/>
                <a:gd name="connsiteX34-28585" fmla="*/ 397231 w 3024845"/>
                <a:gd name="connsiteY34-28586" fmla="*/ 610432 h 1059043"/>
                <a:gd name="connsiteX35-28587" fmla="*/ 397231 w 3024845"/>
                <a:gd name="connsiteY35-28588" fmla="*/ 600974 h 1059043"/>
                <a:gd name="connsiteX36-28589" fmla="*/ 398245 w 3024845"/>
                <a:gd name="connsiteY36-28590" fmla="*/ 600974 h 1059043"/>
                <a:gd name="connsiteX37-28591" fmla="*/ 405338 w 3024845"/>
                <a:gd name="connsiteY37-28592" fmla="*/ 600974 h 1059043"/>
                <a:gd name="connsiteX38-28593" fmla="*/ 405338 w 3024845"/>
                <a:gd name="connsiteY38-28594" fmla="*/ 599083 h 1059043"/>
                <a:gd name="connsiteX39-28595" fmla="*/ 405338 w 3024845"/>
                <a:gd name="connsiteY39-28596" fmla="*/ 585842 h 1059043"/>
                <a:gd name="connsiteX40-28597" fmla="*/ 406098 w 3024845"/>
                <a:gd name="connsiteY40-28598" fmla="*/ 585842 h 1059043"/>
                <a:gd name="connsiteX41-28599" fmla="*/ 411418 w 3024845"/>
                <a:gd name="connsiteY41-28600" fmla="*/ 585842 h 1059043"/>
                <a:gd name="connsiteX42-28601" fmla="*/ 411418 w 3024845"/>
                <a:gd name="connsiteY42-28602" fmla="*/ 584761 h 1059043"/>
                <a:gd name="connsiteX43-28603" fmla="*/ 411418 w 3024845"/>
                <a:gd name="connsiteY43-28604" fmla="*/ 577194 h 1059043"/>
                <a:gd name="connsiteX44-28605" fmla="*/ 413445 w 3024845"/>
                <a:gd name="connsiteY44-28606" fmla="*/ 577194 h 1059043"/>
                <a:gd name="connsiteX45-28607" fmla="*/ 427632 w 3024845"/>
                <a:gd name="connsiteY45-28608" fmla="*/ 577194 h 1059043"/>
                <a:gd name="connsiteX46-28609" fmla="*/ 427632 w 3024845"/>
                <a:gd name="connsiteY46-28610" fmla="*/ 578275 h 1059043"/>
                <a:gd name="connsiteX47-28611" fmla="*/ 427632 w 3024845"/>
                <a:gd name="connsiteY47-28612" fmla="*/ 585842 h 1059043"/>
                <a:gd name="connsiteX48-28613" fmla="*/ 449925 w 3024845"/>
                <a:gd name="connsiteY48-28614" fmla="*/ 585842 h 1059043"/>
                <a:gd name="connsiteX49-28615" fmla="*/ 449925 w 3024845"/>
                <a:gd name="connsiteY49-28616" fmla="*/ 583950 h 1059043"/>
                <a:gd name="connsiteX50-28617" fmla="*/ 449925 w 3024845"/>
                <a:gd name="connsiteY50-28618" fmla="*/ 570709 h 1059043"/>
                <a:gd name="connsiteX51-28619" fmla="*/ 451699 w 3024845"/>
                <a:gd name="connsiteY51-28620" fmla="*/ 570709 h 1059043"/>
                <a:gd name="connsiteX52-28621" fmla="*/ 464112 w 3024845"/>
                <a:gd name="connsiteY52-28622" fmla="*/ 570709 h 1059043"/>
                <a:gd name="connsiteX53-28623" fmla="*/ 464112 w 3024845"/>
                <a:gd name="connsiteY53-28624" fmla="*/ 594489 h 1059043"/>
                <a:gd name="connsiteX54-28625" fmla="*/ 465126 w 3024845"/>
                <a:gd name="connsiteY54-28626" fmla="*/ 594489 h 1059043"/>
                <a:gd name="connsiteX55-28627" fmla="*/ 472219 w 3024845"/>
                <a:gd name="connsiteY55-28628" fmla="*/ 594489 h 1059043"/>
                <a:gd name="connsiteX56-28629" fmla="*/ 472219 w 3024845"/>
                <a:gd name="connsiteY56-28630" fmla="*/ 593408 h 1059043"/>
                <a:gd name="connsiteX57-28631" fmla="*/ 472219 w 3024845"/>
                <a:gd name="connsiteY57-28632" fmla="*/ 585842 h 1059043"/>
                <a:gd name="connsiteX58-28633" fmla="*/ 473992 w 3024845"/>
                <a:gd name="connsiteY58-28634" fmla="*/ 585842 h 1059043"/>
                <a:gd name="connsiteX59-28635" fmla="*/ 486406 w 3024845"/>
                <a:gd name="connsiteY59-28636" fmla="*/ 585842 h 1059043"/>
                <a:gd name="connsiteX60-28637" fmla="*/ 486406 w 3024845"/>
                <a:gd name="connsiteY60-28638" fmla="*/ 611783 h 1059043"/>
                <a:gd name="connsiteX61-28639" fmla="*/ 488433 w 3024845"/>
                <a:gd name="connsiteY61-28640" fmla="*/ 611783 h 1059043"/>
                <a:gd name="connsiteX62-28641" fmla="*/ 502619 w 3024845"/>
                <a:gd name="connsiteY62-28642" fmla="*/ 611783 h 1059043"/>
                <a:gd name="connsiteX63-28643" fmla="*/ 502619 w 3024845"/>
                <a:gd name="connsiteY63-28644" fmla="*/ 613404 h 1059043"/>
                <a:gd name="connsiteX64-28645" fmla="*/ 502619 w 3024845"/>
                <a:gd name="connsiteY64-28646" fmla="*/ 624754 h 1059043"/>
                <a:gd name="connsiteX65-28647" fmla="*/ 503379 w 3024845"/>
                <a:gd name="connsiteY65-28648" fmla="*/ 624754 h 1059043"/>
                <a:gd name="connsiteX66-28649" fmla="*/ 508700 w 3024845"/>
                <a:gd name="connsiteY66-28650" fmla="*/ 624754 h 1059043"/>
                <a:gd name="connsiteX67-28651" fmla="*/ 508700 w 3024845"/>
                <a:gd name="connsiteY67-28652" fmla="*/ 623943 h 1059043"/>
                <a:gd name="connsiteX68-28653" fmla="*/ 508700 w 3024845"/>
                <a:gd name="connsiteY68-28654" fmla="*/ 618268 h 1059043"/>
                <a:gd name="connsiteX69-28655" fmla="*/ 539100 w 3024845"/>
                <a:gd name="connsiteY69-28656" fmla="*/ 618268 h 1059043"/>
                <a:gd name="connsiteX70-28657" fmla="*/ 539100 w 3024845"/>
                <a:gd name="connsiteY70-28658" fmla="*/ 642048 h 1059043"/>
                <a:gd name="connsiteX71-28659" fmla="*/ 540113 w 3024845"/>
                <a:gd name="connsiteY71-28660" fmla="*/ 642048 h 1059043"/>
                <a:gd name="connsiteX72-28661" fmla="*/ 547207 w 3024845"/>
                <a:gd name="connsiteY72-28662" fmla="*/ 642048 h 1059043"/>
                <a:gd name="connsiteX73-28663" fmla="*/ 547207 w 3024845"/>
                <a:gd name="connsiteY73-28664" fmla="*/ 643129 h 1059043"/>
                <a:gd name="connsiteX74-28665" fmla="*/ 547207 w 3024845"/>
                <a:gd name="connsiteY74-28666" fmla="*/ 650695 h 1059043"/>
                <a:gd name="connsiteX75-28667" fmla="*/ 547967 w 3024845"/>
                <a:gd name="connsiteY75-28668" fmla="*/ 650695 h 1059043"/>
                <a:gd name="connsiteX76-28669" fmla="*/ 553287 w 3024845"/>
                <a:gd name="connsiteY76-28670" fmla="*/ 650695 h 1059043"/>
                <a:gd name="connsiteX77-28671" fmla="*/ 553287 w 3024845"/>
                <a:gd name="connsiteY77-28672" fmla="*/ 648533 h 1059043"/>
                <a:gd name="connsiteX78-28673" fmla="*/ 553287 w 3024845"/>
                <a:gd name="connsiteY78-28674" fmla="*/ 633401 h 1059043"/>
                <a:gd name="connsiteX79-28675" fmla="*/ 554300 w 3024845"/>
                <a:gd name="connsiteY79-28676" fmla="*/ 633401 h 1059043"/>
                <a:gd name="connsiteX80-28677" fmla="*/ 561394 w 3024845"/>
                <a:gd name="connsiteY80-28678" fmla="*/ 633401 h 1059043"/>
                <a:gd name="connsiteX81-28679" fmla="*/ 561394 w 3024845"/>
                <a:gd name="connsiteY81-28680" fmla="*/ 634482 h 1059043"/>
                <a:gd name="connsiteX82-28681" fmla="*/ 561394 w 3024845"/>
                <a:gd name="connsiteY82-28682" fmla="*/ 642048 h 1059043"/>
                <a:gd name="connsiteX83-28683" fmla="*/ 566714 w 3024845"/>
                <a:gd name="connsiteY83-28684" fmla="*/ 640055 h 1059043"/>
                <a:gd name="connsiteX84-28685" fmla="*/ 567474 w 3024845"/>
                <a:gd name="connsiteY84-28686" fmla="*/ 639075 h 1059043"/>
                <a:gd name="connsiteX85-28687" fmla="*/ 567474 w 3024845"/>
                <a:gd name="connsiteY85-28688" fmla="*/ 633401 h 1059043"/>
                <a:gd name="connsiteX86-28689" fmla="*/ 605981 w 3024845"/>
                <a:gd name="connsiteY86-28690" fmla="*/ 633401 h 1059043"/>
                <a:gd name="connsiteX87-28691" fmla="*/ 605981 w 3024845"/>
                <a:gd name="connsiteY87-28692" fmla="*/ 657180 h 1059043"/>
                <a:gd name="connsiteX88-28693" fmla="*/ 608007 w 3024845"/>
                <a:gd name="connsiteY88-28694" fmla="*/ 657180 h 1059043"/>
                <a:gd name="connsiteX89-28695" fmla="*/ 622194 w 3024845"/>
                <a:gd name="connsiteY89-28696" fmla="*/ 657180 h 1059043"/>
                <a:gd name="connsiteX90-28697" fmla="*/ 622194 w 3024845"/>
                <a:gd name="connsiteY90-28698" fmla="*/ 658261 h 1059043"/>
                <a:gd name="connsiteX91-28699" fmla="*/ 622194 w 3024845"/>
                <a:gd name="connsiteY91-28700" fmla="*/ 665827 h 1059043"/>
                <a:gd name="connsiteX92-28701" fmla="*/ 623968 w 3024845"/>
                <a:gd name="connsiteY92-28702" fmla="*/ 665827 h 1059043"/>
                <a:gd name="connsiteX93-28703" fmla="*/ 636381 w 3024845"/>
                <a:gd name="connsiteY93-28704" fmla="*/ 665827 h 1059043"/>
                <a:gd name="connsiteX94-28705" fmla="*/ 636381 w 3024845"/>
                <a:gd name="connsiteY94-28706" fmla="*/ 642048 h 1059043"/>
                <a:gd name="connsiteX95-28707" fmla="*/ 637394 w 3024845"/>
                <a:gd name="connsiteY95-28708" fmla="*/ 642048 h 1059043"/>
                <a:gd name="connsiteX96-28709" fmla="*/ 644488 w 3024845"/>
                <a:gd name="connsiteY96-28710" fmla="*/ 642048 h 1059043"/>
                <a:gd name="connsiteX97-28711" fmla="*/ 644488 w 3024845"/>
                <a:gd name="connsiteY97-28712" fmla="*/ 609621 h 1059043"/>
                <a:gd name="connsiteX98-28713" fmla="*/ 645501 w 3024845"/>
                <a:gd name="connsiteY98-28714" fmla="*/ 609621 h 1059043"/>
                <a:gd name="connsiteX99-28715" fmla="*/ 652595 w 3024845"/>
                <a:gd name="connsiteY99-28716" fmla="*/ 609621 h 1059043"/>
                <a:gd name="connsiteX100-28717" fmla="*/ 652595 w 3024845"/>
                <a:gd name="connsiteY100-28718" fmla="*/ 607730 h 1059043"/>
                <a:gd name="connsiteX101-28719" fmla="*/ 652595 w 3024845"/>
                <a:gd name="connsiteY101-28720" fmla="*/ 594489 h 1059043"/>
                <a:gd name="connsiteX102-28721" fmla="*/ 651328 w 3024845"/>
                <a:gd name="connsiteY102-28722" fmla="*/ 592867 h 1059043"/>
                <a:gd name="connsiteX103-28723" fmla="*/ 656648 w 3024845"/>
                <a:gd name="connsiteY103-28724" fmla="*/ 581518 h 1059043"/>
                <a:gd name="connsiteX104-28725" fmla="*/ 664755 w 3024845"/>
                <a:gd name="connsiteY104-28726" fmla="*/ 609621 h 1059043"/>
                <a:gd name="connsiteX105-28727" fmla="*/ 665515 w 3024845"/>
                <a:gd name="connsiteY105-28728" fmla="*/ 609621 h 1059043"/>
                <a:gd name="connsiteX106-28729" fmla="*/ 670835 w 3024845"/>
                <a:gd name="connsiteY106-28730" fmla="*/ 609621 h 1059043"/>
                <a:gd name="connsiteX107-28731" fmla="*/ 670835 w 3024845"/>
                <a:gd name="connsiteY107-28732" fmla="*/ 503694 h 1059043"/>
                <a:gd name="connsiteX108-28733" fmla="*/ 672355 w 3024845"/>
                <a:gd name="connsiteY108-28734" fmla="*/ 503694 h 1059043"/>
                <a:gd name="connsiteX109-28735" fmla="*/ 682995 w 3024845"/>
                <a:gd name="connsiteY109-28736" fmla="*/ 503694 h 1059043"/>
                <a:gd name="connsiteX110-28737" fmla="*/ 682995 w 3024845"/>
                <a:gd name="connsiteY110-28738" fmla="*/ 456135 h 1059043"/>
                <a:gd name="connsiteX111-28739" fmla="*/ 709342 w 3024845"/>
                <a:gd name="connsiteY111-28740" fmla="*/ 456135 h 1059043"/>
                <a:gd name="connsiteX112-28741" fmla="*/ 709342 w 3024845"/>
                <a:gd name="connsiteY112-28742" fmla="*/ 434517 h 1059043"/>
                <a:gd name="connsiteX113-28743" fmla="*/ 743796 w 3024845"/>
                <a:gd name="connsiteY113-28744" fmla="*/ 434517 h 1059043"/>
                <a:gd name="connsiteX114-28745" fmla="*/ 743796 w 3024845"/>
                <a:gd name="connsiteY114-28746" fmla="*/ 436949 h 1059043"/>
                <a:gd name="connsiteX115-28747" fmla="*/ 743796 w 3024845"/>
                <a:gd name="connsiteY115-28748" fmla="*/ 453973 h 1059043"/>
                <a:gd name="connsiteX116-28749" fmla="*/ 746076 w 3024845"/>
                <a:gd name="connsiteY116-28750" fmla="*/ 453973 h 1059043"/>
                <a:gd name="connsiteX117-28751" fmla="*/ 762036 w 3024845"/>
                <a:gd name="connsiteY117-28752" fmla="*/ 453973 h 1059043"/>
                <a:gd name="connsiteX118-28753" fmla="*/ 762036 w 3024845"/>
                <a:gd name="connsiteY118-28754" fmla="*/ 501532 h 1059043"/>
                <a:gd name="connsiteX119-28755" fmla="*/ 763049 w 3024845"/>
                <a:gd name="connsiteY119-28756" fmla="*/ 501532 h 1059043"/>
                <a:gd name="connsiteX120-28757" fmla="*/ 770143 w 3024845"/>
                <a:gd name="connsiteY120-28758" fmla="*/ 501532 h 1059043"/>
                <a:gd name="connsiteX121-28759" fmla="*/ 784330 w 3024845"/>
                <a:gd name="connsiteY121-28760" fmla="*/ 505856 h 1059043"/>
                <a:gd name="connsiteX122-28761" fmla="*/ 784330 w 3024845"/>
                <a:gd name="connsiteY122-28762" fmla="*/ 544768 h 1059043"/>
                <a:gd name="connsiteX123-28763" fmla="*/ 785343 w 3024845"/>
                <a:gd name="connsiteY123-28764" fmla="*/ 544768 h 1059043"/>
                <a:gd name="connsiteX124-28765" fmla="*/ 792436 w 3024845"/>
                <a:gd name="connsiteY124-28766" fmla="*/ 544768 h 1059043"/>
                <a:gd name="connsiteX125-28767" fmla="*/ 792436 w 3024845"/>
                <a:gd name="connsiteY125-28768" fmla="*/ 546389 h 1059043"/>
                <a:gd name="connsiteX126-28769" fmla="*/ 792436 w 3024845"/>
                <a:gd name="connsiteY126-28770" fmla="*/ 557738 h 1059043"/>
                <a:gd name="connsiteX127-28771" fmla="*/ 794463 w 3024845"/>
                <a:gd name="connsiteY127-28772" fmla="*/ 557738 h 1059043"/>
                <a:gd name="connsiteX128-28773" fmla="*/ 808650 w 3024845"/>
                <a:gd name="connsiteY128-28774" fmla="*/ 557738 h 1059043"/>
                <a:gd name="connsiteX129-28775" fmla="*/ 814730 w 3024845"/>
                <a:gd name="connsiteY129-28776" fmla="*/ 564224 h 1059043"/>
                <a:gd name="connsiteX130-28777" fmla="*/ 814730 w 3024845"/>
                <a:gd name="connsiteY130-28778" fmla="*/ 585842 h 1059043"/>
                <a:gd name="connsiteX131-28779" fmla="*/ 817010 w 3024845"/>
                <a:gd name="connsiteY131-28780" fmla="*/ 585842 h 1059043"/>
                <a:gd name="connsiteX132-28781" fmla="*/ 832970 w 3024845"/>
                <a:gd name="connsiteY132-28782" fmla="*/ 585842 h 1059043"/>
                <a:gd name="connsiteX133-28783" fmla="*/ 832970 w 3024845"/>
                <a:gd name="connsiteY133-28784" fmla="*/ 586922 h 1059043"/>
                <a:gd name="connsiteX134-28785" fmla="*/ 832970 w 3024845"/>
                <a:gd name="connsiteY134-28786" fmla="*/ 594489 h 1059043"/>
                <a:gd name="connsiteX135-28787" fmla="*/ 834237 w 3024845"/>
                <a:gd name="connsiteY135-28788" fmla="*/ 594489 h 1059043"/>
                <a:gd name="connsiteX136-28789" fmla="*/ 843104 w 3024845"/>
                <a:gd name="connsiteY136-28790" fmla="*/ 594489 h 1059043"/>
                <a:gd name="connsiteX137-28791" fmla="*/ 843104 w 3024845"/>
                <a:gd name="connsiteY137-28792" fmla="*/ 596650 h 1059043"/>
                <a:gd name="connsiteX138-28793" fmla="*/ 843104 w 3024845"/>
                <a:gd name="connsiteY138-28794" fmla="*/ 611783 h 1059043"/>
                <a:gd name="connsiteX139-28795" fmla="*/ 847157 w 3024845"/>
                <a:gd name="connsiteY139-28796" fmla="*/ 609891 h 1059043"/>
                <a:gd name="connsiteX140-28797" fmla="*/ 847157 w 3024845"/>
                <a:gd name="connsiteY140-28798" fmla="*/ 596650 h 1059043"/>
                <a:gd name="connsiteX141-28799" fmla="*/ 848170 w 3024845"/>
                <a:gd name="connsiteY141-28800" fmla="*/ 596650 h 1059043"/>
                <a:gd name="connsiteX142-28801" fmla="*/ 855264 w 3024845"/>
                <a:gd name="connsiteY142-28802" fmla="*/ 596650 h 1059043"/>
                <a:gd name="connsiteX143-28803" fmla="*/ 855264 w 3024845"/>
                <a:gd name="connsiteY143-28804" fmla="*/ 598272 h 1059043"/>
                <a:gd name="connsiteX144-28805" fmla="*/ 855264 w 3024845"/>
                <a:gd name="connsiteY144-28806" fmla="*/ 609621 h 1059043"/>
                <a:gd name="connsiteX145-28807" fmla="*/ 856024 w 3024845"/>
                <a:gd name="connsiteY145-28808" fmla="*/ 609621 h 1059043"/>
                <a:gd name="connsiteX146-28809" fmla="*/ 861344 w 3024845"/>
                <a:gd name="connsiteY146-28810" fmla="*/ 609621 h 1059043"/>
                <a:gd name="connsiteX147-28811" fmla="*/ 909984 w 3024845"/>
                <a:gd name="connsiteY147-28812" fmla="*/ 605298 h 1059043"/>
                <a:gd name="connsiteX148-28813" fmla="*/ 909984 w 3024845"/>
                <a:gd name="connsiteY148-28814" fmla="*/ 606649 h 1059043"/>
                <a:gd name="connsiteX149-28815" fmla="*/ 909984 w 3024845"/>
                <a:gd name="connsiteY149-28816" fmla="*/ 616106 h 1059043"/>
                <a:gd name="connsiteX150-28817" fmla="*/ 910744 w 3024845"/>
                <a:gd name="connsiteY150-28818" fmla="*/ 616106 h 1059043"/>
                <a:gd name="connsiteX151-28819" fmla="*/ 916065 w 3024845"/>
                <a:gd name="connsiteY151-28820" fmla="*/ 616106 h 1059043"/>
                <a:gd name="connsiteX152-28821" fmla="*/ 916065 w 3024845"/>
                <a:gd name="connsiteY152-28822" fmla="*/ 618268 h 1059043"/>
                <a:gd name="connsiteX153-28823" fmla="*/ 916065 w 3024845"/>
                <a:gd name="connsiteY153-28824" fmla="*/ 633401 h 1059043"/>
                <a:gd name="connsiteX154-28825" fmla="*/ 918091 w 3024845"/>
                <a:gd name="connsiteY154-28826" fmla="*/ 632050 h 1059043"/>
                <a:gd name="connsiteX155-28827" fmla="*/ 932278 w 3024845"/>
                <a:gd name="connsiteY155-28828" fmla="*/ 622592 h 1059043"/>
                <a:gd name="connsiteX156-28829" fmla="*/ 938358 w 3024845"/>
                <a:gd name="connsiteY156-28830" fmla="*/ 581518 h 1059043"/>
                <a:gd name="connsiteX157-28831" fmla="*/ 939118 w 3024845"/>
                <a:gd name="connsiteY157-28832" fmla="*/ 581248 h 1059043"/>
                <a:gd name="connsiteX158-28833" fmla="*/ 944438 w 3024845"/>
                <a:gd name="connsiteY158-28834" fmla="*/ 579356 h 1059043"/>
                <a:gd name="connsiteX159-28835" fmla="*/ 946465 w 3024845"/>
                <a:gd name="connsiteY159-28836" fmla="*/ 510179 h 1059043"/>
                <a:gd name="connsiteX160-28837" fmla="*/ 948492 w 3024845"/>
                <a:gd name="connsiteY160-28838" fmla="*/ 579356 h 1059043"/>
                <a:gd name="connsiteX161-28839" fmla="*/ 949252 w 3024845"/>
                <a:gd name="connsiteY161-28840" fmla="*/ 579626 h 1059043"/>
                <a:gd name="connsiteX162-28841" fmla="*/ 954572 w 3024845"/>
                <a:gd name="connsiteY162-28842" fmla="*/ 581518 h 1059043"/>
                <a:gd name="connsiteX163-28843" fmla="*/ 954572 w 3024845"/>
                <a:gd name="connsiteY163-28844" fmla="*/ 495047 h 1059043"/>
                <a:gd name="connsiteX164-28845" fmla="*/ 958625 w 3024845"/>
                <a:gd name="connsiteY164-28846" fmla="*/ 462620 h 1059043"/>
                <a:gd name="connsiteX165-28847" fmla="*/ 997132 w 3024845"/>
                <a:gd name="connsiteY165-28848" fmla="*/ 462620 h 1059043"/>
                <a:gd name="connsiteX166-28849" fmla="*/ 997132 w 3024845"/>
                <a:gd name="connsiteY166-28850" fmla="*/ 495047 h 1059043"/>
                <a:gd name="connsiteX167-28851" fmla="*/ 997892 w 3024845"/>
                <a:gd name="connsiteY167-28852" fmla="*/ 495047 h 1059043"/>
                <a:gd name="connsiteX168-28853" fmla="*/ 1003212 w 3024845"/>
                <a:gd name="connsiteY168-28854" fmla="*/ 495047 h 1059043"/>
                <a:gd name="connsiteX169-28855" fmla="*/ 1003212 w 3024845"/>
                <a:gd name="connsiteY169-28856" fmla="*/ 412899 h 1059043"/>
                <a:gd name="connsiteX170-28857" fmla="*/ 1004986 w 3024845"/>
                <a:gd name="connsiteY170-28858" fmla="*/ 412899 h 1059043"/>
                <a:gd name="connsiteX171-28859" fmla="*/ 1017399 w 3024845"/>
                <a:gd name="connsiteY171-28860" fmla="*/ 412899 h 1059043"/>
                <a:gd name="connsiteX172-28861" fmla="*/ 1017399 w 3024845"/>
                <a:gd name="connsiteY172-28862" fmla="*/ 411008 h 1059043"/>
                <a:gd name="connsiteX173-28863" fmla="*/ 1017399 w 3024845"/>
                <a:gd name="connsiteY173-28864" fmla="*/ 397767 h 1059043"/>
                <a:gd name="connsiteX174-28865" fmla="*/ 1039693 w 3024845"/>
                <a:gd name="connsiteY174-28866" fmla="*/ 397767 h 1059043"/>
                <a:gd name="connsiteX175-28867" fmla="*/ 1039693 w 3024845"/>
                <a:gd name="connsiteY175-28868" fmla="*/ 396686 h 1059043"/>
                <a:gd name="connsiteX176-28869" fmla="*/ 1039693 w 3024845"/>
                <a:gd name="connsiteY176-28870" fmla="*/ 389120 h 1059043"/>
                <a:gd name="connsiteX177-28871" fmla="*/ 1041466 w 3024845"/>
                <a:gd name="connsiteY177-28872" fmla="*/ 389120 h 1059043"/>
                <a:gd name="connsiteX178-28873" fmla="*/ 1053880 w 3024845"/>
                <a:gd name="connsiteY178-28874" fmla="*/ 389120 h 1059043"/>
                <a:gd name="connsiteX179-28875" fmla="*/ 1053880 w 3024845"/>
                <a:gd name="connsiteY179-28876" fmla="*/ 390201 h 1059043"/>
                <a:gd name="connsiteX180-28877" fmla="*/ 1053880 w 3024845"/>
                <a:gd name="connsiteY180-28878" fmla="*/ 397767 h 1059043"/>
                <a:gd name="connsiteX181-28879" fmla="*/ 1054640 w 3024845"/>
                <a:gd name="connsiteY181-28880" fmla="*/ 397767 h 1059043"/>
                <a:gd name="connsiteX182-28881" fmla="*/ 1059960 w 3024845"/>
                <a:gd name="connsiteY182-28882" fmla="*/ 397767 h 1059043"/>
                <a:gd name="connsiteX183-28883" fmla="*/ 1070093 w 3024845"/>
                <a:gd name="connsiteY183-28884" fmla="*/ 393443 h 1059043"/>
                <a:gd name="connsiteX184-28885" fmla="*/ 1074146 w 3024845"/>
                <a:gd name="connsiteY184-28886" fmla="*/ 396686 h 1059043"/>
                <a:gd name="connsiteX185-28887" fmla="*/ 1074146 w 3024845"/>
                <a:gd name="connsiteY185-28888" fmla="*/ 389120 h 1059043"/>
                <a:gd name="connsiteX186-28889" fmla="*/ 1076426 w 3024845"/>
                <a:gd name="connsiteY186-28890" fmla="*/ 389120 h 1059043"/>
                <a:gd name="connsiteX187-28891" fmla="*/ 1092387 w 3024845"/>
                <a:gd name="connsiteY187-28892" fmla="*/ 389120 h 1059043"/>
                <a:gd name="connsiteX188-28893" fmla="*/ 1092387 w 3024845"/>
                <a:gd name="connsiteY188-28894" fmla="*/ 390201 h 1059043"/>
                <a:gd name="connsiteX189-28895" fmla="*/ 1092387 w 3024845"/>
                <a:gd name="connsiteY189-28896" fmla="*/ 397767 h 1059043"/>
                <a:gd name="connsiteX190-28897" fmla="*/ 1122787 w 3024845"/>
                <a:gd name="connsiteY190-28898" fmla="*/ 397767 h 1059043"/>
                <a:gd name="connsiteX191-28899" fmla="*/ 1122787 w 3024845"/>
                <a:gd name="connsiteY191-28900" fmla="*/ 399388 h 1059043"/>
                <a:gd name="connsiteX192-28901" fmla="*/ 1122787 w 3024845"/>
                <a:gd name="connsiteY192-28902" fmla="*/ 410738 h 1059043"/>
                <a:gd name="connsiteX193-28903" fmla="*/ 1149134 w 3024845"/>
                <a:gd name="connsiteY193-28904" fmla="*/ 410738 h 1059043"/>
                <a:gd name="connsiteX194-28905" fmla="*/ 1149134 w 3024845"/>
                <a:gd name="connsiteY194-28906" fmla="*/ 441002 h 1059043"/>
                <a:gd name="connsiteX195-28907" fmla="*/ 1149894 w 3024845"/>
                <a:gd name="connsiteY195-28908" fmla="*/ 441002 h 1059043"/>
                <a:gd name="connsiteX196-28909" fmla="*/ 1155214 w 3024845"/>
                <a:gd name="connsiteY196-28910" fmla="*/ 441002 h 1059043"/>
                <a:gd name="connsiteX197-28911" fmla="*/ 1155214 w 3024845"/>
                <a:gd name="connsiteY197-28912" fmla="*/ 442083 h 1059043"/>
                <a:gd name="connsiteX198-28913" fmla="*/ 1155214 w 3024845"/>
                <a:gd name="connsiteY198-28914" fmla="*/ 449650 h 1059043"/>
                <a:gd name="connsiteX199-28915" fmla="*/ 1159268 w 3024845"/>
                <a:gd name="connsiteY199-28916" fmla="*/ 479914 h 1059043"/>
                <a:gd name="connsiteX200-28917" fmla="*/ 1160028 w 3024845"/>
                <a:gd name="connsiteY200-28918" fmla="*/ 479914 h 1059043"/>
                <a:gd name="connsiteX201-28919" fmla="*/ 1165348 w 3024845"/>
                <a:gd name="connsiteY201-28920" fmla="*/ 479914 h 1059043"/>
                <a:gd name="connsiteX202-28921" fmla="*/ 1165348 w 3024845"/>
                <a:gd name="connsiteY202-28922" fmla="*/ 480725 h 1059043"/>
                <a:gd name="connsiteX203-28923" fmla="*/ 1165348 w 3024845"/>
                <a:gd name="connsiteY203-28924" fmla="*/ 486400 h 1059043"/>
                <a:gd name="connsiteX204-28925" fmla="*/ 1166361 w 3024845"/>
                <a:gd name="connsiteY204-28926" fmla="*/ 486400 h 1059043"/>
                <a:gd name="connsiteX205-28927" fmla="*/ 1173454 w 3024845"/>
                <a:gd name="connsiteY205-28928" fmla="*/ 486400 h 1059043"/>
                <a:gd name="connsiteX206-28929" fmla="*/ 1173454 w 3024845"/>
                <a:gd name="connsiteY206-28930" fmla="*/ 516665 h 1059043"/>
                <a:gd name="connsiteX207-28931" fmla="*/ 1175481 w 3024845"/>
                <a:gd name="connsiteY207-28932" fmla="*/ 516665 h 1059043"/>
                <a:gd name="connsiteX208-28933" fmla="*/ 1189668 w 3024845"/>
                <a:gd name="connsiteY208-28934" fmla="*/ 516665 h 1059043"/>
                <a:gd name="connsiteX209-28935" fmla="*/ 1189668 w 3024845"/>
                <a:gd name="connsiteY209-28936" fmla="*/ 540444 h 1059043"/>
                <a:gd name="connsiteX210-28937" fmla="*/ 1191695 w 3024845"/>
                <a:gd name="connsiteY210-28938" fmla="*/ 542065 h 1059043"/>
                <a:gd name="connsiteX211-28939" fmla="*/ 1191695 w 3024845"/>
                <a:gd name="connsiteY211-28940" fmla="*/ 553415 h 1059043"/>
                <a:gd name="connsiteX212-28941" fmla="*/ 1192455 w 3024845"/>
                <a:gd name="connsiteY212-28942" fmla="*/ 553415 h 1059043"/>
                <a:gd name="connsiteX213-28943" fmla="*/ 1197775 w 3024845"/>
                <a:gd name="connsiteY213-28944" fmla="*/ 553415 h 1059043"/>
                <a:gd name="connsiteX214-28945" fmla="*/ 1197775 w 3024845"/>
                <a:gd name="connsiteY214-28946" fmla="*/ 577194 h 1059043"/>
                <a:gd name="connsiteX215-28947" fmla="*/ 1199041 w 3024845"/>
                <a:gd name="connsiteY215-28948" fmla="*/ 577194 h 1059043"/>
                <a:gd name="connsiteX216-28949" fmla="*/ 1207908 w 3024845"/>
                <a:gd name="connsiteY216-28950" fmla="*/ 577194 h 1059043"/>
                <a:gd name="connsiteX217-28951" fmla="*/ 1209935 w 3024845"/>
                <a:gd name="connsiteY217-28952" fmla="*/ 581248 h 1059043"/>
                <a:gd name="connsiteX218-28953" fmla="*/ 1209935 w 3024845"/>
                <a:gd name="connsiteY218-28954" fmla="*/ 594489 h 1059043"/>
                <a:gd name="connsiteX219-28955" fmla="*/ 1211455 w 3024845"/>
                <a:gd name="connsiteY219-28956" fmla="*/ 592597 h 1059043"/>
                <a:gd name="connsiteX220-28957" fmla="*/ 1222095 w 3024845"/>
                <a:gd name="connsiteY220-28958" fmla="*/ 579356 h 1059043"/>
                <a:gd name="connsiteX221-28959" fmla="*/ 1250469 w 3024845"/>
                <a:gd name="connsiteY221-28960" fmla="*/ 579356 h 1059043"/>
                <a:gd name="connsiteX222-28961" fmla="*/ 1250469 w 3024845"/>
                <a:gd name="connsiteY222-28962" fmla="*/ 665827 h 1059043"/>
                <a:gd name="connsiteX223-28963" fmla="*/ 1251229 w 3024845"/>
                <a:gd name="connsiteY223-28964" fmla="*/ 665827 h 1059043"/>
                <a:gd name="connsiteX224-28965" fmla="*/ 1256549 w 3024845"/>
                <a:gd name="connsiteY224-28966" fmla="*/ 665827 h 1059043"/>
                <a:gd name="connsiteX225-28967" fmla="*/ 1257309 w 3024845"/>
                <a:gd name="connsiteY225-28968" fmla="*/ 664476 h 1059043"/>
                <a:gd name="connsiteX226-28969" fmla="*/ 1262629 w 3024845"/>
                <a:gd name="connsiteY226-28970" fmla="*/ 655018 h 1059043"/>
                <a:gd name="connsiteX227-28971" fmla="*/ 1262629 w 3024845"/>
                <a:gd name="connsiteY227-28972" fmla="*/ 656910 h 1059043"/>
                <a:gd name="connsiteX228-28973" fmla="*/ 1262629 w 3024845"/>
                <a:gd name="connsiteY228-28974" fmla="*/ 670151 h 1059043"/>
                <a:gd name="connsiteX229-28975" fmla="*/ 1266682 w 3024845"/>
                <a:gd name="connsiteY229-28976" fmla="*/ 624754 h 1059043"/>
                <a:gd name="connsiteX230-28977" fmla="*/ 1267442 w 3024845"/>
                <a:gd name="connsiteY230-28978" fmla="*/ 624754 h 1059043"/>
                <a:gd name="connsiteX231-28979" fmla="*/ 1272762 w 3024845"/>
                <a:gd name="connsiteY231-28980" fmla="*/ 624754 h 1059043"/>
                <a:gd name="connsiteX232-28981" fmla="*/ 1272762 w 3024845"/>
                <a:gd name="connsiteY232-28982" fmla="*/ 559900 h 1059043"/>
                <a:gd name="connsiteX233-28983" fmla="*/ 1273776 w 3024845"/>
                <a:gd name="connsiteY233-28984" fmla="*/ 559900 h 1059043"/>
                <a:gd name="connsiteX234-28985" fmla="*/ 1280869 w 3024845"/>
                <a:gd name="connsiteY234-28986" fmla="*/ 559900 h 1059043"/>
                <a:gd name="connsiteX235-28987" fmla="*/ 1293029 w 3024845"/>
                <a:gd name="connsiteY235-28988" fmla="*/ 516665 h 1059043"/>
                <a:gd name="connsiteX236-28989" fmla="*/ 1294296 w 3024845"/>
                <a:gd name="connsiteY236-28990" fmla="*/ 516665 h 1059043"/>
                <a:gd name="connsiteX237-28991" fmla="*/ 1303163 w 3024845"/>
                <a:gd name="connsiteY237-28992" fmla="*/ 516665 h 1059043"/>
                <a:gd name="connsiteX238-28993" fmla="*/ 1313296 w 3024845"/>
                <a:gd name="connsiteY238-28994" fmla="*/ 559900 h 1059043"/>
                <a:gd name="connsiteX239-28995" fmla="*/ 1314309 w 3024845"/>
                <a:gd name="connsiteY239-28996" fmla="*/ 559900 h 1059043"/>
                <a:gd name="connsiteX240-28997" fmla="*/ 1321403 w 3024845"/>
                <a:gd name="connsiteY240-28998" fmla="*/ 559900 h 1059043"/>
                <a:gd name="connsiteX241-28999" fmla="*/ 1321403 w 3024845"/>
                <a:gd name="connsiteY241-29000" fmla="*/ 598812 h 1059043"/>
                <a:gd name="connsiteX242-29001" fmla="*/ 1323176 w 3024845"/>
                <a:gd name="connsiteY242-29002" fmla="*/ 598812 h 1059043"/>
                <a:gd name="connsiteX243-29003" fmla="*/ 1335590 w 3024845"/>
                <a:gd name="connsiteY243-29004" fmla="*/ 598812 h 1059043"/>
                <a:gd name="connsiteX244-29005" fmla="*/ 1335590 w 3024845"/>
                <a:gd name="connsiteY244-29006" fmla="*/ 600974 h 1059043"/>
                <a:gd name="connsiteX245-29007" fmla="*/ 1335590 w 3024845"/>
                <a:gd name="connsiteY245-29008" fmla="*/ 616106 h 1059043"/>
                <a:gd name="connsiteX246-29009" fmla="*/ 1339643 w 3024845"/>
                <a:gd name="connsiteY246-29010" fmla="*/ 613945 h 1059043"/>
                <a:gd name="connsiteX247-29011" fmla="*/ 1339643 w 3024845"/>
                <a:gd name="connsiteY247-29012" fmla="*/ 598812 h 1059043"/>
                <a:gd name="connsiteX248-29013" fmla="*/ 1341163 w 3024845"/>
                <a:gd name="connsiteY248-29014" fmla="*/ 598812 h 1059043"/>
                <a:gd name="connsiteX249-29015" fmla="*/ 1351803 w 3024845"/>
                <a:gd name="connsiteY249-29016" fmla="*/ 598812 h 1059043"/>
                <a:gd name="connsiteX250-29017" fmla="*/ 1351803 w 3024845"/>
                <a:gd name="connsiteY250-29018" fmla="*/ 600433 h 1059043"/>
                <a:gd name="connsiteX251-29019" fmla="*/ 1351803 w 3024845"/>
                <a:gd name="connsiteY251-29020" fmla="*/ 611783 h 1059043"/>
                <a:gd name="connsiteX252-29021" fmla="*/ 1382204 w 3024845"/>
                <a:gd name="connsiteY252-29022" fmla="*/ 611783 h 1059043"/>
                <a:gd name="connsiteX253-29023" fmla="*/ 1382204 w 3024845"/>
                <a:gd name="connsiteY253-29024" fmla="*/ 575033 h 1059043"/>
                <a:gd name="connsiteX254-29025" fmla="*/ 1383470 w 3024845"/>
                <a:gd name="connsiteY254-29026" fmla="*/ 575033 h 1059043"/>
                <a:gd name="connsiteX255-29027" fmla="*/ 1392337 w 3024845"/>
                <a:gd name="connsiteY255-29028" fmla="*/ 575033 h 1059043"/>
                <a:gd name="connsiteX256-29029" fmla="*/ 1392337 w 3024845"/>
                <a:gd name="connsiteY256-29030" fmla="*/ 596650 h 1059043"/>
                <a:gd name="connsiteX257-29031" fmla="*/ 1394364 w 3024845"/>
                <a:gd name="connsiteY257-29032" fmla="*/ 564224 h 1059043"/>
                <a:gd name="connsiteX258-29033" fmla="*/ 1416657 w 3024845"/>
                <a:gd name="connsiteY258-29034" fmla="*/ 564224 h 1059043"/>
                <a:gd name="connsiteX259-29035" fmla="*/ 1416657 w 3024845"/>
                <a:gd name="connsiteY259-29036" fmla="*/ 562602 h 1059043"/>
                <a:gd name="connsiteX260-29037" fmla="*/ 1416657 w 3024845"/>
                <a:gd name="connsiteY260-29038" fmla="*/ 551253 h 1059043"/>
                <a:gd name="connsiteX261-29039" fmla="*/ 1417417 w 3024845"/>
                <a:gd name="connsiteY261-29040" fmla="*/ 551253 h 1059043"/>
                <a:gd name="connsiteX262-29041" fmla="*/ 1422737 w 3024845"/>
                <a:gd name="connsiteY262-29042" fmla="*/ 551253 h 1059043"/>
                <a:gd name="connsiteX263-29043" fmla="*/ 1422737 w 3024845"/>
                <a:gd name="connsiteY263-29044" fmla="*/ 549362 h 1059043"/>
                <a:gd name="connsiteX264-29045" fmla="*/ 1422737 w 3024845"/>
                <a:gd name="connsiteY264-29046" fmla="*/ 536121 h 1059043"/>
                <a:gd name="connsiteX265-29047" fmla="*/ 1426791 w 3024845"/>
                <a:gd name="connsiteY265-29048" fmla="*/ 542606 h 1059043"/>
                <a:gd name="connsiteX266-29049" fmla="*/ 1429071 w 3024845"/>
                <a:gd name="connsiteY266-29050" fmla="*/ 542606 h 1059043"/>
                <a:gd name="connsiteX267-29051" fmla="*/ 1445031 w 3024845"/>
                <a:gd name="connsiteY267-29052" fmla="*/ 542606 h 1059043"/>
                <a:gd name="connsiteX268-29053" fmla="*/ 1445031 w 3024845"/>
                <a:gd name="connsiteY268-29054" fmla="*/ 541795 h 1059043"/>
                <a:gd name="connsiteX269-29055" fmla="*/ 1445031 w 3024845"/>
                <a:gd name="connsiteY269-29056" fmla="*/ 536121 h 1059043"/>
                <a:gd name="connsiteX270-29057" fmla="*/ 1445791 w 3024845"/>
                <a:gd name="connsiteY270-29058" fmla="*/ 536121 h 1059043"/>
                <a:gd name="connsiteX271-29059" fmla="*/ 1451111 w 3024845"/>
                <a:gd name="connsiteY271-29060" fmla="*/ 536121 h 1059043"/>
                <a:gd name="connsiteX272-29061" fmla="*/ 1451111 w 3024845"/>
                <a:gd name="connsiteY272-29062" fmla="*/ 537472 h 1059043"/>
                <a:gd name="connsiteX273-29063" fmla="*/ 1451111 w 3024845"/>
                <a:gd name="connsiteY273-29064" fmla="*/ 546930 h 1059043"/>
                <a:gd name="connsiteX274-29065" fmla="*/ 1489618 w 3024845"/>
                <a:gd name="connsiteY274-29066" fmla="*/ 546930 h 1059043"/>
                <a:gd name="connsiteX275-29067" fmla="*/ 1489618 w 3024845"/>
                <a:gd name="connsiteY275-29068" fmla="*/ 685283 h 1059043"/>
                <a:gd name="connsiteX276-29069" fmla="*/ 1491138 w 3024845"/>
                <a:gd name="connsiteY276-29070" fmla="*/ 685283 h 1059043"/>
                <a:gd name="connsiteX277-29071" fmla="*/ 1501778 w 3024845"/>
                <a:gd name="connsiteY277-29072" fmla="*/ 685283 h 1059043"/>
                <a:gd name="connsiteX278-29073" fmla="*/ 1501778 w 3024845"/>
                <a:gd name="connsiteY278-29074" fmla="*/ 672313 h 1059043"/>
                <a:gd name="connsiteX279-29075" fmla="*/ 1505832 w 3024845"/>
                <a:gd name="connsiteY279-29076" fmla="*/ 672313 h 1059043"/>
                <a:gd name="connsiteX280-29077" fmla="*/ 1505832 w 3024845"/>
                <a:gd name="connsiteY280-29078" fmla="*/ 685283 h 1059043"/>
                <a:gd name="connsiteX281-29079" fmla="*/ 1536232 w 3024845"/>
                <a:gd name="connsiteY281-29080" fmla="*/ 685283 h 1059043"/>
                <a:gd name="connsiteX282-29081" fmla="*/ 1536232 w 3024845"/>
                <a:gd name="connsiteY282-29082" fmla="*/ 655018 h 1059043"/>
                <a:gd name="connsiteX283-29083" fmla="*/ 1548392 w 3024845"/>
                <a:gd name="connsiteY283-29084" fmla="*/ 655018 h 1059043"/>
                <a:gd name="connsiteX284-29085" fmla="*/ 1560552 w 3024845"/>
                <a:gd name="connsiteY284-29086" fmla="*/ 652857 h 1059043"/>
                <a:gd name="connsiteX285-29087" fmla="*/ 1564606 w 3024845"/>
                <a:gd name="connsiteY285-29088" fmla="*/ 655018 h 1059043"/>
                <a:gd name="connsiteX286-29089" fmla="*/ 1574739 w 3024845"/>
                <a:gd name="connsiteY286-29090" fmla="*/ 655018 h 1059043"/>
                <a:gd name="connsiteX287-29091" fmla="*/ 1574739 w 3024845"/>
                <a:gd name="connsiteY287-29092" fmla="*/ 685283 h 1059043"/>
                <a:gd name="connsiteX288-29093" fmla="*/ 1582846 w 3024845"/>
                <a:gd name="connsiteY288-29094" fmla="*/ 685283 h 1059043"/>
                <a:gd name="connsiteX289-29095" fmla="*/ 1582846 w 3024845"/>
                <a:gd name="connsiteY289-29096" fmla="*/ 702578 h 1059043"/>
                <a:gd name="connsiteX290-29097" fmla="*/ 1592182 w 3024845"/>
                <a:gd name="connsiteY290-29098" fmla="*/ 703483 h 1059043"/>
                <a:gd name="connsiteX291-29099" fmla="*/ 1605140 w 3024845"/>
                <a:gd name="connsiteY291-29100" fmla="*/ 703483 h 1059043"/>
                <a:gd name="connsiteX292-29101" fmla="*/ 1605140 w 3024845"/>
                <a:gd name="connsiteY292-29102" fmla="*/ 687445 h 1059043"/>
                <a:gd name="connsiteX293-29103" fmla="*/ 1673096 w 3024845"/>
                <a:gd name="connsiteY293-29104" fmla="*/ 687445 h 1059043"/>
                <a:gd name="connsiteX294-29105" fmla="*/ 1673096 w 3024845"/>
                <a:gd name="connsiteY294-29106" fmla="*/ 602192 h 1059043"/>
                <a:gd name="connsiteX295-29107" fmla="*/ 1745104 w 3024845"/>
                <a:gd name="connsiteY295-29108" fmla="*/ 602192 h 1059043"/>
                <a:gd name="connsiteX296-29109" fmla="*/ 1745104 w 3024845"/>
                <a:gd name="connsiteY296-29110" fmla="*/ 680960 h 1059043"/>
                <a:gd name="connsiteX297-29111" fmla="*/ 1747008 w 3024845"/>
                <a:gd name="connsiteY297-29112" fmla="*/ 680960 h 1059043"/>
                <a:gd name="connsiteX298-29113" fmla="*/ 1748250 w 3024845"/>
                <a:gd name="connsiteY298-29114" fmla="*/ 703483 h 1059043"/>
                <a:gd name="connsiteX299-29115" fmla="*/ 1757926 w 3024845"/>
                <a:gd name="connsiteY299-29116" fmla="*/ 703483 h 1059043"/>
                <a:gd name="connsiteX300-29117" fmla="*/ 1759168 w 3024845"/>
                <a:gd name="connsiteY300-29118" fmla="*/ 680960 h 1059043"/>
                <a:gd name="connsiteX301-29119" fmla="*/ 1765248 w 3024845"/>
                <a:gd name="connsiteY301-29120" fmla="*/ 680960 h 1059043"/>
                <a:gd name="connsiteX302-29121" fmla="*/ 1766490 w 3024845"/>
                <a:gd name="connsiteY302-29122" fmla="*/ 703483 h 1059043"/>
                <a:gd name="connsiteX303-29123" fmla="*/ 1817112 w 3024845"/>
                <a:gd name="connsiteY303-29124" fmla="*/ 703483 h 1059043"/>
                <a:gd name="connsiteX304-29125" fmla="*/ 1817112 w 3024845"/>
                <a:gd name="connsiteY304-29126" fmla="*/ 540455 h 1059043"/>
                <a:gd name="connsiteX305-29127" fmla="*/ 2014439 w 3024845"/>
                <a:gd name="connsiteY305-29128" fmla="*/ 540455 h 1059043"/>
                <a:gd name="connsiteX306-29129" fmla="*/ 2014439 w 3024845"/>
                <a:gd name="connsiteY306-29130" fmla="*/ 703483 h 1059043"/>
                <a:gd name="connsiteX307-29131" fmla="*/ 2033136 w 3024845"/>
                <a:gd name="connsiteY307-29132" fmla="*/ 703483 h 1059043"/>
                <a:gd name="connsiteX308-29133" fmla="*/ 2033136 w 3024845"/>
                <a:gd name="connsiteY308-29134" fmla="*/ 620790 h 1059043"/>
                <a:gd name="connsiteX309-29135" fmla="*/ 2128256 w 3024845"/>
                <a:gd name="connsiteY309-29136" fmla="*/ 620790 h 1059043"/>
                <a:gd name="connsiteX310-29137" fmla="*/ 2146266 w 3024845"/>
                <a:gd name="connsiteY310-29138" fmla="*/ 131868 h 1059043"/>
                <a:gd name="connsiteX311-29139" fmla="*/ 2144240 w 3024845"/>
                <a:gd name="connsiteY311-29140" fmla="*/ 125383 h 1059043"/>
                <a:gd name="connsiteX312-29141" fmla="*/ 2150320 w 3024845"/>
                <a:gd name="connsiteY312-29142" fmla="*/ 118897 h 1059043"/>
                <a:gd name="connsiteX313-29143" fmla="*/ 2150320 w 3024845"/>
                <a:gd name="connsiteY313-29144" fmla="*/ 60529 h 1059043"/>
                <a:gd name="connsiteX314-29145" fmla="*/ 2152346 w 3024845"/>
                <a:gd name="connsiteY314-29146" fmla="*/ 56206 h 1059043"/>
                <a:gd name="connsiteX315-29147" fmla="*/ 2152346 w 3024845"/>
                <a:gd name="connsiteY315-29148" fmla="*/ 0 h 1059043"/>
                <a:gd name="connsiteX316-29149" fmla="*/ 2162480 w 3024845"/>
                <a:gd name="connsiteY316-29150" fmla="*/ 118897 h 1059043"/>
                <a:gd name="connsiteX317-29151" fmla="*/ 2168560 w 3024845"/>
                <a:gd name="connsiteY317-29152" fmla="*/ 125383 h 1059043"/>
                <a:gd name="connsiteX318-29153" fmla="*/ 2166533 w 3024845"/>
                <a:gd name="connsiteY318-29154" fmla="*/ 131868 h 1059043"/>
                <a:gd name="connsiteX319-29155" fmla="*/ 2180720 w 3024845"/>
                <a:gd name="connsiteY319-29156" fmla="*/ 555577 h 1059043"/>
                <a:gd name="connsiteX320-29157" fmla="*/ 2245574 w 3024845"/>
                <a:gd name="connsiteY320-29158" fmla="*/ 555577 h 1059043"/>
                <a:gd name="connsiteX321-29159" fmla="*/ 2245574 w 3024845"/>
                <a:gd name="connsiteY321-29160" fmla="*/ 631239 h 1059043"/>
                <a:gd name="connsiteX322-29161" fmla="*/ 2253681 w 3024845"/>
                <a:gd name="connsiteY322-29162" fmla="*/ 631239 h 1059043"/>
                <a:gd name="connsiteX323-29163" fmla="*/ 2255708 w 3024845"/>
                <a:gd name="connsiteY323-29164" fmla="*/ 624754 h 1059043"/>
                <a:gd name="connsiteX324-29165" fmla="*/ 2261788 w 3024845"/>
                <a:gd name="connsiteY324-29166" fmla="*/ 624754 h 1059043"/>
                <a:gd name="connsiteX325-29167" fmla="*/ 2263815 w 3024845"/>
                <a:gd name="connsiteY325-29168" fmla="*/ 633401 h 1059043"/>
                <a:gd name="connsiteX326-29169" fmla="*/ 2275975 w 3024845"/>
                <a:gd name="connsiteY326-29170" fmla="*/ 633401 h 1059043"/>
                <a:gd name="connsiteX327-29171" fmla="*/ 2275975 w 3024845"/>
                <a:gd name="connsiteY327-29172" fmla="*/ 626915 h 1059043"/>
                <a:gd name="connsiteX328-29173" fmla="*/ 2298268 w 3024845"/>
                <a:gd name="connsiteY328-29174" fmla="*/ 626915 h 1059043"/>
                <a:gd name="connsiteX329-29175" fmla="*/ 2298268 w 3024845"/>
                <a:gd name="connsiteY329-29176" fmla="*/ 633401 h 1059043"/>
                <a:gd name="connsiteX330-29177" fmla="*/ 2318535 w 3024845"/>
                <a:gd name="connsiteY330-29178" fmla="*/ 633401 h 1059043"/>
                <a:gd name="connsiteX331-29179" fmla="*/ 2318535 w 3024845"/>
                <a:gd name="connsiteY331-29180" fmla="*/ 678798 h 1059043"/>
                <a:gd name="connsiteX332-29181" fmla="*/ 2332722 w 3024845"/>
                <a:gd name="connsiteY332-29182" fmla="*/ 678798 h 1059043"/>
                <a:gd name="connsiteX333-29183" fmla="*/ 2332722 w 3024845"/>
                <a:gd name="connsiteY333-29184" fmla="*/ 665827 h 1059043"/>
                <a:gd name="connsiteX334-29185" fmla="*/ 2348936 w 3024845"/>
                <a:gd name="connsiteY334-29186" fmla="*/ 665827 h 1059043"/>
                <a:gd name="connsiteX335-29187" fmla="*/ 2348936 w 3024845"/>
                <a:gd name="connsiteY335-29188" fmla="*/ 486400 h 1059043"/>
                <a:gd name="connsiteX336-29189" fmla="*/ 2355016 w 3024845"/>
                <a:gd name="connsiteY336-29190" fmla="*/ 479914 h 1059043"/>
                <a:gd name="connsiteX337-29191" fmla="*/ 2427977 w 3024845"/>
                <a:gd name="connsiteY337-29192" fmla="*/ 479914 h 1059043"/>
                <a:gd name="connsiteX338-29193" fmla="*/ 2427977 w 3024845"/>
                <a:gd name="connsiteY338-29194" fmla="*/ 488562 h 1059043"/>
                <a:gd name="connsiteX339-29195" fmla="*/ 2438110 w 3024845"/>
                <a:gd name="connsiteY339-29196" fmla="*/ 488562 h 1059043"/>
                <a:gd name="connsiteX340-29197" fmla="*/ 2438110 w 3024845"/>
                <a:gd name="connsiteY340-29198" fmla="*/ 603136 h 1059043"/>
                <a:gd name="connsiteX341-29199" fmla="*/ 2460404 w 3024845"/>
                <a:gd name="connsiteY341-29200" fmla="*/ 603136 h 1059043"/>
                <a:gd name="connsiteX342-29201" fmla="*/ 2460404 w 3024845"/>
                <a:gd name="connsiteY342-29202" fmla="*/ 536121 h 1059043"/>
                <a:gd name="connsiteX343-29203" fmla="*/ 2486751 w 3024845"/>
                <a:gd name="connsiteY343-29204" fmla="*/ 536121 h 1059043"/>
                <a:gd name="connsiteX344-29205" fmla="*/ 2490804 w 3024845"/>
                <a:gd name="connsiteY344-29206" fmla="*/ 531797 h 1059043"/>
                <a:gd name="connsiteX345-29207" fmla="*/ 2498911 w 3024845"/>
                <a:gd name="connsiteY345-29208" fmla="*/ 531797 h 1059043"/>
                <a:gd name="connsiteX346-29209" fmla="*/ 2502964 w 3024845"/>
                <a:gd name="connsiteY346-29210" fmla="*/ 536121 h 1059043"/>
                <a:gd name="connsiteX347-29211" fmla="*/ 2525258 w 3024845"/>
                <a:gd name="connsiteY347-29212" fmla="*/ 536121 h 1059043"/>
                <a:gd name="connsiteX348-29213" fmla="*/ 2525258 w 3024845"/>
                <a:gd name="connsiteY348-29214" fmla="*/ 419385 h 1059043"/>
                <a:gd name="connsiteX349-29215" fmla="*/ 2582005 w 3024845"/>
                <a:gd name="connsiteY349-29216" fmla="*/ 408576 h 1059043"/>
                <a:gd name="connsiteX350-29217" fmla="*/ 2582005 w 3024845"/>
                <a:gd name="connsiteY350-29218" fmla="*/ 409657 h 1059043"/>
                <a:gd name="connsiteX351-29219" fmla="*/ 2582005 w 3024845"/>
                <a:gd name="connsiteY351-29220" fmla="*/ 417223 h 1059043"/>
                <a:gd name="connsiteX352-29221" fmla="*/ 2608352 w 3024845"/>
                <a:gd name="connsiteY352-29222" fmla="*/ 417223 h 1059043"/>
                <a:gd name="connsiteX353-29223" fmla="*/ 2608352 w 3024845"/>
                <a:gd name="connsiteY353-29224" fmla="*/ 672313 h 1059043"/>
                <a:gd name="connsiteX354-29225" fmla="*/ 2630646 w 3024845"/>
                <a:gd name="connsiteY354-29226" fmla="*/ 672313 h 1059043"/>
                <a:gd name="connsiteX355-29227" fmla="*/ 2630646 w 3024845"/>
                <a:gd name="connsiteY355-29228" fmla="*/ 667989 h 1059043"/>
                <a:gd name="connsiteX356-29229" fmla="*/ 2642806 w 3024845"/>
                <a:gd name="connsiteY356-29230" fmla="*/ 667989 h 1059043"/>
                <a:gd name="connsiteX357-29231" fmla="*/ 2642806 w 3024845"/>
                <a:gd name="connsiteY357-29232" fmla="*/ 672313 h 1059043"/>
                <a:gd name="connsiteX358-29233" fmla="*/ 2667126 w 3024845"/>
                <a:gd name="connsiteY358-29234" fmla="*/ 672313 h 1059043"/>
                <a:gd name="connsiteX359-29235" fmla="*/ 2667126 w 3024845"/>
                <a:gd name="connsiteY359-29236" fmla="*/ 659342 h 1059043"/>
                <a:gd name="connsiteX360-29237" fmla="*/ 2695500 w 3024845"/>
                <a:gd name="connsiteY360-29238" fmla="*/ 659342 h 1059043"/>
                <a:gd name="connsiteX361-29239" fmla="*/ 2707660 w 3024845"/>
                <a:gd name="connsiteY361-29240" fmla="*/ 655018 h 1059043"/>
                <a:gd name="connsiteX362-29241" fmla="*/ 2727927 w 3024845"/>
                <a:gd name="connsiteY362-29242" fmla="*/ 659342 h 1059043"/>
                <a:gd name="connsiteX363-29243" fmla="*/ 2727927 w 3024845"/>
                <a:gd name="connsiteY363-29244" fmla="*/ 642048 h 1059043"/>
                <a:gd name="connsiteX364-29245" fmla="*/ 2736034 w 3024845"/>
                <a:gd name="connsiteY364-29246" fmla="*/ 642048 h 1059043"/>
                <a:gd name="connsiteX365-29247" fmla="*/ 2736034 w 3024845"/>
                <a:gd name="connsiteY365-29248" fmla="*/ 629077 h 1059043"/>
                <a:gd name="connsiteX366-29249" fmla="*/ 2792781 w 3024845"/>
                <a:gd name="connsiteY366-29250" fmla="*/ 629077 h 1059043"/>
                <a:gd name="connsiteX367-29251" fmla="*/ 2792781 w 3024845"/>
                <a:gd name="connsiteY367-29252" fmla="*/ 598812 h 1059043"/>
                <a:gd name="connsiteX368-29253" fmla="*/ 2811021 w 3024845"/>
                <a:gd name="connsiteY368-29254" fmla="*/ 598812 h 1059043"/>
                <a:gd name="connsiteX369-29255" fmla="*/ 2811021 w 3024845"/>
                <a:gd name="connsiteY369-29256" fmla="*/ 592327 h 1059043"/>
                <a:gd name="connsiteX370-29257" fmla="*/ 2823181 w 3024845"/>
                <a:gd name="connsiteY370-29258" fmla="*/ 592327 h 1059043"/>
                <a:gd name="connsiteX371-29259" fmla="*/ 2823181 w 3024845"/>
                <a:gd name="connsiteY371-29260" fmla="*/ 598812 h 1059043"/>
                <a:gd name="connsiteX372-29261" fmla="*/ 2839395 w 3024845"/>
                <a:gd name="connsiteY372-29262" fmla="*/ 598812 h 1059043"/>
                <a:gd name="connsiteX373-29263" fmla="*/ 2839395 w 3024845"/>
                <a:gd name="connsiteY373-29264" fmla="*/ 648533 h 1059043"/>
                <a:gd name="connsiteX374-29265" fmla="*/ 2871822 w 3024845"/>
                <a:gd name="connsiteY374-29266" fmla="*/ 648533 h 1059043"/>
                <a:gd name="connsiteX375-29267" fmla="*/ 2871822 w 3024845"/>
                <a:gd name="connsiteY375-29268" fmla="*/ 622592 h 1059043"/>
                <a:gd name="connsiteX376-29269" fmla="*/ 2910329 w 3024845"/>
                <a:gd name="connsiteY376-29270" fmla="*/ 622592 h 1059043"/>
                <a:gd name="connsiteX377-29271" fmla="*/ 2910329 w 3024845"/>
                <a:gd name="connsiteY377-29272" fmla="*/ 592327 h 1059043"/>
                <a:gd name="connsiteX378-29273" fmla="*/ 2958970 w 3024845"/>
                <a:gd name="connsiteY378-29274" fmla="*/ 592327 h 1059043"/>
                <a:gd name="connsiteX379-29275" fmla="*/ 2958970 w 3024845"/>
                <a:gd name="connsiteY379-29276" fmla="*/ 703483 h 1059043"/>
                <a:gd name="connsiteX380-29277" fmla="*/ 2958970 w 3024845"/>
                <a:gd name="connsiteY380-29278" fmla="*/ 717262 h 1059043"/>
                <a:gd name="connsiteX381-29279" fmla="*/ 3024845 w 3024845"/>
                <a:gd name="connsiteY381-29280" fmla="*/ 717262 h 1059043"/>
                <a:gd name="connsiteX382-29281" fmla="*/ 3024845 w 3024845"/>
                <a:gd name="connsiteY382-29282" fmla="*/ 1059043 h 1059043"/>
                <a:gd name="connsiteX383-29283" fmla="*/ 2054 w 3024845"/>
                <a:gd name="connsiteY383-29284" fmla="*/ 1056710 h 1059043"/>
                <a:gd name="connsiteX384-29285" fmla="*/ 0 w 3024845"/>
                <a:gd name="connsiteY384-29286" fmla="*/ 622592 h 1059043"/>
                <a:gd name="connsiteX385-29287" fmla="*/ 20267 w 3024845"/>
                <a:gd name="connsiteY385-29288" fmla="*/ 622592 h 1059043"/>
                <a:gd name="connsiteX386-29289" fmla="*/ 20774 w 3024845"/>
                <a:gd name="connsiteY386-29290" fmla="*/ 621511 h 1059043"/>
                <a:gd name="connsiteX387-29291" fmla="*/ 24320 w 3024845"/>
                <a:gd name="connsiteY387-29292" fmla="*/ 613945 h 1059043"/>
                <a:gd name="connsiteX388-29293" fmla="*/ 26094 w 3024845"/>
                <a:gd name="connsiteY388-29294" fmla="*/ 614215 h 1059043"/>
                <a:gd name="connsiteX389-29295" fmla="*/ 38507 w 3024845"/>
                <a:gd name="connsiteY389-29296" fmla="*/ 616106 h 1059043"/>
                <a:gd name="connsiteX390-29297" fmla="*/ 39014 w 3024845"/>
                <a:gd name="connsiteY390-29298" fmla="*/ 617458 h 1059043"/>
                <a:gd name="connsiteX391-29299" fmla="*/ 42560 w 3024845"/>
                <a:gd name="connsiteY391-29300" fmla="*/ 626915 h 1059043"/>
                <a:gd name="connsiteX392-29301" fmla="*/ 68907 w 3024845"/>
                <a:gd name="connsiteY392-29302" fmla="*/ 629077 h 1059043"/>
                <a:gd name="connsiteX393-29303" fmla="*/ 68907 w 3024845"/>
                <a:gd name="connsiteY393-29304" fmla="*/ 505856 h 1059043"/>
                <a:gd name="connsiteX394-29305" fmla="*/ 70934 w 3024845"/>
                <a:gd name="connsiteY394-29306" fmla="*/ 505856 h 1059043"/>
                <a:gd name="connsiteX395-29307" fmla="*/ 85121 w 3024845"/>
                <a:gd name="connsiteY395-29308" fmla="*/ 505856 h 1059043"/>
                <a:gd name="connsiteX396-29309" fmla="*/ 85121 w 3024845"/>
                <a:gd name="connsiteY396-29310" fmla="*/ 369664 h 1059043"/>
                <a:gd name="connsiteX397-29311" fmla="*/ 86894 w 3024845"/>
                <a:gd name="connsiteY397-29312" fmla="*/ 369664 h 1059043"/>
                <a:gd name="connsiteX398-29313" fmla="*/ 99308 w 3024845"/>
                <a:gd name="connsiteY398-29314" fmla="*/ 369664 h 1059043"/>
                <a:gd name="connsiteX399-29315" fmla="*/ 99308 w 3024845"/>
                <a:gd name="connsiteY399-29316" fmla="*/ 255090 h 1059043"/>
                <a:gd name="connsiteX400-29317" fmla="*/ 103361 w 3024845"/>
                <a:gd name="connsiteY400-29318" fmla="*/ 226986 h 1059043"/>
                <a:gd name="connsiteX401-29319" fmla="*/ 105388 w 3024845"/>
                <a:gd name="connsiteY401-29320" fmla="*/ 226986 h 1059043"/>
                <a:gd name="connsiteX402-29321" fmla="*/ 119575 w 3024845"/>
                <a:gd name="connsiteY402-29322" fmla="*/ 226986 h 1059043"/>
                <a:gd name="connsiteX0-29323" fmla="*/ 119575 w 3024845"/>
                <a:gd name="connsiteY0-29324" fmla="*/ 226986 h 1059043"/>
                <a:gd name="connsiteX1-29325" fmla="*/ 200642 w 3024845"/>
                <a:gd name="connsiteY1-29326" fmla="*/ 224825 h 1059043"/>
                <a:gd name="connsiteX2-29327" fmla="*/ 202669 w 3024845"/>
                <a:gd name="connsiteY2-29328" fmla="*/ 224825 h 1059043"/>
                <a:gd name="connsiteX3-29329" fmla="*/ 216856 w 3024845"/>
                <a:gd name="connsiteY3-29330" fmla="*/ 224825 h 1059043"/>
                <a:gd name="connsiteX4-29331" fmla="*/ 216856 w 3024845"/>
                <a:gd name="connsiteY4-29332" fmla="*/ 248604 h 1059043"/>
                <a:gd name="connsiteX5-29333" fmla="*/ 217363 w 3024845"/>
                <a:gd name="connsiteY5-29334" fmla="*/ 249415 h 1059043"/>
                <a:gd name="connsiteX6-29335" fmla="*/ 220909 w 3024845"/>
                <a:gd name="connsiteY6-29336" fmla="*/ 255090 h 1059043"/>
                <a:gd name="connsiteX7-29337" fmla="*/ 220909 w 3024845"/>
                <a:gd name="connsiteY7-29338" fmla="*/ 369664 h 1059043"/>
                <a:gd name="connsiteX8-29339" fmla="*/ 223189 w 3024845"/>
                <a:gd name="connsiteY8-29340" fmla="*/ 369664 h 1059043"/>
                <a:gd name="connsiteX9-29341" fmla="*/ 239150 w 3024845"/>
                <a:gd name="connsiteY9-29342" fmla="*/ 369664 h 1059043"/>
                <a:gd name="connsiteX10-29343" fmla="*/ 239150 w 3024845"/>
                <a:gd name="connsiteY10-29344" fmla="*/ 510179 h 1059043"/>
                <a:gd name="connsiteX11-29345" fmla="*/ 240670 w 3024845"/>
                <a:gd name="connsiteY11-29346" fmla="*/ 509909 h 1059043"/>
                <a:gd name="connsiteX12-29347" fmla="*/ 251310 w 3024845"/>
                <a:gd name="connsiteY12-29348" fmla="*/ 508018 h 1059043"/>
                <a:gd name="connsiteX13-29349" fmla="*/ 249283 w 3024845"/>
                <a:gd name="connsiteY13-29350" fmla="*/ 596650 h 1059043"/>
                <a:gd name="connsiteX14-29351" fmla="*/ 250803 w 3024845"/>
                <a:gd name="connsiteY14-29352" fmla="*/ 596921 h 1059043"/>
                <a:gd name="connsiteX15-29353" fmla="*/ 261443 w 3024845"/>
                <a:gd name="connsiteY15-29354" fmla="*/ 598812 h 1059043"/>
                <a:gd name="connsiteX16-29355" fmla="*/ 261696 w 3024845"/>
                <a:gd name="connsiteY16-29356" fmla="*/ 599623 h 1059043"/>
                <a:gd name="connsiteX17-29357" fmla="*/ 263470 w 3024845"/>
                <a:gd name="connsiteY17-29358" fmla="*/ 605298 h 1059043"/>
                <a:gd name="connsiteX18-29359" fmla="*/ 264230 w 3024845"/>
                <a:gd name="connsiteY18-29360" fmla="*/ 602866 h 1059043"/>
                <a:gd name="connsiteX19-29361" fmla="*/ 269550 w 3024845"/>
                <a:gd name="connsiteY19-29362" fmla="*/ 585842 h 1059043"/>
                <a:gd name="connsiteX20-29363" fmla="*/ 271323 w 3024845"/>
                <a:gd name="connsiteY20-29364" fmla="*/ 585842 h 1059043"/>
                <a:gd name="connsiteX21-29365" fmla="*/ 283737 w 3024845"/>
                <a:gd name="connsiteY21-29366" fmla="*/ 585842 h 1059043"/>
                <a:gd name="connsiteX22-29367" fmla="*/ 283737 w 3024845"/>
                <a:gd name="connsiteY22-29368" fmla="*/ 618268 h 1059043"/>
                <a:gd name="connsiteX23-29369" fmla="*/ 284750 w 3024845"/>
                <a:gd name="connsiteY23-29370" fmla="*/ 618809 h 1059043"/>
                <a:gd name="connsiteX24-29371" fmla="*/ 291844 w 3024845"/>
                <a:gd name="connsiteY24-29372" fmla="*/ 622592 h 1059043"/>
                <a:gd name="connsiteX25-29373" fmla="*/ 291844 w 3024845"/>
                <a:gd name="connsiteY25-29374" fmla="*/ 623943 h 1059043"/>
                <a:gd name="connsiteX26-29375" fmla="*/ 291844 w 3024845"/>
                <a:gd name="connsiteY26-29376" fmla="*/ 633401 h 1059043"/>
                <a:gd name="connsiteX27-29377" fmla="*/ 336431 w 3024845"/>
                <a:gd name="connsiteY27-29378" fmla="*/ 633401 h 1059043"/>
                <a:gd name="connsiteX28-29379" fmla="*/ 336431 w 3024845"/>
                <a:gd name="connsiteY28-29380" fmla="*/ 634482 h 1059043"/>
                <a:gd name="connsiteX29-29381" fmla="*/ 336431 w 3024845"/>
                <a:gd name="connsiteY29-29382" fmla="*/ 642048 h 1059043"/>
                <a:gd name="connsiteX30-29383" fmla="*/ 338457 w 3024845"/>
                <a:gd name="connsiteY30-29384" fmla="*/ 642048 h 1059043"/>
                <a:gd name="connsiteX31-29385" fmla="*/ 352644 w 3024845"/>
                <a:gd name="connsiteY31-29386" fmla="*/ 642048 h 1059043"/>
                <a:gd name="connsiteX32-29387" fmla="*/ 352644 w 3024845"/>
                <a:gd name="connsiteY32-29388" fmla="*/ 611783 h 1059043"/>
                <a:gd name="connsiteX33-29389" fmla="*/ 397231 w 3024845"/>
                <a:gd name="connsiteY33-29390" fmla="*/ 611783 h 1059043"/>
                <a:gd name="connsiteX34-29391" fmla="*/ 397231 w 3024845"/>
                <a:gd name="connsiteY34-29392" fmla="*/ 610432 h 1059043"/>
                <a:gd name="connsiteX35-29393" fmla="*/ 397231 w 3024845"/>
                <a:gd name="connsiteY35-29394" fmla="*/ 600974 h 1059043"/>
                <a:gd name="connsiteX36-29395" fmla="*/ 398245 w 3024845"/>
                <a:gd name="connsiteY36-29396" fmla="*/ 600974 h 1059043"/>
                <a:gd name="connsiteX37-29397" fmla="*/ 405338 w 3024845"/>
                <a:gd name="connsiteY37-29398" fmla="*/ 600974 h 1059043"/>
                <a:gd name="connsiteX38-29399" fmla="*/ 405338 w 3024845"/>
                <a:gd name="connsiteY38-29400" fmla="*/ 599083 h 1059043"/>
                <a:gd name="connsiteX39-29401" fmla="*/ 405338 w 3024845"/>
                <a:gd name="connsiteY39-29402" fmla="*/ 585842 h 1059043"/>
                <a:gd name="connsiteX40-29403" fmla="*/ 406098 w 3024845"/>
                <a:gd name="connsiteY40-29404" fmla="*/ 585842 h 1059043"/>
                <a:gd name="connsiteX41-29405" fmla="*/ 411418 w 3024845"/>
                <a:gd name="connsiteY41-29406" fmla="*/ 585842 h 1059043"/>
                <a:gd name="connsiteX42-29407" fmla="*/ 411418 w 3024845"/>
                <a:gd name="connsiteY42-29408" fmla="*/ 584761 h 1059043"/>
                <a:gd name="connsiteX43-29409" fmla="*/ 411418 w 3024845"/>
                <a:gd name="connsiteY43-29410" fmla="*/ 577194 h 1059043"/>
                <a:gd name="connsiteX44-29411" fmla="*/ 413445 w 3024845"/>
                <a:gd name="connsiteY44-29412" fmla="*/ 577194 h 1059043"/>
                <a:gd name="connsiteX45-29413" fmla="*/ 427632 w 3024845"/>
                <a:gd name="connsiteY45-29414" fmla="*/ 577194 h 1059043"/>
                <a:gd name="connsiteX46-29415" fmla="*/ 427632 w 3024845"/>
                <a:gd name="connsiteY46-29416" fmla="*/ 578275 h 1059043"/>
                <a:gd name="connsiteX47-29417" fmla="*/ 427632 w 3024845"/>
                <a:gd name="connsiteY47-29418" fmla="*/ 585842 h 1059043"/>
                <a:gd name="connsiteX48-29419" fmla="*/ 449925 w 3024845"/>
                <a:gd name="connsiteY48-29420" fmla="*/ 585842 h 1059043"/>
                <a:gd name="connsiteX49-29421" fmla="*/ 449925 w 3024845"/>
                <a:gd name="connsiteY49-29422" fmla="*/ 583950 h 1059043"/>
                <a:gd name="connsiteX50-29423" fmla="*/ 449925 w 3024845"/>
                <a:gd name="connsiteY50-29424" fmla="*/ 570709 h 1059043"/>
                <a:gd name="connsiteX51-29425" fmla="*/ 451699 w 3024845"/>
                <a:gd name="connsiteY51-29426" fmla="*/ 570709 h 1059043"/>
                <a:gd name="connsiteX52-29427" fmla="*/ 464112 w 3024845"/>
                <a:gd name="connsiteY52-29428" fmla="*/ 570709 h 1059043"/>
                <a:gd name="connsiteX53-29429" fmla="*/ 464112 w 3024845"/>
                <a:gd name="connsiteY53-29430" fmla="*/ 594489 h 1059043"/>
                <a:gd name="connsiteX54-29431" fmla="*/ 465126 w 3024845"/>
                <a:gd name="connsiteY54-29432" fmla="*/ 594489 h 1059043"/>
                <a:gd name="connsiteX55-29433" fmla="*/ 472219 w 3024845"/>
                <a:gd name="connsiteY55-29434" fmla="*/ 594489 h 1059043"/>
                <a:gd name="connsiteX56-29435" fmla="*/ 472219 w 3024845"/>
                <a:gd name="connsiteY56-29436" fmla="*/ 593408 h 1059043"/>
                <a:gd name="connsiteX57-29437" fmla="*/ 472219 w 3024845"/>
                <a:gd name="connsiteY57-29438" fmla="*/ 585842 h 1059043"/>
                <a:gd name="connsiteX58-29439" fmla="*/ 473992 w 3024845"/>
                <a:gd name="connsiteY58-29440" fmla="*/ 585842 h 1059043"/>
                <a:gd name="connsiteX59-29441" fmla="*/ 486406 w 3024845"/>
                <a:gd name="connsiteY59-29442" fmla="*/ 585842 h 1059043"/>
                <a:gd name="connsiteX60-29443" fmla="*/ 486406 w 3024845"/>
                <a:gd name="connsiteY60-29444" fmla="*/ 611783 h 1059043"/>
                <a:gd name="connsiteX61-29445" fmla="*/ 488433 w 3024845"/>
                <a:gd name="connsiteY61-29446" fmla="*/ 611783 h 1059043"/>
                <a:gd name="connsiteX62-29447" fmla="*/ 502619 w 3024845"/>
                <a:gd name="connsiteY62-29448" fmla="*/ 611783 h 1059043"/>
                <a:gd name="connsiteX63-29449" fmla="*/ 502619 w 3024845"/>
                <a:gd name="connsiteY63-29450" fmla="*/ 613404 h 1059043"/>
                <a:gd name="connsiteX64-29451" fmla="*/ 502619 w 3024845"/>
                <a:gd name="connsiteY64-29452" fmla="*/ 624754 h 1059043"/>
                <a:gd name="connsiteX65-29453" fmla="*/ 503379 w 3024845"/>
                <a:gd name="connsiteY65-29454" fmla="*/ 624754 h 1059043"/>
                <a:gd name="connsiteX66-29455" fmla="*/ 508700 w 3024845"/>
                <a:gd name="connsiteY66-29456" fmla="*/ 624754 h 1059043"/>
                <a:gd name="connsiteX67-29457" fmla="*/ 508700 w 3024845"/>
                <a:gd name="connsiteY67-29458" fmla="*/ 623943 h 1059043"/>
                <a:gd name="connsiteX68-29459" fmla="*/ 508700 w 3024845"/>
                <a:gd name="connsiteY68-29460" fmla="*/ 618268 h 1059043"/>
                <a:gd name="connsiteX69-29461" fmla="*/ 539100 w 3024845"/>
                <a:gd name="connsiteY69-29462" fmla="*/ 618268 h 1059043"/>
                <a:gd name="connsiteX70-29463" fmla="*/ 539100 w 3024845"/>
                <a:gd name="connsiteY70-29464" fmla="*/ 642048 h 1059043"/>
                <a:gd name="connsiteX71-29465" fmla="*/ 540113 w 3024845"/>
                <a:gd name="connsiteY71-29466" fmla="*/ 642048 h 1059043"/>
                <a:gd name="connsiteX72-29467" fmla="*/ 547207 w 3024845"/>
                <a:gd name="connsiteY72-29468" fmla="*/ 642048 h 1059043"/>
                <a:gd name="connsiteX73-29469" fmla="*/ 547207 w 3024845"/>
                <a:gd name="connsiteY73-29470" fmla="*/ 643129 h 1059043"/>
                <a:gd name="connsiteX74-29471" fmla="*/ 547207 w 3024845"/>
                <a:gd name="connsiteY74-29472" fmla="*/ 650695 h 1059043"/>
                <a:gd name="connsiteX75-29473" fmla="*/ 547967 w 3024845"/>
                <a:gd name="connsiteY75-29474" fmla="*/ 650695 h 1059043"/>
                <a:gd name="connsiteX76-29475" fmla="*/ 553287 w 3024845"/>
                <a:gd name="connsiteY76-29476" fmla="*/ 650695 h 1059043"/>
                <a:gd name="connsiteX77-29477" fmla="*/ 553287 w 3024845"/>
                <a:gd name="connsiteY77-29478" fmla="*/ 648533 h 1059043"/>
                <a:gd name="connsiteX78-29479" fmla="*/ 553287 w 3024845"/>
                <a:gd name="connsiteY78-29480" fmla="*/ 633401 h 1059043"/>
                <a:gd name="connsiteX79-29481" fmla="*/ 554300 w 3024845"/>
                <a:gd name="connsiteY79-29482" fmla="*/ 633401 h 1059043"/>
                <a:gd name="connsiteX80-29483" fmla="*/ 561394 w 3024845"/>
                <a:gd name="connsiteY80-29484" fmla="*/ 633401 h 1059043"/>
                <a:gd name="connsiteX81-29485" fmla="*/ 561394 w 3024845"/>
                <a:gd name="connsiteY81-29486" fmla="*/ 634482 h 1059043"/>
                <a:gd name="connsiteX82-29487" fmla="*/ 561394 w 3024845"/>
                <a:gd name="connsiteY82-29488" fmla="*/ 642048 h 1059043"/>
                <a:gd name="connsiteX83-29489" fmla="*/ 566714 w 3024845"/>
                <a:gd name="connsiteY83-29490" fmla="*/ 640055 h 1059043"/>
                <a:gd name="connsiteX84-29491" fmla="*/ 567474 w 3024845"/>
                <a:gd name="connsiteY84-29492" fmla="*/ 639075 h 1059043"/>
                <a:gd name="connsiteX85-29493" fmla="*/ 567474 w 3024845"/>
                <a:gd name="connsiteY85-29494" fmla="*/ 633401 h 1059043"/>
                <a:gd name="connsiteX86-29495" fmla="*/ 605981 w 3024845"/>
                <a:gd name="connsiteY86-29496" fmla="*/ 633401 h 1059043"/>
                <a:gd name="connsiteX87-29497" fmla="*/ 605981 w 3024845"/>
                <a:gd name="connsiteY87-29498" fmla="*/ 657180 h 1059043"/>
                <a:gd name="connsiteX88-29499" fmla="*/ 608007 w 3024845"/>
                <a:gd name="connsiteY88-29500" fmla="*/ 657180 h 1059043"/>
                <a:gd name="connsiteX89-29501" fmla="*/ 622194 w 3024845"/>
                <a:gd name="connsiteY89-29502" fmla="*/ 657180 h 1059043"/>
                <a:gd name="connsiteX90-29503" fmla="*/ 622194 w 3024845"/>
                <a:gd name="connsiteY90-29504" fmla="*/ 658261 h 1059043"/>
                <a:gd name="connsiteX91-29505" fmla="*/ 622194 w 3024845"/>
                <a:gd name="connsiteY91-29506" fmla="*/ 665827 h 1059043"/>
                <a:gd name="connsiteX92-29507" fmla="*/ 623968 w 3024845"/>
                <a:gd name="connsiteY92-29508" fmla="*/ 665827 h 1059043"/>
                <a:gd name="connsiteX93-29509" fmla="*/ 636381 w 3024845"/>
                <a:gd name="connsiteY93-29510" fmla="*/ 665827 h 1059043"/>
                <a:gd name="connsiteX94-29511" fmla="*/ 636381 w 3024845"/>
                <a:gd name="connsiteY94-29512" fmla="*/ 642048 h 1059043"/>
                <a:gd name="connsiteX95-29513" fmla="*/ 637394 w 3024845"/>
                <a:gd name="connsiteY95-29514" fmla="*/ 642048 h 1059043"/>
                <a:gd name="connsiteX96-29515" fmla="*/ 644488 w 3024845"/>
                <a:gd name="connsiteY96-29516" fmla="*/ 642048 h 1059043"/>
                <a:gd name="connsiteX97-29517" fmla="*/ 644488 w 3024845"/>
                <a:gd name="connsiteY97-29518" fmla="*/ 609621 h 1059043"/>
                <a:gd name="connsiteX98-29519" fmla="*/ 645501 w 3024845"/>
                <a:gd name="connsiteY98-29520" fmla="*/ 609621 h 1059043"/>
                <a:gd name="connsiteX99-29521" fmla="*/ 652595 w 3024845"/>
                <a:gd name="connsiteY99-29522" fmla="*/ 609621 h 1059043"/>
                <a:gd name="connsiteX100-29523" fmla="*/ 652595 w 3024845"/>
                <a:gd name="connsiteY100-29524" fmla="*/ 607730 h 1059043"/>
                <a:gd name="connsiteX101-29525" fmla="*/ 652595 w 3024845"/>
                <a:gd name="connsiteY101-29526" fmla="*/ 594489 h 1059043"/>
                <a:gd name="connsiteX102-29527" fmla="*/ 651328 w 3024845"/>
                <a:gd name="connsiteY102-29528" fmla="*/ 592867 h 1059043"/>
                <a:gd name="connsiteX103-29529" fmla="*/ 656648 w 3024845"/>
                <a:gd name="connsiteY103-29530" fmla="*/ 581518 h 1059043"/>
                <a:gd name="connsiteX104-29531" fmla="*/ 664755 w 3024845"/>
                <a:gd name="connsiteY104-29532" fmla="*/ 609621 h 1059043"/>
                <a:gd name="connsiteX105-29533" fmla="*/ 665515 w 3024845"/>
                <a:gd name="connsiteY105-29534" fmla="*/ 609621 h 1059043"/>
                <a:gd name="connsiteX106-29535" fmla="*/ 670835 w 3024845"/>
                <a:gd name="connsiteY106-29536" fmla="*/ 609621 h 1059043"/>
                <a:gd name="connsiteX107-29537" fmla="*/ 670835 w 3024845"/>
                <a:gd name="connsiteY107-29538" fmla="*/ 503694 h 1059043"/>
                <a:gd name="connsiteX108-29539" fmla="*/ 672355 w 3024845"/>
                <a:gd name="connsiteY108-29540" fmla="*/ 503694 h 1059043"/>
                <a:gd name="connsiteX109-29541" fmla="*/ 682995 w 3024845"/>
                <a:gd name="connsiteY109-29542" fmla="*/ 503694 h 1059043"/>
                <a:gd name="connsiteX110-29543" fmla="*/ 682995 w 3024845"/>
                <a:gd name="connsiteY110-29544" fmla="*/ 456135 h 1059043"/>
                <a:gd name="connsiteX111-29545" fmla="*/ 709342 w 3024845"/>
                <a:gd name="connsiteY111-29546" fmla="*/ 456135 h 1059043"/>
                <a:gd name="connsiteX112-29547" fmla="*/ 709342 w 3024845"/>
                <a:gd name="connsiteY112-29548" fmla="*/ 434517 h 1059043"/>
                <a:gd name="connsiteX113-29549" fmla="*/ 743796 w 3024845"/>
                <a:gd name="connsiteY113-29550" fmla="*/ 434517 h 1059043"/>
                <a:gd name="connsiteX114-29551" fmla="*/ 743796 w 3024845"/>
                <a:gd name="connsiteY114-29552" fmla="*/ 436949 h 1059043"/>
                <a:gd name="connsiteX115-29553" fmla="*/ 743796 w 3024845"/>
                <a:gd name="connsiteY115-29554" fmla="*/ 453973 h 1059043"/>
                <a:gd name="connsiteX116-29555" fmla="*/ 746076 w 3024845"/>
                <a:gd name="connsiteY116-29556" fmla="*/ 453973 h 1059043"/>
                <a:gd name="connsiteX117-29557" fmla="*/ 762036 w 3024845"/>
                <a:gd name="connsiteY117-29558" fmla="*/ 453973 h 1059043"/>
                <a:gd name="connsiteX118-29559" fmla="*/ 762036 w 3024845"/>
                <a:gd name="connsiteY118-29560" fmla="*/ 501532 h 1059043"/>
                <a:gd name="connsiteX119-29561" fmla="*/ 763049 w 3024845"/>
                <a:gd name="connsiteY119-29562" fmla="*/ 501532 h 1059043"/>
                <a:gd name="connsiteX120-29563" fmla="*/ 770143 w 3024845"/>
                <a:gd name="connsiteY120-29564" fmla="*/ 501532 h 1059043"/>
                <a:gd name="connsiteX121-29565" fmla="*/ 784330 w 3024845"/>
                <a:gd name="connsiteY121-29566" fmla="*/ 505856 h 1059043"/>
                <a:gd name="connsiteX122-29567" fmla="*/ 784330 w 3024845"/>
                <a:gd name="connsiteY122-29568" fmla="*/ 544768 h 1059043"/>
                <a:gd name="connsiteX123-29569" fmla="*/ 785343 w 3024845"/>
                <a:gd name="connsiteY123-29570" fmla="*/ 544768 h 1059043"/>
                <a:gd name="connsiteX124-29571" fmla="*/ 792436 w 3024845"/>
                <a:gd name="connsiteY124-29572" fmla="*/ 544768 h 1059043"/>
                <a:gd name="connsiteX125-29573" fmla="*/ 792436 w 3024845"/>
                <a:gd name="connsiteY125-29574" fmla="*/ 546389 h 1059043"/>
                <a:gd name="connsiteX126-29575" fmla="*/ 792436 w 3024845"/>
                <a:gd name="connsiteY126-29576" fmla="*/ 557738 h 1059043"/>
                <a:gd name="connsiteX127-29577" fmla="*/ 794463 w 3024845"/>
                <a:gd name="connsiteY127-29578" fmla="*/ 557738 h 1059043"/>
                <a:gd name="connsiteX128-29579" fmla="*/ 808650 w 3024845"/>
                <a:gd name="connsiteY128-29580" fmla="*/ 557738 h 1059043"/>
                <a:gd name="connsiteX129-29581" fmla="*/ 814730 w 3024845"/>
                <a:gd name="connsiteY129-29582" fmla="*/ 564224 h 1059043"/>
                <a:gd name="connsiteX130-29583" fmla="*/ 814730 w 3024845"/>
                <a:gd name="connsiteY130-29584" fmla="*/ 585842 h 1059043"/>
                <a:gd name="connsiteX131-29585" fmla="*/ 817010 w 3024845"/>
                <a:gd name="connsiteY131-29586" fmla="*/ 585842 h 1059043"/>
                <a:gd name="connsiteX132-29587" fmla="*/ 832970 w 3024845"/>
                <a:gd name="connsiteY132-29588" fmla="*/ 585842 h 1059043"/>
                <a:gd name="connsiteX133-29589" fmla="*/ 832970 w 3024845"/>
                <a:gd name="connsiteY133-29590" fmla="*/ 586922 h 1059043"/>
                <a:gd name="connsiteX134-29591" fmla="*/ 832970 w 3024845"/>
                <a:gd name="connsiteY134-29592" fmla="*/ 594489 h 1059043"/>
                <a:gd name="connsiteX135-29593" fmla="*/ 834237 w 3024845"/>
                <a:gd name="connsiteY135-29594" fmla="*/ 594489 h 1059043"/>
                <a:gd name="connsiteX136-29595" fmla="*/ 843104 w 3024845"/>
                <a:gd name="connsiteY136-29596" fmla="*/ 594489 h 1059043"/>
                <a:gd name="connsiteX137-29597" fmla="*/ 843104 w 3024845"/>
                <a:gd name="connsiteY137-29598" fmla="*/ 596650 h 1059043"/>
                <a:gd name="connsiteX138-29599" fmla="*/ 843104 w 3024845"/>
                <a:gd name="connsiteY138-29600" fmla="*/ 611783 h 1059043"/>
                <a:gd name="connsiteX139-29601" fmla="*/ 847157 w 3024845"/>
                <a:gd name="connsiteY139-29602" fmla="*/ 609891 h 1059043"/>
                <a:gd name="connsiteX140-29603" fmla="*/ 847157 w 3024845"/>
                <a:gd name="connsiteY140-29604" fmla="*/ 596650 h 1059043"/>
                <a:gd name="connsiteX141-29605" fmla="*/ 848170 w 3024845"/>
                <a:gd name="connsiteY141-29606" fmla="*/ 596650 h 1059043"/>
                <a:gd name="connsiteX142-29607" fmla="*/ 855264 w 3024845"/>
                <a:gd name="connsiteY142-29608" fmla="*/ 596650 h 1059043"/>
                <a:gd name="connsiteX143-29609" fmla="*/ 855264 w 3024845"/>
                <a:gd name="connsiteY143-29610" fmla="*/ 598272 h 1059043"/>
                <a:gd name="connsiteX144-29611" fmla="*/ 855264 w 3024845"/>
                <a:gd name="connsiteY144-29612" fmla="*/ 609621 h 1059043"/>
                <a:gd name="connsiteX145-29613" fmla="*/ 856024 w 3024845"/>
                <a:gd name="connsiteY145-29614" fmla="*/ 609621 h 1059043"/>
                <a:gd name="connsiteX146-29615" fmla="*/ 861344 w 3024845"/>
                <a:gd name="connsiteY146-29616" fmla="*/ 609621 h 1059043"/>
                <a:gd name="connsiteX147-29617" fmla="*/ 909984 w 3024845"/>
                <a:gd name="connsiteY147-29618" fmla="*/ 605298 h 1059043"/>
                <a:gd name="connsiteX148-29619" fmla="*/ 909984 w 3024845"/>
                <a:gd name="connsiteY148-29620" fmla="*/ 606649 h 1059043"/>
                <a:gd name="connsiteX149-29621" fmla="*/ 909984 w 3024845"/>
                <a:gd name="connsiteY149-29622" fmla="*/ 616106 h 1059043"/>
                <a:gd name="connsiteX150-29623" fmla="*/ 910744 w 3024845"/>
                <a:gd name="connsiteY150-29624" fmla="*/ 616106 h 1059043"/>
                <a:gd name="connsiteX151-29625" fmla="*/ 916065 w 3024845"/>
                <a:gd name="connsiteY151-29626" fmla="*/ 616106 h 1059043"/>
                <a:gd name="connsiteX152-29627" fmla="*/ 916065 w 3024845"/>
                <a:gd name="connsiteY152-29628" fmla="*/ 618268 h 1059043"/>
                <a:gd name="connsiteX153-29629" fmla="*/ 916065 w 3024845"/>
                <a:gd name="connsiteY153-29630" fmla="*/ 633401 h 1059043"/>
                <a:gd name="connsiteX154-29631" fmla="*/ 918091 w 3024845"/>
                <a:gd name="connsiteY154-29632" fmla="*/ 632050 h 1059043"/>
                <a:gd name="connsiteX155-29633" fmla="*/ 932278 w 3024845"/>
                <a:gd name="connsiteY155-29634" fmla="*/ 622592 h 1059043"/>
                <a:gd name="connsiteX156-29635" fmla="*/ 938358 w 3024845"/>
                <a:gd name="connsiteY156-29636" fmla="*/ 581518 h 1059043"/>
                <a:gd name="connsiteX157-29637" fmla="*/ 939118 w 3024845"/>
                <a:gd name="connsiteY157-29638" fmla="*/ 581248 h 1059043"/>
                <a:gd name="connsiteX158-29639" fmla="*/ 944438 w 3024845"/>
                <a:gd name="connsiteY158-29640" fmla="*/ 579356 h 1059043"/>
                <a:gd name="connsiteX159-29641" fmla="*/ 946465 w 3024845"/>
                <a:gd name="connsiteY159-29642" fmla="*/ 510179 h 1059043"/>
                <a:gd name="connsiteX160-29643" fmla="*/ 948492 w 3024845"/>
                <a:gd name="connsiteY160-29644" fmla="*/ 579356 h 1059043"/>
                <a:gd name="connsiteX161-29645" fmla="*/ 949252 w 3024845"/>
                <a:gd name="connsiteY161-29646" fmla="*/ 579626 h 1059043"/>
                <a:gd name="connsiteX162-29647" fmla="*/ 954572 w 3024845"/>
                <a:gd name="connsiteY162-29648" fmla="*/ 581518 h 1059043"/>
                <a:gd name="connsiteX163-29649" fmla="*/ 954572 w 3024845"/>
                <a:gd name="connsiteY163-29650" fmla="*/ 495047 h 1059043"/>
                <a:gd name="connsiteX164-29651" fmla="*/ 958625 w 3024845"/>
                <a:gd name="connsiteY164-29652" fmla="*/ 462620 h 1059043"/>
                <a:gd name="connsiteX165-29653" fmla="*/ 997132 w 3024845"/>
                <a:gd name="connsiteY165-29654" fmla="*/ 462620 h 1059043"/>
                <a:gd name="connsiteX166-29655" fmla="*/ 997132 w 3024845"/>
                <a:gd name="connsiteY166-29656" fmla="*/ 495047 h 1059043"/>
                <a:gd name="connsiteX167-29657" fmla="*/ 997892 w 3024845"/>
                <a:gd name="connsiteY167-29658" fmla="*/ 495047 h 1059043"/>
                <a:gd name="connsiteX168-29659" fmla="*/ 1003212 w 3024845"/>
                <a:gd name="connsiteY168-29660" fmla="*/ 495047 h 1059043"/>
                <a:gd name="connsiteX169-29661" fmla="*/ 1003212 w 3024845"/>
                <a:gd name="connsiteY169-29662" fmla="*/ 412899 h 1059043"/>
                <a:gd name="connsiteX170-29663" fmla="*/ 1004986 w 3024845"/>
                <a:gd name="connsiteY170-29664" fmla="*/ 412899 h 1059043"/>
                <a:gd name="connsiteX171-29665" fmla="*/ 1017399 w 3024845"/>
                <a:gd name="connsiteY171-29666" fmla="*/ 412899 h 1059043"/>
                <a:gd name="connsiteX172-29667" fmla="*/ 1017399 w 3024845"/>
                <a:gd name="connsiteY172-29668" fmla="*/ 411008 h 1059043"/>
                <a:gd name="connsiteX173-29669" fmla="*/ 1017399 w 3024845"/>
                <a:gd name="connsiteY173-29670" fmla="*/ 397767 h 1059043"/>
                <a:gd name="connsiteX174-29671" fmla="*/ 1039693 w 3024845"/>
                <a:gd name="connsiteY174-29672" fmla="*/ 397767 h 1059043"/>
                <a:gd name="connsiteX175-29673" fmla="*/ 1039693 w 3024845"/>
                <a:gd name="connsiteY175-29674" fmla="*/ 396686 h 1059043"/>
                <a:gd name="connsiteX176-29675" fmla="*/ 1039693 w 3024845"/>
                <a:gd name="connsiteY176-29676" fmla="*/ 389120 h 1059043"/>
                <a:gd name="connsiteX177-29677" fmla="*/ 1041466 w 3024845"/>
                <a:gd name="connsiteY177-29678" fmla="*/ 389120 h 1059043"/>
                <a:gd name="connsiteX178-29679" fmla="*/ 1053880 w 3024845"/>
                <a:gd name="connsiteY178-29680" fmla="*/ 389120 h 1059043"/>
                <a:gd name="connsiteX179-29681" fmla="*/ 1053880 w 3024845"/>
                <a:gd name="connsiteY179-29682" fmla="*/ 390201 h 1059043"/>
                <a:gd name="connsiteX180-29683" fmla="*/ 1053880 w 3024845"/>
                <a:gd name="connsiteY180-29684" fmla="*/ 397767 h 1059043"/>
                <a:gd name="connsiteX181-29685" fmla="*/ 1054640 w 3024845"/>
                <a:gd name="connsiteY181-29686" fmla="*/ 397767 h 1059043"/>
                <a:gd name="connsiteX182-29687" fmla="*/ 1059960 w 3024845"/>
                <a:gd name="connsiteY182-29688" fmla="*/ 397767 h 1059043"/>
                <a:gd name="connsiteX183-29689" fmla="*/ 1070093 w 3024845"/>
                <a:gd name="connsiteY183-29690" fmla="*/ 393443 h 1059043"/>
                <a:gd name="connsiteX184-29691" fmla="*/ 1074146 w 3024845"/>
                <a:gd name="connsiteY184-29692" fmla="*/ 396686 h 1059043"/>
                <a:gd name="connsiteX185-29693" fmla="*/ 1074146 w 3024845"/>
                <a:gd name="connsiteY185-29694" fmla="*/ 389120 h 1059043"/>
                <a:gd name="connsiteX186-29695" fmla="*/ 1076426 w 3024845"/>
                <a:gd name="connsiteY186-29696" fmla="*/ 389120 h 1059043"/>
                <a:gd name="connsiteX187-29697" fmla="*/ 1092387 w 3024845"/>
                <a:gd name="connsiteY187-29698" fmla="*/ 389120 h 1059043"/>
                <a:gd name="connsiteX188-29699" fmla="*/ 1092387 w 3024845"/>
                <a:gd name="connsiteY188-29700" fmla="*/ 390201 h 1059043"/>
                <a:gd name="connsiteX189-29701" fmla="*/ 1092387 w 3024845"/>
                <a:gd name="connsiteY189-29702" fmla="*/ 397767 h 1059043"/>
                <a:gd name="connsiteX190-29703" fmla="*/ 1122787 w 3024845"/>
                <a:gd name="connsiteY190-29704" fmla="*/ 397767 h 1059043"/>
                <a:gd name="connsiteX191-29705" fmla="*/ 1122787 w 3024845"/>
                <a:gd name="connsiteY191-29706" fmla="*/ 399388 h 1059043"/>
                <a:gd name="connsiteX192-29707" fmla="*/ 1122787 w 3024845"/>
                <a:gd name="connsiteY192-29708" fmla="*/ 410738 h 1059043"/>
                <a:gd name="connsiteX193-29709" fmla="*/ 1149134 w 3024845"/>
                <a:gd name="connsiteY193-29710" fmla="*/ 410738 h 1059043"/>
                <a:gd name="connsiteX194-29711" fmla="*/ 1149134 w 3024845"/>
                <a:gd name="connsiteY194-29712" fmla="*/ 441002 h 1059043"/>
                <a:gd name="connsiteX195-29713" fmla="*/ 1149894 w 3024845"/>
                <a:gd name="connsiteY195-29714" fmla="*/ 441002 h 1059043"/>
                <a:gd name="connsiteX196-29715" fmla="*/ 1155214 w 3024845"/>
                <a:gd name="connsiteY196-29716" fmla="*/ 441002 h 1059043"/>
                <a:gd name="connsiteX197-29717" fmla="*/ 1155214 w 3024845"/>
                <a:gd name="connsiteY197-29718" fmla="*/ 442083 h 1059043"/>
                <a:gd name="connsiteX198-29719" fmla="*/ 1155214 w 3024845"/>
                <a:gd name="connsiteY198-29720" fmla="*/ 449650 h 1059043"/>
                <a:gd name="connsiteX199-29721" fmla="*/ 1159268 w 3024845"/>
                <a:gd name="connsiteY199-29722" fmla="*/ 479914 h 1059043"/>
                <a:gd name="connsiteX200-29723" fmla="*/ 1160028 w 3024845"/>
                <a:gd name="connsiteY200-29724" fmla="*/ 479914 h 1059043"/>
                <a:gd name="connsiteX201-29725" fmla="*/ 1165348 w 3024845"/>
                <a:gd name="connsiteY201-29726" fmla="*/ 479914 h 1059043"/>
                <a:gd name="connsiteX202-29727" fmla="*/ 1165348 w 3024845"/>
                <a:gd name="connsiteY202-29728" fmla="*/ 480725 h 1059043"/>
                <a:gd name="connsiteX203-29729" fmla="*/ 1165348 w 3024845"/>
                <a:gd name="connsiteY203-29730" fmla="*/ 486400 h 1059043"/>
                <a:gd name="connsiteX204-29731" fmla="*/ 1166361 w 3024845"/>
                <a:gd name="connsiteY204-29732" fmla="*/ 486400 h 1059043"/>
                <a:gd name="connsiteX205-29733" fmla="*/ 1173454 w 3024845"/>
                <a:gd name="connsiteY205-29734" fmla="*/ 486400 h 1059043"/>
                <a:gd name="connsiteX206-29735" fmla="*/ 1173454 w 3024845"/>
                <a:gd name="connsiteY206-29736" fmla="*/ 516665 h 1059043"/>
                <a:gd name="connsiteX207-29737" fmla="*/ 1175481 w 3024845"/>
                <a:gd name="connsiteY207-29738" fmla="*/ 516665 h 1059043"/>
                <a:gd name="connsiteX208-29739" fmla="*/ 1189668 w 3024845"/>
                <a:gd name="connsiteY208-29740" fmla="*/ 516665 h 1059043"/>
                <a:gd name="connsiteX209-29741" fmla="*/ 1189668 w 3024845"/>
                <a:gd name="connsiteY209-29742" fmla="*/ 540444 h 1059043"/>
                <a:gd name="connsiteX210-29743" fmla="*/ 1191695 w 3024845"/>
                <a:gd name="connsiteY210-29744" fmla="*/ 542065 h 1059043"/>
                <a:gd name="connsiteX211-29745" fmla="*/ 1191695 w 3024845"/>
                <a:gd name="connsiteY211-29746" fmla="*/ 553415 h 1059043"/>
                <a:gd name="connsiteX212-29747" fmla="*/ 1192455 w 3024845"/>
                <a:gd name="connsiteY212-29748" fmla="*/ 553415 h 1059043"/>
                <a:gd name="connsiteX213-29749" fmla="*/ 1197775 w 3024845"/>
                <a:gd name="connsiteY213-29750" fmla="*/ 553415 h 1059043"/>
                <a:gd name="connsiteX214-29751" fmla="*/ 1197775 w 3024845"/>
                <a:gd name="connsiteY214-29752" fmla="*/ 577194 h 1059043"/>
                <a:gd name="connsiteX215-29753" fmla="*/ 1199041 w 3024845"/>
                <a:gd name="connsiteY215-29754" fmla="*/ 577194 h 1059043"/>
                <a:gd name="connsiteX216-29755" fmla="*/ 1207908 w 3024845"/>
                <a:gd name="connsiteY216-29756" fmla="*/ 577194 h 1059043"/>
                <a:gd name="connsiteX217-29757" fmla="*/ 1209935 w 3024845"/>
                <a:gd name="connsiteY217-29758" fmla="*/ 581248 h 1059043"/>
                <a:gd name="connsiteX218-29759" fmla="*/ 1209935 w 3024845"/>
                <a:gd name="connsiteY218-29760" fmla="*/ 594489 h 1059043"/>
                <a:gd name="connsiteX219-29761" fmla="*/ 1211455 w 3024845"/>
                <a:gd name="connsiteY219-29762" fmla="*/ 592597 h 1059043"/>
                <a:gd name="connsiteX220-29763" fmla="*/ 1222095 w 3024845"/>
                <a:gd name="connsiteY220-29764" fmla="*/ 579356 h 1059043"/>
                <a:gd name="connsiteX221-29765" fmla="*/ 1250469 w 3024845"/>
                <a:gd name="connsiteY221-29766" fmla="*/ 579356 h 1059043"/>
                <a:gd name="connsiteX222-29767" fmla="*/ 1250469 w 3024845"/>
                <a:gd name="connsiteY222-29768" fmla="*/ 665827 h 1059043"/>
                <a:gd name="connsiteX223-29769" fmla="*/ 1251229 w 3024845"/>
                <a:gd name="connsiteY223-29770" fmla="*/ 665827 h 1059043"/>
                <a:gd name="connsiteX224-29771" fmla="*/ 1256549 w 3024845"/>
                <a:gd name="connsiteY224-29772" fmla="*/ 665827 h 1059043"/>
                <a:gd name="connsiteX225-29773" fmla="*/ 1257309 w 3024845"/>
                <a:gd name="connsiteY225-29774" fmla="*/ 664476 h 1059043"/>
                <a:gd name="connsiteX226-29775" fmla="*/ 1262629 w 3024845"/>
                <a:gd name="connsiteY226-29776" fmla="*/ 655018 h 1059043"/>
                <a:gd name="connsiteX227-29777" fmla="*/ 1262629 w 3024845"/>
                <a:gd name="connsiteY227-29778" fmla="*/ 656910 h 1059043"/>
                <a:gd name="connsiteX228-29779" fmla="*/ 1262629 w 3024845"/>
                <a:gd name="connsiteY228-29780" fmla="*/ 670151 h 1059043"/>
                <a:gd name="connsiteX229-29781" fmla="*/ 1266682 w 3024845"/>
                <a:gd name="connsiteY229-29782" fmla="*/ 624754 h 1059043"/>
                <a:gd name="connsiteX230-29783" fmla="*/ 1267442 w 3024845"/>
                <a:gd name="connsiteY230-29784" fmla="*/ 624754 h 1059043"/>
                <a:gd name="connsiteX231-29785" fmla="*/ 1272762 w 3024845"/>
                <a:gd name="connsiteY231-29786" fmla="*/ 624754 h 1059043"/>
                <a:gd name="connsiteX232-29787" fmla="*/ 1272762 w 3024845"/>
                <a:gd name="connsiteY232-29788" fmla="*/ 559900 h 1059043"/>
                <a:gd name="connsiteX233-29789" fmla="*/ 1273776 w 3024845"/>
                <a:gd name="connsiteY233-29790" fmla="*/ 559900 h 1059043"/>
                <a:gd name="connsiteX234-29791" fmla="*/ 1280869 w 3024845"/>
                <a:gd name="connsiteY234-29792" fmla="*/ 559900 h 1059043"/>
                <a:gd name="connsiteX235-29793" fmla="*/ 1293029 w 3024845"/>
                <a:gd name="connsiteY235-29794" fmla="*/ 516665 h 1059043"/>
                <a:gd name="connsiteX236-29795" fmla="*/ 1294296 w 3024845"/>
                <a:gd name="connsiteY236-29796" fmla="*/ 516665 h 1059043"/>
                <a:gd name="connsiteX237-29797" fmla="*/ 1303163 w 3024845"/>
                <a:gd name="connsiteY237-29798" fmla="*/ 516665 h 1059043"/>
                <a:gd name="connsiteX238-29799" fmla="*/ 1313296 w 3024845"/>
                <a:gd name="connsiteY238-29800" fmla="*/ 559900 h 1059043"/>
                <a:gd name="connsiteX239-29801" fmla="*/ 1314309 w 3024845"/>
                <a:gd name="connsiteY239-29802" fmla="*/ 559900 h 1059043"/>
                <a:gd name="connsiteX240-29803" fmla="*/ 1321403 w 3024845"/>
                <a:gd name="connsiteY240-29804" fmla="*/ 559900 h 1059043"/>
                <a:gd name="connsiteX241-29805" fmla="*/ 1321403 w 3024845"/>
                <a:gd name="connsiteY241-29806" fmla="*/ 598812 h 1059043"/>
                <a:gd name="connsiteX242-29807" fmla="*/ 1323176 w 3024845"/>
                <a:gd name="connsiteY242-29808" fmla="*/ 598812 h 1059043"/>
                <a:gd name="connsiteX243-29809" fmla="*/ 1335590 w 3024845"/>
                <a:gd name="connsiteY243-29810" fmla="*/ 598812 h 1059043"/>
                <a:gd name="connsiteX244-29811" fmla="*/ 1335590 w 3024845"/>
                <a:gd name="connsiteY244-29812" fmla="*/ 600974 h 1059043"/>
                <a:gd name="connsiteX245-29813" fmla="*/ 1335590 w 3024845"/>
                <a:gd name="connsiteY245-29814" fmla="*/ 616106 h 1059043"/>
                <a:gd name="connsiteX246-29815" fmla="*/ 1339643 w 3024845"/>
                <a:gd name="connsiteY246-29816" fmla="*/ 613945 h 1059043"/>
                <a:gd name="connsiteX247-29817" fmla="*/ 1339643 w 3024845"/>
                <a:gd name="connsiteY247-29818" fmla="*/ 598812 h 1059043"/>
                <a:gd name="connsiteX248-29819" fmla="*/ 1341163 w 3024845"/>
                <a:gd name="connsiteY248-29820" fmla="*/ 598812 h 1059043"/>
                <a:gd name="connsiteX249-29821" fmla="*/ 1351803 w 3024845"/>
                <a:gd name="connsiteY249-29822" fmla="*/ 598812 h 1059043"/>
                <a:gd name="connsiteX250-29823" fmla="*/ 1351803 w 3024845"/>
                <a:gd name="connsiteY250-29824" fmla="*/ 600433 h 1059043"/>
                <a:gd name="connsiteX251-29825" fmla="*/ 1351803 w 3024845"/>
                <a:gd name="connsiteY251-29826" fmla="*/ 611783 h 1059043"/>
                <a:gd name="connsiteX252-29827" fmla="*/ 1382204 w 3024845"/>
                <a:gd name="connsiteY252-29828" fmla="*/ 611783 h 1059043"/>
                <a:gd name="connsiteX253-29829" fmla="*/ 1382204 w 3024845"/>
                <a:gd name="connsiteY253-29830" fmla="*/ 575033 h 1059043"/>
                <a:gd name="connsiteX254-29831" fmla="*/ 1383470 w 3024845"/>
                <a:gd name="connsiteY254-29832" fmla="*/ 575033 h 1059043"/>
                <a:gd name="connsiteX255-29833" fmla="*/ 1392337 w 3024845"/>
                <a:gd name="connsiteY255-29834" fmla="*/ 575033 h 1059043"/>
                <a:gd name="connsiteX256-29835" fmla="*/ 1392337 w 3024845"/>
                <a:gd name="connsiteY256-29836" fmla="*/ 596650 h 1059043"/>
                <a:gd name="connsiteX257-29837" fmla="*/ 1394364 w 3024845"/>
                <a:gd name="connsiteY257-29838" fmla="*/ 564224 h 1059043"/>
                <a:gd name="connsiteX258-29839" fmla="*/ 1416657 w 3024845"/>
                <a:gd name="connsiteY258-29840" fmla="*/ 564224 h 1059043"/>
                <a:gd name="connsiteX259-29841" fmla="*/ 1416657 w 3024845"/>
                <a:gd name="connsiteY259-29842" fmla="*/ 562602 h 1059043"/>
                <a:gd name="connsiteX260-29843" fmla="*/ 1416657 w 3024845"/>
                <a:gd name="connsiteY260-29844" fmla="*/ 551253 h 1059043"/>
                <a:gd name="connsiteX261-29845" fmla="*/ 1417417 w 3024845"/>
                <a:gd name="connsiteY261-29846" fmla="*/ 551253 h 1059043"/>
                <a:gd name="connsiteX262-29847" fmla="*/ 1422737 w 3024845"/>
                <a:gd name="connsiteY262-29848" fmla="*/ 551253 h 1059043"/>
                <a:gd name="connsiteX263-29849" fmla="*/ 1422737 w 3024845"/>
                <a:gd name="connsiteY263-29850" fmla="*/ 549362 h 1059043"/>
                <a:gd name="connsiteX264-29851" fmla="*/ 1422737 w 3024845"/>
                <a:gd name="connsiteY264-29852" fmla="*/ 536121 h 1059043"/>
                <a:gd name="connsiteX265-29853" fmla="*/ 1426791 w 3024845"/>
                <a:gd name="connsiteY265-29854" fmla="*/ 542606 h 1059043"/>
                <a:gd name="connsiteX266-29855" fmla="*/ 1429071 w 3024845"/>
                <a:gd name="connsiteY266-29856" fmla="*/ 542606 h 1059043"/>
                <a:gd name="connsiteX267-29857" fmla="*/ 1445031 w 3024845"/>
                <a:gd name="connsiteY267-29858" fmla="*/ 542606 h 1059043"/>
                <a:gd name="connsiteX268-29859" fmla="*/ 1445031 w 3024845"/>
                <a:gd name="connsiteY268-29860" fmla="*/ 541795 h 1059043"/>
                <a:gd name="connsiteX269-29861" fmla="*/ 1445031 w 3024845"/>
                <a:gd name="connsiteY269-29862" fmla="*/ 536121 h 1059043"/>
                <a:gd name="connsiteX270-29863" fmla="*/ 1445791 w 3024845"/>
                <a:gd name="connsiteY270-29864" fmla="*/ 536121 h 1059043"/>
                <a:gd name="connsiteX271-29865" fmla="*/ 1451111 w 3024845"/>
                <a:gd name="connsiteY271-29866" fmla="*/ 536121 h 1059043"/>
                <a:gd name="connsiteX272-29867" fmla="*/ 1451111 w 3024845"/>
                <a:gd name="connsiteY272-29868" fmla="*/ 537472 h 1059043"/>
                <a:gd name="connsiteX273-29869" fmla="*/ 1451111 w 3024845"/>
                <a:gd name="connsiteY273-29870" fmla="*/ 546930 h 1059043"/>
                <a:gd name="connsiteX274-29871" fmla="*/ 1489618 w 3024845"/>
                <a:gd name="connsiteY274-29872" fmla="*/ 546930 h 1059043"/>
                <a:gd name="connsiteX275-29873" fmla="*/ 1489618 w 3024845"/>
                <a:gd name="connsiteY275-29874" fmla="*/ 685283 h 1059043"/>
                <a:gd name="connsiteX276-29875" fmla="*/ 1491138 w 3024845"/>
                <a:gd name="connsiteY276-29876" fmla="*/ 685283 h 1059043"/>
                <a:gd name="connsiteX277-29877" fmla="*/ 1501778 w 3024845"/>
                <a:gd name="connsiteY277-29878" fmla="*/ 685283 h 1059043"/>
                <a:gd name="connsiteX278-29879" fmla="*/ 1501778 w 3024845"/>
                <a:gd name="connsiteY278-29880" fmla="*/ 672313 h 1059043"/>
                <a:gd name="connsiteX279-29881" fmla="*/ 1505832 w 3024845"/>
                <a:gd name="connsiteY279-29882" fmla="*/ 672313 h 1059043"/>
                <a:gd name="connsiteX280-29883" fmla="*/ 1505832 w 3024845"/>
                <a:gd name="connsiteY280-29884" fmla="*/ 685283 h 1059043"/>
                <a:gd name="connsiteX281-29885" fmla="*/ 1536232 w 3024845"/>
                <a:gd name="connsiteY281-29886" fmla="*/ 685283 h 1059043"/>
                <a:gd name="connsiteX282-29887" fmla="*/ 1536232 w 3024845"/>
                <a:gd name="connsiteY282-29888" fmla="*/ 655018 h 1059043"/>
                <a:gd name="connsiteX283-29889" fmla="*/ 1548392 w 3024845"/>
                <a:gd name="connsiteY283-29890" fmla="*/ 655018 h 1059043"/>
                <a:gd name="connsiteX284-29891" fmla="*/ 1560552 w 3024845"/>
                <a:gd name="connsiteY284-29892" fmla="*/ 652857 h 1059043"/>
                <a:gd name="connsiteX285-29893" fmla="*/ 1564606 w 3024845"/>
                <a:gd name="connsiteY285-29894" fmla="*/ 655018 h 1059043"/>
                <a:gd name="connsiteX286-29895" fmla="*/ 1574739 w 3024845"/>
                <a:gd name="connsiteY286-29896" fmla="*/ 655018 h 1059043"/>
                <a:gd name="connsiteX287-29897" fmla="*/ 1574739 w 3024845"/>
                <a:gd name="connsiteY287-29898" fmla="*/ 685283 h 1059043"/>
                <a:gd name="connsiteX288-29899" fmla="*/ 1582846 w 3024845"/>
                <a:gd name="connsiteY288-29900" fmla="*/ 685283 h 1059043"/>
                <a:gd name="connsiteX289-29901" fmla="*/ 1582846 w 3024845"/>
                <a:gd name="connsiteY289-29902" fmla="*/ 702578 h 1059043"/>
                <a:gd name="connsiteX290-29903" fmla="*/ 1592182 w 3024845"/>
                <a:gd name="connsiteY290-29904" fmla="*/ 703483 h 1059043"/>
                <a:gd name="connsiteX291-29905" fmla="*/ 1605140 w 3024845"/>
                <a:gd name="connsiteY291-29906" fmla="*/ 703483 h 1059043"/>
                <a:gd name="connsiteX292-29907" fmla="*/ 1605140 w 3024845"/>
                <a:gd name="connsiteY292-29908" fmla="*/ 687445 h 1059043"/>
                <a:gd name="connsiteX293-29909" fmla="*/ 1673096 w 3024845"/>
                <a:gd name="connsiteY293-29910" fmla="*/ 687445 h 1059043"/>
                <a:gd name="connsiteX294-29911" fmla="*/ 1673096 w 3024845"/>
                <a:gd name="connsiteY294-29912" fmla="*/ 602192 h 1059043"/>
                <a:gd name="connsiteX295-29913" fmla="*/ 1745104 w 3024845"/>
                <a:gd name="connsiteY295-29914" fmla="*/ 602192 h 1059043"/>
                <a:gd name="connsiteX296-29915" fmla="*/ 1745104 w 3024845"/>
                <a:gd name="connsiteY296-29916" fmla="*/ 680960 h 1059043"/>
                <a:gd name="connsiteX297-29917" fmla="*/ 1747008 w 3024845"/>
                <a:gd name="connsiteY297-29918" fmla="*/ 680960 h 1059043"/>
                <a:gd name="connsiteX298-29919" fmla="*/ 1748250 w 3024845"/>
                <a:gd name="connsiteY298-29920" fmla="*/ 703483 h 1059043"/>
                <a:gd name="connsiteX299-29921" fmla="*/ 1757926 w 3024845"/>
                <a:gd name="connsiteY299-29922" fmla="*/ 703483 h 1059043"/>
                <a:gd name="connsiteX300-29923" fmla="*/ 1759168 w 3024845"/>
                <a:gd name="connsiteY300-29924" fmla="*/ 680960 h 1059043"/>
                <a:gd name="connsiteX301-29925" fmla="*/ 1765248 w 3024845"/>
                <a:gd name="connsiteY301-29926" fmla="*/ 680960 h 1059043"/>
                <a:gd name="connsiteX302-29927" fmla="*/ 1766490 w 3024845"/>
                <a:gd name="connsiteY302-29928" fmla="*/ 703483 h 1059043"/>
                <a:gd name="connsiteX303-29929" fmla="*/ 1817112 w 3024845"/>
                <a:gd name="connsiteY303-29930" fmla="*/ 703483 h 1059043"/>
                <a:gd name="connsiteX304-29931" fmla="*/ 1817112 w 3024845"/>
                <a:gd name="connsiteY304-29932" fmla="*/ 540455 h 1059043"/>
                <a:gd name="connsiteX305-29933" fmla="*/ 2014439 w 3024845"/>
                <a:gd name="connsiteY305-29934" fmla="*/ 540455 h 1059043"/>
                <a:gd name="connsiteX306-29935" fmla="*/ 2014439 w 3024845"/>
                <a:gd name="connsiteY306-29936" fmla="*/ 703483 h 1059043"/>
                <a:gd name="connsiteX307-29937" fmla="*/ 2033136 w 3024845"/>
                <a:gd name="connsiteY307-29938" fmla="*/ 703483 h 1059043"/>
                <a:gd name="connsiteX308-29939" fmla="*/ 2033136 w 3024845"/>
                <a:gd name="connsiteY308-29940" fmla="*/ 620790 h 1059043"/>
                <a:gd name="connsiteX309-29941" fmla="*/ 2128256 w 3024845"/>
                <a:gd name="connsiteY309-29942" fmla="*/ 620790 h 1059043"/>
                <a:gd name="connsiteX310-29943" fmla="*/ 2146266 w 3024845"/>
                <a:gd name="connsiteY310-29944" fmla="*/ 131868 h 1059043"/>
                <a:gd name="connsiteX311-29945" fmla="*/ 2144240 w 3024845"/>
                <a:gd name="connsiteY311-29946" fmla="*/ 125383 h 1059043"/>
                <a:gd name="connsiteX312-29947" fmla="*/ 2150320 w 3024845"/>
                <a:gd name="connsiteY312-29948" fmla="*/ 118897 h 1059043"/>
                <a:gd name="connsiteX313-29949" fmla="*/ 2150320 w 3024845"/>
                <a:gd name="connsiteY313-29950" fmla="*/ 60529 h 1059043"/>
                <a:gd name="connsiteX314-29951" fmla="*/ 2152346 w 3024845"/>
                <a:gd name="connsiteY314-29952" fmla="*/ 56206 h 1059043"/>
                <a:gd name="connsiteX315-29953" fmla="*/ 2152346 w 3024845"/>
                <a:gd name="connsiteY315-29954" fmla="*/ 0 h 1059043"/>
                <a:gd name="connsiteX316-29955" fmla="*/ 2162480 w 3024845"/>
                <a:gd name="connsiteY316-29956" fmla="*/ 118897 h 1059043"/>
                <a:gd name="connsiteX317-29957" fmla="*/ 2168560 w 3024845"/>
                <a:gd name="connsiteY317-29958" fmla="*/ 125383 h 1059043"/>
                <a:gd name="connsiteX318-29959" fmla="*/ 2180720 w 3024845"/>
                <a:gd name="connsiteY318-29960" fmla="*/ 555577 h 1059043"/>
                <a:gd name="connsiteX319-29961" fmla="*/ 2245574 w 3024845"/>
                <a:gd name="connsiteY319-29962" fmla="*/ 555577 h 1059043"/>
                <a:gd name="connsiteX320-29963" fmla="*/ 2245574 w 3024845"/>
                <a:gd name="connsiteY320-29964" fmla="*/ 631239 h 1059043"/>
                <a:gd name="connsiteX321-29965" fmla="*/ 2253681 w 3024845"/>
                <a:gd name="connsiteY321-29966" fmla="*/ 631239 h 1059043"/>
                <a:gd name="connsiteX322-29967" fmla="*/ 2255708 w 3024845"/>
                <a:gd name="connsiteY322-29968" fmla="*/ 624754 h 1059043"/>
                <a:gd name="connsiteX323-29969" fmla="*/ 2261788 w 3024845"/>
                <a:gd name="connsiteY323-29970" fmla="*/ 624754 h 1059043"/>
                <a:gd name="connsiteX324-29971" fmla="*/ 2263815 w 3024845"/>
                <a:gd name="connsiteY324-29972" fmla="*/ 633401 h 1059043"/>
                <a:gd name="connsiteX325-29973" fmla="*/ 2275975 w 3024845"/>
                <a:gd name="connsiteY325-29974" fmla="*/ 633401 h 1059043"/>
                <a:gd name="connsiteX326-29975" fmla="*/ 2275975 w 3024845"/>
                <a:gd name="connsiteY326-29976" fmla="*/ 626915 h 1059043"/>
                <a:gd name="connsiteX327-29977" fmla="*/ 2298268 w 3024845"/>
                <a:gd name="connsiteY327-29978" fmla="*/ 626915 h 1059043"/>
                <a:gd name="connsiteX328-29979" fmla="*/ 2298268 w 3024845"/>
                <a:gd name="connsiteY328-29980" fmla="*/ 633401 h 1059043"/>
                <a:gd name="connsiteX329-29981" fmla="*/ 2318535 w 3024845"/>
                <a:gd name="connsiteY329-29982" fmla="*/ 633401 h 1059043"/>
                <a:gd name="connsiteX330-29983" fmla="*/ 2318535 w 3024845"/>
                <a:gd name="connsiteY330-29984" fmla="*/ 678798 h 1059043"/>
                <a:gd name="connsiteX331-29985" fmla="*/ 2332722 w 3024845"/>
                <a:gd name="connsiteY331-29986" fmla="*/ 678798 h 1059043"/>
                <a:gd name="connsiteX332-29987" fmla="*/ 2332722 w 3024845"/>
                <a:gd name="connsiteY332-29988" fmla="*/ 665827 h 1059043"/>
                <a:gd name="connsiteX333-29989" fmla="*/ 2348936 w 3024845"/>
                <a:gd name="connsiteY333-29990" fmla="*/ 665827 h 1059043"/>
                <a:gd name="connsiteX334-29991" fmla="*/ 2348936 w 3024845"/>
                <a:gd name="connsiteY334-29992" fmla="*/ 486400 h 1059043"/>
                <a:gd name="connsiteX335-29993" fmla="*/ 2355016 w 3024845"/>
                <a:gd name="connsiteY335-29994" fmla="*/ 479914 h 1059043"/>
                <a:gd name="connsiteX336-29995" fmla="*/ 2427977 w 3024845"/>
                <a:gd name="connsiteY336-29996" fmla="*/ 479914 h 1059043"/>
                <a:gd name="connsiteX337-29997" fmla="*/ 2427977 w 3024845"/>
                <a:gd name="connsiteY337-29998" fmla="*/ 488562 h 1059043"/>
                <a:gd name="connsiteX338-29999" fmla="*/ 2438110 w 3024845"/>
                <a:gd name="connsiteY338-30000" fmla="*/ 488562 h 1059043"/>
                <a:gd name="connsiteX339-30001" fmla="*/ 2438110 w 3024845"/>
                <a:gd name="connsiteY339-30002" fmla="*/ 603136 h 1059043"/>
                <a:gd name="connsiteX340-30003" fmla="*/ 2460404 w 3024845"/>
                <a:gd name="connsiteY340-30004" fmla="*/ 603136 h 1059043"/>
                <a:gd name="connsiteX341-30005" fmla="*/ 2460404 w 3024845"/>
                <a:gd name="connsiteY341-30006" fmla="*/ 536121 h 1059043"/>
                <a:gd name="connsiteX342-30007" fmla="*/ 2486751 w 3024845"/>
                <a:gd name="connsiteY342-30008" fmla="*/ 536121 h 1059043"/>
                <a:gd name="connsiteX343-30009" fmla="*/ 2490804 w 3024845"/>
                <a:gd name="connsiteY343-30010" fmla="*/ 531797 h 1059043"/>
                <a:gd name="connsiteX344-30011" fmla="*/ 2498911 w 3024845"/>
                <a:gd name="connsiteY344-30012" fmla="*/ 531797 h 1059043"/>
                <a:gd name="connsiteX345-30013" fmla="*/ 2502964 w 3024845"/>
                <a:gd name="connsiteY345-30014" fmla="*/ 536121 h 1059043"/>
                <a:gd name="connsiteX346-30015" fmla="*/ 2525258 w 3024845"/>
                <a:gd name="connsiteY346-30016" fmla="*/ 536121 h 1059043"/>
                <a:gd name="connsiteX347-30017" fmla="*/ 2525258 w 3024845"/>
                <a:gd name="connsiteY347-30018" fmla="*/ 419385 h 1059043"/>
                <a:gd name="connsiteX348-30019" fmla="*/ 2582005 w 3024845"/>
                <a:gd name="connsiteY348-30020" fmla="*/ 408576 h 1059043"/>
                <a:gd name="connsiteX349-30021" fmla="*/ 2582005 w 3024845"/>
                <a:gd name="connsiteY349-30022" fmla="*/ 409657 h 1059043"/>
                <a:gd name="connsiteX350-30023" fmla="*/ 2582005 w 3024845"/>
                <a:gd name="connsiteY350-30024" fmla="*/ 417223 h 1059043"/>
                <a:gd name="connsiteX351-30025" fmla="*/ 2608352 w 3024845"/>
                <a:gd name="connsiteY351-30026" fmla="*/ 417223 h 1059043"/>
                <a:gd name="connsiteX352-30027" fmla="*/ 2608352 w 3024845"/>
                <a:gd name="connsiteY352-30028" fmla="*/ 672313 h 1059043"/>
                <a:gd name="connsiteX353-30029" fmla="*/ 2630646 w 3024845"/>
                <a:gd name="connsiteY353-30030" fmla="*/ 672313 h 1059043"/>
                <a:gd name="connsiteX354-30031" fmla="*/ 2630646 w 3024845"/>
                <a:gd name="connsiteY354-30032" fmla="*/ 667989 h 1059043"/>
                <a:gd name="connsiteX355-30033" fmla="*/ 2642806 w 3024845"/>
                <a:gd name="connsiteY355-30034" fmla="*/ 667989 h 1059043"/>
                <a:gd name="connsiteX356-30035" fmla="*/ 2642806 w 3024845"/>
                <a:gd name="connsiteY356-30036" fmla="*/ 672313 h 1059043"/>
                <a:gd name="connsiteX357-30037" fmla="*/ 2667126 w 3024845"/>
                <a:gd name="connsiteY357-30038" fmla="*/ 672313 h 1059043"/>
                <a:gd name="connsiteX358-30039" fmla="*/ 2667126 w 3024845"/>
                <a:gd name="connsiteY358-30040" fmla="*/ 659342 h 1059043"/>
                <a:gd name="connsiteX359-30041" fmla="*/ 2695500 w 3024845"/>
                <a:gd name="connsiteY359-30042" fmla="*/ 659342 h 1059043"/>
                <a:gd name="connsiteX360-30043" fmla="*/ 2707660 w 3024845"/>
                <a:gd name="connsiteY360-30044" fmla="*/ 655018 h 1059043"/>
                <a:gd name="connsiteX361-30045" fmla="*/ 2727927 w 3024845"/>
                <a:gd name="connsiteY361-30046" fmla="*/ 659342 h 1059043"/>
                <a:gd name="connsiteX362-30047" fmla="*/ 2727927 w 3024845"/>
                <a:gd name="connsiteY362-30048" fmla="*/ 642048 h 1059043"/>
                <a:gd name="connsiteX363-30049" fmla="*/ 2736034 w 3024845"/>
                <a:gd name="connsiteY363-30050" fmla="*/ 642048 h 1059043"/>
                <a:gd name="connsiteX364-30051" fmla="*/ 2736034 w 3024845"/>
                <a:gd name="connsiteY364-30052" fmla="*/ 629077 h 1059043"/>
                <a:gd name="connsiteX365-30053" fmla="*/ 2792781 w 3024845"/>
                <a:gd name="connsiteY365-30054" fmla="*/ 629077 h 1059043"/>
                <a:gd name="connsiteX366-30055" fmla="*/ 2792781 w 3024845"/>
                <a:gd name="connsiteY366-30056" fmla="*/ 598812 h 1059043"/>
                <a:gd name="connsiteX367-30057" fmla="*/ 2811021 w 3024845"/>
                <a:gd name="connsiteY367-30058" fmla="*/ 598812 h 1059043"/>
                <a:gd name="connsiteX368-30059" fmla="*/ 2811021 w 3024845"/>
                <a:gd name="connsiteY368-30060" fmla="*/ 592327 h 1059043"/>
                <a:gd name="connsiteX369-30061" fmla="*/ 2823181 w 3024845"/>
                <a:gd name="connsiteY369-30062" fmla="*/ 592327 h 1059043"/>
                <a:gd name="connsiteX370-30063" fmla="*/ 2823181 w 3024845"/>
                <a:gd name="connsiteY370-30064" fmla="*/ 598812 h 1059043"/>
                <a:gd name="connsiteX371-30065" fmla="*/ 2839395 w 3024845"/>
                <a:gd name="connsiteY371-30066" fmla="*/ 598812 h 1059043"/>
                <a:gd name="connsiteX372-30067" fmla="*/ 2839395 w 3024845"/>
                <a:gd name="connsiteY372-30068" fmla="*/ 648533 h 1059043"/>
                <a:gd name="connsiteX373-30069" fmla="*/ 2871822 w 3024845"/>
                <a:gd name="connsiteY373-30070" fmla="*/ 648533 h 1059043"/>
                <a:gd name="connsiteX374-30071" fmla="*/ 2871822 w 3024845"/>
                <a:gd name="connsiteY374-30072" fmla="*/ 622592 h 1059043"/>
                <a:gd name="connsiteX375-30073" fmla="*/ 2910329 w 3024845"/>
                <a:gd name="connsiteY375-30074" fmla="*/ 622592 h 1059043"/>
                <a:gd name="connsiteX376-30075" fmla="*/ 2910329 w 3024845"/>
                <a:gd name="connsiteY376-30076" fmla="*/ 592327 h 1059043"/>
                <a:gd name="connsiteX377-30077" fmla="*/ 2958970 w 3024845"/>
                <a:gd name="connsiteY377-30078" fmla="*/ 592327 h 1059043"/>
                <a:gd name="connsiteX378-30079" fmla="*/ 2958970 w 3024845"/>
                <a:gd name="connsiteY378-30080" fmla="*/ 703483 h 1059043"/>
                <a:gd name="connsiteX379-30081" fmla="*/ 2958970 w 3024845"/>
                <a:gd name="connsiteY379-30082" fmla="*/ 717262 h 1059043"/>
                <a:gd name="connsiteX380-30083" fmla="*/ 3024845 w 3024845"/>
                <a:gd name="connsiteY380-30084" fmla="*/ 717262 h 1059043"/>
                <a:gd name="connsiteX381-30085" fmla="*/ 3024845 w 3024845"/>
                <a:gd name="connsiteY381-30086" fmla="*/ 1059043 h 1059043"/>
                <a:gd name="connsiteX382-30087" fmla="*/ 2054 w 3024845"/>
                <a:gd name="connsiteY382-30088" fmla="*/ 1056710 h 1059043"/>
                <a:gd name="connsiteX383-30089" fmla="*/ 0 w 3024845"/>
                <a:gd name="connsiteY383-30090" fmla="*/ 622592 h 1059043"/>
                <a:gd name="connsiteX384-30091" fmla="*/ 20267 w 3024845"/>
                <a:gd name="connsiteY384-30092" fmla="*/ 622592 h 1059043"/>
                <a:gd name="connsiteX385-30093" fmla="*/ 20774 w 3024845"/>
                <a:gd name="connsiteY385-30094" fmla="*/ 621511 h 1059043"/>
                <a:gd name="connsiteX386-30095" fmla="*/ 24320 w 3024845"/>
                <a:gd name="connsiteY386-30096" fmla="*/ 613945 h 1059043"/>
                <a:gd name="connsiteX387-30097" fmla="*/ 26094 w 3024845"/>
                <a:gd name="connsiteY387-30098" fmla="*/ 614215 h 1059043"/>
                <a:gd name="connsiteX388-30099" fmla="*/ 38507 w 3024845"/>
                <a:gd name="connsiteY388-30100" fmla="*/ 616106 h 1059043"/>
                <a:gd name="connsiteX389-30101" fmla="*/ 39014 w 3024845"/>
                <a:gd name="connsiteY389-30102" fmla="*/ 617458 h 1059043"/>
                <a:gd name="connsiteX390-30103" fmla="*/ 42560 w 3024845"/>
                <a:gd name="connsiteY390-30104" fmla="*/ 626915 h 1059043"/>
                <a:gd name="connsiteX391-30105" fmla="*/ 68907 w 3024845"/>
                <a:gd name="connsiteY391-30106" fmla="*/ 629077 h 1059043"/>
                <a:gd name="connsiteX392-30107" fmla="*/ 68907 w 3024845"/>
                <a:gd name="connsiteY392-30108" fmla="*/ 505856 h 1059043"/>
                <a:gd name="connsiteX393-30109" fmla="*/ 70934 w 3024845"/>
                <a:gd name="connsiteY393-30110" fmla="*/ 505856 h 1059043"/>
                <a:gd name="connsiteX394-30111" fmla="*/ 85121 w 3024845"/>
                <a:gd name="connsiteY394-30112" fmla="*/ 505856 h 1059043"/>
                <a:gd name="connsiteX395-30113" fmla="*/ 85121 w 3024845"/>
                <a:gd name="connsiteY395-30114" fmla="*/ 369664 h 1059043"/>
                <a:gd name="connsiteX396-30115" fmla="*/ 86894 w 3024845"/>
                <a:gd name="connsiteY396-30116" fmla="*/ 369664 h 1059043"/>
                <a:gd name="connsiteX397-30117" fmla="*/ 99308 w 3024845"/>
                <a:gd name="connsiteY397-30118" fmla="*/ 369664 h 1059043"/>
                <a:gd name="connsiteX398-30119" fmla="*/ 99308 w 3024845"/>
                <a:gd name="connsiteY398-30120" fmla="*/ 255090 h 1059043"/>
                <a:gd name="connsiteX399-30121" fmla="*/ 103361 w 3024845"/>
                <a:gd name="connsiteY399-30122" fmla="*/ 226986 h 1059043"/>
                <a:gd name="connsiteX400-30123" fmla="*/ 105388 w 3024845"/>
                <a:gd name="connsiteY400-30124" fmla="*/ 226986 h 1059043"/>
                <a:gd name="connsiteX401-30125" fmla="*/ 119575 w 3024845"/>
                <a:gd name="connsiteY401-30126" fmla="*/ 226986 h 1059043"/>
                <a:gd name="connsiteX0-30127" fmla="*/ 119575 w 3024845"/>
                <a:gd name="connsiteY0-30128" fmla="*/ 226986 h 1059043"/>
                <a:gd name="connsiteX1-30129" fmla="*/ 200642 w 3024845"/>
                <a:gd name="connsiteY1-30130" fmla="*/ 224825 h 1059043"/>
                <a:gd name="connsiteX2-30131" fmla="*/ 202669 w 3024845"/>
                <a:gd name="connsiteY2-30132" fmla="*/ 224825 h 1059043"/>
                <a:gd name="connsiteX3-30133" fmla="*/ 216856 w 3024845"/>
                <a:gd name="connsiteY3-30134" fmla="*/ 224825 h 1059043"/>
                <a:gd name="connsiteX4-30135" fmla="*/ 216856 w 3024845"/>
                <a:gd name="connsiteY4-30136" fmla="*/ 248604 h 1059043"/>
                <a:gd name="connsiteX5-30137" fmla="*/ 217363 w 3024845"/>
                <a:gd name="connsiteY5-30138" fmla="*/ 249415 h 1059043"/>
                <a:gd name="connsiteX6-30139" fmla="*/ 220909 w 3024845"/>
                <a:gd name="connsiteY6-30140" fmla="*/ 255090 h 1059043"/>
                <a:gd name="connsiteX7-30141" fmla="*/ 220909 w 3024845"/>
                <a:gd name="connsiteY7-30142" fmla="*/ 369664 h 1059043"/>
                <a:gd name="connsiteX8-30143" fmla="*/ 223189 w 3024845"/>
                <a:gd name="connsiteY8-30144" fmla="*/ 369664 h 1059043"/>
                <a:gd name="connsiteX9-30145" fmla="*/ 239150 w 3024845"/>
                <a:gd name="connsiteY9-30146" fmla="*/ 369664 h 1059043"/>
                <a:gd name="connsiteX10-30147" fmla="*/ 239150 w 3024845"/>
                <a:gd name="connsiteY10-30148" fmla="*/ 510179 h 1059043"/>
                <a:gd name="connsiteX11-30149" fmla="*/ 240670 w 3024845"/>
                <a:gd name="connsiteY11-30150" fmla="*/ 509909 h 1059043"/>
                <a:gd name="connsiteX12-30151" fmla="*/ 251310 w 3024845"/>
                <a:gd name="connsiteY12-30152" fmla="*/ 508018 h 1059043"/>
                <a:gd name="connsiteX13-30153" fmla="*/ 249283 w 3024845"/>
                <a:gd name="connsiteY13-30154" fmla="*/ 596650 h 1059043"/>
                <a:gd name="connsiteX14-30155" fmla="*/ 250803 w 3024845"/>
                <a:gd name="connsiteY14-30156" fmla="*/ 596921 h 1059043"/>
                <a:gd name="connsiteX15-30157" fmla="*/ 261443 w 3024845"/>
                <a:gd name="connsiteY15-30158" fmla="*/ 598812 h 1059043"/>
                <a:gd name="connsiteX16-30159" fmla="*/ 261696 w 3024845"/>
                <a:gd name="connsiteY16-30160" fmla="*/ 599623 h 1059043"/>
                <a:gd name="connsiteX17-30161" fmla="*/ 263470 w 3024845"/>
                <a:gd name="connsiteY17-30162" fmla="*/ 605298 h 1059043"/>
                <a:gd name="connsiteX18-30163" fmla="*/ 264230 w 3024845"/>
                <a:gd name="connsiteY18-30164" fmla="*/ 602866 h 1059043"/>
                <a:gd name="connsiteX19-30165" fmla="*/ 269550 w 3024845"/>
                <a:gd name="connsiteY19-30166" fmla="*/ 585842 h 1059043"/>
                <a:gd name="connsiteX20-30167" fmla="*/ 271323 w 3024845"/>
                <a:gd name="connsiteY20-30168" fmla="*/ 585842 h 1059043"/>
                <a:gd name="connsiteX21-30169" fmla="*/ 283737 w 3024845"/>
                <a:gd name="connsiteY21-30170" fmla="*/ 585842 h 1059043"/>
                <a:gd name="connsiteX22-30171" fmla="*/ 283737 w 3024845"/>
                <a:gd name="connsiteY22-30172" fmla="*/ 618268 h 1059043"/>
                <a:gd name="connsiteX23-30173" fmla="*/ 284750 w 3024845"/>
                <a:gd name="connsiteY23-30174" fmla="*/ 618809 h 1059043"/>
                <a:gd name="connsiteX24-30175" fmla="*/ 291844 w 3024845"/>
                <a:gd name="connsiteY24-30176" fmla="*/ 622592 h 1059043"/>
                <a:gd name="connsiteX25-30177" fmla="*/ 291844 w 3024845"/>
                <a:gd name="connsiteY25-30178" fmla="*/ 623943 h 1059043"/>
                <a:gd name="connsiteX26-30179" fmla="*/ 291844 w 3024845"/>
                <a:gd name="connsiteY26-30180" fmla="*/ 633401 h 1059043"/>
                <a:gd name="connsiteX27-30181" fmla="*/ 336431 w 3024845"/>
                <a:gd name="connsiteY27-30182" fmla="*/ 633401 h 1059043"/>
                <a:gd name="connsiteX28-30183" fmla="*/ 336431 w 3024845"/>
                <a:gd name="connsiteY28-30184" fmla="*/ 634482 h 1059043"/>
                <a:gd name="connsiteX29-30185" fmla="*/ 336431 w 3024845"/>
                <a:gd name="connsiteY29-30186" fmla="*/ 642048 h 1059043"/>
                <a:gd name="connsiteX30-30187" fmla="*/ 338457 w 3024845"/>
                <a:gd name="connsiteY30-30188" fmla="*/ 642048 h 1059043"/>
                <a:gd name="connsiteX31-30189" fmla="*/ 352644 w 3024845"/>
                <a:gd name="connsiteY31-30190" fmla="*/ 642048 h 1059043"/>
                <a:gd name="connsiteX32-30191" fmla="*/ 352644 w 3024845"/>
                <a:gd name="connsiteY32-30192" fmla="*/ 611783 h 1059043"/>
                <a:gd name="connsiteX33-30193" fmla="*/ 397231 w 3024845"/>
                <a:gd name="connsiteY33-30194" fmla="*/ 611783 h 1059043"/>
                <a:gd name="connsiteX34-30195" fmla="*/ 397231 w 3024845"/>
                <a:gd name="connsiteY34-30196" fmla="*/ 610432 h 1059043"/>
                <a:gd name="connsiteX35-30197" fmla="*/ 397231 w 3024845"/>
                <a:gd name="connsiteY35-30198" fmla="*/ 600974 h 1059043"/>
                <a:gd name="connsiteX36-30199" fmla="*/ 398245 w 3024845"/>
                <a:gd name="connsiteY36-30200" fmla="*/ 600974 h 1059043"/>
                <a:gd name="connsiteX37-30201" fmla="*/ 405338 w 3024845"/>
                <a:gd name="connsiteY37-30202" fmla="*/ 600974 h 1059043"/>
                <a:gd name="connsiteX38-30203" fmla="*/ 405338 w 3024845"/>
                <a:gd name="connsiteY38-30204" fmla="*/ 599083 h 1059043"/>
                <a:gd name="connsiteX39-30205" fmla="*/ 405338 w 3024845"/>
                <a:gd name="connsiteY39-30206" fmla="*/ 585842 h 1059043"/>
                <a:gd name="connsiteX40-30207" fmla="*/ 406098 w 3024845"/>
                <a:gd name="connsiteY40-30208" fmla="*/ 585842 h 1059043"/>
                <a:gd name="connsiteX41-30209" fmla="*/ 411418 w 3024845"/>
                <a:gd name="connsiteY41-30210" fmla="*/ 585842 h 1059043"/>
                <a:gd name="connsiteX42-30211" fmla="*/ 411418 w 3024845"/>
                <a:gd name="connsiteY42-30212" fmla="*/ 584761 h 1059043"/>
                <a:gd name="connsiteX43-30213" fmla="*/ 411418 w 3024845"/>
                <a:gd name="connsiteY43-30214" fmla="*/ 577194 h 1059043"/>
                <a:gd name="connsiteX44-30215" fmla="*/ 413445 w 3024845"/>
                <a:gd name="connsiteY44-30216" fmla="*/ 577194 h 1059043"/>
                <a:gd name="connsiteX45-30217" fmla="*/ 427632 w 3024845"/>
                <a:gd name="connsiteY45-30218" fmla="*/ 577194 h 1059043"/>
                <a:gd name="connsiteX46-30219" fmla="*/ 427632 w 3024845"/>
                <a:gd name="connsiteY46-30220" fmla="*/ 578275 h 1059043"/>
                <a:gd name="connsiteX47-30221" fmla="*/ 427632 w 3024845"/>
                <a:gd name="connsiteY47-30222" fmla="*/ 585842 h 1059043"/>
                <a:gd name="connsiteX48-30223" fmla="*/ 449925 w 3024845"/>
                <a:gd name="connsiteY48-30224" fmla="*/ 585842 h 1059043"/>
                <a:gd name="connsiteX49-30225" fmla="*/ 449925 w 3024845"/>
                <a:gd name="connsiteY49-30226" fmla="*/ 583950 h 1059043"/>
                <a:gd name="connsiteX50-30227" fmla="*/ 449925 w 3024845"/>
                <a:gd name="connsiteY50-30228" fmla="*/ 570709 h 1059043"/>
                <a:gd name="connsiteX51-30229" fmla="*/ 451699 w 3024845"/>
                <a:gd name="connsiteY51-30230" fmla="*/ 570709 h 1059043"/>
                <a:gd name="connsiteX52-30231" fmla="*/ 464112 w 3024845"/>
                <a:gd name="connsiteY52-30232" fmla="*/ 570709 h 1059043"/>
                <a:gd name="connsiteX53-30233" fmla="*/ 464112 w 3024845"/>
                <a:gd name="connsiteY53-30234" fmla="*/ 594489 h 1059043"/>
                <a:gd name="connsiteX54-30235" fmla="*/ 465126 w 3024845"/>
                <a:gd name="connsiteY54-30236" fmla="*/ 594489 h 1059043"/>
                <a:gd name="connsiteX55-30237" fmla="*/ 472219 w 3024845"/>
                <a:gd name="connsiteY55-30238" fmla="*/ 594489 h 1059043"/>
                <a:gd name="connsiteX56-30239" fmla="*/ 472219 w 3024845"/>
                <a:gd name="connsiteY56-30240" fmla="*/ 593408 h 1059043"/>
                <a:gd name="connsiteX57-30241" fmla="*/ 472219 w 3024845"/>
                <a:gd name="connsiteY57-30242" fmla="*/ 585842 h 1059043"/>
                <a:gd name="connsiteX58-30243" fmla="*/ 473992 w 3024845"/>
                <a:gd name="connsiteY58-30244" fmla="*/ 585842 h 1059043"/>
                <a:gd name="connsiteX59-30245" fmla="*/ 486406 w 3024845"/>
                <a:gd name="connsiteY59-30246" fmla="*/ 585842 h 1059043"/>
                <a:gd name="connsiteX60-30247" fmla="*/ 486406 w 3024845"/>
                <a:gd name="connsiteY60-30248" fmla="*/ 611783 h 1059043"/>
                <a:gd name="connsiteX61-30249" fmla="*/ 488433 w 3024845"/>
                <a:gd name="connsiteY61-30250" fmla="*/ 611783 h 1059043"/>
                <a:gd name="connsiteX62-30251" fmla="*/ 502619 w 3024845"/>
                <a:gd name="connsiteY62-30252" fmla="*/ 611783 h 1059043"/>
                <a:gd name="connsiteX63-30253" fmla="*/ 502619 w 3024845"/>
                <a:gd name="connsiteY63-30254" fmla="*/ 613404 h 1059043"/>
                <a:gd name="connsiteX64-30255" fmla="*/ 502619 w 3024845"/>
                <a:gd name="connsiteY64-30256" fmla="*/ 624754 h 1059043"/>
                <a:gd name="connsiteX65-30257" fmla="*/ 503379 w 3024845"/>
                <a:gd name="connsiteY65-30258" fmla="*/ 624754 h 1059043"/>
                <a:gd name="connsiteX66-30259" fmla="*/ 508700 w 3024845"/>
                <a:gd name="connsiteY66-30260" fmla="*/ 624754 h 1059043"/>
                <a:gd name="connsiteX67-30261" fmla="*/ 508700 w 3024845"/>
                <a:gd name="connsiteY67-30262" fmla="*/ 623943 h 1059043"/>
                <a:gd name="connsiteX68-30263" fmla="*/ 508700 w 3024845"/>
                <a:gd name="connsiteY68-30264" fmla="*/ 618268 h 1059043"/>
                <a:gd name="connsiteX69-30265" fmla="*/ 539100 w 3024845"/>
                <a:gd name="connsiteY69-30266" fmla="*/ 618268 h 1059043"/>
                <a:gd name="connsiteX70-30267" fmla="*/ 539100 w 3024845"/>
                <a:gd name="connsiteY70-30268" fmla="*/ 642048 h 1059043"/>
                <a:gd name="connsiteX71-30269" fmla="*/ 540113 w 3024845"/>
                <a:gd name="connsiteY71-30270" fmla="*/ 642048 h 1059043"/>
                <a:gd name="connsiteX72-30271" fmla="*/ 547207 w 3024845"/>
                <a:gd name="connsiteY72-30272" fmla="*/ 642048 h 1059043"/>
                <a:gd name="connsiteX73-30273" fmla="*/ 547207 w 3024845"/>
                <a:gd name="connsiteY73-30274" fmla="*/ 643129 h 1059043"/>
                <a:gd name="connsiteX74-30275" fmla="*/ 547207 w 3024845"/>
                <a:gd name="connsiteY74-30276" fmla="*/ 650695 h 1059043"/>
                <a:gd name="connsiteX75-30277" fmla="*/ 547967 w 3024845"/>
                <a:gd name="connsiteY75-30278" fmla="*/ 650695 h 1059043"/>
                <a:gd name="connsiteX76-30279" fmla="*/ 553287 w 3024845"/>
                <a:gd name="connsiteY76-30280" fmla="*/ 650695 h 1059043"/>
                <a:gd name="connsiteX77-30281" fmla="*/ 553287 w 3024845"/>
                <a:gd name="connsiteY77-30282" fmla="*/ 648533 h 1059043"/>
                <a:gd name="connsiteX78-30283" fmla="*/ 553287 w 3024845"/>
                <a:gd name="connsiteY78-30284" fmla="*/ 633401 h 1059043"/>
                <a:gd name="connsiteX79-30285" fmla="*/ 554300 w 3024845"/>
                <a:gd name="connsiteY79-30286" fmla="*/ 633401 h 1059043"/>
                <a:gd name="connsiteX80-30287" fmla="*/ 561394 w 3024845"/>
                <a:gd name="connsiteY80-30288" fmla="*/ 633401 h 1059043"/>
                <a:gd name="connsiteX81-30289" fmla="*/ 561394 w 3024845"/>
                <a:gd name="connsiteY81-30290" fmla="*/ 634482 h 1059043"/>
                <a:gd name="connsiteX82-30291" fmla="*/ 561394 w 3024845"/>
                <a:gd name="connsiteY82-30292" fmla="*/ 642048 h 1059043"/>
                <a:gd name="connsiteX83-30293" fmla="*/ 566714 w 3024845"/>
                <a:gd name="connsiteY83-30294" fmla="*/ 640055 h 1059043"/>
                <a:gd name="connsiteX84-30295" fmla="*/ 567474 w 3024845"/>
                <a:gd name="connsiteY84-30296" fmla="*/ 639075 h 1059043"/>
                <a:gd name="connsiteX85-30297" fmla="*/ 567474 w 3024845"/>
                <a:gd name="connsiteY85-30298" fmla="*/ 633401 h 1059043"/>
                <a:gd name="connsiteX86-30299" fmla="*/ 605981 w 3024845"/>
                <a:gd name="connsiteY86-30300" fmla="*/ 633401 h 1059043"/>
                <a:gd name="connsiteX87-30301" fmla="*/ 605981 w 3024845"/>
                <a:gd name="connsiteY87-30302" fmla="*/ 657180 h 1059043"/>
                <a:gd name="connsiteX88-30303" fmla="*/ 608007 w 3024845"/>
                <a:gd name="connsiteY88-30304" fmla="*/ 657180 h 1059043"/>
                <a:gd name="connsiteX89-30305" fmla="*/ 622194 w 3024845"/>
                <a:gd name="connsiteY89-30306" fmla="*/ 657180 h 1059043"/>
                <a:gd name="connsiteX90-30307" fmla="*/ 622194 w 3024845"/>
                <a:gd name="connsiteY90-30308" fmla="*/ 658261 h 1059043"/>
                <a:gd name="connsiteX91-30309" fmla="*/ 622194 w 3024845"/>
                <a:gd name="connsiteY91-30310" fmla="*/ 665827 h 1059043"/>
                <a:gd name="connsiteX92-30311" fmla="*/ 623968 w 3024845"/>
                <a:gd name="connsiteY92-30312" fmla="*/ 665827 h 1059043"/>
                <a:gd name="connsiteX93-30313" fmla="*/ 636381 w 3024845"/>
                <a:gd name="connsiteY93-30314" fmla="*/ 665827 h 1059043"/>
                <a:gd name="connsiteX94-30315" fmla="*/ 636381 w 3024845"/>
                <a:gd name="connsiteY94-30316" fmla="*/ 642048 h 1059043"/>
                <a:gd name="connsiteX95-30317" fmla="*/ 637394 w 3024845"/>
                <a:gd name="connsiteY95-30318" fmla="*/ 642048 h 1059043"/>
                <a:gd name="connsiteX96-30319" fmla="*/ 644488 w 3024845"/>
                <a:gd name="connsiteY96-30320" fmla="*/ 642048 h 1059043"/>
                <a:gd name="connsiteX97-30321" fmla="*/ 644488 w 3024845"/>
                <a:gd name="connsiteY97-30322" fmla="*/ 609621 h 1059043"/>
                <a:gd name="connsiteX98-30323" fmla="*/ 645501 w 3024845"/>
                <a:gd name="connsiteY98-30324" fmla="*/ 609621 h 1059043"/>
                <a:gd name="connsiteX99-30325" fmla="*/ 652595 w 3024845"/>
                <a:gd name="connsiteY99-30326" fmla="*/ 609621 h 1059043"/>
                <a:gd name="connsiteX100-30327" fmla="*/ 652595 w 3024845"/>
                <a:gd name="connsiteY100-30328" fmla="*/ 607730 h 1059043"/>
                <a:gd name="connsiteX101-30329" fmla="*/ 652595 w 3024845"/>
                <a:gd name="connsiteY101-30330" fmla="*/ 594489 h 1059043"/>
                <a:gd name="connsiteX102-30331" fmla="*/ 651328 w 3024845"/>
                <a:gd name="connsiteY102-30332" fmla="*/ 592867 h 1059043"/>
                <a:gd name="connsiteX103-30333" fmla="*/ 656648 w 3024845"/>
                <a:gd name="connsiteY103-30334" fmla="*/ 581518 h 1059043"/>
                <a:gd name="connsiteX104-30335" fmla="*/ 664755 w 3024845"/>
                <a:gd name="connsiteY104-30336" fmla="*/ 609621 h 1059043"/>
                <a:gd name="connsiteX105-30337" fmla="*/ 665515 w 3024845"/>
                <a:gd name="connsiteY105-30338" fmla="*/ 609621 h 1059043"/>
                <a:gd name="connsiteX106-30339" fmla="*/ 670835 w 3024845"/>
                <a:gd name="connsiteY106-30340" fmla="*/ 609621 h 1059043"/>
                <a:gd name="connsiteX107-30341" fmla="*/ 670835 w 3024845"/>
                <a:gd name="connsiteY107-30342" fmla="*/ 503694 h 1059043"/>
                <a:gd name="connsiteX108-30343" fmla="*/ 672355 w 3024845"/>
                <a:gd name="connsiteY108-30344" fmla="*/ 503694 h 1059043"/>
                <a:gd name="connsiteX109-30345" fmla="*/ 682995 w 3024845"/>
                <a:gd name="connsiteY109-30346" fmla="*/ 503694 h 1059043"/>
                <a:gd name="connsiteX110-30347" fmla="*/ 682995 w 3024845"/>
                <a:gd name="connsiteY110-30348" fmla="*/ 456135 h 1059043"/>
                <a:gd name="connsiteX111-30349" fmla="*/ 709342 w 3024845"/>
                <a:gd name="connsiteY111-30350" fmla="*/ 456135 h 1059043"/>
                <a:gd name="connsiteX112-30351" fmla="*/ 709342 w 3024845"/>
                <a:gd name="connsiteY112-30352" fmla="*/ 434517 h 1059043"/>
                <a:gd name="connsiteX113-30353" fmla="*/ 743796 w 3024845"/>
                <a:gd name="connsiteY113-30354" fmla="*/ 434517 h 1059043"/>
                <a:gd name="connsiteX114-30355" fmla="*/ 743796 w 3024845"/>
                <a:gd name="connsiteY114-30356" fmla="*/ 436949 h 1059043"/>
                <a:gd name="connsiteX115-30357" fmla="*/ 743796 w 3024845"/>
                <a:gd name="connsiteY115-30358" fmla="*/ 453973 h 1059043"/>
                <a:gd name="connsiteX116-30359" fmla="*/ 746076 w 3024845"/>
                <a:gd name="connsiteY116-30360" fmla="*/ 453973 h 1059043"/>
                <a:gd name="connsiteX117-30361" fmla="*/ 762036 w 3024845"/>
                <a:gd name="connsiteY117-30362" fmla="*/ 453973 h 1059043"/>
                <a:gd name="connsiteX118-30363" fmla="*/ 762036 w 3024845"/>
                <a:gd name="connsiteY118-30364" fmla="*/ 501532 h 1059043"/>
                <a:gd name="connsiteX119-30365" fmla="*/ 763049 w 3024845"/>
                <a:gd name="connsiteY119-30366" fmla="*/ 501532 h 1059043"/>
                <a:gd name="connsiteX120-30367" fmla="*/ 770143 w 3024845"/>
                <a:gd name="connsiteY120-30368" fmla="*/ 501532 h 1059043"/>
                <a:gd name="connsiteX121-30369" fmla="*/ 784330 w 3024845"/>
                <a:gd name="connsiteY121-30370" fmla="*/ 505856 h 1059043"/>
                <a:gd name="connsiteX122-30371" fmla="*/ 784330 w 3024845"/>
                <a:gd name="connsiteY122-30372" fmla="*/ 544768 h 1059043"/>
                <a:gd name="connsiteX123-30373" fmla="*/ 785343 w 3024845"/>
                <a:gd name="connsiteY123-30374" fmla="*/ 544768 h 1059043"/>
                <a:gd name="connsiteX124-30375" fmla="*/ 792436 w 3024845"/>
                <a:gd name="connsiteY124-30376" fmla="*/ 544768 h 1059043"/>
                <a:gd name="connsiteX125-30377" fmla="*/ 792436 w 3024845"/>
                <a:gd name="connsiteY125-30378" fmla="*/ 546389 h 1059043"/>
                <a:gd name="connsiteX126-30379" fmla="*/ 792436 w 3024845"/>
                <a:gd name="connsiteY126-30380" fmla="*/ 557738 h 1059043"/>
                <a:gd name="connsiteX127-30381" fmla="*/ 794463 w 3024845"/>
                <a:gd name="connsiteY127-30382" fmla="*/ 557738 h 1059043"/>
                <a:gd name="connsiteX128-30383" fmla="*/ 808650 w 3024845"/>
                <a:gd name="connsiteY128-30384" fmla="*/ 557738 h 1059043"/>
                <a:gd name="connsiteX129-30385" fmla="*/ 814730 w 3024845"/>
                <a:gd name="connsiteY129-30386" fmla="*/ 564224 h 1059043"/>
                <a:gd name="connsiteX130-30387" fmla="*/ 814730 w 3024845"/>
                <a:gd name="connsiteY130-30388" fmla="*/ 585842 h 1059043"/>
                <a:gd name="connsiteX131-30389" fmla="*/ 817010 w 3024845"/>
                <a:gd name="connsiteY131-30390" fmla="*/ 585842 h 1059043"/>
                <a:gd name="connsiteX132-30391" fmla="*/ 832970 w 3024845"/>
                <a:gd name="connsiteY132-30392" fmla="*/ 585842 h 1059043"/>
                <a:gd name="connsiteX133-30393" fmla="*/ 832970 w 3024845"/>
                <a:gd name="connsiteY133-30394" fmla="*/ 586922 h 1059043"/>
                <a:gd name="connsiteX134-30395" fmla="*/ 832970 w 3024845"/>
                <a:gd name="connsiteY134-30396" fmla="*/ 594489 h 1059043"/>
                <a:gd name="connsiteX135-30397" fmla="*/ 834237 w 3024845"/>
                <a:gd name="connsiteY135-30398" fmla="*/ 594489 h 1059043"/>
                <a:gd name="connsiteX136-30399" fmla="*/ 843104 w 3024845"/>
                <a:gd name="connsiteY136-30400" fmla="*/ 594489 h 1059043"/>
                <a:gd name="connsiteX137-30401" fmla="*/ 843104 w 3024845"/>
                <a:gd name="connsiteY137-30402" fmla="*/ 596650 h 1059043"/>
                <a:gd name="connsiteX138-30403" fmla="*/ 843104 w 3024845"/>
                <a:gd name="connsiteY138-30404" fmla="*/ 611783 h 1059043"/>
                <a:gd name="connsiteX139-30405" fmla="*/ 847157 w 3024845"/>
                <a:gd name="connsiteY139-30406" fmla="*/ 609891 h 1059043"/>
                <a:gd name="connsiteX140-30407" fmla="*/ 847157 w 3024845"/>
                <a:gd name="connsiteY140-30408" fmla="*/ 596650 h 1059043"/>
                <a:gd name="connsiteX141-30409" fmla="*/ 848170 w 3024845"/>
                <a:gd name="connsiteY141-30410" fmla="*/ 596650 h 1059043"/>
                <a:gd name="connsiteX142-30411" fmla="*/ 855264 w 3024845"/>
                <a:gd name="connsiteY142-30412" fmla="*/ 596650 h 1059043"/>
                <a:gd name="connsiteX143-30413" fmla="*/ 855264 w 3024845"/>
                <a:gd name="connsiteY143-30414" fmla="*/ 598272 h 1059043"/>
                <a:gd name="connsiteX144-30415" fmla="*/ 855264 w 3024845"/>
                <a:gd name="connsiteY144-30416" fmla="*/ 609621 h 1059043"/>
                <a:gd name="connsiteX145-30417" fmla="*/ 856024 w 3024845"/>
                <a:gd name="connsiteY145-30418" fmla="*/ 609621 h 1059043"/>
                <a:gd name="connsiteX146-30419" fmla="*/ 861344 w 3024845"/>
                <a:gd name="connsiteY146-30420" fmla="*/ 609621 h 1059043"/>
                <a:gd name="connsiteX147-30421" fmla="*/ 909984 w 3024845"/>
                <a:gd name="connsiteY147-30422" fmla="*/ 605298 h 1059043"/>
                <a:gd name="connsiteX148-30423" fmla="*/ 909984 w 3024845"/>
                <a:gd name="connsiteY148-30424" fmla="*/ 606649 h 1059043"/>
                <a:gd name="connsiteX149-30425" fmla="*/ 909984 w 3024845"/>
                <a:gd name="connsiteY149-30426" fmla="*/ 616106 h 1059043"/>
                <a:gd name="connsiteX150-30427" fmla="*/ 910744 w 3024845"/>
                <a:gd name="connsiteY150-30428" fmla="*/ 616106 h 1059043"/>
                <a:gd name="connsiteX151-30429" fmla="*/ 916065 w 3024845"/>
                <a:gd name="connsiteY151-30430" fmla="*/ 616106 h 1059043"/>
                <a:gd name="connsiteX152-30431" fmla="*/ 916065 w 3024845"/>
                <a:gd name="connsiteY152-30432" fmla="*/ 618268 h 1059043"/>
                <a:gd name="connsiteX153-30433" fmla="*/ 916065 w 3024845"/>
                <a:gd name="connsiteY153-30434" fmla="*/ 633401 h 1059043"/>
                <a:gd name="connsiteX154-30435" fmla="*/ 918091 w 3024845"/>
                <a:gd name="connsiteY154-30436" fmla="*/ 632050 h 1059043"/>
                <a:gd name="connsiteX155-30437" fmla="*/ 932278 w 3024845"/>
                <a:gd name="connsiteY155-30438" fmla="*/ 622592 h 1059043"/>
                <a:gd name="connsiteX156-30439" fmla="*/ 938358 w 3024845"/>
                <a:gd name="connsiteY156-30440" fmla="*/ 581518 h 1059043"/>
                <a:gd name="connsiteX157-30441" fmla="*/ 939118 w 3024845"/>
                <a:gd name="connsiteY157-30442" fmla="*/ 581248 h 1059043"/>
                <a:gd name="connsiteX158-30443" fmla="*/ 944438 w 3024845"/>
                <a:gd name="connsiteY158-30444" fmla="*/ 579356 h 1059043"/>
                <a:gd name="connsiteX159-30445" fmla="*/ 946465 w 3024845"/>
                <a:gd name="connsiteY159-30446" fmla="*/ 510179 h 1059043"/>
                <a:gd name="connsiteX160-30447" fmla="*/ 948492 w 3024845"/>
                <a:gd name="connsiteY160-30448" fmla="*/ 579356 h 1059043"/>
                <a:gd name="connsiteX161-30449" fmla="*/ 949252 w 3024845"/>
                <a:gd name="connsiteY161-30450" fmla="*/ 579626 h 1059043"/>
                <a:gd name="connsiteX162-30451" fmla="*/ 954572 w 3024845"/>
                <a:gd name="connsiteY162-30452" fmla="*/ 581518 h 1059043"/>
                <a:gd name="connsiteX163-30453" fmla="*/ 954572 w 3024845"/>
                <a:gd name="connsiteY163-30454" fmla="*/ 495047 h 1059043"/>
                <a:gd name="connsiteX164-30455" fmla="*/ 958625 w 3024845"/>
                <a:gd name="connsiteY164-30456" fmla="*/ 462620 h 1059043"/>
                <a:gd name="connsiteX165-30457" fmla="*/ 997132 w 3024845"/>
                <a:gd name="connsiteY165-30458" fmla="*/ 462620 h 1059043"/>
                <a:gd name="connsiteX166-30459" fmla="*/ 997132 w 3024845"/>
                <a:gd name="connsiteY166-30460" fmla="*/ 495047 h 1059043"/>
                <a:gd name="connsiteX167-30461" fmla="*/ 997892 w 3024845"/>
                <a:gd name="connsiteY167-30462" fmla="*/ 495047 h 1059043"/>
                <a:gd name="connsiteX168-30463" fmla="*/ 1003212 w 3024845"/>
                <a:gd name="connsiteY168-30464" fmla="*/ 495047 h 1059043"/>
                <a:gd name="connsiteX169-30465" fmla="*/ 1003212 w 3024845"/>
                <a:gd name="connsiteY169-30466" fmla="*/ 412899 h 1059043"/>
                <a:gd name="connsiteX170-30467" fmla="*/ 1004986 w 3024845"/>
                <a:gd name="connsiteY170-30468" fmla="*/ 412899 h 1059043"/>
                <a:gd name="connsiteX171-30469" fmla="*/ 1017399 w 3024845"/>
                <a:gd name="connsiteY171-30470" fmla="*/ 412899 h 1059043"/>
                <a:gd name="connsiteX172-30471" fmla="*/ 1017399 w 3024845"/>
                <a:gd name="connsiteY172-30472" fmla="*/ 411008 h 1059043"/>
                <a:gd name="connsiteX173-30473" fmla="*/ 1017399 w 3024845"/>
                <a:gd name="connsiteY173-30474" fmla="*/ 397767 h 1059043"/>
                <a:gd name="connsiteX174-30475" fmla="*/ 1039693 w 3024845"/>
                <a:gd name="connsiteY174-30476" fmla="*/ 397767 h 1059043"/>
                <a:gd name="connsiteX175-30477" fmla="*/ 1039693 w 3024845"/>
                <a:gd name="connsiteY175-30478" fmla="*/ 396686 h 1059043"/>
                <a:gd name="connsiteX176-30479" fmla="*/ 1039693 w 3024845"/>
                <a:gd name="connsiteY176-30480" fmla="*/ 389120 h 1059043"/>
                <a:gd name="connsiteX177-30481" fmla="*/ 1041466 w 3024845"/>
                <a:gd name="connsiteY177-30482" fmla="*/ 389120 h 1059043"/>
                <a:gd name="connsiteX178-30483" fmla="*/ 1053880 w 3024845"/>
                <a:gd name="connsiteY178-30484" fmla="*/ 389120 h 1059043"/>
                <a:gd name="connsiteX179-30485" fmla="*/ 1053880 w 3024845"/>
                <a:gd name="connsiteY179-30486" fmla="*/ 390201 h 1059043"/>
                <a:gd name="connsiteX180-30487" fmla="*/ 1053880 w 3024845"/>
                <a:gd name="connsiteY180-30488" fmla="*/ 397767 h 1059043"/>
                <a:gd name="connsiteX181-30489" fmla="*/ 1054640 w 3024845"/>
                <a:gd name="connsiteY181-30490" fmla="*/ 397767 h 1059043"/>
                <a:gd name="connsiteX182-30491" fmla="*/ 1059960 w 3024845"/>
                <a:gd name="connsiteY182-30492" fmla="*/ 397767 h 1059043"/>
                <a:gd name="connsiteX183-30493" fmla="*/ 1070093 w 3024845"/>
                <a:gd name="connsiteY183-30494" fmla="*/ 393443 h 1059043"/>
                <a:gd name="connsiteX184-30495" fmla="*/ 1074146 w 3024845"/>
                <a:gd name="connsiteY184-30496" fmla="*/ 396686 h 1059043"/>
                <a:gd name="connsiteX185-30497" fmla="*/ 1074146 w 3024845"/>
                <a:gd name="connsiteY185-30498" fmla="*/ 389120 h 1059043"/>
                <a:gd name="connsiteX186-30499" fmla="*/ 1076426 w 3024845"/>
                <a:gd name="connsiteY186-30500" fmla="*/ 389120 h 1059043"/>
                <a:gd name="connsiteX187-30501" fmla="*/ 1092387 w 3024845"/>
                <a:gd name="connsiteY187-30502" fmla="*/ 389120 h 1059043"/>
                <a:gd name="connsiteX188-30503" fmla="*/ 1092387 w 3024845"/>
                <a:gd name="connsiteY188-30504" fmla="*/ 390201 h 1059043"/>
                <a:gd name="connsiteX189-30505" fmla="*/ 1092387 w 3024845"/>
                <a:gd name="connsiteY189-30506" fmla="*/ 397767 h 1059043"/>
                <a:gd name="connsiteX190-30507" fmla="*/ 1122787 w 3024845"/>
                <a:gd name="connsiteY190-30508" fmla="*/ 397767 h 1059043"/>
                <a:gd name="connsiteX191-30509" fmla="*/ 1122787 w 3024845"/>
                <a:gd name="connsiteY191-30510" fmla="*/ 399388 h 1059043"/>
                <a:gd name="connsiteX192-30511" fmla="*/ 1122787 w 3024845"/>
                <a:gd name="connsiteY192-30512" fmla="*/ 410738 h 1059043"/>
                <a:gd name="connsiteX193-30513" fmla="*/ 1149134 w 3024845"/>
                <a:gd name="connsiteY193-30514" fmla="*/ 410738 h 1059043"/>
                <a:gd name="connsiteX194-30515" fmla="*/ 1149134 w 3024845"/>
                <a:gd name="connsiteY194-30516" fmla="*/ 441002 h 1059043"/>
                <a:gd name="connsiteX195-30517" fmla="*/ 1149894 w 3024845"/>
                <a:gd name="connsiteY195-30518" fmla="*/ 441002 h 1059043"/>
                <a:gd name="connsiteX196-30519" fmla="*/ 1155214 w 3024845"/>
                <a:gd name="connsiteY196-30520" fmla="*/ 441002 h 1059043"/>
                <a:gd name="connsiteX197-30521" fmla="*/ 1155214 w 3024845"/>
                <a:gd name="connsiteY197-30522" fmla="*/ 442083 h 1059043"/>
                <a:gd name="connsiteX198-30523" fmla="*/ 1155214 w 3024845"/>
                <a:gd name="connsiteY198-30524" fmla="*/ 449650 h 1059043"/>
                <a:gd name="connsiteX199-30525" fmla="*/ 1159268 w 3024845"/>
                <a:gd name="connsiteY199-30526" fmla="*/ 479914 h 1059043"/>
                <a:gd name="connsiteX200-30527" fmla="*/ 1160028 w 3024845"/>
                <a:gd name="connsiteY200-30528" fmla="*/ 479914 h 1059043"/>
                <a:gd name="connsiteX201-30529" fmla="*/ 1165348 w 3024845"/>
                <a:gd name="connsiteY201-30530" fmla="*/ 479914 h 1059043"/>
                <a:gd name="connsiteX202-30531" fmla="*/ 1165348 w 3024845"/>
                <a:gd name="connsiteY202-30532" fmla="*/ 480725 h 1059043"/>
                <a:gd name="connsiteX203-30533" fmla="*/ 1165348 w 3024845"/>
                <a:gd name="connsiteY203-30534" fmla="*/ 486400 h 1059043"/>
                <a:gd name="connsiteX204-30535" fmla="*/ 1166361 w 3024845"/>
                <a:gd name="connsiteY204-30536" fmla="*/ 486400 h 1059043"/>
                <a:gd name="connsiteX205-30537" fmla="*/ 1173454 w 3024845"/>
                <a:gd name="connsiteY205-30538" fmla="*/ 486400 h 1059043"/>
                <a:gd name="connsiteX206-30539" fmla="*/ 1173454 w 3024845"/>
                <a:gd name="connsiteY206-30540" fmla="*/ 516665 h 1059043"/>
                <a:gd name="connsiteX207-30541" fmla="*/ 1175481 w 3024845"/>
                <a:gd name="connsiteY207-30542" fmla="*/ 516665 h 1059043"/>
                <a:gd name="connsiteX208-30543" fmla="*/ 1189668 w 3024845"/>
                <a:gd name="connsiteY208-30544" fmla="*/ 516665 h 1059043"/>
                <a:gd name="connsiteX209-30545" fmla="*/ 1189668 w 3024845"/>
                <a:gd name="connsiteY209-30546" fmla="*/ 540444 h 1059043"/>
                <a:gd name="connsiteX210-30547" fmla="*/ 1191695 w 3024845"/>
                <a:gd name="connsiteY210-30548" fmla="*/ 542065 h 1059043"/>
                <a:gd name="connsiteX211-30549" fmla="*/ 1191695 w 3024845"/>
                <a:gd name="connsiteY211-30550" fmla="*/ 553415 h 1059043"/>
                <a:gd name="connsiteX212-30551" fmla="*/ 1192455 w 3024845"/>
                <a:gd name="connsiteY212-30552" fmla="*/ 553415 h 1059043"/>
                <a:gd name="connsiteX213-30553" fmla="*/ 1197775 w 3024845"/>
                <a:gd name="connsiteY213-30554" fmla="*/ 553415 h 1059043"/>
                <a:gd name="connsiteX214-30555" fmla="*/ 1197775 w 3024845"/>
                <a:gd name="connsiteY214-30556" fmla="*/ 577194 h 1059043"/>
                <a:gd name="connsiteX215-30557" fmla="*/ 1199041 w 3024845"/>
                <a:gd name="connsiteY215-30558" fmla="*/ 577194 h 1059043"/>
                <a:gd name="connsiteX216-30559" fmla="*/ 1207908 w 3024845"/>
                <a:gd name="connsiteY216-30560" fmla="*/ 577194 h 1059043"/>
                <a:gd name="connsiteX217-30561" fmla="*/ 1209935 w 3024845"/>
                <a:gd name="connsiteY217-30562" fmla="*/ 581248 h 1059043"/>
                <a:gd name="connsiteX218-30563" fmla="*/ 1209935 w 3024845"/>
                <a:gd name="connsiteY218-30564" fmla="*/ 594489 h 1059043"/>
                <a:gd name="connsiteX219-30565" fmla="*/ 1211455 w 3024845"/>
                <a:gd name="connsiteY219-30566" fmla="*/ 592597 h 1059043"/>
                <a:gd name="connsiteX220-30567" fmla="*/ 1222095 w 3024845"/>
                <a:gd name="connsiteY220-30568" fmla="*/ 579356 h 1059043"/>
                <a:gd name="connsiteX221-30569" fmla="*/ 1250469 w 3024845"/>
                <a:gd name="connsiteY221-30570" fmla="*/ 579356 h 1059043"/>
                <a:gd name="connsiteX222-30571" fmla="*/ 1250469 w 3024845"/>
                <a:gd name="connsiteY222-30572" fmla="*/ 665827 h 1059043"/>
                <a:gd name="connsiteX223-30573" fmla="*/ 1251229 w 3024845"/>
                <a:gd name="connsiteY223-30574" fmla="*/ 665827 h 1059043"/>
                <a:gd name="connsiteX224-30575" fmla="*/ 1256549 w 3024845"/>
                <a:gd name="connsiteY224-30576" fmla="*/ 665827 h 1059043"/>
                <a:gd name="connsiteX225-30577" fmla="*/ 1257309 w 3024845"/>
                <a:gd name="connsiteY225-30578" fmla="*/ 664476 h 1059043"/>
                <a:gd name="connsiteX226-30579" fmla="*/ 1262629 w 3024845"/>
                <a:gd name="connsiteY226-30580" fmla="*/ 655018 h 1059043"/>
                <a:gd name="connsiteX227-30581" fmla="*/ 1262629 w 3024845"/>
                <a:gd name="connsiteY227-30582" fmla="*/ 656910 h 1059043"/>
                <a:gd name="connsiteX228-30583" fmla="*/ 1262629 w 3024845"/>
                <a:gd name="connsiteY228-30584" fmla="*/ 670151 h 1059043"/>
                <a:gd name="connsiteX229-30585" fmla="*/ 1266682 w 3024845"/>
                <a:gd name="connsiteY229-30586" fmla="*/ 624754 h 1059043"/>
                <a:gd name="connsiteX230-30587" fmla="*/ 1267442 w 3024845"/>
                <a:gd name="connsiteY230-30588" fmla="*/ 624754 h 1059043"/>
                <a:gd name="connsiteX231-30589" fmla="*/ 1272762 w 3024845"/>
                <a:gd name="connsiteY231-30590" fmla="*/ 624754 h 1059043"/>
                <a:gd name="connsiteX232-30591" fmla="*/ 1272762 w 3024845"/>
                <a:gd name="connsiteY232-30592" fmla="*/ 559900 h 1059043"/>
                <a:gd name="connsiteX233-30593" fmla="*/ 1273776 w 3024845"/>
                <a:gd name="connsiteY233-30594" fmla="*/ 559900 h 1059043"/>
                <a:gd name="connsiteX234-30595" fmla="*/ 1280869 w 3024845"/>
                <a:gd name="connsiteY234-30596" fmla="*/ 559900 h 1059043"/>
                <a:gd name="connsiteX235-30597" fmla="*/ 1293029 w 3024845"/>
                <a:gd name="connsiteY235-30598" fmla="*/ 516665 h 1059043"/>
                <a:gd name="connsiteX236-30599" fmla="*/ 1294296 w 3024845"/>
                <a:gd name="connsiteY236-30600" fmla="*/ 516665 h 1059043"/>
                <a:gd name="connsiteX237-30601" fmla="*/ 1303163 w 3024845"/>
                <a:gd name="connsiteY237-30602" fmla="*/ 516665 h 1059043"/>
                <a:gd name="connsiteX238-30603" fmla="*/ 1313296 w 3024845"/>
                <a:gd name="connsiteY238-30604" fmla="*/ 559900 h 1059043"/>
                <a:gd name="connsiteX239-30605" fmla="*/ 1314309 w 3024845"/>
                <a:gd name="connsiteY239-30606" fmla="*/ 559900 h 1059043"/>
                <a:gd name="connsiteX240-30607" fmla="*/ 1321403 w 3024845"/>
                <a:gd name="connsiteY240-30608" fmla="*/ 559900 h 1059043"/>
                <a:gd name="connsiteX241-30609" fmla="*/ 1321403 w 3024845"/>
                <a:gd name="connsiteY241-30610" fmla="*/ 598812 h 1059043"/>
                <a:gd name="connsiteX242-30611" fmla="*/ 1323176 w 3024845"/>
                <a:gd name="connsiteY242-30612" fmla="*/ 598812 h 1059043"/>
                <a:gd name="connsiteX243-30613" fmla="*/ 1335590 w 3024845"/>
                <a:gd name="connsiteY243-30614" fmla="*/ 598812 h 1059043"/>
                <a:gd name="connsiteX244-30615" fmla="*/ 1335590 w 3024845"/>
                <a:gd name="connsiteY244-30616" fmla="*/ 600974 h 1059043"/>
                <a:gd name="connsiteX245-30617" fmla="*/ 1335590 w 3024845"/>
                <a:gd name="connsiteY245-30618" fmla="*/ 616106 h 1059043"/>
                <a:gd name="connsiteX246-30619" fmla="*/ 1339643 w 3024845"/>
                <a:gd name="connsiteY246-30620" fmla="*/ 613945 h 1059043"/>
                <a:gd name="connsiteX247-30621" fmla="*/ 1339643 w 3024845"/>
                <a:gd name="connsiteY247-30622" fmla="*/ 598812 h 1059043"/>
                <a:gd name="connsiteX248-30623" fmla="*/ 1341163 w 3024845"/>
                <a:gd name="connsiteY248-30624" fmla="*/ 598812 h 1059043"/>
                <a:gd name="connsiteX249-30625" fmla="*/ 1351803 w 3024845"/>
                <a:gd name="connsiteY249-30626" fmla="*/ 598812 h 1059043"/>
                <a:gd name="connsiteX250-30627" fmla="*/ 1351803 w 3024845"/>
                <a:gd name="connsiteY250-30628" fmla="*/ 600433 h 1059043"/>
                <a:gd name="connsiteX251-30629" fmla="*/ 1351803 w 3024845"/>
                <a:gd name="connsiteY251-30630" fmla="*/ 611783 h 1059043"/>
                <a:gd name="connsiteX252-30631" fmla="*/ 1382204 w 3024845"/>
                <a:gd name="connsiteY252-30632" fmla="*/ 611783 h 1059043"/>
                <a:gd name="connsiteX253-30633" fmla="*/ 1382204 w 3024845"/>
                <a:gd name="connsiteY253-30634" fmla="*/ 575033 h 1059043"/>
                <a:gd name="connsiteX254-30635" fmla="*/ 1383470 w 3024845"/>
                <a:gd name="connsiteY254-30636" fmla="*/ 575033 h 1059043"/>
                <a:gd name="connsiteX255-30637" fmla="*/ 1392337 w 3024845"/>
                <a:gd name="connsiteY255-30638" fmla="*/ 575033 h 1059043"/>
                <a:gd name="connsiteX256-30639" fmla="*/ 1392337 w 3024845"/>
                <a:gd name="connsiteY256-30640" fmla="*/ 596650 h 1059043"/>
                <a:gd name="connsiteX257-30641" fmla="*/ 1394364 w 3024845"/>
                <a:gd name="connsiteY257-30642" fmla="*/ 564224 h 1059043"/>
                <a:gd name="connsiteX258-30643" fmla="*/ 1416657 w 3024845"/>
                <a:gd name="connsiteY258-30644" fmla="*/ 564224 h 1059043"/>
                <a:gd name="connsiteX259-30645" fmla="*/ 1416657 w 3024845"/>
                <a:gd name="connsiteY259-30646" fmla="*/ 562602 h 1059043"/>
                <a:gd name="connsiteX260-30647" fmla="*/ 1416657 w 3024845"/>
                <a:gd name="connsiteY260-30648" fmla="*/ 551253 h 1059043"/>
                <a:gd name="connsiteX261-30649" fmla="*/ 1417417 w 3024845"/>
                <a:gd name="connsiteY261-30650" fmla="*/ 551253 h 1059043"/>
                <a:gd name="connsiteX262-30651" fmla="*/ 1422737 w 3024845"/>
                <a:gd name="connsiteY262-30652" fmla="*/ 551253 h 1059043"/>
                <a:gd name="connsiteX263-30653" fmla="*/ 1422737 w 3024845"/>
                <a:gd name="connsiteY263-30654" fmla="*/ 549362 h 1059043"/>
                <a:gd name="connsiteX264-30655" fmla="*/ 1422737 w 3024845"/>
                <a:gd name="connsiteY264-30656" fmla="*/ 536121 h 1059043"/>
                <a:gd name="connsiteX265-30657" fmla="*/ 1426791 w 3024845"/>
                <a:gd name="connsiteY265-30658" fmla="*/ 542606 h 1059043"/>
                <a:gd name="connsiteX266-30659" fmla="*/ 1429071 w 3024845"/>
                <a:gd name="connsiteY266-30660" fmla="*/ 542606 h 1059043"/>
                <a:gd name="connsiteX267-30661" fmla="*/ 1445031 w 3024845"/>
                <a:gd name="connsiteY267-30662" fmla="*/ 542606 h 1059043"/>
                <a:gd name="connsiteX268-30663" fmla="*/ 1445031 w 3024845"/>
                <a:gd name="connsiteY268-30664" fmla="*/ 541795 h 1059043"/>
                <a:gd name="connsiteX269-30665" fmla="*/ 1445031 w 3024845"/>
                <a:gd name="connsiteY269-30666" fmla="*/ 536121 h 1059043"/>
                <a:gd name="connsiteX270-30667" fmla="*/ 1445791 w 3024845"/>
                <a:gd name="connsiteY270-30668" fmla="*/ 536121 h 1059043"/>
                <a:gd name="connsiteX271-30669" fmla="*/ 1451111 w 3024845"/>
                <a:gd name="connsiteY271-30670" fmla="*/ 536121 h 1059043"/>
                <a:gd name="connsiteX272-30671" fmla="*/ 1451111 w 3024845"/>
                <a:gd name="connsiteY272-30672" fmla="*/ 537472 h 1059043"/>
                <a:gd name="connsiteX273-30673" fmla="*/ 1451111 w 3024845"/>
                <a:gd name="connsiteY273-30674" fmla="*/ 546930 h 1059043"/>
                <a:gd name="connsiteX274-30675" fmla="*/ 1489618 w 3024845"/>
                <a:gd name="connsiteY274-30676" fmla="*/ 546930 h 1059043"/>
                <a:gd name="connsiteX275-30677" fmla="*/ 1489618 w 3024845"/>
                <a:gd name="connsiteY275-30678" fmla="*/ 685283 h 1059043"/>
                <a:gd name="connsiteX276-30679" fmla="*/ 1491138 w 3024845"/>
                <a:gd name="connsiteY276-30680" fmla="*/ 685283 h 1059043"/>
                <a:gd name="connsiteX277-30681" fmla="*/ 1501778 w 3024845"/>
                <a:gd name="connsiteY277-30682" fmla="*/ 685283 h 1059043"/>
                <a:gd name="connsiteX278-30683" fmla="*/ 1501778 w 3024845"/>
                <a:gd name="connsiteY278-30684" fmla="*/ 672313 h 1059043"/>
                <a:gd name="connsiteX279-30685" fmla="*/ 1505832 w 3024845"/>
                <a:gd name="connsiteY279-30686" fmla="*/ 672313 h 1059043"/>
                <a:gd name="connsiteX280-30687" fmla="*/ 1505832 w 3024845"/>
                <a:gd name="connsiteY280-30688" fmla="*/ 685283 h 1059043"/>
                <a:gd name="connsiteX281-30689" fmla="*/ 1536232 w 3024845"/>
                <a:gd name="connsiteY281-30690" fmla="*/ 685283 h 1059043"/>
                <a:gd name="connsiteX282-30691" fmla="*/ 1536232 w 3024845"/>
                <a:gd name="connsiteY282-30692" fmla="*/ 655018 h 1059043"/>
                <a:gd name="connsiteX283-30693" fmla="*/ 1548392 w 3024845"/>
                <a:gd name="connsiteY283-30694" fmla="*/ 655018 h 1059043"/>
                <a:gd name="connsiteX284-30695" fmla="*/ 1560552 w 3024845"/>
                <a:gd name="connsiteY284-30696" fmla="*/ 652857 h 1059043"/>
                <a:gd name="connsiteX285-30697" fmla="*/ 1564606 w 3024845"/>
                <a:gd name="connsiteY285-30698" fmla="*/ 655018 h 1059043"/>
                <a:gd name="connsiteX286-30699" fmla="*/ 1574739 w 3024845"/>
                <a:gd name="connsiteY286-30700" fmla="*/ 655018 h 1059043"/>
                <a:gd name="connsiteX287-30701" fmla="*/ 1574739 w 3024845"/>
                <a:gd name="connsiteY287-30702" fmla="*/ 685283 h 1059043"/>
                <a:gd name="connsiteX288-30703" fmla="*/ 1582846 w 3024845"/>
                <a:gd name="connsiteY288-30704" fmla="*/ 685283 h 1059043"/>
                <a:gd name="connsiteX289-30705" fmla="*/ 1582846 w 3024845"/>
                <a:gd name="connsiteY289-30706" fmla="*/ 702578 h 1059043"/>
                <a:gd name="connsiteX290-30707" fmla="*/ 1592182 w 3024845"/>
                <a:gd name="connsiteY290-30708" fmla="*/ 703483 h 1059043"/>
                <a:gd name="connsiteX291-30709" fmla="*/ 1605140 w 3024845"/>
                <a:gd name="connsiteY291-30710" fmla="*/ 703483 h 1059043"/>
                <a:gd name="connsiteX292-30711" fmla="*/ 1605140 w 3024845"/>
                <a:gd name="connsiteY292-30712" fmla="*/ 687445 h 1059043"/>
                <a:gd name="connsiteX293-30713" fmla="*/ 1673096 w 3024845"/>
                <a:gd name="connsiteY293-30714" fmla="*/ 687445 h 1059043"/>
                <a:gd name="connsiteX294-30715" fmla="*/ 1673096 w 3024845"/>
                <a:gd name="connsiteY294-30716" fmla="*/ 602192 h 1059043"/>
                <a:gd name="connsiteX295-30717" fmla="*/ 1745104 w 3024845"/>
                <a:gd name="connsiteY295-30718" fmla="*/ 602192 h 1059043"/>
                <a:gd name="connsiteX296-30719" fmla="*/ 1745104 w 3024845"/>
                <a:gd name="connsiteY296-30720" fmla="*/ 680960 h 1059043"/>
                <a:gd name="connsiteX297-30721" fmla="*/ 1747008 w 3024845"/>
                <a:gd name="connsiteY297-30722" fmla="*/ 680960 h 1059043"/>
                <a:gd name="connsiteX298-30723" fmla="*/ 1748250 w 3024845"/>
                <a:gd name="connsiteY298-30724" fmla="*/ 703483 h 1059043"/>
                <a:gd name="connsiteX299-30725" fmla="*/ 1757926 w 3024845"/>
                <a:gd name="connsiteY299-30726" fmla="*/ 703483 h 1059043"/>
                <a:gd name="connsiteX300-30727" fmla="*/ 1759168 w 3024845"/>
                <a:gd name="connsiteY300-30728" fmla="*/ 680960 h 1059043"/>
                <a:gd name="connsiteX301-30729" fmla="*/ 1765248 w 3024845"/>
                <a:gd name="connsiteY301-30730" fmla="*/ 680960 h 1059043"/>
                <a:gd name="connsiteX302-30731" fmla="*/ 1766490 w 3024845"/>
                <a:gd name="connsiteY302-30732" fmla="*/ 703483 h 1059043"/>
                <a:gd name="connsiteX303-30733" fmla="*/ 1817112 w 3024845"/>
                <a:gd name="connsiteY303-30734" fmla="*/ 703483 h 1059043"/>
                <a:gd name="connsiteX304-30735" fmla="*/ 1817112 w 3024845"/>
                <a:gd name="connsiteY304-30736" fmla="*/ 540455 h 1059043"/>
                <a:gd name="connsiteX305-30737" fmla="*/ 2014439 w 3024845"/>
                <a:gd name="connsiteY305-30738" fmla="*/ 540455 h 1059043"/>
                <a:gd name="connsiteX306-30739" fmla="*/ 2014439 w 3024845"/>
                <a:gd name="connsiteY306-30740" fmla="*/ 703483 h 1059043"/>
                <a:gd name="connsiteX307-30741" fmla="*/ 2033136 w 3024845"/>
                <a:gd name="connsiteY307-30742" fmla="*/ 703483 h 1059043"/>
                <a:gd name="connsiteX308-30743" fmla="*/ 2033136 w 3024845"/>
                <a:gd name="connsiteY308-30744" fmla="*/ 620790 h 1059043"/>
                <a:gd name="connsiteX309-30745" fmla="*/ 2128256 w 3024845"/>
                <a:gd name="connsiteY309-30746" fmla="*/ 620790 h 1059043"/>
                <a:gd name="connsiteX310-30747" fmla="*/ 2146266 w 3024845"/>
                <a:gd name="connsiteY310-30748" fmla="*/ 131868 h 1059043"/>
                <a:gd name="connsiteX311-30749" fmla="*/ 2144240 w 3024845"/>
                <a:gd name="connsiteY311-30750" fmla="*/ 125383 h 1059043"/>
                <a:gd name="connsiteX312-30751" fmla="*/ 2150320 w 3024845"/>
                <a:gd name="connsiteY312-30752" fmla="*/ 118897 h 1059043"/>
                <a:gd name="connsiteX313-30753" fmla="*/ 2150320 w 3024845"/>
                <a:gd name="connsiteY313-30754" fmla="*/ 60529 h 1059043"/>
                <a:gd name="connsiteX314-30755" fmla="*/ 2152346 w 3024845"/>
                <a:gd name="connsiteY314-30756" fmla="*/ 56206 h 1059043"/>
                <a:gd name="connsiteX315-30757" fmla="*/ 2152346 w 3024845"/>
                <a:gd name="connsiteY315-30758" fmla="*/ 0 h 1059043"/>
                <a:gd name="connsiteX316-30759" fmla="*/ 2168560 w 3024845"/>
                <a:gd name="connsiteY316-30760" fmla="*/ 125383 h 1059043"/>
                <a:gd name="connsiteX317-30761" fmla="*/ 2180720 w 3024845"/>
                <a:gd name="connsiteY317-30762" fmla="*/ 555577 h 1059043"/>
                <a:gd name="connsiteX318-30763" fmla="*/ 2245574 w 3024845"/>
                <a:gd name="connsiteY318-30764" fmla="*/ 555577 h 1059043"/>
                <a:gd name="connsiteX319-30765" fmla="*/ 2245574 w 3024845"/>
                <a:gd name="connsiteY319-30766" fmla="*/ 631239 h 1059043"/>
                <a:gd name="connsiteX320-30767" fmla="*/ 2253681 w 3024845"/>
                <a:gd name="connsiteY320-30768" fmla="*/ 631239 h 1059043"/>
                <a:gd name="connsiteX321-30769" fmla="*/ 2255708 w 3024845"/>
                <a:gd name="connsiteY321-30770" fmla="*/ 624754 h 1059043"/>
                <a:gd name="connsiteX322-30771" fmla="*/ 2261788 w 3024845"/>
                <a:gd name="connsiteY322-30772" fmla="*/ 624754 h 1059043"/>
                <a:gd name="connsiteX323-30773" fmla="*/ 2263815 w 3024845"/>
                <a:gd name="connsiteY323-30774" fmla="*/ 633401 h 1059043"/>
                <a:gd name="connsiteX324-30775" fmla="*/ 2275975 w 3024845"/>
                <a:gd name="connsiteY324-30776" fmla="*/ 633401 h 1059043"/>
                <a:gd name="connsiteX325-30777" fmla="*/ 2275975 w 3024845"/>
                <a:gd name="connsiteY325-30778" fmla="*/ 626915 h 1059043"/>
                <a:gd name="connsiteX326-30779" fmla="*/ 2298268 w 3024845"/>
                <a:gd name="connsiteY326-30780" fmla="*/ 626915 h 1059043"/>
                <a:gd name="connsiteX327-30781" fmla="*/ 2298268 w 3024845"/>
                <a:gd name="connsiteY327-30782" fmla="*/ 633401 h 1059043"/>
                <a:gd name="connsiteX328-30783" fmla="*/ 2318535 w 3024845"/>
                <a:gd name="connsiteY328-30784" fmla="*/ 633401 h 1059043"/>
                <a:gd name="connsiteX329-30785" fmla="*/ 2318535 w 3024845"/>
                <a:gd name="connsiteY329-30786" fmla="*/ 678798 h 1059043"/>
                <a:gd name="connsiteX330-30787" fmla="*/ 2332722 w 3024845"/>
                <a:gd name="connsiteY330-30788" fmla="*/ 678798 h 1059043"/>
                <a:gd name="connsiteX331-30789" fmla="*/ 2332722 w 3024845"/>
                <a:gd name="connsiteY331-30790" fmla="*/ 665827 h 1059043"/>
                <a:gd name="connsiteX332-30791" fmla="*/ 2348936 w 3024845"/>
                <a:gd name="connsiteY332-30792" fmla="*/ 665827 h 1059043"/>
                <a:gd name="connsiteX333-30793" fmla="*/ 2348936 w 3024845"/>
                <a:gd name="connsiteY333-30794" fmla="*/ 486400 h 1059043"/>
                <a:gd name="connsiteX334-30795" fmla="*/ 2355016 w 3024845"/>
                <a:gd name="connsiteY334-30796" fmla="*/ 479914 h 1059043"/>
                <a:gd name="connsiteX335-30797" fmla="*/ 2427977 w 3024845"/>
                <a:gd name="connsiteY335-30798" fmla="*/ 479914 h 1059043"/>
                <a:gd name="connsiteX336-30799" fmla="*/ 2427977 w 3024845"/>
                <a:gd name="connsiteY336-30800" fmla="*/ 488562 h 1059043"/>
                <a:gd name="connsiteX337-30801" fmla="*/ 2438110 w 3024845"/>
                <a:gd name="connsiteY337-30802" fmla="*/ 488562 h 1059043"/>
                <a:gd name="connsiteX338-30803" fmla="*/ 2438110 w 3024845"/>
                <a:gd name="connsiteY338-30804" fmla="*/ 603136 h 1059043"/>
                <a:gd name="connsiteX339-30805" fmla="*/ 2460404 w 3024845"/>
                <a:gd name="connsiteY339-30806" fmla="*/ 603136 h 1059043"/>
                <a:gd name="connsiteX340-30807" fmla="*/ 2460404 w 3024845"/>
                <a:gd name="connsiteY340-30808" fmla="*/ 536121 h 1059043"/>
                <a:gd name="connsiteX341-30809" fmla="*/ 2486751 w 3024845"/>
                <a:gd name="connsiteY341-30810" fmla="*/ 536121 h 1059043"/>
                <a:gd name="connsiteX342-30811" fmla="*/ 2490804 w 3024845"/>
                <a:gd name="connsiteY342-30812" fmla="*/ 531797 h 1059043"/>
                <a:gd name="connsiteX343-30813" fmla="*/ 2498911 w 3024845"/>
                <a:gd name="connsiteY343-30814" fmla="*/ 531797 h 1059043"/>
                <a:gd name="connsiteX344-30815" fmla="*/ 2502964 w 3024845"/>
                <a:gd name="connsiteY344-30816" fmla="*/ 536121 h 1059043"/>
                <a:gd name="connsiteX345-30817" fmla="*/ 2525258 w 3024845"/>
                <a:gd name="connsiteY345-30818" fmla="*/ 536121 h 1059043"/>
                <a:gd name="connsiteX346-30819" fmla="*/ 2525258 w 3024845"/>
                <a:gd name="connsiteY346-30820" fmla="*/ 419385 h 1059043"/>
                <a:gd name="connsiteX347-30821" fmla="*/ 2582005 w 3024845"/>
                <a:gd name="connsiteY347-30822" fmla="*/ 408576 h 1059043"/>
                <a:gd name="connsiteX348-30823" fmla="*/ 2582005 w 3024845"/>
                <a:gd name="connsiteY348-30824" fmla="*/ 409657 h 1059043"/>
                <a:gd name="connsiteX349-30825" fmla="*/ 2582005 w 3024845"/>
                <a:gd name="connsiteY349-30826" fmla="*/ 417223 h 1059043"/>
                <a:gd name="connsiteX350-30827" fmla="*/ 2608352 w 3024845"/>
                <a:gd name="connsiteY350-30828" fmla="*/ 417223 h 1059043"/>
                <a:gd name="connsiteX351-30829" fmla="*/ 2608352 w 3024845"/>
                <a:gd name="connsiteY351-30830" fmla="*/ 672313 h 1059043"/>
                <a:gd name="connsiteX352-30831" fmla="*/ 2630646 w 3024845"/>
                <a:gd name="connsiteY352-30832" fmla="*/ 672313 h 1059043"/>
                <a:gd name="connsiteX353-30833" fmla="*/ 2630646 w 3024845"/>
                <a:gd name="connsiteY353-30834" fmla="*/ 667989 h 1059043"/>
                <a:gd name="connsiteX354-30835" fmla="*/ 2642806 w 3024845"/>
                <a:gd name="connsiteY354-30836" fmla="*/ 667989 h 1059043"/>
                <a:gd name="connsiteX355-30837" fmla="*/ 2642806 w 3024845"/>
                <a:gd name="connsiteY355-30838" fmla="*/ 672313 h 1059043"/>
                <a:gd name="connsiteX356-30839" fmla="*/ 2667126 w 3024845"/>
                <a:gd name="connsiteY356-30840" fmla="*/ 672313 h 1059043"/>
                <a:gd name="connsiteX357-30841" fmla="*/ 2667126 w 3024845"/>
                <a:gd name="connsiteY357-30842" fmla="*/ 659342 h 1059043"/>
                <a:gd name="connsiteX358-30843" fmla="*/ 2695500 w 3024845"/>
                <a:gd name="connsiteY358-30844" fmla="*/ 659342 h 1059043"/>
                <a:gd name="connsiteX359-30845" fmla="*/ 2707660 w 3024845"/>
                <a:gd name="connsiteY359-30846" fmla="*/ 655018 h 1059043"/>
                <a:gd name="connsiteX360-30847" fmla="*/ 2727927 w 3024845"/>
                <a:gd name="connsiteY360-30848" fmla="*/ 659342 h 1059043"/>
                <a:gd name="connsiteX361-30849" fmla="*/ 2727927 w 3024845"/>
                <a:gd name="connsiteY361-30850" fmla="*/ 642048 h 1059043"/>
                <a:gd name="connsiteX362-30851" fmla="*/ 2736034 w 3024845"/>
                <a:gd name="connsiteY362-30852" fmla="*/ 642048 h 1059043"/>
                <a:gd name="connsiteX363-30853" fmla="*/ 2736034 w 3024845"/>
                <a:gd name="connsiteY363-30854" fmla="*/ 629077 h 1059043"/>
                <a:gd name="connsiteX364-30855" fmla="*/ 2792781 w 3024845"/>
                <a:gd name="connsiteY364-30856" fmla="*/ 629077 h 1059043"/>
                <a:gd name="connsiteX365-30857" fmla="*/ 2792781 w 3024845"/>
                <a:gd name="connsiteY365-30858" fmla="*/ 598812 h 1059043"/>
                <a:gd name="connsiteX366-30859" fmla="*/ 2811021 w 3024845"/>
                <a:gd name="connsiteY366-30860" fmla="*/ 598812 h 1059043"/>
                <a:gd name="connsiteX367-30861" fmla="*/ 2811021 w 3024845"/>
                <a:gd name="connsiteY367-30862" fmla="*/ 592327 h 1059043"/>
                <a:gd name="connsiteX368-30863" fmla="*/ 2823181 w 3024845"/>
                <a:gd name="connsiteY368-30864" fmla="*/ 592327 h 1059043"/>
                <a:gd name="connsiteX369-30865" fmla="*/ 2823181 w 3024845"/>
                <a:gd name="connsiteY369-30866" fmla="*/ 598812 h 1059043"/>
                <a:gd name="connsiteX370-30867" fmla="*/ 2839395 w 3024845"/>
                <a:gd name="connsiteY370-30868" fmla="*/ 598812 h 1059043"/>
                <a:gd name="connsiteX371-30869" fmla="*/ 2839395 w 3024845"/>
                <a:gd name="connsiteY371-30870" fmla="*/ 648533 h 1059043"/>
                <a:gd name="connsiteX372-30871" fmla="*/ 2871822 w 3024845"/>
                <a:gd name="connsiteY372-30872" fmla="*/ 648533 h 1059043"/>
                <a:gd name="connsiteX373-30873" fmla="*/ 2871822 w 3024845"/>
                <a:gd name="connsiteY373-30874" fmla="*/ 622592 h 1059043"/>
                <a:gd name="connsiteX374-30875" fmla="*/ 2910329 w 3024845"/>
                <a:gd name="connsiteY374-30876" fmla="*/ 622592 h 1059043"/>
                <a:gd name="connsiteX375-30877" fmla="*/ 2910329 w 3024845"/>
                <a:gd name="connsiteY375-30878" fmla="*/ 592327 h 1059043"/>
                <a:gd name="connsiteX376-30879" fmla="*/ 2958970 w 3024845"/>
                <a:gd name="connsiteY376-30880" fmla="*/ 592327 h 1059043"/>
                <a:gd name="connsiteX377-30881" fmla="*/ 2958970 w 3024845"/>
                <a:gd name="connsiteY377-30882" fmla="*/ 703483 h 1059043"/>
                <a:gd name="connsiteX378-30883" fmla="*/ 2958970 w 3024845"/>
                <a:gd name="connsiteY378-30884" fmla="*/ 717262 h 1059043"/>
                <a:gd name="connsiteX379-30885" fmla="*/ 3024845 w 3024845"/>
                <a:gd name="connsiteY379-30886" fmla="*/ 717262 h 1059043"/>
                <a:gd name="connsiteX380-30887" fmla="*/ 3024845 w 3024845"/>
                <a:gd name="connsiteY380-30888" fmla="*/ 1059043 h 1059043"/>
                <a:gd name="connsiteX381-30889" fmla="*/ 2054 w 3024845"/>
                <a:gd name="connsiteY381-30890" fmla="*/ 1056710 h 1059043"/>
                <a:gd name="connsiteX382-30891" fmla="*/ 0 w 3024845"/>
                <a:gd name="connsiteY382-30892" fmla="*/ 622592 h 1059043"/>
                <a:gd name="connsiteX383-30893" fmla="*/ 20267 w 3024845"/>
                <a:gd name="connsiteY383-30894" fmla="*/ 622592 h 1059043"/>
                <a:gd name="connsiteX384-30895" fmla="*/ 20774 w 3024845"/>
                <a:gd name="connsiteY384-30896" fmla="*/ 621511 h 1059043"/>
                <a:gd name="connsiteX385-30897" fmla="*/ 24320 w 3024845"/>
                <a:gd name="connsiteY385-30898" fmla="*/ 613945 h 1059043"/>
                <a:gd name="connsiteX386-30899" fmla="*/ 26094 w 3024845"/>
                <a:gd name="connsiteY386-30900" fmla="*/ 614215 h 1059043"/>
                <a:gd name="connsiteX387-30901" fmla="*/ 38507 w 3024845"/>
                <a:gd name="connsiteY387-30902" fmla="*/ 616106 h 1059043"/>
                <a:gd name="connsiteX388-30903" fmla="*/ 39014 w 3024845"/>
                <a:gd name="connsiteY388-30904" fmla="*/ 617458 h 1059043"/>
                <a:gd name="connsiteX389-30905" fmla="*/ 42560 w 3024845"/>
                <a:gd name="connsiteY389-30906" fmla="*/ 626915 h 1059043"/>
                <a:gd name="connsiteX390-30907" fmla="*/ 68907 w 3024845"/>
                <a:gd name="connsiteY390-30908" fmla="*/ 629077 h 1059043"/>
                <a:gd name="connsiteX391-30909" fmla="*/ 68907 w 3024845"/>
                <a:gd name="connsiteY391-30910" fmla="*/ 505856 h 1059043"/>
                <a:gd name="connsiteX392-30911" fmla="*/ 70934 w 3024845"/>
                <a:gd name="connsiteY392-30912" fmla="*/ 505856 h 1059043"/>
                <a:gd name="connsiteX393-30913" fmla="*/ 85121 w 3024845"/>
                <a:gd name="connsiteY393-30914" fmla="*/ 505856 h 1059043"/>
                <a:gd name="connsiteX394-30915" fmla="*/ 85121 w 3024845"/>
                <a:gd name="connsiteY394-30916" fmla="*/ 369664 h 1059043"/>
                <a:gd name="connsiteX395-30917" fmla="*/ 86894 w 3024845"/>
                <a:gd name="connsiteY395-30918" fmla="*/ 369664 h 1059043"/>
                <a:gd name="connsiteX396-30919" fmla="*/ 99308 w 3024845"/>
                <a:gd name="connsiteY396-30920" fmla="*/ 369664 h 1059043"/>
                <a:gd name="connsiteX397-30921" fmla="*/ 99308 w 3024845"/>
                <a:gd name="connsiteY397-30922" fmla="*/ 255090 h 1059043"/>
                <a:gd name="connsiteX398-30923" fmla="*/ 103361 w 3024845"/>
                <a:gd name="connsiteY398-30924" fmla="*/ 226986 h 1059043"/>
                <a:gd name="connsiteX399-30925" fmla="*/ 105388 w 3024845"/>
                <a:gd name="connsiteY399-30926" fmla="*/ 226986 h 1059043"/>
                <a:gd name="connsiteX400-30927" fmla="*/ 119575 w 3024845"/>
                <a:gd name="connsiteY400-30928" fmla="*/ 226986 h 1059043"/>
                <a:gd name="connsiteX0-30929" fmla="*/ 119575 w 3024845"/>
                <a:gd name="connsiteY0-30930" fmla="*/ 226986 h 1059043"/>
                <a:gd name="connsiteX1-30931" fmla="*/ 200642 w 3024845"/>
                <a:gd name="connsiteY1-30932" fmla="*/ 224825 h 1059043"/>
                <a:gd name="connsiteX2-30933" fmla="*/ 202669 w 3024845"/>
                <a:gd name="connsiteY2-30934" fmla="*/ 224825 h 1059043"/>
                <a:gd name="connsiteX3-30935" fmla="*/ 216856 w 3024845"/>
                <a:gd name="connsiteY3-30936" fmla="*/ 224825 h 1059043"/>
                <a:gd name="connsiteX4-30937" fmla="*/ 216856 w 3024845"/>
                <a:gd name="connsiteY4-30938" fmla="*/ 248604 h 1059043"/>
                <a:gd name="connsiteX5-30939" fmla="*/ 217363 w 3024845"/>
                <a:gd name="connsiteY5-30940" fmla="*/ 249415 h 1059043"/>
                <a:gd name="connsiteX6-30941" fmla="*/ 220909 w 3024845"/>
                <a:gd name="connsiteY6-30942" fmla="*/ 255090 h 1059043"/>
                <a:gd name="connsiteX7-30943" fmla="*/ 220909 w 3024845"/>
                <a:gd name="connsiteY7-30944" fmla="*/ 369664 h 1059043"/>
                <a:gd name="connsiteX8-30945" fmla="*/ 223189 w 3024845"/>
                <a:gd name="connsiteY8-30946" fmla="*/ 369664 h 1059043"/>
                <a:gd name="connsiteX9-30947" fmla="*/ 239150 w 3024845"/>
                <a:gd name="connsiteY9-30948" fmla="*/ 369664 h 1059043"/>
                <a:gd name="connsiteX10-30949" fmla="*/ 239150 w 3024845"/>
                <a:gd name="connsiteY10-30950" fmla="*/ 510179 h 1059043"/>
                <a:gd name="connsiteX11-30951" fmla="*/ 240670 w 3024845"/>
                <a:gd name="connsiteY11-30952" fmla="*/ 509909 h 1059043"/>
                <a:gd name="connsiteX12-30953" fmla="*/ 251310 w 3024845"/>
                <a:gd name="connsiteY12-30954" fmla="*/ 508018 h 1059043"/>
                <a:gd name="connsiteX13-30955" fmla="*/ 249283 w 3024845"/>
                <a:gd name="connsiteY13-30956" fmla="*/ 596650 h 1059043"/>
                <a:gd name="connsiteX14-30957" fmla="*/ 250803 w 3024845"/>
                <a:gd name="connsiteY14-30958" fmla="*/ 596921 h 1059043"/>
                <a:gd name="connsiteX15-30959" fmla="*/ 261443 w 3024845"/>
                <a:gd name="connsiteY15-30960" fmla="*/ 598812 h 1059043"/>
                <a:gd name="connsiteX16-30961" fmla="*/ 261696 w 3024845"/>
                <a:gd name="connsiteY16-30962" fmla="*/ 599623 h 1059043"/>
                <a:gd name="connsiteX17-30963" fmla="*/ 263470 w 3024845"/>
                <a:gd name="connsiteY17-30964" fmla="*/ 605298 h 1059043"/>
                <a:gd name="connsiteX18-30965" fmla="*/ 264230 w 3024845"/>
                <a:gd name="connsiteY18-30966" fmla="*/ 602866 h 1059043"/>
                <a:gd name="connsiteX19-30967" fmla="*/ 269550 w 3024845"/>
                <a:gd name="connsiteY19-30968" fmla="*/ 585842 h 1059043"/>
                <a:gd name="connsiteX20-30969" fmla="*/ 271323 w 3024845"/>
                <a:gd name="connsiteY20-30970" fmla="*/ 585842 h 1059043"/>
                <a:gd name="connsiteX21-30971" fmla="*/ 283737 w 3024845"/>
                <a:gd name="connsiteY21-30972" fmla="*/ 585842 h 1059043"/>
                <a:gd name="connsiteX22-30973" fmla="*/ 283737 w 3024845"/>
                <a:gd name="connsiteY22-30974" fmla="*/ 618268 h 1059043"/>
                <a:gd name="connsiteX23-30975" fmla="*/ 284750 w 3024845"/>
                <a:gd name="connsiteY23-30976" fmla="*/ 618809 h 1059043"/>
                <a:gd name="connsiteX24-30977" fmla="*/ 291844 w 3024845"/>
                <a:gd name="connsiteY24-30978" fmla="*/ 622592 h 1059043"/>
                <a:gd name="connsiteX25-30979" fmla="*/ 291844 w 3024845"/>
                <a:gd name="connsiteY25-30980" fmla="*/ 623943 h 1059043"/>
                <a:gd name="connsiteX26-30981" fmla="*/ 291844 w 3024845"/>
                <a:gd name="connsiteY26-30982" fmla="*/ 633401 h 1059043"/>
                <a:gd name="connsiteX27-30983" fmla="*/ 336431 w 3024845"/>
                <a:gd name="connsiteY27-30984" fmla="*/ 633401 h 1059043"/>
                <a:gd name="connsiteX28-30985" fmla="*/ 336431 w 3024845"/>
                <a:gd name="connsiteY28-30986" fmla="*/ 634482 h 1059043"/>
                <a:gd name="connsiteX29-30987" fmla="*/ 336431 w 3024845"/>
                <a:gd name="connsiteY29-30988" fmla="*/ 642048 h 1059043"/>
                <a:gd name="connsiteX30-30989" fmla="*/ 338457 w 3024845"/>
                <a:gd name="connsiteY30-30990" fmla="*/ 642048 h 1059043"/>
                <a:gd name="connsiteX31-30991" fmla="*/ 352644 w 3024845"/>
                <a:gd name="connsiteY31-30992" fmla="*/ 642048 h 1059043"/>
                <a:gd name="connsiteX32-30993" fmla="*/ 352644 w 3024845"/>
                <a:gd name="connsiteY32-30994" fmla="*/ 611783 h 1059043"/>
                <a:gd name="connsiteX33-30995" fmla="*/ 397231 w 3024845"/>
                <a:gd name="connsiteY33-30996" fmla="*/ 611783 h 1059043"/>
                <a:gd name="connsiteX34-30997" fmla="*/ 397231 w 3024845"/>
                <a:gd name="connsiteY34-30998" fmla="*/ 610432 h 1059043"/>
                <a:gd name="connsiteX35-30999" fmla="*/ 397231 w 3024845"/>
                <a:gd name="connsiteY35-31000" fmla="*/ 600974 h 1059043"/>
                <a:gd name="connsiteX36-31001" fmla="*/ 398245 w 3024845"/>
                <a:gd name="connsiteY36-31002" fmla="*/ 600974 h 1059043"/>
                <a:gd name="connsiteX37-31003" fmla="*/ 405338 w 3024845"/>
                <a:gd name="connsiteY37-31004" fmla="*/ 600974 h 1059043"/>
                <a:gd name="connsiteX38-31005" fmla="*/ 405338 w 3024845"/>
                <a:gd name="connsiteY38-31006" fmla="*/ 599083 h 1059043"/>
                <a:gd name="connsiteX39-31007" fmla="*/ 405338 w 3024845"/>
                <a:gd name="connsiteY39-31008" fmla="*/ 585842 h 1059043"/>
                <a:gd name="connsiteX40-31009" fmla="*/ 406098 w 3024845"/>
                <a:gd name="connsiteY40-31010" fmla="*/ 585842 h 1059043"/>
                <a:gd name="connsiteX41-31011" fmla="*/ 411418 w 3024845"/>
                <a:gd name="connsiteY41-31012" fmla="*/ 585842 h 1059043"/>
                <a:gd name="connsiteX42-31013" fmla="*/ 411418 w 3024845"/>
                <a:gd name="connsiteY42-31014" fmla="*/ 584761 h 1059043"/>
                <a:gd name="connsiteX43-31015" fmla="*/ 411418 w 3024845"/>
                <a:gd name="connsiteY43-31016" fmla="*/ 577194 h 1059043"/>
                <a:gd name="connsiteX44-31017" fmla="*/ 413445 w 3024845"/>
                <a:gd name="connsiteY44-31018" fmla="*/ 577194 h 1059043"/>
                <a:gd name="connsiteX45-31019" fmla="*/ 427632 w 3024845"/>
                <a:gd name="connsiteY45-31020" fmla="*/ 577194 h 1059043"/>
                <a:gd name="connsiteX46-31021" fmla="*/ 427632 w 3024845"/>
                <a:gd name="connsiteY46-31022" fmla="*/ 578275 h 1059043"/>
                <a:gd name="connsiteX47-31023" fmla="*/ 427632 w 3024845"/>
                <a:gd name="connsiteY47-31024" fmla="*/ 585842 h 1059043"/>
                <a:gd name="connsiteX48-31025" fmla="*/ 449925 w 3024845"/>
                <a:gd name="connsiteY48-31026" fmla="*/ 585842 h 1059043"/>
                <a:gd name="connsiteX49-31027" fmla="*/ 449925 w 3024845"/>
                <a:gd name="connsiteY49-31028" fmla="*/ 583950 h 1059043"/>
                <a:gd name="connsiteX50-31029" fmla="*/ 449925 w 3024845"/>
                <a:gd name="connsiteY50-31030" fmla="*/ 570709 h 1059043"/>
                <a:gd name="connsiteX51-31031" fmla="*/ 451699 w 3024845"/>
                <a:gd name="connsiteY51-31032" fmla="*/ 570709 h 1059043"/>
                <a:gd name="connsiteX52-31033" fmla="*/ 464112 w 3024845"/>
                <a:gd name="connsiteY52-31034" fmla="*/ 570709 h 1059043"/>
                <a:gd name="connsiteX53-31035" fmla="*/ 464112 w 3024845"/>
                <a:gd name="connsiteY53-31036" fmla="*/ 594489 h 1059043"/>
                <a:gd name="connsiteX54-31037" fmla="*/ 465126 w 3024845"/>
                <a:gd name="connsiteY54-31038" fmla="*/ 594489 h 1059043"/>
                <a:gd name="connsiteX55-31039" fmla="*/ 472219 w 3024845"/>
                <a:gd name="connsiteY55-31040" fmla="*/ 594489 h 1059043"/>
                <a:gd name="connsiteX56-31041" fmla="*/ 472219 w 3024845"/>
                <a:gd name="connsiteY56-31042" fmla="*/ 593408 h 1059043"/>
                <a:gd name="connsiteX57-31043" fmla="*/ 472219 w 3024845"/>
                <a:gd name="connsiteY57-31044" fmla="*/ 585842 h 1059043"/>
                <a:gd name="connsiteX58-31045" fmla="*/ 473992 w 3024845"/>
                <a:gd name="connsiteY58-31046" fmla="*/ 585842 h 1059043"/>
                <a:gd name="connsiteX59-31047" fmla="*/ 486406 w 3024845"/>
                <a:gd name="connsiteY59-31048" fmla="*/ 585842 h 1059043"/>
                <a:gd name="connsiteX60-31049" fmla="*/ 486406 w 3024845"/>
                <a:gd name="connsiteY60-31050" fmla="*/ 611783 h 1059043"/>
                <a:gd name="connsiteX61-31051" fmla="*/ 488433 w 3024845"/>
                <a:gd name="connsiteY61-31052" fmla="*/ 611783 h 1059043"/>
                <a:gd name="connsiteX62-31053" fmla="*/ 502619 w 3024845"/>
                <a:gd name="connsiteY62-31054" fmla="*/ 611783 h 1059043"/>
                <a:gd name="connsiteX63-31055" fmla="*/ 502619 w 3024845"/>
                <a:gd name="connsiteY63-31056" fmla="*/ 613404 h 1059043"/>
                <a:gd name="connsiteX64-31057" fmla="*/ 502619 w 3024845"/>
                <a:gd name="connsiteY64-31058" fmla="*/ 624754 h 1059043"/>
                <a:gd name="connsiteX65-31059" fmla="*/ 503379 w 3024845"/>
                <a:gd name="connsiteY65-31060" fmla="*/ 624754 h 1059043"/>
                <a:gd name="connsiteX66-31061" fmla="*/ 508700 w 3024845"/>
                <a:gd name="connsiteY66-31062" fmla="*/ 624754 h 1059043"/>
                <a:gd name="connsiteX67-31063" fmla="*/ 508700 w 3024845"/>
                <a:gd name="connsiteY67-31064" fmla="*/ 623943 h 1059043"/>
                <a:gd name="connsiteX68-31065" fmla="*/ 508700 w 3024845"/>
                <a:gd name="connsiteY68-31066" fmla="*/ 618268 h 1059043"/>
                <a:gd name="connsiteX69-31067" fmla="*/ 539100 w 3024845"/>
                <a:gd name="connsiteY69-31068" fmla="*/ 618268 h 1059043"/>
                <a:gd name="connsiteX70-31069" fmla="*/ 539100 w 3024845"/>
                <a:gd name="connsiteY70-31070" fmla="*/ 642048 h 1059043"/>
                <a:gd name="connsiteX71-31071" fmla="*/ 540113 w 3024845"/>
                <a:gd name="connsiteY71-31072" fmla="*/ 642048 h 1059043"/>
                <a:gd name="connsiteX72-31073" fmla="*/ 547207 w 3024845"/>
                <a:gd name="connsiteY72-31074" fmla="*/ 642048 h 1059043"/>
                <a:gd name="connsiteX73-31075" fmla="*/ 547207 w 3024845"/>
                <a:gd name="connsiteY73-31076" fmla="*/ 643129 h 1059043"/>
                <a:gd name="connsiteX74-31077" fmla="*/ 547207 w 3024845"/>
                <a:gd name="connsiteY74-31078" fmla="*/ 650695 h 1059043"/>
                <a:gd name="connsiteX75-31079" fmla="*/ 547967 w 3024845"/>
                <a:gd name="connsiteY75-31080" fmla="*/ 650695 h 1059043"/>
                <a:gd name="connsiteX76-31081" fmla="*/ 553287 w 3024845"/>
                <a:gd name="connsiteY76-31082" fmla="*/ 650695 h 1059043"/>
                <a:gd name="connsiteX77-31083" fmla="*/ 553287 w 3024845"/>
                <a:gd name="connsiteY77-31084" fmla="*/ 648533 h 1059043"/>
                <a:gd name="connsiteX78-31085" fmla="*/ 553287 w 3024845"/>
                <a:gd name="connsiteY78-31086" fmla="*/ 633401 h 1059043"/>
                <a:gd name="connsiteX79-31087" fmla="*/ 554300 w 3024845"/>
                <a:gd name="connsiteY79-31088" fmla="*/ 633401 h 1059043"/>
                <a:gd name="connsiteX80-31089" fmla="*/ 561394 w 3024845"/>
                <a:gd name="connsiteY80-31090" fmla="*/ 633401 h 1059043"/>
                <a:gd name="connsiteX81-31091" fmla="*/ 561394 w 3024845"/>
                <a:gd name="connsiteY81-31092" fmla="*/ 634482 h 1059043"/>
                <a:gd name="connsiteX82-31093" fmla="*/ 561394 w 3024845"/>
                <a:gd name="connsiteY82-31094" fmla="*/ 642048 h 1059043"/>
                <a:gd name="connsiteX83-31095" fmla="*/ 566714 w 3024845"/>
                <a:gd name="connsiteY83-31096" fmla="*/ 640055 h 1059043"/>
                <a:gd name="connsiteX84-31097" fmla="*/ 567474 w 3024845"/>
                <a:gd name="connsiteY84-31098" fmla="*/ 639075 h 1059043"/>
                <a:gd name="connsiteX85-31099" fmla="*/ 567474 w 3024845"/>
                <a:gd name="connsiteY85-31100" fmla="*/ 633401 h 1059043"/>
                <a:gd name="connsiteX86-31101" fmla="*/ 605981 w 3024845"/>
                <a:gd name="connsiteY86-31102" fmla="*/ 633401 h 1059043"/>
                <a:gd name="connsiteX87-31103" fmla="*/ 605981 w 3024845"/>
                <a:gd name="connsiteY87-31104" fmla="*/ 657180 h 1059043"/>
                <a:gd name="connsiteX88-31105" fmla="*/ 608007 w 3024845"/>
                <a:gd name="connsiteY88-31106" fmla="*/ 657180 h 1059043"/>
                <a:gd name="connsiteX89-31107" fmla="*/ 622194 w 3024845"/>
                <a:gd name="connsiteY89-31108" fmla="*/ 657180 h 1059043"/>
                <a:gd name="connsiteX90-31109" fmla="*/ 622194 w 3024845"/>
                <a:gd name="connsiteY90-31110" fmla="*/ 658261 h 1059043"/>
                <a:gd name="connsiteX91-31111" fmla="*/ 622194 w 3024845"/>
                <a:gd name="connsiteY91-31112" fmla="*/ 665827 h 1059043"/>
                <a:gd name="connsiteX92-31113" fmla="*/ 623968 w 3024845"/>
                <a:gd name="connsiteY92-31114" fmla="*/ 665827 h 1059043"/>
                <a:gd name="connsiteX93-31115" fmla="*/ 636381 w 3024845"/>
                <a:gd name="connsiteY93-31116" fmla="*/ 665827 h 1059043"/>
                <a:gd name="connsiteX94-31117" fmla="*/ 636381 w 3024845"/>
                <a:gd name="connsiteY94-31118" fmla="*/ 642048 h 1059043"/>
                <a:gd name="connsiteX95-31119" fmla="*/ 637394 w 3024845"/>
                <a:gd name="connsiteY95-31120" fmla="*/ 642048 h 1059043"/>
                <a:gd name="connsiteX96-31121" fmla="*/ 644488 w 3024845"/>
                <a:gd name="connsiteY96-31122" fmla="*/ 642048 h 1059043"/>
                <a:gd name="connsiteX97-31123" fmla="*/ 644488 w 3024845"/>
                <a:gd name="connsiteY97-31124" fmla="*/ 609621 h 1059043"/>
                <a:gd name="connsiteX98-31125" fmla="*/ 645501 w 3024845"/>
                <a:gd name="connsiteY98-31126" fmla="*/ 609621 h 1059043"/>
                <a:gd name="connsiteX99-31127" fmla="*/ 652595 w 3024845"/>
                <a:gd name="connsiteY99-31128" fmla="*/ 609621 h 1059043"/>
                <a:gd name="connsiteX100-31129" fmla="*/ 652595 w 3024845"/>
                <a:gd name="connsiteY100-31130" fmla="*/ 607730 h 1059043"/>
                <a:gd name="connsiteX101-31131" fmla="*/ 652595 w 3024845"/>
                <a:gd name="connsiteY101-31132" fmla="*/ 594489 h 1059043"/>
                <a:gd name="connsiteX102-31133" fmla="*/ 651328 w 3024845"/>
                <a:gd name="connsiteY102-31134" fmla="*/ 592867 h 1059043"/>
                <a:gd name="connsiteX103-31135" fmla="*/ 656648 w 3024845"/>
                <a:gd name="connsiteY103-31136" fmla="*/ 581518 h 1059043"/>
                <a:gd name="connsiteX104-31137" fmla="*/ 664755 w 3024845"/>
                <a:gd name="connsiteY104-31138" fmla="*/ 609621 h 1059043"/>
                <a:gd name="connsiteX105-31139" fmla="*/ 665515 w 3024845"/>
                <a:gd name="connsiteY105-31140" fmla="*/ 609621 h 1059043"/>
                <a:gd name="connsiteX106-31141" fmla="*/ 670835 w 3024845"/>
                <a:gd name="connsiteY106-31142" fmla="*/ 609621 h 1059043"/>
                <a:gd name="connsiteX107-31143" fmla="*/ 670835 w 3024845"/>
                <a:gd name="connsiteY107-31144" fmla="*/ 503694 h 1059043"/>
                <a:gd name="connsiteX108-31145" fmla="*/ 672355 w 3024845"/>
                <a:gd name="connsiteY108-31146" fmla="*/ 503694 h 1059043"/>
                <a:gd name="connsiteX109-31147" fmla="*/ 682995 w 3024845"/>
                <a:gd name="connsiteY109-31148" fmla="*/ 503694 h 1059043"/>
                <a:gd name="connsiteX110-31149" fmla="*/ 682995 w 3024845"/>
                <a:gd name="connsiteY110-31150" fmla="*/ 456135 h 1059043"/>
                <a:gd name="connsiteX111-31151" fmla="*/ 709342 w 3024845"/>
                <a:gd name="connsiteY111-31152" fmla="*/ 456135 h 1059043"/>
                <a:gd name="connsiteX112-31153" fmla="*/ 709342 w 3024845"/>
                <a:gd name="connsiteY112-31154" fmla="*/ 434517 h 1059043"/>
                <a:gd name="connsiteX113-31155" fmla="*/ 743796 w 3024845"/>
                <a:gd name="connsiteY113-31156" fmla="*/ 434517 h 1059043"/>
                <a:gd name="connsiteX114-31157" fmla="*/ 743796 w 3024845"/>
                <a:gd name="connsiteY114-31158" fmla="*/ 436949 h 1059043"/>
                <a:gd name="connsiteX115-31159" fmla="*/ 743796 w 3024845"/>
                <a:gd name="connsiteY115-31160" fmla="*/ 453973 h 1059043"/>
                <a:gd name="connsiteX116-31161" fmla="*/ 746076 w 3024845"/>
                <a:gd name="connsiteY116-31162" fmla="*/ 453973 h 1059043"/>
                <a:gd name="connsiteX117-31163" fmla="*/ 762036 w 3024845"/>
                <a:gd name="connsiteY117-31164" fmla="*/ 453973 h 1059043"/>
                <a:gd name="connsiteX118-31165" fmla="*/ 762036 w 3024845"/>
                <a:gd name="connsiteY118-31166" fmla="*/ 501532 h 1059043"/>
                <a:gd name="connsiteX119-31167" fmla="*/ 763049 w 3024845"/>
                <a:gd name="connsiteY119-31168" fmla="*/ 501532 h 1059043"/>
                <a:gd name="connsiteX120-31169" fmla="*/ 770143 w 3024845"/>
                <a:gd name="connsiteY120-31170" fmla="*/ 501532 h 1059043"/>
                <a:gd name="connsiteX121-31171" fmla="*/ 784330 w 3024845"/>
                <a:gd name="connsiteY121-31172" fmla="*/ 505856 h 1059043"/>
                <a:gd name="connsiteX122-31173" fmla="*/ 784330 w 3024845"/>
                <a:gd name="connsiteY122-31174" fmla="*/ 544768 h 1059043"/>
                <a:gd name="connsiteX123-31175" fmla="*/ 785343 w 3024845"/>
                <a:gd name="connsiteY123-31176" fmla="*/ 544768 h 1059043"/>
                <a:gd name="connsiteX124-31177" fmla="*/ 792436 w 3024845"/>
                <a:gd name="connsiteY124-31178" fmla="*/ 544768 h 1059043"/>
                <a:gd name="connsiteX125-31179" fmla="*/ 792436 w 3024845"/>
                <a:gd name="connsiteY125-31180" fmla="*/ 546389 h 1059043"/>
                <a:gd name="connsiteX126-31181" fmla="*/ 792436 w 3024845"/>
                <a:gd name="connsiteY126-31182" fmla="*/ 557738 h 1059043"/>
                <a:gd name="connsiteX127-31183" fmla="*/ 794463 w 3024845"/>
                <a:gd name="connsiteY127-31184" fmla="*/ 557738 h 1059043"/>
                <a:gd name="connsiteX128-31185" fmla="*/ 808650 w 3024845"/>
                <a:gd name="connsiteY128-31186" fmla="*/ 557738 h 1059043"/>
                <a:gd name="connsiteX129-31187" fmla="*/ 814730 w 3024845"/>
                <a:gd name="connsiteY129-31188" fmla="*/ 564224 h 1059043"/>
                <a:gd name="connsiteX130-31189" fmla="*/ 814730 w 3024845"/>
                <a:gd name="connsiteY130-31190" fmla="*/ 585842 h 1059043"/>
                <a:gd name="connsiteX131-31191" fmla="*/ 817010 w 3024845"/>
                <a:gd name="connsiteY131-31192" fmla="*/ 585842 h 1059043"/>
                <a:gd name="connsiteX132-31193" fmla="*/ 832970 w 3024845"/>
                <a:gd name="connsiteY132-31194" fmla="*/ 585842 h 1059043"/>
                <a:gd name="connsiteX133-31195" fmla="*/ 832970 w 3024845"/>
                <a:gd name="connsiteY133-31196" fmla="*/ 586922 h 1059043"/>
                <a:gd name="connsiteX134-31197" fmla="*/ 832970 w 3024845"/>
                <a:gd name="connsiteY134-31198" fmla="*/ 594489 h 1059043"/>
                <a:gd name="connsiteX135-31199" fmla="*/ 834237 w 3024845"/>
                <a:gd name="connsiteY135-31200" fmla="*/ 594489 h 1059043"/>
                <a:gd name="connsiteX136-31201" fmla="*/ 843104 w 3024845"/>
                <a:gd name="connsiteY136-31202" fmla="*/ 594489 h 1059043"/>
                <a:gd name="connsiteX137-31203" fmla="*/ 843104 w 3024845"/>
                <a:gd name="connsiteY137-31204" fmla="*/ 596650 h 1059043"/>
                <a:gd name="connsiteX138-31205" fmla="*/ 843104 w 3024845"/>
                <a:gd name="connsiteY138-31206" fmla="*/ 611783 h 1059043"/>
                <a:gd name="connsiteX139-31207" fmla="*/ 847157 w 3024845"/>
                <a:gd name="connsiteY139-31208" fmla="*/ 609891 h 1059043"/>
                <a:gd name="connsiteX140-31209" fmla="*/ 847157 w 3024845"/>
                <a:gd name="connsiteY140-31210" fmla="*/ 596650 h 1059043"/>
                <a:gd name="connsiteX141-31211" fmla="*/ 848170 w 3024845"/>
                <a:gd name="connsiteY141-31212" fmla="*/ 596650 h 1059043"/>
                <a:gd name="connsiteX142-31213" fmla="*/ 855264 w 3024845"/>
                <a:gd name="connsiteY142-31214" fmla="*/ 596650 h 1059043"/>
                <a:gd name="connsiteX143-31215" fmla="*/ 855264 w 3024845"/>
                <a:gd name="connsiteY143-31216" fmla="*/ 598272 h 1059043"/>
                <a:gd name="connsiteX144-31217" fmla="*/ 855264 w 3024845"/>
                <a:gd name="connsiteY144-31218" fmla="*/ 609621 h 1059043"/>
                <a:gd name="connsiteX145-31219" fmla="*/ 856024 w 3024845"/>
                <a:gd name="connsiteY145-31220" fmla="*/ 609621 h 1059043"/>
                <a:gd name="connsiteX146-31221" fmla="*/ 861344 w 3024845"/>
                <a:gd name="connsiteY146-31222" fmla="*/ 609621 h 1059043"/>
                <a:gd name="connsiteX147-31223" fmla="*/ 909984 w 3024845"/>
                <a:gd name="connsiteY147-31224" fmla="*/ 605298 h 1059043"/>
                <a:gd name="connsiteX148-31225" fmla="*/ 909984 w 3024845"/>
                <a:gd name="connsiteY148-31226" fmla="*/ 606649 h 1059043"/>
                <a:gd name="connsiteX149-31227" fmla="*/ 909984 w 3024845"/>
                <a:gd name="connsiteY149-31228" fmla="*/ 616106 h 1059043"/>
                <a:gd name="connsiteX150-31229" fmla="*/ 910744 w 3024845"/>
                <a:gd name="connsiteY150-31230" fmla="*/ 616106 h 1059043"/>
                <a:gd name="connsiteX151-31231" fmla="*/ 916065 w 3024845"/>
                <a:gd name="connsiteY151-31232" fmla="*/ 616106 h 1059043"/>
                <a:gd name="connsiteX152-31233" fmla="*/ 916065 w 3024845"/>
                <a:gd name="connsiteY152-31234" fmla="*/ 618268 h 1059043"/>
                <a:gd name="connsiteX153-31235" fmla="*/ 916065 w 3024845"/>
                <a:gd name="connsiteY153-31236" fmla="*/ 633401 h 1059043"/>
                <a:gd name="connsiteX154-31237" fmla="*/ 918091 w 3024845"/>
                <a:gd name="connsiteY154-31238" fmla="*/ 632050 h 1059043"/>
                <a:gd name="connsiteX155-31239" fmla="*/ 932278 w 3024845"/>
                <a:gd name="connsiteY155-31240" fmla="*/ 622592 h 1059043"/>
                <a:gd name="connsiteX156-31241" fmla="*/ 938358 w 3024845"/>
                <a:gd name="connsiteY156-31242" fmla="*/ 581518 h 1059043"/>
                <a:gd name="connsiteX157-31243" fmla="*/ 939118 w 3024845"/>
                <a:gd name="connsiteY157-31244" fmla="*/ 581248 h 1059043"/>
                <a:gd name="connsiteX158-31245" fmla="*/ 944438 w 3024845"/>
                <a:gd name="connsiteY158-31246" fmla="*/ 579356 h 1059043"/>
                <a:gd name="connsiteX159-31247" fmla="*/ 946465 w 3024845"/>
                <a:gd name="connsiteY159-31248" fmla="*/ 510179 h 1059043"/>
                <a:gd name="connsiteX160-31249" fmla="*/ 948492 w 3024845"/>
                <a:gd name="connsiteY160-31250" fmla="*/ 579356 h 1059043"/>
                <a:gd name="connsiteX161-31251" fmla="*/ 949252 w 3024845"/>
                <a:gd name="connsiteY161-31252" fmla="*/ 579626 h 1059043"/>
                <a:gd name="connsiteX162-31253" fmla="*/ 954572 w 3024845"/>
                <a:gd name="connsiteY162-31254" fmla="*/ 581518 h 1059043"/>
                <a:gd name="connsiteX163-31255" fmla="*/ 954572 w 3024845"/>
                <a:gd name="connsiteY163-31256" fmla="*/ 495047 h 1059043"/>
                <a:gd name="connsiteX164-31257" fmla="*/ 958625 w 3024845"/>
                <a:gd name="connsiteY164-31258" fmla="*/ 462620 h 1059043"/>
                <a:gd name="connsiteX165-31259" fmla="*/ 997132 w 3024845"/>
                <a:gd name="connsiteY165-31260" fmla="*/ 462620 h 1059043"/>
                <a:gd name="connsiteX166-31261" fmla="*/ 997132 w 3024845"/>
                <a:gd name="connsiteY166-31262" fmla="*/ 495047 h 1059043"/>
                <a:gd name="connsiteX167-31263" fmla="*/ 997892 w 3024845"/>
                <a:gd name="connsiteY167-31264" fmla="*/ 495047 h 1059043"/>
                <a:gd name="connsiteX168-31265" fmla="*/ 1003212 w 3024845"/>
                <a:gd name="connsiteY168-31266" fmla="*/ 495047 h 1059043"/>
                <a:gd name="connsiteX169-31267" fmla="*/ 1003212 w 3024845"/>
                <a:gd name="connsiteY169-31268" fmla="*/ 412899 h 1059043"/>
                <a:gd name="connsiteX170-31269" fmla="*/ 1004986 w 3024845"/>
                <a:gd name="connsiteY170-31270" fmla="*/ 412899 h 1059043"/>
                <a:gd name="connsiteX171-31271" fmla="*/ 1017399 w 3024845"/>
                <a:gd name="connsiteY171-31272" fmla="*/ 412899 h 1059043"/>
                <a:gd name="connsiteX172-31273" fmla="*/ 1017399 w 3024845"/>
                <a:gd name="connsiteY172-31274" fmla="*/ 411008 h 1059043"/>
                <a:gd name="connsiteX173-31275" fmla="*/ 1017399 w 3024845"/>
                <a:gd name="connsiteY173-31276" fmla="*/ 397767 h 1059043"/>
                <a:gd name="connsiteX174-31277" fmla="*/ 1039693 w 3024845"/>
                <a:gd name="connsiteY174-31278" fmla="*/ 397767 h 1059043"/>
                <a:gd name="connsiteX175-31279" fmla="*/ 1039693 w 3024845"/>
                <a:gd name="connsiteY175-31280" fmla="*/ 396686 h 1059043"/>
                <a:gd name="connsiteX176-31281" fmla="*/ 1039693 w 3024845"/>
                <a:gd name="connsiteY176-31282" fmla="*/ 389120 h 1059043"/>
                <a:gd name="connsiteX177-31283" fmla="*/ 1041466 w 3024845"/>
                <a:gd name="connsiteY177-31284" fmla="*/ 389120 h 1059043"/>
                <a:gd name="connsiteX178-31285" fmla="*/ 1053880 w 3024845"/>
                <a:gd name="connsiteY178-31286" fmla="*/ 389120 h 1059043"/>
                <a:gd name="connsiteX179-31287" fmla="*/ 1053880 w 3024845"/>
                <a:gd name="connsiteY179-31288" fmla="*/ 390201 h 1059043"/>
                <a:gd name="connsiteX180-31289" fmla="*/ 1053880 w 3024845"/>
                <a:gd name="connsiteY180-31290" fmla="*/ 397767 h 1059043"/>
                <a:gd name="connsiteX181-31291" fmla="*/ 1054640 w 3024845"/>
                <a:gd name="connsiteY181-31292" fmla="*/ 397767 h 1059043"/>
                <a:gd name="connsiteX182-31293" fmla="*/ 1059960 w 3024845"/>
                <a:gd name="connsiteY182-31294" fmla="*/ 397767 h 1059043"/>
                <a:gd name="connsiteX183-31295" fmla="*/ 1070093 w 3024845"/>
                <a:gd name="connsiteY183-31296" fmla="*/ 393443 h 1059043"/>
                <a:gd name="connsiteX184-31297" fmla="*/ 1074146 w 3024845"/>
                <a:gd name="connsiteY184-31298" fmla="*/ 396686 h 1059043"/>
                <a:gd name="connsiteX185-31299" fmla="*/ 1074146 w 3024845"/>
                <a:gd name="connsiteY185-31300" fmla="*/ 389120 h 1059043"/>
                <a:gd name="connsiteX186-31301" fmla="*/ 1076426 w 3024845"/>
                <a:gd name="connsiteY186-31302" fmla="*/ 389120 h 1059043"/>
                <a:gd name="connsiteX187-31303" fmla="*/ 1092387 w 3024845"/>
                <a:gd name="connsiteY187-31304" fmla="*/ 389120 h 1059043"/>
                <a:gd name="connsiteX188-31305" fmla="*/ 1092387 w 3024845"/>
                <a:gd name="connsiteY188-31306" fmla="*/ 390201 h 1059043"/>
                <a:gd name="connsiteX189-31307" fmla="*/ 1092387 w 3024845"/>
                <a:gd name="connsiteY189-31308" fmla="*/ 397767 h 1059043"/>
                <a:gd name="connsiteX190-31309" fmla="*/ 1122787 w 3024845"/>
                <a:gd name="connsiteY190-31310" fmla="*/ 397767 h 1059043"/>
                <a:gd name="connsiteX191-31311" fmla="*/ 1122787 w 3024845"/>
                <a:gd name="connsiteY191-31312" fmla="*/ 399388 h 1059043"/>
                <a:gd name="connsiteX192-31313" fmla="*/ 1122787 w 3024845"/>
                <a:gd name="connsiteY192-31314" fmla="*/ 410738 h 1059043"/>
                <a:gd name="connsiteX193-31315" fmla="*/ 1149134 w 3024845"/>
                <a:gd name="connsiteY193-31316" fmla="*/ 410738 h 1059043"/>
                <a:gd name="connsiteX194-31317" fmla="*/ 1149134 w 3024845"/>
                <a:gd name="connsiteY194-31318" fmla="*/ 441002 h 1059043"/>
                <a:gd name="connsiteX195-31319" fmla="*/ 1149894 w 3024845"/>
                <a:gd name="connsiteY195-31320" fmla="*/ 441002 h 1059043"/>
                <a:gd name="connsiteX196-31321" fmla="*/ 1155214 w 3024845"/>
                <a:gd name="connsiteY196-31322" fmla="*/ 441002 h 1059043"/>
                <a:gd name="connsiteX197-31323" fmla="*/ 1155214 w 3024845"/>
                <a:gd name="connsiteY197-31324" fmla="*/ 442083 h 1059043"/>
                <a:gd name="connsiteX198-31325" fmla="*/ 1155214 w 3024845"/>
                <a:gd name="connsiteY198-31326" fmla="*/ 449650 h 1059043"/>
                <a:gd name="connsiteX199-31327" fmla="*/ 1159268 w 3024845"/>
                <a:gd name="connsiteY199-31328" fmla="*/ 479914 h 1059043"/>
                <a:gd name="connsiteX200-31329" fmla="*/ 1160028 w 3024845"/>
                <a:gd name="connsiteY200-31330" fmla="*/ 479914 h 1059043"/>
                <a:gd name="connsiteX201-31331" fmla="*/ 1165348 w 3024845"/>
                <a:gd name="connsiteY201-31332" fmla="*/ 479914 h 1059043"/>
                <a:gd name="connsiteX202-31333" fmla="*/ 1165348 w 3024845"/>
                <a:gd name="connsiteY202-31334" fmla="*/ 480725 h 1059043"/>
                <a:gd name="connsiteX203-31335" fmla="*/ 1165348 w 3024845"/>
                <a:gd name="connsiteY203-31336" fmla="*/ 486400 h 1059043"/>
                <a:gd name="connsiteX204-31337" fmla="*/ 1166361 w 3024845"/>
                <a:gd name="connsiteY204-31338" fmla="*/ 486400 h 1059043"/>
                <a:gd name="connsiteX205-31339" fmla="*/ 1173454 w 3024845"/>
                <a:gd name="connsiteY205-31340" fmla="*/ 486400 h 1059043"/>
                <a:gd name="connsiteX206-31341" fmla="*/ 1173454 w 3024845"/>
                <a:gd name="connsiteY206-31342" fmla="*/ 516665 h 1059043"/>
                <a:gd name="connsiteX207-31343" fmla="*/ 1175481 w 3024845"/>
                <a:gd name="connsiteY207-31344" fmla="*/ 516665 h 1059043"/>
                <a:gd name="connsiteX208-31345" fmla="*/ 1189668 w 3024845"/>
                <a:gd name="connsiteY208-31346" fmla="*/ 516665 h 1059043"/>
                <a:gd name="connsiteX209-31347" fmla="*/ 1189668 w 3024845"/>
                <a:gd name="connsiteY209-31348" fmla="*/ 540444 h 1059043"/>
                <a:gd name="connsiteX210-31349" fmla="*/ 1191695 w 3024845"/>
                <a:gd name="connsiteY210-31350" fmla="*/ 542065 h 1059043"/>
                <a:gd name="connsiteX211-31351" fmla="*/ 1191695 w 3024845"/>
                <a:gd name="connsiteY211-31352" fmla="*/ 553415 h 1059043"/>
                <a:gd name="connsiteX212-31353" fmla="*/ 1192455 w 3024845"/>
                <a:gd name="connsiteY212-31354" fmla="*/ 553415 h 1059043"/>
                <a:gd name="connsiteX213-31355" fmla="*/ 1197775 w 3024845"/>
                <a:gd name="connsiteY213-31356" fmla="*/ 553415 h 1059043"/>
                <a:gd name="connsiteX214-31357" fmla="*/ 1197775 w 3024845"/>
                <a:gd name="connsiteY214-31358" fmla="*/ 577194 h 1059043"/>
                <a:gd name="connsiteX215-31359" fmla="*/ 1199041 w 3024845"/>
                <a:gd name="connsiteY215-31360" fmla="*/ 577194 h 1059043"/>
                <a:gd name="connsiteX216-31361" fmla="*/ 1207908 w 3024845"/>
                <a:gd name="connsiteY216-31362" fmla="*/ 577194 h 1059043"/>
                <a:gd name="connsiteX217-31363" fmla="*/ 1209935 w 3024845"/>
                <a:gd name="connsiteY217-31364" fmla="*/ 581248 h 1059043"/>
                <a:gd name="connsiteX218-31365" fmla="*/ 1209935 w 3024845"/>
                <a:gd name="connsiteY218-31366" fmla="*/ 594489 h 1059043"/>
                <a:gd name="connsiteX219-31367" fmla="*/ 1211455 w 3024845"/>
                <a:gd name="connsiteY219-31368" fmla="*/ 592597 h 1059043"/>
                <a:gd name="connsiteX220-31369" fmla="*/ 1222095 w 3024845"/>
                <a:gd name="connsiteY220-31370" fmla="*/ 579356 h 1059043"/>
                <a:gd name="connsiteX221-31371" fmla="*/ 1250469 w 3024845"/>
                <a:gd name="connsiteY221-31372" fmla="*/ 579356 h 1059043"/>
                <a:gd name="connsiteX222-31373" fmla="*/ 1250469 w 3024845"/>
                <a:gd name="connsiteY222-31374" fmla="*/ 665827 h 1059043"/>
                <a:gd name="connsiteX223-31375" fmla="*/ 1251229 w 3024845"/>
                <a:gd name="connsiteY223-31376" fmla="*/ 665827 h 1059043"/>
                <a:gd name="connsiteX224-31377" fmla="*/ 1256549 w 3024845"/>
                <a:gd name="connsiteY224-31378" fmla="*/ 665827 h 1059043"/>
                <a:gd name="connsiteX225-31379" fmla="*/ 1257309 w 3024845"/>
                <a:gd name="connsiteY225-31380" fmla="*/ 664476 h 1059043"/>
                <a:gd name="connsiteX226-31381" fmla="*/ 1262629 w 3024845"/>
                <a:gd name="connsiteY226-31382" fmla="*/ 655018 h 1059043"/>
                <a:gd name="connsiteX227-31383" fmla="*/ 1262629 w 3024845"/>
                <a:gd name="connsiteY227-31384" fmla="*/ 656910 h 1059043"/>
                <a:gd name="connsiteX228-31385" fmla="*/ 1262629 w 3024845"/>
                <a:gd name="connsiteY228-31386" fmla="*/ 670151 h 1059043"/>
                <a:gd name="connsiteX229-31387" fmla="*/ 1266682 w 3024845"/>
                <a:gd name="connsiteY229-31388" fmla="*/ 624754 h 1059043"/>
                <a:gd name="connsiteX230-31389" fmla="*/ 1267442 w 3024845"/>
                <a:gd name="connsiteY230-31390" fmla="*/ 624754 h 1059043"/>
                <a:gd name="connsiteX231-31391" fmla="*/ 1272762 w 3024845"/>
                <a:gd name="connsiteY231-31392" fmla="*/ 624754 h 1059043"/>
                <a:gd name="connsiteX232-31393" fmla="*/ 1272762 w 3024845"/>
                <a:gd name="connsiteY232-31394" fmla="*/ 559900 h 1059043"/>
                <a:gd name="connsiteX233-31395" fmla="*/ 1273776 w 3024845"/>
                <a:gd name="connsiteY233-31396" fmla="*/ 559900 h 1059043"/>
                <a:gd name="connsiteX234-31397" fmla="*/ 1280869 w 3024845"/>
                <a:gd name="connsiteY234-31398" fmla="*/ 559900 h 1059043"/>
                <a:gd name="connsiteX235-31399" fmla="*/ 1293029 w 3024845"/>
                <a:gd name="connsiteY235-31400" fmla="*/ 516665 h 1059043"/>
                <a:gd name="connsiteX236-31401" fmla="*/ 1294296 w 3024845"/>
                <a:gd name="connsiteY236-31402" fmla="*/ 516665 h 1059043"/>
                <a:gd name="connsiteX237-31403" fmla="*/ 1303163 w 3024845"/>
                <a:gd name="connsiteY237-31404" fmla="*/ 516665 h 1059043"/>
                <a:gd name="connsiteX238-31405" fmla="*/ 1313296 w 3024845"/>
                <a:gd name="connsiteY238-31406" fmla="*/ 559900 h 1059043"/>
                <a:gd name="connsiteX239-31407" fmla="*/ 1314309 w 3024845"/>
                <a:gd name="connsiteY239-31408" fmla="*/ 559900 h 1059043"/>
                <a:gd name="connsiteX240-31409" fmla="*/ 1321403 w 3024845"/>
                <a:gd name="connsiteY240-31410" fmla="*/ 559900 h 1059043"/>
                <a:gd name="connsiteX241-31411" fmla="*/ 1321403 w 3024845"/>
                <a:gd name="connsiteY241-31412" fmla="*/ 598812 h 1059043"/>
                <a:gd name="connsiteX242-31413" fmla="*/ 1323176 w 3024845"/>
                <a:gd name="connsiteY242-31414" fmla="*/ 598812 h 1059043"/>
                <a:gd name="connsiteX243-31415" fmla="*/ 1335590 w 3024845"/>
                <a:gd name="connsiteY243-31416" fmla="*/ 598812 h 1059043"/>
                <a:gd name="connsiteX244-31417" fmla="*/ 1335590 w 3024845"/>
                <a:gd name="connsiteY244-31418" fmla="*/ 600974 h 1059043"/>
                <a:gd name="connsiteX245-31419" fmla="*/ 1335590 w 3024845"/>
                <a:gd name="connsiteY245-31420" fmla="*/ 616106 h 1059043"/>
                <a:gd name="connsiteX246-31421" fmla="*/ 1339643 w 3024845"/>
                <a:gd name="connsiteY246-31422" fmla="*/ 613945 h 1059043"/>
                <a:gd name="connsiteX247-31423" fmla="*/ 1339643 w 3024845"/>
                <a:gd name="connsiteY247-31424" fmla="*/ 598812 h 1059043"/>
                <a:gd name="connsiteX248-31425" fmla="*/ 1341163 w 3024845"/>
                <a:gd name="connsiteY248-31426" fmla="*/ 598812 h 1059043"/>
                <a:gd name="connsiteX249-31427" fmla="*/ 1351803 w 3024845"/>
                <a:gd name="connsiteY249-31428" fmla="*/ 598812 h 1059043"/>
                <a:gd name="connsiteX250-31429" fmla="*/ 1351803 w 3024845"/>
                <a:gd name="connsiteY250-31430" fmla="*/ 600433 h 1059043"/>
                <a:gd name="connsiteX251-31431" fmla="*/ 1351803 w 3024845"/>
                <a:gd name="connsiteY251-31432" fmla="*/ 611783 h 1059043"/>
                <a:gd name="connsiteX252-31433" fmla="*/ 1382204 w 3024845"/>
                <a:gd name="connsiteY252-31434" fmla="*/ 611783 h 1059043"/>
                <a:gd name="connsiteX253-31435" fmla="*/ 1382204 w 3024845"/>
                <a:gd name="connsiteY253-31436" fmla="*/ 575033 h 1059043"/>
                <a:gd name="connsiteX254-31437" fmla="*/ 1383470 w 3024845"/>
                <a:gd name="connsiteY254-31438" fmla="*/ 575033 h 1059043"/>
                <a:gd name="connsiteX255-31439" fmla="*/ 1392337 w 3024845"/>
                <a:gd name="connsiteY255-31440" fmla="*/ 575033 h 1059043"/>
                <a:gd name="connsiteX256-31441" fmla="*/ 1392337 w 3024845"/>
                <a:gd name="connsiteY256-31442" fmla="*/ 596650 h 1059043"/>
                <a:gd name="connsiteX257-31443" fmla="*/ 1394364 w 3024845"/>
                <a:gd name="connsiteY257-31444" fmla="*/ 564224 h 1059043"/>
                <a:gd name="connsiteX258-31445" fmla="*/ 1416657 w 3024845"/>
                <a:gd name="connsiteY258-31446" fmla="*/ 564224 h 1059043"/>
                <a:gd name="connsiteX259-31447" fmla="*/ 1416657 w 3024845"/>
                <a:gd name="connsiteY259-31448" fmla="*/ 562602 h 1059043"/>
                <a:gd name="connsiteX260-31449" fmla="*/ 1416657 w 3024845"/>
                <a:gd name="connsiteY260-31450" fmla="*/ 551253 h 1059043"/>
                <a:gd name="connsiteX261-31451" fmla="*/ 1417417 w 3024845"/>
                <a:gd name="connsiteY261-31452" fmla="*/ 551253 h 1059043"/>
                <a:gd name="connsiteX262-31453" fmla="*/ 1422737 w 3024845"/>
                <a:gd name="connsiteY262-31454" fmla="*/ 551253 h 1059043"/>
                <a:gd name="connsiteX263-31455" fmla="*/ 1422737 w 3024845"/>
                <a:gd name="connsiteY263-31456" fmla="*/ 549362 h 1059043"/>
                <a:gd name="connsiteX264-31457" fmla="*/ 1422737 w 3024845"/>
                <a:gd name="connsiteY264-31458" fmla="*/ 536121 h 1059043"/>
                <a:gd name="connsiteX265-31459" fmla="*/ 1426791 w 3024845"/>
                <a:gd name="connsiteY265-31460" fmla="*/ 542606 h 1059043"/>
                <a:gd name="connsiteX266-31461" fmla="*/ 1429071 w 3024845"/>
                <a:gd name="connsiteY266-31462" fmla="*/ 542606 h 1059043"/>
                <a:gd name="connsiteX267-31463" fmla="*/ 1445031 w 3024845"/>
                <a:gd name="connsiteY267-31464" fmla="*/ 542606 h 1059043"/>
                <a:gd name="connsiteX268-31465" fmla="*/ 1445031 w 3024845"/>
                <a:gd name="connsiteY268-31466" fmla="*/ 541795 h 1059043"/>
                <a:gd name="connsiteX269-31467" fmla="*/ 1445031 w 3024845"/>
                <a:gd name="connsiteY269-31468" fmla="*/ 536121 h 1059043"/>
                <a:gd name="connsiteX270-31469" fmla="*/ 1445791 w 3024845"/>
                <a:gd name="connsiteY270-31470" fmla="*/ 536121 h 1059043"/>
                <a:gd name="connsiteX271-31471" fmla="*/ 1451111 w 3024845"/>
                <a:gd name="connsiteY271-31472" fmla="*/ 536121 h 1059043"/>
                <a:gd name="connsiteX272-31473" fmla="*/ 1451111 w 3024845"/>
                <a:gd name="connsiteY272-31474" fmla="*/ 537472 h 1059043"/>
                <a:gd name="connsiteX273-31475" fmla="*/ 1451111 w 3024845"/>
                <a:gd name="connsiteY273-31476" fmla="*/ 546930 h 1059043"/>
                <a:gd name="connsiteX274-31477" fmla="*/ 1489618 w 3024845"/>
                <a:gd name="connsiteY274-31478" fmla="*/ 546930 h 1059043"/>
                <a:gd name="connsiteX275-31479" fmla="*/ 1489618 w 3024845"/>
                <a:gd name="connsiteY275-31480" fmla="*/ 685283 h 1059043"/>
                <a:gd name="connsiteX276-31481" fmla="*/ 1491138 w 3024845"/>
                <a:gd name="connsiteY276-31482" fmla="*/ 685283 h 1059043"/>
                <a:gd name="connsiteX277-31483" fmla="*/ 1501778 w 3024845"/>
                <a:gd name="connsiteY277-31484" fmla="*/ 685283 h 1059043"/>
                <a:gd name="connsiteX278-31485" fmla="*/ 1501778 w 3024845"/>
                <a:gd name="connsiteY278-31486" fmla="*/ 672313 h 1059043"/>
                <a:gd name="connsiteX279-31487" fmla="*/ 1505832 w 3024845"/>
                <a:gd name="connsiteY279-31488" fmla="*/ 672313 h 1059043"/>
                <a:gd name="connsiteX280-31489" fmla="*/ 1505832 w 3024845"/>
                <a:gd name="connsiteY280-31490" fmla="*/ 685283 h 1059043"/>
                <a:gd name="connsiteX281-31491" fmla="*/ 1536232 w 3024845"/>
                <a:gd name="connsiteY281-31492" fmla="*/ 685283 h 1059043"/>
                <a:gd name="connsiteX282-31493" fmla="*/ 1536232 w 3024845"/>
                <a:gd name="connsiteY282-31494" fmla="*/ 655018 h 1059043"/>
                <a:gd name="connsiteX283-31495" fmla="*/ 1548392 w 3024845"/>
                <a:gd name="connsiteY283-31496" fmla="*/ 655018 h 1059043"/>
                <a:gd name="connsiteX284-31497" fmla="*/ 1560552 w 3024845"/>
                <a:gd name="connsiteY284-31498" fmla="*/ 652857 h 1059043"/>
                <a:gd name="connsiteX285-31499" fmla="*/ 1564606 w 3024845"/>
                <a:gd name="connsiteY285-31500" fmla="*/ 655018 h 1059043"/>
                <a:gd name="connsiteX286-31501" fmla="*/ 1574739 w 3024845"/>
                <a:gd name="connsiteY286-31502" fmla="*/ 655018 h 1059043"/>
                <a:gd name="connsiteX287-31503" fmla="*/ 1574739 w 3024845"/>
                <a:gd name="connsiteY287-31504" fmla="*/ 685283 h 1059043"/>
                <a:gd name="connsiteX288-31505" fmla="*/ 1582846 w 3024845"/>
                <a:gd name="connsiteY288-31506" fmla="*/ 685283 h 1059043"/>
                <a:gd name="connsiteX289-31507" fmla="*/ 1582846 w 3024845"/>
                <a:gd name="connsiteY289-31508" fmla="*/ 702578 h 1059043"/>
                <a:gd name="connsiteX290-31509" fmla="*/ 1592182 w 3024845"/>
                <a:gd name="connsiteY290-31510" fmla="*/ 703483 h 1059043"/>
                <a:gd name="connsiteX291-31511" fmla="*/ 1605140 w 3024845"/>
                <a:gd name="connsiteY291-31512" fmla="*/ 703483 h 1059043"/>
                <a:gd name="connsiteX292-31513" fmla="*/ 1605140 w 3024845"/>
                <a:gd name="connsiteY292-31514" fmla="*/ 687445 h 1059043"/>
                <a:gd name="connsiteX293-31515" fmla="*/ 1673096 w 3024845"/>
                <a:gd name="connsiteY293-31516" fmla="*/ 687445 h 1059043"/>
                <a:gd name="connsiteX294-31517" fmla="*/ 1673096 w 3024845"/>
                <a:gd name="connsiteY294-31518" fmla="*/ 602192 h 1059043"/>
                <a:gd name="connsiteX295-31519" fmla="*/ 1745104 w 3024845"/>
                <a:gd name="connsiteY295-31520" fmla="*/ 602192 h 1059043"/>
                <a:gd name="connsiteX296-31521" fmla="*/ 1745104 w 3024845"/>
                <a:gd name="connsiteY296-31522" fmla="*/ 680960 h 1059043"/>
                <a:gd name="connsiteX297-31523" fmla="*/ 1747008 w 3024845"/>
                <a:gd name="connsiteY297-31524" fmla="*/ 680960 h 1059043"/>
                <a:gd name="connsiteX298-31525" fmla="*/ 1748250 w 3024845"/>
                <a:gd name="connsiteY298-31526" fmla="*/ 703483 h 1059043"/>
                <a:gd name="connsiteX299-31527" fmla="*/ 1757926 w 3024845"/>
                <a:gd name="connsiteY299-31528" fmla="*/ 703483 h 1059043"/>
                <a:gd name="connsiteX300-31529" fmla="*/ 1759168 w 3024845"/>
                <a:gd name="connsiteY300-31530" fmla="*/ 680960 h 1059043"/>
                <a:gd name="connsiteX301-31531" fmla="*/ 1765248 w 3024845"/>
                <a:gd name="connsiteY301-31532" fmla="*/ 680960 h 1059043"/>
                <a:gd name="connsiteX302-31533" fmla="*/ 1766490 w 3024845"/>
                <a:gd name="connsiteY302-31534" fmla="*/ 703483 h 1059043"/>
                <a:gd name="connsiteX303-31535" fmla="*/ 1817112 w 3024845"/>
                <a:gd name="connsiteY303-31536" fmla="*/ 703483 h 1059043"/>
                <a:gd name="connsiteX304-31537" fmla="*/ 1817112 w 3024845"/>
                <a:gd name="connsiteY304-31538" fmla="*/ 540455 h 1059043"/>
                <a:gd name="connsiteX305-31539" fmla="*/ 2014439 w 3024845"/>
                <a:gd name="connsiteY305-31540" fmla="*/ 540455 h 1059043"/>
                <a:gd name="connsiteX306-31541" fmla="*/ 2014439 w 3024845"/>
                <a:gd name="connsiteY306-31542" fmla="*/ 703483 h 1059043"/>
                <a:gd name="connsiteX307-31543" fmla="*/ 2033136 w 3024845"/>
                <a:gd name="connsiteY307-31544" fmla="*/ 703483 h 1059043"/>
                <a:gd name="connsiteX308-31545" fmla="*/ 2033136 w 3024845"/>
                <a:gd name="connsiteY308-31546" fmla="*/ 620790 h 1059043"/>
                <a:gd name="connsiteX309-31547" fmla="*/ 2128256 w 3024845"/>
                <a:gd name="connsiteY309-31548" fmla="*/ 620790 h 1059043"/>
                <a:gd name="connsiteX310-31549" fmla="*/ 2146266 w 3024845"/>
                <a:gd name="connsiteY310-31550" fmla="*/ 131868 h 1059043"/>
                <a:gd name="connsiteX311-31551" fmla="*/ 2144240 w 3024845"/>
                <a:gd name="connsiteY311-31552" fmla="*/ 125383 h 1059043"/>
                <a:gd name="connsiteX312-31553" fmla="*/ 2150320 w 3024845"/>
                <a:gd name="connsiteY312-31554" fmla="*/ 118897 h 1059043"/>
                <a:gd name="connsiteX313-31555" fmla="*/ 2150320 w 3024845"/>
                <a:gd name="connsiteY313-31556" fmla="*/ 60529 h 1059043"/>
                <a:gd name="connsiteX314-31557" fmla="*/ 2152346 w 3024845"/>
                <a:gd name="connsiteY314-31558" fmla="*/ 56206 h 1059043"/>
                <a:gd name="connsiteX315-31559" fmla="*/ 2152346 w 3024845"/>
                <a:gd name="connsiteY315-31560" fmla="*/ 0 h 1059043"/>
                <a:gd name="connsiteX316-31561" fmla="*/ 2180720 w 3024845"/>
                <a:gd name="connsiteY316-31562" fmla="*/ 555577 h 1059043"/>
                <a:gd name="connsiteX317-31563" fmla="*/ 2245574 w 3024845"/>
                <a:gd name="connsiteY317-31564" fmla="*/ 555577 h 1059043"/>
                <a:gd name="connsiteX318-31565" fmla="*/ 2245574 w 3024845"/>
                <a:gd name="connsiteY318-31566" fmla="*/ 631239 h 1059043"/>
                <a:gd name="connsiteX319-31567" fmla="*/ 2253681 w 3024845"/>
                <a:gd name="connsiteY319-31568" fmla="*/ 631239 h 1059043"/>
                <a:gd name="connsiteX320-31569" fmla="*/ 2255708 w 3024845"/>
                <a:gd name="connsiteY320-31570" fmla="*/ 624754 h 1059043"/>
                <a:gd name="connsiteX321-31571" fmla="*/ 2261788 w 3024845"/>
                <a:gd name="connsiteY321-31572" fmla="*/ 624754 h 1059043"/>
                <a:gd name="connsiteX322-31573" fmla="*/ 2263815 w 3024845"/>
                <a:gd name="connsiteY322-31574" fmla="*/ 633401 h 1059043"/>
                <a:gd name="connsiteX323-31575" fmla="*/ 2275975 w 3024845"/>
                <a:gd name="connsiteY323-31576" fmla="*/ 633401 h 1059043"/>
                <a:gd name="connsiteX324-31577" fmla="*/ 2275975 w 3024845"/>
                <a:gd name="connsiteY324-31578" fmla="*/ 626915 h 1059043"/>
                <a:gd name="connsiteX325-31579" fmla="*/ 2298268 w 3024845"/>
                <a:gd name="connsiteY325-31580" fmla="*/ 626915 h 1059043"/>
                <a:gd name="connsiteX326-31581" fmla="*/ 2298268 w 3024845"/>
                <a:gd name="connsiteY326-31582" fmla="*/ 633401 h 1059043"/>
                <a:gd name="connsiteX327-31583" fmla="*/ 2318535 w 3024845"/>
                <a:gd name="connsiteY327-31584" fmla="*/ 633401 h 1059043"/>
                <a:gd name="connsiteX328-31585" fmla="*/ 2318535 w 3024845"/>
                <a:gd name="connsiteY328-31586" fmla="*/ 678798 h 1059043"/>
                <a:gd name="connsiteX329-31587" fmla="*/ 2332722 w 3024845"/>
                <a:gd name="connsiteY329-31588" fmla="*/ 678798 h 1059043"/>
                <a:gd name="connsiteX330-31589" fmla="*/ 2332722 w 3024845"/>
                <a:gd name="connsiteY330-31590" fmla="*/ 665827 h 1059043"/>
                <a:gd name="connsiteX331-31591" fmla="*/ 2348936 w 3024845"/>
                <a:gd name="connsiteY331-31592" fmla="*/ 665827 h 1059043"/>
                <a:gd name="connsiteX332-31593" fmla="*/ 2348936 w 3024845"/>
                <a:gd name="connsiteY332-31594" fmla="*/ 486400 h 1059043"/>
                <a:gd name="connsiteX333-31595" fmla="*/ 2355016 w 3024845"/>
                <a:gd name="connsiteY333-31596" fmla="*/ 479914 h 1059043"/>
                <a:gd name="connsiteX334-31597" fmla="*/ 2427977 w 3024845"/>
                <a:gd name="connsiteY334-31598" fmla="*/ 479914 h 1059043"/>
                <a:gd name="connsiteX335-31599" fmla="*/ 2427977 w 3024845"/>
                <a:gd name="connsiteY335-31600" fmla="*/ 488562 h 1059043"/>
                <a:gd name="connsiteX336-31601" fmla="*/ 2438110 w 3024845"/>
                <a:gd name="connsiteY336-31602" fmla="*/ 488562 h 1059043"/>
                <a:gd name="connsiteX337-31603" fmla="*/ 2438110 w 3024845"/>
                <a:gd name="connsiteY337-31604" fmla="*/ 603136 h 1059043"/>
                <a:gd name="connsiteX338-31605" fmla="*/ 2460404 w 3024845"/>
                <a:gd name="connsiteY338-31606" fmla="*/ 603136 h 1059043"/>
                <a:gd name="connsiteX339-31607" fmla="*/ 2460404 w 3024845"/>
                <a:gd name="connsiteY339-31608" fmla="*/ 536121 h 1059043"/>
                <a:gd name="connsiteX340-31609" fmla="*/ 2486751 w 3024845"/>
                <a:gd name="connsiteY340-31610" fmla="*/ 536121 h 1059043"/>
                <a:gd name="connsiteX341-31611" fmla="*/ 2490804 w 3024845"/>
                <a:gd name="connsiteY341-31612" fmla="*/ 531797 h 1059043"/>
                <a:gd name="connsiteX342-31613" fmla="*/ 2498911 w 3024845"/>
                <a:gd name="connsiteY342-31614" fmla="*/ 531797 h 1059043"/>
                <a:gd name="connsiteX343-31615" fmla="*/ 2502964 w 3024845"/>
                <a:gd name="connsiteY343-31616" fmla="*/ 536121 h 1059043"/>
                <a:gd name="connsiteX344-31617" fmla="*/ 2525258 w 3024845"/>
                <a:gd name="connsiteY344-31618" fmla="*/ 536121 h 1059043"/>
                <a:gd name="connsiteX345-31619" fmla="*/ 2525258 w 3024845"/>
                <a:gd name="connsiteY345-31620" fmla="*/ 419385 h 1059043"/>
                <a:gd name="connsiteX346-31621" fmla="*/ 2582005 w 3024845"/>
                <a:gd name="connsiteY346-31622" fmla="*/ 408576 h 1059043"/>
                <a:gd name="connsiteX347-31623" fmla="*/ 2582005 w 3024845"/>
                <a:gd name="connsiteY347-31624" fmla="*/ 409657 h 1059043"/>
                <a:gd name="connsiteX348-31625" fmla="*/ 2582005 w 3024845"/>
                <a:gd name="connsiteY348-31626" fmla="*/ 417223 h 1059043"/>
                <a:gd name="connsiteX349-31627" fmla="*/ 2608352 w 3024845"/>
                <a:gd name="connsiteY349-31628" fmla="*/ 417223 h 1059043"/>
                <a:gd name="connsiteX350-31629" fmla="*/ 2608352 w 3024845"/>
                <a:gd name="connsiteY350-31630" fmla="*/ 672313 h 1059043"/>
                <a:gd name="connsiteX351-31631" fmla="*/ 2630646 w 3024845"/>
                <a:gd name="connsiteY351-31632" fmla="*/ 672313 h 1059043"/>
                <a:gd name="connsiteX352-31633" fmla="*/ 2630646 w 3024845"/>
                <a:gd name="connsiteY352-31634" fmla="*/ 667989 h 1059043"/>
                <a:gd name="connsiteX353-31635" fmla="*/ 2642806 w 3024845"/>
                <a:gd name="connsiteY353-31636" fmla="*/ 667989 h 1059043"/>
                <a:gd name="connsiteX354-31637" fmla="*/ 2642806 w 3024845"/>
                <a:gd name="connsiteY354-31638" fmla="*/ 672313 h 1059043"/>
                <a:gd name="connsiteX355-31639" fmla="*/ 2667126 w 3024845"/>
                <a:gd name="connsiteY355-31640" fmla="*/ 672313 h 1059043"/>
                <a:gd name="connsiteX356-31641" fmla="*/ 2667126 w 3024845"/>
                <a:gd name="connsiteY356-31642" fmla="*/ 659342 h 1059043"/>
                <a:gd name="connsiteX357-31643" fmla="*/ 2695500 w 3024845"/>
                <a:gd name="connsiteY357-31644" fmla="*/ 659342 h 1059043"/>
                <a:gd name="connsiteX358-31645" fmla="*/ 2707660 w 3024845"/>
                <a:gd name="connsiteY358-31646" fmla="*/ 655018 h 1059043"/>
                <a:gd name="connsiteX359-31647" fmla="*/ 2727927 w 3024845"/>
                <a:gd name="connsiteY359-31648" fmla="*/ 659342 h 1059043"/>
                <a:gd name="connsiteX360-31649" fmla="*/ 2727927 w 3024845"/>
                <a:gd name="connsiteY360-31650" fmla="*/ 642048 h 1059043"/>
                <a:gd name="connsiteX361-31651" fmla="*/ 2736034 w 3024845"/>
                <a:gd name="connsiteY361-31652" fmla="*/ 642048 h 1059043"/>
                <a:gd name="connsiteX362-31653" fmla="*/ 2736034 w 3024845"/>
                <a:gd name="connsiteY362-31654" fmla="*/ 629077 h 1059043"/>
                <a:gd name="connsiteX363-31655" fmla="*/ 2792781 w 3024845"/>
                <a:gd name="connsiteY363-31656" fmla="*/ 629077 h 1059043"/>
                <a:gd name="connsiteX364-31657" fmla="*/ 2792781 w 3024845"/>
                <a:gd name="connsiteY364-31658" fmla="*/ 598812 h 1059043"/>
                <a:gd name="connsiteX365-31659" fmla="*/ 2811021 w 3024845"/>
                <a:gd name="connsiteY365-31660" fmla="*/ 598812 h 1059043"/>
                <a:gd name="connsiteX366-31661" fmla="*/ 2811021 w 3024845"/>
                <a:gd name="connsiteY366-31662" fmla="*/ 592327 h 1059043"/>
                <a:gd name="connsiteX367-31663" fmla="*/ 2823181 w 3024845"/>
                <a:gd name="connsiteY367-31664" fmla="*/ 592327 h 1059043"/>
                <a:gd name="connsiteX368-31665" fmla="*/ 2823181 w 3024845"/>
                <a:gd name="connsiteY368-31666" fmla="*/ 598812 h 1059043"/>
                <a:gd name="connsiteX369-31667" fmla="*/ 2839395 w 3024845"/>
                <a:gd name="connsiteY369-31668" fmla="*/ 598812 h 1059043"/>
                <a:gd name="connsiteX370-31669" fmla="*/ 2839395 w 3024845"/>
                <a:gd name="connsiteY370-31670" fmla="*/ 648533 h 1059043"/>
                <a:gd name="connsiteX371-31671" fmla="*/ 2871822 w 3024845"/>
                <a:gd name="connsiteY371-31672" fmla="*/ 648533 h 1059043"/>
                <a:gd name="connsiteX372-31673" fmla="*/ 2871822 w 3024845"/>
                <a:gd name="connsiteY372-31674" fmla="*/ 622592 h 1059043"/>
                <a:gd name="connsiteX373-31675" fmla="*/ 2910329 w 3024845"/>
                <a:gd name="connsiteY373-31676" fmla="*/ 622592 h 1059043"/>
                <a:gd name="connsiteX374-31677" fmla="*/ 2910329 w 3024845"/>
                <a:gd name="connsiteY374-31678" fmla="*/ 592327 h 1059043"/>
                <a:gd name="connsiteX375-31679" fmla="*/ 2958970 w 3024845"/>
                <a:gd name="connsiteY375-31680" fmla="*/ 592327 h 1059043"/>
                <a:gd name="connsiteX376-31681" fmla="*/ 2958970 w 3024845"/>
                <a:gd name="connsiteY376-31682" fmla="*/ 703483 h 1059043"/>
                <a:gd name="connsiteX377-31683" fmla="*/ 2958970 w 3024845"/>
                <a:gd name="connsiteY377-31684" fmla="*/ 717262 h 1059043"/>
                <a:gd name="connsiteX378-31685" fmla="*/ 3024845 w 3024845"/>
                <a:gd name="connsiteY378-31686" fmla="*/ 717262 h 1059043"/>
                <a:gd name="connsiteX379-31687" fmla="*/ 3024845 w 3024845"/>
                <a:gd name="connsiteY379-31688" fmla="*/ 1059043 h 1059043"/>
                <a:gd name="connsiteX380-31689" fmla="*/ 2054 w 3024845"/>
                <a:gd name="connsiteY380-31690" fmla="*/ 1056710 h 1059043"/>
                <a:gd name="connsiteX381-31691" fmla="*/ 0 w 3024845"/>
                <a:gd name="connsiteY381-31692" fmla="*/ 622592 h 1059043"/>
                <a:gd name="connsiteX382-31693" fmla="*/ 20267 w 3024845"/>
                <a:gd name="connsiteY382-31694" fmla="*/ 622592 h 1059043"/>
                <a:gd name="connsiteX383-31695" fmla="*/ 20774 w 3024845"/>
                <a:gd name="connsiteY383-31696" fmla="*/ 621511 h 1059043"/>
                <a:gd name="connsiteX384-31697" fmla="*/ 24320 w 3024845"/>
                <a:gd name="connsiteY384-31698" fmla="*/ 613945 h 1059043"/>
                <a:gd name="connsiteX385-31699" fmla="*/ 26094 w 3024845"/>
                <a:gd name="connsiteY385-31700" fmla="*/ 614215 h 1059043"/>
                <a:gd name="connsiteX386-31701" fmla="*/ 38507 w 3024845"/>
                <a:gd name="connsiteY386-31702" fmla="*/ 616106 h 1059043"/>
                <a:gd name="connsiteX387-31703" fmla="*/ 39014 w 3024845"/>
                <a:gd name="connsiteY387-31704" fmla="*/ 617458 h 1059043"/>
                <a:gd name="connsiteX388-31705" fmla="*/ 42560 w 3024845"/>
                <a:gd name="connsiteY388-31706" fmla="*/ 626915 h 1059043"/>
                <a:gd name="connsiteX389-31707" fmla="*/ 68907 w 3024845"/>
                <a:gd name="connsiteY389-31708" fmla="*/ 629077 h 1059043"/>
                <a:gd name="connsiteX390-31709" fmla="*/ 68907 w 3024845"/>
                <a:gd name="connsiteY390-31710" fmla="*/ 505856 h 1059043"/>
                <a:gd name="connsiteX391-31711" fmla="*/ 70934 w 3024845"/>
                <a:gd name="connsiteY391-31712" fmla="*/ 505856 h 1059043"/>
                <a:gd name="connsiteX392-31713" fmla="*/ 85121 w 3024845"/>
                <a:gd name="connsiteY392-31714" fmla="*/ 505856 h 1059043"/>
                <a:gd name="connsiteX393-31715" fmla="*/ 85121 w 3024845"/>
                <a:gd name="connsiteY393-31716" fmla="*/ 369664 h 1059043"/>
                <a:gd name="connsiteX394-31717" fmla="*/ 86894 w 3024845"/>
                <a:gd name="connsiteY394-31718" fmla="*/ 369664 h 1059043"/>
                <a:gd name="connsiteX395-31719" fmla="*/ 99308 w 3024845"/>
                <a:gd name="connsiteY395-31720" fmla="*/ 369664 h 1059043"/>
                <a:gd name="connsiteX396-31721" fmla="*/ 99308 w 3024845"/>
                <a:gd name="connsiteY396-31722" fmla="*/ 255090 h 1059043"/>
                <a:gd name="connsiteX397-31723" fmla="*/ 103361 w 3024845"/>
                <a:gd name="connsiteY397-31724" fmla="*/ 226986 h 1059043"/>
                <a:gd name="connsiteX398-31725" fmla="*/ 105388 w 3024845"/>
                <a:gd name="connsiteY398-31726" fmla="*/ 226986 h 1059043"/>
                <a:gd name="connsiteX399-31727" fmla="*/ 119575 w 3024845"/>
                <a:gd name="connsiteY399-31728" fmla="*/ 226986 h 1059043"/>
                <a:gd name="connsiteX0-31729" fmla="*/ 119575 w 3024845"/>
                <a:gd name="connsiteY0-31730" fmla="*/ 226986 h 1059043"/>
                <a:gd name="connsiteX1-31731" fmla="*/ 200642 w 3024845"/>
                <a:gd name="connsiteY1-31732" fmla="*/ 224825 h 1059043"/>
                <a:gd name="connsiteX2-31733" fmla="*/ 202669 w 3024845"/>
                <a:gd name="connsiteY2-31734" fmla="*/ 224825 h 1059043"/>
                <a:gd name="connsiteX3-31735" fmla="*/ 216856 w 3024845"/>
                <a:gd name="connsiteY3-31736" fmla="*/ 224825 h 1059043"/>
                <a:gd name="connsiteX4-31737" fmla="*/ 216856 w 3024845"/>
                <a:gd name="connsiteY4-31738" fmla="*/ 248604 h 1059043"/>
                <a:gd name="connsiteX5-31739" fmla="*/ 217363 w 3024845"/>
                <a:gd name="connsiteY5-31740" fmla="*/ 249415 h 1059043"/>
                <a:gd name="connsiteX6-31741" fmla="*/ 220909 w 3024845"/>
                <a:gd name="connsiteY6-31742" fmla="*/ 255090 h 1059043"/>
                <a:gd name="connsiteX7-31743" fmla="*/ 220909 w 3024845"/>
                <a:gd name="connsiteY7-31744" fmla="*/ 369664 h 1059043"/>
                <a:gd name="connsiteX8-31745" fmla="*/ 223189 w 3024845"/>
                <a:gd name="connsiteY8-31746" fmla="*/ 369664 h 1059043"/>
                <a:gd name="connsiteX9-31747" fmla="*/ 239150 w 3024845"/>
                <a:gd name="connsiteY9-31748" fmla="*/ 369664 h 1059043"/>
                <a:gd name="connsiteX10-31749" fmla="*/ 239150 w 3024845"/>
                <a:gd name="connsiteY10-31750" fmla="*/ 510179 h 1059043"/>
                <a:gd name="connsiteX11-31751" fmla="*/ 240670 w 3024845"/>
                <a:gd name="connsiteY11-31752" fmla="*/ 509909 h 1059043"/>
                <a:gd name="connsiteX12-31753" fmla="*/ 251310 w 3024845"/>
                <a:gd name="connsiteY12-31754" fmla="*/ 508018 h 1059043"/>
                <a:gd name="connsiteX13-31755" fmla="*/ 249283 w 3024845"/>
                <a:gd name="connsiteY13-31756" fmla="*/ 596650 h 1059043"/>
                <a:gd name="connsiteX14-31757" fmla="*/ 250803 w 3024845"/>
                <a:gd name="connsiteY14-31758" fmla="*/ 596921 h 1059043"/>
                <a:gd name="connsiteX15-31759" fmla="*/ 261443 w 3024845"/>
                <a:gd name="connsiteY15-31760" fmla="*/ 598812 h 1059043"/>
                <a:gd name="connsiteX16-31761" fmla="*/ 261696 w 3024845"/>
                <a:gd name="connsiteY16-31762" fmla="*/ 599623 h 1059043"/>
                <a:gd name="connsiteX17-31763" fmla="*/ 263470 w 3024845"/>
                <a:gd name="connsiteY17-31764" fmla="*/ 605298 h 1059043"/>
                <a:gd name="connsiteX18-31765" fmla="*/ 264230 w 3024845"/>
                <a:gd name="connsiteY18-31766" fmla="*/ 602866 h 1059043"/>
                <a:gd name="connsiteX19-31767" fmla="*/ 269550 w 3024845"/>
                <a:gd name="connsiteY19-31768" fmla="*/ 585842 h 1059043"/>
                <a:gd name="connsiteX20-31769" fmla="*/ 271323 w 3024845"/>
                <a:gd name="connsiteY20-31770" fmla="*/ 585842 h 1059043"/>
                <a:gd name="connsiteX21-31771" fmla="*/ 283737 w 3024845"/>
                <a:gd name="connsiteY21-31772" fmla="*/ 585842 h 1059043"/>
                <a:gd name="connsiteX22-31773" fmla="*/ 283737 w 3024845"/>
                <a:gd name="connsiteY22-31774" fmla="*/ 618268 h 1059043"/>
                <a:gd name="connsiteX23-31775" fmla="*/ 284750 w 3024845"/>
                <a:gd name="connsiteY23-31776" fmla="*/ 618809 h 1059043"/>
                <a:gd name="connsiteX24-31777" fmla="*/ 291844 w 3024845"/>
                <a:gd name="connsiteY24-31778" fmla="*/ 622592 h 1059043"/>
                <a:gd name="connsiteX25-31779" fmla="*/ 291844 w 3024845"/>
                <a:gd name="connsiteY25-31780" fmla="*/ 623943 h 1059043"/>
                <a:gd name="connsiteX26-31781" fmla="*/ 291844 w 3024845"/>
                <a:gd name="connsiteY26-31782" fmla="*/ 633401 h 1059043"/>
                <a:gd name="connsiteX27-31783" fmla="*/ 336431 w 3024845"/>
                <a:gd name="connsiteY27-31784" fmla="*/ 633401 h 1059043"/>
                <a:gd name="connsiteX28-31785" fmla="*/ 336431 w 3024845"/>
                <a:gd name="connsiteY28-31786" fmla="*/ 634482 h 1059043"/>
                <a:gd name="connsiteX29-31787" fmla="*/ 336431 w 3024845"/>
                <a:gd name="connsiteY29-31788" fmla="*/ 642048 h 1059043"/>
                <a:gd name="connsiteX30-31789" fmla="*/ 338457 w 3024845"/>
                <a:gd name="connsiteY30-31790" fmla="*/ 642048 h 1059043"/>
                <a:gd name="connsiteX31-31791" fmla="*/ 352644 w 3024845"/>
                <a:gd name="connsiteY31-31792" fmla="*/ 642048 h 1059043"/>
                <a:gd name="connsiteX32-31793" fmla="*/ 352644 w 3024845"/>
                <a:gd name="connsiteY32-31794" fmla="*/ 611783 h 1059043"/>
                <a:gd name="connsiteX33-31795" fmla="*/ 397231 w 3024845"/>
                <a:gd name="connsiteY33-31796" fmla="*/ 611783 h 1059043"/>
                <a:gd name="connsiteX34-31797" fmla="*/ 397231 w 3024845"/>
                <a:gd name="connsiteY34-31798" fmla="*/ 610432 h 1059043"/>
                <a:gd name="connsiteX35-31799" fmla="*/ 397231 w 3024845"/>
                <a:gd name="connsiteY35-31800" fmla="*/ 600974 h 1059043"/>
                <a:gd name="connsiteX36-31801" fmla="*/ 398245 w 3024845"/>
                <a:gd name="connsiteY36-31802" fmla="*/ 600974 h 1059043"/>
                <a:gd name="connsiteX37-31803" fmla="*/ 405338 w 3024845"/>
                <a:gd name="connsiteY37-31804" fmla="*/ 600974 h 1059043"/>
                <a:gd name="connsiteX38-31805" fmla="*/ 405338 w 3024845"/>
                <a:gd name="connsiteY38-31806" fmla="*/ 599083 h 1059043"/>
                <a:gd name="connsiteX39-31807" fmla="*/ 405338 w 3024845"/>
                <a:gd name="connsiteY39-31808" fmla="*/ 585842 h 1059043"/>
                <a:gd name="connsiteX40-31809" fmla="*/ 406098 w 3024845"/>
                <a:gd name="connsiteY40-31810" fmla="*/ 585842 h 1059043"/>
                <a:gd name="connsiteX41-31811" fmla="*/ 411418 w 3024845"/>
                <a:gd name="connsiteY41-31812" fmla="*/ 585842 h 1059043"/>
                <a:gd name="connsiteX42-31813" fmla="*/ 411418 w 3024845"/>
                <a:gd name="connsiteY42-31814" fmla="*/ 584761 h 1059043"/>
                <a:gd name="connsiteX43-31815" fmla="*/ 411418 w 3024845"/>
                <a:gd name="connsiteY43-31816" fmla="*/ 577194 h 1059043"/>
                <a:gd name="connsiteX44-31817" fmla="*/ 413445 w 3024845"/>
                <a:gd name="connsiteY44-31818" fmla="*/ 577194 h 1059043"/>
                <a:gd name="connsiteX45-31819" fmla="*/ 427632 w 3024845"/>
                <a:gd name="connsiteY45-31820" fmla="*/ 577194 h 1059043"/>
                <a:gd name="connsiteX46-31821" fmla="*/ 427632 w 3024845"/>
                <a:gd name="connsiteY46-31822" fmla="*/ 578275 h 1059043"/>
                <a:gd name="connsiteX47-31823" fmla="*/ 427632 w 3024845"/>
                <a:gd name="connsiteY47-31824" fmla="*/ 585842 h 1059043"/>
                <a:gd name="connsiteX48-31825" fmla="*/ 449925 w 3024845"/>
                <a:gd name="connsiteY48-31826" fmla="*/ 585842 h 1059043"/>
                <a:gd name="connsiteX49-31827" fmla="*/ 449925 w 3024845"/>
                <a:gd name="connsiteY49-31828" fmla="*/ 583950 h 1059043"/>
                <a:gd name="connsiteX50-31829" fmla="*/ 449925 w 3024845"/>
                <a:gd name="connsiteY50-31830" fmla="*/ 570709 h 1059043"/>
                <a:gd name="connsiteX51-31831" fmla="*/ 451699 w 3024845"/>
                <a:gd name="connsiteY51-31832" fmla="*/ 570709 h 1059043"/>
                <a:gd name="connsiteX52-31833" fmla="*/ 464112 w 3024845"/>
                <a:gd name="connsiteY52-31834" fmla="*/ 570709 h 1059043"/>
                <a:gd name="connsiteX53-31835" fmla="*/ 464112 w 3024845"/>
                <a:gd name="connsiteY53-31836" fmla="*/ 594489 h 1059043"/>
                <a:gd name="connsiteX54-31837" fmla="*/ 465126 w 3024845"/>
                <a:gd name="connsiteY54-31838" fmla="*/ 594489 h 1059043"/>
                <a:gd name="connsiteX55-31839" fmla="*/ 472219 w 3024845"/>
                <a:gd name="connsiteY55-31840" fmla="*/ 594489 h 1059043"/>
                <a:gd name="connsiteX56-31841" fmla="*/ 472219 w 3024845"/>
                <a:gd name="connsiteY56-31842" fmla="*/ 593408 h 1059043"/>
                <a:gd name="connsiteX57-31843" fmla="*/ 472219 w 3024845"/>
                <a:gd name="connsiteY57-31844" fmla="*/ 585842 h 1059043"/>
                <a:gd name="connsiteX58-31845" fmla="*/ 473992 w 3024845"/>
                <a:gd name="connsiteY58-31846" fmla="*/ 585842 h 1059043"/>
                <a:gd name="connsiteX59-31847" fmla="*/ 486406 w 3024845"/>
                <a:gd name="connsiteY59-31848" fmla="*/ 585842 h 1059043"/>
                <a:gd name="connsiteX60-31849" fmla="*/ 486406 w 3024845"/>
                <a:gd name="connsiteY60-31850" fmla="*/ 611783 h 1059043"/>
                <a:gd name="connsiteX61-31851" fmla="*/ 488433 w 3024845"/>
                <a:gd name="connsiteY61-31852" fmla="*/ 611783 h 1059043"/>
                <a:gd name="connsiteX62-31853" fmla="*/ 502619 w 3024845"/>
                <a:gd name="connsiteY62-31854" fmla="*/ 611783 h 1059043"/>
                <a:gd name="connsiteX63-31855" fmla="*/ 502619 w 3024845"/>
                <a:gd name="connsiteY63-31856" fmla="*/ 613404 h 1059043"/>
                <a:gd name="connsiteX64-31857" fmla="*/ 502619 w 3024845"/>
                <a:gd name="connsiteY64-31858" fmla="*/ 624754 h 1059043"/>
                <a:gd name="connsiteX65-31859" fmla="*/ 503379 w 3024845"/>
                <a:gd name="connsiteY65-31860" fmla="*/ 624754 h 1059043"/>
                <a:gd name="connsiteX66-31861" fmla="*/ 508700 w 3024845"/>
                <a:gd name="connsiteY66-31862" fmla="*/ 624754 h 1059043"/>
                <a:gd name="connsiteX67-31863" fmla="*/ 508700 w 3024845"/>
                <a:gd name="connsiteY67-31864" fmla="*/ 623943 h 1059043"/>
                <a:gd name="connsiteX68-31865" fmla="*/ 508700 w 3024845"/>
                <a:gd name="connsiteY68-31866" fmla="*/ 618268 h 1059043"/>
                <a:gd name="connsiteX69-31867" fmla="*/ 539100 w 3024845"/>
                <a:gd name="connsiteY69-31868" fmla="*/ 618268 h 1059043"/>
                <a:gd name="connsiteX70-31869" fmla="*/ 539100 w 3024845"/>
                <a:gd name="connsiteY70-31870" fmla="*/ 642048 h 1059043"/>
                <a:gd name="connsiteX71-31871" fmla="*/ 540113 w 3024845"/>
                <a:gd name="connsiteY71-31872" fmla="*/ 642048 h 1059043"/>
                <a:gd name="connsiteX72-31873" fmla="*/ 547207 w 3024845"/>
                <a:gd name="connsiteY72-31874" fmla="*/ 642048 h 1059043"/>
                <a:gd name="connsiteX73-31875" fmla="*/ 547207 w 3024845"/>
                <a:gd name="connsiteY73-31876" fmla="*/ 643129 h 1059043"/>
                <a:gd name="connsiteX74-31877" fmla="*/ 547207 w 3024845"/>
                <a:gd name="connsiteY74-31878" fmla="*/ 650695 h 1059043"/>
                <a:gd name="connsiteX75-31879" fmla="*/ 547967 w 3024845"/>
                <a:gd name="connsiteY75-31880" fmla="*/ 650695 h 1059043"/>
                <a:gd name="connsiteX76-31881" fmla="*/ 553287 w 3024845"/>
                <a:gd name="connsiteY76-31882" fmla="*/ 650695 h 1059043"/>
                <a:gd name="connsiteX77-31883" fmla="*/ 553287 w 3024845"/>
                <a:gd name="connsiteY77-31884" fmla="*/ 648533 h 1059043"/>
                <a:gd name="connsiteX78-31885" fmla="*/ 553287 w 3024845"/>
                <a:gd name="connsiteY78-31886" fmla="*/ 633401 h 1059043"/>
                <a:gd name="connsiteX79-31887" fmla="*/ 554300 w 3024845"/>
                <a:gd name="connsiteY79-31888" fmla="*/ 633401 h 1059043"/>
                <a:gd name="connsiteX80-31889" fmla="*/ 561394 w 3024845"/>
                <a:gd name="connsiteY80-31890" fmla="*/ 633401 h 1059043"/>
                <a:gd name="connsiteX81-31891" fmla="*/ 561394 w 3024845"/>
                <a:gd name="connsiteY81-31892" fmla="*/ 634482 h 1059043"/>
                <a:gd name="connsiteX82-31893" fmla="*/ 561394 w 3024845"/>
                <a:gd name="connsiteY82-31894" fmla="*/ 642048 h 1059043"/>
                <a:gd name="connsiteX83-31895" fmla="*/ 566714 w 3024845"/>
                <a:gd name="connsiteY83-31896" fmla="*/ 640055 h 1059043"/>
                <a:gd name="connsiteX84-31897" fmla="*/ 567474 w 3024845"/>
                <a:gd name="connsiteY84-31898" fmla="*/ 639075 h 1059043"/>
                <a:gd name="connsiteX85-31899" fmla="*/ 567474 w 3024845"/>
                <a:gd name="connsiteY85-31900" fmla="*/ 633401 h 1059043"/>
                <a:gd name="connsiteX86-31901" fmla="*/ 605981 w 3024845"/>
                <a:gd name="connsiteY86-31902" fmla="*/ 633401 h 1059043"/>
                <a:gd name="connsiteX87-31903" fmla="*/ 605981 w 3024845"/>
                <a:gd name="connsiteY87-31904" fmla="*/ 657180 h 1059043"/>
                <a:gd name="connsiteX88-31905" fmla="*/ 608007 w 3024845"/>
                <a:gd name="connsiteY88-31906" fmla="*/ 657180 h 1059043"/>
                <a:gd name="connsiteX89-31907" fmla="*/ 622194 w 3024845"/>
                <a:gd name="connsiteY89-31908" fmla="*/ 657180 h 1059043"/>
                <a:gd name="connsiteX90-31909" fmla="*/ 622194 w 3024845"/>
                <a:gd name="connsiteY90-31910" fmla="*/ 658261 h 1059043"/>
                <a:gd name="connsiteX91-31911" fmla="*/ 622194 w 3024845"/>
                <a:gd name="connsiteY91-31912" fmla="*/ 665827 h 1059043"/>
                <a:gd name="connsiteX92-31913" fmla="*/ 623968 w 3024845"/>
                <a:gd name="connsiteY92-31914" fmla="*/ 665827 h 1059043"/>
                <a:gd name="connsiteX93-31915" fmla="*/ 636381 w 3024845"/>
                <a:gd name="connsiteY93-31916" fmla="*/ 665827 h 1059043"/>
                <a:gd name="connsiteX94-31917" fmla="*/ 636381 w 3024845"/>
                <a:gd name="connsiteY94-31918" fmla="*/ 642048 h 1059043"/>
                <a:gd name="connsiteX95-31919" fmla="*/ 637394 w 3024845"/>
                <a:gd name="connsiteY95-31920" fmla="*/ 642048 h 1059043"/>
                <a:gd name="connsiteX96-31921" fmla="*/ 644488 w 3024845"/>
                <a:gd name="connsiteY96-31922" fmla="*/ 642048 h 1059043"/>
                <a:gd name="connsiteX97-31923" fmla="*/ 644488 w 3024845"/>
                <a:gd name="connsiteY97-31924" fmla="*/ 609621 h 1059043"/>
                <a:gd name="connsiteX98-31925" fmla="*/ 645501 w 3024845"/>
                <a:gd name="connsiteY98-31926" fmla="*/ 609621 h 1059043"/>
                <a:gd name="connsiteX99-31927" fmla="*/ 652595 w 3024845"/>
                <a:gd name="connsiteY99-31928" fmla="*/ 609621 h 1059043"/>
                <a:gd name="connsiteX100-31929" fmla="*/ 652595 w 3024845"/>
                <a:gd name="connsiteY100-31930" fmla="*/ 607730 h 1059043"/>
                <a:gd name="connsiteX101-31931" fmla="*/ 652595 w 3024845"/>
                <a:gd name="connsiteY101-31932" fmla="*/ 594489 h 1059043"/>
                <a:gd name="connsiteX102-31933" fmla="*/ 651328 w 3024845"/>
                <a:gd name="connsiteY102-31934" fmla="*/ 592867 h 1059043"/>
                <a:gd name="connsiteX103-31935" fmla="*/ 656648 w 3024845"/>
                <a:gd name="connsiteY103-31936" fmla="*/ 581518 h 1059043"/>
                <a:gd name="connsiteX104-31937" fmla="*/ 664755 w 3024845"/>
                <a:gd name="connsiteY104-31938" fmla="*/ 609621 h 1059043"/>
                <a:gd name="connsiteX105-31939" fmla="*/ 665515 w 3024845"/>
                <a:gd name="connsiteY105-31940" fmla="*/ 609621 h 1059043"/>
                <a:gd name="connsiteX106-31941" fmla="*/ 670835 w 3024845"/>
                <a:gd name="connsiteY106-31942" fmla="*/ 609621 h 1059043"/>
                <a:gd name="connsiteX107-31943" fmla="*/ 670835 w 3024845"/>
                <a:gd name="connsiteY107-31944" fmla="*/ 503694 h 1059043"/>
                <a:gd name="connsiteX108-31945" fmla="*/ 672355 w 3024845"/>
                <a:gd name="connsiteY108-31946" fmla="*/ 503694 h 1059043"/>
                <a:gd name="connsiteX109-31947" fmla="*/ 682995 w 3024845"/>
                <a:gd name="connsiteY109-31948" fmla="*/ 503694 h 1059043"/>
                <a:gd name="connsiteX110-31949" fmla="*/ 682995 w 3024845"/>
                <a:gd name="connsiteY110-31950" fmla="*/ 456135 h 1059043"/>
                <a:gd name="connsiteX111-31951" fmla="*/ 709342 w 3024845"/>
                <a:gd name="connsiteY111-31952" fmla="*/ 456135 h 1059043"/>
                <a:gd name="connsiteX112-31953" fmla="*/ 709342 w 3024845"/>
                <a:gd name="connsiteY112-31954" fmla="*/ 434517 h 1059043"/>
                <a:gd name="connsiteX113-31955" fmla="*/ 743796 w 3024845"/>
                <a:gd name="connsiteY113-31956" fmla="*/ 434517 h 1059043"/>
                <a:gd name="connsiteX114-31957" fmla="*/ 743796 w 3024845"/>
                <a:gd name="connsiteY114-31958" fmla="*/ 436949 h 1059043"/>
                <a:gd name="connsiteX115-31959" fmla="*/ 743796 w 3024845"/>
                <a:gd name="connsiteY115-31960" fmla="*/ 453973 h 1059043"/>
                <a:gd name="connsiteX116-31961" fmla="*/ 746076 w 3024845"/>
                <a:gd name="connsiteY116-31962" fmla="*/ 453973 h 1059043"/>
                <a:gd name="connsiteX117-31963" fmla="*/ 762036 w 3024845"/>
                <a:gd name="connsiteY117-31964" fmla="*/ 453973 h 1059043"/>
                <a:gd name="connsiteX118-31965" fmla="*/ 762036 w 3024845"/>
                <a:gd name="connsiteY118-31966" fmla="*/ 501532 h 1059043"/>
                <a:gd name="connsiteX119-31967" fmla="*/ 763049 w 3024845"/>
                <a:gd name="connsiteY119-31968" fmla="*/ 501532 h 1059043"/>
                <a:gd name="connsiteX120-31969" fmla="*/ 770143 w 3024845"/>
                <a:gd name="connsiteY120-31970" fmla="*/ 501532 h 1059043"/>
                <a:gd name="connsiteX121-31971" fmla="*/ 784330 w 3024845"/>
                <a:gd name="connsiteY121-31972" fmla="*/ 505856 h 1059043"/>
                <a:gd name="connsiteX122-31973" fmla="*/ 784330 w 3024845"/>
                <a:gd name="connsiteY122-31974" fmla="*/ 544768 h 1059043"/>
                <a:gd name="connsiteX123-31975" fmla="*/ 785343 w 3024845"/>
                <a:gd name="connsiteY123-31976" fmla="*/ 544768 h 1059043"/>
                <a:gd name="connsiteX124-31977" fmla="*/ 792436 w 3024845"/>
                <a:gd name="connsiteY124-31978" fmla="*/ 544768 h 1059043"/>
                <a:gd name="connsiteX125-31979" fmla="*/ 792436 w 3024845"/>
                <a:gd name="connsiteY125-31980" fmla="*/ 546389 h 1059043"/>
                <a:gd name="connsiteX126-31981" fmla="*/ 792436 w 3024845"/>
                <a:gd name="connsiteY126-31982" fmla="*/ 557738 h 1059043"/>
                <a:gd name="connsiteX127-31983" fmla="*/ 794463 w 3024845"/>
                <a:gd name="connsiteY127-31984" fmla="*/ 557738 h 1059043"/>
                <a:gd name="connsiteX128-31985" fmla="*/ 808650 w 3024845"/>
                <a:gd name="connsiteY128-31986" fmla="*/ 557738 h 1059043"/>
                <a:gd name="connsiteX129-31987" fmla="*/ 814730 w 3024845"/>
                <a:gd name="connsiteY129-31988" fmla="*/ 564224 h 1059043"/>
                <a:gd name="connsiteX130-31989" fmla="*/ 814730 w 3024845"/>
                <a:gd name="connsiteY130-31990" fmla="*/ 585842 h 1059043"/>
                <a:gd name="connsiteX131-31991" fmla="*/ 817010 w 3024845"/>
                <a:gd name="connsiteY131-31992" fmla="*/ 585842 h 1059043"/>
                <a:gd name="connsiteX132-31993" fmla="*/ 832970 w 3024845"/>
                <a:gd name="connsiteY132-31994" fmla="*/ 585842 h 1059043"/>
                <a:gd name="connsiteX133-31995" fmla="*/ 832970 w 3024845"/>
                <a:gd name="connsiteY133-31996" fmla="*/ 586922 h 1059043"/>
                <a:gd name="connsiteX134-31997" fmla="*/ 832970 w 3024845"/>
                <a:gd name="connsiteY134-31998" fmla="*/ 594489 h 1059043"/>
                <a:gd name="connsiteX135-31999" fmla="*/ 834237 w 3024845"/>
                <a:gd name="connsiteY135-32000" fmla="*/ 594489 h 1059043"/>
                <a:gd name="connsiteX136-32001" fmla="*/ 843104 w 3024845"/>
                <a:gd name="connsiteY136-32002" fmla="*/ 594489 h 1059043"/>
                <a:gd name="connsiteX137-32003" fmla="*/ 843104 w 3024845"/>
                <a:gd name="connsiteY137-32004" fmla="*/ 596650 h 1059043"/>
                <a:gd name="connsiteX138-32005" fmla="*/ 843104 w 3024845"/>
                <a:gd name="connsiteY138-32006" fmla="*/ 611783 h 1059043"/>
                <a:gd name="connsiteX139-32007" fmla="*/ 847157 w 3024845"/>
                <a:gd name="connsiteY139-32008" fmla="*/ 609891 h 1059043"/>
                <a:gd name="connsiteX140-32009" fmla="*/ 847157 w 3024845"/>
                <a:gd name="connsiteY140-32010" fmla="*/ 596650 h 1059043"/>
                <a:gd name="connsiteX141-32011" fmla="*/ 848170 w 3024845"/>
                <a:gd name="connsiteY141-32012" fmla="*/ 596650 h 1059043"/>
                <a:gd name="connsiteX142-32013" fmla="*/ 855264 w 3024845"/>
                <a:gd name="connsiteY142-32014" fmla="*/ 596650 h 1059043"/>
                <a:gd name="connsiteX143-32015" fmla="*/ 855264 w 3024845"/>
                <a:gd name="connsiteY143-32016" fmla="*/ 598272 h 1059043"/>
                <a:gd name="connsiteX144-32017" fmla="*/ 855264 w 3024845"/>
                <a:gd name="connsiteY144-32018" fmla="*/ 609621 h 1059043"/>
                <a:gd name="connsiteX145-32019" fmla="*/ 856024 w 3024845"/>
                <a:gd name="connsiteY145-32020" fmla="*/ 609621 h 1059043"/>
                <a:gd name="connsiteX146-32021" fmla="*/ 861344 w 3024845"/>
                <a:gd name="connsiteY146-32022" fmla="*/ 609621 h 1059043"/>
                <a:gd name="connsiteX147-32023" fmla="*/ 909984 w 3024845"/>
                <a:gd name="connsiteY147-32024" fmla="*/ 605298 h 1059043"/>
                <a:gd name="connsiteX148-32025" fmla="*/ 909984 w 3024845"/>
                <a:gd name="connsiteY148-32026" fmla="*/ 606649 h 1059043"/>
                <a:gd name="connsiteX149-32027" fmla="*/ 909984 w 3024845"/>
                <a:gd name="connsiteY149-32028" fmla="*/ 616106 h 1059043"/>
                <a:gd name="connsiteX150-32029" fmla="*/ 910744 w 3024845"/>
                <a:gd name="connsiteY150-32030" fmla="*/ 616106 h 1059043"/>
                <a:gd name="connsiteX151-32031" fmla="*/ 916065 w 3024845"/>
                <a:gd name="connsiteY151-32032" fmla="*/ 616106 h 1059043"/>
                <a:gd name="connsiteX152-32033" fmla="*/ 916065 w 3024845"/>
                <a:gd name="connsiteY152-32034" fmla="*/ 618268 h 1059043"/>
                <a:gd name="connsiteX153-32035" fmla="*/ 916065 w 3024845"/>
                <a:gd name="connsiteY153-32036" fmla="*/ 633401 h 1059043"/>
                <a:gd name="connsiteX154-32037" fmla="*/ 918091 w 3024845"/>
                <a:gd name="connsiteY154-32038" fmla="*/ 632050 h 1059043"/>
                <a:gd name="connsiteX155-32039" fmla="*/ 932278 w 3024845"/>
                <a:gd name="connsiteY155-32040" fmla="*/ 622592 h 1059043"/>
                <a:gd name="connsiteX156-32041" fmla="*/ 938358 w 3024845"/>
                <a:gd name="connsiteY156-32042" fmla="*/ 581518 h 1059043"/>
                <a:gd name="connsiteX157-32043" fmla="*/ 939118 w 3024845"/>
                <a:gd name="connsiteY157-32044" fmla="*/ 581248 h 1059043"/>
                <a:gd name="connsiteX158-32045" fmla="*/ 944438 w 3024845"/>
                <a:gd name="connsiteY158-32046" fmla="*/ 579356 h 1059043"/>
                <a:gd name="connsiteX159-32047" fmla="*/ 946465 w 3024845"/>
                <a:gd name="connsiteY159-32048" fmla="*/ 510179 h 1059043"/>
                <a:gd name="connsiteX160-32049" fmla="*/ 948492 w 3024845"/>
                <a:gd name="connsiteY160-32050" fmla="*/ 579356 h 1059043"/>
                <a:gd name="connsiteX161-32051" fmla="*/ 949252 w 3024845"/>
                <a:gd name="connsiteY161-32052" fmla="*/ 579626 h 1059043"/>
                <a:gd name="connsiteX162-32053" fmla="*/ 954572 w 3024845"/>
                <a:gd name="connsiteY162-32054" fmla="*/ 581518 h 1059043"/>
                <a:gd name="connsiteX163-32055" fmla="*/ 954572 w 3024845"/>
                <a:gd name="connsiteY163-32056" fmla="*/ 495047 h 1059043"/>
                <a:gd name="connsiteX164-32057" fmla="*/ 958625 w 3024845"/>
                <a:gd name="connsiteY164-32058" fmla="*/ 462620 h 1059043"/>
                <a:gd name="connsiteX165-32059" fmla="*/ 997132 w 3024845"/>
                <a:gd name="connsiteY165-32060" fmla="*/ 462620 h 1059043"/>
                <a:gd name="connsiteX166-32061" fmla="*/ 997132 w 3024845"/>
                <a:gd name="connsiteY166-32062" fmla="*/ 495047 h 1059043"/>
                <a:gd name="connsiteX167-32063" fmla="*/ 997892 w 3024845"/>
                <a:gd name="connsiteY167-32064" fmla="*/ 495047 h 1059043"/>
                <a:gd name="connsiteX168-32065" fmla="*/ 1003212 w 3024845"/>
                <a:gd name="connsiteY168-32066" fmla="*/ 495047 h 1059043"/>
                <a:gd name="connsiteX169-32067" fmla="*/ 1003212 w 3024845"/>
                <a:gd name="connsiteY169-32068" fmla="*/ 412899 h 1059043"/>
                <a:gd name="connsiteX170-32069" fmla="*/ 1004986 w 3024845"/>
                <a:gd name="connsiteY170-32070" fmla="*/ 412899 h 1059043"/>
                <a:gd name="connsiteX171-32071" fmla="*/ 1017399 w 3024845"/>
                <a:gd name="connsiteY171-32072" fmla="*/ 412899 h 1059043"/>
                <a:gd name="connsiteX172-32073" fmla="*/ 1017399 w 3024845"/>
                <a:gd name="connsiteY172-32074" fmla="*/ 411008 h 1059043"/>
                <a:gd name="connsiteX173-32075" fmla="*/ 1017399 w 3024845"/>
                <a:gd name="connsiteY173-32076" fmla="*/ 397767 h 1059043"/>
                <a:gd name="connsiteX174-32077" fmla="*/ 1039693 w 3024845"/>
                <a:gd name="connsiteY174-32078" fmla="*/ 397767 h 1059043"/>
                <a:gd name="connsiteX175-32079" fmla="*/ 1039693 w 3024845"/>
                <a:gd name="connsiteY175-32080" fmla="*/ 396686 h 1059043"/>
                <a:gd name="connsiteX176-32081" fmla="*/ 1039693 w 3024845"/>
                <a:gd name="connsiteY176-32082" fmla="*/ 389120 h 1059043"/>
                <a:gd name="connsiteX177-32083" fmla="*/ 1041466 w 3024845"/>
                <a:gd name="connsiteY177-32084" fmla="*/ 389120 h 1059043"/>
                <a:gd name="connsiteX178-32085" fmla="*/ 1053880 w 3024845"/>
                <a:gd name="connsiteY178-32086" fmla="*/ 389120 h 1059043"/>
                <a:gd name="connsiteX179-32087" fmla="*/ 1053880 w 3024845"/>
                <a:gd name="connsiteY179-32088" fmla="*/ 390201 h 1059043"/>
                <a:gd name="connsiteX180-32089" fmla="*/ 1053880 w 3024845"/>
                <a:gd name="connsiteY180-32090" fmla="*/ 397767 h 1059043"/>
                <a:gd name="connsiteX181-32091" fmla="*/ 1054640 w 3024845"/>
                <a:gd name="connsiteY181-32092" fmla="*/ 397767 h 1059043"/>
                <a:gd name="connsiteX182-32093" fmla="*/ 1059960 w 3024845"/>
                <a:gd name="connsiteY182-32094" fmla="*/ 397767 h 1059043"/>
                <a:gd name="connsiteX183-32095" fmla="*/ 1070093 w 3024845"/>
                <a:gd name="connsiteY183-32096" fmla="*/ 393443 h 1059043"/>
                <a:gd name="connsiteX184-32097" fmla="*/ 1074146 w 3024845"/>
                <a:gd name="connsiteY184-32098" fmla="*/ 396686 h 1059043"/>
                <a:gd name="connsiteX185-32099" fmla="*/ 1074146 w 3024845"/>
                <a:gd name="connsiteY185-32100" fmla="*/ 389120 h 1059043"/>
                <a:gd name="connsiteX186-32101" fmla="*/ 1076426 w 3024845"/>
                <a:gd name="connsiteY186-32102" fmla="*/ 389120 h 1059043"/>
                <a:gd name="connsiteX187-32103" fmla="*/ 1092387 w 3024845"/>
                <a:gd name="connsiteY187-32104" fmla="*/ 389120 h 1059043"/>
                <a:gd name="connsiteX188-32105" fmla="*/ 1092387 w 3024845"/>
                <a:gd name="connsiteY188-32106" fmla="*/ 390201 h 1059043"/>
                <a:gd name="connsiteX189-32107" fmla="*/ 1092387 w 3024845"/>
                <a:gd name="connsiteY189-32108" fmla="*/ 397767 h 1059043"/>
                <a:gd name="connsiteX190-32109" fmla="*/ 1122787 w 3024845"/>
                <a:gd name="connsiteY190-32110" fmla="*/ 397767 h 1059043"/>
                <a:gd name="connsiteX191-32111" fmla="*/ 1122787 w 3024845"/>
                <a:gd name="connsiteY191-32112" fmla="*/ 399388 h 1059043"/>
                <a:gd name="connsiteX192-32113" fmla="*/ 1122787 w 3024845"/>
                <a:gd name="connsiteY192-32114" fmla="*/ 410738 h 1059043"/>
                <a:gd name="connsiteX193-32115" fmla="*/ 1149134 w 3024845"/>
                <a:gd name="connsiteY193-32116" fmla="*/ 410738 h 1059043"/>
                <a:gd name="connsiteX194-32117" fmla="*/ 1149134 w 3024845"/>
                <a:gd name="connsiteY194-32118" fmla="*/ 441002 h 1059043"/>
                <a:gd name="connsiteX195-32119" fmla="*/ 1149894 w 3024845"/>
                <a:gd name="connsiteY195-32120" fmla="*/ 441002 h 1059043"/>
                <a:gd name="connsiteX196-32121" fmla="*/ 1155214 w 3024845"/>
                <a:gd name="connsiteY196-32122" fmla="*/ 441002 h 1059043"/>
                <a:gd name="connsiteX197-32123" fmla="*/ 1155214 w 3024845"/>
                <a:gd name="connsiteY197-32124" fmla="*/ 442083 h 1059043"/>
                <a:gd name="connsiteX198-32125" fmla="*/ 1155214 w 3024845"/>
                <a:gd name="connsiteY198-32126" fmla="*/ 449650 h 1059043"/>
                <a:gd name="connsiteX199-32127" fmla="*/ 1159268 w 3024845"/>
                <a:gd name="connsiteY199-32128" fmla="*/ 479914 h 1059043"/>
                <a:gd name="connsiteX200-32129" fmla="*/ 1160028 w 3024845"/>
                <a:gd name="connsiteY200-32130" fmla="*/ 479914 h 1059043"/>
                <a:gd name="connsiteX201-32131" fmla="*/ 1165348 w 3024845"/>
                <a:gd name="connsiteY201-32132" fmla="*/ 479914 h 1059043"/>
                <a:gd name="connsiteX202-32133" fmla="*/ 1165348 w 3024845"/>
                <a:gd name="connsiteY202-32134" fmla="*/ 480725 h 1059043"/>
                <a:gd name="connsiteX203-32135" fmla="*/ 1165348 w 3024845"/>
                <a:gd name="connsiteY203-32136" fmla="*/ 486400 h 1059043"/>
                <a:gd name="connsiteX204-32137" fmla="*/ 1166361 w 3024845"/>
                <a:gd name="connsiteY204-32138" fmla="*/ 486400 h 1059043"/>
                <a:gd name="connsiteX205-32139" fmla="*/ 1173454 w 3024845"/>
                <a:gd name="connsiteY205-32140" fmla="*/ 486400 h 1059043"/>
                <a:gd name="connsiteX206-32141" fmla="*/ 1173454 w 3024845"/>
                <a:gd name="connsiteY206-32142" fmla="*/ 516665 h 1059043"/>
                <a:gd name="connsiteX207-32143" fmla="*/ 1175481 w 3024845"/>
                <a:gd name="connsiteY207-32144" fmla="*/ 516665 h 1059043"/>
                <a:gd name="connsiteX208-32145" fmla="*/ 1189668 w 3024845"/>
                <a:gd name="connsiteY208-32146" fmla="*/ 516665 h 1059043"/>
                <a:gd name="connsiteX209-32147" fmla="*/ 1189668 w 3024845"/>
                <a:gd name="connsiteY209-32148" fmla="*/ 540444 h 1059043"/>
                <a:gd name="connsiteX210-32149" fmla="*/ 1191695 w 3024845"/>
                <a:gd name="connsiteY210-32150" fmla="*/ 542065 h 1059043"/>
                <a:gd name="connsiteX211-32151" fmla="*/ 1191695 w 3024845"/>
                <a:gd name="connsiteY211-32152" fmla="*/ 553415 h 1059043"/>
                <a:gd name="connsiteX212-32153" fmla="*/ 1192455 w 3024845"/>
                <a:gd name="connsiteY212-32154" fmla="*/ 553415 h 1059043"/>
                <a:gd name="connsiteX213-32155" fmla="*/ 1197775 w 3024845"/>
                <a:gd name="connsiteY213-32156" fmla="*/ 553415 h 1059043"/>
                <a:gd name="connsiteX214-32157" fmla="*/ 1197775 w 3024845"/>
                <a:gd name="connsiteY214-32158" fmla="*/ 577194 h 1059043"/>
                <a:gd name="connsiteX215-32159" fmla="*/ 1199041 w 3024845"/>
                <a:gd name="connsiteY215-32160" fmla="*/ 577194 h 1059043"/>
                <a:gd name="connsiteX216-32161" fmla="*/ 1207908 w 3024845"/>
                <a:gd name="connsiteY216-32162" fmla="*/ 577194 h 1059043"/>
                <a:gd name="connsiteX217-32163" fmla="*/ 1209935 w 3024845"/>
                <a:gd name="connsiteY217-32164" fmla="*/ 581248 h 1059043"/>
                <a:gd name="connsiteX218-32165" fmla="*/ 1209935 w 3024845"/>
                <a:gd name="connsiteY218-32166" fmla="*/ 594489 h 1059043"/>
                <a:gd name="connsiteX219-32167" fmla="*/ 1211455 w 3024845"/>
                <a:gd name="connsiteY219-32168" fmla="*/ 592597 h 1059043"/>
                <a:gd name="connsiteX220-32169" fmla="*/ 1222095 w 3024845"/>
                <a:gd name="connsiteY220-32170" fmla="*/ 579356 h 1059043"/>
                <a:gd name="connsiteX221-32171" fmla="*/ 1250469 w 3024845"/>
                <a:gd name="connsiteY221-32172" fmla="*/ 579356 h 1059043"/>
                <a:gd name="connsiteX222-32173" fmla="*/ 1250469 w 3024845"/>
                <a:gd name="connsiteY222-32174" fmla="*/ 665827 h 1059043"/>
                <a:gd name="connsiteX223-32175" fmla="*/ 1251229 w 3024845"/>
                <a:gd name="connsiteY223-32176" fmla="*/ 665827 h 1059043"/>
                <a:gd name="connsiteX224-32177" fmla="*/ 1256549 w 3024845"/>
                <a:gd name="connsiteY224-32178" fmla="*/ 665827 h 1059043"/>
                <a:gd name="connsiteX225-32179" fmla="*/ 1257309 w 3024845"/>
                <a:gd name="connsiteY225-32180" fmla="*/ 664476 h 1059043"/>
                <a:gd name="connsiteX226-32181" fmla="*/ 1262629 w 3024845"/>
                <a:gd name="connsiteY226-32182" fmla="*/ 655018 h 1059043"/>
                <a:gd name="connsiteX227-32183" fmla="*/ 1262629 w 3024845"/>
                <a:gd name="connsiteY227-32184" fmla="*/ 656910 h 1059043"/>
                <a:gd name="connsiteX228-32185" fmla="*/ 1262629 w 3024845"/>
                <a:gd name="connsiteY228-32186" fmla="*/ 670151 h 1059043"/>
                <a:gd name="connsiteX229-32187" fmla="*/ 1266682 w 3024845"/>
                <a:gd name="connsiteY229-32188" fmla="*/ 624754 h 1059043"/>
                <a:gd name="connsiteX230-32189" fmla="*/ 1267442 w 3024845"/>
                <a:gd name="connsiteY230-32190" fmla="*/ 624754 h 1059043"/>
                <a:gd name="connsiteX231-32191" fmla="*/ 1272762 w 3024845"/>
                <a:gd name="connsiteY231-32192" fmla="*/ 624754 h 1059043"/>
                <a:gd name="connsiteX232-32193" fmla="*/ 1272762 w 3024845"/>
                <a:gd name="connsiteY232-32194" fmla="*/ 559900 h 1059043"/>
                <a:gd name="connsiteX233-32195" fmla="*/ 1273776 w 3024845"/>
                <a:gd name="connsiteY233-32196" fmla="*/ 559900 h 1059043"/>
                <a:gd name="connsiteX234-32197" fmla="*/ 1280869 w 3024845"/>
                <a:gd name="connsiteY234-32198" fmla="*/ 559900 h 1059043"/>
                <a:gd name="connsiteX235-32199" fmla="*/ 1293029 w 3024845"/>
                <a:gd name="connsiteY235-32200" fmla="*/ 516665 h 1059043"/>
                <a:gd name="connsiteX236-32201" fmla="*/ 1294296 w 3024845"/>
                <a:gd name="connsiteY236-32202" fmla="*/ 516665 h 1059043"/>
                <a:gd name="connsiteX237-32203" fmla="*/ 1303163 w 3024845"/>
                <a:gd name="connsiteY237-32204" fmla="*/ 516665 h 1059043"/>
                <a:gd name="connsiteX238-32205" fmla="*/ 1313296 w 3024845"/>
                <a:gd name="connsiteY238-32206" fmla="*/ 559900 h 1059043"/>
                <a:gd name="connsiteX239-32207" fmla="*/ 1314309 w 3024845"/>
                <a:gd name="connsiteY239-32208" fmla="*/ 559900 h 1059043"/>
                <a:gd name="connsiteX240-32209" fmla="*/ 1321403 w 3024845"/>
                <a:gd name="connsiteY240-32210" fmla="*/ 559900 h 1059043"/>
                <a:gd name="connsiteX241-32211" fmla="*/ 1321403 w 3024845"/>
                <a:gd name="connsiteY241-32212" fmla="*/ 598812 h 1059043"/>
                <a:gd name="connsiteX242-32213" fmla="*/ 1323176 w 3024845"/>
                <a:gd name="connsiteY242-32214" fmla="*/ 598812 h 1059043"/>
                <a:gd name="connsiteX243-32215" fmla="*/ 1335590 w 3024845"/>
                <a:gd name="connsiteY243-32216" fmla="*/ 598812 h 1059043"/>
                <a:gd name="connsiteX244-32217" fmla="*/ 1335590 w 3024845"/>
                <a:gd name="connsiteY244-32218" fmla="*/ 600974 h 1059043"/>
                <a:gd name="connsiteX245-32219" fmla="*/ 1335590 w 3024845"/>
                <a:gd name="connsiteY245-32220" fmla="*/ 616106 h 1059043"/>
                <a:gd name="connsiteX246-32221" fmla="*/ 1339643 w 3024845"/>
                <a:gd name="connsiteY246-32222" fmla="*/ 613945 h 1059043"/>
                <a:gd name="connsiteX247-32223" fmla="*/ 1339643 w 3024845"/>
                <a:gd name="connsiteY247-32224" fmla="*/ 598812 h 1059043"/>
                <a:gd name="connsiteX248-32225" fmla="*/ 1341163 w 3024845"/>
                <a:gd name="connsiteY248-32226" fmla="*/ 598812 h 1059043"/>
                <a:gd name="connsiteX249-32227" fmla="*/ 1351803 w 3024845"/>
                <a:gd name="connsiteY249-32228" fmla="*/ 598812 h 1059043"/>
                <a:gd name="connsiteX250-32229" fmla="*/ 1351803 w 3024845"/>
                <a:gd name="connsiteY250-32230" fmla="*/ 600433 h 1059043"/>
                <a:gd name="connsiteX251-32231" fmla="*/ 1351803 w 3024845"/>
                <a:gd name="connsiteY251-32232" fmla="*/ 611783 h 1059043"/>
                <a:gd name="connsiteX252-32233" fmla="*/ 1382204 w 3024845"/>
                <a:gd name="connsiteY252-32234" fmla="*/ 611783 h 1059043"/>
                <a:gd name="connsiteX253-32235" fmla="*/ 1382204 w 3024845"/>
                <a:gd name="connsiteY253-32236" fmla="*/ 575033 h 1059043"/>
                <a:gd name="connsiteX254-32237" fmla="*/ 1383470 w 3024845"/>
                <a:gd name="connsiteY254-32238" fmla="*/ 575033 h 1059043"/>
                <a:gd name="connsiteX255-32239" fmla="*/ 1392337 w 3024845"/>
                <a:gd name="connsiteY255-32240" fmla="*/ 575033 h 1059043"/>
                <a:gd name="connsiteX256-32241" fmla="*/ 1392337 w 3024845"/>
                <a:gd name="connsiteY256-32242" fmla="*/ 596650 h 1059043"/>
                <a:gd name="connsiteX257-32243" fmla="*/ 1394364 w 3024845"/>
                <a:gd name="connsiteY257-32244" fmla="*/ 564224 h 1059043"/>
                <a:gd name="connsiteX258-32245" fmla="*/ 1416657 w 3024845"/>
                <a:gd name="connsiteY258-32246" fmla="*/ 564224 h 1059043"/>
                <a:gd name="connsiteX259-32247" fmla="*/ 1416657 w 3024845"/>
                <a:gd name="connsiteY259-32248" fmla="*/ 562602 h 1059043"/>
                <a:gd name="connsiteX260-32249" fmla="*/ 1416657 w 3024845"/>
                <a:gd name="connsiteY260-32250" fmla="*/ 551253 h 1059043"/>
                <a:gd name="connsiteX261-32251" fmla="*/ 1417417 w 3024845"/>
                <a:gd name="connsiteY261-32252" fmla="*/ 551253 h 1059043"/>
                <a:gd name="connsiteX262-32253" fmla="*/ 1422737 w 3024845"/>
                <a:gd name="connsiteY262-32254" fmla="*/ 551253 h 1059043"/>
                <a:gd name="connsiteX263-32255" fmla="*/ 1422737 w 3024845"/>
                <a:gd name="connsiteY263-32256" fmla="*/ 549362 h 1059043"/>
                <a:gd name="connsiteX264-32257" fmla="*/ 1422737 w 3024845"/>
                <a:gd name="connsiteY264-32258" fmla="*/ 536121 h 1059043"/>
                <a:gd name="connsiteX265-32259" fmla="*/ 1426791 w 3024845"/>
                <a:gd name="connsiteY265-32260" fmla="*/ 542606 h 1059043"/>
                <a:gd name="connsiteX266-32261" fmla="*/ 1429071 w 3024845"/>
                <a:gd name="connsiteY266-32262" fmla="*/ 542606 h 1059043"/>
                <a:gd name="connsiteX267-32263" fmla="*/ 1445031 w 3024845"/>
                <a:gd name="connsiteY267-32264" fmla="*/ 542606 h 1059043"/>
                <a:gd name="connsiteX268-32265" fmla="*/ 1445031 w 3024845"/>
                <a:gd name="connsiteY268-32266" fmla="*/ 541795 h 1059043"/>
                <a:gd name="connsiteX269-32267" fmla="*/ 1445031 w 3024845"/>
                <a:gd name="connsiteY269-32268" fmla="*/ 536121 h 1059043"/>
                <a:gd name="connsiteX270-32269" fmla="*/ 1445791 w 3024845"/>
                <a:gd name="connsiteY270-32270" fmla="*/ 536121 h 1059043"/>
                <a:gd name="connsiteX271-32271" fmla="*/ 1451111 w 3024845"/>
                <a:gd name="connsiteY271-32272" fmla="*/ 536121 h 1059043"/>
                <a:gd name="connsiteX272-32273" fmla="*/ 1451111 w 3024845"/>
                <a:gd name="connsiteY272-32274" fmla="*/ 537472 h 1059043"/>
                <a:gd name="connsiteX273-32275" fmla="*/ 1451111 w 3024845"/>
                <a:gd name="connsiteY273-32276" fmla="*/ 546930 h 1059043"/>
                <a:gd name="connsiteX274-32277" fmla="*/ 1489618 w 3024845"/>
                <a:gd name="connsiteY274-32278" fmla="*/ 546930 h 1059043"/>
                <a:gd name="connsiteX275-32279" fmla="*/ 1489618 w 3024845"/>
                <a:gd name="connsiteY275-32280" fmla="*/ 685283 h 1059043"/>
                <a:gd name="connsiteX276-32281" fmla="*/ 1491138 w 3024845"/>
                <a:gd name="connsiteY276-32282" fmla="*/ 685283 h 1059043"/>
                <a:gd name="connsiteX277-32283" fmla="*/ 1501778 w 3024845"/>
                <a:gd name="connsiteY277-32284" fmla="*/ 685283 h 1059043"/>
                <a:gd name="connsiteX278-32285" fmla="*/ 1501778 w 3024845"/>
                <a:gd name="connsiteY278-32286" fmla="*/ 672313 h 1059043"/>
                <a:gd name="connsiteX279-32287" fmla="*/ 1505832 w 3024845"/>
                <a:gd name="connsiteY279-32288" fmla="*/ 672313 h 1059043"/>
                <a:gd name="connsiteX280-32289" fmla="*/ 1505832 w 3024845"/>
                <a:gd name="connsiteY280-32290" fmla="*/ 685283 h 1059043"/>
                <a:gd name="connsiteX281-32291" fmla="*/ 1536232 w 3024845"/>
                <a:gd name="connsiteY281-32292" fmla="*/ 685283 h 1059043"/>
                <a:gd name="connsiteX282-32293" fmla="*/ 1536232 w 3024845"/>
                <a:gd name="connsiteY282-32294" fmla="*/ 655018 h 1059043"/>
                <a:gd name="connsiteX283-32295" fmla="*/ 1548392 w 3024845"/>
                <a:gd name="connsiteY283-32296" fmla="*/ 655018 h 1059043"/>
                <a:gd name="connsiteX284-32297" fmla="*/ 1560552 w 3024845"/>
                <a:gd name="connsiteY284-32298" fmla="*/ 652857 h 1059043"/>
                <a:gd name="connsiteX285-32299" fmla="*/ 1564606 w 3024845"/>
                <a:gd name="connsiteY285-32300" fmla="*/ 655018 h 1059043"/>
                <a:gd name="connsiteX286-32301" fmla="*/ 1574739 w 3024845"/>
                <a:gd name="connsiteY286-32302" fmla="*/ 655018 h 1059043"/>
                <a:gd name="connsiteX287-32303" fmla="*/ 1574739 w 3024845"/>
                <a:gd name="connsiteY287-32304" fmla="*/ 685283 h 1059043"/>
                <a:gd name="connsiteX288-32305" fmla="*/ 1582846 w 3024845"/>
                <a:gd name="connsiteY288-32306" fmla="*/ 685283 h 1059043"/>
                <a:gd name="connsiteX289-32307" fmla="*/ 1582846 w 3024845"/>
                <a:gd name="connsiteY289-32308" fmla="*/ 702578 h 1059043"/>
                <a:gd name="connsiteX290-32309" fmla="*/ 1592182 w 3024845"/>
                <a:gd name="connsiteY290-32310" fmla="*/ 703483 h 1059043"/>
                <a:gd name="connsiteX291-32311" fmla="*/ 1605140 w 3024845"/>
                <a:gd name="connsiteY291-32312" fmla="*/ 703483 h 1059043"/>
                <a:gd name="connsiteX292-32313" fmla="*/ 1605140 w 3024845"/>
                <a:gd name="connsiteY292-32314" fmla="*/ 687445 h 1059043"/>
                <a:gd name="connsiteX293-32315" fmla="*/ 1673096 w 3024845"/>
                <a:gd name="connsiteY293-32316" fmla="*/ 687445 h 1059043"/>
                <a:gd name="connsiteX294-32317" fmla="*/ 1673096 w 3024845"/>
                <a:gd name="connsiteY294-32318" fmla="*/ 602192 h 1059043"/>
                <a:gd name="connsiteX295-32319" fmla="*/ 1745104 w 3024845"/>
                <a:gd name="connsiteY295-32320" fmla="*/ 602192 h 1059043"/>
                <a:gd name="connsiteX296-32321" fmla="*/ 1745104 w 3024845"/>
                <a:gd name="connsiteY296-32322" fmla="*/ 680960 h 1059043"/>
                <a:gd name="connsiteX297-32323" fmla="*/ 1747008 w 3024845"/>
                <a:gd name="connsiteY297-32324" fmla="*/ 680960 h 1059043"/>
                <a:gd name="connsiteX298-32325" fmla="*/ 1748250 w 3024845"/>
                <a:gd name="connsiteY298-32326" fmla="*/ 703483 h 1059043"/>
                <a:gd name="connsiteX299-32327" fmla="*/ 1757926 w 3024845"/>
                <a:gd name="connsiteY299-32328" fmla="*/ 703483 h 1059043"/>
                <a:gd name="connsiteX300-32329" fmla="*/ 1759168 w 3024845"/>
                <a:gd name="connsiteY300-32330" fmla="*/ 680960 h 1059043"/>
                <a:gd name="connsiteX301-32331" fmla="*/ 1765248 w 3024845"/>
                <a:gd name="connsiteY301-32332" fmla="*/ 680960 h 1059043"/>
                <a:gd name="connsiteX302-32333" fmla="*/ 1766490 w 3024845"/>
                <a:gd name="connsiteY302-32334" fmla="*/ 703483 h 1059043"/>
                <a:gd name="connsiteX303-32335" fmla="*/ 1817112 w 3024845"/>
                <a:gd name="connsiteY303-32336" fmla="*/ 703483 h 1059043"/>
                <a:gd name="connsiteX304-32337" fmla="*/ 1817112 w 3024845"/>
                <a:gd name="connsiteY304-32338" fmla="*/ 540455 h 1059043"/>
                <a:gd name="connsiteX305-32339" fmla="*/ 2014439 w 3024845"/>
                <a:gd name="connsiteY305-32340" fmla="*/ 540455 h 1059043"/>
                <a:gd name="connsiteX306-32341" fmla="*/ 2014439 w 3024845"/>
                <a:gd name="connsiteY306-32342" fmla="*/ 703483 h 1059043"/>
                <a:gd name="connsiteX307-32343" fmla="*/ 2033136 w 3024845"/>
                <a:gd name="connsiteY307-32344" fmla="*/ 703483 h 1059043"/>
                <a:gd name="connsiteX308-32345" fmla="*/ 2033136 w 3024845"/>
                <a:gd name="connsiteY308-32346" fmla="*/ 620790 h 1059043"/>
                <a:gd name="connsiteX309-32347" fmla="*/ 2128256 w 3024845"/>
                <a:gd name="connsiteY309-32348" fmla="*/ 620790 h 1059043"/>
                <a:gd name="connsiteX310-32349" fmla="*/ 2146266 w 3024845"/>
                <a:gd name="connsiteY310-32350" fmla="*/ 131868 h 1059043"/>
                <a:gd name="connsiteX311-32351" fmla="*/ 2144240 w 3024845"/>
                <a:gd name="connsiteY311-32352" fmla="*/ 125383 h 1059043"/>
                <a:gd name="connsiteX312-32353" fmla="*/ 2150320 w 3024845"/>
                <a:gd name="connsiteY312-32354" fmla="*/ 60529 h 1059043"/>
                <a:gd name="connsiteX313-32355" fmla="*/ 2152346 w 3024845"/>
                <a:gd name="connsiteY313-32356" fmla="*/ 56206 h 1059043"/>
                <a:gd name="connsiteX314-32357" fmla="*/ 2152346 w 3024845"/>
                <a:gd name="connsiteY314-32358" fmla="*/ 0 h 1059043"/>
                <a:gd name="connsiteX315-32359" fmla="*/ 2180720 w 3024845"/>
                <a:gd name="connsiteY315-32360" fmla="*/ 555577 h 1059043"/>
                <a:gd name="connsiteX316-32361" fmla="*/ 2245574 w 3024845"/>
                <a:gd name="connsiteY316-32362" fmla="*/ 555577 h 1059043"/>
                <a:gd name="connsiteX317-32363" fmla="*/ 2245574 w 3024845"/>
                <a:gd name="connsiteY317-32364" fmla="*/ 631239 h 1059043"/>
                <a:gd name="connsiteX318-32365" fmla="*/ 2253681 w 3024845"/>
                <a:gd name="connsiteY318-32366" fmla="*/ 631239 h 1059043"/>
                <a:gd name="connsiteX319-32367" fmla="*/ 2255708 w 3024845"/>
                <a:gd name="connsiteY319-32368" fmla="*/ 624754 h 1059043"/>
                <a:gd name="connsiteX320-32369" fmla="*/ 2261788 w 3024845"/>
                <a:gd name="connsiteY320-32370" fmla="*/ 624754 h 1059043"/>
                <a:gd name="connsiteX321-32371" fmla="*/ 2263815 w 3024845"/>
                <a:gd name="connsiteY321-32372" fmla="*/ 633401 h 1059043"/>
                <a:gd name="connsiteX322-32373" fmla="*/ 2275975 w 3024845"/>
                <a:gd name="connsiteY322-32374" fmla="*/ 633401 h 1059043"/>
                <a:gd name="connsiteX323-32375" fmla="*/ 2275975 w 3024845"/>
                <a:gd name="connsiteY323-32376" fmla="*/ 626915 h 1059043"/>
                <a:gd name="connsiteX324-32377" fmla="*/ 2298268 w 3024845"/>
                <a:gd name="connsiteY324-32378" fmla="*/ 626915 h 1059043"/>
                <a:gd name="connsiteX325-32379" fmla="*/ 2298268 w 3024845"/>
                <a:gd name="connsiteY325-32380" fmla="*/ 633401 h 1059043"/>
                <a:gd name="connsiteX326-32381" fmla="*/ 2318535 w 3024845"/>
                <a:gd name="connsiteY326-32382" fmla="*/ 633401 h 1059043"/>
                <a:gd name="connsiteX327-32383" fmla="*/ 2318535 w 3024845"/>
                <a:gd name="connsiteY327-32384" fmla="*/ 678798 h 1059043"/>
                <a:gd name="connsiteX328-32385" fmla="*/ 2332722 w 3024845"/>
                <a:gd name="connsiteY328-32386" fmla="*/ 678798 h 1059043"/>
                <a:gd name="connsiteX329-32387" fmla="*/ 2332722 w 3024845"/>
                <a:gd name="connsiteY329-32388" fmla="*/ 665827 h 1059043"/>
                <a:gd name="connsiteX330-32389" fmla="*/ 2348936 w 3024845"/>
                <a:gd name="connsiteY330-32390" fmla="*/ 665827 h 1059043"/>
                <a:gd name="connsiteX331-32391" fmla="*/ 2348936 w 3024845"/>
                <a:gd name="connsiteY331-32392" fmla="*/ 486400 h 1059043"/>
                <a:gd name="connsiteX332-32393" fmla="*/ 2355016 w 3024845"/>
                <a:gd name="connsiteY332-32394" fmla="*/ 479914 h 1059043"/>
                <a:gd name="connsiteX333-32395" fmla="*/ 2427977 w 3024845"/>
                <a:gd name="connsiteY333-32396" fmla="*/ 479914 h 1059043"/>
                <a:gd name="connsiteX334-32397" fmla="*/ 2427977 w 3024845"/>
                <a:gd name="connsiteY334-32398" fmla="*/ 488562 h 1059043"/>
                <a:gd name="connsiteX335-32399" fmla="*/ 2438110 w 3024845"/>
                <a:gd name="connsiteY335-32400" fmla="*/ 488562 h 1059043"/>
                <a:gd name="connsiteX336-32401" fmla="*/ 2438110 w 3024845"/>
                <a:gd name="connsiteY336-32402" fmla="*/ 603136 h 1059043"/>
                <a:gd name="connsiteX337-32403" fmla="*/ 2460404 w 3024845"/>
                <a:gd name="connsiteY337-32404" fmla="*/ 603136 h 1059043"/>
                <a:gd name="connsiteX338-32405" fmla="*/ 2460404 w 3024845"/>
                <a:gd name="connsiteY338-32406" fmla="*/ 536121 h 1059043"/>
                <a:gd name="connsiteX339-32407" fmla="*/ 2486751 w 3024845"/>
                <a:gd name="connsiteY339-32408" fmla="*/ 536121 h 1059043"/>
                <a:gd name="connsiteX340-32409" fmla="*/ 2490804 w 3024845"/>
                <a:gd name="connsiteY340-32410" fmla="*/ 531797 h 1059043"/>
                <a:gd name="connsiteX341-32411" fmla="*/ 2498911 w 3024845"/>
                <a:gd name="connsiteY341-32412" fmla="*/ 531797 h 1059043"/>
                <a:gd name="connsiteX342-32413" fmla="*/ 2502964 w 3024845"/>
                <a:gd name="connsiteY342-32414" fmla="*/ 536121 h 1059043"/>
                <a:gd name="connsiteX343-32415" fmla="*/ 2525258 w 3024845"/>
                <a:gd name="connsiteY343-32416" fmla="*/ 536121 h 1059043"/>
                <a:gd name="connsiteX344-32417" fmla="*/ 2525258 w 3024845"/>
                <a:gd name="connsiteY344-32418" fmla="*/ 419385 h 1059043"/>
                <a:gd name="connsiteX345-32419" fmla="*/ 2582005 w 3024845"/>
                <a:gd name="connsiteY345-32420" fmla="*/ 408576 h 1059043"/>
                <a:gd name="connsiteX346-32421" fmla="*/ 2582005 w 3024845"/>
                <a:gd name="connsiteY346-32422" fmla="*/ 409657 h 1059043"/>
                <a:gd name="connsiteX347-32423" fmla="*/ 2582005 w 3024845"/>
                <a:gd name="connsiteY347-32424" fmla="*/ 417223 h 1059043"/>
                <a:gd name="connsiteX348-32425" fmla="*/ 2608352 w 3024845"/>
                <a:gd name="connsiteY348-32426" fmla="*/ 417223 h 1059043"/>
                <a:gd name="connsiteX349-32427" fmla="*/ 2608352 w 3024845"/>
                <a:gd name="connsiteY349-32428" fmla="*/ 672313 h 1059043"/>
                <a:gd name="connsiteX350-32429" fmla="*/ 2630646 w 3024845"/>
                <a:gd name="connsiteY350-32430" fmla="*/ 672313 h 1059043"/>
                <a:gd name="connsiteX351-32431" fmla="*/ 2630646 w 3024845"/>
                <a:gd name="connsiteY351-32432" fmla="*/ 667989 h 1059043"/>
                <a:gd name="connsiteX352-32433" fmla="*/ 2642806 w 3024845"/>
                <a:gd name="connsiteY352-32434" fmla="*/ 667989 h 1059043"/>
                <a:gd name="connsiteX353-32435" fmla="*/ 2642806 w 3024845"/>
                <a:gd name="connsiteY353-32436" fmla="*/ 672313 h 1059043"/>
                <a:gd name="connsiteX354-32437" fmla="*/ 2667126 w 3024845"/>
                <a:gd name="connsiteY354-32438" fmla="*/ 672313 h 1059043"/>
                <a:gd name="connsiteX355-32439" fmla="*/ 2667126 w 3024845"/>
                <a:gd name="connsiteY355-32440" fmla="*/ 659342 h 1059043"/>
                <a:gd name="connsiteX356-32441" fmla="*/ 2695500 w 3024845"/>
                <a:gd name="connsiteY356-32442" fmla="*/ 659342 h 1059043"/>
                <a:gd name="connsiteX357-32443" fmla="*/ 2707660 w 3024845"/>
                <a:gd name="connsiteY357-32444" fmla="*/ 655018 h 1059043"/>
                <a:gd name="connsiteX358-32445" fmla="*/ 2727927 w 3024845"/>
                <a:gd name="connsiteY358-32446" fmla="*/ 659342 h 1059043"/>
                <a:gd name="connsiteX359-32447" fmla="*/ 2727927 w 3024845"/>
                <a:gd name="connsiteY359-32448" fmla="*/ 642048 h 1059043"/>
                <a:gd name="connsiteX360-32449" fmla="*/ 2736034 w 3024845"/>
                <a:gd name="connsiteY360-32450" fmla="*/ 642048 h 1059043"/>
                <a:gd name="connsiteX361-32451" fmla="*/ 2736034 w 3024845"/>
                <a:gd name="connsiteY361-32452" fmla="*/ 629077 h 1059043"/>
                <a:gd name="connsiteX362-32453" fmla="*/ 2792781 w 3024845"/>
                <a:gd name="connsiteY362-32454" fmla="*/ 629077 h 1059043"/>
                <a:gd name="connsiteX363-32455" fmla="*/ 2792781 w 3024845"/>
                <a:gd name="connsiteY363-32456" fmla="*/ 598812 h 1059043"/>
                <a:gd name="connsiteX364-32457" fmla="*/ 2811021 w 3024845"/>
                <a:gd name="connsiteY364-32458" fmla="*/ 598812 h 1059043"/>
                <a:gd name="connsiteX365-32459" fmla="*/ 2811021 w 3024845"/>
                <a:gd name="connsiteY365-32460" fmla="*/ 592327 h 1059043"/>
                <a:gd name="connsiteX366-32461" fmla="*/ 2823181 w 3024845"/>
                <a:gd name="connsiteY366-32462" fmla="*/ 592327 h 1059043"/>
                <a:gd name="connsiteX367-32463" fmla="*/ 2823181 w 3024845"/>
                <a:gd name="connsiteY367-32464" fmla="*/ 598812 h 1059043"/>
                <a:gd name="connsiteX368-32465" fmla="*/ 2839395 w 3024845"/>
                <a:gd name="connsiteY368-32466" fmla="*/ 598812 h 1059043"/>
                <a:gd name="connsiteX369-32467" fmla="*/ 2839395 w 3024845"/>
                <a:gd name="connsiteY369-32468" fmla="*/ 648533 h 1059043"/>
                <a:gd name="connsiteX370-32469" fmla="*/ 2871822 w 3024845"/>
                <a:gd name="connsiteY370-32470" fmla="*/ 648533 h 1059043"/>
                <a:gd name="connsiteX371-32471" fmla="*/ 2871822 w 3024845"/>
                <a:gd name="connsiteY371-32472" fmla="*/ 622592 h 1059043"/>
                <a:gd name="connsiteX372-32473" fmla="*/ 2910329 w 3024845"/>
                <a:gd name="connsiteY372-32474" fmla="*/ 622592 h 1059043"/>
                <a:gd name="connsiteX373-32475" fmla="*/ 2910329 w 3024845"/>
                <a:gd name="connsiteY373-32476" fmla="*/ 592327 h 1059043"/>
                <a:gd name="connsiteX374-32477" fmla="*/ 2958970 w 3024845"/>
                <a:gd name="connsiteY374-32478" fmla="*/ 592327 h 1059043"/>
                <a:gd name="connsiteX375-32479" fmla="*/ 2958970 w 3024845"/>
                <a:gd name="connsiteY375-32480" fmla="*/ 703483 h 1059043"/>
                <a:gd name="connsiteX376-32481" fmla="*/ 2958970 w 3024845"/>
                <a:gd name="connsiteY376-32482" fmla="*/ 717262 h 1059043"/>
                <a:gd name="connsiteX377-32483" fmla="*/ 3024845 w 3024845"/>
                <a:gd name="connsiteY377-32484" fmla="*/ 717262 h 1059043"/>
                <a:gd name="connsiteX378-32485" fmla="*/ 3024845 w 3024845"/>
                <a:gd name="connsiteY378-32486" fmla="*/ 1059043 h 1059043"/>
                <a:gd name="connsiteX379-32487" fmla="*/ 2054 w 3024845"/>
                <a:gd name="connsiteY379-32488" fmla="*/ 1056710 h 1059043"/>
                <a:gd name="connsiteX380-32489" fmla="*/ 0 w 3024845"/>
                <a:gd name="connsiteY380-32490" fmla="*/ 622592 h 1059043"/>
                <a:gd name="connsiteX381-32491" fmla="*/ 20267 w 3024845"/>
                <a:gd name="connsiteY381-32492" fmla="*/ 622592 h 1059043"/>
                <a:gd name="connsiteX382-32493" fmla="*/ 20774 w 3024845"/>
                <a:gd name="connsiteY382-32494" fmla="*/ 621511 h 1059043"/>
                <a:gd name="connsiteX383-32495" fmla="*/ 24320 w 3024845"/>
                <a:gd name="connsiteY383-32496" fmla="*/ 613945 h 1059043"/>
                <a:gd name="connsiteX384-32497" fmla="*/ 26094 w 3024845"/>
                <a:gd name="connsiteY384-32498" fmla="*/ 614215 h 1059043"/>
                <a:gd name="connsiteX385-32499" fmla="*/ 38507 w 3024845"/>
                <a:gd name="connsiteY385-32500" fmla="*/ 616106 h 1059043"/>
                <a:gd name="connsiteX386-32501" fmla="*/ 39014 w 3024845"/>
                <a:gd name="connsiteY386-32502" fmla="*/ 617458 h 1059043"/>
                <a:gd name="connsiteX387-32503" fmla="*/ 42560 w 3024845"/>
                <a:gd name="connsiteY387-32504" fmla="*/ 626915 h 1059043"/>
                <a:gd name="connsiteX388-32505" fmla="*/ 68907 w 3024845"/>
                <a:gd name="connsiteY388-32506" fmla="*/ 629077 h 1059043"/>
                <a:gd name="connsiteX389-32507" fmla="*/ 68907 w 3024845"/>
                <a:gd name="connsiteY389-32508" fmla="*/ 505856 h 1059043"/>
                <a:gd name="connsiteX390-32509" fmla="*/ 70934 w 3024845"/>
                <a:gd name="connsiteY390-32510" fmla="*/ 505856 h 1059043"/>
                <a:gd name="connsiteX391-32511" fmla="*/ 85121 w 3024845"/>
                <a:gd name="connsiteY391-32512" fmla="*/ 505856 h 1059043"/>
                <a:gd name="connsiteX392-32513" fmla="*/ 85121 w 3024845"/>
                <a:gd name="connsiteY392-32514" fmla="*/ 369664 h 1059043"/>
                <a:gd name="connsiteX393-32515" fmla="*/ 86894 w 3024845"/>
                <a:gd name="connsiteY393-32516" fmla="*/ 369664 h 1059043"/>
                <a:gd name="connsiteX394-32517" fmla="*/ 99308 w 3024845"/>
                <a:gd name="connsiteY394-32518" fmla="*/ 369664 h 1059043"/>
                <a:gd name="connsiteX395-32519" fmla="*/ 99308 w 3024845"/>
                <a:gd name="connsiteY395-32520" fmla="*/ 255090 h 1059043"/>
                <a:gd name="connsiteX396-32521" fmla="*/ 103361 w 3024845"/>
                <a:gd name="connsiteY396-32522" fmla="*/ 226986 h 1059043"/>
                <a:gd name="connsiteX397-32523" fmla="*/ 105388 w 3024845"/>
                <a:gd name="connsiteY397-32524" fmla="*/ 226986 h 1059043"/>
                <a:gd name="connsiteX398-32525" fmla="*/ 119575 w 3024845"/>
                <a:gd name="connsiteY398-32526" fmla="*/ 226986 h 1059043"/>
                <a:gd name="connsiteX0-32527" fmla="*/ 119575 w 3024845"/>
                <a:gd name="connsiteY0-32528" fmla="*/ 226986 h 1059043"/>
                <a:gd name="connsiteX1-32529" fmla="*/ 200642 w 3024845"/>
                <a:gd name="connsiteY1-32530" fmla="*/ 224825 h 1059043"/>
                <a:gd name="connsiteX2-32531" fmla="*/ 202669 w 3024845"/>
                <a:gd name="connsiteY2-32532" fmla="*/ 224825 h 1059043"/>
                <a:gd name="connsiteX3-32533" fmla="*/ 216856 w 3024845"/>
                <a:gd name="connsiteY3-32534" fmla="*/ 224825 h 1059043"/>
                <a:gd name="connsiteX4-32535" fmla="*/ 216856 w 3024845"/>
                <a:gd name="connsiteY4-32536" fmla="*/ 248604 h 1059043"/>
                <a:gd name="connsiteX5-32537" fmla="*/ 217363 w 3024845"/>
                <a:gd name="connsiteY5-32538" fmla="*/ 249415 h 1059043"/>
                <a:gd name="connsiteX6-32539" fmla="*/ 220909 w 3024845"/>
                <a:gd name="connsiteY6-32540" fmla="*/ 255090 h 1059043"/>
                <a:gd name="connsiteX7-32541" fmla="*/ 220909 w 3024845"/>
                <a:gd name="connsiteY7-32542" fmla="*/ 369664 h 1059043"/>
                <a:gd name="connsiteX8-32543" fmla="*/ 223189 w 3024845"/>
                <a:gd name="connsiteY8-32544" fmla="*/ 369664 h 1059043"/>
                <a:gd name="connsiteX9-32545" fmla="*/ 239150 w 3024845"/>
                <a:gd name="connsiteY9-32546" fmla="*/ 369664 h 1059043"/>
                <a:gd name="connsiteX10-32547" fmla="*/ 239150 w 3024845"/>
                <a:gd name="connsiteY10-32548" fmla="*/ 510179 h 1059043"/>
                <a:gd name="connsiteX11-32549" fmla="*/ 240670 w 3024845"/>
                <a:gd name="connsiteY11-32550" fmla="*/ 509909 h 1059043"/>
                <a:gd name="connsiteX12-32551" fmla="*/ 251310 w 3024845"/>
                <a:gd name="connsiteY12-32552" fmla="*/ 508018 h 1059043"/>
                <a:gd name="connsiteX13-32553" fmla="*/ 249283 w 3024845"/>
                <a:gd name="connsiteY13-32554" fmla="*/ 596650 h 1059043"/>
                <a:gd name="connsiteX14-32555" fmla="*/ 250803 w 3024845"/>
                <a:gd name="connsiteY14-32556" fmla="*/ 596921 h 1059043"/>
                <a:gd name="connsiteX15-32557" fmla="*/ 261443 w 3024845"/>
                <a:gd name="connsiteY15-32558" fmla="*/ 598812 h 1059043"/>
                <a:gd name="connsiteX16-32559" fmla="*/ 261696 w 3024845"/>
                <a:gd name="connsiteY16-32560" fmla="*/ 599623 h 1059043"/>
                <a:gd name="connsiteX17-32561" fmla="*/ 263470 w 3024845"/>
                <a:gd name="connsiteY17-32562" fmla="*/ 605298 h 1059043"/>
                <a:gd name="connsiteX18-32563" fmla="*/ 264230 w 3024845"/>
                <a:gd name="connsiteY18-32564" fmla="*/ 602866 h 1059043"/>
                <a:gd name="connsiteX19-32565" fmla="*/ 269550 w 3024845"/>
                <a:gd name="connsiteY19-32566" fmla="*/ 585842 h 1059043"/>
                <a:gd name="connsiteX20-32567" fmla="*/ 271323 w 3024845"/>
                <a:gd name="connsiteY20-32568" fmla="*/ 585842 h 1059043"/>
                <a:gd name="connsiteX21-32569" fmla="*/ 283737 w 3024845"/>
                <a:gd name="connsiteY21-32570" fmla="*/ 585842 h 1059043"/>
                <a:gd name="connsiteX22-32571" fmla="*/ 283737 w 3024845"/>
                <a:gd name="connsiteY22-32572" fmla="*/ 618268 h 1059043"/>
                <a:gd name="connsiteX23-32573" fmla="*/ 284750 w 3024845"/>
                <a:gd name="connsiteY23-32574" fmla="*/ 618809 h 1059043"/>
                <a:gd name="connsiteX24-32575" fmla="*/ 291844 w 3024845"/>
                <a:gd name="connsiteY24-32576" fmla="*/ 622592 h 1059043"/>
                <a:gd name="connsiteX25-32577" fmla="*/ 291844 w 3024845"/>
                <a:gd name="connsiteY25-32578" fmla="*/ 623943 h 1059043"/>
                <a:gd name="connsiteX26-32579" fmla="*/ 291844 w 3024845"/>
                <a:gd name="connsiteY26-32580" fmla="*/ 633401 h 1059043"/>
                <a:gd name="connsiteX27-32581" fmla="*/ 336431 w 3024845"/>
                <a:gd name="connsiteY27-32582" fmla="*/ 633401 h 1059043"/>
                <a:gd name="connsiteX28-32583" fmla="*/ 336431 w 3024845"/>
                <a:gd name="connsiteY28-32584" fmla="*/ 634482 h 1059043"/>
                <a:gd name="connsiteX29-32585" fmla="*/ 336431 w 3024845"/>
                <a:gd name="connsiteY29-32586" fmla="*/ 642048 h 1059043"/>
                <a:gd name="connsiteX30-32587" fmla="*/ 338457 w 3024845"/>
                <a:gd name="connsiteY30-32588" fmla="*/ 642048 h 1059043"/>
                <a:gd name="connsiteX31-32589" fmla="*/ 352644 w 3024845"/>
                <a:gd name="connsiteY31-32590" fmla="*/ 642048 h 1059043"/>
                <a:gd name="connsiteX32-32591" fmla="*/ 352644 w 3024845"/>
                <a:gd name="connsiteY32-32592" fmla="*/ 611783 h 1059043"/>
                <a:gd name="connsiteX33-32593" fmla="*/ 397231 w 3024845"/>
                <a:gd name="connsiteY33-32594" fmla="*/ 611783 h 1059043"/>
                <a:gd name="connsiteX34-32595" fmla="*/ 397231 w 3024845"/>
                <a:gd name="connsiteY34-32596" fmla="*/ 610432 h 1059043"/>
                <a:gd name="connsiteX35-32597" fmla="*/ 397231 w 3024845"/>
                <a:gd name="connsiteY35-32598" fmla="*/ 600974 h 1059043"/>
                <a:gd name="connsiteX36-32599" fmla="*/ 398245 w 3024845"/>
                <a:gd name="connsiteY36-32600" fmla="*/ 600974 h 1059043"/>
                <a:gd name="connsiteX37-32601" fmla="*/ 405338 w 3024845"/>
                <a:gd name="connsiteY37-32602" fmla="*/ 600974 h 1059043"/>
                <a:gd name="connsiteX38-32603" fmla="*/ 405338 w 3024845"/>
                <a:gd name="connsiteY38-32604" fmla="*/ 599083 h 1059043"/>
                <a:gd name="connsiteX39-32605" fmla="*/ 405338 w 3024845"/>
                <a:gd name="connsiteY39-32606" fmla="*/ 585842 h 1059043"/>
                <a:gd name="connsiteX40-32607" fmla="*/ 406098 w 3024845"/>
                <a:gd name="connsiteY40-32608" fmla="*/ 585842 h 1059043"/>
                <a:gd name="connsiteX41-32609" fmla="*/ 411418 w 3024845"/>
                <a:gd name="connsiteY41-32610" fmla="*/ 585842 h 1059043"/>
                <a:gd name="connsiteX42-32611" fmla="*/ 411418 w 3024845"/>
                <a:gd name="connsiteY42-32612" fmla="*/ 584761 h 1059043"/>
                <a:gd name="connsiteX43-32613" fmla="*/ 411418 w 3024845"/>
                <a:gd name="connsiteY43-32614" fmla="*/ 577194 h 1059043"/>
                <a:gd name="connsiteX44-32615" fmla="*/ 413445 w 3024845"/>
                <a:gd name="connsiteY44-32616" fmla="*/ 577194 h 1059043"/>
                <a:gd name="connsiteX45-32617" fmla="*/ 427632 w 3024845"/>
                <a:gd name="connsiteY45-32618" fmla="*/ 577194 h 1059043"/>
                <a:gd name="connsiteX46-32619" fmla="*/ 427632 w 3024845"/>
                <a:gd name="connsiteY46-32620" fmla="*/ 578275 h 1059043"/>
                <a:gd name="connsiteX47-32621" fmla="*/ 427632 w 3024845"/>
                <a:gd name="connsiteY47-32622" fmla="*/ 585842 h 1059043"/>
                <a:gd name="connsiteX48-32623" fmla="*/ 449925 w 3024845"/>
                <a:gd name="connsiteY48-32624" fmla="*/ 585842 h 1059043"/>
                <a:gd name="connsiteX49-32625" fmla="*/ 449925 w 3024845"/>
                <a:gd name="connsiteY49-32626" fmla="*/ 583950 h 1059043"/>
                <a:gd name="connsiteX50-32627" fmla="*/ 449925 w 3024845"/>
                <a:gd name="connsiteY50-32628" fmla="*/ 570709 h 1059043"/>
                <a:gd name="connsiteX51-32629" fmla="*/ 451699 w 3024845"/>
                <a:gd name="connsiteY51-32630" fmla="*/ 570709 h 1059043"/>
                <a:gd name="connsiteX52-32631" fmla="*/ 464112 w 3024845"/>
                <a:gd name="connsiteY52-32632" fmla="*/ 570709 h 1059043"/>
                <a:gd name="connsiteX53-32633" fmla="*/ 464112 w 3024845"/>
                <a:gd name="connsiteY53-32634" fmla="*/ 594489 h 1059043"/>
                <a:gd name="connsiteX54-32635" fmla="*/ 465126 w 3024845"/>
                <a:gd name="connsiteY54-32636" fmla="*/ 594489 h 1059043"/>
                <a:gd name="connsiteX55-32637" fmla="*/ 472219 w 3024845"/>
                <a:gd name="connsiteY55-32638" fmla="*/ 594489 h 1059043"/>
                <a:gd name="connsiteX56-32639" fmla="*/ 472219 w 3024845"/>
                <a:gd name="connsiteY56-32640" fmla="*/ 593408 h 1059043"/>
                <a:gd name="connsiteX57-32641" fmla="*/ 472219 w 3024845"/>
                <a:gd name="connsiteY57-32642" fmla="*/ 585842 h 1059043"/>
                <a:gd name="connsiteX58-32643" fmla="*/ 473992 w 3024845"/>
                <a:gd name="connsiteY58-32644" fmla="*/ 585842 h 1059043"/>
                <a:gd name="connsiteX59-32645" fmla="*/ 486406 w 3024845"/>
                <a:gd name="connsiteY59-32646" fmla="*/ 585842 h 1059043"/>
                <a:gd name="connsiteX60-32647" fmla="*/ 486406 w 3024845"/>
                <a:gd name="connsiteY60-32648" fmla="*/ 611783 h 1059043"/>
                <a:gd name="connsiteX61-32649" fmla="*/ 488433 w 3024845"/>
                <a:gd name="connsiteY61-32650" fmla="*/ 611783 h 1059043"/>
                <a:gd name="connsiteX62-32651" fmla="*/ 502619 w 3024845"/>
                <a:gd name="connsiteY62-32652" fmla="*/ 611783 h 1059043"/>
                <a:gd name="connsiteX63-32653" fmla="*/ 502619 w 3024845"/>
                <a:gd name="connsiteY63-32654" fmla="*/ 613404 h 1059043"/>
                <a:gd name="connsiteX64-32655" fmla="*/ 502619 w 3024845"/>
                <a:gd name="connsiteY64-32656" fmla="*/ 624754 h 1059043"/>
                <a:gd name="connsiteX65-32657" fmla="*/ 503379 w 3024845"/>
                <a:gd name="connsiteY65-32658" fmla="*/ 624754 h 1059043"/>
                <a:gd name="connsiteX66-32659" fmla="*/ 508700 w 3024845"/>
                <a:gd name="connsiteY66-32660" fmla="*/ 624754 h 1059043"/>
                <a:gd name="connsiteX67-32661" fmla="*/ 508700 w 3024845"/>
                <a:gd name="connsiteY67-32662" fmla="*/ 623943 h 1059043"/>
                <a:gd name="connsiteX68-32663" fmla="*/ 508700 w 3024845"/>
                <a:gd name="connsiteY68-32664" fmla="*/ 618268 h 1059043"/>
                <a:gd name="connsiteX69-32665" fmla="*/ 539100 w 3024845"/>
                <a:gd name="connsiteY69-32666" fmla="*/ 618268 h 1059043"/>
                <a:gd name="connsiteX70-32667" fmla="*/ 539100 w 3024845"/>
                <a:gd name="connsiteY70-32668" fmla="*/ 642048 h 1059043"/>
                <a:gd name="connsiteX71-32669" fmla="*/ 540113 w 3024845"/>
                <a:gd name="connsiteY71-32670" fmla="*/ 642048 h 1059043"/>
                <a:gd name="connsiteX72-32671" fmla="*/ 547207 w 3024845"/>
                <a:gd name="connsiteY72-32672" fmla="*/ 642048 h 1059043"/>
                <a:gd name="connsiteX73-32673" fmla="*/ 547207 w 3024845"/>
                <a:gd name="connsiteY73-32674" fmla="*/ 643129 h 1059043"/>
                <a:gd name="connsiteX74-32675" fmla="*/ 547207 w 3024845"/>
                <a:gd name="connsiteY74-32676" fmla="*/ 650695 h 1059043"/>
                <a:gd name="connsiteX75-32677" fmla="*/ 547967 w 3024845"/>
                <a:gd name="connsiteY75-32678" fmla="*/ 650695 h 1059043"/>
                <a:gd name="connsiteX76-32679" fmla="*/ 553287 w 3024845"/>
                <a:gd name="connsiteY76-32680" fmla="*/ 650695 h 1059043"/>
                <a:gd name="connsiteX77-32681" fmla="*/ 553287 w 3024845"/>
                <a:gd name="connsiteY77-32682" fmla="*/ 648533 h 1059043"/>
                <a:gd name="connsiteX78-32683" fmla="*/ 553287 w 3024845"/>
                <a:gd name="connsiteY78-32684" fmla="*/ 633401 h 1059043"/>
                <a:gd name="connsiteX79-32685" fmla="*/ 554300 w 3024845"/>
                <a:gd name="connsiteY79-32686" fmla="*/ 633401 h 1059043"/>
                <a:gd name="connsiteX80-32687" fmla="*/ 561394 w 3024845"/>
                <a:gd name="connsiteY80-32688" fmla="*/ 633401 h 1059043"/>
                <a:gd name="connsiteX81-32689" fmla="*/ 561394 w 3024845"/>
                <a:gd name="connsiteY81-32690" fmla="*/ 634482 h 1059043"/>
                <a:gd name="connsiteX82-32691" fmla="*/ 561394 w 3024845"/>
                <a:gd name="connsiteY82-32692" fmla="*/ 642048 h 1059043"/>
                <a:gd name="connsiteX83-32693" fmla="*/ 566714 w 3024845"/>
                <a:gd name="connsiteY83-32694" fmla="*/ 640055 h 1059043"/>
                <a:gd name="connsiteX84-32695" fmla="*/ 567474 w 3024845"/>
                <a:gd name="connsiteY84-32696" fmla="*/ 639075 h 1059043"/>
                <a:gd name="connsiteX85-32697" fmla="*/ 567474 w 3024845"/>
                <a:gd name="connsiteY85-32698" fmla="*/ 633401 h 1059043"/>
                <a:gd name="connsiteX86-32699" fmla="*/ 605981 w 3024845"/>
                <a:gd name="connsiteY86-32700" fmla="*/ 633401 h 1059043"/>
                <a:gd name="connsiteX87-32701" fmla="*/ 605981 w 3024845"/>
                <a:gd name="connsiteY87-32702" fmla="*/ 657180 h 1059043"/>
                <a:gd name="connsiteX88-32703" fmla="*/ 608007 w 3024845"/>
                <a:gd name="connsiteY88-32704" fmla="*/ 657180 h 1059043"/>
                <a:gd name="connsiteX89-32705" fmla="*/ 622194 w 3024845"/>
                <a:gd name="connsiteY89-32706" fmla="*/ 657180 h 1059043"/>
                <a:gd name="connsiteX90-32707" fmla="*/ 622194 w 3024845"/>
                <a:gd name="connsiteY90-32708" fmla="*/ 658261 h 1059043"/>
                <a:gd name="connsiteX91-32709" fmla="*/ 622194 w 3024845"/>
                <a:gd name="connsiteY91-32710" fmla="*/ 665827 h 1059043"/>
                <a:gd name="connsiteX92-32711" fmla="*/ 623968 w 3024845"/>
                <a:gd name="connsiteY92-32712" fmla="*/ 665827 h 1059043"/>
                <a:gd name="connsiteX93-32713" fmla="*/ 636381 w 3024845"/>
                <a:gd name="connsiteY93-32714" fmla="*/ 665827 h 1059043"/>
                <a:gd name="connsiteX94-32715" fmla="*/ 636381 w 3024845"/>
                <a:gd name="connsiteY94-32716" fmla="*/ 642048 h 1059043"/>
                <a:gd name="connsiteX95-32717" fmla="*/ 637394 w 3024845"/>
                <a:gd name="connsiteY95-32718" fmla="*/ 642048 h 1059043"/>
                <a:gd name="connsiteX96-32719" fmla="*/ 644488 w 3024845"/>
                <a:gd name="connsiteY96-32720" fmla="*/ 642048 h 1059043"/>
                <a:gd name="connsiteX97-32721" fmla="*/ 644488 w 3024845"/>
                <a:gd name="connsiteY97-32722" fmla="*/ 609621 h 1059043"/>
                <a:gd name="connsiteX98-32723" fmla="*/ 645501 w 3024845"/>
                <a:gd name="connsiteY98-32724" fmla="*/ 609621 h 1059043"/>
                <a:gd name="connsiteX99-32725" fmla="*/ 652595 w 3024845"/>
                <a:gd name="connsiteY99-32726" fmla="*/ 609621 h 1059043"/>
                <a:gd name="connsiteX100-32727" fmla="*/ 652595 w 3024845"/>
                <a:gd name="connsiteY100-32728" fmla="*/ 607730 h 1059043"/>
                <a:gd name="connsiteX101-32729" fmla="*/ 652595 w 3024845"/>
                <a:gd name="connsiteY101-32730" fmla="*/ 594489 h 1059043"/>
                <a:gd name="connsiteX102-32731" fmla="*/ 651328 w 3024845"/>
                <a:gd name="connsiteY102-32732" fmla="*/ 592867 h 1059043"/>
                <a:gd name="connsiteX103-32733" fmla="*/ 656648 w 3024845"/>
                <a:gd name="connsiteY103-32734" fmla="*/ 581518 h 1059043"/>
                <a:gd name="connsiteX104-32735" fmla="*/ 664755 w 3024845"/>
                <a:gd name="connsiteY104-32736" fmla="*/ 609621 h 1059043"/>
                <a:gd name="connsiteX105-32737" fmla="*/ 665515 w 3024845"/>
                <a:gd name="connsiteY105-32738" fmla="*/ 609621 h 1059043"/>
                <a:gd name="connsiteX106-32739" fmla="*/ 670835 w 3024845"/>
                <a:gd name="connsiteY106-32740" fmla="*/ 609621 h 1059043"/>
                <a:gd name="connsiteX107-32741" fmla="*/ 670835 w 3024845"/>
                <a:gd name="connsiteY107-32742" fmla="*/ 503694 h 1059043"/>
                <a:gd name="connsiteX108-32743" fmla="*/ 672355 w 3024845"/>
                <a:gd name="connsiteY108-32744" fmla="*/ 503694 h 1059043"/>
                <a:gd name="connsiteX109-32745" fmla="*/ 682995 w 3024845"/>
                <a:gd name="connsiteY109-32746" fmla="*/ 503694 h 1059043"/>
                <a:gd name="connsiteX110-32747" fmla="*/ 682995 w 3024845"/>
                <a:gd name="connsiteY110-32748" fmla="*/ 456135 h 1059043"/>
                <a:gd name="connsiteX111-32749" fmla="*/ 709342 w 3024845"/>
                <a:gd name="connsiteY111-32750" fmla="*/ 456135 h 1059043"/>
                <a:gd name="connsiteX112-32751" fmla="*/ 709342 w 3024845"/>
                <a:gd name="connsiteY112-32752" fmla="*/ 434517 h 1059043"/>
                <a:gd name="connsiteX113-32753" fmla="*/ 743796 w 3024845"/>
                <a:gd name="connsiteY113-32754" fmla="*/ 434517 h 1059043"/>
                <a:gd name="connsiteX114-32755" fmla="*/ 743796 w 3024845"/>
                <a:gd name="connsiteY114-32756" fmla="*/ 436949 h 1059043"/>
                <a:gd name="connsiteX115-32757" fmla="*/ 743796 w 3024845"/>
                <a:gd name="connsiteY115-32758" fmla="*/ 453973 h 1059043"/>
                <a:gd name="connsiteX116-32759" fmla="*/ 746076 w 3024845"/>
                <a:gd name="connsiteY116-32760" fmla="*/ 453973 h 1059043"/>
                <a:gd name="connsiteX117-32761" fmla="*/ 762036 w 3024845"/>
                <a:gd name="connsiteY117-32762" fmla="*/ 453973 h 1059043"/>
                <a:gd name="connsiteX118-32763" fmla="*/ 762036 w 3024845"/>
                <a:gd name="connsiteY118-32764" fmla="*/ 501532 h 1059043"/>
                <a:gd name="connsiteX119-32765" fmla="*/ 763049 w 3024845"/>
                <a:gd name="connsiteY119-32766" fmla="*/ 501532 h 1059043"/>
                <a:gd name="connsiteX120-32767" fmla="*/ 770143 w 3024845"/>
                <a:gd name="connsiteY120-32768" fmla="*/ 501532 h 1059043"/>
                <a:gd name="connsiteX121-32769" fmla="*/ 784330 w 3024845"/>
                <a:gd name="connsiteY121-32770" fmla="*/ 505856 h 1059043"/>
                <a:gd name="connsiteX122-32771" fmla="*/ 784330 w 3024845"/>
                <a:gd name="connsiteY122-32772" fmla="*/ 544768 h 1059043"/>
                <a:gd name="connsiteX123-32773" fmla="*/ 785343 w 3024845"/>
                <a:gd name="connsiteY123-32774" fmla="*/ 544768 h 1059043"/>
                <a:gd name="connsiteX124-32775" fmla="*/ 792436 w 3024845"/>
                <a:gd name="connsiteY124-32776" fmla="*/ 544768 h 1059043"/>
                <a:gd name="connsiteX125-32777" fmla="*/ 792436 w 3024845"/>
                <a:gd name="connsiteY125-32778" fmla="*/ 546389 h 1059043"/>
                <a:gd name="connsiteX126-32779" fmla="*/ 792436 w 3024845"/>
                <a:gd name="connsiteY126-32780" fmla="*/ 557738 h 1059043"/>
                <a:gd name="connsiteX127-32781" fmla="*/ 794463 w 3024845"/>
                <a:gd name="connsiteY127-32782" fmla="*/ 557738 h 1059043"/>
                <a:gd name="connsiteX128-32783" fmla="*/ 808650 w 3024845"/>
                <a:gd name="connsiteY128-32784" fmla="*/ 557738 h 1059043"/>
                <a:gd name="connsiteX129-32785" fmla="*/ 814730 w 3024845"/>
                <a:gd name="connsiteY129-32786" fmla="*/ 564224 h 1059043"/>
                <a:gd name="connsiteX130-32787" fmla="*/ 814730 w 3024845"/>
                <a:gd name="connsiteY130-32788" fmla="*/ 585842 h 1059043"/>
                <a:gd name="connsiteX131-32789" fmla="*/ 817010 w 3024845"/>
                <a:gd name="connsiteY131-32790" fmla="*/ 585842 h 1059043"/>
                <a:gd name="connsiteX132-32791" fmla="*/ 832970 w 3024845"/>
                <a:gd name="connsiteY132-32792" fmla="*/ 585842 h 1059043"/>
                <a:gd name="connsiteX133-32793" fmla="*/ 832970 w 3024845"/>
                <a:gd name="connsiteY133-32794" fmla="*/ 586922 h 1059043"/>
                <a:gd name="connsiteX134-32795" fmla="*/ 832970 w 3024845"/>
                <a:gd name="connsiteY134-32796" fmla="*/ 594489 h 1059043"/>
                <a:gd name="connsiteX135-32797" fmla="*/ 834237 w 3024845"/>
                <a:gd name="connsiteY135-32798" fmla="*/ 594489 h 1059043"/>
                <a:gd name="connsiteX136-32799" fmla="*/ 843104 w 3024845"/>
                <a:gd name="connsiteY136-32800" fmla="*/ 594489 h 1059043"/>
                <a:gd name="connsiteX137-32801" fmla="*/ 843104 w 3024845"/>
                <a:gd name="connsiteY137-32802" fmla="*/ 596650 h 1059043"/>
                <a:gd name="connsiteX138-32803" fmla="*/ 843104 w 3024845"/>
                <a:gd name="connsiteY138-32804" fmla="*/ 611783 h 1059043"/>
                <a:gd name="connsiteX139-32805" fmla="*/ 847157 w 3024845"/>
                <a:gd name="connsiteY139-32806" fmla="*/ 609891 h 1059043"/>
                <a:gd name="connsiteX140-32807" fmla="*/ 847157 w 3024845"/>
                <a:gd name="connsiteY140-32808" fmla="*/ 596650 h 1059043"/>
                <a:gd name="connsiteX141-32809" fmla="*/ 848170 w 3024845"/>
                <a:gd name="connsiteY141-32810" fmla="*/ 596650 h 1059043"/>
                <a:gd name="connsiteX142-32811" fmla="*/ 855264 w 3024845"/>
                <a:gd name="connsiteY142-32812" fmla="*/ 596650 h 1059043"/>
                <a:gd name="connsiteX143-32813" fmla="*/ 855264 w 3024845"/>
                <a:gd name="connsiteY143-32814" fmla="*/ 598272 h 1059043"/>
                <a:gd name="connsiteX144-32815" fmla="*/ 855264 w 3024845"/>
                <a:gd name="connsiteY144-32816" fmla="*/ 609621 h 1059043"/>
                <a:gd name="connsiteX145-32817" fmla="*/ 856024 w 3024845"/>
                <a:gd name="connsiteY145-32818" fmla="*/ 609621 h 1059043"/>
                <a:gd name="connsiteX146-32819" fmla="*/ 861344 w 3024845"/>
                <a:gd name="connsiteY146-32820" fmla="*/ 609621 h 1059043"/>
                <a:gd name="connsiteX147-32821" fmla="*/ 909984 w 3024845"/>
                <a:gd name="connsiteY147-32822" fmla="*/ 605298 h 1059043"/>
                <a:gd name="connsiteX148-32823" fmla="*/ 909984 w 3024845"/>
                <a:gd name="connsiteY148-32824" fmla="*/ 606649 h 1059043"/>
                <a:gd name="connsiteX149-32825" fmla="*/ 909984 w 3024845"/>
                <a:gd name="connsiteY149-32826" fmla="*/ 616106 h 1059043"/>
                <a:gd name="connsiteX150-32827" fmla="*/ 910744 w 3024845"/>
                <a:gd name="connsiteY150-32828" fmla="*/ 616106 h 1059043"/>
                <a:gd name="connsiteX151-32829" fmla="*/ 916065 w 3024845"/>
                <a:gd name="connsiteY151-32830" fmla="*/ 616106 h 1059043"/>
                <a:gd name="connsiteX152-32831" fmla="*/ 916065 w 3024845"/>
                <a:gd name="connsiteY152-32832" fmla="*/ 618268 h 1059043"/>
                <a:gd name="connsiteX153-32833" fmla="*/ 916065 w 3024845"/>
                <a:gd name="connsiteY153-32834" fmla="*/ 633401 h 1059043"/>
                <a:gd name="connsiteX154-32835" fmla="*/ 918091 w 3024845"/>
                <a:gd name="connsiteY154-32836" fmla="*/ 632050 h 1059043"/>
                <a:gd name="connsiteX155-32837" fmla="*/ 932278 w 3024845"/>
                <a:gd name="connsiteY155-32838" fmla="*/ 622592 h 1059043"/>
                <a:gd name="connsiteX156-32839" fmla="*/ 938358 w 3024845"/>
                <a:gd name="connsiteY156-32840" fmla="*/ 581518 h 1059043"/>
                <a:gd name="connsiteX157-32841" fmla="*/ 939118 w 3024845"/>
                <a:gd name="connsiteY157-32842" fmla="*/ 581248 h 1059043"/>
                <a:gd name="connsiteX158-32843" fmla="*/ 944438 w 3024845"/>
                <a:gd name="connsiteY158-32844" fmla="*/ 579356 h 1059043"/>
                <a:gd name="connsiteX159-32845" fmla="*/ 946465 w 3024845"/>
                <a:gd name="connsiteY159-32846" fmla="*/ 510179 h 1059043"/>
                <a:gd name="connsiteX160-32847" fmla="*/ 948492 w 3024845"/>
                <a:gd name="connsiteY160-32848" fmla="*/ 579356 h 1059043"/>
                <a:gd name="connsiteX161-32849" fmla="*/ 949252 w 3024845"/>
                <a:gd name="connsiteY161-32850" fmla="*/ 579626 h 1059043"/>
                <a:gd name="connsiteX162-32851" fmla="*/ 954572 w 3024845"/>
                <a:gd name="connsiteY162-32852" fmla="*/ 581518 h 1059043"/>
                <a:gd name="connsiteX163-32853" fmla="*/ 954572 w 3024845"/>
                <a:gd name="connsiteY163-32854" fmla="*/ 495047 h 1059043"/>
                <a:gd name="connsiteX164-32855" fmla="*/ 958625 w 3024845"/>
                <a:gd name="connsiteY164-32856" fmla="*/ 462620 h 1059043"/>
                <a:gd name="connsiteX165-32857" fmla="*/ 997132 w 3024845"/>
                <a:gd name="connsiteY165-32858" fmla="*/ 462620 h 1059043"/>
                <a:gd name="connsiteX166-32859" fmla="*/ 997132 w 3024845"/>
                <a:gd name="connsiteY166-32860" fmla="*/ 495047 h 1059043"/>
                <a:gd name="connsiteX167-32861" fmla="*/ 997892 w 3024845"/>
                <a:gd name="connsiteY167-32862" fmla="*/ 495047 h 1059043"/>
                <a:gd name="connsiteX168-32863" fmla="*/ 1003212 w 3024845"/>
                <a:gd name="connsiteY168-32864" fmla="*/ 495047 h 1059043"/>
                <a:gd name="connsiteX169-32865" fmla="*/ 1003212 w 3024845"/>
                <a:gd name="connsiteY169-32866" fmla="*/ 412899 h 1059043"/>
                <a:gd name="connsiteX170-32867" fmla="*/ 1004986 w 3024845"/>
                <a:gd name="connsiteY170-32868" fmla="*/ 412899 h 1059043"/>
                <a:gd name="connsiteX171-32869" fmla="*/ 1017399 w 3024845"/>
                <a:gd name="connsiteY171-32870" fmla="*/ 412899 h 1059043"/>
                <a:gd name="connsiteX172-32871" fmla="*/ 1017399 w 3024845"/>
                <a:gd name="connsiteY172-32872" fmla="*/ 411008 h 1059043"/>
                <a:gd name="connsiteX173-32873" fmla="*/ 1017399 w 3024845"/>
                <a:gd name="connsiteY173-32874" fmla="*/ 397767 h 1059043"/>
                <a:gd name="connsiteX174-32875" fmla="*/ 1039693 w 3024845"/>
                <a:gd name="connsiteY174-32876" fmla="*/ 397767 h 1059043"/>
                <a:gd name="connsiteX175-32877" fmla="*/ 1039693 w 3024845"/>
                <a:gd name="connsiteY175-32878" fmla="*/ 396686 h 1059043"/>
                <a:gd name="connsiteX176-32879" fmla="*/ 1039693 w 3024845"/>
                <a:gd name="connsiteY176-32880" fmla="*/ 389120 h 1059043"/>
                <a:gd name="connsiteX177-32881" fmla="*/ 1041466 w 3024845"/>
                <a:gd name="connsiteY177-32882" fmla="*/ 389120 h 1059043"/>
                <a:gd name="connsiteX178-32883" fmla="*/ 1053880 w 3024845"/>
                <a:gd name="connsiteY178-32884" fmla="*/ 389120 h 1059043"/>
                <a:gd name="connsiteX179-32885" fmla="*/ 1053880 w 3024845"/>
                <a:gd name="connsiteY179-32886" fmla="*/ 390201 h 1059043"/>
                <a:gd name="connsiteX180-32887" fmla="*/ 1053880 w 3024845"/>
                <a:gd name="connsiteY180-32888" fmla="*/ 397767 h 1059043"/>
                <a:gd name="connsiteX181-32889" fmla="*/ 1054640 w 3024845"/>
                <a:gd name="connsiteY181-32890" fmla="*/ 397767 h 1059043"/>
                <a:gd name="connsiteX182-32891" fmla="*/ 1059960 w 3024845"/>
                <a:gd name="connsiteY182-32892" fmla="*/ 397767 h 1059043"/>
                <a:gd name="connsiteX183-32893" fmla="*/ 1070093 w 3024845"/>
                <a:gd name="connsiteY183-32894" fmla="*/ 393443 h 1059043"/>
                <a:gd name="connsiteX184-32895" fmla="*/ 1074146 w 3024845"/>
                <a:gd name="connsiteY184-32896" fmla="*/ 396686 h 1059043"/>
                <a:gd name="connsiteX185-32897" fmla="*/ 1074146 w 3024845"/>
                <a:gd name="connsiteY185-32898" fmla="*/ 389120 h 1059043"/>
                <a:gd name="connsiteX186-32899" fmla="*/ 1076426 w 3024845"/>
                <a:gd name="connsiteY186-32900" fmla="*/ 389120 h 1059043"/>
                <a:gd name="connsiteX187-32901" fmla="*/ 1092387 w 3024845"/>
                <a:gd name="connsiteY187-32902" fmla="*/ 389120 h 1059043"/>
                <a:gd name="connsiteX188-32903" fmla="*/ 1092387 w 3024845"/>
                <a:gd name="connsiteY188-32904" fmla="*/ 390201 h 1059043"/>
                <a:gd name="connsiteX189-32905" fmla="*/ 1092387 w 3024845"/>
                <a:gd name="connsiteY189-32906" fmla="*/ 397767 h 1059043"/>
                <a:gd name="connsiteX190-32907" fmla="*/ 1122787 w 3024845"/>
                <a:gd name="connsiteY190-32908" fmla="*/ 397767 h 1059043"/>
                <a:gd name="connsiteX191-32909" fmla="*/ 1122787 w 3024845"/>
                <a:gd name="connsiteY191-32910" fmla="*/ 399388 h 1059043"/>
                <a:gd name="connsiteX192-32911" fmla="*/ 1122787 w 3024845"/>
                <a:gd name="connsiteY192-32912" fmla="*/ 410738 h 1059043"/>
                <a:gd name="connsiteX193-32913" fmla="*/ 1149134 w 3024845"/>
                <a:gd name="connsiteY193-32914" fmla="*/ 410738 h 1059043"/>
                <a:gd name="connsiteX194-32915" fmla="*/ 1149134 w 3024845"/>
                <a:gd name="connsiteY194-32916" fmla="*/ 441002 h 1059043"/>
                <a:gd name="connsiteX195-32917" fmla="*/ 1149894 w 3024845"/>
                <a:gd name="connsiteY195-32918" fmla="*/ 441002 h 1059043"/>
                <a:gd name="connsiteX196-32919" fmla="*/ 1155214 w 3024845"/>
                <a:gd name="connsiteY196-32920" fmla="*/ 441002 h 1059043"/>
                <a:gd name="connsiteX197-32921" fmla="*/ 1155214 w 3024845"/>
                <a:gd name="connsiteY197-32922" fmla="*/ 442083 h 1059043"/>
                <a:gd name="connsiteX198-32923" fmla="*/ 1155214 w 3024845"/>
                <a:gd name="connsiteY198-32924" fmla="*/ 449650 h 1059043"/>
                <a:gd name="connsiteX199-32925" fmla="*/ 1159268 w 3024845"/>
                <a:gd name="connsiteY199-32926" fmla="*/ 479914 h 1059043"/>
                <a:gd name="connsiteX200-32927" fmla="*/ 1160028 w 3024845"/>
                <a:gd name="connsiteY200-32928" fmla="*/ 479914 h 1059043"/>
                <a:gd name="connsiteX201-32929" fmla="*/ 1165348 w 3024845"/>
                <a:gd name="connsiteY201-32930" fmla="*/ 479914 h 1059043"/>
                <a:gd name="connsiteX202-32931" fmla="*/ 1165348 w 3024845"/>
                <a:gd name="connsiteY202-32932" fmla="*/ 480725 h 1059043"/>
                <a:gd name="connsiteX203-32933" fmla="*/ 1165348 w 3024845"/>
                <a:gd name="connsiteY203-32934" fmla="*/ 486400 h 1059043"/>
                <a:gd name="connsiteX204-32935" fmla="*/ 1166361 w 3024845"/>
                <a:gd name="connsiteY204-32936" fmla="*/ 486400 h 1059043"/>
                <a:gd name="connsiteX205-32937" fmla="*/ 1173454 w 3024845"/>
                <a:gd name="connsiteY205-32938" fmla="*/ 486400 h 1059043"/>
                <a:gd name="connsiteX206-32939" fmla="*/ 1173454 w 3024845"/>
                <a:gd name="connsiteY206-32940" fmla="*/ 516665 h 1059043"/>
                <a:gd name="connsiteX207-32941" fmla="*/ 1175481 w 3024845"/>
                <a:gd name="connsiteY207-32942" fmla="*/ 516665 h 1059043"/>
                <a:gd name="connsiteX208-32943" fmla="*/ 1189668 w 3024845"/>
                <a:gd name="connsiteY208-32944" fmla="*/ 516665 h 1059043"/>
                <a:gd name="connsiteX209-32945" fmla="*/ 1189668 w 3024845"/>
                <a:gd name="connsiteY209-32946" fmla="*/ 540444 h 1059043"/>
                <a:gd name="connsiteX210-32947" fmla="*/ 1191695 w 3024845"/>
                <a:gd name="connsiteY210-32948" fmla="*/ 542065 h 1059043"/>
                <a:gd name="connsiteX211-32949" fmla="*/ 1191695 w 3024845"/>
                <a:gd name="connsiteY211-32950" fmla="*/ 553415 h 1059043"/>
                <a:gd name="connsiteX212-32951" fmla="*/ 1192455 w 3024845"/>
                <a:gd name="connsiteY212-32952" fmla="*/ 553415 h 1059043"/>
                <a:gd name="connsiteX213-32953" fmla="*/ 1197775 w 3024845"/>
                <a:gd name="connsiteY213-32954" fmla="*/ 553415 h 1059043"/>
                <a:gd name="connsiteX214-32955" fmla="*/ 1197775 w 3024845"/>
                <a:gd name="connsiteY214-32956" fmla="*/ 577194 h 1059043"/>
                <a:gd name="connsiteX215-32957" fmla="*/ 1199041 w 3024845"/>
                <a:gd name="connsiteY215-32958" fmla="*/ 577194 h 1059043"/>
                <a:gd name="connsiteX216-32959" fmla="*/ 1207908 w 3024845"/>
                <a:gd name="connsiteY216-32960" fmla="*/ 577194 h 1059043"/>
                <a:gd name="connsiteX217-32961" fmla="*/ 1209935 w 3024845"/>
                <a:gd name="connsiteY217-32962" fmla="*/ 581248 h 1059043"/>
                <a:gd name="connsiteX218-32963" fmla="*/ 1209935 w 3024845"/>
                <a:gd name="connsiteY218-32964" fmla="*/ 594489 h 1059043"/>
                <a:gd name="connsiteX219-32965" fmla="*/ 1211455 w 3024845"/>
                <a:gd name="connsiteY219-32966" fmla="*/ 592597 h 1059043"/>
                <a:gd name="connsiteX220-32967" fmla="*/ 1222095 w 3024845"/>
                <a:gd name="connsiteY220-32968" fmla="*/ 579356 h 1059043"/>
                <a:gd name="connsiteX221-32969" fmla="*/ 1250469 w 3024845"/>
                <a:gd name="connsiteY221-32970" fmla="*/ 579356 h 1059043"/>
                <a:gd name="connsiteX222-32971" fmla="*/ 1250469 w 3024845"/>
                <a:gd name="connsiteY222-32972" fmla="*/ 665827 h 1059043"/>
                <a:gd name="connsiteX223-32973" fmla="*/ 1251229 w 3024845"/>
                <a:gd name="connsiteY223-32974" fmla="*/ 665827 h 1059043"/>
                <a:gd name="connsiteX224-32975" fmla="*/ 1256549 w 3024845"/>
                <a:gd name="connsiteY224-32976" fmla="*/ 665827 h 1059043"/>
                <a:gd name="connsiteX225-32977" fmla="*/ 1257309 w 3024845"/>
                <a:gd name="connsiteY225-32978" fmla="*/ 664476 h 1059043"/>
                <a:gd name="connsiteX226-32979" fmla="*/ 1262629 w 3024845"/>
                <a:gd name="connsiteY226-32980" fmla="*/ 655018 h 1059043"/>
                <a:gd name="connsiteX227-32981" fmla="*/ 1262629 w 3024845"/>
                <a:gd name="connsiteY227-32982" fmla="*/ 656910 h 1059043"/>
                <a:gd name="connsiteX228-32983" fmla="*/ 1262629 w 3024845"/>
                <a:gd name="connsiteY228-32984" fmla="*/ 670151 h 1059043"/>
                <a:gd name="connsiteX229-32985" fmla="*/ 1266682 w 3024845"/>
                <a:gd name="connsiteY229-32986" fmla="*/ 624754 h 1059043"/>
                <a:gd name="connsiteX230-32987" fmla="*/ 1267442 w 3024845"/>
                <a:gd name="connsiteY230-32988" fmla="*/ 624754 h 1059043"/>
                <a:gd name="connsiteX231-32989" fmla="*/ 1272762 w 3024845"/>
                <a:gd name="connsiteY231-32990" fmla="*/ 624754 h 1059043"/>
                <a:gd name="connsiteX232-32991" fmla="*/ 1272762 w 3024845"/>
                <a:gd name="connsiteY232-32992" fmla="*/ 559900 h 1059043"/>
                <a:gd name="connsiteX233-32993" fmla="*/ 1273776 w 3024845"/>
                <a:gd name="connsiteY233-32994" fmla="*/ 559900 h 1059043"/>
                <a:gd name="connsiteX234-32995" fmla="*/ 1280869 w 3024845"/>
                <a:gd name="connsiteY234-32996" fmla="*/ 559900 h 1059043"/>
                <a:gd name="connsiteX235-32997" fmla="*/ 1293029 w 3024845"/>
                <a:gd name="connsiteY235-32998" fmla="*/ 516665 h 1059043"/>
                <a:gd name="connsiteX236-32999" fmla="*/ 1294296 w 3024845"/>
                <a:gd name="connsiteY236-33000" fmla="*/ 516665 h 1059043"/>
                <a:gd name="connsiteX237-33001" fmla="*/ 1303163 w 3024845"/>
                <a:gd name="connsiteY237-33002" fmla="*/ 516665 h 1059043"/>
                <a:gd name="connsiteX238-33003" fmla="*/ 1313296 w 3024845"/>
                <a:gd name="connsiteY238-33004" fmla="*/ 559900 h 1059043"/>
                <a:gd name="connsiteX239-33005" fmla="*/ 1314309 w 3024845"/>
                <a:gd name="connsiteY239-33006" fmla="*/ 559900 h 1059043"/>
                <a:gd name="connsiteX240-33007" fmla="*/ 1321403 w 3024845"/>
                <a:gd name="connsiteY240-33008" fmla="*/ 559900 h 1059043"/>
                <a:gd name="connsiteX241-33009" fmla="*/ 1321403 w 3024845"/>
                <a:gd name="connsiteY241-33010" fmla="*/ 598812 h 1059043"/>
                <a:gd name="connsiteX242-33011" fmla="*/ 1323176 w 3024845"/>
                <a:gd name="connsiteY242-33012" fmla="*/ 598812 h 1059043"/>
                <a:gd name="connsiteX243-33013" fmla="*/ 1335590 w 3024845"/>
                <a:gd name="connsiteY243-33014" fmla="*/ 598812 h 1059043"/>
                <a:gd name="connsiteX244-33015" fmla="*/ 1335590 w 3024845"/>
                <a:gd name="connsiteY244-33016" fmla="*/ 600974 h 1059043"/>
                <a:gd name="connsiteX245-33017" fmla="*/ 1335590 w 3024845"/>
                <a:gd name="connsiteY245-33018" fmla="*/ 616106 h 1059043"/>
                <a:gd name="connsiteX246-33019" fmla="*/ 1339643 w 3024845"/>
                <a:gd name="connsiteY246-33020" fmla="*/ 613945 h 1059043"/>
                <a:gd name="connsiteX247-33021" fmla="*/ 1339643 w 3024845"/>
                <a:gd name="connsiteY247-33022" fmla="*/ 598812 h 1059043"/>
                <a:gd name="connsiteX248-33023" fmla="*/ 1341163 w 3024845"/>
                <a:gd name="connsiteY248-33024" fmla="*/ 598812 h 1059043"/>
                <a:gd name="connsiteX249-33025" fmla="*/ 1351803 w 3024845"/>
                <a:gd name="connsiteY249-33026" fmla="*/ 598812 h 1059043"/>
                <a:gd name="connsiteX250-33027" fmla="*/ 1351803 w 3024845"/>
                <a:gd name="connsiteY250-33028" fmla="*/ 600433 h 1059043"/>
                <a:gd name="connsiteX251-33029" fmla="*/ 1351803 w 3024845"/>
                <a:gd name="connsiteY251-33030" fmla="*/ 611783 h 1059043"/>
                <a:gd name="connsiteX252-33031" fmla="*/ 1382204 w 3024845"/>
                <a:gd name="connsiteY252-33032" fmla="*/ 611783 h 1059043"/>
                <a:gd name="connsiteX253-33033" fmla="*/ 1382204 w 3024845"/>
                <a:gd name="connsiteY253-33034" fmla="*/ 575033 h 1059043"/>
                <a:gd name="connsiteX254-33035" fmla="*/ 1383470 w 3024845"/>
                <a:gd name="connsiteY254-33036" fmla="*/ 575033 h 1059043"/>
                <a:gd name="connsiteX255-33037" fmla="*/ 1392337 w 3024845"/>
                <a:gd name="connsiteY255-33038" fmla="*/ 575033 h 1059043"/>
                <a:gd name="connsiteX256-33039" fmla="*/ 1392337 w 3024845"/>
                <a:gd name="connsiteY256-33040" fmla="*/ 596650 h 1059043"/>
                <a:gd name="connsiteX257-33041" fmla="*/ 1394364 w 3024845"/>
                <a:gd name="connsiteY257-33042" fmla="*/ 564224 h 1059043"/>
                <a:gd name="connsiteX258-33043" fmla="*/ 1416657 w 3024845"/>
                <a:gd name="connsiteY258-33044" fmla="*/ 564224 h 1059043"/>
                <a:gd name="connsiteX259-33045" fmla="*/ 1416657 w 3024845"/>
                <a:gd name="connsiteY259-33046" fmla="*/ 562602 h 1059043"/>
                <a:gd name="connsiteX260-33047" fmla="*/ 1416657 w 3024845"/>
                <a:gd name="connsiteY260-33048" fmla="*/ 551253 h 1059043"/>
                <a:gd name="connsiteX261-33049" fmla="*/ 1417417 w 3024845"/>
                <a:gd name="connsiteY261-33050" fmla="*/ 551253 h 1059043"/>
                <a:gd name="connsiteX262-33051" fmla="*/ 1422737 w 3024845"/>
                <a:gd name="connsiteY262-33052" fmla="*/ 551253 h 1059043"/>
                <a:gd name="connsiteX263-33053" fmla="*/ 1422737 w 3024845"/>
                <a:gd name="connsiteY263-33054" fmla="*/ 549362 h 1059043"/>
                <a:gd name="connsiteX264-33055" fmla="*/ 1422737 w 3024845"/>
                <a:gd name="connsiteY264-33056" fmla="*/ 536121 h 1059043"/>
                <a:gd name="connsiteX265-33057" fmla="*/ 1426791 w 3024845"/>
                <a:gd name="connsiteY265-33058" fmla="*/ 542606 h 1059043"/>
                <a:gd name="connsiteX266-33059" fmla="*/ 1429071 w 3024845"/>
                <a:gd name="connsiteY266-33060" fmla="*/ 542606 h 1059043"/>
                <a:gd name="connsiteX267-33061" fmla="*/ 1445031 w 3024845"/>
                <a:gd name="connsiteY267-33062" fmla="*/ 542606 h 1059043"/>
                <a:gd name="connsiteX268-33063" fmla="*/ 1445031 w 3024845"/>
                <a:gd name="connsiteY268-33064" fmla="*/ 541795 h 1059043"/>
                <a:gd name="connsiteX269-33065" fmla="*/ 1445031 w 3024845"/>
                <a:gd name="connsiteY269-33066" fmla="*/ 536121 h 1059043"/>
                <a:gd name="connsiteX270-33067" fmla="*/ 1445791 w 3024845"/>
                <a:gd name="connsiteY270-33068" fmla="*/ 536121 h 1059043"/>
                <a:gd name="connsiteX271-33069" fmla="*/ 1451111 w 3024845"/>
                <a:gd name="connsiteY271-33070" fmla="*/ 536121 h 1059043"/>
                <a:gd name="connsiteX272-33071" fmla="*/ 1451111 w 3024845"/>
                <a:gd name="connsiteY272-33072" fmla="*/ 537472 h 1059043"/>
                <a:gd name="connsiteX273-33073" fmla="*/ 1451111 w 3024845"/>
                <a:gd name="connsiteY273-33074" fmla="*/ 546930 h 1059043"/>
                <a:gd name="connsiteX274-33075" fmla="*/ 1489618 w 3024845"/>
                <a:gd name="connsiteY274-33076" fmla="*/ 546930 h 1059043"/>
                <a:gd name="connsiteX275-33077" fmla="*/ 1489618 w 3024845"/>
                <a:gd name="connsiteY275-33078" fmla="*/ 685283 h 1059043"/>
                <a:gd name="connsiteX276-33079" fmla="*/ 1491138 w 3024845"/>
                <a:gd name="connsiteY276-33080" fmla="*/ 685283 h 1059043"/>
                <a:gd name="connsiteX277-33081" fmla="*/ 1501778 w 3024845"/>
                <a:gd name="connsiteY277-33082" fmla="*/ 685283 h 1059043"/>
                <a:gd name="connsiteX278-33083" fmla="*/ 1501778 w 3024845"/>
                <a:gd name="connsiteY278-33084" fmla="*/ 672313 h 1059043"/>
                <a:gd name="connsiteX279-33085" fmla="*/ 1505832 w 3024845"/>
                <a:gd name="connsiteY279-33086" fmla="*/ 672313 h 1059043"/>
                <a:gd name="connsiteX280-33087" fmla="*/ 1505832 w 3024845"/>
                <a:gd name="connsiteY280-33088" fmla="*/ 685283 h 1059043"/>
                <a:gd name="connsiteX281-33089" fmla="*/ 1536232 w 3024845"/>
                <a:gd name="connsiteY281-33090" fmla="*/ 685283 h 1059043"/>
                <a:gd name="connsiteX282-33091" fmla="*/ 1536232 w 3024845"/>
                <a:gd name="connsiteY282-33092" fmla="*/ 655018 h 1059043"/>
                <a:gd name="connsiteX283-33093" fmla="*/ 1548392 w 3024845"/>
                <a:gd name="connsiteY283-33094" fmla="*/ 655018 h 1059043"/>
                <a:gd name="connsiteX284-33095" fmla="*/ 1560552 w 3024845"/>
                <a:gd name="connsiteY284-33096" fmla="*/ 652857 h 1059043"/>
                <a:gd name="connsiteX285-33097" fmla="*/ 1564606 w 3024845"/>
                <a:gd name="connsiteY285-33098" fmla="*/ 655018 h 1059043"/>
                <a:gd name="connsiteX286-33099" fmla="*/ 1574739 w 3024845"/>
                <a:gd name="connsiteY286-33100" fmla="*/ 655018 h 1059043"/>
                <a:gd name="connsiteX287-33101" fmla="*/ 1574739 w 3024845"/>
                <a:gd name="connsiteY287-33102" fmla="*/ 685283 h 1059043"/>
                <a:gd name="connsiteX288-33103" fmla="*/ 1582846 w 3024845"/>
                <a:gd name="connsiteY288-33104" fmla="*/ 685283 h 1059043"/>
                <a:gd name="connsiteX289-33105" fmla="*/ 1582846 w 3024845"/>
                <a:gd name="connsiteY289-33106" fmla="*/ 702578 h 1059043"/>
                <a:gd name="connsiteX290-33107" fmla="*/ 1592182 w 3024845"/>
                <a:gd name="connsiteY290-33108" fmla="*/ 703483 h 1059043"/>
                <a:gd name="connsiteX291-33109" fmla="*/ 1605140 w 3024845"/>
                <a:gd name="connsiteY291-33110" fmla="*/ 703483 h 1059043"/>
                <a:gd name="connsiteX292-33111" fmla="*/ 1605140 w 3024845"/>
                <a:gd name="connsiteY292-33112" fmla="*/ 687445 h 1059043"/>
                <a:gd name="connsiteX293-33113" fmla="*/ 1673096 w 3024845"/>
                <a:gd name="connsiteY293-33114" fmla="*/ 687445 h 1059043"/>
                <a:gd name="connsiteX294-33115" fmla="*/ 1673096 w 3024845"/>
                <a:gd name="connsiteY294-33116" fmla="*/ 602192 h 1059043"/>
                <a:gd name="connsiteX295-33117" fmla="*/ 1745104 w 3024845"/>
                <a:gd name="connsiteY295-33118" fmla="*/ 602192 h 1059043"/>
                <a:gd name="connsiteX296-33119" fmla="*/ 1745104 w 3024845"/>
                <a:gd name="connsiteY296-33120" fmla="*/ 680960 h 1059043"/>
                <a:gd name="connsiteX297-33121" fmla="*/ 1747008 w 3024845"/>
                <a:gd name="connsiteY297-33122" fmla="*/ 680960 h 1059043"/>
                <a:gd name="connsiteX298-33123" fmla="*/ 1748250 w 3024845"/>
                <a:gd name="connsiteY298-33124" fmla="*/ 703483 h 1059043"/>
                <a:gd name="connsiteX299-33125" fmla="*/ 1757926 w 3024845"/>
                <a:gd name="connsiteY299-33126" fmla="*/ 703483 h 1059043"/>
                <a:gd name="connsiteX300-33127" fmla="*/ 1759168 w 3024845"/>
                <a:gd name="connsiteY300-33128" fmla="*/ 680960 h 1059043"/>
                <a:gd name="connsiteX301-33129" fmla="*/ 1765248 w 3024845"/>
                <a:gd name="connsiteY301-33130" fmla="*/ 680960 h 1059043"/>
                <a:gd name="connsiteX302-33131" fmla="*/ 1766490 w 3024845"/>
                <a:gd name="connsiteY302-33132" fmla="*/ 703483 h 1059043"/>
                <a:gd name="connsiteX303-33133" fmla="*/ 1817112 w 3024845"/>
                <a:gd name="connsiteY303-33134" fmla="*/ 703483 h 1059043"/>
                <a:gd name="connsiteX304-33135" fmla="*/ 1817112 w 3024845"/>
                <a:gd name="connsiteY304-33136" fmla="*/ 540455 h 1059043"/>
                <a:gd name="connsiteX305-33137" fmla="*/ 2014439 w 3024845"/>
                <a:gd name="connsiteY305-33138" fmla="*/ 540455 h 1059043"/>
                <a:gd name="connsiteX306-33139" fmla="*/ 2014439 w 3024845"/>
                <a:gd name="connsiteY306-33140" fmla="*/ 703483 h 1059043"/>
                <a:gd name="connsiteX307-33141" fmla="*/ 2033136 w 3024845"/>
                <a:gd name="connsiteY307-33142" fmla="*/ 703483 h 1059043"/>
                <a:gd name="connsiteX308-33143" fmla="*/ 2033136 w 3024845"/>
                <a:gd name="connsiteY308-33144" fmla="*/ 620790 h 1059043"/>
                <a:gd name="connsiteX309-33145" fmla="*/ 2128256 w 3024845"/>
                <a:gd name="connsiteY309-33146" fmla="*/ 620790 h 1059043"/>
                <a:gd name="connsiteX310-33147" fmla="*/ 2146266 w 3024845"/>
                <a:gd name="connsiteY310-33148" fmla="*/ 131868 h 1059043"/>
                <a:gd name="connsiteX311-33149" fmla="*/ 2150320 w 3024845"/>
                <a:gd name="connsiteY311-33150" fmla="*/ 60529 h 1059043"/>
                <a:gd name="connsiteX312-33151" fmla="*/ 2152346 w 3024845"/>
                <a:gd name="connsiteY312-33152" fmla="*/ 56206 h 1059043"/>
                <a:gd name="connsiteX313-33153" fmla="*/ 2152346 w 3024845"/>
                <a:gd name="connsiteY313-33154" fmla="*/ 0 h 1059043"/>
                <a:gd name="connsiteX314-33155" fmla="*/ 2180720 w 3024845"/>
                <a:gd name="connsiteY314-33156" fmla="*/ 555577 h 1059043"/>
                <a:gd name="connsiteX315-33157" fmla="*/ 2245574 w 3024845"/>
                <a:gd name="connsiteY315-33158" fmla="*/ 555577 h 1059043"/>
                <a:gd name="connsiteX316-33159" fmla="*/ 2245574 w 3024845"/>
                <a:gd name="connsiteY316-33160" fmla="*/ 631239 h 1059043"/>
                <a:gd name="connsiteX317-33161" fmla="*/ 2253681 w 3024845"/>
                <a:gd name="connsiteY317-33162" fmla="*/ 631239 h 1059043"/>
                <a:gd name="connsiteX318-33163" fmla="*/ 2255708 w 3024845"/>
                <a:gd name="connsiteY318-33164" fmla="*/ 624754 h 1059043"/>
                <a:gd name="connsiteX319-33165" fmla="*/ 2261788 w 3024845"/>
                <a:gd name="connsiteY319-33166" fmla="*/ 624754 h 1059043"/>
                <a:gd name="connsiteX320-33167" fmla="*/ 2263815 w 3024845"/>
                <a:gd name="connsiteY320-33168" fmla="*/ 633401 h 1059043"/>
                <a:gd name="connsiteX321-33169" fmla="*/ 2275975 w 3024845"/>
                <a:gd name="connsiteY321-33170" fmla="*/ 633401 h 1059043"/>
                <a:gd name="connsiteX322-33171" fmla="*/ 2275975 w 3024845"/>
                <a:gd name="connsiteY322-33172" fmla="*/ 626915 h 1059043"/>
                <a:gd name="connsiteX323-33173" fmla="*/ 2298268 w 3024845"/>
                <a:gd name="connsiteY323-33174" fmla="*/ 626915 h 1059043"/>
                <a:gd name="connsiteX324-33175" fmla="*/ 2298268 w 3024845"/>
                <a:gd name="connsiteY324-33176" fmla="*/ 633401 h 1059043"/>
                <a:gd name="connsiteX325-33177" fmla="*/ 2318535 w 3024845"/>
                <a:gd name="connsiteY325-33178" fmla="*/ 633401 h 1059043"/>
                <a:gd name="connsiteX326-33179" fmla="*/ 2318535 w 3024845"/>
                <a:gd name="connsiteY326-33180" fmla="*/ 678798 h 1059043"/>
                <a:gd name="connsiteX327-33181" fmla="*/ 2332722 w 3024845"/>
                <a:gd name="connsiteY327-33182" fmla="*/ 678798 h 1059043"/>
                <a:gd name="connsiteX328-33183" fmla="*/ 2332722 w 3024845"/>
                <a:gd name="connsiteY328-33184" fmla="*/ 665827 h 1059043"/>
                <a:gd name="connsiteX329-33185" fmla="*/ 2348936 w 3024845"/>
                <a:gd name="connsiteY329-33186" fmla="*/ 665827 h 1059043"/>
                <a:gd name="connsiteX330-33187" fmla="*/ 2348936 w 3024845"/>
                <a:gd name="connsiteY330-33188" fmla="*/ 486400 h 1059043"/>
                <a:gd name="connsiteX331-33189" fmla="*/ 2355016 w 3024845"/>
                <a:gd name="connsiteY331-33190" fmla="*/ 479914 h 1059043"/>
                <a:gd name="connsiteX332-33191" fmla="*/ 2427977 w 3024845"/>
                <a:gd name="connsiteY332-33192" fmla="*/ 479914 h 1059043"/>
                <a:gd name="connsiteX333-33193" fmla="*/ 2427977 w 3024845"/>
                <a:gd name="connsiteY333-33194" fmla="*/ 488562 h 1059043"/>
                <a:gd name="connsiteX334-33195" fmla="*/ 2438110 w 3024845"/>
                <a:gd name="connsiteY334-33196" fmla="*/ 488562 h 1059043"/>
                <a:gd name="connsiteX335-33197" fmla="*/ 2438110 w 3024845"/>
                <a:gd name="connsiteY335-33198" fmla="*/ 603136 h 1059043"/>
                <a:gd name="connsiteX336-33199" fmla="*/ 2460404 w 3024845"/>
                <a:gd name="connsiteY336-33200" fmla="*/ 603136 h 1059043"/>
                <a:gd name="connsiteX337-33201" fmla="*/ 2460404 w 3024845"/>
                <a:gd name="connsiteY337-33202" fmla="*/ 536121 h 1059043"/>
                <a:gd name="connsiteX338-33203" fmla="*/ 2486751 w 3024845"/>
                <a:gd name="connsiteY338-33204" fmla="*/ 536121 h 1059043"/>
                <a:gd name="connsiteX339-33205" fmla="*/ 2490804 w 3024845"/>
                <a:gd name="connsiteY339-33206" fmla="*/ 531797 h 1059043"/>
                <a:gd name="connsiteX340-33207" fmla="*/ 2498911 w 3024845"/>
                <a:gd name="connsiteY340-33208" fmla="*/ 531797 h 1059043"/>
                <a:gd name="connsiteX341-33209" fmla="*/ 2502964 w 3024845"/>
                <a:gd name="connsiteY341-33210" fmla="*/ 536121 h 1059043"/>
                <a:gd name="connsiteX342-33211" fmla="*/ 2525258 w 3024845"/>
                <a:gd name="connsiteY342-33212" fmla="*/ 536121 h 1059043"/>
                <a:gd name="connsiteX343-33213" fmla="*/ 2525258 w 3024845"/>
                <a:gd name="connsiteY343-33214" fmla="*/ 419385 h 1059043"/>
                <a:gd name="connsiteX344-33215" fmla="*/ 2582005 w 3024845"/>
                <a:gd name="connsiteY344-33216" fmla="*/ 408576 h 1059043"/>
                <a:gd name="connsiteX345-33217" fmla="*/ 2582005 w 3024845"/>
                <a:gd name="connsiteY345-33218" fmla="*/ 409657 h 1059043"/>
                <a:gd name="connsiteX346-33219" fmla="*/ 2582005 w 3024845"/>
                <a:gd name="connsiteY346-33220" fmla="*/ 417223 h 1059043"/>
                <a:gd name="connsiteX347-33221" fmla="*/ 2608352 w 3024845"/>
                <a:gd name="connsiteY347-33222" fmla="*/ 417223 h 1059043"/>
                <a:gd name="connsiteX348-33223" fmla="*/ 2608352 w 3024845"/>
                <a:gd name="connsiteY348-33224" fmla="*/ 672313 h 1059043"/>
                <a:gd name="connsiteX349-33225" fmla="*/ 2630646 w 3024845"/>
                <a:gd name="connsiteY349-33226" fmla="*/ 672313 h 1059043"/>
                <a:gd name="connsiteX350-33227" fmla="*/ 2630646 w 3024845"/>
                <a:gd name="connsiteY350-33228" fmla="*/ 667989 h 1059043"/>
                <a:gd name="connsiteX351-33229" fmla="*/ 2642806 w 3024845"/>
                <a:gd name="connsiteY351-33230" fmla="*/ 667989 h 1059043"/>
                <a:gd name="connsiteX352-33231" fmla="*/ 2642806 w 3024845"/>
                <a:gd name="connsiteY352-33232" fmla="*/ 672313 h 1059043"/>
                <a:gd name="connsiteX353-33233" fmla="*/ 2667126 w 3024845"/>
                <a:gd name="connsiteY353-33234" fmla="*/ 672313 h 1059043"/>
                <a:gd name="connsiteX354-33235" fmla="*/ 2667126 w 3024845"/>
                <a:gd name="connsiteY354-33236" fmla="*/ 659342 h 1059043"/>
                <a:gd name="connsiteX355-33237" fmla="*/ 2695500 w 3024845"/>
                <a:gd name="connsiteY355-33238" fmla="*/ 659342 h 1059043"/>
                <a:gd name="connsiteX356-33239" fmla="*/ 2707660 w 3024845"/>
                <a:gd name="connsiteY356-33240" fmla="*/ 655018 h 1059043"/>
                <a:gd name="connsiteX357-33241" fmla="*/ 2727927 w 3024845"/>
                <a:gd name="connsiteY357-33242" fmla="*/ 659342 h 1059043"/>
                <a:gd name="connsiteX358-33243" fmla="*/ 2727927 w 3024845"/>
                <a:gd name="connsiteY358-33244" fmla="*/ 642048 h 1059043"/>
                <a:gd name="connsiteX359-33245" fmla="*/ 2736034 w 3024845"/>
                <a:gd name="connsiteY359-33246" fmla="*/ 642048 h 1059043"/>
                <a:gd name="connsiteX360-33247" fmla="*/ 2736034 w 3024845"/>
                <a:gd name="connsiteY360-33248" fmla="*/ 629077 h 1059043"/>
                <a:gd name="connsiteX361-33249" fmla="*/ 2792781 w 3024845"/>
                <a:gd name="connsiteY361-33250" fmla="*/ 629077 h 1059043"/>
                <a:gd name="connsiteX362-33251" fmla="*/ 2792781 w 3024845"/>
                <a:gd name="connsiteY362-33252" fmla="*/ 598812 h 1059043"/>
                <a:gd name="connsiteX363-33253" fmla="*/ 2811021 w 3024845"/>
                <a:gd name="connsiteY363-33254" fmla="*/ 598812 h 1059043"/>
                <a:gd name="connsiteX364-33255" fmla="*/ 2811021 w 3024845"/>
                <a:gd name="connsiteY364-33256" fmla="*/ 592327 h 1059043"/>
                <a:gd name="connsiteX365-33257" fmla="*/ 2823181 w 3024845"/>
                <a:gd name="connsiteY365-33258" fmla="*/ 592327 h 1059043"/>
                <a:gd name="connsiteX366-33259" fmla="*/ 2823181 w 3024845"/>
                <a:gd name="connsiteY366-33260" fmla="*/ 598812 h 1059043"/>
                <a:gd name="connsiteX367-33261" fmla="*/ 2839395 w 3024845"/>
                <a:gd name="connsiteY367-33262" fmla="*/ 598812 h 1059043"/>
                <a:gd name="connsiteX368-33263" fmla="*/ 2839395 w 3024845"/>
                <a:gd name="connsiteY368-33264" fmla="*/ 648533 h 1059043"/>
                <a:gd name="connsiteX369-33265" fmla="*/ 2871822 w 3024845"/>
                <a:gd name="connsiteY369-33266" fmla="*/ 648533 h 1059043"/>
                <a:gd name="connsiteX370-33267" fmla="*/ 2871822 w 3024845"/>
                <a:gd name="connsiteY370-33268" fmla="*/ 622592 h 1059043"/>
                <a:gd name="connsiteX371-33269" fmla="*/ 2910329 w 3024845"/>
                <a:gd name="connsiteY371-33270" fmla="*/ 622592 h 1059043"/>
                <a:gd name="connsiteX372-33271" fmla="*/ 2910329 w 3024845"/>
                <a:gd name="connsiteY372-33272" fmla="*/ 592327 h 1059043"/>
                <a:gd name="connsiteX373-33273" fmla="*/ 2958970 w 3024845"/>
                <a:gd name="connsiteY373-33274" fmla="*/ 592327 h 1059043"/>
                <a:gd name="connsiteX374-33275" fmla="*/ 2958970 w 3024845"/>
                <a:gd name="connsiteY374-33276" fmla="*/ 703483 h 1059043"/>
                <a:gd name="connsiteX375-33277" fmla="*/ 2958970 w 3024845"/>
                <a:gd name="connsiteY375-33278" fmla="*/ 717262 h 1059043"/>
                <a:gd name="connsiteX376-33279" fmla="*/ 3024845 w 3024845"/>
                <a:gd name="connsiteY376-33280" fmla="*/ 717262 h 1059043"/>
                <a:gd name="connsiteX377-33281" fmla="*/ 3024845 w 3024845"/>
                <a:gd name="connsiteY377-33282" fmla="*/ 1059043 h 1059043"/>
                <a:gd name="connsiteX378-33283" fmla="*/ 2054 w 3024845"/>
                <a:gd name="connsiteY378-33284" fmla="*/ 1056710 h 1059043"/>
                <a:gd name="connsiteX379-33285" fmla="*/ 0 w 3024845"/>
                <a:gd name="connsiteY379-33286" fmla="*/ 622592 h 1059043"/>
                <a:gd name="connsiteX380-33287" fmla="*/ 20267 w 3024845"/>
                <a:gd name="connsiteY380-33288" fmla="*/ 622592 h 1059043"/>
                <a:gd name="connsiteX381-33289" fmla="*/ 20774 w 3024845"/>
                <a:gd name="connsiteY381-33290" fmla="*/ 621511 h 1059043"/>
                <a:gd name="connsiteX382-33291" fmla="*/ 24320 w 3024845"/>
                <a:gd name="connsiteY382-33292" fmla="*/ 613945 h 1059043"/>
                <a:gd name="connsiteX383-33293" fmla="*/ 26094 w 3024845"/>
                <a:gd name="connsiteY383-33294" fmla="*/ 614215 h 1059043"/>
                <a:gd name="connsiteX384-33295" fmla="*/ 38507 w 3024845"/>
                <a:gd name="connsiteY384-33296" fmla="*/ 616106 h 1059043"/>
                <a:gd name="connsiteX385-33297" fmla="*/ 39014 w 3024845"/>
                <a:gd name="connsiteY385-33298" fmla="*/ 617458 h 1059043"/>
                <a:gd name="connsiteX386-33299" fmla="*/ 42560 w 3024845"/>
                <a:gd name="connsiteY386-33300" fmla="*/ 626915 h 1059043"/>
                <a:gd name="connsiteX387-33301" fmla="*/ 68907 w 3024845"/>
                <a:gd name="connsiteY387-33302" fmla="*/ 629077 h 1059043"/>
                <a:gd name="connsiteX388-33303" fmla="*/ 68907 w 3024845"/>
                <a:gd name="connsiteY388-33304" fmla="*/ 505856 h 1059043"/>
                <a:gd name="connsiteX389-33305" fmla="*/ 70934 w 3024845"/>
                <a:gd name="connsiteY389-33306" fmla="*/ 505856 h 1059043"/>
                <a:gd name="connsiteX390-33307" fmla="*/ 85121 w 3024845"/>
                <a:gd name="connsiteY390-33308" fmla="*/ 505856 h 1059043"/>
                <a:gd name="connsiteX391-33309" fmla="*/ 85121 w 3024845"/>
                <a:gd name="connsiteY391-33310" fmla="*/ 369664 h 1059043"/>
                <a:gd name="connsiteX392-33311" fmla="*/ 86894 w 3024845"/>
                <a:gd name="connsiteY392-33312" fmla="*/ 369664 h 1059043"/>
                <a:gd name="connsiteX393-33313" fmla="*/ 99308 w 3024845"/>
                <a:gd name="connsiteY393-33314" fmla="*/ 369664 h 1059043"/>
                <a:gd name="connsiteX394-33315" fmla="*/ 99308 w 3024845"/>
                <a:gd name="connsiteY394-33316" fmla="*/ 255090 h 1059043"/>
                <a:gd name="connsiteX395-33317" fmla="*/ 103361 w 3024845"/>
                <a:gd name="connsiteY395-33318" fmla="*/ 226986 h 1059043"/>
                <a:gd name="connsiteX396-33319" fmla="*/ 105388 w 3024845"/>
                <a:gd name="connsiteY396-33320" fmla="*/ 226986 h 1059043"/>
                <a:gd name="connsiteX397-33321" fmla="*/ 119575 w 3024845"/>
                <a:gd name="connsiteY397-33322" fmla="*/ 226986 h 1059043"/>
                <a:gd name="connsiteX0-33323" fmla="*/ 119575 w 3024845"/>
                <a:gd name="connsiteY0-33324" fmla="*/ 255427 h 1087484"/>
                <a:gd name="connsiteX1-33325" fmla="*/ 200642 w 3024845"/>
                <a:gd name="connsiteY1-33326" fmla="*/ 253266 h 1087484"/>
                <a:gd name="connsiteX2-33327" fmla="*/ 202669 w 3024845"/>
                <a:gd name="connsiteY2-33328" fmla="*/ 253266 h 1087484"/>
                <a:gd name="connsiteX3-33329" fmla="*/ 216856 w 3024845"/>
                <a:gd name="connsiteY3-33330" fmla="*/ 253266 h 1087484"/>
                <a:gd name="connsiteX4-33331" fmla="*/ 216856 w 3024845"/>
                <a:gd name="connsiteY4-33332" fmla="*/ 277045 h 1087484"/>
                <a:gd name="connsiteX5-33333" fmla="*/ 217363 w 3024845"/>
                <a:gd name="connsiteY5-33334" fmla="*/ 277856 h 1087484"/>
                <a:gd name="connsiteX6-33335" fmla="*/ 220909 w 3024845"/>
                <a:gd name="connsiteY6-33336" fmla="*/ 283531 h 1087484"/>
                <a:gd name="connsiteX7-33337" fmla="*/ 220909 w 3024845"/>
                <a:gd name="connsiteY7-33338" fmla="*/ 398105 h 1087484"/>
                <a:gd name="connsiteX8-33339" fmla="*/ 223189 w 3024845"/>
                <a:gd name="connsiteY8-33340" fmla="*/ 398105 h 1087484"/>
                <a:gd name="connsiteX9-33341" fmla="*/ 239150 w 3024845"/>
                <a:gd name="connsiteY9-33342" fmla="*/ 398105 h 1087484"/>
                <a:gd name="connsiteX10-33343" fmla="*/ 239150 w 3024845"/>
                <a:gd name="connsiteY10-33344" fmla="*/ 538620 h 1087484"/>
                <a:gd name="connsiteX11-33345" fmla="*/ 240670 w 3024845"/>
                <a:gd name="connsiteY11-33346" fmla="*/ 538350 h 1087484"/>
                <a:gd name="connsiteX12-33347" fmla="*/ 251310 w 3024845"/>
                <a:gd name="connsiteY12-33348" fmla="*/ 536459 h 1087484"/>
                <a:gd name="connsiteX13-33349" fmla="*/ 249283 w 3024845"/>
                <a:gd name="connsiteY13-33350" fmla="*/ 625091 h 1087484"/>
                <a:gd name="connsiteX14-33351" fmla="*/ 250803 w 3024845"/>
                <a:gd name="connsiteY14-33352" fmla="*/ 625362 h 1087484"/>
                <a:gd name="connsiteX15-33353" fmla="*/ 261443 w 3024845"/>
                <a:gd name="connsiteY15-33354" fmla="*/ 627253 h 1087484"/>
                <a:gd name="connsiteX16-33355" fmla="*/ 261696 w 3024845"/>
                <a:gd name="connsiteY16-33356" fmla="*/ 628064 h 1087484"/>
                <a:gd name="connsiteX17-33357" fmla="*/ 263470 w 3024845"/>
                <a:gd name="connsiteY17-33358" fmla="*/ 633739 h 1087484"/>
                <a:gd name="connsiteX18-33359" fmla="*/ 264230 w 3024845"/>
                <a:gd name="connsiteY18-33360" fmla="*/ 631307 h 1087484"/>
                <a:gd name="connsiteX19-33361" fmla="*/ 269550 w 3024845"/>
                <a:gd name="connsiteY19-33362" fmla="*/ 614283 h 1087484"/>
                <a:gd name="connsiteX20-33363" fmla="*/ 271323 w 3024845"/>
                <a:gd name="connsiteY20-33364" fmla="*/ 614283 h 1087484"/>
                <a:gd name="connsiteX21-33365" fmla="*/ 283737 w 3024845"/>
                <a:gd name="connsiteY21-33366" fmla="*/ 614283 h 1087484"/>
                <a:gd name="connsiteX22-33367" fmla="*/ 283737 w 3024845"/>
                <a:gd name="connsiteY22-33368" fmla="*/ 646709 h 1087484"/>
                <a:gd name="connsiteX23-33369" fmla="*/ 284750 w 3024845"/>
                <a:gd name="connsiteY23-33370" fmla="*/ 647250 h 1087484"/>
                <a:gd name="connsiteX24-33371" fmla="*/ 291844 w 3024845"/>
                <a:gd name="connsiteY24-33372" fmla="*/ 651033 h 1087484"/>
                <a:gd name="connsiteX25-33373" fmla="*/ 291844 w 3024845"/>
                <a:gd name="connsiteY25-33374" fmla="*/ 652384 h 1087484"/>
                <a:gd name="connsiteX26-33375" fmla="*/ 291844 w 3024845"/>
                <a:gd name="connsiteY26-33376" fmla="*/ 661842 h 1087484"/>
                <a:gd name="connsiteX27-33377" fmla="*/ 336431 w 3024845"/>
                <a:gd name="connsiteY27-33378" fmla="*/ 661842 h 1087484"/>
                <a:gd name="connsiteX28-33379" fmla="*/ 336431 w 3024845"/>
                <a:gd name="connsiteY28-33380" fmla="*/ 662923 h 1087484"/>
                <a:gd name="connsiteX29-33381" fmla="*/ 336431 w 3024845"/>
                <a:gd name="connsiteY29-33382" fmla="*/ 670489 h 1087484"/>
                <a:gd name="connsiteX30-33383" fmla="*/ 338457 w 3024845"/>
                <a:gd name="connsiteY30-33384" fmla="*/ 670489 h 1087484"/>
                <a:gd name="connsiteX31-33385" fmla="*/ 352644 w 3024845"/>
                <a:gd name="connsiteY31-33386" fmla="*/ 670489 h 1087484"/>
                <a:gd name="connsiteX32-33387" fmla="*/ 352644 w 3024845"/>
                <a:gd name="connsiteY32-33388" fmla="*/ 640224 h 1087484"/>
                <a:gd name="connsiteX33-33389" fmla="*/ 397231 w 3024845"/>
                <a:gd name="connsiteY33-33390" fmla="*/ 640224 h 1087484"/>
                <a:gd name="connsiteX34-33391" fmla="*/ 397231 w 3024845"/>
                <a:gd name="connsiteY34-33392" fmla="*/ 638873 h 1087484"/>
                <a:gd name="connsiteX35-33393" fmla="*/ 397231 w 3024845"/>
                <a:gd name="connsiteY35-33394" fmla="*/ 629415 h 1087484"/>
                <a:gd name="connsiteX36-33395" fmla="*/ 398245 w 3024845"/>
                <a:gd name="connsiteY36-33396" fmla="*/ 629415 h 1087484"/>
                <a:gd name="connsiteX37-33397" fmla="*/ 405338 w 3024845"/>
                <a:gd name="connsiteY37-33398" fmla="*/ 629415 h 1087484"/>
                <a:gd name="connsiteX38-33399" fmla="*/ 405338 w 3024845"/>
                <a:gd name="connsiteY38-33400" fmla="*/ 627524 h 1087484"/>
                <a:gd name="connsiteX39-33401" fmla="*/ 405338 w 3024845"/>
                <a:gd name="connsiteY39-33402" fmla="*/ 614283 h 1087484"/>
                <a:gd name="connsiteX40-33403" fmla="*/ 406098 w 3024845"/>
                <a:gd name="connsiteY40-33404" fmla="*/ 614283 h 1087484"/>
                <a:gd name="connsiteX41-33405" fmla="*/ 411418 w 3024845"/>
                <a:gd name="connsiteY41-33406" fmla="*/ 614283 h 1087484"/>
                <a:gd name="connsiteX42-33407" fmla="*/ 411418 w 3024845"/>
                <a:gd name="connsiteY42-33408" fmla="*/ 613202 h 1087484"/>
                <a:gd name="connsiteX43-33409" fmla="*/ 411418 w 3024845"/>
                <a:gd name="connsiteY43-33410" fmla="*/ 605635 h 1087484"/>
                <a:gd name="connsiteX44-33411" fmla="*/ 413445 w 3024845"/>
                <a:gd name="connsiteY44-33412" fmla="*/ 605635 h 1087484"/>
                <a:gd name="connsiteX45-33413" fmla="*/ 427632 w 3024845"/>
                <a:gd name="connsiteY45-33414" fmla="*/ 605635 h 1087484"/>
                <a:gd name="connsiteX46-33415" fmla="*/ 427632 w 3024845"/>
                <a:gd name="connsiteY46-33416" fmla="*/ 606716 h 1087484"/>
                <a:gd name="connsiteX47-33417" fmla="*/ 427632 w 3024845"/>
                <a:gd name="connsiteY47-33418" fmla="*/ 614283 h 1087484"/>
                <a:gd name="connsiteX48-33419" fmla="*/ 449925 w 3024845"/>
                <a:gd name="connsiteY48-33420" fmla="*/ 614283 h 1087484"/>
                <a:gd name="connsiteX49-33421" fmla="*/ 449925 w 3024845"/>
                <a:gd name="connsiteY49-33422" fmla="*/ 612391 h 1087484"/>
                <a:gd name="connsiteX50-33423" fmla="*/ 449925 w 3024845"/>
                <a:gd name="connsiteY50-33424" fmla="*/ 599150 h 1087484"/>
                <a:gd name="connsiteX51-33425" fmla="*/ 451699 w 3024845"/>
                <a:gd name="connsiteY51-33426" fmla="*/ 599150 h 1087484"/>
                <a:gd name="connsiteX52-33427" fmla="*/ 464112 w 3024845"/>
                <a:gd name="connsiteY52-33428" fmla="*/ 599150 h 1087484"/>
                <a:gd name="connsiteX53-33429" fmla="*/ 464112 w 3024845"/>
                <a:gd name="connsiteY53-33430" fmla="*/ 622930 h 1087484"/>
                <a:gd name="connsiteX54-33431" fmla="*/ 465126 w 3024845"/>
                <a:gd name="connsiteY54-33432" fmla="*/ 622930 h 1087484"/>
                <a:gd name="connsiteX55-33433" fmla="*/ 472219 w 3024845"/>
                <a:gd name="connsiteY55-33434" fmla="*/ 622930 h 1087484"/>
                <a:gd name="connsiteX56-33435" fmla="*/ 472219 w 3024845"/>
                <a:gd name="connsiteY56-33436" fmla="*/ 621849 h 1087484"/>
                <a:gd name="connsiteX57-33437" fmla="*/ 472219 w 3024845"/>
                <a:gd name="connsiteY57-33438" fmla="*/ 614283 h 1087484"/>
                <a:gd name="connsiteX58-33439" fmla="*/ 473992 w 3024845"/>
                <a:gd name="connsiteY58-33440" fmla="*/ 614283 h 1087484"/>
                <a:gd name="connsiteX59-33441" fmla="*/ 486406 w 3024845"/>
                <a:gd name="connsiteY59-33442" fmla="*/ 614283 h 1087484"/>
                <a:gd name="connsiteX60-33443" fmla="*/ 486406 w 3024845"/>
                <a:gd name="connsiteY60-33444" fmla="*/ 640224 h 1087484"/>
                <a:gd name="connsiteX61-33445" fmla="*/ 488433 w 3024845"/>
                <a:gd name="connsiteY61-33446" fmla="*/ 640224 h 1087484"/>
                <a:gd name="connsiteX62-33447" fmla="*/ 502619 w 3024845"/>
                <a:gd name="connsiteY62-33448" fmla="*/ 640224 h 1087484"/>
                <a:gd name="connsiteX63-33449" fmla="*/ 502619 w 3024845"/>
                <a:gd name="connsiteY63-33450" fmla="*/ 641845 h 1087484"/>
                <a:gd name="connsiteX64-33451" fmla="*/ 502619 w 3024845"/>
                <a:gd name="connsiteY64-33452" fmla="*/ 653195 h 1087484"/>
                <a:gd name="connsiteX65-33453" fmla="*/ 503379 w 3024845"/>
                <a:gd name="connsiteY65-33454" fmla="*/ 653195 h 1087484"/>
                <a:gd name="connsiteX66-33455" fmla="*/ 508700 w 3024845"/>
                <a:gd name="connsiteY66-33456" fmla="*/ 653195 h 1087484"/>
                <a:gd name="connsiteX67-33457" fmla="*/ 508700 w 3024845"/>
                <a:gd name="connsiteY67-33458" fmla="*/ 652384 h 1087484"/>
                <a:gd name="connsiteX68-33459" fmla="*/ 508700 w 3024845"/>
                <a:gd name="connsiteY68-33460" fmla="*/ 646709 h 1087484"/>
                <a:gd name="connsiteX69-33461" fmla="*/ 539100 w 3024845"/>
                <a:gd name="connsiteY69-33462" fmla="*/ 646709 h 1087484"/>
                <a:gd name="connsiteX70-33463" fmla="*/ 539100 w 3024845"/>
                <a:gd name="connsiteY70-33464" fmla="*/ 670489 h 1087484"/>
                <a:gd name="connsiteX71-33465" fmla="*/ 540113 w 3024845"/>
                <a:gd name="connsiteY71-33466" fmla="*/ 670489 h 1087484"/>
                <a:gd name="connsiteX72-33467" fmla="*/ 547207 w 3024845"/>
                <a:gd name="connsiteY72-33468" fmla="*/ 670489 h 1087484"/>
                <a:gd name="connsiteX73-33469" fmla="*/ 547207 w 3024845"/>
                <a:gd name="connsiteY73-33470" fmla="*/ 671570 h 1087484"/>
                <a:gd name="connsiteX74-33471" fmla="*/ 547207 w 3024845"/>
                <a:gd name="connsiteY74-33472" fmla="*/ 679136 h 1087484"/>
                <a:gd name="connsiteX75-33473" fmla="*/ 547967 w 3024845"/>
                <a:gd name="connsiteY75-33474" fmla="*/ 679136 h 1087484"/>
                <a:gd name="connsiteX76-33475" fmla="*/ 553287 w 3024845"/>
                <a:gd name="connsiteY76-33476" fmla="*/ 679136 h 1087484"/>
                <a:gd name="connsiteX77-33477" fmla="*/ 553287 w 3024845"/>
                <a:gd name="connsiteY77-33478" fmla="*/ 676974 h 1087484"/>
                <a:gd name="connsiteX78-33479" fmla="*/ 553287 w 3024845"/>
                <a:gd name="connsiteY78-33480" fmla="*/ 661842 h 1087484"/>
                <a:gd name="connsiteX79-33481" fmla="*/ 554300 w 3024845"/>
                <a:gd name="connsiteY79-33482" fmla="*/ 661842 h 1087484"/>
                <a:gd name="connsiteX80-33483" fmla="*/ 561394 w 3024845"/>
                <a:gd name="connsiteY80-33484" fmla="*/ 661842 h 1087484"/>
                <a:gd name="connsiteX81-33485" fmla="*/ 561394 w 3024845"/>
                <a:gd name="connsiteY81-33486" fmla="*/ 662923 h 1087484"/>
                <a:gd name="connsiteX82-33487" fmla="*/ 561394 w 3024845"/>
                <a:gd name="connsiteY82-33488" fmla="*/ 670489 h 1087484"/>
                <a:gd name="connsiteX83-33489" fmla="*/ 566714 w 3024845"/>
                <a:gd name="connsiteY83-33490" fmla="*/ 668496 h 1087484"/>
                <a:gd name="connsiteX84-33491" fmla="*/ 567474 w 3024845"/>
                <a:gd name="connsiteY84-33492" fmla="*/ 667516 h 1087484"/>
                <a:gd name="connsiteX85-33493" fmla="*/ 567474 w 3024845"/>
                <a:gd name="connsiteY85-33494" fmla="*/ 661842 h 1087484"/>
                <a:gd name="connsiteX86-33495" fmla="*/ 605981 w 3024845"/>
                <a:gd name="connsiteY86-33496" fmla="*/ 661842 h 1087484"/>
                <a:gd name="connsiteX87-33497" fmla="*/ 605981 w 3024845"/>
                <a:gd name="connsiteY87-33498" fmla="*/ 685621 h 1087484"/>
                <a:gd name="connsiteX88-33499" fmla="*/ 608007 w 3024845"/>
                <a:gd name="connsiteY88-33500" fmla="*/ 685621 h 1087484"/>
                <a:gd name="connsiteX89-33501" fmla="*/ 622194 w 3024845"/>
                <a:gd name="connsiteY89-33502" fmla="*/ 685621 h 1087484"/>
                <a:gd name="connsiteX90-33503" fmla="*/ 622194 w 3024845"/>
                <a:gd name="connsiteY90-33504" fmla="*/ 686702 h 1087484"/>
                <a:gd name="connsiteX91-33505" fmla="*/ 622194 w 3024845"/>
                <a:gd name="connsiteY91-33506" fmla="*/ 694268 h 1087484"/>
                <a:gd name="connsiteX92-33507" fmla="*/ 623968 w 3024845"/>
                <a:gd name="connsiteY92-33508" fmla="*/ 694268 h 1087484"/>
                <a:gd name="connsiteX93-33509" fmla="*/ 636381 w 3024845"/>
                <a:gd name="connsiteY93-33510" fmla="*/ 694268 h 1087484"/>
                <a:gd name="connsiteX94-33511" fmla="*/ 636381 w 3024845"/>
                <a:gd name="connsiteY94-33512" fmla="*/ 670489 h 1087484"/>
                <a:gd name="connsiteX95-33513" fmla="*/ 637394 w 3024845"/>
                <a:gd name="connsiteY95-33514" fmla="*/ 670489 h 1087484"/>
                <a:gd name="connsiteX96-33515" fmla="*/ 644488 w 3024845"/>
                <a:gd name="connsiteY96-33516" fmla="*/ 670489 h 1087484"/>
                <a:gd name="connsiteX97-33517" fmla="*/ 644488 w 3024845"/>
                <a:gd name="connsiteY97-33518" fmla="*/ 638062 h 1087484"/>
                <a:gd name="connsiteX98-33519" fmla="*/ 645501 w 3024845"/>
                <a:gd name="connsiteY98-33520" fmla="*/ 638062 h 1087484"/>
                <a:gd name="connsiteX99-33521" fmla="*/ 652595 w 3024845"/>
                <a:gd name="connsiteY99-33522" fmla="*/ 638062 h 1087484"/>
                <a:gd name="connsiteX100-33523" fmla="*/ 652595 w 3024845"/>
                <a:gd name="connsiteY100-33524" fmla="*/ 636171 h 1087484"/>
                <a:gd name="connsiteX101-33525" fmla="*/ 652595 w 3024845"/>
                <a:gd name="connsiteY101-33526" fmla="*/ 622930 h 1087484"/>
                <a:gd name="connsiteX102-33527" fmla="*/ 651328 w 3024845"/>
                <a:gd name="connsiteY102-33528" fmla="*/ 621308 h 1087484"/>
                <a:gd name="connsiteX103-33529" fmla="*/ 656648 w 3024845"/>
                <a:gd name="connsiteY103-33530" fmla="*/ 609959 h 1087484"/>
                <a:gd name="connsiteX104-33531" fmla="*/ 664755 w 3024845"/>
                <a:gd name="connsiteY104-33532" fmla="*/ 638062 h 1087484"/>
                <a:gd name="connsiteX105-33533" fmla="*/ 665515 w 3024845"/>
                <a:gd name="connsiteY105-33534" fmla="*/ 638062 h 1087484"/>
                <a:gd name="connsiteX106-33535" fmla="*/ 670835 w 3024845"/>
                <a:gd name="connsiteY106-33536" fmla="*/ 638062 h 1087484"/>
                <a:gd name="connsiteX107-33537" fmla="*/ 670835 w 3024845"/>
                <a:gd name="connsiteY107-33538" fmla="*/ 532135 h 1087484"/>
                <a:gd name="connsiteX108-33539" fmla="*/ 672355 w 3024845"/>
                <a:gd name="connsiteY108-33540" fmla="*/ 532135 h 1087484"/>
                <a:gd name="connsiteX109-33541" fmla="*/ 682995 w 3024845"/>
                <a:gd name="connsiteY109-33542" fmla="*/ 532135 h 1087484"/>
                <a:gd name="connsiteX110-33543" fmla="*/ 682995 w 3024845"/>
                <a:gd name="connsiteY110-33544" fmla="*/ 484576 h 1087484"/>
                <a:gd name="connsiteX111-33545" fmla="*/ 709342 w 3024845"/>
                <a:gd name="connsiteY111-33546" fmla="*/ 484576 h 1087484"/>
                <a:gd name="connsiteX112-33547" fmla="*/ 709342 w 3024845"/>
                <a:gd name="connsiteY112-33548" fmla="*/ 462958 h 1087484"/>
                <a:gd name="connsiteX113-33549" fmla="*/ 743796 w 3024845"/>
                <a:gd name="connsiteY113-33550" fmla="*/ 462958 h 1087484"/>
                <a:gd name="connsiteX114-33551" fmla="*/ 743796 w 3024845"/>
                <a:gd name="connsiteY114-33552" fmla="*/ 465390 h 1087484"/>
                <a:gd name="connsiteX115-33553" fmla="*/ 743796 w 3024845"/>
                <a:gd name="connsiteY115-33554" fmla="*/ 482414 h 1087484"/>
                <a:gd name="connsiteX116-33555" fmla="*/ 746076 w 3024845"/>
                <a:gd name="connsiteY116-33556" fmla="*/ 482414 h 1087484"/>
                <a:gd name="connsiteX117-33557" fmla="*/ 762036 w 3024845"/>
                <a:gd name="connsiteY117-33558" fmla="*/ 482414 h 1087484"/>
                <a:gd name="connsiteX118-33559" fmla="*/ 762036 w 3024845"/>
                <a:gd name="connsiteY118-33560" fmla="*/ 529973 h 1087484"/>
                <a:gd name="connsiteX119-33561" fmla="*/ 763049 w 3024845"/>
                <a:gd name="connsiteY119-33562" fmla="*/ 529973 h 1087484"/>
                <a:gd name="connsiteX120-33563" fmla="*/ 770143 w 3024845"/>
                <a:gd name="connsiteY120-33564" fmla="*/ 529973 h 1087484"/>
                <a:gd name="connsiteX121-33565" fmla="*/ 784330 w 3024845"/>
                <a:gd name="connsiteY121-33566" fmla="*/ 534297 h 1087484"/>
                <a:gd name="connsiteX122-33567" fmla="*/ 784330 w 3024845"/>
                <a:gd name="connsiteY122-33568" fmla="*/ 573209 h 1087484"/>
                <a:gd name="connsiteX123-33569" fmla="*/ 785343 w 3024845"/>
                <a:gd name="connsiteY123-33570" fmla="*/ 573209 h 1087484"/>
                <a:gd name="connsiteX124-33571" fmla="*/ 792436 w 3024845"/>
                <a:gd name="connsiteY124-33572" fmla="*/ 573209 h 1087484"/>
                <a:gd name="connsiteX125-33573" fmla="*/ 792436 w 3024845"/>
                <a:gd name="connsiteY125-33574" fmla="*/ 574830 h 1087484"/>
                <a:gd name="connsiteX126-33575" fmla="*/ 792436 w 3024845"/>
                <a:gd name="connsiteY126-33576" fmla="*/ 586179 h 1087484"/>
                <a:gd name="connsiteX127-33577" fmla="*/ 794463 w 3024845"/>
                <a:gd name="connsiteY127-33578" fmla="*/ 586179 h 1087484"/>
                <a:gd name="connsiteX128-33579" fmla="*/ 808650 w 3024845"/>
                <a:gd name="connsiteY128-33580" fmla="*/ 586179 h 1087484"/>
                <a:gd name="connsiteX129-33581" fmla="*/ 814730 w 3024845"/>
                <a:gd name="connsiteY129-33582" fmla="*/ 592665 h 1087484"/>
                <a:gd name="connsiteX130-33583" fmla="*/ 814730 w 3024845"/>
                <a:gd name="connsiteY130-33584" fmla="*/ 614283 h 1087484"/>
                <a:gd name="connsiteX131-33585" fmla="*/ 817010 w 3024845"/>
                <a:gd name="connsiteY131-33586" fmla="*/ 614283 h 1087484"/>
                <a:gd name="connsiteX132-33587" fmla="*/ 832970 w 3024845"/>
                <a:gd name="connsiteY132-33588" fmla="*/ 614283 h 1087484"/>
                <a:gd name="connsiteX133-33589" fmla="*/ 832970 w 3024845"/>
                <a:gd name="connsiteY133-33590" fmla="*/ 615363 h 1087484"/>
                <a:gd name="connsiteX134-33591" fmla="*/ 832970 w 3024845"/>
                <a:gd name="connsiteY134-33592" fmla="*/ 622930 h 1087484"/>
                <a:gd name="connsiteX135-33593" fmla="*/ 834237 w 3024845"/>
                <a:gd name="connsiteY135-33594" fmla="*/ 622930 h 1087484"/>
                <a:gd name="connsiteX136-33595" fmla="*/ 843104 w 3024845"/>
                <a:gd name="connsiteY136-33596" fmla="*/ 622930 h 1087484"/>
                <a:gd name="connsiteX137-33597" fmla="*/ 843104 w 3024845"/>
                <a:gd name="connsiteY137-33598" fmla="*/ 625091 h 1087484"/>
                <a:gd name="connsiteX138-33599" fmla="*/ 843104 w 3024845"/>
                <a:gd name="connsiteY138-33600" fmla="*/ 640224 h 1087484"/>
                <a:gd name="connsiteX139-33601" fmla="*/ 847157 w 3024845"/>
                <a:gd name="connsiteY139-33602" fmla="*/ 638332 h 1087484"/>
                <a:gd name="connsiteX140-33603" fmla="*/ 847157 w 3024845"/>
                <a:gd name="connsiteY140-33604" fmla="*/ 625091 h 1087484"/>
                <a:gd name="connsiteX141-33605" fmla="*/ 848170 w 3024845"/>
                <a:gd name="connsiteY141-33606" fmla="*/ 625091 h 1087484"/>
                <a:gd name="connsiteX142-33607" fmla="*/ 855264 w 3024845"/>
                <a:gd name="connsiteY142-33608" fmla="*/ 625091 h 1087484"/>
                <a:gd name="connsiteX143-33609" fmla="*/ 855264 w 3024845"/>
                <a:gd name="connsiteY143-33610" fmla="*/ 626713 h 1087484"/>
                <a:gd name="connsiteX144-33611" fmla="*/ 855264 w 3024845"/>
                <a:gd name="connsiteY144-33612" fmla="*/ 638062 h 1087484"/>
                <a:gd name="connsiteX145-33613" fmla="*/ 856024 w 3024845"/>
                <a:gd name="connsiteY145-33614" fmla="*/ 638062 h 1087484"/>
                <a:gd name="connsiteX146-33615" fmla="*/ 861344 w 3024845"/>
                <a:gd name="connsiteY146-33616" fmla="*/ 638062 h 1087484"/>
                <a:gd name="connsiteX147-33617" fmla="*/ 909984 w 3024845"/>
                <a:gd name="connsiteY147-33618" fmla="*/ 633739 h 1087484"/>
                <a:gd name="connsiteX148-33619" fmla="*/ 909984 w 3024845"/>
                <a:gd name="connsiteY148-33620" fmla="*/ 635090 h 1087484"/>
                <a:gd name="connsiteX149-33621" fmla="*/ 909984 w 3024845"/>
                <a:gd name="connsiteY149-33622" fmla="*/ 644547 h 1087484"/>
                <a:gd name="connsiteX150-33623" fmla="*/ 910744 w 3024845"/>
                <a:gd name="connsiteY150-33624" fmla="*/ 644547 h 1087484"/>
                <a:gd name="connsiteX151-33625" fmla="*/ 916065 w 3024845"/>
                <a:gd name="connsiteY151-33626" fmla="*/ 644547 h 1087484"/>
                <a:gd name="connsiteX152-33627" fmla="*/ 916065 w 3024845"/>
                <a:gd name="connsiteY152-33628" fmla="*/ 646709 h 1087484"/>
                <a:gd name="connsiteX153-33629" fmla="*/ 916065 w 3024845"/>
                <a:gd name="connsiteY153-33630" fmla="*/ 661842 h 1087484"/>
                <a:gd name="connsiteX154-33631" fmla="*/ 918091 w 3024845"/>
                <a:gd name="connsiteY154-33632" fmla="*/ 660491 h 1087484"/>
                <a:gd name="connsiteX155-33633" fmla="*/ 932278 w 3024845"/>
                <a:gd name="connsiteY155-33634" fmla="*/ 651033 h 1087484"/>
                <a:gd name="connsiteX156-33635" fmla="*/ 938358 w 3024845"/>
                <a:gd name="connsiteY156-33636" fmla="*/ 609959 h 1087484"/>
                <a:gd name="connsiteX157-33637" fmla="*/ 939118 w 3024845"/>
                <a:gd name="connsiteY157-33638" fmla="*/ 609689 h 1087484"/>
                <a:gd name="connsiteX158-33639" fmla="*/ 944438 w 3024845"/>
                <a:gd name="connsiteY158-33640" fmla="*/ 607797 h 1087484"/>
                <a:gd name="connsiteX159-33641" fmla="*/ 946465 w 3024845"/>
                <a:gd name="connsiteY159-33642" fmla="*/ 538620 h 1087484"/>
                <a:gd name="connsiteX160-33643" fmla="*/ 948492 w 3024845"/>
                <a:gd name="connsiteY160-33644" fmla="*/ 607797 h 1087484"/>
                <a:gd name="connsiteX161-33645" fmla="*/ 949252 w 3024845"/>
                <a:gd name="connsiteY161-33646" fmla="*/ 608067 h 1087484"/>
                <a:gd name="connsiteX162-33647" fmla="*/ 954572 w 3024845"/>
                <a:gd name="connsiteY162-33648" fmla="*/ 609959 h 1087484"/>
                <a:gd name="connsiteX163-33649" fmla="*/ 954572 w 3024845"/>
                <a:gd name="connsiteY163-33650" fmla="*/ 523488 h 1087484"/>
                <a:gd name="connsiteX164-33651" fmla="*/ 958625 w 3024845"/>
                <a:gd name="connsiteY164-33652" fmla="*/ 491061 h 1087484"/>
                <a:gd name="connsiteX165-33653" fmla="*/ 997132 w 3024845"/>
                <a:gd name="connsiteY165-33654" fmla="*/ 491061 h 1087484"/>
                <a:gd name="connsiteX166-33655" fmla="*/ 997132 w 3024845"/>
                <a:gd name="connsiteY166-33656" fmla="*/ 523488 h 1087484"/>
                <a:gd name="connsiteX167-33657" fmla="*/ 997892 w 3024845"/>
                <a:gd name="connsiteY167-33658" fmla="*/ 523488 h 1087484"/>
                <a:gd name="connsiteX168-33659" fmla="*/ 1003212 w 3024845"/>
                <a:gd name="connsiteY168-33660" fmla="*/ 523488 h 1087484"/>
                <a:gd name="connsiteX169-33661" fmla="*/ 1003212 w 3024845"/>
                <a:gd name="connsiteY169-33662" fmla="*/ 441340 h 1087484"/>
                <a:gd name="connsiteX170-33663" fmla="*/ 1004986 w 3024845"/>
                <a:gd name="connsiteY170-33664" fmla="*/ 441340 h 1087484"/>
                <a:gd name="connsiteX171-33665" fmla="*/ 1017399 w 3024845"/>
                <a:gd name="connsiteY171-33666" fmla="*/ 441340 h 1087484"/>
                <a:gd name="connsiteX172-33667" fmla="*/ 1017399 w 3024845"/>
                <a:gd name="connsiteY172-33668" fmla="*/ 439449 h 1087484"/>
                <a:gd name="connsiteX173-33669" fmla="*/ 1017399 w 3024845"/>
                <a:gd name="connsiteY173-33670" fmla="*/ 426208 h 1087484"/>
                <a:gd name="connsiteX174-33671" fmla="*/ 1039693 w 3024845"/>
                <a:gd name="connsiteY174-33672" fmla="*/ 426208 h 1087484"/>
                <a:gd name="connsiteX175-33673" fmla="*/ 1039693 w 3024845"/>
                <a:gd name="connsiteY175-33674" fmla="*/ 425127 h 1087484"/>
                <a:gd name="connsiteX176-33675" fmla="*/ 1039693 w 3024845"/>
                <a:gd name="connsiteY176-33676" fmla="*/ 417561 h 1087484"/>
                <a:gd name="connsiteX177-33677" fmla="*/ 1041466 w 3024845"/>
                <a:gd name="connsiteY177-33678" fmla="*/ 417561 h 1087484"/>
                <a:gd name="connsiteX178-33679" fmla="*/ 1053880 w 3024845"/>
                <a:gd name="connsiteY178-33680" fmla="*/ 417561 h 1087484"/>
                <a:gd name="connsiteX179-33681" fmla="*/ 1053880 w 3024845"/>
                <a:gd name="connsiteY179-33682" fmla="*/ 418642 h 1087484"/>
                <a:gd name="connsiteX180-33683" fmla="*/ 1053880 w 3024845"/>
                <a:gd name="connsiteY180-33684" fmla="*/ 426208 h 1087484"/>
                <a:gd name="connsiteX181-33685" fmla="*/ 1054640 w 3024845"/>
                <a:gd name="connsiteY181-33686" fmla="*/ 426208 h 1087484"/>
                <a:gd name="connsiteX182-33687" fmla="*/ 1059960 w 3024845"/>
                <a:gd name="connsiteY182-33688" fmla="*/ 426208 h 1087484"/>
                <a:gd name="connsiteX183-33689" fmla="*/ 1070093 w 3024845"/>
                <a:gd name="connsiteY183-33690" fmla="*/ 421884 h 1087484"/>
                <a:gd name="connsiteX184-33691" fmla="*/ 1074146 w 3024845"/>
                <a:gd name="connsiteY184-33692" fmla="*/ 425127 h 1087484"/>
                <a:gd name="connsiteX185-33693" fmla="*/ 1074146 w 3024845"/>
                <a:gd name="connsiteY185-33694" fmla="*/ 417561 h 1087484"/>
                <a:gd name="connsiteX186-33695" fmla="*/ 1076426 w 3024845"/>
                <a:gd name="connsiteY186-33696" fmla="*/ 417561 h 1087484"/>
                <a:gd name="connsiteX187-33697" fmla="*/ 1092387 w 3024845"/>
                <a:gd name="connsiteY187-33698" fmla="*/ 417561 h 1087484"/>
                <a:gd name="connsiteX188-33699" fmla="*/ 1092387 w 3024845"/>
                <a:gd name="connsiteY188-33700" fmla="*/ 418642 h 1087484"/>
                <a:gd name="connsiteX189-33701" fmla="*/ 1092387 w 3024845"/>
                <a:gd name="connsiteY189-33702" fmla="*/ 426208 h 1087484"/>
                <a:gd name="connsiteX190-33703" fmla="*/ 1122787 w 3024845"/>
                <a:gd name="connsiteY190-33704" fmla="*/ 426208 h 1087484"/>
                <a:gd name="connsiteX191-33705" fmla="*/ 1122787 w 3024845"/>
                <a:gd name="connsiteY191-33706" fmla="*/ 427829 h 1087484"/>
                <a:gd name="connsiteX192-33707" fmla="*/ 1122787 w 3024845"/>
                <a:gd name="connsiteY192-33708" fmla="*/ 439179 h 1087484"/>
                <a:gd name="connsiteX193-33709" fmla="*/ 1149134 w 3024845"/>
                <a:gd name="connsiteY193-33710" fmla="*/ 439179 h 1087484"/>
                <a:gd name="connsiteX194-33711" fmla="*/ 1149134 w 3024845"/>
                <a:gd name="connsiteY194-33712" fmla="*/ 469443 h 1087484"/>
                <a:gd name="connsiteX195-33713" fmla="*/ 1149894 w 3024845"/>
                <a:gd name="connsiteY195-33714" fmla="*/ 469443 h 1087484"/>
                <a:gd name="connsiteX196-33715" fmla="*/ 1155214 w 3024845"/>
                <a:gd name="connsiteY196-33716" fmla="*/ 469443 h 1087484"/>
                <a:gd name="connsiteX197-33717" fmla="*/ 1155214 w 3024845"/>
                <a:gd name="connsiteY197-33718" fmla="*/ 470524 h 1087484"/>
                <a:gd name="connsiteX198-33719" fmla="*/ 1155214 w 3024845"/>
                <a:gd name="connsiteY198-33720" fmla="*/ 478091 h 1087484"/>
                <a:gd name="connsiteX199-33721" fmla="*/ 1159268 w 3024845"/>
                <a:gd name="connsiteY199-33722" fmla="*/ 508355 h 1087484"/>
                <a:gd name="connsiteX200-33723" fmla="*/ 1160028 w 3024845"/>
                <a:gd name="connsiteY200-33724" fmla="*/ 508355 h 1087484"/>
                <a:gd name="connsiteX201-33725" fmla="*/ 1165348 w 3024845"/>
                <a:gd name="connsiteY201-33726" fmla="*/ 508355 h 1087484"/>
                <a:gd name="connsiteX202-33727" fmla="*/ 1165348 w 3024845"/>
                <a:gd name="connsiteY202-33728" fmla="*/ 509166 h 1087484"/>
                <a:gd name="connsiteX203-33729" fmla="*/ 1165348 w 3024845"/>
                <a:gd name="connsiteY203-33730" fmla="*/ 514841 h 1087484"/>
                <a:gd name="connsiteX204-33731" fmla="*/ 1166361 w 3024845"/>
                <a:gd name="connsiteY204-33732" fmla="*/ 514841 h 1087484"/>
                <a:gd name="connsiteX205-33733" fmla="*/ 1173454 w 3024845"/>
                <a:gd name="connsiteY205-33734" fmla="*/ 514841 h 1087484"/>
                <a:gd name="connsiteX206-33735" fmla="*/ 1173454 w 3024845"/>
                <a:gd name="connsiteY206-33736" fmla="*/ 545106 h 1087484"/>
                <a:gd name="connsiteX207-33737" fmla="*/ 1175481 w 3024845"/>
                <a:gd name="connsiteY207-33738" fmla="*/ 545106 h 1087484"/>
                <a:gd name="connsiteX208-33739" fmla="*/ 1189668 w 3024845"/>
                <a:gd name="connsiteY208-33740" fmla="*/ 545106 h 1087484"/>
                <a:gd name="connsiteX209-33741" fmla="*/ 1189668 w 3024845"/>
                <a:gd name="connsiteY209-33742" fmla="*/ 568885 h 1087484"/>
                <a:gd name="connsiteX210-33743" fmla="*/ 1191695 w 3024845"/>
                <a:gd name="connsiteY210-33744" fmla="*/ 570506 h 1087484"/>
                <a:gd name="connsiteX211-33745" fmla="*/ 1191695 w 3024845"/>
                <a:gd name="connsiteY211-33746" fmla="*/ 581856 h 1087484"/>
                <a:gd name="connsiteX212-33747" fmla="*/ 1192455 w 3024845"/>
                <a:gd name="connsiteY212-33748" fmla="*/ 581856 h 1087484"/>
                <a:gd name="connsiteX213-33749" fmla="*/ 1197775 w 3024845"/>
                <a:gd name="connsiteY213-33750" fmla="*/ 581856 h 1087484"/>
                <a:gd name="connsiteX214-33751" fmla="*/ 1197775 w 3024845"/>
                <a:gd name="connsiteY214-33752" fmla="*/ 605635 h 1087484"/>
                <a:gd name="connsiteX215-33753" fmla="*/ 1199041 w 3024845"/>
                <a:gd name="connsiteY215-33754" fmla="*/ 605635 h 1087484"/>
                <a:gd name="connsiteX216-33755" fmla="*/ 1207908 w 3024845"/>
                <a:gd name="connsiteY216-33756" fmla="*/ 605635 h 1087484"/>
                <a:gd name="connsiteX217-33757" fmla="*/ 1209935 w 3024845"/>
                <a:gd name="connsiteY217-33758" fmla="*/ 609689 h 1087484"/>
                <a:gd name="connsiteX218-33759" fmla="*/ 1209935 w 3024845"/>
                <a:gd name="connsiteY218-33760" fmla="*/ 622930 h 1087484"/>
                <a:gd name="connsiteX219-33761" fmla="*/ 1211455 w 3024845"/>
                <a:gd name="connsiteY219-33762" fmla="*/ 621038 h 1087484"/>
                <a:gd name="connsiteX220-33763" fmla="*/ 1222095 w 3024845"/>
                <a:gd name="connsiteY220-33764" fmla="*/ 607797 h 1087484"/>
                <a:gd name="connsiteX221-33765" fmla="*/ 1250469 w 3024845"/>
                <a:gd name="connsiteY221-33766" fmla="*/ 607797 h 1087484"/>
                <a:gd name="connsiteX222-33767" fmla="*/ 1250469 w 3024845"/>
                <a:gd name="connsiteY222-33768" fmla="*/ 694268 h 1087484"/>
                <a:gd name="connsiteX223-33769" fmla="*/ 1251229 w 3024845"/>
                <a:gd name="connsiteY223-33770" fmla="*/ 694268 h 1087484"/>
                <a:gd name="connsiteX224-33771" fmla="*/ 1256549 w 3024845"/>
                <a:gd name="connsiteY224-33772" fmla="*/ 694268 h 1087484"/>
                <a:gd name="connsiteX225-33773" fmla="*/ 1257309 w 3024845"/>
                <a:gd name="connsiteY225-33774" fmla="*/ 692917 h 1087484"/>
                <a:gd name="connsiteX226-33775" fmla="*/ 1262629 w 3024845"/>
                <a:gd name="connsiteY226-33776" fmla="*/ 683459 h 1087484"/>
                <a:gd name="connsiteX227-33777" fmla="*/ 1262629 w 3024845"/>
                <a:gd name="connsiteY227-33778" fmla="*/ 685351 h 1087484"/>
                <a:gd name="connsiteX228-33779" fmla="*/ 1262629 w 3024845"/>
                <a:gd name="connsiteY228-33780" fmla="*/ 698592 h 1087484"/>
                <a:gd name="connsiteX229-33781" fmla="*/ 1266682 w 3024845"/>
                <a:gd name="connsiteY229-33782" fmla="*/ 653195 h 1087484"/>
                <a:gd name="connsiteX230-33783" fmla="*/ 1267442 w 3024845"/>
                <a:gd name="connsiteY230-33784" fmla="*/ 653195 h 1087484"/>
                <a:gd name="connsiteX231-33785" fmla="*/ 1272762 w 3024845"/>
                <a:gd name="connsiteY231-33786" fmla="*/ 653195 h 1087484"/>
                <a:gd name="connsiteX232-33787" fmla="*/ 1272762 w 3024845"/>
                <a:gd name="connsiteY232-33788" fmla="*/ 588341 h 1087484"/>
                <a:gd name="connsiteX233-33789" fmla="*/ 1273776 w 3024845"/>
                <a:gd name="connsiteY233-33790" fmla="*/ 588341 h 1087484"/>
                <a:gd name="connsiteX234-33791" fmla="*/ 1280869 w 3024845"/>
                <a:gd name="connsiteY234-33792" fmla="*/ 588341 h 1087484"/>
                <a:gd name="connsiteX235-33793" fmla="*/ 1293029 w 3024845"/>
                <a:gd name="connsiteY235-33794" fmla="*/ 545106 h 1087484"/>
                <a:gd name="connsiteX236-33795" fmla="*/ 1294296 w 3024845"/>
                <a:gd name="connsiteY236-33796" fmla="*/ 545106 h 1087484"/>
                <a:gd name="connsiteX237-33797" fmla="*/ 1303163 w 3024845"/>
                <a:gd name="connsiteY237-33798" fmla="*/ 545106 h 1087484"/>
                <a:gd name="connsiteX238-33799" fmla="*/ 1313296 w 3024845"/>
                <a:gd name="connsiteY238-33800" fmla="*/ 588341 h 1087484"/>
                <a:gd name="connsiteX239-33801" fmla="*/ 1314309 w 3024845"/>
                <a:gd name="connsiteY239-33802" fmla="*/ 588341 h 1087484"/>
                <a:gd name="connsiteX240-33803" fmla="*/ 1321403 w 3024845"/>
                <a:gd name="connsiteY240-33804" fmla="*/ 588341 h 1087484"/>
                <a:gd name="connsiteX241-33805" fmla="*/ 1321403 w 3024845"/>
                <a:gd name="connsiteY241-33806" fmla="*/ 627253 h 1087484"/>
                <a:gd name="connsiteX242-33807" fmla="*/ 1323176 w 3024845"/>
                <a:gd name="connsiteY242-33808" fmla="*/ 627253 h 1087484"/>
                <a:gd name="connsiteX243-33809" fmla="*/ 1335590 w 3024845"/>
                <a:gd name="connsiteY243-33810" fmla="*/ 627253 h 1087484"/>
                <a:gd name="connsiteX244-33811" fmla="*/ 1335590 w 3024845"/>
                <a:gd name="connsiteY244-33812" fmla="*/ 629415 h 1087484"/>
                <a:gd name="connsiteX245-33813" fmla="*/ 1335590 w 3024845"/>
                <a:gd name="connsiteY245-33814" fmla="*/ 644547 h 1087484"/>
                <a:gd name="connsiteX246-33815" fmla="*/ 1339643 w 3024845"/>
                <a:gd name="connsiteY246-33816" fmla="*/ 642386 h 1087484"/>
                <a:gd name="connsiteX247-33817" fmla="*/ 1339643 w 3024845"/>
                <a:gd name="connsiteY247-33818" fmla="*/ 627253 h 1087484"/>
                <a:gd name="connsiteX248-33819" fmla="*/ 1341163 w 3024845"/>
                <a:gd name="connsiteY248-33820" fmla="*/ 627253 h 1087484"/>
                <a:gd name="connsiteX249-33821" fmla="*/ 1351803 w 3024845"/>
                <a:gd name="connsiteY249-33822" fmla="*/ 627253 h 1087484"/>
                <a:gd name="connsiteX250-33823" fmla="*/ 1351803 w 3024845"/>
                <a:gd name="connsiteY250-33824" fmla="*/ 628874 h 1087484"/>
                <a:gd name="connsiteX251-33825" fmla="*/ 1351803 w 3024845"/>
                <a:gd name="connsiteY251-33826" fmla="*/ 640224 h 1087484"/>
                <a:gd name="connsiteX252-33827" fmla="*/ 1382204 w 3024845"/>
                <a:gd name="connsiteY252-33828" fmla="*/ 640224 h 1087484"/>
                <a:gd name="connsiteX253-33829" fmla="*/ 1382204 w 3024845"/>
                <a:gd name="connsiteY253-33830" fmla="*/ 603474 h 1087484"/>
                <a:gd name="connsiteX254-33831" fmla="*/ 1383470 w 3024845"/>
                <a:gd name="connsiteY254-33832" fmla="*/ 603474 h 1087484"/>
                <a:gd name="connsiteX255-33833" fmla="*/ 1392337 w 3024845"/>
                <a:gd name="connsiteY255-33834" fmla="*/ 603474 h 1087484"/>
                <a:gd name="connsiteX256-33835" fmla="*/ 1392337 w 3024845"/>
                <a:gd name="connsiteY256-33836" fmla="*/ 625091 h 1087484"/>
                <a:gd name="connsiteX257-33837" fmla="*/ 1394364 w 3024845"/>
                <a:gd name="connsiteY257-33838" fmla="*/ 592665 h 1087484"/>
                <a:gd name="connsiteX258-33839" fmla="*/ 1416657 w 3024845"/>
                <a:gd name="connsiteY258-33840" fmla="*/ 592665 h 1087484"/>
                <a:gd name="connsiteX259-33841" fmla="*/ 1416657 w 3024845"/>
                <a:gd name="connsiteY259-33842" fmla="*/ 591043 h 1087484"/>
                <a:gd name="connsiteX260-33843" fmla="*/ 1416657 w 3024845"/>
                <a:gd name="connsiteY260-33844" fmla="*/ 579694 h 1087484"/>
                <a:gd name="connsiteX261-33845" fmla="*/ 1417417 w 3024845"/>
                <a:gd name="connsiteY261-33846" fmla="*/ 579694 h 1087484"/>
                <a:gd name="connsiteX262-33847" fmla="*/ 1422737 w 3024845"/>
                <a:gd name="connsiteY262-33848" fmla="*/ 579694 h 1087484"/>
                <a:gd name="connsiteX263-33849" fmla="*/ 1422737 w 3024845"/>
                <a:gd name="connsiteY263-33850" fmla="*/ 577803 h 1087484"/>
                <a:gd name="connsiteX264-33851" fmla="*/ 1422737 w 3024845"/>
                <a:gd name="connsiteY264-33852" fmla="*/ 564562 h 1087484"/>
                <a:gd name="connsiteX265-33853" fmla="*/ 1426791 w 3024845"/>
                <a:gd name="connsiteY265-33854" fmla="*/ 571047 h 1087484"/>
                <a:gd name="connsiteX266-33855" fmla="*/ 1429071 w 3024845"/>
                <a:gd name="connsiteY266-33856" fmla="*/ 571047 h 1087484"/>
                <a:gd name="connsiteX267-33857" fmla="*/ 1445031 w 3024845"/>
                <a:gd name="connsiteY267-33858" fmla="*/ 571047 h 1087484"/>
                <a:gd name="connsiteX268-33859" fmla="*/ 1445031 w 3024845"/>
                <a:gd name="connsiteY268-33860" fmla="*/ 570236 h 1087484"/>
                <a:gd name="connsiteX269-33861" fmla="*/ 1445031 w 3024845"/>
                <a:gd name="connsiteY269-33862" fmla="*/ 564562 h 1087484"/>
                <a:gd name="connsiteX270-33863" fmla="*/ 1445791 w 3024845"/>
                <a:gd name="connsiteY270-33864" fmla="*/ 564562 h 1087484"/>
                <a:gd name="connsiteX271-33865" fmla="*/ 1451111 w 3024845"/>
                <a:gd name="connsiteY271-33866" fmla="*/ 564562 h 1087484"/>
                <a:gd name="connsiteX272-33867" fmla="*/ 1451111 w 3024845"/>
                <a:gd name="connsiteY272-33868" fmla="*/ 565913 h 1087484"/>
                <a:gd name="connsiteX273-33869" fmla="*/ 1451111 w 3024845"/>
                <a:gd name="connsiteY273-33870" fmla="*/ 575371 h 1087484"/>
                <a:gd name="connsiteX274-33871" fmla="*/ 1489618 w 3024845"/>
                <a:gd name="connsiteY274-33872" fmla="*/ 575371 h 1087484"/>
                <a:gd name="connsiteX275-33873" fmla="*/ 1489618 w 3024845"/>
                <a:gd name="connsiteY275-33874" fmla="*/ 713724 h 1087484"/>
                <a:gd name="connsiteX276-33875" fmla="*/ 1491138 w 3024845"/>
                <a:gd name="connsiteY276-33876" fmla="*/ 713724 h 1087484"/>
                <a:gd name="connsiteX277-33877" fmla="*/ 1501778 w 3024845"/>
                <a:gd name="connsiteY277-33878" fmla="*/ 713724 h 1087484"/>
                <a:gd name="connsiteX278-33879" fmla="*/ 1501778 w 3024845"/>
                <a:gd name="connsiteY278-33880" fmla="*/ 700754 h 1087484"/>
                <a:gd name="connsiteX279-33881" fmla="*/ 1505832 w 3024845"/>
                <a:gd name="connsiteY279-33882" fmla="*/ 700754 h 1087484"/>
                <a:gd name="connsiteX280-33883" fmla="*/ 1505832 w 3024845"/>
                <a:gd name="connsiteY280-33884" fmla="*/ 713724 h 1087484"/>
                <a:gd name="connsiteX281-33885" fmla="*/ 1536232 w 3024845"/>
                <a:gd name="connsiteY281-33886" fmla="*/ 713724 h 1087484"/>
                <a:gd name="connsiteX282-33887" fmla="*/ 1536232 w 3024845"/>
                <a:gd name="connsiteY282-33888" fmla="*/ 683459 h 1087484"/>
                <a:gd name="connsiteX283-33889" fmla="*/ 1548392 w 3024845"/>
                <a:gd name="connsiteY283-33890" fmla="*/ 683459 h 1087484"/>
                <a:gd name="connsiteX284-33891" fmla="*/ 1560552 w 3024845"/>
                <a:gd name="connsiteY284-33892" fmla="*/ 681298 h 1087484"/>
                <a:gd name="connsiteX285-33893" fmla="*/ 1564606 w 3024845"/>
                <a:gd name="connsiteY285-33894" fmla="*/ 683459 h 1087484"/>
                <a:gd name="connsiteX286-33895" fmla="*/ 1574739 w 3024845"/>
                <a:gd name="connsiteY286-33896" fmla="*/ 683459 h 1087484"/>
                <a:gd name="connsiteX287-33897" fmla="*/ 1574739 w 3024845"/>
                <a:gd name="connsiteY287-33898" fmla="*/ 713724 h 1087484"/>
                <a:gd name="connsiteX288-33899" fmla="*/ 1582846 w 3024845"/>
                <a:gd name="connsiteY288-33900" fmla="*/ 713724 h 1087484"/>
                <a:gd name="connsiteX289-33901" fmla="*/ 1582846 w 3024845"/>
                <a:gd name="connsiteY289-33902" fmla="*/ 731019 h 1087484"/>
                <a:gd name="connsiteX290-33903" fmla="*/ 1592182 w 3024845"/>
                <a:gd name="connsiteY290-33904" fmla="*/ 731924 h 1087484"/>
                <a:gd name="connsiteX291-33905" fmla="*/ 1605140 w 3024845"/>
                <a:gd name="connsiteY291-33906" fmla="*/ 731924 h 1087484"/>
                <a:gd name="connsiteX292-33907" fmla="*/ 1605140 w 3024845"/>
                <a:gd name="connsiteY292-33908" fmla="*/ 715886 h 1087484"/>
                <a:gd name="connsiteX293-33909" fmla="*/ 1673096 w 3024845"/>
                <a:gd name="connsiteY293-33910" fmla="*/ 715886 h 1087484"/>
                <a:gd name="connsiteX294-33911" fmla="*/ 1673096 w 3024845"/>
                <a:gd name="connsiteY294-33912" fmla="*/ 630633 h 1087484"/>
                <a:gd name="connsiteX295-33913" fmla="*/ 1745104 w 3024845"/>
                <a:gd name="connsiteY295-33914" fmla="*/ 630633 h 1087484"/>
                <a:gd name="connsiteX296-33915" fmla="*/ 1745104 w 3024845"/>
                <a:gd name="connsiteY296-33916" fmla="*/ 709401 h 1087484"/>
                <a:gd name="connsiteX297-33917" fmla="*/ 1747008 w 3024845"/>
                <a:gd name="connsiteY297-33918" fmla="*/ 709401 h 1087484"/>
                <a:gd name="connsiteX298-33919" fmla="*/ 1748250 w 3024845"/>
                <a:gd name="connsiteY298-33920" fmla="*/ 731924 h 1087484"/>
                <a:gd name="connsiteX299-33921" fmla="*/ 1757926 w 3024845"/>
                <a:gd name="connsiteY299-33922" fmla="*/ 731924 h 1087484"/>
                <a:gd name="connsiteX300-33923" fmla="*/ 1759168 w 3024845"/>
                <a:gd name="connsiteY300-33924" fmla="*/ 709401 h 1087484"/>
                <a:gd name="connsiteX301-33925" fmla="*/ 1765248 w 3024845"/>
                <a:gd name="connsiteY301-33926" fmla="*/ 709401 h 1087484"/>
                <a:gd name="connsiteX302-33927" fmla="*/ 1766490 w 3024845"/>
                <a:gd name="connsiteY302-33928" fmla="*/ 731924 h 1087484"/>
                <a:gd name="connsiteX303-33929" fmla="*/ 1817112 w 3024845"/>
                <a:gd name="connsiteY303-33930" fmla="*/ 731924 h 1087484"/>
                <a:gd name="connsiteX304-33931" fmla="*/ 1817112 w 3024845"/>
                <a:gd name="connsiteY304-33932" fmla="*/ 568896 h 1087484"/>
                <a:gd name="connsiteX305-33933" fmla="*/ 2014439 w 3024845"/>
                <a:gd name="connsiteY305-33934" fmla="*/ 568896 h 1087484"/>
                <a:gd name="connsiteX306-33935" fmla="*/ 2014439 w 3024845"/>
                <a:gd name="connsiteY306-33936" fmla="*/ 731924 h 1087484"/>
                <a:gd name="connsiteX307-33937" fmla="*/ 2033136 w 3024845"/>
                <a:gd name="connsiteY307-33938" fmla="*/ 731924 h 1087484"/>
                <a:gd name="connsiteX308-33939" fmla="*/ 2033136 w 3024845"/>
                <a:gd name="connsiteY308-33940" fmla="*/ 649231 h 1087484"/>
                <a:gd name="connsiteX309-33941" fmla="*/ 2128256 w 3024845"/>
                <a:gd name="connsiteY309-33942" fmla="*/ 649231 h 1087484"/>
                <a:gd name="connsiteX310-33943" fmla="*/ 2146266 w 3024845"/>
                <a:gd name="connsiteY310-33944" fmla="*/ 160309 h 1087484"/>
                <a:gd name="connsiteX311-33945" fmla="*/ 2150320 w 3024845"/>
                <a:gd name="connsiteY311-33946" fmla="*/ 88970 h 1087484"/>
                <a:gd name="connsiteX312-33947" fmla="*/ 2152346 w 3024845"/>
                <a:gd name="connsiteY312-33948" fmla="*/ 28441 h 1087484"/>
                <a:gd name="connsiteX313-33949" fmla="*/ 2180720 w 3024845"/>
                <a:gd name="connsiteY313-33950" fmla="*/ 584018 h 1087484"/>
                <a:gd name="connsiteX314-33951" fmla="*/ 2245574 w 3024845"/>
                <a:gd name="connsiteY314-33952" fmla="*/ 584018 h 1087484"/>
                <a:gd name="connsiteX315-33953" fmla="*/ 2245574 w 3024845"/>
                <a:gd name="connsiteY315-33954" fmla="*/ 659680 h 1087484"/>
                <a:gd name="connsiteX316-33955" fmla="*/ 2253681 w 3024845"/>
                <a:gd name="connsiteY316-33956" fmla="*/ 659680 h 1087484"/>
                <a:gd name="connsiteX317-33957" fmla="*/ 2255708 w 3024845"/>
                <a:gd name="connsiteY317-33958" fmla="*/ 653195 h 1087484"/>
                <a:gd name="connsiteX318-33959" fmla="*/ 2261788 w 3024845"/>
                <a:gd name="connsiteY318-33960" fmla="*/ 653195 h 1087484"/>
                <a:gd name="connsiteX319-33961" fmla="*/ 2263815 w 3024845"/>
                <a:gd name="connsiteY319-33962" fmla="*/ 661842 h 1087484"/>
                <a:gd name="connsiteX320-33963" fmla="*/ 2275975 w 3024845"/>
                <a:gd name="connsiteY320-33964" fmla="*/ 661842 h 1087484"/>
                <a:gd name="connsiteX321-33965" fmla="*/ 2275975 w 3024845"/>
                <a:gd name="connsiteY321-33966" fmla="*/ 655356 h 1087484"/>
                <a:gd name="connsiteX322-33967" fmla="*/ 2298268 w 3024845"/>
                <a:gd name="connsiteY322-33968" fmla="*/ 655356 h 1087484"/>
                <a:gd name="connsiteX323-33969" fmla="*/ 2298268 w 3024845"/>
                <a:gd name="connsiteY323-33970" fmla="*/ 661842 h 1087484"/>
                <a:gd name="connsiteX324-33971" fmla="*/ 2318535 w 3024845"/>
                <a:gd name="connsiteY324-33972" fmla="*/ 661842 h 1087484"/>
                <a:gd name="connsiteX325-33973" fmla="*/ 2318535 w 3024845"/>
                <a:gd name="connsiteY325-33974" fmla="*/ 707239 h 1087484"/>
                <a:gd name="connsiteX326-33975" fmla="*/ 2332722 w 3024845"/>
                <a:gd name="connsiteY326-33976" fmla="*/ 707239 h 1087484"/>
                <a:gd name="connsiteX327-33977" fmla="*/ 2332722 w 3024845"/>
                <a:gd name="connsiteY327-33978" fmla="*/ 694268 h 1087484"/>
                <a:gd name="connsiteX328-33979" fmla="*/ 2348936 w 3024845"/>
                <a:gd name="connsiteY328-33980" fmla="*/ 694268 h 1087484"/>
                <a:gd name="connsiteX329-33981" fmla="*/ 2348936 w 3024845"/>
                <a:gd name="connsiteY329-33982" fmla="*/ 514841 h 1087484"/>
                <a:gd name="connsiteX330-33983" fmla="*/ 2355016 w 3024845"/>
                <a:gd name="connsiteY330-33984" fmla="*/ 508355 h 1087484"/>
                <a:gd name="connsiteX331-33985" fmla="*/ 2427977 w 3024845"/>
                <a:gd name="connsiteY331-33986" fmla="*/ 508355 h 1087484"/>
                <a:gd name="connsiteX332-33987" fmla="*/ 2427977 w 3024845"/>
                <a:gd name="connsiteY332-33988" fmla="*/ 517003 h 1087484"/>
                <a:gd name="connsiteX333-33989" fmla="*/ 2438110 w 3024845"/>
                <a:gd name="connsiteY333-33990" fmla="*/ 517003 h 1087484"/>
                <a:gd name="connsiteX334-33991" fmla="*/ 2438110 w 3024845"/>
                <a:gd name="connsiteY334-33992" fmla="*/ 631577 h 1087484"/>
                <a:gd name="connsiteX335-33993" fmla="*/ 2460404 w 3024845"/>
                <a:gd name="connsiteY335-33994" fmla="*/ 631577 h 1087484"/>
                <a:gd name="connsiteX336-33995" fmla="*/ 2460404 w 3024845"/>
                <a:gd name="connsiteY336-33996" fmla="*/ 564562 h 1087484"/>
                <a:gd name="connsiteX337-33997" fmla="*/ 2486751 w 3024845"/>
                <a:gd name="connsiteY337-33998" fmla="*/ 564562 h 1087484"/>
                <a:gd name="connsiteX338-33999" fmla="*/ 2490804 w 3024845"/>
                <a:gd name="connsiteY338-34000" fmla="*/ 560238 h 1087484"/>
                <a:gd name="connsiteX339-34001" fmla="*/ 2498911 w 3024845"/>
                <a:gd name="connsiteY339-34002" fmla="*/ 560238 h 1087484"/>
                <a:gd name="connsiteX340-34003" fmla="*/ 2502964 w 3024845"/>
                <a:gd name="connsiteY340-34004" fmla="*/ 564562 h 1087484"/>
                <a:gd name="connsiteX341-34005" fmla="*/ 2525258 w 3024845"/>
                <a:gd name="connsiteY341-34006" fmla="*/ 564562 h 1087484"/>
                <a:gd name="connsiteX342-34007" fmla="*/ 2525258 w 3024845"/>
                <a:gd name="connsiteY342-34008" fmla="*/ 447826 h 1087484"/>
                <a:gd name="connsiteX343-34009" fmla="*/ 2582005 w 3024845"/>
                <a:gd name="connsiteY343-34010" fmla="*/ 437017 h 1087484"/>
                <a:gd name="connsiteX344-34011" fmla="*/ 2582005 w 3024845"/>
                <a:gd name="connsiteY344-34012" fmla="*/ 438098 h 1087484"/>
                <a:gd name="connsiteX345-34013" fmla="*/ 2582005 w 3024845"/>
                <a:gd name="connsiteY345-34014" fmla="*/ 445664 h 1087484"/>
                <a:gd name="connsiteX346-34015" fmla="*/ 2608352 w 3024845"/>
                <a:gd name="connsiteY346-34016" fmla="*/ 445664 h 1087484"/>
                <a:gd name="connsiteX347-34017" fmla="*/ 2608352 w 3024845"/>
                <a:gd name="connsiteY347-34018" fmla="*/ 700754 h 1087484"/>
                <a:gd name="connsiteX348-34019" fmla="*/ 2630646 w 3024845"/>
                <a:gd name="connsiteY348-34020" fmla="*/ 700754 h 1087484"/>
                <a:gd name="connsiteX349-34021" fmla="*/ 2630646 w 3024845"/>
                <a:gd name="connsiteY349-34022" fmla="*/ 696430 h 1087484"/>
                <a:gd name="connsiteX350-34023" fmla="*/ 2642806 w 3024845"/>
                <a:gd name="connsiteY350-34024" fmla="*/ 696430 h 1087484"/>
                <a:gd name="connsiteX351-34025" fmla="*/ 2642806 w 3024845"/>
                <a:gd name="connsiteY351-34026" fmla="*/ 700754 h 1087484"/>
                <a:gd name="connsiteX352-34027" fmla="*/ 2667126 w 3024845"/>
                <a:gd name="connsiteY352-34028" fmla="*/ 700754 h 1087484"/>
                <a:gd name="connsiteX353-34029" fmla="*/ 2667126 w 3024845"/>
                <a:gd name="connsiteY353-34030" fmla="*/ 687783 h 1087484"/>
                <a:gd name="connsiteX354-34031" fmla="*/ 2695500 w 3024845"/>
                <a:gd name="connsiteY354-34032" fmla="*/ 687783 h 1087484"/>
                <a:gd name="connsiteX355-34033" fmla="*/ 2707660 w 3024845"/>
                <a:gd name="connsiteY355-34034" fmla="*/ 683459 h 1087484"/>
                <a:gd name="connsiteX356-34035" fmla="*/ 2727927 w 3024845"/>
                <a:gd name="connsiteY356-34036" fmla="*/ 687783 h 1087484"/>
                <a:gd name="connsiteX357-34037" fmla="*/ 2727927 w 3024845"/>
                <a:gd name="connsiteY357-34038" fmla="*/ 670489 h 1087484"/>
                <a:gd name="connsiteX358-34039" fmla="*/ 2736034 w 3024845"/>
                <a:gd name="connsiteY358-34040" fmla="*/ 670489 h 1087484"/>
                <a:gd name="connsiteX359-34041" fmla="*/ 2736034 w 3024845"/>
                <a:gd name="connsiteY359-34042" fmla="*/ 657518 h 1087484"/>
                <a:gd name="connsiteX360-34043" fmla="*/ 2792781 w 3024845"/>
                <a:gd name="connsiteY360-34044" fmla="*/ 657518 h 1087484"/>
                <a:gd name="connsiteX361-34045" fmla="*/ 2792781 w 3024845"/>
                <a:gd name="connsiteY361-34046" fmla="*/ 627253 h 1087484"/>
                <a:gd name="connsiteX362-34047" fmla="*/ 2811021 w 3024845"/>
                <a:gd name="connsiteY362-34048" fmla="*/ 627253 h 1087484"/>
                <a:gd name="connsiteX363-34049" fmla="*/ 2811021 w 3024845"/>
                <a:gd name="connsiteY363-34050" fmla="*/ 620768 h 1087484"/>
                <a:gd name="connsiteX364-34051" fmla="*/ 2823181 w 3024845"/>
                <a:gd name="connsiteY364-34052" fmla="*/ 620768 h 1087484"/>
                <a:gd name="connsiteX365-34053" fmla="*/ 2823181 w 3024845"/>
                <a:gd name="connsiteY365-34054" fmla="*/ 627253 h 1087484"/>
                <a:gd name="connsiteX366-34055" fmla="*/ 2839395 w 3024845"/>
                <a:gd name="connsiteY366-34056" fmla="*/ 627253 h 1087484"/>
                <a:gd name="connsiteX367-34057" fmla="*/ 2839395 w 3024845"/>
                <a:gd name="connsiteY367-34058" fmla="*/ 676974 h 1087484"/>
                <a:gd name="connsiteX368-34059" fmla="*/ 2871822 w 3024845"/>
                <a:gd name="connsiteY368-34060" fmla="*/ 676974 h 1087484"/>
                <a:gd name="connsiteX369-34061" fmla="*/ 2871822 w 3024845"/>
                <a:gd name="connsiteY369-34062" fmla="*/ 651033 h 1087484"/>
                <a:gd name="connsiteX370-34063" fmla="*/ 2910329 w 3024845"/>
                <a:gd name="connsiteY370-34064" fmla="*/ 651033 h 1087484"/>
                <a:gd name="connsiteX371-34065" fmla="*/ 2910329 w 3024845"/>
                <a:gd name="connsiteY371-34066" fmla="*/ 620768 h 1087484"/>
                <a:gd name="connsiteX372-34067" fmla="*/ 2958970 w 3024845"/>
                <a:gd name="connsiteY372-34068" fmla="*/ 620768 h 1087484"/>
                <a:gd name="connsiteX373-34069" fmla="*/ 2958970 w 3024845"/>
                <a:gd name="connsiteY373-34070" fmla="*/ 731924 h 1087484"/>
                <a:gd name="connsiteX374-34071" fmla="*/ 2958970 w 3024845"/>
                <a:gd name="connsiteY374-34072" fmla="*/ 745703 h 1087484"/>
                <a:gd name="connsiteX375-34073" fmla="*/ 3024845 w 3024845"/>
                <a:gd name="connsiteY375-34074" fmla="*/ 745703 h 1087484"/>
                <a:gd name="connsiteX376-34075" fmla="*/ 3024845 w 3024845"/>
                <a:gd name="connsiteY376-34076" fmla="*/ 1087484 h 1087484"/>
                <a:gd name="connsiteX377-34077" fmla="*/ 2054 w 3024845"/>
                <a:gd name="connsiteY377-34078" fmla="*/ 1085151 h 1087484"/>
                <a:gd name="connsiteX378-34079" fmla="*/ 0 w 3024845"/>
                <a:gd name="connsiteY378-34080" fmla="*/ 651033 h 1087484"/>
                <a:gd name="connsiteX379-34081" fmla="*/ 20267 w 3024845"/>
                <a:gd name="connsiteY379-34082" fmla="*/ 651033 h 1087484"/>
                <a:gd name="connsiteX380-34083" fmla="*/ 20774 w 3024845"/>
                <a:gd name="connsiteY380-34084" fmla="*/ 649952 h 1087484"/>
                <a:gd name="connsiteX381-34085" fmla="*/ 24320 w 3024845"/>
                <a:gd name="connsiteY381-34086" fmla="*/ 642386 h 1087484"/>
                <a:gd name="connsiteX382-34087" fmla="*/ 26094 w 3024845"/>
                <a:gd name="connsiteY382-34088" fmla="*/ 642656 h 1087484"/>
                <a:gd name="connsiteX383-34089" fmla="*/ 38507 w 3024845"/>
                <a:gd name="connsiteY383-34090" fmla="*/ 644547 h 1087484"/>
                <a:gd name="connsiteX384-34091" fmla="*/ 39014 w 3024845"/>
                <a:gd name="connsiteY384-34092" fmla="*/ 645899 h 1087484"/>
                <a:gd name="connsiteX385-34093" fmla="*/ 42560 w 3024845"/>
                <a:gd name="connsiteY385-34094" fmla="*/ 655356 h 1087484"/>
                <a:gd name="connsiteX386-34095" fmla="*/ 68907 w 3024845"/>
                <a:gd name="connsiteY386-34096" fmla="*/ 657518 h 1087484"/>
                <a:gd name="connsiteX387-34097" fmla="*/ 68907 w 3024845"/>
                <a:gd name="connsiteY387-34098" fmla="*/ 534297 h 1087484"/>
                <a:gd name="connsiteX388-34099" fmla="*/ 70934 w 3024845"/>
                <a:gd name="connsiteY388-34100" fmla="*/ 534297 h 1087484"/>
                <a:gd name="connsiteX389-34101" fmla="*/ 85121 w 3024845"/>
                <a:gd name="connsiteY389-34102" fmla="*/ 534297 h 1087484"/>
                <a:gd name="connsiteX390-34103" fmla="*/ 85121 w 3024845"/>
                <a:gd name="connsiteY390-34104" fmla="*/ 398105 h 1087484"/>
                <a:gd name="connsiteX391-34105" fmla="*/ 86894 w 3024845"/>
                <a:gd name="connsiteY391-34106" fmla="*/ 398105 h 1087484"/>
                <a:gd name="connsiteX392-34107" fmla="*/ 99308 w 3024845"/>
                <a:gd name="connsiteY392-34108" fmla="*/ 398105 h 1087484"/>
                <a:gd name="connsiteX393-34109" fmla="*/ 99308 w 3024845"/>
                <a:gd name="connsiteY393-34110" fmla="*/ 283531 h 1087484"/>
                <a:gd name="connsiteX394-34111" fmla="*/ 103361 w 3024845"/>
                <a:gd name="connsiteY394-34112" fmla="*/ 255427 h 1087484"/>
                <a:gd name="connsiteX395-34113" fmla="*/ 105388 w 3024845"/>
                <a:gd name="connsiteY395-34114" fmla="*/ 255427 h 1087484"/>
                <a:gd name="connsiteX396-34115" fmla="*/ 119575 w 3024845"/>
                <a:gd name="connsiteY396-34116" fmla="*/ 255427 h 1087484"/>
                <a:gd name="connsiteX0-34117" fmla="*/ 119575 w 3024845"/>
                <a:gd name="connsiteY0-34118" fmla="*/ 200101 h 1032158"/>
                <a:gd name="connsiteX1-34119" fmla="*/ 200642 w 3024845"/>
                <a:gd name="connsiteY1-34120" fmla="*/ 197940 h 1032158"/>
                <a:gd name="connsiteX2-34121" fmla="*/ 202669 w 3024845"/>
                <a:gd name="connsiteY2-34122" fmla="*/ 197940 h 1032158"/>
                <a:gd name="connsiteX3-34123" fmla="*/ 216856 w 3024845"/>
                <a:gd name="connsiteY3-34124" fmla="*/ 197940 h 1032158"/>
                <a:gd name="connsiteX4-34125" fmla="*/ 216856 w 3024845"/>
                <a:gd name="connsiteY4-34126" fmla="*/ 221719 h 1032158"/>
                <a:gd name="connsiteX5-34127" fmla="*/ 217363 w 3024845"/>
                <a:gd name="connsiteY5-34128" fmla="*/ 222530 h 1032158"/>
                <a:gd name="connsiteX6-34129" fmla="*/ 220909 w 3024845"/>
                <a:gd name="connsiteY6-34130" fmla="*/ 228205 h 1032158"/>
                <a:gd name="connsiteX7-34131" fmla="*/ 220909 w 3024845"/>
                <a:gd name="connsiteY7-34132" fmla="*/ 342779 h 1032158"/>
                <a:gd name="connsiteX8-34133" fmla="*/ 223189 w 3024845"/>
                <a:gd name="connsiteY8-34134" fmla="*/ 342779 h 1032158"/>
                <a:gd name="connsiteX9-34135" fmla="*/ 239150 w 3024845"/>
                <a:gd name="connsiteY9-34136" fmla="*/ 342779 h 1032158"/>
                <a:gd name="connsiteX10-34137" fmla="*/ 239150 w 3024845"/>
                <a:gd name="connsiteY10-34138" fmla="*/ 483294 h 1032158"/>
                <a:gd name="connsiteX11-34139" fmla="*/ 240670 w 3024845"/>
                <a:gd name="connsiteY11-34140" fmla="*/ 483024 h 1032158"/>
                <a:gd name="connsiteX12-34141" fmla="*/ 251310 w 3024845"/>
                <a:gd name="connsiteY12-34142" fmla="*/ 481133 h 1032158"/>
                <a:gd name="connsiteX13-34143" fmla="*/ 249283 w 3024845"/>
                <a:gd name="connsiteY13-34144" fmla="*/ 569765 h 1032158"/>
                <a:gd name="connsiteX14-34145" fmla="*/ 250803 w 3024845"/>
                <a:gd name="connsiteY14-34146" fmla="*/ 570036 h 1032158"/>
                <a:gd name="connsiteX15-34147" fmla="*/ 261443 w 3024845"/>
                <a:gd name="connsiteY15-34148" fmla="*/ 571927 h 1032158"/>
                <a:gd name="connsiteX16-34149" fmla="*/ 261696 w 3024845"/>
                <a:gd name="connsiteY16-34150" fmla="*/ 572738 h 1032158"/>
                <a:gd name="connsiteX17-34151" fmla="*/ 263470 w 3024845"/>
                <a:gd name="connsiteY17-34152" fmla="*/ 578413 h 1032158"/>
                <a:gd name="connsiteX18-34153" fmla="*/ 264230 w 3024845"/>
                <a:gd name="connsiteY18-34154" fmla="*/ 575981 h 1032158"/>
                <a:gd name="connsiteX19-34155" fmla="*/ 269550 w 3024845"/>
                <a:gd name="connsiteY19-34156" fmla="*/ 558957 h 1032158"/>
                <a:gd name="connsiteX20-34157" fmla="*/ 271323 w 3024845"/>
                <a:gd name="connsiteY20-34158" fmla="*/ 558957 h 1032158"/>
                <a:gd name="connsiteX21-34159" fmla="*/ 283737 w 3024845"/>
                <a:gd name="connsiteY21-34160" fmla="*/ 558957 h 1032158"/>
                <a:gd name="connsiteX22-34161" fmla="*/ 283737 w 3024845"/>
                <a:gd name="connsiteY22-34162" fmla="*/ 591383 h 1032158"/>
                <a:gd name="connsiteX23-34163" fmla="*/ 284750 w 3024845"/>
                <a:gd name="connsiteY23-34164" fmla="*/ 591924 h 1032158"/>
                <a:gd name="connsiteX24-34165" fmla="*/ 291844 w 3024845"/>
                <a:gd name="connsiteY24-34166" fmla="*/ 595707 h 1032158"/>
                <a:gd name="connsiteX25-34167" fmla="*/ 291844 w 3024845"/>
                <a:gd name="connsiteY25-34168" fmla="*/ 597058 h 1032158"/>
                <a:gd name="connsiteX26-34169" fmla="*/ 291844 w 3024845"/>
                <a:gd name="connsiteY26-34170" fmla="*/ 606516 h 1032158"/>
                <a:gd name="connsiteX27-34171" fmla="*/ 336431 w 3024845"/>
                <a:gd name="connsiteY27-34172" fmla="*/ 606516 h 1032158"/>
                <a:gd name="connsiteX28-34173" fmla="*/ 336431 w 3024845"/>
                <a:gd name="connsiteY28-34174" fmla="*/ 607597 h 1032158"/>
                <a:gd name="connsiteX29-34175" fmla="*/ 336431 w 3024845"/>
                <a:gd name="connsiteY29-34176" fmla="*/ 615163 h 1032158"/>
                <a:gd name="connsiteX30-34177" fmla="*/ 338457 w 3024845"/>
                <a:gd name="connsiteY30-34178" fmla="*/ 615163 h 1032158"/>
                <a:gd name="connsiteX31-34179" fmla="*/ 352644 w 3024845"/>
                <a:gd name="connsiteY31-34180" fmla="*/ 615163 h 1032158"/>
                <a:gd name="connsiteX32-34181" fmla="*/ 352644 w 3024845"/>
                <a:gd name="connsiteY32-34182" fmla="*/ 584898 h 1032158"/>
                <a:gd name="connsiteX33-34183" fmla="*/ 397231 w 3024845"/>
                <a:gd name="connsiteY33-34184" fmla="*/ 584898 h 1032158"/>
                <a:gd name="connsiteX34-34185" fmla="*/ 397231 w 3024845"/>
                <a:gd name="connsiteY34-34186" fmla="*/ 583547 h 1032158"/>
                <a:gd name="connsiteX35-34187" fmla="*/ 397231 w 3024845"/>
                <a:gd name="connsiteY35-34188" fmla="*/ 574089 h 1032158"/>
                <a:gd name="connsiteX36-34189" fmla="*/ 398245 w 3024845"/>
                <a:gd name="connsiteY36-34190" fmla="*/ 574089 h 1032158"/>
                <a:gd name="connsiteX37-34191" fmla="*/ 405338 w 3024845"/>
                <a:gd name="connsiteY37-34192" fmla="*/ 574089 h 1032158"/>
                <a:gd name="connsiteX38-34193" fmla="*/ 405338 w 3024845"/>
                <a:gd name="connsiteY38-34194" fmla="*/ 572198 h 1032158"/>
                <a:gd name="connsiteX39-34195" fmla="*/ 405338 w 3024845"/>
                <a:gd name="connsiteY39-34196" fmla="*/ 558957 h 1032158"/>
                <a:gd name="connsiteX40-34197" fmla="*/ 406098 w 3024845"/>
                <a:gd name="connsiteY40-34198" fmla="*/ 558957 h 1032158"/>
                <a:gd name="connsiteX41-34199" fmla="*/ 411418 w 3024845"/>
                <a:gd name="connsiteY41-34200" fmla="*/ 558957 h 1032158"/>
                <a:gd name="connsiteX42-34201" fmla="*/ 411418 w 3024845"/>
                <a:gd name="connsiteY42-34202" fmla="*/ 557876 h 1032158"/>
                <a:gd name="connsiteX43-34203" fmla="*/ 411418 w 3024845"/>
                <a:gd name="connsiteY43-34204" fmla="*/ 550309 h 1032158"/>
                <a:gd name="connsiteX44-34205" fmla="*/ 413445 w 3024845"/>
                <a:gd name="connsiteY44-34206" fmla="*/ 550309 h 1032158"/>
                <a:gd name="connsiteX45-34207" fmla="*/ 427632 w 3024845"/>
                <a:gd name="connsiteY45-34208" fmla="*/ 550309 h 1032158"/>
                <a:gd name="connsiteX46-34209" fmla="*/ 427632 w 3024845"/>
                <a:gd name="connsiteY46-34210" fmla="*/ 551390 h 1032158"/>
                <a:gd name="connsiteX47-34211" fmla="*/ 427632 w 3024845"/>
                <a:gd name="connsiteY47-34212" fmla="*/ 558957 h 1032158"/>
                <a:gd name="connsiteX48-34213" fmla="*/ 449925 w 3024845"/>
                <a:gd name="connsiteY48-34214" fmla="*/ 558957 h 1032158"/>
                <a:gd name="connsiteX49-34215" fmla="*/ 449925 w 3024845"/>
                <a:gd name="connsiteY49-34216" fmla="*/ 557065 h 1032158"/>
                <a:gd name="connsiteX50-34217" fmla="*/ 449925 w 3024845"/>
                <a:gd name="connsiteY50-34218" fmla="*/ 543824 h 1032158"/>
                <a:gd name="connsiteX51-34219" fmla="*/ 451699 w 3024845"/>
                <a:gd name="connsiteY51-34220" fmla="*/ 543824 h 1032158"/>
                <a:gd name="connsiteX52-34221" fmla="*/ 464112 w 3024845"/>
                <a:gd name="connsiteY52-34222" fmla="*/ 543824 h 1032158"/>
                <a:gd name="connsiteX53-34223" fmla="*/ 464112 w 3024845"/>
                <a:gd name="connsiteY53-34224" fmla="*/ 567604 h 1032158"/>
                <a:gd name="connsiteX54-34225" fmla="*/ 465126 w 3024845"/>
                <a:gd name="connsiteY54-34226" fmla="*/ 567604 h 1032158"/>
                <a:gd name="connsiteX55-34227" fmla="*/ 472219 w 3024845"/>
                <a:gd name="connsiteY55-34228" fmla="*/ 567604 h 1032158"/>
                <a:gd name="connsiteX56-34229" fmla="*/ 472219 w 3024845"/>
                <a:gd name="connsiteY56-34230" fmla="*/ 566523 h 1032158"/>
                <a:gd name="connsiteX57-34231" fmla="*/ 472219 w 3024845"/>
                <a:gd name="connsiteY57-34232" fmla="*/ 558957 h 1032158"/>
                <a:gd name="connsiteX58-34233" fmla="*/ 473992 w 3024845"/>
                <a:gd name="connsiteY58-34234" fmla="*/ 558957 h 1032158"/>
                <a:gd name="connsiteX59-34235" fmla="*/ 486406 w 3024845"/>
                <a:gd name="connsiteY59-34236" fmla="*/ 558957 h 1032158"/>
                <a:gd name="connsiteX60-34237" fmla="*/ 486406 w 3024845"/>
                <a:gd name="connsiteY60-34238" fmla="*/ 584898 h 1032158"/>
                <a:gd name="connsiteX61-34239" fmla="*/ 488433 w 3024845"/>
                <a:gd name="connsiteY61-34240" fmla="*/ 584898 h 1032158"/>
                <a:gd name="connsiteX62-34241" fmla="*/ 502619 w 3024845"/>
                <a:gd name="connsiteY62-34242" fmla="*/ 584898 h 1032158"/>
                <a:gd name="connsiteX63-34243" fmla="*/ 502619 w 3024845"/>
                <a:gd name="connsiteY63-34244" fmla="*/ 586519 h 1032158"/>
                <a:gd name="connsiteX64-34245" fmla="*/ 502619 w 3024845"/>
                <a:gd name="connsiteY64-34246" fmla="*/ 597869 h 1032158"/>
                <a:gd name="connsiteX65-34247" fmla="*/ 503379 w 3024845"/>
                <a:gd name="connsiteY65-34248" fmla="*/ 597869 h 1032158"/>
                <a:gd name="connsiteX66-34249" fmla="*/ 508700 w 3024845"/>
                <a:gd name="connsiteY66-34250" fmla="*/ 597869 h 1032158"/>
                <a:gd name="connsiteX67-34251" fmla="*/ 508700 w 3024845"/>
                <a:gd name="connsiteY67-34252" fmla="*/ 597058 h 1032158"/>
                <a:gd name="connsiteX68-34253" fmla="*/ 508700 w 3024845"/>
                <a:gd name="connsiteY68-34254" fmla="*/ 591383 h 1032158"/>
                <a:gd name="connsiteX69-34255" fmla="*/ 539100 w 3024845"/>
                <a:gd name="connsiteY69-34256" fmla="*/ 591383 h 1032158"/>
                <a:gd name="connsiteX70-34257" fmla="*/ 539100 w 3024845"/>
                <a:gd name="connsiteY70-34258" fmla="*/ 615163 h 1032158"/>
                <a:gd name="connsiteX71-34259" fmla="*/ 540113 w 3024845"/>
                <a:gd name="connsiteY71-34260" fmla="*/ 615163 h 1032158"/>
                <a:gd name="connsiteX72-34261" fmla="*/ 547207 w 3024845"/>
                <a:gd name="connsiteY72-34262" fmla="*/ 615163 h 1032158"/>
                <a:gd name="connsiteX73-34263" fmla="*/ 547207 w 3024845"/>
                <a:gd name="connsiteY73-34264" fmla="*/ 616244 h 1032158"/>
                <a:gd name="connsiteX74-34265" fmla="*/ 547207 w 3024845"/>
                <a:gd name="connsiteY74-34266" fmla="*/ 623810 h 1032158"/>
                <a:gd name="connsiteX75-34267" fmla="*/ 547967 w 3024845"/>
                <a:gd name="connsiteY75-34268" fmla="*/ 623810 h 1032158"/>
                <a:gd name="connsiteX76-34269" fmla="*/ 553287 w 3024845"/>
                <a:gd name="connsiteY76-34270" fmla="*/ 623810 h 1032158"/>
                <a:gd name="connsiteX77-34271" fmla="*/ 553287 w 3024845"/>
                <a:gd name="connsiteY77-34272" fmla="*/ 621648 h 1032158"/>
                <a:gd name="connsiteX78-34273" fmla="*/ 553287 w 3024845"/>
                <a:gd name="connsiteY78-34274" fmla="*/ 606516 h 1032158"/>
                <a:gd name="connsiteX79-34275" fmla="*/ 554300 w 3024845"/>
                <a:gd name="connsiteY79-34276" fmla="*/ 606516 h 1032158"/>
                <a:gd name="connsiteX80-34277" fmla="*/ 561394 w 3024845"/>
                <a:gd name="connsiteY80-34278" fmla="*/ 606516 h 1032158"/>
                <a:gd name="connsiteX81-34279" fmla="*/ 561394 w 3024845"/>
                <a:gd name="connsiteY81-34280" fmla="*/ 607597 h 1032158"/>
                <a:gd name="connsiteX82-34281" fmla="*/ 561394 w 3024845"/>
                <a:gd name="connsiteY82-34282" fmla="*/ 615163 h 1032158"/>
                <a:gd name="connsiteX83-34283" fmla="*/ 566714 w 3024845"/>
                <a:gd name="connsiteY83-34284" fmla="*/ 613170 h 1032158"/>
                <a:gd name="connsiteX84-34285" fmla="*/ 567474 w 3024845"/>
                <a:gd name="connsiteY84-34286" fmla="*/ 612190 h 1032158"/>
                <a:gd name="connsiteX85-34287" fmla="*/ 567474 w 3024845"/>
                <a:gd name="connsiteY85-34288" fmla="*/ 606516 h 1032158"/>
                <a:gd name="connsiteX86-34289" fmla="*/ 605981 w 3024845"/>
                <a:gd name="connsiteY86-34290" fmla="*/ 606516 h 1032158"/>
                <a:gd name="connsiteX87-34291" fmla="*/ 605981 w 3024845"/>
                <a:gd name="connsiteY87-34292" fmla="*/ 630295 h 1032158"/>
                <a:gd name="connsiteX88-34293" fmla="*/ 608007 w 3024845"/>
                <a:gd name="connsiteY88-34294" fmla="*/ 630295 h 1032158"/>
                <a:gd name="connsiteX89-34295" fmla="*/ 622194 w 3024845"/>
                <a:gd name="connsiteY89-34296" fmla="*/ 630295 h 1032158"/>
                <a:gd name="connsiteX90-34297" fmla="*/ 622194 w 3024845"/>
                <a:gd name="connsiteY90-34298" fmla="*/ 631376 h 1032158"/>
                <a:gd name="connsiteX91-34299" fmla="*/ 622194 w 3024845"/>
                <a:gd name="connsiteY91-34300" fmla="*/ 638942 h 1032158"/>
                <a:gd name="connsiteX92-34301" fmla="*/ 623968 w 3024845"/>
                <a:gd name="connsiteY92-34302" fmla="*/ 638942 h 1032158"/>
                <a:gd name="connsiteX93-34303" fmla="*/ 636381 w 3024845"/>
                <a:gd name="connsiteY93-34304" fmla="*/ 638942 h 1032158"/>
                <a:gd name="connsiteX94-34305" fmla="*/ 636381 w 3024845"/>
                <a:gd name="connsiteY94-34306" fmla="*/ 615163 h 1032158"/>
                <a:gd name="connsiteX95-34307" fmla="*/ 637394 w 3024845"/>
                <a:gd name="connsiteY95-34308" fmla="*/ 615163 h 1032158"/>
                <a:gd name="connsiteX96-34309" fmla="*/ 644488 w 3024845"/>
                <a:gd name="connsiteY96-34310" fmla="*/ 615163 h 1032158"/>
                <a:gd name="connsiteX97-34311" fmla="*/ 644488 w 3024845"/>
                <a:gd name="connsiteY97-34312" fmla="*/ 582736 h 1032158"/>
                <a:gd name="connsiteX98-34313" fmla="*/ 645501 w 3024845"/>
                <a:gd name="connsiteY98-34314" fmla="*/ 582736 h 1032158"/>
                <a:gd name="connsiteX99-34315" fmla="*/ 652595 w 3024845"/>
                <a:gd name="connsiteY99-34316" fmla="*/ 582736 h 1032158"/>
                <a:gd name="connsiteX100-34317" fmla="*/ 652595 w 3024845"/>
                <a:gd name="connsiteY100-34318" fmla="*/ 580845 h 1032158"/>
                <a:gd name="connsiteX101-34319" fmla="*/ 652595 w 3024845"/>
                <a:gd name="connsiteY101-34320" fmla="*/ 567604 h 1032158"/>
                <a:gd name="connsiteX102-34321" fmla="*/ 651328 w 3024845"/>
                <a:gd name="connsiteY102-34322" fmla="*/ 565982 h 1032158"/>
                <a:gd name="connsiteX103-34323" fmla="*/ 656648 w 3024845"/>
                <a:gd name="connsiteY103-34324" fmla="*/ 554633 h 1032158"/>
                <a:gd name="connsiteX104-34325" fmla="*/ 664755 w 3024845"/>
                <a:gd name="connsiteY104-34326" fmla="*/ 582736 h 1032158"/>
                <a:gd name="connsiteX105-34327" fmla="*/ 665515 w 3024845"/>
                <a:gd name="connsiteY105-34328" fmla="*/ 582736 h 1032158"/>
                <a:gd name="connsiteX106-34329" fmla="*/ 670835 w 3024845"/>
                <a:gd name="connsiteY106-34330" fmla="*/ 582736 h 1032158"/>
                <a:gd name="connsiteX107-34331" fmla="*/ 670835 w 3024845"/>
                <a:gd name="connsiteY107-34332" fmla="*/ 476809 h 1032158"/>
                <a:gd name="connsiteX108-34333" fmla="*/ 672355 w 3024845"/>
                <a:gd name="connsiteY108-34334" fmla="*/ 476809 h 1032158"/>
                <a:gd name="connsiteX109-34335" fmla="*/ 682995 w 3024845"/>
                <a:gd name="connsiteY109-34336" fmla="*/ 476809 h 1032158"/>
                <a:gd name="connsiteX110-34337" fmla="*/ 682995 w 3024845"/>
                <a:gd name="connsiteY110-34338" fmla="*/ 429250 h 1032158"/>
                <a:gd name="connsiteX111-34339" fmla="*/ 709342 w 3024845"/>
                <a:gd name="connsiteY111-34340" fmla="*/ 429250 h 1032158"/>
                <a:gd name="connsiteX112-34341" fmla="*/ 709342 w 3024845"/>
                <a:gd name="connsiteY112-34342" fmla="*/ 407632 h 1032158"/>
                <a:gd name="connsiteX113-34343" fmla="*/ 743796 w 3024845"/>
                <a:gd name="connsiteY113-34344" fmla="*/ 407632 h 1032158"/>
                <a:gd name="connsiteX114-34345" fmla="*/ 743796 w 3024845"/>
                <a:gd name="connsiteY114-34346" fmla="*/ 410064 h 1032158"/>
                <a:gd name="connsiteX115-34347" fmla="*/ 743796 w 3024845"/>
                <a:gd name="connsiteY115-34348" fmla="*/ 427088 h 1032158"/>
                <a:gd name="connsiteX116-34349" fmla="*/ 746076 w 3024845"/>
                <a:gd name="connsiteY116-34350" fmla="*/ 427088 h 1032158"/>
                <a:gd name="connsiteX117-34351" fmla="*/ 762036 w 3024845"/>
                <a:gd name="connsiteY117-34352" fmla="*/ 427088 h 1032158"/>
                <a:gd name="connsiteX118-34353" fmla="*/ 762036 w 3024845"/>
                <a:gd name="connsiteY118-34354" fmla="*/ 474647 h 1032158"/>
                <a:gd name="connsiteX119-34355" fmla="*/ 763049 w 3024845"/>
                <a:gd name="connsiteY119-34356" fmla="*/ 474647 h 1032158"/>
                <a:gd name="connsiteX120-34357" fmla="*/ 770143 w 3024845"/>
                <a:gd name="connsiteY120-34358" fmla="*/ 474647 h 1032158"/>
                <a:gd name="connsiteX121-34359" fmla="*/ 784330 w 3024845"/>
                <a:gd name="connsiteY121-34360" fmla="*/ 478971 h 1032158"/>
                <a:gd name="connsiteX122-34361" fmla="*/ 784330 w 3024845"/>
                <a:gd name="connsiteY122-34362" fmla="*/ 517883 h 1032158"/>
                <a:gd name="connsiteX123-34363" fmla="*/ 785343 w 3024845"/>
                <a:gd name="connsiteY123-34364" fmla="*/ 517883 h 1032158"/>
                <a:gd name="connsiteX124-34365" fmla="*/ 792436 w 3024845"/>
                <a:gd name="connsiteY124-34366" fmla="*/ 517883 h 1032158"/>
                <a:gd name="connsiteX125-34367" fmla="*/ 792436 w 3024845"/>
                <a:gd name="connsiteY125-34368" fmla="*/ 519504 h 1032158"/>
                <a:gd name="connsiteX126-34369" fmla="*/ 792436 w 3024845"/>
                <a:gd name="connsiteY126-34370" fmla="*/ 530853 h 1032158"/>
                <a:gd name="connsiteX127-34371" fmla="*/ 794463 w 3024845"/>
                <a:gd name="connsiteY127-34372" fmla="*/ 530853 h 1032158"/>
                <a:gd name="connsiteX128-34373" fmla="*/ 808650 w 3024845"/>
                <a:gd name="connsiteY128-34374" fmla="*/ 530853 h 1032158"/>
                <a:gd name="connsiteX129-34375" fmla="*/ 814730 w 3024845"/>
                <a:gd name="connsiteY129-34376" fmla="*/ 537339 h 1032158"/>
                <a:gd name="connsiteX130-34377" fmla="*/ 814730 w 3024845"/>
                <a:gd name="connsiteY130-34378" fmla="*/ 558957 h 1032158"/>
                <a:gd name="connsiteX131-34379" fmla="*/ 817010 w 3024845"/>
                <a:gd name="connsiteY131-34380" fmla="*/ 558957 h 1032158"/>
                <a:gd name="connsiteX132-34381" fmla="*/ 832970 w 3024845"/>
                <a:gd name="connsiteY132-34382" fmla="*/ 558957 h 1032158"/>
                <a:gd name="connsiteX133-34383" fmla="*/ 832970 w 3024845"/>
                <a:gd name="connsiteY133-34384" fmla="*/ 560037 h 1032158"/>
                <a:gd name="connsiteX134-34385" fmla="*/ 832970 w 3024845"/>
                <a:gd name="connsiteY134-34386" fmla="*/ 567604 h 1032158"/>
                <a:gd name="connsiteX135-34387" fmla="*/ 834237 w 3024845"/>
                <a:gd name="connsiteY135-34388" fmla="*/ 567604 h 1032158"/>
                <a:gd name="connsiteX136-34389" fmla="*/ 843104 w 3024845"/>
                <a:gd name="connsiteY136-34390" fmla="*/ 567604 h 1032158"/>
                <a:gd name="connsiteX137-34391" fmla="*/ 843104 w 3024845"/>
                <a:gd name="connsiteY137-34392" fmla="*/ 569765 h 1032158"/>
                <a:gd name="connsiteX138-34393" fmla="*/ 843104 w 3024845"/>
                <a:gd name="connsiteY138-34394" fmla="*/ 584898 h 1032158"/>
                <a:gd name="connsiteX139-34395" fmla="*/ 847157 w 3024845"/>
                <a:gd name="connsiteY139-34396" fmla="*/ 583006 h 1032158"/>
                <a:gd name="connsiteX140-34397" fmla="*/ 847157 w 3024845"/>
                <a:gd name="connsiteY140-34398" fmla="*/ 569765 h 1032158"/>
                <a:gd name="connsiteX141-34399" fmla="*/ 848170 w 3024845"/>
                <a:gd name="connsiteY141-34400" fmla="*/ 569765 h 1032158"/>
                <a:gd name="connsiteX142-34401" fmla="*/ 855264 w 3024845"/>
                <a:gd name="connsiteY142-34402" fmla="*/ 569765 h 1032158"/>
                <a:gd name="connsiteX143-34403" fmla="*/ 855264 w 3024845"/>
                <a:gd name="connsiteY143-34404" fmla="*/ 571387 h 1032158"/>
                <a:gd name="connsiteX144-34405" fmla="*/ 855264 w 3024845"/>
                <a:gd name="connsiteY144-34406" fmla="*/ 582736 h 1032158"/>
                <a:gd name="connsiteX145-34407" fmla="*/ 856024 w 3024845"/>
                <a:gd name="connsiteY145-34408" fmla="*/ 582736 h 1032158"/>
                <a:gd name="connsiteX146-34409" fmla="*/ 861344 w 3024845"/>
                <a:gd name="connsiteY146-34410" fmla="*/ 582736 h 1032158"/>
                <a:gd name="connsiteX147-34411" fmla="*/ 909984 w 3024845"/>
                <a:gd name="connsiteY147-34412" fmla="*/ 578413 h 1032158"/>
                <a:gd name="connsiteX148-34413" fmla="*/ 909984 w 3024845"/>
                <a:gd name="connsiteY148-34414" fmla="*/ 579764 h 1032158"/>
                <a:gd name="connsiteX149-34415" fmla="*/ 909984 w 3024845"/>
                <a:gd name="connsiteY149-34416" fmla="*/ 589221 h 1032158"/>
                <a:gd name="connsiteX150-34417" fmla="*/ 910744 w 3024845"/>
                <a:gd name="connsiteY150-34418" fmla="*/ 589221 h 1032158"/>
                <a:gd name="connsiteX151-34419" fmla="*/ 916065 w 3024845"/>
                <a:gd name="connsiteY151-34420" fmla="*/ 589221 h 1032158"/>
                <a:gd name="connsiteX152-34421" fmla="*/ 916065 w 3024845"/>
                <a:gd name="connsiteY152-34422" fmla="*/ 591383 h 1032158"/>
                <a:gd name="connsiteX153-34423" fmla="*/ 916065 w 3024845"/>
                <a:gd name="connsiteY153-34424" fmla="*/ 606516 h 1032158"/>
                <a:gd name="connsiteX154-34425" fmla="*/ 918091 w 3024845"/>
                <a:gd name="connsiteY154-34426" fmla="*/ 605165 h 1032158"/>
                <a:gd name="connsiteX155-34427" fmla="*/ 932278 w 3024845"/>
                <a:gd name="connsiteY155-34428" fmla="*/ 595707 h 1032158"/>
                <a:gd name="connsiteX156-34429" fmla="*/ 938358 w 3024845"/>
                <a:gd name="connsiteY156-34430" fmla="*/ 554633 h 1032158"/>
                <a:gd name="connsiteX157-34431" fmla="*/ 939118 w 3024845"/>
                <a:gd name="connsiteY157-34432" fmla="*/ 554363 h 1032158"/>
                <a:gd name="connsiteX158-34433" fmla="*/ 944438 w 3024845"/>
                <a:gd name="connsiteY158-34434" fmla="*/ 552471 h 1032158"/>
                <a:gd name="connsiteX159-34435" fmla="*/ 946465 w 3024845"/>
                <a:gd name="connsiteY159-34436" fmla="*/ 483294 h 1032158"/>
                <a:gd name="connsiteX160-34437" fmla="*/ 948492 w 3024845"/>
                <a:gd name="connsiteY160-34438" fmla="*/ 552471 h 1032158"/>
                <a:gd name="connsiteX161-34439" fmla="*/ 949252 w 3024845"/>
                <a:gd name="connsiteY161-34440" fmla="*/ 552741 h 1032158"/>
                <a:gd name="connsiteX162-34441" fmla="*/ 954572 w 3024845"/>
                <a:gd name="connsiteY162-34442" fmla="*/ 554633 h 1032158"/>
                <a:gd name="connsiteX163-34443" fmla="*/ 954572 w 3024845"/>
                <a:gd name="connsiteY163-34444" fmla="*/ 468162 h 1032158"/>
                <a:gd name="connsiteX164-34445" fmla="*/ 958625 w 3024845"/>
                <a:gd name="connsiteY164-34446" fmla="*/ 435735 h 1032158"/>
                <a:gd name="connsiteX165-34447" fmla="*/ 997132 w 3024845"/>
                <a:gd name="connsiteY165-34448" fmla="*/ 435735 h 1032158"/>
                <a:gd name="connsiteX166-34449" fmla="*/ 997132 w 3024845"/>
                <a:gd name="connsiteY166-34450" fmla="*/ 468162 h 1032158"/>
                <a:gd name="connsiteX167-34451" fmla="*/ 997892 w 3024845"/>
                <a:gd name="connsiteY167-34452" fmla="*/ 468162 h 1032158"/>
                <a:gd name="connsiteX168-34453" fmla="*/ 1003212 w 3024845"/>
                <a:gd name="connsiteY168-34454" fmla="*/ 468162 h 1032158"/>
                <a:gd name="connsiteX169-34455" fmla="*/ 1003212 w 3024845"/>
                <a:gd name="connsiteY169-34456" fmla="*/ 386014 h 1032158"/>
                <a:gd name="connsiteX170-34457" fmla="*/ 1004986 w 3024845"/>
                <a:gd name="connsiteY170-34458" fmla="*/ 386014 h 1032158"/>
                <a:gd name="connsiteX171-34459" fmla="*/ 1017399 w 3024845"/>
                <a:gd name="connsiteY171-34460" fmla="*/ 386014 h 1032158"/>
                <a:gd name="connsiteX172-34461" fmla="*/ 1017399 w 3024845"/>
                <a:gd name="connsiteY172-34462" fmla="*/ 384123 h 1032158"/>
                <a:gd name="connsiteX173-34463" fmla="*/ 1017399 w 3024845"/>
                <a:gd name="connsiteY173-34464" fmla="*/ 370882 h 1032158"/>
                <a:gd name="connsiteX174-34465" fmla="*/ 1039693 w 3024845"/>
                <a:gd name="connsiteY174-34466" fmla="*/ 370882 h 1032158"/>
                <a:gd name="connsiteX175-34467" fmla="*/ 1039693 w 3024845"/>
                <a:gd name="connsiteY175-34468" fmla="*/ 369801 h 1032158"/>
                <a:gd name="connsiteX176-34469" fmla="*/ 1039693 w 3024845"/>
                <a:gd name="connsiteY176-34470" fmla="*/ 362235 h 1032158"/>
                <a:gd name="connsiteX177-34471" fmla="*/ 1041466 w 3024845"/>
                <a:gd name="connsiteY177-34472" fmla="*/ 362235 h 1032158"/>
                <a:gd name="connsiteX178-34473" fmla="*/ 1053880 w 3024845"/>
                <a:gd name="connsiteY178-34474" fmla="*/ 362235 h 1032158"/>
                <a:gd name="connsiteX179-34475" fmla="*/ 1053880 w 3024845"/>
                <a:gd name="connsiteY179-34476" fmla="*/ 363316 h 1032158"/>
                <a:gd name="connsiteX180-34477" fmla="*/ 1053880 w 3024845"/>
                <a:gd name="connsiteY180-34478" fmla="*/ 370882 h 1032158"/>
                <a:gd name="connsiteX181-34479" fmla="*/ 1054640 w 3024845"/>
                <a:gd name="connsiteY181-34480" fmla="*/ 370882 h 1032158"/>
                <a:gd name="connsiteX182-34481" fmla="*/ 1059960 w 3024845"/>
                <a:gd name="connsiteY182-34482" fmla="*/ 370882 h 1032158"/>
                <a:gd name="connsiteX183-34483" fmla="*/ 1070093 w 3024845"/>
                <a:gd name="connsiteY183-34484" fmla="*/ 366558 h 1032158"/>
                <a:gd name="connsiteX184-34485" fmla="*/ 1074146 w 3024845"/>
                <a:gd name="connsiteY184-34486" fmla="*/ 369801 h 1032158"/>
                <a:gd name="connsiteX185-34487" fmla="*/ 1074146 w 3024845"/>
                <a:gd name="connsiteY185-34488" fmla="*/ 362235 h 1032158"/>
                <a:gd name="connsiteX186-34489" fmla="*/ 1076426 w 3024845"/>
                <a:gd name="connsiteY186-34490" fmla="*/ 362235 h 1032158"/>
                <a:gd name="connsiteX187-34491" fmla="*/ 1092387 w 3024845"/>
                <a:gd name="connsiteY187-34492" fmla="*/ 362235 h 1032158"/>
                <a:gd name="connsiteX188-34493" fmla="*/ 1092387 w 3024845"/>
                <a:gd name="connsiteY188-34494" fmla="*/ 363316 h 1032158"/>
                <a:gd name="connsiteX189-34495" fmla="*/ 1092387 w 3024845"/>
                <a:gd name="connsiteY189-34496" fmla="*/ 370882 h 1032158"/>
                <a:gd name="connsiteX190-34497" fmla="*/ 1122787 w 3024845"/>
                <a:gd name="connsiteY190-34498" fmla="*/ 370882 h 1032158"/>
                <a:gd name="connsiteX191-34499" fmla="*/ 1122787 w 3024845"/>
                <a:gd name="connsiteY191-34500" fmla="*/ 372503 h 1032158"/>
                <a:gd name="connsiteX192-34501" fmla="*/ 1122787 w 3024845"/>
                <a:gd name="connsiteY192-34502" fmla="*/ 383853 h 1032158"/>
                <a:gd name="connsiteX193-34503" fmla="*/ 1149134 w 3024845"/>
                <a:gd name="connsiteY193-34504" fmla="*/ 383853 h 1032158"/>
                <a:gd name="connsiteX194-34505" fmla="*/ 1149134 w 3024845"/>
                <a:gd name="connsiteY194-34506" fmla="*/ 414117 h 1032158"/>
                <a:gd name="connsiteX195-34507" fmla="*/ 1149894 w 3024845"/>
                <a:gd name="connsiteY195-34508" fmla="*/ 414117 h 1032158"/>
                <a:gd name="connsiteX196-34509" fmla="*/ 1155214 w 3024845"/>
                <a:gd name="connsiteY196-34510" fmla="*/ 414117 h 1032158"/>
                <a:gd name="connsiteX197-34511" fmla="*/ 1155214 w 3024845"/>
                <a:gd name="connsiteY197-34512" fmla="*/ 415198 h 1032158"/>
                <a:gd name="connsiteX198-34513" fmla="*/ 1155214 w 3024845"/>
                <a:gd name="connsiteY198-34514" fmla="*/ 422765 h 1032158"/>
                <a:gd name="connsiteX199-34515" fmla="*/ 1159268 w 3024845"/>
                <a:gd name="connsiteY199-34516" fmla="*/ 453029 h 1032158"/>
                <a:gd name="connsiteX200-34517" fmla="*/ 1160028 w 3024845"/>
                <a:gd name="connsiteY200-34518" fmla="*/ 453029 h 1032158"/>
                <a:gd name="connsiteX201-34519" fmla="*/ 1165348 w 3024845"/>
                <a:gd name="connsiteY201-34520" fmla="*/ 453029 h 1032158"/>
                <a:gd name="connsiteX202-34521" fmla="*/ 1165348 w 3024845"/>
                <a:gd name="connsiteY202-34522" fmla="*/ 453840 h 1032158"/>
                <a:gd name="connsiteX203-34523" fmla="*/ 1165348 w 3024845"/>
                <a:gd name="connsiteY203-34524" fmla="*/ 459515 h 1032158"/>
                <a:gd name="connsiteX204-34525" fmla="*/ 1166361 w 3024845"/>
                <a:gd name="connsiteY204-34526" fmla="*/ 459515 h 1032158"/>
                <a:gd name="connsiteX205-34527" fmla="*/ 1173454 w 3024845"/>
                <a:gd name="connsiteY205-34528" fmla="*/ 459515 h 1032158"/>
                <a:gd name="connsiteX206-34529" fmla="*/ 1173454 w 3024845"/>
                <a:gd name="connsiteY206-34530" fmla="*/ 489780 h 1032158"/>
                <a:gd name="connsiteX207-34531" fmla="*/ 1175481 w 3024845"/>
                <a:gd name="connsiteY207-34532" fmla="*/ 489780 h 1032158"/>
                <a:gd name="connsiteX208-34533" fmla="*/ 1189668 w 3024845"/>
                <a:gd name="connsiteY208-34534" fmla="*/ 489780 h 1032158"/>
                <a:gd name="connsiteX209-34535" fmla="*/ 1189668 w 3024845"/>
                <a:gd name="connsiteY209-34536" fmla="*/ 513559 h 1032158"/>
                <a:gd name="connsiteX210-34537" fmla="*/ 1191695 w 3024845"/>
                <a:gd name="connsiteY210-34538" fmla="*/ 515180 h 1032158"/>
                <a:gd name="connsiteX211-34539" fmla="*/ 1191695 w 3024845"/>
                <a:gd name="connsiteY211-34540" fmla="*/ 526530 h 1032158"/>
                <a:gd name="connsiteX212-34541" fmla="*/ 1192455 w 3024845"/>
                <a:gd name="connsiteY212-34542" fmla="*/ 526530 h 1032158"/>
                <a:gd name="connsiteX213-34543" fmla="*/ 1197775 w 3024845"/>
                <a:gd name="connsiteY213-34544" fmla="*/ 526530 h 1032158"/>
                <a:gd name="connsiteX214-34545" fmla="*/ 1197775 w 3024845"/>
                <a:gd name="connsiteY214-34546" fmla="*/ 550309 h 1032158"/>
                <a:gd name="connsiteX215-34547" fmla="*/ 1199041 w 3024845"/>
                <a:gd name="connsiteY215-34548" fmla="*/ 550309 h 1032158"/>
                <a:gd name="connsiteX216-34549" fmla="*/ 1207908 w 3024845"/>
                <a:gd name="connsiteY216-34550" fmla="*/ 550309 h 1032158"/>
                <a:gd name="connsiteX217-34551" fmla="*/ 1209935 w 3024845"/>
                <a:gd name="connsiteY217-34552" fmla="*/ 554363 h 1032158"/>
                <a:gd name="connsiteX218-34553" fmla="*/ 1209935 w 3024845"/>
                <a:gd name="connsiteY218-34554" fmla="*/ 567604 h 1032158"/>
                <a:gd name="connsiteX219-34555" fmla="*/ 1211455 w 3024845"/>
                <a:gd name="connsiteY219-34556" fmla="*/ 565712 h 1032158"/>
                <a:gd name="connsiteX220-34557" fmla="*/ 1222095 w 3024845"/>
                <a:gd name="connsiteY220-34558" fmla="*/ 552471 h 1032158"/>
                <a:gd name="connsiteX221-34559" fmla="*/ 1250469 w 3024845"/>
                <a:gd name="connsiteY221-34560" fmla="*/ 552471 h 1032158"/>
                <a:gd name="connsiteX222-34561" fmla="*/ 1250469 w 3024845"/>
                <a:gd name="connsiteY222-34562" fmla="*/ 638942 h 1032158"/>
                <a:gd name="connsiteX223-34563" fmla="*/ 1251229 w 3024845"/>
                <a:gd name="connsiteY223-34564" fmla="*/ 638942 h 1032158"/>
                <a:gd name="connsiteX224-34565" fmla="*/ 1256549 w 3024845"/>
                <a:gd name="connsiteY224-34566" fmla="*/ 638942 h 1032158"/>
                <a:gd name="connsiteX225-34567" fmla="*/ 1257309 w 3024845"/>
                <a:gd name="connsiteY225-34568" fmla="*/ 637591 h 1032158"/>
                <a:gd name="connsiteX226-34569" fmla="*/ 1262629 w 3024845"/>
                <a:gd name="connsiteY226-34570" fmla="*/ 628133 h 1032158"/>
                <a:gd name="connsiteX227-34571" fmla="*/ 1262629 w 3024845"/>
                <a:gd name="connsiteY227-34572" fmla="*/ 630025 h 1032158"/>
                <a:gd name="connsiteX228-34573" fmla="*/ 1262629 w 3024845"/>
                <a:gd name="connsiteY228-34574" fmla="*/ 643266 h 1032158"/>
                <a:gd name="connsiteX229-34575" fmla="*/ 1266682 w 3024845"/>
                <a:gd name="connsiteY229-34576" fmla="*/ 597869 h 1032158"/>
                <a:gd name="connsiteX230-34577" fmla="*/ 1267442 w 3024845"/>
                <a:gd name="connsiteY230-34578" fmla="*/ 597869 h 1032158"/>
                <a:gd name="connsiteX231-34579" fmla="*/ 1272762 w 3024845"/>
                <a:gd name="connsiteY231-34580" fmla="*/ 597869 h 1032158"/>
                <a:gd name="connsiteX232-34581" fmla="*/ 1272762 w 3024845"/>
                <a:gd name="connsiteY232-34582" fmla="*/ 533015 h 1032158"/>
                <a:gd name="connsiteX233-34583" fmla="*/ 1273776 w 3024845"/>
                <a:gd name="connsiteY233-34584" fmla="*/ 533015 h 1032158"/>
                <a:gd name="connsiteX234-34585" fmla="*/ 1280869 w 3024845"/>
                <a:gd name="connsiteY234-34586" fmla="*/ 533015 h 1032158"/>
                <a:gd name="connsiteX235-34587" fmla="*/ 1293029 w 3024845"/>
                <a:gd name="connsiteY235-34588" fmla="*/ 489780 h 1032158"/>
                <a:gd name="connsiteX236-34589" fmla="*/ 1294296 w 3024845"/>
                <a:gd name="connsiteY236-34590" fmla="*/ 489780 h 1032158"/>
                <a:gd name="connsiteX237-34591" fmla="*/ 1303163 w 3024845"/>
                <a:gd name="connsiteY237-34592" fmla="*/ 489780 h 1032158"/>
                <a:gd name="connsiteX238-34593" fmla="*/ 1313296 w 3024845"/>
                <a:gd name="connsiteY238-34594" fmla="*/ 533015 h 1032158"/>
                <a:gd name="connsiteX239-34595" fmla="*/ 1314309 w 3024845"/>
                <a:gd name="connsiteY239-34596" fmla="*/ 533015 h 1032158"/>
                <a:gd name="connsiteX240-34597" fmla="*/ 1321403 w 3024845"/>
                <a:gd name="connsiteY240-34598" fmla="*/ 533015 h 1032158"/>
                <a:gd name="connsiteX241-34599" fmla="*/ 1321403 w 3024845"/>
                <a:gd name="connsiteY241-34600" fmla="*/ 571927 h 1032158"/>
                <a:gd name="connsiteX242-34601" fmla="*/ 1323176 w 3024845"/>
                <a:gd name="connsiteY242-34602" fmla="*/ 571927 h 1032158"/>
                <a:gd name="connsiteX243-34603" fmla="*/ 1335590 w 3024845"/>
                <a:gd name="connsiteY243-34604" fmla="*/ 571927 h 1032158"/>
                <a:gd name="connsiteX244-34605" fmla="*/ 1335590 w 3024845"/>
                <a:gd name="connsiteY244-34606" fmla="*/ 574089 h 1032158"/>
                <a:gd name="connsiteX245-34607" fmla="*/ 1335590 w 3024845"/>
                <a:gd name="connsiteY245-34608" fmla="*/ 589221 h 1032158"/>
                <a:gd name="connsiteX246-34609" fmla="*/ 1339643 w 3024845"/>
                <a:gd name="connsiteY246-34610" fmla="*/ 587060 h 1032158"/>
                <a:gd name="connsiteX247-34611" fmla="*/ 1339643 w 3024845"/>
                <a:gd name="connsiteY247-34612" fmla="*/ 571927 h 1032158"/>
                <a:gd name="connsiteX248-34613" fmla="*/ 1341163 w 3024845"/>
                <a:gd name="connsiteY248-34614" fmla="*/ 571927 h 1032158"/>
                <a:gd name="connsiteX249-34615" fmla="*/ 1351803 w 3024845"/>
                <a:gd name="connsiteY249-34616" fmla="*/ 571927 h 1032158"/>
                <a:gd name="connsiteX250-34617" fmla="*/ 1351803 w 3024845"/>
                <a:gd name="connsiteY250-34618" fmla="*/ 573548 h 1032158"/>
                <a:gd name="connsiteX251-34619" fmla="*/ 1351803 w 3024845"/>
                <a:gd name="connsiteY251-34620" fmla="*/ 584898 h 1032158"/>
                <a:gd name="connsiteX252-34621" fmla="*/ 1382204 w 3024845"/>
                <a:gd name="connsiteY252-34622" fmla="*/ 584898 h 1032158"/>
                <a:gd name="connsiteX253-34623" fmla="*/ 1382204 w 3024845"/>
                <a:gd name="connsiteY253-34624" fmla="*/ 548148 h 1032158"/>
                <a:gd name="connsiteX254-34625" fmla="*/ 1383470 w 3024845"/>
                <a:gd name="connsiteY254-34626" fmla="*/ 548148 h 1032158"/>
                <a:gd name="connsiteX255-34627" fmla="*/ 1392337 w 3024845"/>
                <a:gd name="connsiteY255-34628" fmla="*/ 548148 h 1032158"/>
                <a:gd name="connsiteX256-34629" fmla="*/ 1392337 w 3024845"/>
                <a:gd name="connsiteY256-34630" fmla="*/ 569765 h 1032158"/>
                <a:gd name="connsiteX257-34631" fmla="*/ 1394364 w 3024845"/>
                <a:gd name="connsiteY257-34632" fmla="*/ 537339 h 1032158"/>
                <a:gd name="connsiteX258-34633" fmla="*/ 1416657 w 3024845"/>
                <a:gd name="connsiteY258-34634" fmla="*/ 537339 h 1032158"/>
                <a:gd name="connsiteX259-34635" fmla="*/ 1416657 w 3024845"/>
                <a:gd name="connsiteY259-34636" fmla="*/ 535717 h 1032158"/>
                <a:gd name="connsiteX260-34637" fmla="*/ 1416657 w 3024845"/>
                <a:gd name="connsiteY260-34638" fmla="*/ 524368 h 1032158"/>
                <a:gd name="connsiteX261-34639" fmla="*/ 1417417 w 3024845"/>
                <a:gd name="connsiteY261-34640" fmla="*/ 524368 h 1032158"/>
                <a:gd name="connsiteX262-34641" fmla="*/ 1422737 w 3024845"/>
                <a:gd name="connsiteY262-34642" fmla="*/ 524368 h 1032158"/>
                <a:gd name="connsiteX263-34643" fmla="*/ 1422737 w 3024845"/>
                <a:gd name="connsiteY263-34644" fmla="*/ 522477 h 1032158"/>
                <a:gd name="connsiteX264-34645" fmla="*/ 1422737 w 3024845"/>
                <a:gd name="connsiteY264-34646" fmla="*/ 509236 h 1032158"/>
                <a:gd name="connsiteX265-34647" fmla="*/ 1426791 w 3024845"/>
                <a:gd name="connsiteY265-34648" fmla="*/ 515721 h 1032158"/>
                <a:gd name="connsiteX266-34649" fmla="*/ 1429071 w 3024845"/>
                <a:gd name="connsiteY266-34650" fmla="*/ 515721 h 1032158"/>
                <a:gd name="connsiteX267-34651" fmla="*/ 1445031 w 3024845"/>
                <a:gd name="connsiteY267-34652" fmla="*/ 515721 h 1032158"/>
                <a:gd name="connsiteX268-34653" fmla="*/ 1445031 w 3024845"/>
                <a:gd name="connsiteY268-34654" fmla="*/ 514910 h 1032158"/>
                <a:gd name="connsiteX269-34655" fmla="*/ 1445031 w 3024845"/>
                <a:gd name="connsiteY269-34656" fmla="*/ 509236 h 1032158"/>
                <a:gd name="connsiteX270-34657" fmla="*/ 1445791 w 3024845"/>
                <a:gd name="connsiteY270-34658" fmla="*/ 509236 h 1032158"/>
                <a:gd name="connsiteX271-34659" fmla="*/ 1451111 w 3024845"/>
                <a:gd name="connsiteY271-34660" fmla="*/ 509236 h 1032158"/>
                <a:gd name="connsiteX272-34661" fmla="*/ 1451111 w 3024845"/>
                <a:gd name="connsiteY272-34662" fmla="*/ 510587 h 1032158"/>
                <a:gd name="connsiteX273-34663" fmla="*/ 1451111 w 3024845"/>
                <a:gd name="connsiteY273-34664" fmla="*/ 520045 h 1032158"/>
                <a:gd name="connsiteX274-34665" fmla="*/ 1489618 w 3024845"/>
                <a:gd name="connsiteY274-34666" fmla="*/ 520045 h 1032158"/>
                <a:gd name="connsiteX275-34667" fmla="*/ 1489618 w 3024845"/>
                <a:gd name="connsiteY275-34668" fmla="*/ 658398 h 1032158"/>
                <a:gd name="connsiteX276-34669" fmla="*/ 1491138 w 3024845"/>
                <a:gd name="connsiteY276-34670" fmla="*/ 658398 h 1032158"/>
                <a:gd name="connsiteX277-34671" fmla="*/ 1501778 w 3024845"/>
                <a:gd name="connsiteY277-34672" fmla="*/ 658398 h 1032158"/>
                <a:gd name="connsiteX278-34673" fmla="*/ 1501778 w 3024845"/>
                <a:gd name="connsiteY278-34674" fmla="*/ 645428 h 1032158"/>
                <a:gd name="connsiteX279-34675" fmla="*/ 1505832 w 3024845"/>
                <a:gd name="connsiteY279-34676" fmla="*/ 645428 h 1032158"/>
                <a:gd name="connsiteX280-34677" fmla="*/ 1505832 w 3024845"/>
                <a:gd name="connsiteY280-34678" fmla="*/ 658398 h 1032158"/>
                <a:gd name="connsiteX281-34679" fmla="*/ 1536232 w 3024845"/>
                <a:gd name="connsiteY281-34680" fmla="*/ 658398 h 1032158"/>
                <a:gd name="connsiteX282-34681" fmla="*/ 1536232 w 3024845"/>
                <a:gd name="connsiteY282-34682" fmla="*/ 628133 h 1032158"/>
                <a:gd name="connsiteX283-34683" fmla="*/ 1548392 w 3024845"/>
                <a:gd name="connsiteY283-34684" fmla="*/ 628133 h 1032158"/>
                <a:gd name="connsiteX284-34685" fmla="*/ 1560552 w 3024845"/>
                <a:gd name="connsiteY284-34686" fmla="*/ 625972 h 1032158"/>
                <a:gd name="connsiteX285-34687" fmla="*/ 1564606 w 3024845"/>
                <a:gd name="connsiteY285-34688" fmla="*/ 628133 h 1032158"/>
                <a:gd name="connsiteX286-34689" fmla="*/ 1574739 w 3024845"/>
                <a:gd name="connsiteY286-34690" fmla="*/ 628133 h 1032158"/>
                <a:gd name="connsiteX287-34691" fmla="*/ 1574739 w 3024845"/>
                <a:gd name="connsiteY287-34692" fmla="*/ 658398 h 1032158"/>
                <a:gd name="connsiteX288-34693" fmla="*/ 1582846 w 3024845"/>
                <a:gd name="connsiteY288-34694" fmla="*/ 658398 h 1032158"/>
                <a:gd name="connsiteX289-34695" fmla="*/ 1582846 w 3024845"/>
                <a:gd name="connsiteY289-34696" fmla="*/ 675693 h 1032158"/>
                <a:gd name="connsiteX290-34697" fmla="*/ 1592182 w 3024845"/>
                <a:gd name="connsiteY290-34698" fmla="*/ 676598 h 1032158"/>
                <a:gd name="connsiteX291-34699" fmla="*/ 1605140 w 3024845"/>
                <a:gd name="connsiteY291-34700" fmla="*/ 676598 h 1032158"/>
                <a:gd name="connsiteX292-34701" fmla="*/ 1605140 w 3024845"/>
                <a:gd name="connsiteY292-34702" fmla="*/ 660560 h 1032158"/>
                <a:gd name="connsiteX293-34703" fmla="*/ 1673096 w 3024845"/>
                <a:gd name="connsiteY293-34704" fmla="*/ 660560 h 1032158"/>
                <a:gd name="connsiteX294-34705" fmla="*/ 1673096 w 3024845"/>
                <a:gd name="connsiteY294-34706" fmla="*/ 575307 h 1032158"/>
                <a:gd name="connsiteX295-34707" fmla="*/ 1745104 w 3024845"/>
                <a:gd name="connsiteY295-34708" fmla="*/ 575307 h 1032158"/>
                <a:gd name="connsiteX296-34709" fmla="*/ 1745104 w 3024845"/>
                <a:gd name="connsiteY296-34710" fmla="*/ 654075 h 1032158"/>
                <a:gd name="connsiteX297-34711" fmla="*/ 1747008 w 3024845"/>
                <a:gd name="connsiteY297-34712" fmla="*/ 654075 h 1032158"/>
                <a:gd name="connsiteX298-34713" fmla="*/ 1748250 w 3024845"/>
                <a:gd name="connsiteY298-34714" fmla="*/ 676598 h 1032158"/>
                <a:gd name="connsiteX299-34715" fmla="*/ 1757926 w 3024845"/>
                <a:gd name="connsiteY299-34716" fmla="*/ 676598 h 1032158"/>
                <a:gd name="connsiteX300-34717" fmla="*/ 1759168 w 3024845"/>
                <a:gd name="connsiteY300-34718" fmla="*/ 654075 h 1032158"/>
                <a:gd name="connsiteX301-34719" fmla="*/ 1765248 w 3024845"/>
                <a:gd name="connsiteY301-34720" fmla="*/ 654075 h 1032158"/>
                <a:gd name="connsiteX302-34721" fmla="*/ 1766490 w 3024845"/>
                <a:gd name="connsiteY302-34722" fmla="*/ 676598 h 1032158"/>
                <a:gd name="connsiteX303-34723" fmla="*/ 1817112 w 3024845"/>
                <a:gd name="connsiteY303-34724" fmla="*/ 676598 h 1032158"/>
                <a:gd name="connsiteX304-34725" fmla="*/ 1817112 w 3024845"/>
                <a:gd name="connsiteY304-34726" fmla="*/ 513570 h 1032158"/>
                <a:gd name="connsiteX305-34727" fmla="*/ 2014439 w 3024845"/>
                <a:gd name="connsiteY305-34728" fmla="*/ 513570 h 1032158"/>
                <a:gd name="connsiteX306-34729" fmla="*/ 2014439 w 3024845"/>
                <a:gd name="connsiteY306-34730" fmla="*/ 676598 h 1032158"/>
                <a:gd name="connsiteX307-34731" fmla="*/ 2033136 w 3024845"/>
                <a:gd name="connsiteY307-34732" fmla="*/ 676598 h 1032158"/>
                <a:gd name="connsiteX308-34733" fmla="*/ 2033136 w 3024845"/>
                <a:gd name="connsiteY308-34734" fmla="*/ 593905 h 1032158"/>
                <a:gd name="connsiteX309-34735" fmla="*/ 2128256 w 3024845"/>
                <a:gd name="connsiteY309-34736" fmla="*/ 593905 h 1032158"/>
                <a:gd name="connsiteX310-34737" fmla="*/ 2146266 w 3024845"/>
                <a:gd name="connsiteY310-34738" fmla="*/ 104983 h 1032158"/>
                <a:gd name="connsiteX311-34739" fmla="*/ 2150320 w 3024845"/>
                <a:gd name="connsiteY311-34740" fmla="*/ 33644 h 1032158"/>
                <a:gd name="connsiteX312-34741" fmla="*/ 2180720 w 3024845"/>
                <a:gd name="connsiteY312-34742" fmla="*/ 528692 h 1032158"/>
                <a:gd name="connsiteX313-34743" fmla="*/ 2245574 w 3024845"/>
                <a:gd name="connsiteY313-34744" fmla="*/ 528692 h 1032158"/>
                <a:gd name="connsiteX314-34745" fmla="*/ 2245574 w 3024845"/>
                <a:gd name="connsiteY314-34746" fmla="*/ 604354 h 1032158"/>
                <a:gd name="connsiteX315-34747" fmla="*/ 2253681 w 3024845"/>
                <a:gd name="connsiteY315-34748" fmla="*/ 604354 h 1032158"/>
                <a:gd name="connsiteX316-34749" fmla="*/ 2255708 w 3024845"/>
                <a:gd name="connsiteY316-34750" fmla="*/ 597869 h 1032158"/>
                <a:gd name="connsiteX317-34751" fmla="*/ 2261788 w 3024845"/>
                <a:gd name="connsiteY317-34752" fmla="*/ 597869 h 1032158"/>
                <a:gd name="connsiteX318-34753" fmla="*/ 2263815 w 3024845"/>
                <a:gd name="connsiteY318-34754" fmla="*/ 606516 h 1032158"/>
                <a:gd name="connsiteX319-34755" fmla="*/ 2275975 w 3024845"/>
                <a:gd name="connsiteY319-34756" fmla="*/ 606516 h 1032158"/>
                <a:gd name="connsiteX320-34757" fmla="*/ 2275975 w 3024845"/>
                <a:gd name="connsiteY320-34758" fmla="*/ 600030 h 1032158"/>
                <a:gd name="connsiteX321-34759" fmla="*/ 2298268 w 3024845"/>
                <a:gd name="connsiteY321-34760" fmla="*/ 600030 h 1032158"/>
                <a:gd name="connsiteX322-34761" fmla="*/ 2298268 w 3024845"/>
                <a:gd name="connsiteY322-34762" fmla="*/ 606516 h 1032158"/>
                <a:gd name="connsiteX323-34763" fmla="*/ 2318535 w 3024845"/>
                <a:gd name="connsiteY323-34764" fmla="*/ 606516 h 1032158"/>
                <a:gd name="connsiteX324-34765" fmla="*/ 2318535 w 3024845"/>
                <a:gd name="connsiteY324-34766" fmla="*/ 651913 h 1032158"/>
                <a:gd name="connsiteX325-34767" fmla="*/ 2332722 w 3024845"/>
                <a:gd name="connsiteY325-34768" fmla="*/ 651913 h 1032158"/>
                <a:gd name="connsiteX326-34769" fmla="*/ 2332722 w 3024845"/>
                <a:gd name="connsiteY326-34770" fmla="*/ 638942 h 1032158"/>
                <a:gd name="connsiteX327-34771" fmla="*/ 2348936 w 3024845"/>
                <a:gd name="connsiteY327-34772" fmla="*/ 638942 h 1032158"/>
                <a:gd name="connsiteX328-34773" fmla="*/ 2348936 w 3024845"/>
                <a:gd name="connsiteY328-34774" fmla="*/ 459515 h 1032158"/>
                <a:gd name="connsiteX329-34775" fmla="*/ 2355016 w 3024845"/>
                <a:gd name="connsiteY329-34776" fmla="*/ 453029 h 1032158"/>
                <a:gd name="connsiteX330-34777" fmla="*/ 2427977 w 3024845"/>
                <a:gd name="connsiteY330-34778" fmla="*/ 453029 h 1032158"/>
                <a:gd name="connsiteX331-34779" fmla="*/ 2427977 w 3024845"/>
                <a:gd name="connsiteY331-34780" fmla="*/ 461677 h 1032158"/>
                <a:gd name="connsiteX332-34781" fmla="*/ 2438110 w 3024845"/>
                <a:gd name="connsiteY332-34782" fmla="*/ 461677 h 1032158"/>
                <a:gd name="connsiteX333-34783" fmla="*/ 2438110 w 3024845"/>
                <a:gd name="connsiteY333-34784" fmla="*/ 576251 h 1032158"/>
                <a:gd name="connsiteX334-34785" fmla="*/ 2460404 w 3024845"/>
                <a:gd name="connsiteY334-34786" fmla="*/ 576251 h 1032158"/>
                <a:gd name="connsiteX335-34787" fmla="*/ 2460404 w 3024845"/>
                <a:gd name="connsiteY335-34788" fmla="*/ 509236 h 1032158"/>
                <a:gd name="connsiteX336-34789" fmla="*/ 2486751 w 3024845"/>
                <a:gd name="connsiteY336-34790" fmla="*/ 509236 h 1032158"/>
                <a:gd name="connsiteX337-34791" fmla="*/ 2490804 w 3024845"/>
                <a:gd name="connsiteY337-34792" fmla="*/ 504912 h 1032158"/>
                <a:gd name="connsiteX338-34793" fmla="*/ 2498911 w 3024845"/>
                <a:gd name="connsiteY338-34794" fmla="*/ 504912 h 1032158"/>
                <a:gd name="connsiteX339-34795" fmla="*/ 2502964 w 3024845"/>
                <a:gd name="connsiteY339-34796" fmla="*/ 509236 h 1032158"/>
                <a:gd name="connsiteX340-34797" fmla="*/ 2525258 w 3024845"/>
                <a:gd name="connsiteY340-34798" fmla="*/ 509236 h 1032158"/>
                <a:gd name="connsiteX341-34799" fmla="*/ 2525258 w 3024845"/>
                <a:gd name="connsiteY341-34800" fmla="*/ 392500 h 1032158"/>
                <a:gd name="connsiteX342-34801" fmla="*/ 2582005 w 3024845"/>
                <a:gd name="connsiteY342-34802" fmla="*/ 381691 h 1032158"/>
                <a:gd name="connsiteX343-34803" fmla="*/ 2582005 w 3024845"/>
                <a:gd name="connsiteY343-34804" fmla="*/ 382772 h 1032158"/>
                <a:gd name="connsiteX344-34805" fmla="*/ 2582005 w 3024845"/>
                <a:gd name="connsiteY344-34806" fmla="*/ 390338 h 1032158"/>
                <a:gd name="connsiteX345-34807" fmla="*/ 2608352 w 3024845"/>
                <a:gd name="connsiteY345-34808" fmla="*/ 390338 h 1032158"/>
                <a:gd name="connsiteX346-34809" fmla="*/ 2608352 w 3024845"/>
                <a:gd name="connsiteY346-34810" fmla="*/ 645428 h 1032158"/>
                <a:gd name="connsiteX347-34811" fmla="*/ 2630646 w 3024845"/>
                <a:gd name="connsiteY347-34812" fmla="*/ 645428 h 1032158"/>
                <a:gd name="connsiteX348-34813" fmla="*/ 2630646 w 3024845"/>
                <a:gd name="connsiteY348-34814" fmla="*/ 641104 h 1032158"/>
                <a:gd name="connsiteX349-34815" fmla="*/ 2642806 w 3024845"/>
                <a:gd name="connsiteY349-34816" fmla="*/ 641104 h 1032158"/>
                <a:gd name="connsiteX350-34817" fmla="*/ 2642806 w 3024845"/>
                <a:gd name="connsiteY350-34818" fmla="*/ 645428 h 1032158"/>
                <a:gd name="connsiteX351-34819" fmla="*/ 2667126 w 3024845"/>
                <a:gd name="connsiteY351-34820" fmla="*/ 645428 h 1032158"/>
                <a:gd name="connsiteX352-34821" fmla="*/ 2667126 w 3024845"/>
                <a:gd name="connsiteY352-34822" fmla="*/ 632457 h 1032158"/>
                <a:gd name="connsiteX353-34823" fmla="*/ 2695500 w 3024845"/>
                <a:gd name="connsiteY353-34824" fmla="*/ 632457 h 1032158"/>
                <a:gd name="connsiteX354-34825" fmla="*/ 2707660 w 3024845"/>
                <a:gd name="connsiteY354-34826" fmla="*/ 628133 h 1032158"/>
                <a:gd name="connsiteX355-34827" fmla="*/ 2727927 w 3024845"/>
                <a:gd name="connsiteY355-34828" fmla="*/ 632457 h 1032158"/>
                <a:gd name="connsiteX356-34829" fmla="*/ 2727927 w 3024845"/>
                <a:gd name="connsiteY356-34830" fmla="*/ 615163 h 1032158"/>
                <a:gd name="connsiteX357-34831" fmla="*/ 2736034 w 3024845"/>
                <a:gd name="connsiteY357-34832" fmla="*/ 615163 h 1032158"/>
                <a:gd name="connsiteX358-34833" fmla="*/ 2736034 w 3024845"/>
                <a:gd name="connsiteY358-34834" fmla="*/ 602192 h 1032158"/>
                <a:gd name="connsiteX359-34835" fmla="*/ 2792781 w 3024845"/>
                <a:gd name="connsiteY359-34836" fmla="*/ 602192 h 1032158"/>
                <a:gd name="connsiteX360-34837" fmla="*/ 2792781 w 3024845"/>
                <a:gd name="connsiteY360-34838" fmla="*/ 571927 h 1032158"/>
                <a:gd name="connsiteX361-34839" fmla="*/ 2811021 w 3024845"/>
                <a:gd name="connsiteY361-34840" fmla="*/ 571927 h 1032158"/>
                <a:gd name="connsiteX362-34841" fmla="*/ 2811021 w 3024845"/>
                <a:gd name="connsiteY362-34842" fmla="*/ 565442 h 1032158"/>
                <a:gd name="connsiteX363-34843" fmla="*/ 2823181 w 3024845"/>
                <a:gd name="connsiteY363-34844" fmla="*/ 565442 h 1032158"/>
                <a:gd name="connsiteX364-34845" fmla="*/ 2823181 w 3024845"/>
                <a:gd name="connsiteY364-34846" fmla="*/ 571927 h 1032158"/>
                <a:gd name="connsiteX365-34847" fmla="*/ 2839395 w 3024845"/>
                <a:gd name="connsiteY365-34848" fmla="*/ 571927 h 1032158"/>
                <a:gd name="connsiteX366-34849" fmla="*/ 2839395 w 3024845"/>
                <a:gd name="connsiteY366-34850" fmla="*/ 621648 h 1032158"/>
                <a:gd name="connsiteX367-34851" fmla="*/ 2871822 w 3024845"/>
                <a:gd name="connsiteY367-34852" fmla="*/ 621648 h 1032158"/>
                <a:gd name="connsiteX368-34853" fmla="*/ 2871822 w 3024845"/>
                <a:gd name="connsiteY368-34854" fmla="*/ 595707 h 1032158"/>
                <a:gd name="connsiteX369-34855" fmla="*/ 2910329 w 3024845"/>
                <a:gd name="connsiteY369-34856" fmla="*/ 595707 h 1032158"/>
                <a:gd name="connsiteX370-34857" fmla="*/ 2910329 w 3024845"/>
                <a:gd name="connsiteY370-34858" fmla="*/ 565442 h 1032158"/>
                <a:gd name="connsiteX371-34859" fmla="*/ 2958970 w 3024845"/>
                <a:gd name="connsiteY371-34860" fmla="*/ 565442 h 1032158"/>
                <a:gd name="connsiteX372-34861" fmla="*/ 2958970 w 3024845"/>
                <a:gd name="connsiteY372-34862" fmla="*/ 676598 h 1032158"/>
                <a:gd name="connsiteX373-34863" fmla="*/ 2958970 w 3024845"/>
                <a:gd name="connsiteY373-34864" fmla="*/ 690377 h 1032158"/>
                <a:gd name="connsiteX374-34865" fmla="*/ 3024845 w 3024845"/>
                <a:gd name="connsiteY374-34866" fmla="*/ 690377 h 1032158"/>
                <a:gd name="connsiteX375-34867" fmla="*/ 3024845 w 3024845"/>
                <a:gd name="connsiteY375-34868" fmla="*/ 1032158 h 1032158"/>
                <a:gd name="connsiteX376-34869" fmla="*/ 2054 w 3024845"/>
                <a:gd name="connsiteY376-34870" fmla="*/ 1029825 h 1032158"/>
                <a:gd name="connsiteX377-34871" fmla="*/ 0 w 3024845"/>
                <a:gd name="connsiteY377-34872" fmla="*/ 595707 h 1032158"/>
                <a:gd name="connsiteX378-34873" fmla="*/ 20267 w 3024845"/>
                <a:gd name="connsiteY378-34874" fmla="*/ 595707 h 1032158"/>
                <a:gd name="connsiteX379-34875" fmla="*/ 20774 w 3024845"/>
                <a:gd name="connsiteY379-34876" fmla="*/ 594626 h 1032158"/>
                <a:gd name="connsiteX380-34877" fmla="*/ 24320 w 3024845"/>
                <a:gd name="connsiteY380-34878" fmla="*/ 587060 h 1032158"/>
                <a:gd name="connsiteX381-34879" fmla="*/ 26094 w 3024845"/>
                <a:gd name="connsiteY381-34880" fmla="*/ 587330 h 1032158"/>
                <a:gd name="connsiteX382-34881" fmla="*/ 38507 w 3024845"/>
                <a:gd name="connsiteY382-34882" fmla="*/ 589221 h 1032158"/>
                <a:gd name="connsiteX383-34883" fmla="*/ 39014 w 3024845"/>
                <a:gd name="connsiteY383-34884" fmla="*/ 590573 h 1032158"/>
                <a:gd name="connsiteX384-34885" fmla="*/ 42560 w 3024845"/>
                <a:gd name="connsiteY384-34886" fmla="*/ 600030 h 1032158"/>
                <a:gd name="connsiteX385-34887" fmla="*/ 68907 w 3024845"/>
                <a:gd name="connsiteY385-34888" fmla="*/ 602192 h 1032158"/>
                <a:gd name="connsiteX386-34889" fmla="*/ 68907 w 3024845"/>
                <a:gd name="connsiteY386-34890" fmla="*/ 478971 h 1032158"/>
                <a:gd name="connsiteX387-34891" fmla="*/ 70934 w 3024845"/>
                <a:gd name="connsiteY387-34892" fmla="*/ 478971 h 1032158"/>
                <a:gd name="connsiteX388-34893" fmla="*/ 85121 w 3024845"/>
                <a:gd name="connsiteY388-34894" fmla="*/ 478971 h 1032158"/>
                <a:gd name="connsiteX389-34895" fmla="*/ 85121 w 3024845"/>
                <a:gd name="connsiteY389-34896" fmla="*/ 342779 h 1032158"/>
                <a:gd name="connsiteX390-34897" fmla="*/ 86894 w 3024845"/>
                <a:gd name="connsiteY390-34898" fmla="*/ 342779 h 1032158"/>
                <a:gd name="connsiteX391-34899" fmla="*/ 99308 w 3024845"/>
                <a:gd name="connsiteY391-34900" fmla="*/ 342779 h 1032158"/>
                <a:gd name="connsiteX392-34901" fmla="*/ 99308 w 3024845"/>
                <a:gd name="connsiteY392-34902" fmla="*/ 228205 h 1032158"/>
                <a:gd name="connsiteX393-34903" fmla="*/ 103361 w 3024845"/>
                <a:gd name="connsiteY393-34904" fmla="*/ 200101 h 1032158"/>
                <a:gd name="connsiteX394-34905" fmla="*/ 105388 w 3024845"/>
                <a:gd name="connsiteY394-34906" fmla="*/ 200101 h 1032158"/>
                <a:gd name="connsiteX395-34907" fmla="*/ 119575 w 3024845"/>
                <a:gd name="connsiteY395-34908" fmla="*/ 200101 h 1032158"/>
                <a:gd name="connsiteX0-34909" fmla="*/ 119575 w 3024845"/>
                <a:gd name="connsiteY0-34910" fmla="*/ 95357 h 927414"/>
                <a:gd name="connsiteX1-34911" fmla="*/ 200642 w 3024845"/>
                <a:gd name="connsiteY1-34912" fmla="*/ 93196 h 927414"/>
                <a:gd name="connsiteX2-34913" fmla="*/ 202669 w 3024845"/>
                <a:gd name="connsiteY2-34914" fmla="*/ 93196 h 927414"/>
                <a:gd name="connsiteX3-34915" fmla="*/ 216856 w 3024845"/>
                <a:gd name="connsiteY3-34916" fmla="*/ 93196 h 927414"/>
                <a:gd name="connsiteX4-34917" fmla="*/ 216856 w 3024845"/>
                <a:gd name="connsiteY4-34918" fmla="*/ 116975 h 927414"/>
                <a:gd name="connsiteX5-34919" fmla="*/ 217363 w 3024845"/>
                <a:gd name="connsiteY5-34920" fmla="*/ 117786 h 927414"/>
                <a:gd name="connsiteX6-34921" fmla="*/ 220909 w 3024845"/>
                <a:gd name="connsiteY6-34922" fmla="*/ 123461 h 927414"/>
                <a:gd name="connsiteX7-34923" fmla="*/ 220909 w 3024845"/>
                <a:gd name="connsiteY7-34924" fmla="*/ 238035 h 927414"/>
                <a:gd name="connsiteX8-34925" fmla="*/ 223189 w 3024845"/>
                <a:gd name="connsiteY8-34926" fmla="*/ 238035 h 927414"/>
                <a:gd name="connsiteX9-34927" fmla="*/ 239150 w 3024845"/>
                <a:gd name="connsiteY9-34928" fmla="*/ 238035 h 927414"/>
                <a:gd name="connsiteX10-34929" fmla="*/ 239150 w 3024845"/>
                <a:gd name="connsiteY10-34930" fmla="*/ 378550 h 927414"/>
                <a:gd name="connsiteX11-34931" fmla="*/ 240670 w 3024845"/>
                <a:gd name="connsiteY11-34932" fmla="*/ 378280 h 927414"/>
                <a:gd name="connsiteX12-34933" fmla="*/ 251310 w 3024845"/>
                <a:gd name="connsiteY12-34934" fmla="*/ 376389 h 927414"/>
                <a:gd name="connsiteX13-34935" fmla="*/ 249283 w 3024845"/>
                <a:gd name="connsiteY13-34936" fmla="*/ 465021 h 927414"/>
                <a:gd name="connsiteX14-34937" fmla="*/ 250803 w 3024845"/>
                <a:gd name="connsiteY14-34938" fmla="*/ 465292 h 927414"/>
                <a:gd name="connsiteX15-34939" fmla="*/ 261443 w 3024845"/>
                <a:gd name="connsiteY15-34940" fmla="*/ 467183 h 927414"/>
                <a:gd name="connsiteX16-34941" fmla="*/ 261696 w 3024845"/>
                <a:gd name="connsiteY16-34942" fmla="*/ 467994 h 927414"/>
                <a:gd name="connsiteX17-34943" fmla="*/ 263470 w 3024845"/>
                <a:gd name="connsiteY17-34944" fmla="*/ 473669 h 927414"/>
                <a:gd name="connsiteX18-34945" fmla="*/ 264230 w 3024845"/>
                <a:gd name="connsiteY18-34946" fmla="*/ 471237 h 927414"/>
                <a:gd name="connsiteX19-34947" fmla="*/ 269550 w 3024845"/>
                <a:gd name="connsiteY19-34948" fmla="*/ 454213 h 927414"/>
                <a:gd name="connsiteX20-34949" fmla="*/ 271323 w 3024845"/>
                <a:gd name="connsiteY20-34950" fmla="*/ 454213 h 927414"/>
                <a:gd name="connsiteX21-34951" fmla="*/ 283737 w 3024845"/>
                <a:gd name="connsiteY21-34952" fmla="*/ 454213 h 927414"/>
                <a:gd name="connsiteX22-34953" fmla="*/ 283737 w 3024845"/>
                <a:gd name="connsiteY22-34954" fmla="*/ 486639 h 927414"/>
                <a:gd name="connsiteX23-34955" fmla="*/ 284750 w 3024845"/>
                <a:gd name="connsiteY23-34956" fmla="*/ 487180 h 927414"/>
                <a:gd name="connsiteX24-34957" fmla="*/ 291844 w 3024845"/>
                <a:gd name="connsiteY24-34958" fmla="*/ 490963 h 927414"/>
                <a:gd name="connsiteX25-34959" fmla="*/ 291844 w 3024845"/>
                <a:gd name="connsiteY25-34960" fmla="*/ 492314 h 927414"/>
                <a:gd name="connsiteX26-34961" fmla="*/ 291844 w 3024845"/>
                <a:gd name="connsiteY26-34962" fmla="*/ 501772 h 927414"/>
                <a:gd name="connsiteX27-34963" fmla="*/ 336431 w 3024845"/>
                <a:gd name="connsiteY27-34964" fmla="*/ 501772 h 927414"/>
                <a:gd name="connsiteX28-34965" fmla="*/ 336431 w 3024845"/>
                <a:gd name="connsiteY28-34966" fmla="*/ 502853 h 927414"/>
                <a:gd name="connsiteX29-34967" fmla="*/ 336431 w 3024845"/>
                <a:gd name="connsiteY29-34968" fmla="*/ 510419 h 927414"/>
                <a:gd name="connsiteX30-34969" fmla="*/ 338457 w 3024845"/>
                <a:gd name="connsiteY30-34970" fmla="*/ 510419 h 927414"/>
                <a:gd name="connsiteX31-34971" fmla="*/ 352644 w 3024845"/>
                <a:gd name="connsiteY31-34972" fmla="*/ 510419 h 927414"/>
                <a:gd name="connsiteX32-34973" fmla="*/ 352644 w 3024845"/>
                <a:gd name="connsiteY32-34974" fmla="*/ 480154 h 927414"/>
                <a:gd name="connsiteX33-34975" fmla="*/ 397231 w 3024845"/>
                <a:gd name="connsiteY33-34976" fmla="*/ 480154 h 927414"/>
                <a:gd name="connsiteX34-34977" fmla="*/ 397231 w 3024845"/>
                <a:gd name="connsiteY34-34978" fmla="*/ 478803 h 927414"/>
                <a:gd name="connsiteX35-34979" fmla="*/ 397231 w 3024845"/>
                <a:gd name="connsiteY35-34980" fmla="*/ 469345 h 927414"/>
                <a:gd name="connsiteX36-34981" fmla="*/ 398245 w 3024845"/>
                <a:gd name="connsiteY36-34982" fmla="*/ 469345 h 927414"/>
                <a:gd name="connsiteX37-34983" fmla="*/ 405338 w 3024845"/>
                <a:gd name="connsiteY37-34984" fmla="*/ 469345 h 927414"/>
                <a:gd name="connsiteX38-34985" fmla="*/ 405338 w 3024845"/>
                <a:gd name="connsiteY38-34986" fmla="*/ 467454 h 927414"/>
                <a:gd name="connsiteX39-34987" fmla="*/ 405338 w 3024845"/>
                <a:gd name="connsiteY39-34988" fmla="*/ 454213 h 927414"/>
                <a:gd name="connsiteX40-34989" fmla="*/ 406098 w 3024845"/>
                <a:gd name="connsiteY40-34990" fmla="*/ 454213 h 927414"/>
                <a:gd name="connsiteX41-34991" fmla="*/ 411418 w 3024845"/>
                <a:gd name="connsiteY41-34992" fmla="*/ 454213 h 927414"/>
                <a:gd name="connsiteX42-34993" fmla="*/ 411418 w 3024845"/>
                <a:gd name="connsiteY42-34994" fmla="*/ 453132 h 927414"/>
                <a:gd name="connsiteX43-34995" fmla="*/ 411418 w 3024845"/>
                <a:gd name="connsiteY43-34996" fmla="*/ 445565 h 927414"/>
                <a:gd name="connsiteX44-34997" fmla="*/ 413445 w 3024845"/>
                <a:gd name="connsiteY44-34998" fmla="*/ 445565 h 927414"/>
                <a:gd name="connsiteX45-34999" fmla="*/ 427632 w 3024845"/>
                <a:gd name="connsiteY45-35000" fmla="*/ 445565 h 927414"/>
                <a:gd name="connsiteX46-35001" fmla="*/ 427632 w 3024845"/>
                <a:gd name="connsiteY46-35002" fmla="*/ 446646 h 927414"/>
                <a:gd name="connsiteX47-35003" fmla="*/ 427632 w 3024845"/>
                <a:gd name="connsiteY47-35004" fmla="*/ 454213 h 927414"/>
                <a:gd name="connsiteX48-35005" fmla="*/ 449925 w 3024845"/>
                <a:gd name="connsiteY48-35006" fmla="*/ 454213 h 927414"/>
                <a:gd name="connsiteX49-35007" fmla="*/ 449925 w 3024845"/>
                <a:gd name="connsiteY49-35008" fmla="*/ 452321 h 927414"/>
                <a:gd name="connsiteX50-35009" fmla="*/ 449925 w 3024845"/>
                <a:gd name="connsiteY50-35010" fmla="*/ 439080 h 927414"/>
                <a:gd name="connsiteX51-35011" fmla="*/ 451699 w 3024845"/>
                <a:gd name="connsiteY51-35012" fmla="*/ 439080 h 927414"/>
                <a:gd name="connsiteX52-35013" fmla="*/ 464112 w 3024845"/>
                <a:gd name="connsiteY52-35014" fmla="*/ 439080 h 927414"/>
                <a:gd name="connsiteX53-35015" fmla="*/ 464112 w 3024845"/>
                <a:gd name="connsiteY53-35016" fmla="*/ 462860 h 927414"/>
                <a:gd name="connsiteX54-35017" fmla="*/ 465126 w 3024845"/>
                <a:gd name="connsiteY54-35018" fmla="*/ 462860 h 927414"/>
                <a:gd name="connsiteX55-35019" fmla="*/ 472219 w 3024845"/>
                <a:gd name="connsiteY55-35020" fmla="*/ 462860 h 927414"/>
                <a:gd name="connsiteX56-35021" fmla="*/ 472219 w 3024845"/>
                <a:gd name="connsiteY56-35022" fmla="*/ 461779 h 927414"/>
                <a:gd name="connsiteX57-35023" fmla="*/ 472219 w 3024845"/>
                <a:gd name="connsiteY57-35024" fmla="*/ 454213 h 927414"/>
                <a:gd name="connsiteX58-35025" fmla="*/ 473992 w 3024845"/>
                <a:gd name="connsiteY58-35026" fmla="*/ 454213 h 927414"/>
                <a:gd name="connsiteX59-35027" fmla="*/ 486406 w 3024845"/>
                <a:gd name="connsiteY59-35028" fmla="*/ 454213 h 927414"/>
                <a:gd name="connsiteX60-35029" fmla="*/ 486406 w 3024845"/>
                <a:gd name="connsiteY60-35030" fmla="*/ 480154 h 927414"/>
                <a:gd name="connsiteX61-35031" fmla="*/ 488433 w 3024845"/>
                <a:gd name="connsiteY61-35032" fmla="*/ 480154 h 927414"/>
                <a:gd name="connsiteX62-35033" fmla="*/ 502619 w 3024845"/>
                <a:gd name="connsiteY62-35034" fmla="*/ 480154 h 927414"/>
                <a:gd name="connsiteX63-35035" fmla="*/ 502619 w 3024845"/>
                <a:gd name="connsiteY63-35036" fmla="*/ 481775 h 927414"/>
                <a:gd name="connsiteX64-35037" fmla="*/ 502619 w 3024845"/>
                <a:gd name="connsiteY64-35038" fmla="*/ 493125 h 927414"/>
                <a:gd name="connsiteX65-35039" fmla="*/ 503379 w 3024845"/>
                <a:gd name="connsiteY65-35040" fmla="*/ 493125 h 927414"/>
                <a:gd name="connsiteX66-35041" fmla="*/ 508700 w 3024845"/>
                <a:gd name="connsiteY66-35042" fmla="*/ 493125 h 927414"/>
                <a:gd name="connsiteX67-35043" fmla="*/ 508700 w 3024845"/>
                <a:gd name="connsiteY67-35044" fmla="*/ 492314 h 927414"/>
                <a:gd name="connsiteX68-35045" fmla="*/ 508700 w 3024845"/>
                <a:gd name="connsiteY68-35046" fmla="*/ 486639 h 927414"/>
                <a:gd name="connsiteX69-35047" fmla="*/ 539100 w 3024845"/>
                <a:gd name="connsiteY69-35048" fmla="*/ 486639 h 927414"/>
                <a:gd name="connsiteX70-35049" fmla="*/ 539100 w 3024845"/>
                <a:gd name="connsiteY70-35050" fmla="*/ 510419 h 927414"/>
                <a:gd name="connsiteX71-35051" fmla="*/ 540113 w 3024845"/>
                <a:gd name="connsiteY71-35052" fmla="*/ 510419 h 927414"/>
                <a:gd name="connsiteX72-35053" fmla="*/ 547207 w 3024845"/>
                <a:gd name="connsiteY72-35054" fmla="*/ 510419 h 927414"/>
                <a:gd name="connsiteX73-35055" fmla="*/ 547207 w 3024845"/>
                <a:gd name="connsiteY73-35056" fmla="*/ 511500 h 927414"/>
                <a:gd name="connsiteX74-35057" fmla="*/ 547207 w 3024845"/>
                <a:gd name="connsiteY74-35058" fmla="*/ 519066 h 927414"/>
                <a:gd name="connsiteX75-35059" fmla="*/ 547967 w 3024845"/>
                <a:gd name="connsiteY75-35060" fmla="*/ 519066 h 927414"/>
                <a:gd name="connsiteX76-35061" fmla="*/ 553287 w 3024845"/>
                <a:gd name="connsiteY76-35062" fmla="*/ 519066 h 927414"/>
                <a:gd name="connsiteX77-35063" fmla="*/ 553287 w 3024845"/>
                <a:gd name="connsiteY77-35064" fmla="*/ 516904 h 927414"/>
                <a:gd name="connsiteX78-35065" fmla="*/ 553287 w 3024845"/>
                <a:gd name="connsiteY78-35066" fmla="*/ 501772 h 927414"/>
                <a:gd name="connsiteX79-35067" fmla="*/ 554300 w 3024845"/>
                <a:gd name="connsiteY79-35068" fmla="*/ 501772 h 927414"/>
                <a:gd name="connsiteX80-35069" fmla="*/ 561394 w 3024845"/>
                <a:gd name="connsiteY80-35070" fmla="*/ 501772 h 927414"/>
                <a:gd name="connsiteX81-35071" fmla="*/ 561394 w 3024845"/>
                <a:gd name="connsiteY81-35072" fmla="*/ 502853 h 927414"/>
                <a:gd name="connsiteX82-35073" fmla="*/ 561394 w 3024845"/>
                <a:gd name="connsiteY82-35074" fmla="*/ 510419 h 927414"/>
                <a:gd name="connsiteX83-35075" fmla="*/ 566714 w 3024845"/>
                <a:gd name="connsiteY83-35076" fmla="*/ 508426 h 927414"/>
                <a:gd name="connsiteX84-35077" fmla="*/ 567474 w 3024845"/>
                <a:gd name="connsiteY84-35078" fmla="*/ 507446 h 927414"/>
                <a:gd name="connsiteX85-35079" fmla="*/ 567474 w 3024845"/>
                <a:gd name="connsiteY85-35080" fmla="*/ 501772 h 927414"/>
                <a:gd name="connsiteX86-35081" fmla="*/ 605981 w 3024845"/>
                <a:gd name="connsiteY86-35082" fmla="*/ 501772 h 927414"/>
                <a:gd name="connsiteX87-35083" fmla="*/ 605981 w 3024845"/>
                <a:gd name="connsiteY87-35084" fmla="*/ 525551 h 927414"/>
                <a:gd name="connsiteX88-35085" fmla="*/ 608007 w 3024845"/>
                <a:gd name="connsiteY88-35086" fmla="*/ 525551 h 927414"/>
                <a:gd name="connsiteX89-35087" fmla="*/ 622194 w 3024845"/>
                <a:gd name="connsiteY89-35088" fmla="*/ 525551 h 927414"/>
                <a:gd name="connsiteX90-35089" fmla="*/ 622194 w 3024845"/>
                <a:gd name="connsiteY90-35090" fmla="*/ 526632 h 927414"/>
                <a:gd name="connsiteX91-35091" fmla="*/ 622194 w 3024845"/>
                <a:gd name="connsiteY91-35092" fmla="*/ 534198 h 927414"/>
                <a:gd name="connsiteX92-35093" fmla="*/ 623968 w 3024845"/>
                <a:gd name="connsiteY92-35094" fmla="*/ 534198 h 927414"/>
                <a:gd name="connsiteX93-35095" fmla="*/ 636381 w 3024845"/>
                <a:gd name="connsiteY93-35096" fmla="*/ 534198 h 927414"/>
                <a:gd name="connsiteX94-35097" fmla="*/ 636381 w 3024845"/>
                <a:gd name="connsiteY94-35098" fmla="*/ 510419 h 927414"/>
                <a:gd name="connsiteX95-35099" fmla="*/ 637394 w 3024845"/>
                <a:gd name="connsiteY95-35100" fmla="*/ 510419 h 927414"/>
                <a:gd name="connsiteX96-35101" fmla="*/ 644488 w 3024845"/>
                <a:gd name="connsiteY96-35102" fmla="*/ 510419 h 927414"/>
                <a:gd name="connsiteX97-35103" fmla="*/ 644488 w 3024845"/>
                <a:gd name="connsiteY97-35104" fmla="*/ 477992 h 927414"/>
                <a:gd name="connsiteX98-35105" fmla="*/ 645501 w 3024845"/>
                <a:gd name="connsiteY98-35106" fmla="*/ 477992 h 927414"/>
                <a:gd name="connsiteX99-35107" fmla="*/ 652595 w 3024845"/>
                <a:gd name="connsiteY99-35108" fmla="*/ 477992 h 927414"/>
                <a:gd name="connsiteX100-35109" fmla="*/ 652595 w 3024845"/>
                <a:gd name="connsiteY100-35110" fmla="*/ 476101 h 927414"/>
                <a:gd name="connsiteX101-35111" fmla="*/ 652595 w 3024845"/>
                <a:gd name="connsiteY101-35112" fmla="*/ 462860 h 927414"/>
                <a:gd name="connsiteX102-35113" fmla="*/ 651328 w 3024845"/>
                <a:gd name="connsiteY102-35114" fmla="*/ 461238 h 927414"/>
                <a:gd name="connsiteX103-35115" fmla="*/ 656648 w 3024845"/>
                <a:gd name="connsiteY103-35116" fmla="*/ 449889 h 927414"/>
                <a:gd name="connsiteX104-35117" fmla="*/ 664755 w 3024845"/>
                <a:gd name="connsiteY104-35118" fmla="*/ 477992 h 927414"/>
                <a:gd name="connsiteX105-35119" fmla="*/ 665515 w 3024845"/>
                <a:gd name="connsiteY105-35120" fmla="*/ 477992 h 927414"/>
                <a:gd name="connsiteX106-35121" fmla="*/ 670835 w 3024845"/>
                <a:gd name="connsiteY106-35122" fmla="*/ 477992 h 927414"/>
                <a:gd name="connsiteX107-35123" fmla="*/ 670835 w 3024845"/>
                <a:gd name="connsiteY107-35124" fmla="*/ 372065 h 927414"/>
                <a:gd name="connsiteX108-35125" fmla="*/ 672355 w 3024845"/>
                <a:gd name="connsiteY108-35126" fmla="*/ 372065 h 927414"/>
                <a:gd name="connsiteX109-35127" fmla="*/ 682995 w 3024845"/>
                <a:gd name="connsiteY109-35128" fmla="*/ 372065 h 927414"/>
                <a:gd name="connsiteX110-35129" fmla="*/ 682995 w 3024845"/>
                <a:gd name="connsiteY110-35130" fmla="*/ 324506 h 927414"/>
                <a:gd name="connsiteX111-35131" fmla="*/ 709342 w 3024845"/>
                <a:gd name="connsiteY111-35132" fmla="*/ 324506 h 927414"/>
                <a:gd name="connsiteX112-35133" fmla="*/ 709342 w 3024845"/>
                <a:gd name="connsiteY112-35134" fmla="*/ 302888 h 927414"/>
                <a:gd name="connsiteX113-35135" fmla="*/ 743796 w 3024845"/>
                <a:gd name="connsiteY113-35136" fmla="*/ 302888 h 927414"/>
                <a:gd name="connsiteX114-35137" fmla="*/ 743796 w 3024845"/>
                <a:gd name="connsiteY114-35138" fmla="*/ 305320 h 927414"/>
                <a:gd name="connsiteX115-35139" fmla="*/ 743796 w 3024845"/>
                <a:gd name="connsiteY115-35140" fmla="*/ 322344 h 927414"/>
                <a:gd name="connsiteX116-35141" fmla="*/ 746076 w 3024845"/>
                <a:gd name="connsiteY116-35142" fmla="*/ 322344 h 927414"/>
                <a:gd name="connsiteX117-35143" fmla="*/ 762036 w 3024845"/>
                <a:gd name="connsiteY117-35144" fmla="*/ 322344 h 927414"/>
                <a:gd name="connsiteX118-35145" fmla="*/ 762036 w 3024845"/>
                <a:gd name="connsiteY118-35146" fmla="*/ 369903 h 927414"/>
                <a:gd name="connsiteX119-35147" fmla="*/ 763049 w 3024845"/>
                <a:gd name="connsiteY119-35148" fmla="*/ 369903 h 927414"/>
                <a:gd name="connsiteX120-35149" fmla="*/ 770143 w 3024845"/>
                <a:gd name="connsiteY120-35150" fmla="*/ 369903 h 927414"/>
                <a:gd name="connsiteX121-35151" fmla="*/ 784330 w 3024845"/>
                <a:gd name="connsiteY121-35152" fmla="*/ 374227 h 927414"/>
                <a:gd name="connsiteX122-35153" fmla="*/ 784330 w 3024845"/>
                <a:gd name="connsiteY122-35154" fmla="*/ 413139 h 927414"/>
                <a:gd name="connsiteX123-35155" fmla="*/ 785343 w 3024845"/>
                <a:gd name="connsiteY123-35156" fmla="*/ 413139 h 927414"/>
                <a:gd name="connsiteX124-35157" fmla="*/ 792436 w 3024845"/>
                <a:gd name="connsiteY124-35158" fmla="*/ 413139 h 927414"/>
                <a:gd name="connsiteX125-35159" fmla="*/ 792436 w 3024845"/>
                <a:gd name="connsiteY125-35160" fmla="*/ 414760 h 927414"/>
                <a:gd name="connsiteX126-35161" fmla="*/ 792436 w 3024845"/>
                <a:gd name="connsiteY126-35162" fmla="*/ 426109 h 927414"/>
                <a:gd name="connsiteX127-35163" fmla="*/ 794463 w 3024845"/>
                <a:gd name="connsiteY127-35164" fmla="*/ 426109 h 927414"/>
                <a:gd name="connsiteX128-35165" fmla="*/ 808650 w 3024845"/>
                <a:gd name="connsiteY128-35166" fmla="*/ 426109 h 927414"/>
                <a:gd name="connsiteX129-35167" fmla="*/ 814730 w 3024845"/>
                <a:gd name="connsiteY129-35168" fmla="*/ 432595 h 927414"/>
                <a:gd name="connsiteX130-35169" fmla="*/ 814730 w 3024845"/>
                <a:gd name="connsiteY130-35170" fmla="*/ 454213 h 927414"/>
                <a:gd name="connsiteX131-35171" fmla="*/ 817010 w 3024845"/>
                <a:gd name="connsiteY131-35172" fmla="*/ 454213 h 927414"/>
                <a:gd name="connsiteX132-35173" fmla="*/ 832970 w 3024845"/>
                <a:gd name="connsiteY132-35174" fmla="*/ 454213 h 927414"/>
                <a:gd name="connsiteX133-35175" fmla="*/ 832970 w 3024845"/>
                <a:gd name="connsiteY133-35176" fmla="*/ 455293 h 927414"/>
                <a:gd name="connsiteX134-35177" fmla="*/ 832970 w 3024845"/>
                <a:gd name="connsiteY134-35178" fmla="*/ 462860 h 927414"/>
                <a:gd name="connsiteX135-35179" fmla="*/ 834237 w 3024845"/>
                <a:gd name="connsiteY135-35180" fmla="*/ 462860 h 927414"/>
                <a:gd name="connsiteX136-35181" fmla="*/ 843104 w 3024845"/>
                <a:gd name="connsiteY136-35182" fmla="*/ 462860 h 927414"/>
                <a:gd name="connsiteX137-35183" fmla="*/ 843104 w 3024845"/>
                <a:gd name="connsiteY137-35184" fmla="*/ 465021 h 927414"/>
                <a:gd name="connsiteX138-35185" fmla="*/ 843104 w 3024845"/>
                <a:gd name="connsiteY138-35186" fmla="*/ 480154 h 927414"/>
                <a:gd name="connsiteX139-35187" fmla="*/ 847157 w 3024845"/>
                <a:gd name="connsiteY139-35188" fmla="*/ 478262 h 927414"/>
                <a:gd name="connsiteX140-35189" fmla="*/ 847157 w 3024845"/>
                <a:gd name="connsiteY140-35190" fmla="*/ 465021 h 927414"/>
                <a:gd name="connsiteX141-35191" fmla="*/ 848170 w 3024845"/>
                <a:gd name="connsiteY141-35192" fmla="*/ 465021 h 927414"/>
                <a:gd name="connsiteX142-35193" fmla="*/ 855264 w 3024845"/>
                <a:gd name="connsiteY142-35194" fmla="*/ 465021 h 927414"/>
                <a:gd name="connsiteX143-35195" fmla="*/ 855264 w 3024845"/>
                <a:gd name="connsiteY143-35196" fmla="*/ 466643 h 927414"/>
                <a:gd name="connsiteX144-35197" fmla="*/ 855264 w 3024845"/>
                <a:gd name="connsiteY144-35198" fmla="*/ 477992 h 927414"/>
                <a:gd name="connsiteX145-35199" fmla="*/ 856024 w 3024845"/>
                <a:gd name="connsiteY145-35200" fmla="*/ 477992 h 927414"/>
                <a:gd name="connsiteX146-35201" fmla="*/ 861344 w 3024845"/>
                <a:gd name="connsiteY146-35202" fmla="*/ 477992 h 927414"/>
                <a:gd name="connsiteX147-35203" fmla="*/ 909984 w 3024845"/>
                <a:gd name="connsiteY147-35204" fmla="*/ 473669 h 927414"/>
                <a:gd name="connsiteX148-35205" fmla="*/ 909984 w 3024845"/>
                <a:gd name="connsiteY148-35206" fmla="*/ 475020 h 927414"/>
                <a:gd name="connsiteX149-35207" fmla="*/ 909984 w 3024845"/>
                <a:gd name="connsiteY149-35208" fmla="*/ 484477 h 927414"/>
                <a:gd name="connsiteX150-35209" fmla="*/ 910744 w 3024845"/>
                <a:gd name="connsiteY150-35210" fmla="*/ 484477 h 927414"/>
                <a:gd name="connsiteX151-35211" fmla="*/ 916065 w 3024845"/>
                <a:gd name="connsiteY151-35212" fmla="*/ 484477 h 927414"/>
                <a:gd name="connsiteX152-35213" fmla="*/ 916065 w 3024845"/>
                <a:gd name="connsiteY152-35214" fmla="*/ 486639 h 927414"/>
                <a:gd name="connsiteX153-35215" fmla="*/ 916065 w 3024845"/>
                <a:gd name="connsiteY153-35216" fmla="*/ 501772 h 927414"/>
                <a:gd name="connsiteX154-35217" fmla="*/ 918091 w 3024845"/>
                <a:gd name="connsiteY154-35218" fmla="*/ 500421 h 927414"/>
                <a:gd name="connsiteX155-35219" fmla="*/ 932278 w 3024845"/>
                <a:gd name="connsiteY155-35220" fmla="*/ 490963 h 927414"/>
                <a:gd name="connsiteX156-35221" fmla="*/ 938358 w 3024845"/>
                <a:gd name="connsiteY156-35222" fmla="*/ 449889 h 927414"/>
                <a:gd name="connsiteX157-35223" fmla="*/ 939118 w 3024845"/>
                <a:gd name="connsiteY157-35224" fmla="*/ 449619 h 927414"/>
                <a:gd name="connsiteX158-35225" fmla="*/ 944438 w 3024845"/>
                <a:gd name="connsiteY158-35226" fmla="*/ 447727 h 927414"/>
                <a:gd name="connsiteX159-35227" fmla="*/ 946465 w 3024845"/>
                <a:gd name="connsiteY159-35228" fmla="*/ 378550 h 927414"/>
                <a:gd name="connsiteX160-35229" fmla="*/ 948492 w 3024845"/>
                <a:gd name="connsiteY160-35230" fmla="*/ 447727 h 927414"/>
                <a:gd name="connsiteX161-35231" fmla="*/ 949252 w 3024845"/>
                <a:gd name="connsiteY161-35232" fmla="*/ 447997 h 927414"/>
                <a:gd name="connsiteX162-35233" fmla="*/ 954572 w 3024845"/>
                <a:gd name="connsiteY162-35234" fmla="*/ 449889 h 927414"/>
                <a:gd name="connsiteX163-35235" fmla="*/ 954572 w 3024845"/>
                <a:gd name="connsiteY163-35236" fmla="*/ 363418 h 927414"/>
                <a:gd name="connsiteX164-35237" fmla="*/ 958625 w 3024845"/>
                <a:gd name="connsiteY164-35238" fmla="*/ 330991 h 927414"/>
                <a:gd name="connsiteX165-35239" fmla="*/ 997132 w 3024845"/>
                <a:gd name="connsiteY165-35240" fmla="*/ 330991 h 927414"/>
                <a:gd name="connsiteX166-35241" fmla="*/ 997132 w 3024845"/>
                <a:gd name="connsiteY166-35242" fmla="*/ 363418 h 927414"/>
                <a:gd name="connsiteX167-35243" fmla="*/ 997892 w 3024845"/>
                <a:gd name="connsiteY167-35244" fmla="*/ 363418 h 927414"/>
                <a:gd name="connsiteX168-35245" fmla="*/ 1003212 w 3024845"/>
                <a:gd name="connsiteY168-35246" fmla="*/ 363418 h 927414"/>
                <a:gd name="connsiteX169-35247" fmla="*/ 1003212 w 3024845"/>
                <a:gd name="connsiteY169-35248" fmla="*/ 281270 h 927414"/>
                <a:gd name="connsiteX170-35249" fmla="*/ 1004986 w 3024845"/>
                <a:gd name="connsiteY170-35250" fmla="*/ 281270 h 927414"/>
                <a:gd name="connsiteX171-35251" fmla="*/ 1017399 w 3024845"/>
                <a:gd name="connsiteY171-35252" fmla="*/ 281270 h 927414"/>
                <a:gd name="connsiteX172-35253" fmla="*/ 1017399 w 3024845"/>
                <a:gd name="connsiteY172-35254" fmla="*/ 279379 h 927414"/>
                <a:gd name="connsiteX173-35255" fmla="*/ 1017399 w 3024845"/>
                <a:gd name="connsiteY173-35256" fmla="*/ 266138 h 927414"/>
                <a:gd name="connsiteX174-35257" fmla="*/ 1039693 w 3024845"/>
                <a:gd name="connsiteY174-35258" fmla="*/ 266138 h 927414"/>
                <a:gd name="connsiteX175-35259" fmla="*/ 1039693 w 3024845"/>
                <a:gd name="connsiteY175-35260" fmla="*/ 265057 h 927414"/>
                <a:gd name="connsiteX176-35261" fmla="*/ 1039693 w 3024845"/>
                <a:gd name="connsiteY176-35262" fmla="*/ 257491 h 927414"/>
                <a:gd name="connsiteX177-35263" fmla="*/ 1041466 w 3024845"/>
                <a:gd name="connsiteY177-35264" fmla="*/ 257491 h 927414"/>
                <a:gd name="connsiteX178-35265" fmla="*/ 1053880 w 3024845"/>
                <a:gd name="connsiteY178-35266" fmla="*/ 257491 h 927414"/>
                <a:gd name="connsiteX179-35267" fmla="*/ 1053880 w 3024845"/>
                <a:gd name="connsiteY179-35268" fmla="*/ 258572 h 927414"/>
                <a:gd name="connsiteX180-35269" fmla="*/ 1053880 w 3024845"/>
                <a:gd name="connsiteY180-35270" fmla="*/ 266138 h 927414"/>
                <a:gd name="connsiteX181-35271" fmla="*/ 1054640 w 3024845"/>
                <a:gd name="connsiteY181-35272" fmla="*/ 266138 h 927414"/>
                <a:gd name="connsiteX182-35273" fmla="*/ 1059960 w 3024845"/>
                <a:gd name="connsiteY182-35274" fmla="*/ 266138 h 927414"/>
                <a:gd name="connsiteX183-35275" fmla="*/ 1070093 w 3024845"/>
                <a:gd name="connsiteY183-35276" fmla="*/ 261814 h 927414"/>
                <a:gd name="connsiteX184-35277" fmla="*/ 1074146 w 3024845"/>
                <a:gd name="connsiteY184-35278" fmla="*/ 265057 h 927414"/>
                <a:gd name="connsiteX185-35279" fmla="*/ 1074146 w 3024845"/>
                <a:gd name="connsiteY185-35280" fmla="*/ 257491 h 927414"/>
                <a:gd name="connsiteX186-35281" fmla="*/ 1076426 w 3024845"/>
                <a:gd name="connsiteY186-35282" fmla="*/ 257491 h 927414"/>
                <a:gd name="connsiteX187-35283" fmla="*/ 1092387 w 3024845"/>
                <a:gd name="connsiteY187-35284" fmla="*/ 257491 h 927414"/>
                <a:gd name="connsiteX188-35285" fmla="*/ 1092387 w 3024845"/>
                <a:gd name="connsiteY188-35286" fmla="*/ 258572 h 927414"/>
                <a:gd name="connsiteX189-35287" fmla="*/ 1092387 w 3024845"/>
                <a:gd name="connsiteY189-35288" fmla="*/ 266138 h 927414"/>
                <a:gd name="connsiteX190-35289" fmla="*/ 1122787 w 3024845"/>
                <a:gd name="connsiteY190-35290" fmla="*/ 266138 h 927414"/>
                <a:gd name="connsiteX191-35291" fmla="*/ 1122787 w 3024845"/>
                <a:gd name="connsiteY191-35292" fmla="*/ 267759 h 927414"/>
                <a:gd name="connsiteX192-35293" fmla="*/ 1122787 w 3024845"/>
                <a:gd name="connsiteY192-35294" fmla="*/ 279109 h 927414"/>
                <a:gd name="connsiteX193-35295" fmla="*/ 1149134 w 3024845"/>
                <a:gd name="connsiteY193-35296" fmla="*/ 279109 h 927414"/>
                <a:gd name="connsiteX194-35297" fmla="*/ 1149134 w 3024845"/>
                <a:gd name="connsiteY194-35298" fmla="*/ 309373 h 927414"/>
                <a:gd name="connsiteX195-35299" fmla="*/ 1149894 w 3024845"/>
                <a:gd name="connsiteY195-35300" fmla="*/ 309373 h 927414"/>
                <a:gd name="connsiteX196-35301" fmla="*/ 1155214 w 3024845"/>
                <a:gd name="connsiteY196-35302" fmla="*/ 309373 h 927414"/>
                <a:gd name="connsiteX197-35303" fmla="*/ 1155214 w 3024845"/>
                <a:gd name="connsiteY197-35304" fmla="*/ 310454 h 927414"/>
                <a:gd name="connsiteX198-35305" fmla="*/ 1155214 w 3024845"/>
                <a:gd name="connsiteY198-35306" fmla="*/ 318021 h 927414"/>
                <a:gd name="connsiteX199-35307" fmla="*/ 1159268 w 3024845"/>
                <a:gd name="connsiteY199-35308" fmla="*/ 348285 h 927414"/>
                <a:gd name="connsiteX200-35309" fmla="*/ 1160028 w 3024845"/>
                <a:gd name="connsiteY200-35310" fmla="*/ 348285 h 927414"/>
                <a:gd name="connsiteX201-35311" fmla="*/ 1165348 w 3024845"/>
                <a:gd name="connsiteY201-35312" fmla="*/ 348285 h 927414"/>
                <a:gd name="connsiteX202-35313" fmla="*/ 1165348 w 3024845"/>
                <a:gd name="connsiteY202-35314" fmla="*/ 349096 h 927414"/>
                <a:gd name="connsiteX203-35315" fmla="*/ 1165348 w 3024845"/>
                <a:gd name="connsiteY203-35316" fmla="*/ 354771 h 927414"/>
                <a:gd name="connsiteX204-35317" fmla="*/ 1166361 w 3024845"/>
                <a:gd name="connsiteY204-35318" fmla="*/ 354771 h 927414"/>
                <a:gd name="connsiteX205-35319" fmla="*/ 1173454 w 3024845"/>
                <a:gd name="connsiteY205-35320" fmla="*/ 354771 h 927414"/>
                <a:gd name="connsiteX206-35321" fmla="*/ 1173454 w 3024845"/>
                <a:gd name="connsiteY206-35322" fmla="*/ 385036 h 927414"/>
                <a:gd name="connsiteX207-35323" fmla="*/ 1175481 w 3024845"/>
                <a:gd name="connsiteY207-35324" fmla="*/ 385036 h 927414"/>
                <a:gd name="connsiteX208-35325" fmla="*/ 1189668 w 3024845"/>
                <a:gd name="connsiteY208-35326" fmla="*/ 385036 h 927414"/>
                <a:gd name="connsiteX209-35327" fmla="*/ 1189668 w 3024845"/>
                <a:gd name="connsiteY209-35328" fmla="*/ 408815 h 927414"/>
                <a:gd name="connsiteX210-35329" fmla="*/ 1191695 w 3024845"/>
                <a:gd name="connsiteY210-35330" fmla="*/ 410436 h 927414"/>
                <a:gd name="connsiteX211-35331" fmla="*/ 1191695 w 3024845"/>
                <a:gd name="connsiteY211-35332" fmla="*/ 421786 h 927414"/>
                <a:gd name="connsiteX212-35333" fmla="*/ 1192455 w 3024845"/>
                <a:gd name="connsiteY212-35334" fmla="*/ 421786 h 927414"/>
                <a:gd name="connsiteX213-35335" fmla="*/ 1197775 w 3024845"/>
                <a:gd name="connsiteY213-35336" fmla="*/ 421786 h 927414"/>
                <a:gd name="connsiteX214-35337" fmla="*/ 1197775 w 3024845"/>
                <a:gd name="connsiteY214-35338" fmla="*/ 445565 h 927414"/>
                <a:gd name="connsiteX215-35339" fmla="*/ 1199041 w 3024845"/>
                <a:gd name="connsiteY215-35340" fmla="*/ 445565 h 927414"/>
                <a:gd name="connsiteX216-35341" fmla="*/ 1207908 w 3024845"/>
                <a:gd name="connsiteY216-35342" fmla="*/ 445565 h 927414"/>
                <a:gd name="connsiteX217-35343" fmla="*/ 1209935 w 3024845"/>
                <a:gd name="connsiteY217-35344" fmla="*/ 449619 h 927414"/>
                <a:gd name="connsiteX218-35345" fmla="*/ 1209935 w 3024845"/>
                <a:gd name="connsiteY218-35346" fmla="*/ 462860 h 927414"/>
                <a:gd name="connsiteX219-35347" fmla="*/ 1211455 w 3024845"/>
                <a:gd name="connsiteY219-35348" fmla="*/ 460968 h 927414"/>
                <a:gd name="connsiteX220-35349" fmla="*/ 1222095 w 3024845"/>
                <a:gd name="connsiteY220-35350" fmla="*/ 447727 h 927414"/>
                <a:gd name="connsiteX221-35351" fmla="*/ 1250469 w 3024845"/>
                <a:gd name="connsiteY221-35352" fmla="*/ 447727 h 927414"/>
                <a:gd name="connsiteX222-35353" fmla="*/ 1250469 w 3024845"/>
                <a:gd name="connsiteY222-35354" fmla="*/ 534198 h 927414"/>
                <a:gd name="connsiteX223-35355" fmla="*/ 1251229 w 3024845"/>
                <a:gd name="connsiteY223-35356" fmla="*/ 534198 h 927414"/>
                <a:gd name="connsiteX224-35357" fmla="*/ 1256549 w 3024845"/>
                <a:gd name="connsiteY224-35358" fmla="*/ 534198 h 927414"/>
                <a:gd name="connsiteX225-35359" fmla="*/ 1257309 w 3024845"/>
                <a:gd name="connsiteY225-35360" fmla="*/ 532847 h 927414"/>
                <a:gd name="connsiteX226-35361" fmla="*/ 1262629 w 3024845"/>
                <a:gd name="connsiteY226-35362" fmla="*/ 523389 h 927414"/>
                <a:gd name="connsiteX227-35363" fmla="*/ 1262629 w 3024845"/>
                <a:gd name="connsiteY227-35364" fmla="*/ 525281 h 927414"/>
                <a:gd name="connsiteX228-35365" fmla="*/ 1262629 w 3024845"/>
                <a:gd name="connsiteY228-35366" fmla="*/ 538522 h 927414"/>
                <a:gd name="connsiteX229-35367" fmla="*/ 1266682 w 3024845"/>
                <a:gd name="connsiteY229-35368" fmla="*/ 493125 h 927414"/>
                <a:gd name="connsiteX230-35369" fmla="*/ 1267442 w 3024845"/>
                <a:gd name="connsiteY230-35370" fmla="*/ 493125 h 927414"/>
                <a:gd name="connsiteX231-35371" fmla="*/ 1272762 w 3024845"/>
                <a:gd name="connsiteY231-35372" fmla="*/ 493125 h 927414"/>
                <a:gd name="connsiteX232-35373" fmla="*/ 1272762 w 3024845"/>
                <a:gd name="connsiteY232-35374" fmla="*/ 428271 h 927414"/>
                <a:gd name="connsiteX233-35375" fmla="*/ 1273776 w 3024845"/>
                <a:gd name="connsiteY233-35376" fmla="*/ 428271 h 927414"/>
                <a:gd name="connsiteX234-35377" fmla="*/ 1280869 w 3024845"/>
                <a:gd name="connsiteY234-35378" fmla="*/ 428271 h 927414"/>
                <a:gd name="connsiteX235-35379" fmla="*/ 1293029 w 3024845"/>
                <a:gd name="connsiteY235-35380" fmla="*/ 385036 h 927414"/>
                <a:gd name="connsiteX236-35381" fmla="*/ 1294296 w 3024845"/>
                <a:gd name="connsiteY236-35382" fmla="*/ 385036 h 927414"/>
                <a:gd name="connsiteX237-35383" fmla="*/ 1303163 w 3024845"/>
                <a:gd name="connsiteY237-35384" fmla="*/ 385036 h 927414"/>
                <a:gd name="connsiteX238-35385" fmla="*/ 1313296 w 3024845"/>
                <a:gd name="connsiteY238-35386" fmla="*/ 428271 h 927414"/>
                <a:gd name="connsiteX239-35387" fmla="*/ 1314309 w 3024845"/>
                <a:gd name="connsiteY239-35388" fmla="*/ 428271 h 927414"/>
                <a:gd name="connsiteX240-35389" fmla="*/ 1321403 w 3024845"/>
                <a:gd name="connsiteY240-35390" fmla="*/ 428271 h 927414"/>
                <a:gd name="connsiteX241-35391" fmla="*/ 1321403 w 3024845"/>
                <a:gd name="connsiteY241-35392" fmla="*/ 467183 h 927414"/>
                <a:gd name="connsiteX242-35393" fmla="*/ 1323176 w 3024845"/>
                <a:gd name="connsiteY242-35394" fmla="*/ 467183 h 927414"/>
                <a:gd name="connsiteX243-35395" fmla="*/ 1335590 w 3024845"/>
                <a:gd name="connsiteY243-35396" fmla="*/ 467183 h 927414"/>
                <a:gd name="connsiteX244-35397" fmla="*/ 1335590 w 3024845"/>
                <a:gd name="connsiteY244-35398" fmla="*/ 469345 h 927414"/>
                <a:gd name="connsiteX245-35399" fmla="*/ 1335590 w 3024845"/>
                <a:gd name="connsiteY245-35400" fmla="*/ 484477 h 927414"/>
                <a:gd name="connsiteX246-35401" fmla="*/ 1339643 w 3024845"/>
                <a:gd name="connsiteY246-35402" fmla="*/ 482316 h 927414"/>
                <a:gd name="connsiteX247-35403" fmla="*/ 1339643 w 3024845"/>
                <a:gd name="connsiteY247-35404" fmla="*/ 467183 h 927414"/>
                <a:gd name="connsiteX248-35405" fmla="*/ 1341163 w 3024845"/>
                <a:gd name="connsiteY248-35406" fmla="*/ 467183 h 927414"/>
                <a:gd name="connsiteX249-35407" fmla="*/ 1351803 w 3024845"/>
                <a:gd name="connsiteY249-35408" fmla="*/ 467183 h 927414"/>
                <a:gd name="connsiteX250-35409" fmla="*/ 1351803 w 3024845"/>
                <a:gd name="connsiteY250-35410" fmla="*/ 468804 h 927414"/>
                <a:gd name="connsiteX251-35411" fmla="*/ 1351803 w 3024845"/>
                <a:gd name="connsiteY251-35412" fmla="*/ 480154 h 927414"/>
                <a:gd name="connsiteX252-35413" fmla="*/ 1382204 w 3024845"/>
                <a:gd name="connsiteY252-35414" fmla="*/ 480154 h 927414"/>
                <a:gd name="connsiteX253-35415" fmla="*/ 1382204 w 3024845"/>
                <a:gd name="connsiteY253-35416" fmla="*/ 443404 h 927414"/>
                <a:gd name="connsiteX254-35417" fmla="*/ 1383470 w 3024845"/>
                <a:gd name="connsiteY254-35418" fmla="*/ 443404 h 927414"/>
                <a:gd name="connsiteX255-35419" fmla="*/ 1392337 w 3024845"/>
                <a:gd name="connsiteY255-35420" fmla="*/ 443404 h 927414"/>
                <a:gd name="connsiteX256-35421" fmla="*/ 1392337 w 3024845"/>
                <a:gd name="connsiteY256-35422" fmla="*/ 465021 h 927414"/>
                <a:gd name="connsiteX257-35423" fmla="*/ 1394364 w 3024845"/>
                <a:gd name="connsiteY257-35424" fmla="*/ 432595 h 927414"/>
                <a:gd name="connsiteX258-35425" fmla="*/ 1416657 w 3024845"/>
                <a:gd name="connsiteY258-35426" fmla="*/ 432595 h 927414"/>
                <a:gd name="connsiteX259-35427" fmla="*/ 1416657 w 3024845"/>
                <a:gd name="connsiteY259-35428" fmla="*/ 430973 h 927414"/>
                <a:gd name="connsiteX260-35429" fmla="*/ 1416657 w 3024845"/>
                <a:gd name="connsiteY260-35430" fmla="*/ 419624 h 927414"/>
                <a:gd name="connsiteX261-35431" fmla="*/ 1417417 w 3024845"/>
                <a:gd name="connsiteY261-35432" fmla="*/ 419624 h 927414"/>
                <a:gd name="connsiteX262-35433" fmla="*/ 1422737 w 3024845"/>
                <a:gd name="connsiteY262-35434" fmla="*/ 419624 h 927414"/>
                <a:gd name="connsiteX263-35435" fmla="*/ 1422737 w 3024845"/>
                <a:gd name="connsiteY263-35436" fmla="*/ 417733 h 927414"/>
                <a:gd name="connsiteX264-35437" fmla="*/ 1422737 w 3024845"/>
                <a:gd name="connsiteY264-35438" fmla="*/ 404492 h 927414"/>
                <a:gd name="connsiteX265-35439" fmla="*/ 1426791 w 3024845"/>
                <a:gd name="connsiteY265-35440" fmla="*/ 410977 h 927414"/>
                <a:gd name="connsiteX266-35441" fmla="*/ 1429071 w 3024845"/>
                <a:gd name="connsiteY266-35442" fmla="*/ 410977 h 927414"/>
                <a:gd name="connsiteX267-35443" fmla="*/ 1445031 w 3024845"/>
                <a:gd name="connsiteY267-35444" fmla="*/ 410977 h 927414"/>
                <a:gd name="connsiteX268-35445" fmla="*/ 1445031 w 3024845"/>
                <a:gd name="connsiteY268-35446" fmla="*/ 410166 h 927414"/>
                <a:gd name="connsiteX269-35447" fmla="*/ 1445031 w 3024845"/>
                <a:gd name="connsiteY269-35448" fmla="*/ 404492 h 927414"/>
                <a:gd name="connsiteX270-35449" fmla="*/ 1445791 w 3024845"/>
                <a:gd name="connsiteY270-35450" fmla="*/ 404492 h 927414"/>
                <a:gd name="connsiteX271-35451" fmla="*/ 1451111 w 3024845"/>
                <a:gd name="connsiteY271-35452" fmla="*/ 404492 h 927414"/>
                <a:gd name="connsiteX272-35453" fmla="*/ 1451111 w 3024845"/>
                <a:gd name="connsiteY272-35454" fmla="*/ 405843 h 927414"/>
                <a:gd name="connsiteX273-35455" fmla="*/ 1451111 w 3024845"/>
                <a:gd name="connsiteY273-35456" fmla="*/ 415301 h 927414"/>
                <a:gd name="connsiteX274-35457" fmla="*/ 1489618 w 3024845"/>
                <a:gd name="connsiteY274-35458" fmla="*/ 415301 h 927414"/>
                <a:gd name="connsiteX275-35459" fmla="*/ 1489618 w 3024845"/>
                <a:gd name="connsiteY275-35460" fmla="*/ 553654 h 927414"/>
                <a:gd name="connsiteX276-35461" fmla="*/ 1491138 w 3024845"/>
                <a:gd name="connsiteY276-35462" fmla="*/ 553654 h 927414"/>
                <a:gd name="connsiteX277-35463" fmla="*/ 1501778 w 3024845"/>
                <a:gd name="connsiteY277-35464" fmla="*/ 553654 h 927414"/>
                <a:gd name="connsiteX278-35465" fmla="*/ 1501778 w 3024845"/>
                <a:gd name="connsiteY278-35466" fmla="*/ 540684 h 927414"/>
                <a:gd name="connsiteX279-35467" fmla="*/ 1505832 w 3024845"/>
                <a:gd name="connsiteY279-35468" fmla="*/ 540684 h 927414"/>
                <a:gd name="connsiteX280-35469" fmla="*/ 1505832 w 3024845"/>
                <a:gd name="connsiteY280-35470" fmla="*/ 553654 h 927414"/>
                <a:gd name="connsiteX281-35471" fmla="*/ 1536232 w 3024845"/>
                <a:gd name="connsiteY281-35472" fmla="*/ 553654 h 927414"/>
                <a:gd name="connsiteX282-35473" fmla="*/ 1536232 w 3024845"/>
                <a:gd name="connsiteY282-35474" fmla="*/ 523389 h 927414"/>
                <a:gd name="connsiteX283-35475" fmla="*/ 1548392 w 3024845"/>
                <a:gd name="connsiteY283-35476" fmla="*/ 523389 h 927414"/>
                <a:gd name="connsiteX284-35477" fmla="*/ 1560552 w 3024845"/>
                <a:gd name="connsiteY284-35478" fmla="*/ 521228 h 927414"/>
                <a:gd name="connsiteX285-35479" fmla="*/ 1564606 w 3024845"/>
                <a:gd name="connsiteY285-35480" fmla="*/ 523389 h 927414"/>
                <a:gd name="connsiteX286-35481" fmla="*/ 1574739 w 3024845"/>
                <a:gd name="connsiteY286-35482" fmla="*/ 523389 h 927414"/>
                <a:gd name="connsiteX287-35483" fmla="*/ 1574739 w 3024845"/>
                <a:gd name="connsiteY287-35484" fmla="*/ 553654 h 927414"/>
                <a:gd name="connsiteX288-35485" fmla="*/ 1582846 w 3024845"/>
                <a:gd name="connsiteY288-35486" fmla="*/ 553654 h 927414"/>
                <a:gd name="connsiteX289-35487" fmla="*/ 1582846 w 3024845"/>
                <a:gd name="connsiteY289-35488" fmla="*/ 570949 h 927414"/>
                <a:gd name="connsiteX290-35489" fmla="*/ 1592182 w 3024845"/>
                <a:gd name="connsiteY290-35490" fmla="*/ 571854 h 927414"/>
                <a:gd name="connsiteX291-35491" fmla="*/ 1605140 w 3024845"/>
                <a:gd name="connsiteY291-35492" fmla="*/ 571854 h 927414"/>
                <a:gd name="connsiteX292-35493" fmla="*/ 1605140 w 3024845"/>
                <a:gd name="connsiteY292-35494" fmla="*/ 555816 h 927414"/>
                <a:gd name="connsiteX293-35495" fmla="*/ 1673096 w 3024845"/>
                <a:gd name="connsiteY293-35496" fmla="*/ 555816 h 927414"/>
                <a:gd name="connsiteX294-35497" fmla="*/ 1673096 w 3024845"/>
                <a:gd name="connsiteY294-35498" fmla="*/ 470563 h 927414"/>
                <a:gd name="connsiteX295-35499" fmla="*/ 1745104 w 3024845"/>
                <a:gd name="connsiteY295-35500" fmla="*/ 470563 h 927414"/>
                <a:gd name="connsiteX296-35501" fmla="*/ 1745104 w 3024845"/>
                <a:gd name="connsiteY296-35502" fmla="*/ 549331 h 927414"/>
                <a:gd name="connsiteX297-35503" fmla="*/ 1747008 w 3024845"/>
                <a:gd name="connsiteY297-35504" fmla="*/ 549331 h 927414"/>
                <a:gd name="connsiteX298-35505" fmla="*/ 1748250 w 3024845"/>
                <a:gd name="connsiteY298-35506" fmla="*/ 571854 h 927414"/>
                <a:gd name="connsiteX299-35507" fmla="*/ 1757926 w 3024845"/>
                <a:gd name="connsiteY299-35508" fmla="*/ 571854 h 927414"/>
                <a:gd name="connsiteX300-35509" fmla="*/ 1759168 w 3024845"/>
                <a:gd name="connsiteY300-35510" fmla="*/ 549331 h 927414"/>
                <a:gd name="connsiteX301-35511" fmla="*/ 1765248 w 3024845"/>
                <a:gd name="connsiteY301-35512" fmla="*/ 549331 h 927414"/>
                <a:gd name="connsiteX302-35513" fmla="*/ 1766490 w 3024845"/>
                <a:gd name="connsiteY302-35514" fmla="*/ 571854 h 927414"/>
                <a:gd name="connsiteX303-35515" fmla="*/ 1817112 w 3024845"/>
                <a:gd name="connsiteY303-35516" fmla="*/ 571854 h 927414"/>
                <a:gd name="connsiteX304-35517" fmla="*/ 1817112 w 3024845"/>
                <a:gd name="connsiteY304-35518" fmla="*/ 408826 h 927414"/>
                <a:gd name="connsiteX305-35519" fmla="*/ 2014439 w 3024845"/>
                <a:gd name="connsiteY305-35520" fmla="*/ 408826 h 927414"/>
                <a:gd name="connsiteX306-35521" fmla="*/ 2014439 w 3024845"/>
                <a:gd name="connsiteY306-35522" fmla="*/ 571854 h 927414"/>
                <a:gd name="connsiteX307-35523" fmla="*/ 2033136 w 3024845"/>
                <a:gd name="connsiteY307-35524" fmla="*/ 571854 h 927414"/>
                <a:gd name="connsiteX308-35525" fmla="*/ 2033136 w 3024845"/>
                <a:gd name="connsiteY308-35526" fmla="*/ 489161 h 927414"/>
                <a:gd name="connsiteX309-35527" fmla="*/ 2128256 w 3024845"/>
                <a:gd name="connsiteY309-35528" fmla="*/ 489161 h 927414"/>
                <a:gd name="connsiteX310-35529" fmla="*/ 2146266 w 3024845"/>
                <a:gd name="connsiteY310-35530" fmla="*/ 239 h 927414"/>
                <a:gd name="connsiteX311-35531" fmla="*/ 2180720 w 3024845"/>
                <a:gd name="connsiteY311-35532" fmla="*/ 423948 h 927414"/>
                <a:gd name="connsiteX312-35533" fmla="*/ 2245574 w 3024845"/>
                <a:gd name="connsiteY312-35534" fmla="*/ 423948 h 927414"/>
                <a:gd name="connsiteX313-35535" fmla="*/ 2245574 w 3024845"/>
                <a:gd name="connsiteY313-35536" fmla="*/ 499610 h 927414"/>
                <a:gd name="connsiteX314-35537" fmla="*/ 2253681 w 3024845"/>
                <a:gd name="connsiteY314-35538" fmla="*/ 499610 h 927414"/>
                <a:gd name="connsiteX315-35539" fmla="*/ 2255708 w 3024845"/>
                <a:gd name="connsiteY315-35540" fmla="*/ 493125 h 927414"/>
                <a:gd name="connsiteX316-35541" fmla="*/ 2261788 w 3024845"/>
                <a:gd name="connsiteY316-35542" fmla="*/ 493125 h 927414"/>
                <a:gd name="connsiteX317-35543" fmla="*/ 2263815 w 3024845"/>
                <a:gd name="connsiteY317-35544" fmla="*/ 501772 h 927414"/>
                <a:gd name="connsiteX318-35545" fmla="*/ 2275975 w 3024845"/>
                <a:gd name="connsiteY318-35546" fmla="*/ 501772 h 927414"/>
                <a:gd name="connsiteX319-35547" fmla="*/ 2275975 w 3024845"/>
                <a:gd name="connsiteY319-35548" fmla="*/ 495286 h 927414"/>
                <a:gd name="connsiteX320-35549" fmla="*/ 2298268 w 3024845"/>
                <a:gd name="connsiteY320-35550" fmla="*/ 495286 h 927414"/>
                <a:gd name="connsiteX321-35551" fmla="*/ 2298268 w 3024845"/>
                <a:gd name="connsiteY321-35552" fmla="*/ 501772 h 927414"/>
                <a:gd name="connsiteX322-35553" fmla="*/ 2318535 w 3024845"/>
                <a:gd name="connsiteY322-35554" fmla="*/ 501772 h 927414"/>
                <a:gd name="connsiteX323-35555" fmla="*/ 2318535 w 3024845"/>
                <a:gd name="connsiteY323-35556" fmla="*/ 547169 h 927414"/>
                <a:gd name="connsiteX324-35557" fmla="*/ 2332722 w 3024845"/>
                <a:gd name="connsiteY324-35558" fmla="*/ 547169 h 927414"/>
                <a:gd name="connsiteX325-35559" fmla="*/ 2332722 w 3024845"/>
                <a:gd name="connsiteY325-35560" fmla="*/ 534198 h 927414"/>
                <a:gd name="connsiteX326-35561" fmla="*/ 2348936 w 3024845"/>
                <a:gd name="connsiteY326-35562" fmla="*/ 534198 h 927414"/>
                <a:gd name="connsiteX327-35563" fmla="*/ 2348936 w 3024845"/>
                <a:gd name="connsiteY327-35564" fmla="*/ 354771 h 927414"/>
                <a:gd name="connsiteX328-35565" fmla="*/ 2355016 w 3024845"/>
                <a:gd name="connsiteY328-35566" fmla="*/ 348285 h 927414"/>
                <a:gd name="connsiteX329-35567" fmla="*/ 2427977 w 3024845"/>
                <a:gd name="connsiteY329-35568" fmla="*/ 348285 h 927414"/>
                <a:gd name="connsiteX330-35569" fmla="*/ 2427977 w 3024845"/>
                <a:gd name="connsiteY330-35570" fmla="*/ 356933 h 927414"/>
                <a:gd name="connsiteX331-35571" fmla="*/ 2438110 w 3024845"/>
                <a:gd name="connsiteY331-35572" fmla="*/ 356933 h 927414"/>
                <a:gd name="connsiteX332-35573" fmla="*/ 2438110 w 3024845"/>
                <a:gd name="connsiteY332-35574" fmla="*/ 471507 h 927414"/>
                <a:gd name="connsiteX333-35575" fmla="*/ 2460404 w 3024845"/>
                <a:gd name="connsiteY333-35576" fmla="*/ 471507 h 927414"/>
                <a:gd name="connsiteX334-35577" fmla="*/ 2460404 w 3024845"/>
                <a:gd name="connsiteY334-35578" fmla="*/ 404492 h 927414"/>
                <a:gd name="connsiteX335-35579" fmla="*/ 2486751 w 3024845"/>
                <a:gd name="connsiteY335-35580" fmla="*/ 404492 h 927414"/>
                <a:gd name="connsiteX336-35581" fmla="*/ 2490804 w 3024845"/>
                <a:gd name="connsiteY336-35582" fmla="*/ 400168 h 927414"/>
                <a:gd name="connsiteX337-35583" fmla="*/ 2498911 w 3024845"/>
                <a:gd name="connsiteY337-35584" fmla="*/ 400168 h 927414"/>
                <a:gd name="connsiteX338-35585" fmla="*/ 2502964 w 3024845"/>
                <a:gd name="connsiteY338-35586" fmla="*/ 404492 h 927414"/>
                <a:gd name="connsiteX339-35587" fmla="*/ 2525258 w 3024845"/>
                <a:gd name="connsiteY339-35588" fmla="*/ 404492 h 927414"/>
                <a:gd name="connsiteX340-35589" fmla="*/ 2525258 w 3024845"/>
                <a:gd name="connsiteY340-35590" fmla="*/ 287756 h 927414"/>
                <a:gd name="connsiteX341-35591" fmla="*/ 2582005 w 3024845"/>
                <a:gd name="connsiteY341-35592" fmla="*/ 276947 h 927414"/>
                <a:gd name="connsiteX342-35593" fmla="*/ 2582005 w 3024845"/>
                <a:gd name="connsiteY342-35594" fmla="*/ 278028 h 927414"/>
                <a:gd name="connsiteX343-35595" fmla="*/ 2582005 w 3024845"/>
                <a:gd name="connsiteY343-35596" fmla="*/ 285594 h 927414"/>
                <a:gd name="connsiteX344-35597" fmla="*/ 2608352 w 3024845"/>
                <a:gd name="connsiteY344-35598" fmla="*/ 285594 h 927414"/>
                <a:gd name="connsiteX345-35599" fmla="*/ 2608352 w 3024845"/>
                <a:gd name="connsiteY345-35600" fmla="*/ 540684 h 927414"/>
                <a:gd name="connsiteX346-35601" fmla="*/ 2630646 w 3024845"/>
                <a:gd name="connsiteY346-35602" fmla="*/ 540684 h 927414"/>
                <a:gd name="connsiteX347-35603" fmla="*/ 2630646 w 3024845"/>
                <a:gd name="connsiteY347-35604" fmla="*/ 536360 h 927414"/>
                <a:gd name="connsiteX348-35605" fmla="*/ 2642806 w 3024845"/>
                <a:gd name="connsiteY348-35606" fmla="*/ 536360 h 927414"/>
                <a:gd name="connsiteX349-35607" fmla="*/ 2642806 w 3024845"/>
                <a:gd name="connsiteY349-35608" fmla="*/ 540684 h 927414"/>
                <a:gd name="connsiteX350-35609" fmla="*/ 2667126 w 3024845"/>
                <a:gd name="connsiteY350-35610" fmla="*/ 540684 h 927414"/>
                <a:gd name="connsiteX351-35611" fmla="*/ 2667126 w 3024845"/>
                <a:gd name="connsiteY351-35612" fmla="*/ 527713 h 927414"/>
                <a:gd name="connsiteX352-35613" fmla="*/ 2695500 w 3024845"/>
                <a:gd name="connsiteY352-35614" fmla="*/ 527713 h 927414"/>
                <a:gd name="connsiteX353-35615" fmla="*/ 2707660 w 3024845"/>
                <a:gd name="connsiteY353-35616" fmla="*/ 523389 h 927414"/>
                <a:gd name="connsiteX354-35617" fmla="*/ 2727927 w 3024845"/>
                <a:gd name="connsiteY354-35618" fmla="*/ 527713 h 927414"/>
                <a:gd name="connsiteX355-35619" fmla="*/ 2727927 w 3024845"/>
                <a:gd name="connsiteY355-35620" fmla="*/ 510419 h 927414"/>
                <a:gd name="connsiteX356-35621" fmla="*/ 2736034 w 3024845"/>
                <a:gd name="connsiteY356-35622" fmla="*/ 510419 h 927414"/>
                <a:gd name="connsiteX357-35623" fmla="*/ 2736034 w 3024845"/>
                <a:gd name="connsiteY357-35624" fmla="*/ 497448 h 927414"/>
                <a:gd name="connsiteX358-35625" fmla="*/ 2792781 w 3024845"/>
                <a:gd name="connsiteY358-35626" fmla="*/ 497448 h 927414"/>
                <a:gd name="connsiteX359-35627" fmla="*/ 2792781 w 3024845"/>
                <a:gd name="connsiteY359-35628" fmla="*/ 467183 h 927414"/>
                <a:gd name="connsiteX360-35629" fmla="*/ 2811021 w 3024845"/>
                <a:gd name="connsiteY360-35630" fmla="*/ 467183 h 927414"/>
                <a:gd name="connsiteX361-35631" fmla="*/ 2811021 w 3024845"/>
                <a:gd name="connsiteY361-35632" fmla="*/ 460698 h 927414"/>
                <a:gd name="connsiteX362-35633" fmla="*/ 2823181 w 3024845"/>
                <a:gd name="connsiteY362-35634" fmla="*/ 460698 h 927414"/>
                <a:gd name="connsiteX363-35635" fmla="*/ 2823181 w 3024845"/>
                <a:gd name="connsiteY363-35636" fmla="*/ 467183 h 927414"/>
                <a:gd name="connsiteX364-35637" fmla="*/ 2839395 w 3024845"/>
                <a:gd name="connsiteY364-35638" fmla="*/ 467183 h 927414"/>
                <a:gd name="connsiteX365-35639" fmla="*/ 2839395 w 3024845"/>
                <a:gd name="connsiteY365-35640" fmla="*/ 516904 h 927414"/>
                <a:gd name="connsiteX366-35641" fmla="*/ 2871822 w 3024845"/>
                <a:gd name="connsiteY366-35642" fmla="*/ 516904 h 927414"/>
                <a:gd name="connsiteX367-35643" fmla="*/ 2871822 w 3024845"/>
                <a:gd name="connsiteY367-35644" fmla="*/ 490963 h 927414"/>
                <a:gd name="connsiteX368-35645" fmla="*/ 2910329 w 3024845"/>
                <a:gd name="connsiteY368-35646" fmla="*/ 490963 h 927414"/>
                <a:gd name="connsiteX369-35647" fmla="*/ 2910329 w 3024845"/>
                <a:gd name="connsiteY369-35648" fmla="*/ 460698 h 927414"/>
                <a:gd name="connsiteX370-35649" fmla="*/ 2958970 w 3024845"/>
                <a:gd name="connsiteY370-35650" fmla="*/ 460698 h 927414"/>
                <a:gd name="connsiteX371-35651" fmla="*/ 2958970 w 3024845"/>
                <a:gd name="connsiteY371-35652" fmla="*/ 571854 h 927414"/>
                <a:gd name="connsiteX372-35653" fmla="*/ 2958970 w 3024845"/>
                <a:gd name="connsiteY372-35654" fmla="*/ 585633 h 927414"/>
                <a:gd name="connsiteX373-35655" fmla="*/ 3024845 w 3024845"/>
                <a:gd name="connsiteY373-35656" fmla="*/ 585633 h 927414"/>
                <a:gd name="connsiteX374-35657" fmla="*/ 3024845 w 3024845"/>
                <a:gd name="connsiteY374-35658" fmla="*/ 927414 h 927414"/>
                <a:gd name="connsiteX375-35659" fmla="*/ 2054 w 3024845"/>
                <a:gd name="connsiteY375-35660" fmla="*/ 925081 h 927414"/>
                <a:gd name="connsiteX376-35661" fmla="*/ 0 w 3024845"/>
                <a:gd name="connsiteY376-35662" fmla="*/ 490963 h 927414"/>
                <a:gd name="connsiteX377-35663" fmla="*/ 20267 w 3024845"/>
                <a:gd name="connsiteY377-35664" fmla="*/ 490963 h 927414"/>
                <a:gd name="connsiteX378-35665" fmla="*/ 20774 w 3024845"/>
                <a:gd name="connsiteY378-35666" fmla="*/ 489882 h 927414"/>
                <a:gd name="connsiteX379-35667" fmla="*/ 24320 w 3024845"/>
                <a:gd name="connsiteY379-35668" fmla="*/ 482316 h 927414"/>
                <a:gd name="connsiteX380-35669" fmla="*/ 26094 w 3024845"/>
                <a:gd name="connsiteY380-35670" fmla="*/ 482586 h 927414"/>
                <a:gd name="connsiteX381-35671" fmla="*/ 38507 w 3024845"/>
                <a:gd name="connsiteY381-35672" fmla="*/ 484477 h 927414"/>
                <a:gd name="connsiteX382-35673" fmla="*/ 39014 w 3024845"/>
                <a:gd name="connsiteY382-35674" fmla="*/ 485829 h 927414"/>
                <a:gd name="connsiteX383-35675" fmla="*/ 42560 w 3024845"/>
                <a:gd name="connsiteY383-35676" fmla="*/ 495286 h 927414"/>
                <a:gd name="connsiteX384-35677" fmla="*/ 68907 w 3024845"/>
                <a:gd name="connsiteY384-35678" fmla="*/ 497448 h 927414"/>
                <a:gd name="connsiteX385-35679" fmla="*/ 68907 w 3024845"/>
                <a:gd name="connsiteY385-35680" fmla="*/ 374227 h 927414"/>
                <a:gd name="connsiteX386-35681" fmla="*/ 70934 w 3024845"/>
                <a:gd name="connsiteY386-35682" fmla="*/ 374227 h 927414"/>
                <a:gd name="connsiteX387-35683" fmla="*/ 85121 w 3024845"/>
                <a:gd name="connsiteY387-35684" fmla="*/ 374227 h 927414"/>
                <a:gd name="connsiteX388-35685" fmla="*/ 85121 w 3024845"/>
                <a:gd name="connsiteY388-35686" fmla="*/ 238035 h 927414"/>
                <a:gd name="connsiteX389-35687" fmla="*/ 86894 w 3024845"/>
                <a:gd name="connsiteY389-35688" fmla="*/ 238035 h 927414"/>
                <a:gd name="connsiteX390-35689" fmla="*/ 99308 w 3024845"/>
                <a:gd name="connsiteY390-35690" fmla="*/ 238035 h 927414"/>
                <a:gd name="connsiteX391-35691" fmla="*/ 99308 w 3024845"/>
                <a:gd name="connsiteY391-35692" fmla="*/ 123461 h 927414"/>
                <a:gd name="connsiteX392-35693" fmla="*/ 103361 w 3024845"/>
                <a:gd name="connsiteY392-35694" fmla="*/ 95357 h 927414"/>
                <a:gd name="connsiteX393-35695" fmla="*/ 105388 w 3024845"/>
                <a:gd name="connsiteY393-35696" fmla="*/ 95357 h 927414"/>
                <a:gd name="connsiteX394-35697" fmla="*/ 119575 w 3024845"/>
                <a:gd name="connsiteY394-35698" fmla="*/ 95357 h 927414"/>
                <a:gd name="connsiteX0-35699" fmla="*/ 119575 w 3024845"/>
                <a:gd name="connsiteY0-35700" fmla="*/ 2161 h 834218"/>
                <a:gd name="connsiteX1-35701" fmla="*/ 200642 w 3024845"/>
                <a:gd name="connsiteY1-35702" fmla="*/ 0 h 834218"/>
                <a:gd name="connsiteX2-35703" fmla="*/ 202669 w 3024845"/>
                <a:gd name="connsiteY2-35704" fmla="*/ 0 h 834218"/>
                <a:gd name="connsiteX3-35705" fmla="*/ 216856 w 3024845"/>
                <a:gd name="connsiteY3-35706" fmla="*/ 0 h 834218"/>
                <a:gd name="connsiteX4-35707" fmla="*/ 216856 w 3024845"/>
                <a:gd name="connsiteY4-35708" fmla="*/ 23779 h 834218"/>
                <a:gd name="connsiteX5-35709" fmla="*/ 217363 w 3024845"/>
                <a:gd name="connsiteY5-35710" fmla="*/ 24590 h 834218"/>
                <a:gd name="connsiteX6-35711" fmla="*/ 220909 w 3024845"/>
                <a:gd name="connsiteY6-35712" fmla="*/ 30265 h 834218"/>
                <a:gd name="connsiteX7-35713" fmla="*/ 220909 w 3024845"/>
                <a:gd name="connsiteY7-35714" fmla="*/ 144839 h 834218"/>
                <a:gd name="connsiteX8-35715" fmla="*/ 223189 w 3024845"/>
                <a:gd name="connsiteY8-35716" fmla="*/ 144839 h 834218"/>
                <a:gd name="connsiteX9-35717" fmla="*/ 239150 w 3024845"/>
                <a:gd name="connsiteY9-35718" fmla="*/ 144839 h 834218"/>
                <a:gd name="connsiteX10-35719" fmla="*/ 239150 w 3024845"/>
                <a:gd name="connsiteY10-35720" fmla="*/ 285354 h 834218"/>
                <a:gd name="connsiteX11-35721" fmla="*/ 240670 w 3024845"/>
                <a:gd name="connsiteY11-35722" fmla="*/ 285084 h 834218"/>
                <a:gd name="connsiteX12-35723" fmla="*/ 251310 w 3024845"/>
                <a:gd name="connsiteY12-35724" fmla="*/ 283193 h 834218"/>
                <a:gd name="connsiteX13-35725" fmla="*/ 249283 w 3024845"/>
                <a:gd name="connsiteY13-35726" fmla="*/ 371825 h 834218"/>
                <a:gd name="connsiteX14-35727" fmla="*/ 250803 w 3024845"/>
                <a:gd name="connsiteY14-35728" fmla="*/ 372096 h 834218"/>
                <a:gd name="connsiteX15-35729" fmla="*/ 261443 w 3024845"/>
                <a:gd name="connsiteY15-35730" fmla="*/ 373987 h 834218"/>
                <a:gd name="connsiteX16-35731" fmla="*/ 261696 w 3024845"/>
                <a:gd name="connsiteY16-35732" fmla="*/ 374798 h 834218"/>
                <a:gd name="connsiteX17-35733" fmla="*/ 263470 w 3024845"/>
                <a:gd name="connsiteY17-35734" fmla="*/ 380473 h 834218"/>
                <a:gd name="connsiteX18-35735" fmla="*/ 264230 w 3024845"/>
                <a:gd name="connsiteY18-35736" fmla="*/ 378041 h 834218"/>
                <a:gd name="connsiteX19-35737" fmla="*/ 269550 w 3024845"/>
                <a:gd name="connsiteY19-35738" fmla="*/ 361017 h 834218"/>
                <a:gd name="connsiteX20-35739" fmla="*/ 271323 w 3024845"/>
                <a:gd name="connsiteY20-35740" fmla="*/ 361017 h 834218"/>
                <a:gd name="connsiteX21-35741" fmla="*/ 283737 w 3024845"/>
                <a:gd name="connsiteY21-35742" fmla="*/ 361017 h 834218"/>
                <a:gd name="connsiteX22-35743" fmla="*/ 283737 w 3024845"/>
                <a:gd name="connsiteY22-35744" fmla="*/ 393443 h 834218"/>
                <a:gd name="connsiteX23-35745" fmla="*/ 284750 w 3024845"/>
                <a:gd name="connsiteY23-35746" fmla="*/ 393984 h 834218"/>
                <a:gd name="connsiteX24-35747" fmla="*/ 291844 w 3024845"/>
                <a:gd name="connsiteY24-35748" fmla="*/ 397767 h 834218"/>
                <a:gd name="connsiteX25-35749" fmla="*/ 291844 w 3024845"/>
                <a:gd name="connsiteY25-35750" fmla="*/ 399118 h 834218"/>
                <a:gd name="connsiteX26-35751" fmla="*/ 291844 w 3024845"/>
                <a:gd name="connsiteY26-35752" fmla="*/ 408576 h 834218"/>
                <a:gd name="connsiteX27-35753" fmla="*/ 336431 w 3024845"/>
                <a:gd name="connsiteY27-35754" fmla="*/ 408576 h 834218"/>
                <a:gd name="connsiteX28-35755" fmla="*/ 336431 w 3024845"/>
                <a:gd name="connsiteY28-35756" fmla="*/ 409657 h 834218"/>
                <a:gd name="connsiteX29-35757" fmla="*/ 336431 w 3024845"/>
                <a:gd name="connsiteY29-35758" fmla="*/ 417223 h 834218"/>
                <a:gd name="connsiteX30-35759" fmla="*/ 338457 w 3024845"/>
                <a:gd name="connsiteY30-35760" fmla="*/ 417223 h 834218"/>
                <a:gd name="connsiteX31-35761" fmla="*/ 352644 w 3024845"/>
                <a:gd name="connsiteY31-35762" fmla="*/ 417223 h 834218"/>
                <a:gd name="connsiteX32-35763" fmla="*/ 352644 w 3024845"/>
                <a:gd name="connsiteY32-35764" fmla="*/ 386958 h 834218"/>
                <a:gd name="connsiteX33-35765" fmla="*/ 397231 w 3024845"/>
                <a:gd name="connsiteY33-35766" fmla="*/ 386958 h 834218"/>
                <a:gd name="connsiteX34-35767" fmla="*/ 397231 w 3024845"/>
                <a:gd name="connsiteY34-35768" fmla="*/ 385607 h 834218"/>
                <a:gd name="connsiteX35-35769" fmla="*/ 397231 w 3024845"/>
                <a:gd name="connsiteY35-35770" fmla="*/ 376149 h 834218"/>
                <a:gd name="connsiteX36-35771" fmla="*/ 398245 w 3024845"/>
                <a:gd name="connsiteY36-35772" fmla="*/ 376149 h 834218"/>
                <a:gd name="connsiteX37-35773" fmla="*/ 405338 w 3024845"/>
                <a:gd name="connsiteY37-35774" fmla="*/ 376149 h 834218"/>
                <a:gd name="connsiteX38-35775" fmla="*/ 405338 w 3024845"/>
                <a:gd name="connsiteY38-35776" fmla="*/ 374258 h 834218"/>
                <a:gd name="connsiteX39-35777" fmla="*/ 405338 w 3024845"/>
                <a:gd name="connsiteY39-35778" fmla="*/ 361017 h 834218"/>
                <a:gd name="connsiteX40-35779" fmla="*/ 406098 w 3024845"/>
                <a:gd name="connsiteY40-35780" fmla="*/ 361017 h 834218"/>
                <a:gd name="connsiteX41-35781" fmla="*/ 411418 w 3024845"/>
                <a:gd name="connsiteY41-35782" fmla="*/ 361017 h 834218"/>
                <a:gd name="connsiteX42-35783" fmla="*/ 411418 w 3024845"/>
                <a:gd name="connsiteY42-35784" fmla="*/ 359936 h 834218"/>
                <a:gd name="connsiteX43-35785" fmla="*/ 411418 w 3024845"/>
                <a:gd name="connsiteY43-35786" fmla="*/ 352369 h 834218"/>
                <a:gd name="connsiteX44-35787" fmla="*/ 413445 w 3024845"/>
                <a:gd name="connsiteY44-35788" fmla="*/ 352369 h 834218"/>
                <a:gd name="connsiteX45-35789" fmla="*/ 427632 w 3024845"/>
                <a:gd name="connsiteY45-35790" fmla="*/ 352369 h 834218"/>
                <a:gd name="connsiteX46-35791" fmla="*/ 427632 w 3024845"/>
                <a:gd name="connsiteY46-35792" fmla="*/ 353450 h 834218"/>
                <a:gd name="connsiteX47-35793" fmla="*/ 427632 w 3024845"/>
                <a:gd name="connsiteY47-35794" fmla="*/ 361017 h 834218"/>
                <a:gd name="connsiteX48-35795" fmla="*/ 449925 w 3024845"/>
                <a:gd name="connsiteY48-35796" fmla="*/ 361017 h 834218"/>
                <a:gd name="connsiteX49-35797" fmla="*/ 449925 w 3024845"/>
                <a:gd name="connsiteY49-35798" fmla="*/ 359125 h 834218"/>
                <a:gd name="connsiteX50-35799" fmla="*/ 449925 w 3024845"/>
                <a:gd name="connsiteY50-35800" fmla="*/ 345884 h 834218"/>
                <a:gd name="connsiteX51-35801" fmla="*/ 451699 w 3024845"/>
                <a:gd name="connsiteY51-35802" fmla="*/ 345884 h 834218"/>
                <a:gd name="connsiteX52-35803" fmla="*/ 464112 w 3024845"/>
                <a:gd name="connsiteY52-35804" fmla="*/ 345884 h 834218"/>
                <a:gd name="connsiteX53-35805" fmla="*/ 464112 w 3024845"/>
                <a:gd name="connsiteY53-35806" fmla="*/ 369664 h 834218"/>
                <a:gd name="connsiteX54-35807" fmla="*/ 465126 w 3024845"/>
                <a:gd name="connsiteY54-35808" fmla="*/ 369664 h 834218"/>
                <a:gd name="connsiteX55-35809" fmla="*/ 472219 w 3024845"/>
                <a:gd name="connsiteY55-35810" fmla="*/ 369664 h 834218"/>
                <a:gd name="connsiteX56-35811" fmla="*/ 472219 w 3024845"/>
                <a:gd name="connsiteY56-35812" fmla="*/ 368583 h 834218"/>
                <a:gd name="connsiteX57-35813" fmla="*/ 472219 w 3024845"/>
                <a:gd name="connsiteY57-35814" fmla="*/ 361017 h 834218"/>
                <a:gd name="connsiteX58-35815" fmla="*/ 473992 w 3024845"/>
                <a:gd name="connsiteY58-35816" fmla="*/ 361017 h 834218"/>
                <a:gd name="connsiteX59-35817" fmla="*/ 486406 w 3024845"/>
                <a:gd name="connsiteY59-35818" fmla="*/ 361017 h 834218"/>
                <a:gd name="connsiteX60-35819" fmla="*/ 486406 w 3024845"/>
                <a:gd name="connsiteY60-35820" fmla="*/ 386958 h 834218"/>
                <a:gd name="connsiteX61-35821" fmla="*/ 488433 w 3024845"/>
                <a:gd name="connsiteY61-35822" fmla="*/ 386958 h 834218"/>
                <a:gd name="connsiteX62-35823" fmla="*/ 502619 w 3024845"/>
                <a:gd name="connsiteY62-35824" fmla="*/ 386958 h 834218"/>
                <a:gd name="connsiteX63-35825" fmla="*/ 502619 w 3024845"/>
                <a:gd name="connsiteY63-35826" fmla="*/ 388579 h 834218"/>
                <a:gd name="connsiteX64-35827" fmla="*/ 502619 w 3024845"/>
                <a:gd name="connsiteY64-35828" fmla="*/ 399929 h 834218"/>
                <a:gd name="connsiteX65-35829" fmla="*/ 503379 w 3024845"/>
                <a:gd name="connsiteY65-35830" fmla="*/ 399929 h 834218"/>
                <a:gd name="connsiteX66-35831" fmla="*/ 508700 w 3024845"/>
                <a:gd name="connsiteY66-35832" fmla="*/ 399929 h 834218"/>
                <a:gd name="connsiteX67-35833" fmla="*/ 508700 w 3024845"/>
                <a:gd name="connsiteY67-35834" fmla="*/ 399118 h 834218"/>
                <a:gd name="connsiteX68-35835" fmla="*/ 508700 w 3024845"/>
                <a:gd name="connsiteY68-35836" fmla="*/ 393443 h 834218"/>
                <a:gd name="connsiteX69-35837" fmla="*/ 539100 w 3024845"/>
                <a:gd name="connsiteY69-35838" fmla="*/ 393443 h 834218"/>
                <a:gd name="connsiteX70-35839" fmla="*/ 539100 w 3024845"/>
                <a:gd name="connsiteY70-35840" fmla="*/ 417223 h 834218"/>
                <a:gd name="connsiteX71-35841" fmla="*/ 540113 w 3024845"/>
                <a:gd name="connsiteY71-35842" fmla="*/ 417223 h 834218"/>
                <a:gd name="connsiteX72-35843" fmla="*/ 547207 w 3024845"/>
                <a:gd name="connsiteY72-35844" fmla="*/ 417223 h 834218"/>
                <a:gd name="connsiteX73-35845" fmla="*/ 547207 w 3024845"/>
                <a:gd name="connsiteY73-35846" fmla="*/ 418304 h 834218"/>
                <a:gd name="connsiteX74-35847" fmla="*/ 547207 w 3024845"/>
                <a:gd name="connsiteY74-35848" fmla="*/ 425870 h 834218"/>
                <a:gd name="connsiteX75-35849" fmla="*/ 547967 w 3024845"/>
                <a:gd name="connsiteY75-35850" fmla="*/ 425870 h 834218"/>
                <a:gd name="connsiteX76-35851" fmla="*/ 553287 w 3024845"/>
                <a:gd name="connsiteY76-35852" fmla="*/ 425870 h 834218"/>
                <a:gd name="connsiteX77-35853" fmla="*/ 553287 w 3024845"/>
                <a:gd name="connsiteY77-35854" fmla="*/ 423708 h 834218"/>
                <a:gd name="connsiteX78-35855" fmla="*/ 553287 w 3024845"/>
                <a:gd name="connsiteY78-35856" fmla="*/ 408576 h 834218"/>
                <a:gd name="connsiteX79-35857" fmla="*/ 554300 w 3024845"/>
                <a:gd name="connsiteY79-35858" fmla="*/ 408576 h 834218"/>
                <a:gd name="connsiteX80-35859" fmla="*/ 561394 w 3024845"/>
                <a:gd name="connsiteY80-35860" fmla="*/ 408576 h 834218"/>
                <a:gd name="connsiteX81-35861" fmla="*/ 561394 w 3024845"/>
                <a:gd name="connsiteY81-35862" fmla="*/ 409657 h 834218"/>
                <a:gd name="connsiteX82-35863" fmla="*/ 561394 w 3024845"/>
                <a:gd name="connsiteY82-35864" fmla="*/ 417223 h 834218"/>
                <a:gd name="connsiteX83-35865" fmla="*/ 566714 w 3024845"/>
                <a:gd name="connsiteY83-35866" fmla="*/ 415230 h 834218"/>
                <a:gd name="connsiteX84-35867" fmla="*/ 567474 w 3024845"/>
                <a:gd name="connsiteY84-35868" fmla="*/ 414250 h 834218"/>
                <a:gd name="connsiteX85-35869" fmla="*/ 567474 w 3024845"/>
                <a:gd name="connsiteY85-35870" fmla="*/ 408576 h 834218"/>
                <a:gd name="connsiteX86-35871" fmla="*/ 605981 w 3024845"/>
                <a:gd name="connsiteY86-35872" fmla="*/ 408576 h 834218"/>
                <a:gd name="connsiteX87-35873" fmla="*/ 605981 w 3024845"/>
                <a:gd name="connsiteY87-35874" fmla="*/ 432355 h 834218"/>
                <a:gd name="connsiteX88-35875" fmla="*/ 608007 w 3024845"/>
                <a:gd name="connsiteY88-35876" fmla="*/ 432355 h 834218"/>
                <a:gd name="connsiteX89-35877" fmla="*/ 622194 w 3024845"/>
                <a:gd name="connsiteY89-35878" fmla="*/ 432355 h 834218"/>
                <a:gd name="connsiteX90-35879" fmla="*/ 622194 w 3024845"/>
                <a:gd name="connsiteY90-35880" fmla="*/ 433436 h 834218"/>
                <a:gd name="connsiteX91-35881" fmla="*/ 622194 w 3024845"/>
                <a:gd name="connsiteY91-35882" fmla="*/ 441002 h 834218"/>
                <a:gd name="connsiteX92-35883" fmla="*/ 623968 w 3024845"/>
                <a:gd name="connsiteY92-35884" fmla="*/ 441002 h 834218"/>
                <a:gd name="connsiteX93-35885" fmla="*/ 636381 w 3024845"/>
                <a:gd name="connsiteY93-35886" fmla="*/ 441002 h 834218"/>
                <a:gd name="connsiteX94-35887" fmla="*/ 636381 w 3024845"/>
                <a:gd name="connsiteY94-35888" fmla="*/ 417223 h 834218"/>
                <a:gd name="connsiteX95-35889" fmla="*/ 637394 w 3024845"/>
                <a:gd name="connsiteY95-35890" fmla="*/ 417223 h 834218"/>
                <a:gd name="connsiteX96-35891" fmla="*/ 644488 w 3024845"/>
                <a:gd name="connsiteY96-35892" fmla="*/ 417223 h 834218"/>
                <a:gd name="connsiteX97-35893" fmla="*/ 644488 w 3024845"/>
                <a:gd name="connsiteY97-35894" fmla="*/ 384796 h 834218"/>
                <a:gd name="connsiteX98-35895" fmla="*/ 645501 w 3024845"/>
                <a:gd name="connsiteY98-35896" fmla="*/ 384796 h 834218"/>
                <a:gd name="connsiteX99-35897" fmla="*/ 652595 w 3024845"/>
                <a:gd name="connsiteY99-35898" fmla="*/ 384796 h 834218"/>
                <a:gd name="connsiteX100-35899" fmla="*/ 652595 w 3024845"/>
                <a:gd name="connsiteY100-35900" fmla="*/ 382905 h 834218"/>
                <a:gd name="connsiteX101-35901" fmla="*/ 652595 w 3024845"/>
                <a:gd name="connsiteY101-35902" fmla="*/ 369664 h 834218"/>
                <a:gd name="connsiteX102-35903" fmla="*/ 651328 w 3024845"/>
                <a:gd name="connsiteY102-35904" fmla="*/ 368042 h 834218"/>
                <a:gd name="connsiteX103-35905" fmla="*/ 656648 w 3024845"/>
                <a:gd name="connsiteY103-35906" fmla="*/ 356693 h 834218"/>
                <a:gd name="connsiteX104-35907" fmla="*/ 664755 w 3024845"/>
                <a:gd name="connsiteY104-35908" fmla="*/ 384796 h 834218"/>
                <a:gd name="connsiteX105-35909" fmla="*/ 665515 w 3024845"/>
                <a:gd name="connsiteY105-35910" fmla="*/ 384796 h 834218"/>
                <a:gd name="connsiteX106-35911" fmla="*/ 670835 w 3024845"/>
                <a:gd name="connsiteY106-35912" fmla="*/ 384796 h 834218"/>
                <a:gd name="connsiteX107-35913" fmla="*/ 670835 w 3024845"/>
                <a:gd name="connsiteY107-35914" fmla="*/ 278869 h 834218"/>
                <a:gd name="connsiteX108-35915" fmla="*/ 672355 w 3024845"/>
                <a:gd name="connsiteY108-35916" fmla="*/ 278869 h 834218"/>
                <a:gd name="connsiteX109-35917" fmla="*/ 682995 w 3024845"/>
                <a:gd name="connsiteY109-35918" fmla="*/ 278869 h 834218"/>
                <a:gd name="connsiteX110-35919" fmla="*/ 682995 w 3024845"/>
                <a:gd name="connsiteY110-35920" fmla="*/ 231310 h 834218"/>
                <a:gd name="connsiteX111-35921" fmla="*/ 709342 w 3024845"/>
                <a:gd name="connsiteY111-35922" fmla="*/ 231310 h 834218"/>
                <a:gd name="connsiteX112-35923" fmla="*/ 709342 w 3024845"/>
                <a:gd name="connsiteY112-35924" fmla="*/ 209692 h 834218"/>
                <a:gd name="connsiteX113-35925" fmla="*/ 743796 w 3024845"/>
                <a:gd name="connsiteY113-35926" fmla="*/ 209692 h 834218"/>
                <a:gd name="connsiteX114-35927" fmla="*/ 743796 w 3024845"/>
                <a:gd name="connsiteY114-35928" fmla="*/ 212124 h 834218"/>
                <a:gd name="connsiteX115-35929" fmla="*/ 743796 w 3024845"/>
                <a:gd name="connsiteY115-35930" fmla="*/ 229148 h 834218"/>
                <a:gd name="connsiteX116-35931" fmla="*/ 746076 w 3024845"/>
                <a:gd name="connsiteY116-35932" fmla="*/ 229148 h 834218"/>
                <a:gd name="connsiteX117-35933" fmla="*/ 762036 w 3024845"/>
                <a:gd name="connsiteY117-35934" fmla="*/ 229148 h 834218"/>
                <a:gd name="connsiteX118-35935" fmla="*/ 762036 w 3024845"/>
                <a:gd name="connsiteY118-35936" fmla="*/ 276707 h 834218"/>
                <a:gd name="connsiteX119-35937" fmla="*/ 763049 w 3024845"/>
                <a:gd name="connsiteY119-35938" fmla="*/ 276707 h 834218"/>
                <a:gd name="connsiteX120-35939" fmla="*/ 770143 w 3024845"/>
                <a:gd name="connsiteY120-35940" fmla="*/ 276707 h 834218"/>
                <a:gd name="connsiteX121-35941" fmla="*/ 784330 w 3024845"/>
                <a:gd name="connsiteY121-35942" fmla="*/ 281031 h 834218"/>
                <a:gd name="connsiteX122-35943" fmla="*/ 784330 w 3024845"/>
                <a:gd name="connsiteY122-35944" fmla="*/ 319943 h 834218"/>
                <a:gd name="connsiteX123-35945" fmla="*/ 785343 w 3024845"/>
                <a:gd name="connsiteY123-35946" fmla="*/ 319943 h 834218"/>
                <a:gd name="connsiteX124-35947" fmla="*/ 792436 w 3024845"/>
                <a:gd name="connsiteY124-35948" fmla="*/ 319943 h 834218"/>
                <a:gd name="connsiteX125-35949" fmla="*/ 792436 w 3024845"/>
                <a:gd name="connsiteY125-35950" fmla="*/ 321564 h 834218"/>
                <a:gd name="connsiteX126-35951" fmla="*/ 792436 w 3024845"/>
                <a:gd name="connsiteY126-35952" fmla="*/ 332913 h 834218"/>
                <a:gd name="connsiteX127-35953" fmla="*/ 794463 w 3024845"/>
                <a:gd name="connsiteY127-35954" fmla="*/ 332913 h 834218"/>
                <a:gd name="connsiteX128-35955" fmla="*/ 808650 w 3024845"/>
                <a:gd name="connsiteY128-35956" fmla="*/ 332913 h 834218"/>
                <a:gd name="connsiteX129-35957" fmla="*/ 814730 w 3024845"/>
                <a:gd name="connsiteY129-35958" fmla="*/ 339399 h 834218"/>
                <a:gd name="connsiteX130-35959" fmla="*/ 814730 w 3024845"/>
                <a:gd name="connsiteY130-35960" fmla="*/ 361017 h 834218"/>
                <a:gd name="connsiteX131-35961" fmla="*/ 817010 w 3024845"/>
                <a:gd name="connsiteY131-35962" fmla="*/ 361017 h 834218"/>
                <a:gd name="connsiteX132-35963" fmla="*/ 832970 w 3024845"/>
                <a:gd name="connsiteY132-35964" fmla="*/ 361017 h 834218"/>
                <a:gd name="connsiteX133-35965" fmla="*/ 832970 w 3024845"/>
                <a:gd name="connsiteY133-35966" fmla="*/ 362097 h 834218"/>
                <a:gd name="connsiteX134-35967" fmla="*/ 832970 w 3024845"/>
                <a:gd name="connsiteY134-35968" fmla="*/ 369664 h 834218"/>
                <a:gd name="connsiteX135-35969" fmla="*/ 834237 w 3024845"/>
                <a:gd name="connsiteY135-35970" fmla="*/ 369664 h 834218"/>
                <a:gd name="connsiteX136-35971" fmla="*/ 843104 w 3024845"/>
                <a:gd name="connsiteY136-35972" fmla="*/ 369664 h 834218"/>
                <a:gd name="connsiteX137-35973" fmla="*/ 843104 w 3024845"/>
                <a:gd name="connsiteY137-35974" fmla="*/ 371825 h 834218"/>
                <a:gd name="connsiteX138-35975" fmla="*/ 843104 w 3024845"/>
                <a:gd name="connsiteY138-35976" fmla="*/ 386958 h 834218"/>
                <a:gd name="connsiteX139-35977" fmla="*/ 847157 w 3024845"/>
                <a:gd name="connsiteY139-35978" fmla="*/ 385066 h 834218"/>
                <a:gd name="connsiteX140-35979" fmla="*/ 847157 w 3024845"/>
                <a:gd name="connsiteY140-35980" fmla="*/ 371825 h 834218"/>
                <a:gd name="connsiteX141-35981" fmla="*/ 848170 w 3024845"/>
                <a:gd name="connsiteY141-35982" fmla="*/ 371825 h 834218"/>
                <a:gd name="connsiteX142-35983" fmla="*/ 855264 w 3024845"/>
                <a:gd name="connsiteY142-35984" fmla="*/ 371825 h 834218"/>
                <a:gd name="connsiteX143-35985" fmla="*/ 855264 w 3024845"/>
                <a:gd name="connsiteY143-35986" fmla="*/ 373447 h 834218"/>
                <a:gd name="connsiteX144-35987" fmla="*/ 855264 w 3024845"/>
                <a:gd name="connsiteY144-35988" fmla="*/ 384796 h 834218"/>
                <a:gd name="connsiteX145-35989" fmla="*/ 856024 w 3024845"/>
                <a:gd name="connsiteY145-35990" fmla="*/ 384796 h 834218"/>
                <a:gd name="connsiteX146-35991" fmla="*/ 861344 w 3024845"/>
                <a:gd name="connsiteY146-35992" fmla="*/ 384796 h 834218"/>
                <a:gd name="connsiteX147-35993" fmla="*/ 909984 w 3024845"/>
                <a:gd name="connsiteY147-35994" fmla="*/ 380473 h 834218"/>
                <a:gd name="connsiteX148-35995" fmla="*/ 909984 w 3024845"/>
                <a:gd name="connsiteY148-35996" fmla="*/ 381824 h 834218"/>
                <a:gd name="connsiteX149-35997" fmla="*/ 909984 w 3024845"/>
                <a:gd name="connsiteY149-35998" fmla="*/ 391281 h 834218"/>
                <a:gd name="connsiteX150-35999" fmla="*/ 910744 w 3024845"/>
                <a:gd name="connsiteY150-36000" fmla="*/ 391281 h 834218"/>
                <a:gd name="connsiteX151-36001" fmla="*/ 916065 w 3024845"/>
                <a:gd name="connsiteY151-36002" fmla="*/ 391281 h 834218"/>
                <a:gd name="connsiteX152-36003" fmla="*/ 916065 w 3024845"/>
                <a:gd name="connsiteY152-36004" fmla="*/ 393443 h 834218"/>
                <a:gd name="connsiteX153-36005" fmla="*/ 916065 w 3024845"/>
                <a:gd name="connsiteY153-36006" fmla="*/ 408576 h 834218"/>
                <a:gd name="connsiteX154-36007" fmla="*/ 918091 w 3024845"/>
                <a:gd name="connsiteY154-36008" fmla="*/ 407225 h 834218"/>
                <a:gd name="connsiteX155-36009" fmla="*/ 932278 w 3024845"/>
                <a:gd name="connsiteY155-36010" fmla="*/ 397767 h 834218"/>
                <a:gd name="connsiteX156-36011" fmla="*/ 938358 w 3024845"/>
                <a:gd name="connsiteY156-36012" fmla="*/ 356693 h 834218"/>
                <a:gd name="connsiteX157-36013" fmla="*/ 939118 w 3024845"/>
                <a:gd name="connsiteY157-36014" fmla="*/ 356423 h 834218"/>
                <a:gd name="connsiteX158-36015" fmla="*/ 944438 w 3024845"/>
                <a:gd name="connsiteY158-36016" fmla="*/ 354531 h 834218"/>
                <a:gd name="connsiteX159-36017" fmla="*/ 946465 w 3024845"/>
                <a:gd name="connsiteY159-36018" fmla="*/ 285354 h 834218"/>
                <a:gd name="connsiteX160-36019" fmla="*/ 948492 w 3024845"/>
                <a:gd name="connsiteY160-36020" fmla="*/ 354531 h 834218"/>
                <a:gd name="connsiteX161-36021" fmla="*/ 949252 w 3024845"/>
                <a:gd name="connsiteY161-36022" fmla="*/ 354801 h 834218"/>
                <a:gd name="connsiteX162-36023" fmla="*/ 954572 w 3024845"/>
                <a:gd name="connsiteY162-36024" fmla="*/ 356693 h 834218"/>
                <a:gd name="connsiteX163-36025" fmla="*/ 954572 w 3024845"/>
                <a:gd name="connsiteY163-36026" fmla="*/ 270222 h 834218"/>
                <a:gd name="connsiteX164-36027" fmla="*/ 958625 w 3024845"/>
                <a:gd name="connsiteY164-36028" fmla="*/ 237795 h 834218"/>
                <a:gd name="connsiteX165-36029" fmla="*/ 997132 w 3024845"/>
                <a:gd name="connsiteY165-36030" fmla="*/ 237795 h 834218"/>
                <a:gd name="connsiteX166-36031" fmla="*/ 997132 w 3024845"/>
                <a:gd name="connsiteY166-36032" fmla="*/ 270222 h 834218"/>
                <a:gd name="connsiteX167-36033" fmla="*/ 997892 w 3024845"/>
                <a:gd name="connsiteY167-36034" fmla="*/ 270222 h 834218"/>
                <a:gd name="connsiteX168-36035" fmla="*/ 1003212 w 3024845"/>
                <a:gd name="connsiteY168-36036" fmla="*/ 270222 h 834218"/>
                <a:gd name="connsiteX169-36037" fmla="*/ 1003212 w 3024845"/>
                <a:gd name="connsiteY169-36038" fmla="*/ 188074 h 834218"/>
                <a:gd name="connsiteX170-36039" fmla="*/ 1004986 w 3024845"/>
                <a:gd name="connsiteY170-36040" fmla="*/ 188074 h 834218"/>
                <a:gd name="connsiteX171-36041" fmla="*/ 1017399 w 3024845"/>
                <a:gd name="connsiteY171-36042" fmla="*/ 188074 h 834218"/>
                <a:gd name="connsiteX172-36043" fmla="*/ 1017399 w 3024845"/>
                <a:gd name="connsiteY172-36044" fmla="*/ 186183 h 834218"/>
                <a:gd name="connsiteX173-36045" fmla="*/ 1017399 w 3024845"/>
                <a:gd name="connsiteY173-36046" fmla="*/ 172942 h 834218"/>
                <a:gd name="connsiteX174-36047" fmla="*/ 1039693 w 3024845"/>
                <a:gd name="connsiteY174-36048" fmla="*/ 172942 h 834218"/>
                <a:gd name="connsiteX175-36049" fmla="*/ 1039693 w 3024845"/>
                <a:gd name="connsiteY175-36050" fmla="*/ 171861 h 834218"/>
                <a:gd name="connsiteX176-36051" fmla="*/ 1039693 w 3024845"/>
                <a:gd name="connsiteY176-36052" fmla="*/ 164295 h 834218"/>
                <a:gd name="connsiteX177-36053" fmla="*/ 1041466 w 3024845"/>
                <a:gd name="connsiteY177-36054" fmla="*/ 164295 h 834218"/>
                <a:gd name="connsiteX178-36055" fmla="*/ 1053880 w 3024845"/>
                <a:gd name="connsiteY178-36056" fmla="*/ 164295 h 834218"/>
                <a:gd name="connsiteX179-36057" fmla="*/ 1053880 w 3024845"/>
                <a:gd name="connsiteY179-36058" fmla="*/ 165376 h 834218"/>
                <a:gd name="connsiteX180-36059" fmla="*/ 1053880 w 3024845"/>
                <a:gd name="connsiteY180-36060" fmla="*/ 172942 h 834218"/>
                <a:gd name="connsiteX181-36061" fmla="*/ 1054640 w 3024845"/>
                <a:gd name="connsiteY181-36062" fmla="*/ 172942 h 834218"/>
                <a:gd name="connsiteX182-36063" fmla="*/ 1059960 w 3024845"/>
                <a:gd name="connsiteY182-36064" fmla="*/ 172942 h 834218"/>
                <a:gd name="connsiteX183-36065" fmla="*/ 1070093 w 3024845"/>
                <a:gd name="connsiteY183-36066" fmla="*/ 168618 h 834218"/>
                <a:gd name="connsiteX184-36067" fmla="*/ 1074146 w 3024845"/>
                <a:gd name="connsiteY184-36068" fmla="*/ 171861 h 834218"/>
                <a:gd name="connsiteX185-36069" fmla="*/ 1074146 w 3024845"/>
                <a:gd name="connsiteY185-36070" fmla="*/ 164295 h 834218"/>
                <a:gd name="connsiteX186-36071" fmla="*/ 1076426 w 3024845"/>
                <a:gd name="connsiteY186-36072" fmla="*/ 164295 h 834218"/>
                <a:gd name="connsiteX187-36073" fmla="*/ 1092387 w 3024845"/>
                <a:gd name="connsiteY187-36074" fmla="*/ 164295 h 834218"/>
                <a:gd name="connsiteX188-36075" fmla="*/ 1092387 w 3024845"/>
                <a:gd name="connsiteY188-36076" fmla="*/ 165376 h 834218"/>
                <a:gd name="connsiteX189-36077" fmla="*/ 1092387 w 3024845"/>
                <a:gd name="connsiteY189-36078" fmla="*/ 172942 h 834218"/>
                <a:gd name="connsiteX190-36079" fmla="*/ 1122787 w 3024845"/>
                <a:gd name="connsiteY190-36080" fmla="*/ 172942 h 834218"/>
                <a:gd name="connsiteX191-36081" fmla="*/ 1122787 w 3024845"/>
                <a:gd name="connsiteY191-36082" fmla="*/ 174563 h 834218"/>
                <a:gd name="connsiteX192-36083" fmla="*/ 1122787 w 3024845"/>
                <a:gd name="connsiteY192-36084" fmla="*/ 185913 h 834218"/>
                <a:gd name="connsiteX193-36085" fmla="*/ 1149134 w 3024845"/>
                <a:gd name="connsiteY193-36086" fmla="*/ 185913 h 834218"/>
                <a:gd name="connsiteX194-36087" fmla="*/ 1149134 w 3024845"/>
                <a:gd name="connsiteY194-36088" fmla="*/ 216177 h 834218"/>
                <a:gd name="connsiteX195-36089" fmla="*/ 1149894 w 3024845"/>
                <a:gd name="connsiteY195-36090" fmla="*/ 216177 h 834218"/>
                <a:gd name="connsiteX196-36091" fmla="*/ 1155214 w 3024845"/>
                <a:gd name="connsiteY196-36092" fmla="*/ 216177 h 834218"/>
                <a:gd name="connsiteX197-36093" fmla="*/ 1155214 w 3024845"/>
                <a:gd name="connsiteY197-36094" fmla="*/ 217258 h 834218"/>
                <a:gd name="connsiteX198-36095" fmla="*/ 1155214 w 3024845"/>
                <a:gd name="connsiteY198-36096" fmla="*/ 224825 h 834218"/>
                <a:gd name="connsiteX199-36097" fmla="*/ 1159268 w 3024845"/>
                <a:gd name="connsiteY199-36098" fmla="*/ 255089 h 834218"/>
                <a:gd name="connsiteX200-36099" fmla="*/ 1160028 w 3024845"/>
                <a:gd name="connsiteY200-36100" fmla="*/ 255089 h 834218"/>
                <a:gd name="connsiteX201-36101" fmla="*/ 1165348 w 3024845"/>
                <a:gd name="connsiteY201-36102" fmla="*/ 255089 h 834218"/>
                <a:gd name="connsiteX202-36103" fmla="*/ 1165348 w 3024845"/>
                <a:gd name="connsiteY202-36104" fmla="*/ 255900 h 834218"/>
                <a:gd name="connsiteX203-36105" fmla="*/ 1165348 w 3024845"/>
                <a:gd name="connsiteY203-36106" fmla="*/ 261575 h 834218"/>
                <a:gd name="connsiteX204-36107" fmla="*/ 1166361 w 3024845"/>
                <a:gd name="connsiteY204-36108" fmla="*/ 261575 h 834218"/>
                <a:gd name="connsiteX205-36109" fmla="*/ 1173454 w 3024845"/>
                <a:gd name="connsiteY205-36110" fmla="*/ 261575 h 834218"/>
                <a:gd name="connsiteX206-36111" fmla="*/ 1173454 w 3024845"/>
                <a:gd name="connsiteY206-36112" fmla="*/ 291840 h 834218"/>
                <a:gd name="connsiteX207-36113" fmla="*/ 1175481 w 3024845"/>
                <a:gd name="connsiteY207-36114" fmla="*/ 291840 h 834218"/>
                <a:gd name="connsiteX208-36115" fmla="*/ 1189668 w 3024845"/>
                <a:gd name="connsiteY208-36116" fmla="*/ 291840 h 834218"/>
                <a:gd name="connsiteX209-36117" fmla="*/ 1189668 w 3024845"/>
                <a:gd name="connsiteY209-36118" fmla="*/ 315619 h 834218"/>
                <a:gd name="connsiteX210-36119" fmla="*/ 1191695 w 3024845"/>
                <a:gd name="connsiteY210-36120" fmla="*/ 317240 h 834218"/>
                <a:gd name="connsiteX211-36121" fmla="*/ 1191695 w 3024845"/>
                <a:gd name="connsiteY211-36122" fmla="*/ 328590 h 834218"/>
                <a:gd name="connsiteX212-36123" fmla="*/ 1192455 w 3024845"/>
                <a:gd name="connsiteY212-36124" fmla="*/ 328590 h 834218"/>
                <a:gd name="connsiteX213-36125" fmla="*/ 1197775 w 3024845"/>
                <a:gd name="connsiteY213-36126" fmla="*/ 328590 h 834218"/>
                <a:gd name="connsiteX214-36127" fmla="*/ 1197775 w 3024845"/>
                <a:gd name="connsiteY214-36128" fmla="*/ 352369 h 834218"/>
                <a:gd name="connsiteX215-36129" fmla="*/ 1199041 w 3024845"/>
                <a:gd name="connsiteY215-36130" fmla="*/ 352369 h 834218"/>
                <a:gd name="connsiteX216-36131" fmla="*/ 1207908 w 3024845"/>
                <a:gd name="connsiteY216-36132" fmla="*/ 352369 h 834218"/>
                <a:gd name="connsiteX217-36133" fmla="*/ 1209935 w 3024845"/>
                <a:gd name="connsiteY217-36134" fmla="*/ 356423 h 834218"/>
                <a:gd name="connsiteX218-36135" fmla="*/ 1209935 w 3024845"/>
                <a:gd name="connsiteY218-36136" fmla="*/ 369664 h 834218"/>
                <a:gd name="connsiteX219-36137" fmla="*/ 1211455 w 3024845"/>
                <a:gd name="connsiteY219-36138" fmla="*/ 367772 h 834218"/>
                <a:gd name="connsiteX220-36139" fmla="*/ 1222095 w 3024845"/>
                <a:gd name="connsiteY220-36140" fmla="*/ 354531 h 834218"/>
                <a:gd name="connsiteX221-36141" fmla="*/ 1250469 w 3024845"/>
                <a:gd name="connsiteY221-36142" fmla="*/ 354531 h 834218"/>
                <a:gd name="connsiteX222-36143" fmla="*/ 1250469 w 3024845"/>
                <a:gd name="connsiteY222-36144" fmla="*/ 441002 h 834218"/>
                <a:gd name="connsiteX223-36145" fmla="*/ 1251229 w 3024845"/>
                <a:gd name="connsiteY223-36146" fmla="*/ 441002 h 834218"/>
                <a:gd name="connsiteX224-36147" fmla="*/ 1256549 w 3024845"/>
                <a:gd name="connsiteY224-36148" fmla="*/ 441002 h 834218"/>
                <a:gd name="connsiteX225-36149" fmla="*/ 1257309 w 3024845"/>
                <a:gd name="connsiteY225-36150" fmla="*/ 439651 h 834218"/>
                <a:gd name="connsiteX226-36151" fmla="*/ 1262629 w 3024845"/>
                <a:gd name="connsiteY226-36152" fmla="*/ 430193 h 834218"/>
                <a:gd name="connsiteX227-36153" fmla="*/ 1262629 w 3024845"/>
                <a:gd name="connsiteY227-36154" fmla="*/ 432085 h 834218"/>
                <a:gd name="connsiteX228-36155" fmla="*/ 1262629 w 3024845"/>
                <a:gd name="connsiteY228-36156" fmla="*/ 445326 h 834218"/>
                <a:gd name="connsiteX229-36157" fmla="*/ 1266682 w 3024845"/>
                <a:gd name="connsiteY229-36158" fmla="*/ 399929 h 834218"/>
                <a:gd name="connsiteX230-36159" fmla="*/ 1267442 w 3024845"/>
                <a:gd name="connsiteY230-36160" fmla="*/ 399929 h 834218"/>
                <a:gd name="connsiteX231-36161" fmla="*/ 1272762 w 3024845"/>
                <a:gd name="connsiteY231-36162" fmla="*/ 399929 h 834218"/>
                <a:gd name="connsiteX232-36163" fmla="*/ 1272762 w 3024845"/>
                <a:gd name="connsiteY232-36164" fmla="*/ 335075 h 834218"/>
                <a:gd name="connsiteX233-36165" fmla="*/ 1273776 w 3024845"/>
                <a:gd name="connsiteY233-36166" fmla="*/ 335075 h 834218"/>
                <a:gd name="connsiteX234-36167" fmla="*/ 1280869 w 3024845"/>
                <a:gd name="connsiteY234-36168" fmla="*/ 335075 h 834218"/>
                <a:gd name="connsiteX235-36169" fmla="*/ 1293029 w 3024845"/>
                <a:gd name="connsiteY235-36170" fmla="*/ 291840 h 834218"/>
                <a:gd name="connsiteX236-36171" fmla="*/ 1294296 w 3024845"/>
                <a:gd name="connsiteY236-36172" fmla="*/ 291840 h 834218"/>
                <a:gd name="connsiteX237-36173" fmla="*/ 1303163 w 3024845"/>
                <a:gd name="connsiteY237-36174" fmla="*/ 291840 h 834218"/>
                <a:gd name="connsiteX238-36175" fmla="*/ 1313296 w 3024845"/>
                <a:gd name="connsiteY238-36176" fmla="*/ 335075 h 834218"/>
                <a:gd name="connsiteX239-36177" fmla="*/ 1314309 w 3024845"/>
                <a:gd name="connsiteY239-36178" fmla="*/ 335075 h 834218"/>
                <a:gd name="connsiteX240-36179" fmla="*/ 1321403 w 3024845"/>
                <a:gd name="connsiteY240-36180" fmla="*/ 335075 h 834218"/>
                <a:gd name="connsiteX241-36181" fmla="*/ 1321403 w 3024845"/>
                <a:gd name="connsiteY241-36182" fmla="*/ 373987 h 834218"/>
                <a:gd name="connsiteX242-36183" fmla="*/ 1323176 w 3024845"/>
                <a:gd name="connsiteY242-36184" fmla="*/ 373987 h 834218"/>
                <a:gd name="connsiteX243-36185" fmla="*/ 1335590 w 3024845"/>
                <a:gd name="connsiteY243-36186" fmla="*/ 373987 h 834218"/>
                <a:gd name="connsiteX244-36187" fmla="*/ 1335590 w 3024845"/>
                <a:gd name="connsiteY244-36188" fmla="*/ 376149 h 834218"/>
                <a:gd name="connsiteX245-36189" fmla="*/ 1335590 w 3024845"/>
                <a:gd name="connsiteY245-36190" fmla="*/ 391281 h 834218"/>
                <a:gd name="connsiteX246-36191" fmla="*/ 1339643 w 3024845"/>
                <a:gd name="connsiteY246-36192" fmla="*/ 389120 h 834218"/>
                <a:gd name="connsiteX247-36193" fmla="*/ 1339643 w 3024845"/>
                <a:gd name="connsiteY247-36194" fmla="*/ 373987 h 834218"/>
                <a:gd name="connsiteX248-36195" fmla="*/ 1341163 w 3024845"/>
                <a:gd name="connsiteY248-36196" fmla="*/ 373987 h 834218"/>
                <a:gd name="connsiteX249-36197" fmla="*/ 1351803 w 3024845"/>
                <a:gd name="connsiteY249-36198" fmla="*/ 373987 h 834218"/>
                <a:gd name="connsiteX250-36199" fmla="*/ 1351803 w 3024845"/>
                <a:gd name="connsiteY250-36200" fmla="*/ 375608 h 834218"/>
                <a:gd name="connsiteX251-36201" fmla="*/ 1351803 w 3024845"/>
                <a:gd name="connsiteY251-36202" fmla="*/ 386958 h 834218"/>
                <a:gd name="connsiteX252-36203" fmla="*/ 1382204 w 3024845"/>
                <a:gd name="connsiteY252-36204" fmla="*/ 386958 h 834218"/>
                <a:gd name="connsiteX253-36205" fmla="*/ 1382204 w 3024845"/>
                <a:gd name="connsiteY253-36206" fmla="*/ 350208 h 834218"/>
                <a:gd name="connsiteX254-36207" fmla="*/ 1383470 w 3024845"/>
                <a:gd name="connsiteY254-36208" fmla="*/ 350208 h 834218"/>
                <a:gd name="connsiteX255-36209" fmla="*/ 1392337 w 3024845"/>
                <a:gd name="connsiteY255-36210" fmla="*/ 350208 h 834218"/>
                <a:gd name="connsiteX256-36211" fmla="*/ 1392337 w 3024845"/>
                <a:gd name="connsiteY256-36212" fmla="*/ 371825 h 834218"/>
                <a:gd name="connsiteX257-36213" fmla="*/ 1394364 w 3024845"/>
                <a:gd name="connsiteY257-36214" fmla="*/ 339399 h 834218"/>
                <a:gd name="connsiteX258-36215" fmla="*/ 1416657 w 3024845"/>
                <a:gd name="connsiteY258-36216" fmla="*/ 339399 h 834218"/>
                <a:gd name="connsiteX259-36217" fmla="*/ 1416657 w 3024845"/>
                <a:gd name="connsiteY259-36218" fmla="*/ 337777 h 834218"/>
                <a:gd name="connsiteX260-36219" fmla="*/ 1416657 w 3024845"/>
                <a:gd name="connsiteY260-36220" fmla="*/ 326428 h 834218"/>
                <a:gd name="connsiteX261-36221" fmla="*/ 1417417 w 3024845"/>
                <a:gd name="connsiteY261-36222" fmla="*/ 326428 h 834218"/>
                <a:gd name="connsiteX262-36223" fmla="*/ 1422737 w 3024845"/>
                <a:gd name="connsiteY262-36224" fmla="*/ 326428 h 834218"/>
                <a:gd name="connsiteX263-36225" fmla="*/ 1422737 w 3024845"/>
                <a:gd name="connsiteY263-36226" fmla="*/ 324537 h 834218"/>
                <a:gd name="connsiteX264-36227" fmla="*/ 1422737 w 3024845"/>
                <a:gd name="connsiteY264-36228" fmla="*/ 311296 h 834218"/>
                <a:gd name="connsiteX265-36229" fmla="*/ 1426791 w 3024845"/>
                <a:gd name="connsiteY265-36230" fmla="*/ 317781 h 834218"/>
                <a:gd name="connsiteX266-36231" fmla="*/ 1429071 w 3024845"/>
                <a:gd name="connsiteY266-36232" fmla="*/ 317781 h 834218"/>
                <a:gd name="connsiteX267-36233" fmla="*/ 1445031 w 3024845"/>
                <a:gd name="connsiteY267-36234" fmla="*/ 317781 h 834218"/>
                <a:gd name="connsiteX268-36235" fmla="*/ 1445031 w 3024845"/>
                <a:gd name="connsiteY268-36236" fmla="*/ 316970 h 834218"/>
                <a:gd name="connsiteX269-36237" fmla="*/ 1445031 w 3024845"/>
                <a:gd name="connsiteY269-36238" fmla="*/ 311296 h 834218"/>
                <a:gd name="connsiteX270-36239" fmla="*/ 1445791 w 3024845"/>
                <a:gd name="connsiteY270-36240" fmla="*/ 311296 h 834218"/>
                <a:gd name="connsiteX271-36241" fmla="*/ 1451111 w 3024845"/>
                <a:gd name="connsiteY271-36242" fmla="*/ 311296 h 834218"/>
                <a:gd name="connsiteX272-36243" fmla="*/ 1451111 w 3024845"/>
                <a:gd name="connsiteY272-36244" fmla="*/ 312647 h 834218"/>
                <a:gd name="connsiteX273-36245" fmla="*/ 1451111 w 3024845"/>
                <a:gd name="connsiteY273-36246" fmla="*/ 322105 h 834218"/>
                <a:gd name="connsiteX274-36247" fmla="*/ 1489618 w 3024845"/>
                <a:gd name="connsiteY274-36248" fmla="*/ 322105 h 834218"/>
                <a:gd name="connsiteX275-36249" fmla="*/ 1489618 w 3024845"/>
                <a:gd name="connsiteY275-36250" fmla="*/ 460458 h 834218"/>
                <a:gd name="connsiteX276-36251" fmla="*/ 1491138 w 3024845"/>
                <a:gd name="connsiteY276-36252" fmla="*/ 460458 h 834218"/>
                <a:gd name="connsiteX277-36253" fmla="*/ 1501778 w 3024845"/>
                <a:gd name="connsiteY277-36254" fmla="*/ 460458 h 834218"/>
                <a:gd name="connsiteX278-36255" fmla="*/ 1501778 w 3024845"/>
                <a:gd name="connsiteY278-36256" fmla="*/ 447488 h 834218"/>
                <a:gd name="connsiteX279-36257" fmla="*/ 1505832 w 3024845"/>
                <a:gd name="connsiteY279-36258" fmla="*/ 447488 h 834218"/>
                <a:gd name="connsiteX280-36259" fmla="*/ 1505832 w 3024845"/>
                <a:gd name="connsiteY280-36260" fmla="*/ 460458 h 834218"/>
                <a:gd name="connsiteX281-36261" fmla="*/ 1536232 w 3024845"/>
                <a:gd name="connsiteY281-36262" fmla="*/ 460458 h 834218"/>
                <a:gd name="connsiteX282-36263" fmla="*/ 1536232 w 3024845"/>
                <a:gd name="connsiteY282-36264" fmla="*/ 430193 h 834218"/>
                <a:gd name="connsiteX283-36265" fmla="*/ 1548392 w 3024845"/>
                <a:gd name="connsiteY283-36266" fmla="*/ 430193 h 834218"/>
                <a:gd name="connsiteX284-36267" fmla="*/ 1560552 w 3024845"/>
                <a:gd name="connsiteY284-36268" fmla="*/ 428032 h 834218"/>
                <a:gd name="connsiteX285-36269" fmla="*/ 1564606 w 3024845"/>
                <a:gd name="connsiteY285-36270" fmla="*/ 430193 h 834218"/>
                <a:gd name="connsiteX286-36271" fmla="*/ 1574739 w 3024845"/>
                <a:gd name="connsiteY286-36272" fmla="*/ 430193 h 834218"/>
                <a:gd name="connsiteX287-36273" fmla="*/ 1574739 w 3024845"/>
                <a:gd name="connsiteY287-36274" fmla="*/ 460458 h 834218"/>
                <a:gd name="connsiteX288-36275" fmla="*/ 1582846 w 3024845"/>
                <a:gd name="connsiteY288-36276" fmla="*/ 460458 h 834218"/>
                <a:gd name="connsiteX289-36277" fmla="*/ 1582846 w 3024845"/>
                <a:gd name="connsiteY289-36278" fmla="*/ 477753 h 834218"/>
                <a:gd name="connsiteX290-36279" fmla="*/ 1592182 w 3024845"/>
                <a:gd name="connsiteY290-36280" fmla="*/ 478658 h 834218"/>
                <a:gd name="connsiteX291-36281" fmla="*/ 1605140 w 3024845"/>
                <a:gd name="connsiteY291-36282" fmla="*/ 478658 h 834218"/>
                <a:gd name="connsiteX292-36283" fmla="*/ 1605140 w 3024845"/>
                <a:gd name="connsiteY292-36284" fmla="*/ 462620 h 834218"/>
                <a:gd name="connsiteX293-36285" fmla="*/ 1673096 w 3024845"/>
                <a:gd name="connsiteY293-36286" fmla="*/ 462620 h 834218"/>
                <a:gd name="connsiteX294-36287" fmla="*/ 1673096 w 3024845"/>
                <a:gd name="connsiteY294-36288" fmla="*/ 377367 h 834218"/>
                <a:gd name="connsiteX295-36289" fmla="*/ 1745104 w 3024845"/>
                <a:gd name="connsiteY295-36290" fmla="*/ 377367 h 834218"/>
                <a:gd name="connsiteX296-36291" fmla="*/ 1745104 w 3024845"/>
                <a:gd name="connsiteY296-36292" fmla="*/ 456135 h 834218"/>
                <a:gd name="connsiteX297-36293" fmla="*/ 1747008 w 3024845"/>
                <a:gd name="connsiteY297-36294" fmla="*/ 456135 h 834218"/>
                <a:gd name="connsiteX298-36295" fmla="*/ 1748250 w 3024845"/>
                <a:gd name="connsiteY298-36296" fmla="*/ 478658 h 834218"/>
                <a:gd name="connsiteX299-36297" fmla="*/ 1757926 w 3024845"/>
                <a:gd name="connsiteY299-36298" fmla="*/ 478658 h 834218"/>
                <a:gd name="connsiteX300-36299" fmla="*/ 1759168 w 3024845"/>
                <a:gd name="connsiteY300-36300" fmla="*/ 456135 h 834218"/>
                <a:gd name="connsiteX301-36301" fmla="*/ 1765248 w 3024845"/>
                <a:gd name="connsiteY301-36302" fmla="*/ 456135 h 834218"/>
                <a:gd name="connsiteX302-36303" fmla="*/ 1766490 w 3024845"/>
                <a:gd name="connsiteY302-36304" fmla="*/ 478658 h 834218"/>
                <a:gd name="connsiteX303-36305" fmla="*/ 1817112 w 3024845"/>
                <a:gd name="connsiteY303-36306" fmla="*/ 478658 h 834218"/>
                <a:gd name="connsiteX304-36307" fmla="*/ 1817112 w 3024845"/>
                <a:gd name="connsiteY304-36308" fmla="*/ 315630 h 834218"/>
                <a:gd name="connsiteX305-36309" fmla="*/ 2014439 w 3024845"/>
                <a:gd name="connsiteY305-36310" fmla="*/ 315630 h 834218"/>
                <a:gd name="connsiteX306-36311" fmla="*/ 2014439 w 3024845"/>
                <a:gd name="connsiteY306-36312" fmla="*/ 478658 h 834218"/>
                <a:gd name="connsiteX307-36313" fmla="*/ 2033136 w 3024845"/>
                <a:gd name="connsiteY307-36314" fmla="*/ 478658 h 834218"/>
                <a:gd name="connsiteX308-36315" fmla="*/ 2033136 w 3024845"/>
                <a:gd name="connsiteY308-36316" fmla="*/ 395965 h 834218"/>
                <a:gd name="connsiteX309-36317" fmla="*/ 2128256 w 3024845"/>
                <a:gd name="connsiteY309-36318" fmla="*/ 395965 h 834218"/>
                <a:gd name="connsiteX310-36319" fmla="*/ 2180720 w 3024845"/>
                <a:gd name="connsiteY310-36320" fmla="*/ 330752 h 834218"/>
                <a:gd name="connsiteX311-36321" fmla="*/ 2245574 w 3024845"/>
                <a:gd name="connsiteY311-36322" fmla="*/ 330752 h 834218"/>
                <a:gd name="connsiteX312-36323" fmla="*/ 2245574 w 3024845"/>
                <a:gd name="connsiteY312-36324" fmla="*/ 406414 h 834218"/>
                <a:gd name="connsiteX313-36325" fmla="*/ 2253681 w 3024845"/>
                <a:gd name="connsiteY313-36326" fmla="*/ 406414 h 834218"/>
                <a:gd name="connsiteX314-36327" fmla="*/ 2255708 w 3024845"/>
                <a:gd name="connsiteY314-36328" fmla="*/ 399929 h 834218"/>
                <a:gd name="connsiteX315-36329" fmla="*/ 2261788 w 3024845"/>
                <a:gd name="connsiteY315-36330" fmla="*/ 399929 h 834218"/>
                <a:gd name="connsiteX316-36331" fmla="*/ 2263815 w 3024845"/>
                <a:gd name="connsiteY316-36332" fmla="*/ 408576 h 834218"/>
                <a:gd name="connsiteX317-36333" fmla="*/ 2275975 w 3024845"/>
                <a:gd name="connsiteY317-36334" fmla="*/ 408576 h 834218"/>
                <a:gd name="connsiteX318-36335" fmla="*/ 2275975 w 3024845"/>
                <a:gd name="connsiteY318-36336" fmla="*/ 402090 h 834218"/>
                <a:gd name="connsiteX319-36337" fmla="*/ 2298268 w 3024845"/>
                <a:gd name="connsiteY319-36338" fmla="*/ 402090 h 834218"/>
                <a:gd name="connsiteX320-36339" fmla="*/ 2298268 w 3024845"/>
                <a:gd name="connsiteY320-36340" fmla="*/ 408576 h 834218"/>
                <a:gd name="connsiteX321-36341" fmla="*/ 2318535 w 3024845"/>
                <a:gd name="connsiteY321-36342" fmla="*/ 408576 h 834218"/>
                <a:gd name="connsiteX322-36343" fmla="*/ 2318535 w 3024845"/>
                <a:gd name="connsiteY322-36344" fmla="*/ 453973 h 834218"/>
                <a:gd name="connsiteX323-36345" fmla="*/ 2332722 w 3024845"/>
                <a:gd name="connsiteY323-36346" fmla="*/ 453973 h 834218"/>
                <a:gd name="connsiteX324-36347" fmla="*/ 2332722 w 3024845"/>
                <a:gd name="connsiteY324-36348" fmla="*/ 441002 h 834218"/>
                <a:gd name="connsiteX325-36349" fmla="*/ 2348936 w 3024845"/>
                <a:gd name="connsiteY325-36350" fmla="*/ 441002 h 834218"/>
                <a:gd name="connsiteX326-36351" fmla="*/ 2348936 w 3024845"/>
                <a:gd name="connsiteY326-36352" fmla="*/ 261575 h 834218"/>
                <a:gd name="connsiteX327-36353" fmla="*/ 2355016 w 3024845"/>
                <a:gd name="connsiteY327-36354" fmla="*/ 255089 h 834218"/>
                <a:gd name="connsiteX328-36355" fmla="*/ 2427977 w 3024845"/>
                <a:gd name="connsiteY328-36356" fmla="*/ 255089 h 834218"/>
                <a:gd name="connsiteX329-36357" fmla="*/ 2427977 w 3024845"/>
                <a:gd name="connsiteY329-36358" fmla="*/ 263737 h 834218"/>
                <a:gd name="connsiteX330-36359" fmla="*/ 2438110 w 3024845"/>
                <a:gd name="connsiteY330-36360" fmla="*/ 263737 h 834218"/>
                <a:gd name="connsiteX331-36361" fmla="*/ 2438110 w 3024845"/>
                <a:gd name="connsiteY331-36362" fmla="*/ 378311 h 834218"/>
                <a:gd name="connsiteX332-36363" fmla="*/ 2460404 w 3024845"/>
                <a:gd name="connsiteY332-36364" fmla="*/ 378311 h 834218"/>
                <a:gd name="connsiteX333-36365" fmla="*/ 2460404 w 3024845"/>
                <a:gd name="connsiteY333-36366" fmla="*/ 311296 h 834218"/>
                <a:gd name="connsiteX334-36367" fmla="*/ 2486751 w 3024845"/>
                <a:gd name="connsiteY334-36368" fmla="*/ 311296 h 834218"/>
                <a:gd name="connsiteX335-36369" fmla="*/ 2490804 w 3024845"/>
                <a:gd name="connsiteY335-36370" fmla="*/ 306972 h 834218"/>
                <a:gd name="connsiteX336-36371" fmla="*/ 2498911 w 3024845"/>
                <a:gd name="connsiteY336-36372" fmla="*/ 306972 h 834218"/>
                <a:gd name="connsiteX337-36373" fmla="*/ 2502964 w 3024845"/>
                <a:gd name="connsiteY337-36374" fmla="*/ 311296 h 834218"/>
                <a:gd name="connsiteX338-36375" fmla="*/ 2525258 w 3024845"/>
                <a:gd name="connsiteY338-36376" fmla="*/ 311296 h 834218"/>
                <a:gd name="connsiteX339-36377" fmla="*/ 2525258 w 3024845"/>
                <a:gd name="connsiteY339-36378" fmla="*/ 194560 h 834218"/>
                <a:gd name="connsiteX340-36379" fmla="*/ 2582005 w 3024845"/>
                <a:gd name="connsiteY340-36380" fmla="*/ 183751 h 834218"/>
                <a:gd name="connsiteX341-36381" fmla="*/ 2582005 w 3024845"/>
                <a:gd name="connsiteY341-36382" fmla="*/ 184832 h 834218"/>
                <a:gd name="connsiteX342-36383" fmla="*/ 2582005 w 3024845"/>
                <a:gd name="connsiteY342-36384" fmla="*/ 192398 h 834218"/>
                <a:gd name="connsiteX343-36385" fmla="*/ 2608352 w 3024845"/>
                <a:gd name="connsiteY343-36386" fmla="*/ 192398 h 834218"/>
                <a:gd name="connsiteX344-36387" fmla="*/ 2608352 w 3024845"/>
                <a:gd name="connsiteY344-36388" fmla="*/ 447488 h 834218"/>
                <a:gd name="connsiteX345-36389" fmla="*/ 2630646 w 3024845"/>
                <a:gd name="connsiteY345-36390" fmla="*/ 447488 h 834218"/>
                <a:gd name="connsiteX346-36391" fmla="*/ 2630646 w 3024845"/>
                <a:gd name="connsiteY346-36392" fmla="*/ 443164 h 834218"/>
                <a:gd name="connsiteX347-36393" fmla="*/ 2642806 w 3024845"/>
                <a:gd name="connsiteY347-36394" fmla="*/ 443164 h 834218"/>
                <a:gd name="connsiteX348-36395" fmla="*/ 2642806 w 3024845"/>
                <a:gd name="connsiteY348-36396" fmla="*/ 447488 h 834218"/>
                <a:gd name="connsiteX349-36397" fmla="*/ 2667126 w 3024845"/>
                <a:gd name="connsiteY349-36398" fmla="*/ 447488 h 834218"/>
                <a:gd name="connsiteX350-36399" fmla="*/ 2667126 w 3024845"/>
                <a:gd name="connsiteY350-36400" fmla="*/ 434517 h 834218"/>
                <a:gd name="connsiteX351-36401" fmla="*/ 2695500 w 3024845"/>
                <a:gd name="connsiteY351-36402" fmla="*/ 434517 h 834218"/>
                <a:gd name="connsiteX352-36403" fmla="*/ 2707660 w 3024845"/>
                <a:gd name="connsiteY352-36404" fmla="*/ 430193 h 834218"/>
                <a:gd name="connsiteX353-36405" fmla="*/ 2727927 w 3024845"/>
                <a:gd name="connsiteY353-36406" fmla="*/ 434517 h 834218"/>
                <a:gd name="connsiteX354-36407" fmla="*/ 2727927 w 3024845"/>
                <a:gd name="connsiteY354-36408" fmla="*/ 417223 h 834218"/>
                <a:gd name="connsiteX355-36409" fmla="*/ 2736034 w 3024845"/>
                <a:gd name="connsiteY355-36410" fmla="*/ 417223 h 834218"/>
                <a:gd name="connsiteX356-36411" fmla="*/ 2736034 w 3024845"/>
                <a:gd name="connsiteY356-36412" fmla="*/ 404252 h 834218"/>
                <a:gd name="connsiteX357-36413" fmla="*/ 2792781 w 3024845"/>
                <a:gd name="connsiteY357-36414" fmla="*/ 404252 h 834218"/>
                <a:gd name="connsiteX358-36415" fmla="*/ 2792781 w 3024845"/>
                <a:gd name="connsiteY358-36416" fmla="*/ 373987 h 834218"/>
                <a:gd name="connsiteX359-36417" fmla="*/ 2811021 w 3024845"/>
                <a:gd name="connsiteY359-36418" fmla="*/ 373987 h 834218"/>
                <a:gd name="connsiteX360-36419" fmla="*/ 2811021 w 3024845"/>
                <a:gd name="connsiteY360-36420" fmla="*/ 367502 h 834218"/>
                <a:gd name="connsiteX361-36421" fmla="*/ 2823181 w 3024845"/>
                <a:gd name="connsiteY361-36422" fmla="*/ 367502 h 834218"/>
                <a:gd name="connsiteX362-36423" fmla="*/ 2823181 w 3024845"/>
                <a:gd name="connsiteY362-36424" fmla="*/ 373987 h 834218"/>
                <a:gd name="connsiteX363-36425" fmla="*/ 2839395 w 3024845"/>
                <a:gd name="connsiteY363-36426" fmla="*/ 373987 h 834218"/>
                <a:gd name="connsiteX364-36427" fmla="*/ 2839395 w 3024845"/>
                <a:gd name="connsiteY364-36428" fmla="*/ 423708 h 834218"/>
                <a:gd name="connsiteX365-36429" fmla="*/ 2871822 w 3024845"/>
                <a:gd name="connsiteY365-36430" fmla="*/ 423708 h 834218"/>
                <a:gd name="connsiteX366-36431" fmla="*/ 2871822 w 3024845"/>
                <a:gd name="connsiteY366-36432" fmla="*/ 397767 h 834218"/>
                <a:gd name="connsiteX367-36433" fmla="*/ 2910329 w 3024845"/>
                <a:gd name="connsiteY367-36434" fmla="*/ 397767 h 834218"/>
                <a:gd name="connsiteX368-36435" fmla="*/ 2910329 w 3024845"/>
                <a:gd name="connsiteY368-36436" fmla="*/ 367502 h 834218"/>
                <a:gd name="connsiteX369-36437" fmla="*/ 2958970 w 3024845"/>
                <a:gd name="connsiteY369-36438" fmla="*/ 367502 h 834218"/>
                <a:gd name="connsiteX370-36439" fmla="*/ 2958970 w 3024845"/>
                <a:gd name="connsiteY370-36440" fmla="*/ 478658 h 834218"/>
                <a:gd name="connsiteX371-36441" fmla="*/ 2958970 w 3024845"/>
                <a:gd name="connsiteY371-36442" fmla="*/ 492437 h 834218"/>
                <a:gd name="connsiteX372-36443" fmla="*/ 3024845 w 3024845"/>
                <a:gd name="connsiteY372-36444" fmla="*/ 492437 h 834218"/>
                <a:gd name="connsiteX373-36445" fmla="*/ 3024845 w 3024845"/>
                <a:gd name="connsiteY373-36446" fmla="*/ 834218 h 834218"/>
                <a:gd name="connsiteX374-36447" fmla="*/ 2054 w 3024845"/>
                <a:gd name="connsiteY374-36448" fmla="*/ 831885 h 834218"/>
                <a:gd name="connsiteX375-36449" fmla="*/ 0 w 3024845"/>
                <a:gd name="connsiteY375-36450" fmla="*/ 397767 h 834218"/>
                <a:gd name="connsiteX376-36451" fmla="*/ 20267 w 3024845"/>
                <a:gd name="connsiteY376-36452" fmla="*/ 397767 h 834218"/>
                <a:gd name="connsiteX377-36453" fmla="*/ 20774 w 3024845"/>
                <a:gd name="connsiteY377-36454" fmla="*/ 396686 h 834218"/>
                <a:gd name="connsiteX378-36455" fmla="*/ 24320 w 3024845"/>
                <a:gd name="connsiteY378-36456" fmla="*/ 389120 h 834218"/>
                <a:gd name="connsiteX379-36457" fmla="*/ 26094 w 3024845"/>
                <a:gd name="connsiteY379-36458" fmla="*/ 389390 h 834218"/>
                <a:gd name="connsiteX380-36459" fmla="*/ 38507 w 3024845"/>
                <a:gd name="connsiteY380-36460" fmla="*/ 391281 h 834218"/>
                <a:gd name="connsiteX381-36461" fmla="*/ 39014 w 3024845"/>
                <a:gd name="connsiteY381-36462" fmla="*/ 392633 h 834218"/>
                <a:gd name="connsiteX382-36463" fmla="*/ 42560 w 3024845"/>
                <a:gd name="connsiteY382-36464" fmla="*/ 402090 h 834218"/>
                <a:gd name="connsiteX383-36465" fmla="*/ 68907 w 3024845"/>
                <a:gd name="connsiteY383-36466" fmla="*/ 404252 h 834218"/>
                <a:gd name="connsiteX384-36467" fmla="*/ 68907 w 3024845"/>
                <a:gd name="connsiteY384-36468" fmla="*/ 281031 h 834218"/>
                <a:gd name="connsiteX385-36469" fmla="*/ 70934 w 3024845"/>
                <a:gd name="connsiteY385-36470" fmla="*/ 281031 h 834218"/>
                <a:gd name="connsiteX386-36471" fmla="*/ 85121 w 3024845"/>
                <a:gd name="connsiteY386-36472" fmla="*/ 281031 h 834218"/>
                <a:gd name="connsiteX387-36473" fmla="*/ 85121 w 3024845"/>
                <a:gd name="connsiteY387-36474" fmla="*/ 144839 h 834218"/>
                <a:gd name="connsiteX388-36475" fmla="*/ 86894 w 3024845"/>
                <a:gd name="connsiteY388-36476" fmla="*/ 144839 h 834218"/>
                <a:gd name="connsiteX389-36477" fmla="*/ 99308 w 3024845"/>
                <a:gd name="connsiteY389-36478" fmla="*/ 144839 h 834218"/>
                <a:gd name="connsiteX390-36479" fmla="*/ 99308 w 3024845"/>
                <a:gd name="connsiteY390-36480" fmla="*/ 30265 h 834218"/>
                <a:gd name="connsiteX391-36481" fmla="*/ 103361 w 3024845"/>
                <a:gd name="connsiteY391-36482" fmla="*/ 2161 h 834218"/>
                <a:gd name="connsiteX392-36483" fmla="*/ 105388 w 3024845"/>
                <a:gd name="connsiteY392-36484" fmla="*/ 2161 h 834218"/>
                <a:gd name="connsiteX393-36485" fmla="*/ 119575 w 3024845"/>
                <a:gd name="connsiteY393-36486" fmla="*/ 2161 h 834218"/>
                <a:gd name="connsiteX0-36487" fmla="*/ 105388 w 3024845"/>
                <a:gd name="connsiteY0-36488" fmla="*/ 2161 h 834218"/>
                <a:gd name="connsiteX1-36489" fmla="*/ 200642 w 3024845"/>
                <a:gd name="connsiteY1-36490" fmla="*/ 0 h 834218"/>
                <a:gd name="connsiteX2-36491" fmla="*/ 202669 w 3024845"/>
                <a:gd name="connsiteY2-36492" fmla="*/ 0 h 834218"/>
                <a:gd name="connsiteX3-36493" fmla="*/ 216856 w 3024845"/>
                <a:gd name="connsiteY3-36494" fmla="*/ 0 h 834218"/>
                <a:gd name="connsiteX4-36495" fmla="*/ 216856 w 3024845"/>
                <a:gd name="connsiteY4-36496" fmla="*/ 23779 h 834218"/>
                <a:gd name="connsiteX5-36497" fmla="*/ 217363 w 3024845"/>
                <a:gd name="connsiteY5-36498" fmla="*/ 24590 h 834218"/>
                <a:gd name="connsiteX6-36499" fmla="*/ 220909 w 3024845"/>
                <a:gd name="connsiteY6-36500" fmla="*/ 30265 h 834218"/>
                <a:gd name="connsiteX7-36501" fmla="*/ 220909 w 3024845"/>
                <a:gd name="connsiteY7-36502" fmla="*/ 144839 h 834218"/>
                <a:gd name="connsiteX8-36503" fmla="*/ 223189 w 3024845"/>
                <a:gd name="connsiteY8-36504" fmla="*/ 144839 h 834218"/>
                <a:gd name="connsiteX9-36505" fmla="*/ 239150 w 3024845"/>
                <a:gd name="connsiteY9-36506" fmla="*/ 144839 h 834218"/>
                <a:gd name="connsiteX10-36507" fmla="*/ 239150 w 3024845"/>
                <a:gd name="connsiteY10-36508" fmla="*/ 285354 h 834218"/>
                <a:gd name="connsiteX11-36509" fmla="*/ 240670 w 3024845"/>
                <a:gd name="connsiteY11-36510" fmla="*/ 285084 h 834218"/>
                <a:gd name="connsiteX12-36511" fmla="*/ 251310 w 3024845"/>
                <a:gd name="connsiteY12-36512" fmla="*/ 283193 h 834218"/>
                <a:gd name="connsiteX13-36513" fmla="*/ 249283 w 3024845"/>
                <a:gd name="connsiteY13-36514" fmla="*/ 371825 h 834218"/>
                <a:gd name="connsiteX14-36515" fmla="*/ 250803 w 3024845"/>
                <a:gd name="connsiteY14-36516" fmla="*/ 372096 h 834218"/>
                <a:gd name="connsiteX15-36517" fmla="*/ 261443 w 3024845"/>
                <a:gd name="connsiteY15-36518" fmla="*/ 373987 h 834218"/>
                <a:gd name="connsiteX16-36519" fmla="*/ 261696 w 3024845"/>
                <a:gd name="connsiteY16-36520" fmla="*/ 374798 h 834218"/>
                <a:gd name="connsiteX17-36521" fmla="*/ 263470 w 3024845"/>
                <a:gd name="connsiteY17-36522" fmla="*/ 380473 h 834218"/>
                <a:gd name="connsiteX18-36523" fmla="*/ 264230 w 3024845"/>
                <a:gd name="connsiteY18-36524" fmla="*/ 378041 h 834218"/>
                <a:gd name="connsiteX19-36525" fmla="*/ 269550 w 3024845"/>
                <a:gd name="connsiteY19-36526" fmla="*/ 361017 h 834218"/>
                <a:gd name="connsiteX20-36527" fmla="*/ 271323 w 3024845"/>
                <a:gd name="connsiteY20-36528" fmla="*/ 361017 h 834218"/>
                <a:gd name="connsiteX21-36529" fmla="*/ 283737 w 3024845"/>
                <a:gd name="connsiteY21-36530" fmla="*/ 361017 h 834218"/>
                <a:gd name="connsiteX22-36531" fmla="*/ 283737 w 3024845"/>
                <a:gd name="connsiteY22-36532" fmla="*/ 393443 h 834218"/>
                <a:gd name="connsiteX23-36533" fmla="*/ 284750 w 3024845"/>
                <a:gd name="connsiteY23-36534" fmla="*/ 393984 h 834218"/>
                <a:gd name="connsiteX24-36535" fmla="*/ 291844 w 3024845"/>
                <a:gd name="connsiteY24-36536" fmla="*/ 397767 h 834218"/>
                <a:gd name="connsiteX25-36537" fmla="*/ 291844 w 3024845"/>
                <a:gd name="connsiteY25-36538" fmla="*/ 399118 h 834218"/>
                <a:gd name="connsiteX26-36539" fmla="*/ 291844 w 3024845"/>
                <a:gd name="connsiteY26-36540" fmla="*/ 408576 h 834218"/>
                <a:gd name="connsiteX27-36541" fmla="*/ 336431 w 3024845"/>
                <a:gd name="connsiteY27-36542" fmla="*/ 408576 h 834218"/>
                <a:gd name="connsiteX28-36543" fmla="*/ 336431 w 3024845"/>
                <a:gd name="connsiteY28-36544" fmla="*/ 409657 h 834218"/>
                <a:gd name="connsiteX29-36545" fmla="*/ 336431 w 3024845"/>
                <a:gd name="connsiteY29-36546" fmla="*/ 417223 h 834218"/>
                <a:gd name="connsiteX30-36547" fmla="*/ 338457 w 3024845"/>
                <a:gd name="connsiteY30-36548" fmla="*/ 417223 h 834218"/>
                <a:gd name="connsiteX31-36549" fmla="*/ 352644 w 3024845"/>
                <a:gd name="connsiteY31-36550" fmla="*/ 417223 h 834218"/>
                <a:gd name="connsiteX32-36551" fmla="*/ 352644 w 3024845"/>
                <a:gd name="connsiteY32-36552" fmla="*/ 386958 h 834218"/>
                <a:gd name="connsiteX33-36553" fmla="*/ 397231 w 3024845"/>
                <a:gd name="connsiteY33-36554" fmla="*/ 386958 h 834218"/>
                <a:gd name="connsiteX34-36555" fmla="*/ 397231 w 3024845"/>
                <a:gd name="connsiteY34-36556" fmla="*/ 385607 h 834218"/>
                <a:gd name="connsiteX35-36557" fmla="*/ 397231 w 3024845"/>
                <a:gd name="connsiteY35-36558" fmla="*/ 376149 h 834218"/>
                <a:gd name="connsiteX36-36559" fmla="*/ 398245 w 3024845"/>
                <a:gd name="connsiteY36-36560" fmla="*/ 376149 h 834218"/>
                <a:gd name="connsiteX37-36561" fmla="*/ 405338 w 3024845"/>
                <a:gd name="connsiteY37-36562" fmla="*/ 376149 h 834218"/>
                <a:gd name="connsiteX38-36563" fmla="*/ 405338 w 3024845"/>
                <a:gd name="connsiteY38-36564" fmla="*/ 374258 h 834218"/>
                <a:gd name="connsiteX39-36565" fmla="*/ 405338 w 3024845"/>
                <a:gd name="connsiteY39-36566" fmla="*/ 361017 h 834218"/>
                <a:gd name="connsiteX40-36567" fmla="*/ 406098 w 3024845"/>
                <a:gd name="connsiteY40-36568" fmla="*/ 361017 h 834218"/>
                <a:gd name="connsiteX41-36569" fmla="*/ 411418 w 3024845"/>
                <a:gd name="connsiteY41-36570" fmla="*/ 361017 h 834218"/>
                <a:gd name="connsiteX42-36571" fmla="*/ 411418 w 3024845"/>
                <a:gd name="connsiteY42-36572" fmla="*/ 359936 h 834218"/>
                <a:gd name="connsiteX43-36573" fmla="*/ 411418 w 3024845"/>
                <a:gd name="connsiteY43-36574" fmla="*/ 352369 h 834218"/>
                <a:gd name="connsiteX44-36575" fmla="*/ 413445 w 3024845"/>
                <a:gd name="connsiteY44-36576" fmla="*/ 352369 h 834218"/>
                <a:gd name="connsiteX45-36577" fmla="*/ 427632 w 3024845"/>
                <a:gd name="connsiteY45-36578" fmla="*/ 352369 h 834218"/>
                <a:gd name="connsiteX46-36579" fmla="*/ 427632 w 3024845"/>
                <a:gd name="connsiteY46-36580" fmla="*/ 353450 h 834218"/>
                <a:gd name="connsiteX47-36581" fmla="*/ 427632 w 3024845"/>
                <a:gd name="connsiteY47-36582" fmla="*/ 361017 h 834218"/>
                <a:gd name="connsiteX48-36583" fmla="*/ 449925 w 3024845"/>
                <a:gd name="connsiteY48-36584" fmla="*/ 361017 h 834218"/>
                <a:gd name="connsiteX49-36585" fmla="*/ 449925 w 3024845"/>
                <a:gd name="connsiteY49-36586" fmla="*/ 359125 h 834218"/>
                <a:gd name="connsiteX50-36587" fmla="*/ 449925 w 3024845"/>
                <a:gd name="connsiteY50-36588" fmla="*/ 345884 h 834218"/>
                <a:gd name="connsiteX51-36589" fmla="*/ 451699 w 3024845"/>
                <a:gd name="connsiteY51-36590" fmla="*/ 345884 h 834218"/>
                <a:gd name="connsiteX52-36591" fmla="*/ 464112 w 3024845"/>
                <a:gd name="connsiteY52-36592" fmla="*/ 345884 h 834218"/>
                <a:gd name="connsiteX53-36593" fmla="*/ 464112 w 3024845"/>
                <a:gd name="connsiteY53-36594" fmla="*/ 369664 h 834218"/>
                <a:gd name="connsiteX54-36595" fmla="*/ 465126 w 3024845"/>
                <a:gd name="connsiteY54-36596" fmla="*/ 369664 h 834218"/>
                <a:gd name="connsiteX55-36597" fmla="*/ 472219 w 3024845"/>
                <a:gd name="connsiteY55-36598" fmla="*/ 369664 h 834218"/>
                <a:gd name="connsiteX56-36599" fmla="*/ 472219 w 3024845"/>
                <a:gd name="connsiteY56-36600" fmla="*/ 368583 h 834218"/>
                <a:gd name="connsiteX57-36601" fmla="*/ 472219 w 3024845"/>
                <a:gd name="connsiteY57-36602" fmla="*/ 361017 h 834218"/>
                <a:gd name="connsiteX58-36603" fmla="*/ 473992 w 3024845"/>
                <a:gd name="connsiteY58-36604" fmla="*/ 361017 h 834218"/>
                <a:gd name="connsiteX59-36605" fmla="*/ 486406 w 3024845"/>
                <a:gd name="connsiteY59-36606" fmla="*/ 361017 h 834218"/>
                <a:gd name="connsiteX60-36607" fmla="*/ 486406 w 3024845"/>
                <a:gd name="connsiteY60-36608" fmla="*/ 386958 h 834218"/>
                <a:gd name="connsiteX61-36609" fmla="*/ 488433 w 3024845"/>
                <a:gd name="connsiteY61-36610" fmla="*/ 386958 h 834218"/>
                <a:gd name="connsiteX62-36611" fmla="*/ 502619 w 3024845"/>
                <a:gd name="connsiteY62-36612" fmla="*/ 386958 h 834218"/>
                <a:gd name="connsiteX63-36613" fmla="*/ 502619 w 3024845"/>
                <a:gd name="connsiteY63-36614" fmla="*/ 388579 h 834218"/>
                <a:gd name="connsiteX64-36615" fmla="*/ 502619 w 3024845"/>
                <a:gd name="connsiteY64-36616" fmla="*/ 399929 h 834218"/>
                <a:gd name="connsiteX65-36617" fmla="*/ 503379 w 3024845"/>
                <a:gd name="connsiteY65-36618" fmla="*/ 399929 h 834218"/>
                <a:gd name="connsiteX66-36619" fmla="*/ 508700 w 3024845"/>
                <a:gd name="connsiteY66-36620" fmla="*/ 399929 h 834218"/>
                <a:gd name="connsiteX67-36621" fmla="*/ 508700 w 3024845"/>
                <a:gd name="connsiteY67-36622" fmla="*/ 399118 h 834218"/>
                <a:gd name="connsiteX68-36623" fmla="*/ 508700 w 3024845"/>
                <a:gd name="connsiteY68-36624" fmla="*/ 393443 h 834218"/>
                <a:gd name="connsiteX69-36625" fmla="*/ 539100 w 3024845"/>
                <a:gd name="connsiteY69-36626" fmla="*/ 393443 h 834218"/>
                <a:gd name="connsiteX70-36627" fmla="*/ 539100 w 3024845"/>
                <a:gd name="connsiteY70-36628" fmla="*/ 417223 h 834218"/>
                <a:gd name="connsiteX71-36629" fmla="*/ 540113 w 3024845"/>
                <a:gd name="connsiteY71-36630" fmla="*/ 417223 h 834218"/>
                <a:gd name="connsiteX72-36631" fmla="*/ 547207 w 3024845"/>
                <a:gd name="connsiteY72-36632" fmla="*/ 417223 h 834218"/>
                <a:gd name="connsiteX73-36633" fmla="*/ 547207 w 3024845"/>
                <a:gd name="connsiteY73-36634" fmla="*/ 418304 h 834218"/>
                <a:gd name="connsiteX74-36635" fmla="*/ 547207 w 3024845"/>
                <a:gd name="connsiteY74-36636" fmla="*/ 425870 h 834218"/>
                <a:gd name="connsiteX75-36637" fmla="*/ 547967 w 3024845"/>
                <a:gd name="connsiteY75-36638" fmla="*/ 425870 h 834218"/>
                <a:gd name="connsiteX76-36639" fmla="*/ 553287 w 3024845"/>
                <a:gd name="connsiteY76-36640" fmla="*/ 425870 h 834218"/>
                <a:gd name="connsiteX77-36641" fmla="*/ 553287 w 3024845"/>
                <a:gd name="connsiteY77-36642" fmla="*/ 423708 h 834218"/>
                <a:gd name="connsiteX78-36643" fmla="*/ 553287 w 3024845"/>
                <a:gd name="connsiteY78-36644" fmla="*/ 408576 h 834218"/>
                <a:gd name="connsiteX79-36645" fmla="*/ 554300 w 3024845"/>
                <a:gd name="connsiteY79-36646" fmla="*/ 408576 h 834218"/>
                <a:gd name="connsiteX80-36647" fmla="*/ 561394 w 3024845"/>
                <a:gd name="connsiteY80-36648" fmla="*/ 408576 h 834218"/>
                <a:gd name="connsiteX81-36649" fmla="*/ 561394 w 3024845"/>
                <a:gd name="connsiteY81-36650" fmla="*/ 409657 h 834218"/>
                <a:gd name="connsiteX82-36651" fmla="*/ 561394 w 3024845"/>
                <a:gd name="connsiteY82-36652" fmla="*/ 417223 h 834218"/>
                <a:gd name="connsiteX83-36653" fmla="*/ 566714 w 3024845"/>
                <a:gd name="connsiteY83-36654" fmla="*/ 415230 h 834218"/>
                <a:gd name="connsiteX84-36655" fmla="*/ 567474 w 3024845"/>
                <a:gd name="connsiteY84-36656" fmla="*/ 414250 h 834218"/>
                <a:gd name="connsiteX85-36657" fmla="*/ 567474 w 3024845"/>
                <a:gd name="connsiteY85-36658" fmla="*/ 408576 h 834218"/>
                <a:gd name="connsiteX86-36659" fmla="*/ 605981 w 3024845"/>
                <a:gd name="connsiteY86-36660" fmla="*/ 408576 h 834218"/>
                <a:gd name="connsiteX87-36661" fmla="*/ 605981 w 3024845"/>
                <a:gd name="connsiteY87-36662" fmla="*/ 432355 h 834218"/>
                <a:gd name="connsiteX88-36663" fmla="*/ 608007 w 3024845"/>
                <a:gd name="connsiteY88-36664" fmla="*/ 432355 h 834218"/>
                <a:gd name="connsiteX89-36665" fmla="*/ 622194 w 3024845"/>
                <a:gd name="connsiteY89-36666" fmla="*/ 432355 h 834218"/>
                <a:gd name="connsiteX90-36667" fmla="*/ 622194 w 3024845"/>
                <a:gd name="connsiteY90-36668" fmla="*/ 433436 h 834218"/>
                <a:gd name="connsiteX91-36669" fmla="*/ 622194 w 3024845"/>
                <a:gd name="connsiteY91-36670" fmla="*/ 441002 h 834218"/>
                <a:gd name="connsiteX92-36671" fmla="*/ 623968 w 3024845"/>
                <a:gd name="connsiteY92-36672" fmla="*/ 441002 h 834218"/>
                <a:gd name="connsiteX93-36673" fmla="*/ 636381 w 3024845"/>
                <a:gd name="connsiteY93-36674" fmla="*/ 441002 h 834218"/>
                <a:gd name="connsiteX94-36675" fmla="*/ 636381 w 3024845"/>
                <a:gd name="connsiteY94-36676" fmla="*/ 417223 h 834218"/>
                <a:gd name="connsiteX95-36677" fmla="*/ 637394 w 3024845"/>
                <a:gd name="connsiteY95-36678" fmla="*/ 417223 h 834218"/>
                <a:gd name="connsiteX96-36679" fmla="*/ 644488 w 3024845"/>
                <a:gd name="connsiteY96-36680" fmla="*/ 417223 h 834218"/>
                <a:gd name="connsiteX97-36681" fmla="*/ 644488 w 3024845"/>
                <a:gd name="connsiteY97-36682" fmla="*/ 384796 h 834218"/>
                <a:gd name="connsiteX98-36683" fmla="*/ 645501 w 3024845"/>
                <a:gd name="connsiteY98-36684" fmla="*/ 384796 h 834218"/>
                <a:gd name="connsiteX99-36685" fmla="*/ 652595 w 3024845"/>
                <a:gd name="connsiteY99-36686" fmla="*/ 384796 h 834218"/>
                <a:gd name="connsiteX100-36687" fmla="*/ 652595 w 3024845"/>
                <a:gd name="connsiteY100-36688" fmla="*/ 382905 h 834218"/>
                <a:gd name="connsiteX101-36689" fmla="*/ 652595 w 3024845"/>
                <a:gd name="connsiteY101-36690" fmla="*/ 369664 h 834218"/>
                <a:gd name="connsiteX102-36691" fmla="*/ 651328 w 3024845"/>
                <a:gd name="connsiteY102-36692" fmla="*/ 368042 h 834218"/>
                <a:gd name="connsiteX103-36693" fmla="*/ 656648 w 3024845"/>
                <a:gd name="connsiteY103-36694" fmla="*/ 356693 h 834218"/>
                <a:gd name="connsiteX104-36695" fmla="*/ 664755 w 3024845"/>
                <a:gd name="connsiteY104-36696" fmla="*/ 384796 h 834218"/>
                <a:gd name="connsiteX105-36697" fmla="*/ 665515 w 3024845"/>
                <a:gd name="connsiteY105-36698" fmla="*/ 384796 h 834218"/>
                <a:gd name="connsiteX106-36699" fmla="*/ 670835 w 3024845"/>
                <a:gd name="connsiteY106-36700" fmla="*/ 384796 h 834218"/>
                <a:gd name="connsiteX107-36701" fmla="*/ 670835 w 3024845"/>
                <a:gd name="connsiteY107-36702" fmla="*/ 278869 h 834218"/>
                <a:gd name="connsiteX108-36703" fmla="*/ 672355 w 3024845"/>
                <a:gd name="connsiteY108-36704" fmla="*/ 278869 h 834218"/>
                <a:gd name="connsiteX109-36705" fmla="*/ 682995 w 3024845"/>
                <a:gd name="connsiteY109-36706" fmla="*/ 278869 h 834218"/>
                <a:gd name="connsiteX110-36707" fmla="*/ 682995 w 3024845"/>
                <a:gd name="connsiteY110-36708" fmla="*/ 231310 h 834218"/>
                <a:gd name="connsiteX111-36709" fmla="*/ 709342 w 3024845"/>
                <a:gd name="connsiteY111-36710" fmla="*/ 231310 h 834218"/>
                <a:gd name="connsiteX112-36711" fmla="*/ 709342 w 3024845"/>
                <a:gd name="connsiteY112-36712" fmla="*/ 209692 h 834218"/>
                <a:gd name="connsiteX113-36713" fmla="*/ 743796 w 3024845"/>
                <a:gd name="connsiteY113-36714" fmla="*/ 209692 h 834218"/>
                <a:gd name="connsiteX114-36715" fmla="*/ 743796 w 3024845"/>
                <a:gd name="connsiteY114-36716" fmla="*/ 212124 h 834218"/>
                <a:gd name="connsiteX115-36717" fmla="*/ 743796 w 3024845"/>
                <a:gd name="connsiteY115-36718" fmla="*/ 229148 h 834218"/>
                <a:gd name="connsiteX116-36719" fmla="*/ 746076 w 3024845"/>
                <a:gd name="connsiteY116-36720" fmla="*/ 229148 h 834218"/>
                <a:gd name="connsiteX117-36721" fmla="*/ 762036 w 3024845"/>
                <a:gd name="connsiteY117-36722" fmla="*/ 229148 h 834218"/>
                <a:gd name="connsiteX118-36723" fmla="*/ 762036 w 3024845"/>
                <a:gd name="connsiteY118-36724" fmla="*/ 276707 h 834218"/>
                <a:gd name="connsiteX119-36725" fmla="*/ 763049 w 3024845"/>
                <a:gd name="connsiteY119-36726" fmla="*/ 276707 h 834218"/>
                <a:gd name="connsiteX120-36727" fmla="*/ 770143 w 3024845"/>
                <a:gd name="connsiteY120-36728" fmla="*/ 276707 h 834218"/>
                <a:gd name="connsiteX121-36729" fmla="*/ 784330 w 3024845"/>
                <a:gd name="connsiteY121-36730" fmla="*/ 281031 h 834218"/>
                <a:gd name="connsiteX122-36731" fmla="*/ 784330 w 3024845"/>
                <a:gd name="connsiteY122-36732" fmla="*/ 319943 h 834218"/>
                <a:gd name="connsiteX123-36733" fmla="*/ 785343 w 3024845"/>
                <a:gd name="connsiteY123-36734" fmla="*/ 319943 h 834218"/>
                <a:gd name="connsiteX124-36735" fmla="*/ 792436 w 3024845"/>
                <a:gd name="connsiteY124-36736" fmla="*/ 319943 h 834218"/>
                <a:gd name="connsiteX125-36737" fmla="*/ 792436 w 3024845"/>
                <a:gd name="connsiteY125-36738" fmla="*/ 321564 h 834218"/>
                <a:gd name="connsiteX126-36739" fmla="*/ 792436 w 3024845"/>
                <a:gd name="connsiteY126-36740" fmla="*/ 332913 h 834218"/>
                <a:gd name="connsiteX127-36741" fmla="*/ 794463 w 3024845"/>
                <a:gd name="connsiteY127-36742" fmla="*/ 332913 h 834218"/>
                <a:gd name="connsiteX128-36743" fmla="*/ 808650 w 3024845"/>
                <a:gd name="connsiteY128-36744" fmla="*/ 332913 h 834218"/>
                <a:gd name="connsiteX129-36745" fmla="*/ 814730 w 3024845"/>
                <a:gd name="connsiteY129-36746" fmla="*/ 339399 h 834218"/>
                <a:gd name="connsiteX130-36747" fmla="*/ 814730 w 3024845"/>
                <a:gd name="connsiteY130-36748" fmla="*/ 361017 h 834218"/>
                <a:gd name="connsiteX131-36749" fmla="*/ 817010 w 3024845"/>
                <a:gd name="connsiteY131-36750" fmla="*/ 361017 h 834218"/>
                <a:gd name="connsiteX132-36751" fmla="*/ 832970 w 3024845"/>
                <a:gd name="connsiteY132-36752" fmla="*/ 361017 h 834218"/>
                <a:gd name="connsiteX133-36753" fmla="*/ 832970 w 3024845"/>
                <a:gd name="connsiteY133-36754" fmla="*/ 362097 h 834218"/>
                <a:gd name="connsiteX134-36755" fmla="*/ 832970 w 3024845"/>
                <a:gd name="connsiteY134-36756" fmla="*/ 369664 h 834218"/>
                <a:gd name="connsiteX135-36757" fmla="*/ 834237 w 3024845"/>
                <a:gd name="connsiteY135-36758" fmla="*/ 369664 h 834218"/>
                <a:gd name="connsiteX136-36759" fmla="*/ 843104 w 3024845"/>
                <a:gd name="connsiteY136-36760" fmla="*/ 369664 h 834218"/>
                <a:gd name="connsiteX137-36761" fmla="*/ 843104 w 3024845"/>
                <a:gd name="connsiteY137-36762" fmla="*/ 371825 h 834218"/>
                <a:gd name="connsiteX138-36763" fmla="*/ 843104 w 3024845"/>
                <a:gd name="connsiteY138-36764" fmla="*/ 386958 h 834218"/>
                <a:gd name="connsiteX139-36765" fmla="*/ 847157 w 3024845"/>
                <a:gd name="connsiteY139-36766" fmla="*/ 385066 h 834218"/>
                <a:gd name="connsiteX140-36767" fmla="*/ 847157 w 3024845"/>
                <a:gd name="connsiteY140-36768" fmla="*/ 371825 h 834218"/>
                <a:gd name="connsiteX141-36769" fmla="*/ 848170 w 3024845"/>
                <a:gd name="connsiteY141-36770" fmla="*/ 371825 h 834218"/>
                <a:gd name="connsiteX142-36771" fmla="*/ 855264 w 3024845"/>
                <a:gd name="connsiteY142-36772" fmla="*/ 371825 h 834218"/>
                <a:gd name="connsiteX143-36773" fmla="*/ 855264 w 3024845"/>
                <a:gd name="connsiteY143-36774" fmla="*/ 373447 h 834218"/>
                <a:gd name="connsiteX144-36775" fmla="*/ 855264 w 3024845"/>
                <a:gd name="connsiteY144-36776" fmla="*/ 384796 h 834218"/>
                <a:gd name="connsiteX145-36777" fmla="*/ 856024 w 3024845"/>
                <a:gd name="connsiteY145-36778" fmla="*/ 384796 h 834218"/>
                <a:gd name="connsiteX146-36779" fmla="*/ 861344 w 3024845"/>
                <a:gd name="connsiteY146-36780" fmla="*/ 384796 h 834218"/>
                <a:gd name="connsiteX147-36781" fmla="*/ 909984 w 3024845"/>
                <a:gd name="connsiteY147-36782" fmla="*/ 380473 h 834218"/>
                <a:gd name="connsiteX148-36783" fmla="*/ 909984 w 3024845"/>
                <a:gd name="connsiteY148-36784" fmla="*/ 381824 h 834218"/>
                <a:gd name="connsiteX149-36785" fmla="*/ 909984 w 3024845"/>
                <a:gd name="connsiteY149-36786" fmla="*/ 391281 h 834218"/>
                <a:gd name="connsiteX150-36787" fmla="*/ 910744 w 3024845"/>
                <a:gd name="connsiteY150-36788" fmla="*/ 391281 h 834218"/>
                <a:gd name="connsiteX151-36789" fmla="*/ 916065 w 3024845"/>
                <a:gd name="connsiteY151-36790" fmla="*/ 391281 h 834218"/>
                <a:gd name="connsiteX152-36791" fmla="*/ 916065 w 3024845"/>
                <a:gd name="connsiteY152-36792" fmla="*/ 393443 h 834218"/>
                <a:gd name="connsiteX153-36793" fmla="*/ 916065 w 3024845"/>
                <a:gd name="connsiteY153-36794" fmla="*/ 408576 h 834218"/>
                <a:gd name="connsiteX154-36795" fmla="*/ 918091 w 3024845"/>
                <a:gd name="connsiteY154-36796" fmla="*/ 407225 h 834218"/>
                <a:gd name="connsiteX155-36797" fmla="*/ 932278 w 3024845"/>
                <a:gd name="connsiteY155-36798" fmla="*/ 397767 h 834218"/>
                <a:gd name="connsiteX156-36799" fmla="*/ 938358 w 3024845"/>
                <a:gd name="connsiteY156-36800" fmla="*/ 356693 h 834218"/>
                <a:gd name="connsiteX157-36801" fmla="*/ 939118 w 3024845"/>
                <a:gd name="connsiteY157-36802" fmla="*/ 356423 h 834218"/>
                <a:gd name="connsiteX158-36803" fmla="*/ 944438 w 3024845"/>
                <a:gd name="connsiteY158-36804" fmla="*/ 354531 h 834218"/>
                <a:gd name="connsiteX159-36805" fmla="*/ 946465 w 3024845"/>
                <a:gd name="connsiteY159-36806" fmla="*/ 285354 h 834218"/>
                <a:gd name="connsiteX160-36807" fmla="*/ 948492 w 3024845"/>
                <a:gd name="connsiteY160-36808" fmla="*/ 354531 h 834218"/>
                <a:gd name="connsiteX161-36809" fmla="*/ 949252 w 3024845"/>
                <a:gd name="connsiteY161-36810" fmla="*/ 354801 h 834218"/>
                <a:gd name="connsiteX162-36811" fmla="*/ 954572 w 3024845"/>
                <a:gd name="connsiteY162-36812" fmla="*/ 356693 h 834218"/>
                <a:gd name="connsiteX163-36813" fmla="*/ 954572 w 3024845"/>
                <a:gd name="connsiteY163-36814" fmla="*/ 270222 h 834218"/>
                <a:gd name="connsiteX164-36815" fmla="*/ 958625 w 3024845"/>
                <a:gd name="connsiteY164-36816" fmla="*/ 237795 h 834218"/>
                <a:gd name="connsiteX165-36817" fmla="*/ 997132 w 3024845"/>
                <a:gd name="connsiteY165-36818" fmla="*/ 237795 h 834218"/>
                <a:gd name="connsiteX166-36819" fmla="*/ 997132 w 3024845"/>
                <a:gd name="connsiteY166-36820" fmla="*/ 270222 h 834218"/>
                <a:gd name="connsiteX167-36821" fmla="*/ 997892 w 3024845"/>
                <a:gd name="connsiteY167-36822" fmla="*/ 270222 h 834218"/>
                <a:gd name="connsiteX168-36823" fmla="*/ 1003212 w 3024845"/>
                <a:gd name="connsiteY168-36824" fmla="*/ 270222 h 834218"/>
                <a:gd name="connsiteX169-36825" fmla="*/ 1003212 w 3024845"/>
                <a:gd name="connsiteY169-36826" fmla="*/ 188074 h 834218"/>
                <a:gd name="connsiteX170-36827" fmla="*/ 1004986 w 3024845"/>
                <a:gd name="connsiteY170-36828" fmla="*/ 188074 h 834218"/>
                <a:gd name="connsiteX171-36829" fmla="*/ 1017399 w 3024845"/>
                <a:gd name="connsiteY171-36830" fmla="*/ 188074 h 834218"/>
                <a:gd name="connsiteX172-36831" fmla="*/ 1017399 w 3024845"/>
                <a:gd name="connsiteY172-36832" fmla="*/ 186183 h 834218"/>
                <a:gd name="connsiteX173-36833" fmla="*/ 1017399 w 3024845"/>
                <a:gd name="connsiteY173-36834" fmla="*/ 172942 h 834218"/>
                <a:gd name="connsiteX174-36835" fmla="*/ 1039693 w 3024845"/>
                <a:gd name="connsiteY174-36836" fmla="*/ 172942 h 834218"/>
                <a:gd name="connsiteX175-36837" fmla="*/ 1039693 w 3024845"/>
                <a:gd name="connsiteY175-36838" fmla="*/ 171861 h 834218"/>
                <a:gd name="connsiteX176-36839" fmla="*/ 1039693 w 3024845"/>
                <a:gd name="connsiteY176-36840" fmla="*/ 164295 h 834218"/>
                <a:gd name="connsiteX177-36841" fmla="*/ 1041466 w 3024845"/>
                <a:gd name="connsiteY177-36842" fmla="*/ 164295 h 834218"/>
                <a:gd name="connsiteX178-36843" fmla="*/ 1053880 w 3024845"/>
                <a:gd name="connsiteY178-36844" fmla="*/ 164295 h 834218"/>
                <a:gd name="connsiteX179-36845" fmla="*/ 1053880 w 3024845"/>
                <a:gd name="connsiteY179-36846" fmla="*/ 165376 h 834218"/>
                <a:gd name="connsiteX180-36847" fmla="*/ 1053880 w 3024845"/>
                <a:gd name="connsiteY180-36848" fmla="*/ 172942 h 834218"/>
                <a:gd name="connsiteX181-36849" fmla="*/ 1054640 w 3024845"/>
                <a:gd name="connsiteY181-36850" fmla="*/ 172942 h 834218"/>
                <a:gd name="connsiteX182-36851" fmla="*/ 1059960 w 3024845"/>
                <a:gd name="connsiteY182-36852" fmla="*/ 172942 h 834218"/>
                <a:gd name="connsiteX183-36853" fmla="*/ 1070093 w 3024845"/>
                <a:gd name="connsiteY183-36854" fmla="*/ 168618 h 834218"/>
                <a:gd name="connsiteX184-36855" fmla="*/ 1074146 w 3024845"/>
                <a:gd name="connsiteY184-36856" fmla="*/ 171861 h 834218"/>
                <a:gd name="connsiteX185-36857" fmla="*/ 1074146 w 3024845"/>
                <a:gd name="connsiteY185-36858" fmla="*/ 164295 h 834218"/>
                <a:gd name="connsiteX186-36859" fmla="*/ 1076426 w 3024845"/>
                <a:gd name="connsiteY186-36860" fmla="*/ 164295 h 834218"/>
                <a:gd name="connsiteX187-36861" fmla="*/ 1092387 w 3024845"/>
                <a:gd name="connsiteY187-36862" fmla="*/ 164295 h 834218"/>
                <a:gd name="connsiteX188-36863" fmla="*/ 1092387 w 3024845"/>
                <a:gd name="connsiteY188-36864" fmla="*/ 165376 h 834218"/>
                <a:gd name="connsiteX189-36865" fmla="*/ 1092387 w 3024845"/>
                <a:gd name="connsiteY189-36866" fmla="*/ 172942 h 834218"/>
                <a:gd name="connsiteX190-36867" fmla="*/ 1122787 w 3024845"/>
                <a:gd name="connsiteY190-36868" fmla="*/ 172942 h 834218"/>
                <a:gd name="connsiteX191-36869" fmla="*/ 1122787 w 3024845"/>
                <a:gd name="connsiteY191-36870" fmla="*/ 174563 h 834218"/>
                <a:gd name="connsiteX192-36871" fmla="*/ 1122787 w 3024845"/>
                <a:gd name="connsiteY192-36872" fmla="*/ 185913 h 834218"/>
                <a:gd name="connsiteX193-36873" fmla="*/ 1149134 w 3024845"/>
                <a:gd name="connsiteY193-36874" fmla="*/ 185913 h 834218"/>
                <a:gd name="connsiteX194-36875" fmla="*/ 1149134 w 3024845"/>
                <a:gd name="connsiteY194-36876" fmla="*/ 216177 h 834218"/>
                <a:gd name="connsiteX195-36877" fmla="*/ 1149894 w 3024845"/>
                <a:gd name="connsiteY195-36878" fmla="*/ 216177 h 834218"/>
                <a:gd name="connsiteX196-36879" fmla="*/ 1155214 w 3024845"/>
                <a:gd name="connsiteY196-36880" fmla="*/ 216177 h 834218"/>
                <a:gd name="connsiteX197-36881" fmla="*/ 1155214 w 3024845"/>
                <a:gd name="connsiteY197-36882" fmla="*/ 217258 h 834218"/>
                <a:gd name="connsiteX198-36883" fmla="*/ 1155214 w 3024845"/>
                <a:gd name="connsiteY198-36884" fmla="*/ 224825 h 834218"/>
                <a:gd name="connsiteX199-36885" fmla="*/ 1159268 w 3024845"/>
                <a:gd name="connsiteY199-36886" fmla="*/ 255089 h 834218"/>
                <a:gd name="connsiteX200-36887" fmla="*/ 1160028 w 3024845"/>
                <a:gd name="connsiteY200-36888" fmla="*/ 255089 h 834218"/>
                <a:gd name="connsiteX201-36889" fmla="*/ 1165348 w 3024845"/>
                <a:gd name="connsiteY201-36890" fmla="*/ 255089 h 834218"/>
                <a:gd name="connsiteX202-36891" fmla="*/ 1165348 w 3024845"/>
                <a:gd name="connsiteY202-36892" fmla="*/ 255900 h 834218"/>
                <a:gd name="connsiteX203-36893" fmla="*/ 1165348 w 3024845"/>
                <a:gd name="connsiteY203-36894" fmla="*/ 261575 h 834218"/>
                <a:gd name="connsiteX204-36895" fmla="*/ 1166361 w 3024845"/>
                <a:gd name="connsiteY204-36896" fmla="*/ 261575 h 834218"/>
                <a:gd name="connsiteX205-36897" fmla="*/ 1173454 w 3024845"/>
                <a:gd name="connsiteY205-36898" fmla="*/ 261575 h 834218"/>
                <a:gd name="connsiteX206-36899" fmla="*/ 1173454 w 3024845"/>
                <a:gd name="connsiteY206-36900" fmla="*/ 291840 h 834218"/>
                <a:gd name="connsiteX207-36901" fmla="*/ 1175481 w 3024845"/>
                <a:gd name="connsiteY207-36902" fmla="*/ 291840 h 834218"/>
                <a:gd name="connsiteX208-36903" fmla="*/ 1189668 w 3024845"/>
                <a:gd name="connsiteY208-36904" fmla="*/ 291840 h 834218"/>
                <a:gd name="connsiteX209-36905" fmla="*/ 1189668 w 3024845"/>
                <a:gd name="connsiteY209-36906" fmla="*/ 315619 h 834218"/>
                <a:gd name="connsiteX210-36907" fmla="*/ 1191695 w 3024845"/>
                <a:gd name="connsiteY210-36908" fmla="*/ 317240 h 834218"/>
                <a:gd name="connsiteX211-36909" fmla="*/ 1191695 w 3024845"/>
                <a:gd name="connsiteY211-36910" fmla="*/ 328590 h 834218"/>
                <a:gd name="connsiteX212-36911" fmla="*/ 1192455 w 3024845"/>
                <a:gd name="connsiteY212-36912" fmla="*/ 328590 h 834218"/>
                <a:gd name="connsiteX213-36913" fmla="*/ 1197775 w 3024845"/>
                <a:gd name="connsiteY213-36914" fmla="*/ 328590 h 834218"/>
                <a:gd name="connsiteX214-36915" fmla="*/ 1197775 w 3024845"/>
                <a:gd name="connsiteY214-36916" fmla="*/ 352369 h 834218"/>
                <a:gd name="connsiteX215-36917" fmla="*/ 1199041 w 3024845"/>
                <a:gd name="connsiteY215-36918" fmla="*/ 352369 h 834218"/>
                <a:gd name="connsiteX216-36919" fmla="*/ 1207908 w 3024845"/>
                <a:gd name="connsiteY216-36920" fmla="*/ 352369 h 834218"/>
                <a:gd name="connsiteX217-36921" fmla="*/ 1209935 w 3024845"/>
                <a:gd name="connsiteY217-36922" fmla="*/ 356423 h 834218"/>
                <a:gd name="connsiteX218-36923" fmla="*/ 1209935 w 3024845"/>
                <a:gd name="connsiteY218-36924" fmla="*/ 369664 h 834218"/>
                <a:gd name="connsiteX219-36925" fmla="*/ 1211455 w 3024845"/>
                <a:gd name="connsiteY219-36926" fmla="*/ 367772 h 834218"/>
                <a:gd name="connsiteX220-36927" fmla="*/ 1222095 w 3024845"/>
                <a:gd name="connsiteY220-36928" fmla="*/ 354531 h 834218"/>
                <a:gd name="connsiteX221-36929" fmla="*/ 1250469 w 3024845"/>
                <a:gd name="connsiteY221-36930" fmla="*/ 354531 h 834218"/>
                <a:gd name="connsiteX222-36931" fmla="*/ 1250469 w 3024845"/>
                <a:gd name="connsiteY222-36932" fmla="*/ 441002 h 834218"/>
                <a:gd name="connsiteX223-36933" fmla="*/ 1251229 w 3024845"/>
                <a:gd name="connsiteY223-36934" fmla="*/ 441002 h 834218"/>
                <a:gd name="connsiteX224-36935" fmla="*/ 1256549 w 3024845"/>
                <a:gd name="connsiteY224-36936" fmla="*/ 441002 h 834218"/>
                <a:gd name="connsiteX225-36937" fmla="*/ 1257309 w 3024845"/>
                <a:gd name="connsiteY225-36938" fmla="*/ 439651 h 834218"/>
                <a:gd name="connsiteX226-36939" fmla="*/ 1262629 w 3024845"/>
                <a:gd name="connsiteY226-36940" fmla="*/ 430193 h 834218"/>
                <a:gd name="connsiteX227-36941" fmla="*/ 1262629 w 3024845"/>
                <a:gd name="connsiteY227-36942" fmla="*/ 432085 h 834218"/>
                <a:gd name="connsiteX228-36943" fmla="*/ 1262629 w 3024845"/>
                <a:gd name="connsiteY228-36944" fmla="*/ 445326 h 834218"/>
                <a:gd name="connsiteX229-36945" fmla="*/ 1266682 w 3024845"/>
                <a:gd name="connsiteY229-36946" fmla="*/ 399929 h 834218"/>
                <a:gd name="connsiteX230-36947" fmla="*/ 1267442 w 3024845"/>
                <a:gd name="connsiteY230-36948" fmla="*/ 399929 h 834218"/>
                <a:gd name="connsiteX231-36949" fmla="*/ 1272762 w 3024845"/>
                <a:gd name="connsiteY231-36950" fmla="*/ 399929 h 834218"/>
                <a:gd name="connsiteX232-36951" fmla="*/ 1272762 w 3024845"/>
                <a:gd name="connsiteY232-36952" fmla="*/ 335075 h 834218"/>
                <a:gd name="connsiteX233-36953" fmla="*/ 1273776 w 3024845"/>
                <a:gd name="connsiteY233-36954" fmla="*/ 335075 h 834218"/>
                <a:gd name="connsiteX234-36955" fmla="*/ 1280869 w 3024845"/>
                <a:gd name="connsiteY234-36956" fmla="*/ 335075 h 834218"/>
                <a:gd name="connsiteX235-36957" fmla="*/ 1293029 w 3024845"/>
                <a:gd name="connsiteY235-36958" fmla="*/ 291840 h 834218"/>
                <a:gd name="connsiteX236-36959" fmla="*/ 1294296 w 3024845"/>
                <a:gd name="connsiteY236-36960" fmla="*/ 291840 h 834218"/>
                <a:gd name="connsiteX237-36961" fmla="*/ 1303163 w 3024845"/>
                <a:gd name="connsiteY237-36962" fmla="*/ 291840 h 834218"/>
                <a:gd name="connsiteX238-36963" fmla="*/ 1313296 w 3024845"/>
                <a:gd name="connsiteY238-36964" fmla="*/ 335075 h 834218"/>
                <a:gd name="connsiteX239-36965" fmla="*/ 1314309 w 3024845"/>
                <a:gd name="connsiteY239-36966" fmla="*/ 335075 h 834218"/>
                <a:gd name="connsiteX240-36967" fmla="*/ 1321403 w 3024845"/>
                <a:gd name="connsiteY240-36968" fmla="*/ 335075 h 834218"/>
                <a:gd name="connsiteX241-36969" fmla="*/ 1321403 w 3024845"/>
                <a:gd name="connsiteY241-36970" fmla="*/ 373987 h 834218"/>
                <a:gd name="connsiteX242-36971" fmla="*/ 1323176 w 3024845"/>
                <a:gd name="connsiteY242-36972" fmla="*/ 373987 h 834218"/>
                <a:gd name="connsiteX243-36973" fmla="*/ 1335590 w 3024845"/>
                <a:gd name="connsiteY243-36974" fmla="*/ 373987 h 834218"/>
                <a:gd name="connsiteX244-36975" fmla="*/ 1335590 w 3024845"/>
                <a:gd name="connsiteY244-36976" fmla="*/ 376149 h 834218"/>
                <a:gd name="connsiteX245-36977" fmla="*/ 1335590 w 3024845"/>
                <a:gd name="connsiteY245-36978" fmla="*/ 391281 h 834218"/>
                <a:gd name="connsiteX246-36979" fmla="*/ 1339643 w 3024845"/>
                <a:gd name="connsiteY246-36980" fmla="*/ 389120 h 834218"/>
                <a:gd name="connsiteX247-36981" fmla="*/ 1339643 w 3024845"/>
                <a:gd name="connsiteY247-36982" fmla="*/ 373987 h 834218"/>
                <a:gd name="connsiteX248-36983" fmla="*/ 1341163 w 3024845"/>
                <a:gd name="connsiteY248-36984" fmla="*/ 373987 h 834218"/>
                <a:gd name="connsiteX249-36985" fmla="*/ 1351803 w 3024845"/>
                <a:gd name="connsiteY249-36986" fmla="*/ 373987 h 834218"/>
                <a:gd name="connsiteX250-36987" fmla="*/ 1351803 w 3024845"/>
                <a:gd name="connsiteY250-36988" fmla="*/ 375608 h 834218"/>
                <a:gd name="connsiteX251-36989" fmla="*/ 1351803 w 3024845"/>
                <a:gd name="connsiteY251-36990" fmla="*/ 386958 h 834218"/>
                <a:gd name="connsiteX252-36991" fmla="*/ 1382204 w 3024845"/>
                <a:gd name="connsiteY252-36992" fmla="*/ 386958 h 834218"/>
                <a:gd name="connsiteX253-36993" fmla="*/ 1382204 w 3024845"/>
                <a:gd name="connsiteY253-36994" fmla="*/ 350208 h 834218"/>
                <a:gd name="connsiteX254-36995" fmla="*/ 1383470 w 3024845"/>
                <a:gd name="connsiteY254-36996" fmla="*/ 350208 h 834218"/>
                <a:gd name="connsiteX255-36997" fmla="*/ 1392337 w 3024845"/>
                <a:gd name="connsiteY255-36998" fmla="*/ 350208 h 834218"/>
                <a:gd name="connsiteX256-36999" fmla="*/ 1392337 w 3024845"/>
                <a:gd name="connsiteY256-37000" fmla="*/ 371825 h 834218"/>
                <a:gd name="connsiteX257-37001" fmla="*/ 1394364 w 3024845"/>
                <a:gd name="connsiteY257-37002" fmla="*/ 339399 h 834218"/>
                <a:gd name="connsiteX258-37003" fmla="*/ 1416657 w 3024845"/>
                <a:gd name="connsiteY258-37004" fmla="*/ 339399 h 834218"/>
                <a:gd name="connsiteX259-37005" fmla="*/ 1416657 w 3024845"/>
                <a:gd name="connsiteY259-37006" fmla="*/ 337777 h 834218"/>
                <a:gd name="connsiteX260-37007" fmla="*/ 1416657 w 3024845"/>
                <a:gd name="connsiteY260-37008" fmla="*/ 326428 h 834218"/>
                <a:gd name="connsiteX261-37009" fmla="*/ 1417417 w 3024845"/>
                <a:gd name="connsiteY261-37010" fmla="*/ 326428 h 834218"/>
                <a:gd name="connsiteX262-37011" fmla="*/ 1422737 w 3024845"/>
                <a:gd name="connsiteY262-37012" fmla="*/ 326428 h 834218"/>
                <a:gd name="connsiteX263-37013" fmla="*/ 1422737 w 3024845"/>
                <a:gd name="connsiteY263-37014" fmla="*/ 324537 h 834218"/>
                <a:gd name="connsiteX264-37015" fmla="*/ 1422737 w 3024845"/>
                <a:gd name="connsiteY264-37016" fmla="*/ 311296 h 834218"/>
                <a:gd name="connsiteX265-37017" fmla="*/ 1426791 w 3024845"/>
                <a:gd name="connsiteY265-37018" fmla="*/ 317781 h 834218"/>
                <a:gd name="connsiteX266-37019" fmla="*/ 1429071 w 3024845"/>
                <a:gd name="connsiteY266-37020" fmla="*/ 317781 h 834218"/>
                <a:gd name="connsiteX267-37021" fmla="*/ 1445031 w 3024845"/>
                <a:gd name="connsiteY267-37022" fmla="*/ 317781 h 834218"/>
                <a:gd name="connsiteX268-37023" fmla="*/ 1445031 w 3024845"/>
                <a:gd name="connsiteY268-37024" fmla="*/ 316970 h 834218"/>
                <a:gd name="connsiteX269-37025" fmla="*/ 1445031 w 3024845"/>
                <a:gd name="connsiteY269-37026" fmla="*/ 311296 h 834218"/>
                <a:gd name="connsiteX270-37027" fmla="*/ 1445791 w 3024845"/>
                <a:gd name="connsiteY270-37028" fmla="*/ 311296 h 834218"/>
                <a:gd name="connsiteX271-37029" fmla="*/ 1451111 w 3024845"/>
                <a:gd name="connsiteY271-37030" fmla="*/ 311296 h 834218"/>
                <a:gd name="connsiteX272-37031" fmla="*/ 1451111 w 3024845"/>
                <a:gd name="connsiteY272-37032" fmla="*/ 312647 h 834218"/>
                <a:gd name="connsiteX273-37033" fmla="*/ 1451111 w 3024845"/>
                <a:gd name="connsiteY273-37034" fmla="*/ 322105 h 834218"/>
                <a:gd name="connsiteX274-37035" fmla="*/ 1489618 w 3024845"/>
                <a:gd name="connsiteY274-37036" fmla="*/ 322105 h 834218"/>
                <a:gd name="connsiteX275-37037" fmla="*/ 1489618 w 3024845"/>
                <a:gd name="connsiteY275-37038" fmla="*/ 460458 h 834218"/>
                <a:gd name="connsiteX276-37039" fmla="*/ 1491138 w 3024845"/>
                <a:gd name="connsiteY276-37040" fmla="*/ 460458 h 834218"/>
                <a:gd name="connsiteX277-37041" fmla="*/ 1501778 w 3024845"/>
                <a:gd name="connsiteY277-37042" fmla="*/ 460458 h 834218"/>
                <a:gd name="connsiteX278-37043" fmla="*/ 1501778 w 3024845"/>
                <a:gd name="connsiteY278-37044" fmla="*/ 447488 h 834218"/>
                <a:gd name="connsiteX279-37045" fmla="*/ 1505832 w 3024845"/>
                <a:gd name="connsiteY279-37046" fmla="*/ 447488 h 834218"/>
                <a:gd name="connsiteX280-37047" fmla="*/ 1505832 w 3024845"/>
                <a:gd name="connsiteY280-37048" fmla="*/ 460458 h 834218"/>
                <a:gd name="connsiteX281-37049" fmla="*/ 1536232 w 3024845"/>
                <a:gd name="connsiteY281-37050" fmla="*/ 460458 h 834218"/>
                <a:gd name="connsiteX282-37051" fmla="*/ 1536232 w 3024845"/>
                <a:gd name="connsiteY282-37052" fmla="*/ 430193 h 834218"/>
                <a:gd name="connsiteX283-37053" fmla="*/ 1548392 w 3024845"/>
                <a:gd name="connsiteY283-37054" fmla="*/ 430193 h 834218"/>
                <a:gd name="connsiteX284-37055" fmla="*/ 1560552 w 3024845"/>
                <a:gd name="connsiteY284-37056" fmla="*/ 428032 h 834218"/>
                <a:gd name="connsiteX285-37057" fmla="*/ 1564606 w 3024845"/>
                <a:gd name="connsiteY285-37058" fmla="*/ 430193 h 834218"/>
                <a:gd name="connsiteX286-37059" fmla="*/ 1574739 w 3024845"/>
                <a:gd name="connsiteY286-37060" fmla="*/ 430193 h 834218"/>
                <a:gd name="connsiteX287-37061" fmla="*/ 1574739 w 3024845"/>
                <a:gd name="connsiteY287-37062" fmla="*/ 460458 h 834218"/>
                <a:gd name="connsiteX288-37063" fmla="*/ 1582846 w 3024845"/>
                <a:gd name="connsiteY288-37064" fmla="*/ 460458 h 834218"/>
                <a:gd name="connsiteX289-37065" fmla="*/ 1582846 w 3024845"/>
                <a:gd name="connsiteY289-37066" fmla="*/ 477753 h 834218"/>
                <a:gd name="connsiteX290-37067" fmla="*/ 1592182 w 3024845"/>
                <a:gd name="connsiteY290-37068" fmla="*/ 478658 h 834218"/>
                <a:gd name="connsiteX291-37069" fmla="*/ 1605140 w 3024845"/>
                <a:gd name="connsiteY291-37070" fmla="*/ 478658 h 834218"/>
                <a:gd name="connsiteX292-37071" fmla="*/ 1605140 w 3024845"/>
                <a:gd name="connsiteY292-37072" fmla="*/ 462620 h 834218"/>
                <a:gd name="connsiteX293-37073" fmla="*/ 1673096 w 3024845"/>
                <a:gd name="connsiteY293-37074" fmla="*/ 462620 h 834218"/>
                <a:gd name="connsiteX294-37075" fmla="*/ 1673096 w 3024845"/>
                <a:gd name="connsiteY294-37076" fmla="*/ 377367 h 834218"/>
                <a:gd name="connsiteX295-37077" fmla="*/ 1745104 w 3024845"/>
                <a:gd name="connsiteY295-37078" fmla="*/ 377367 h 834218"/>
                <a:gd name="connsiteX296-37079" fmla="*/ 1745104 w 3024845"/>
                <a:gd name="connsiteY296-37080" fmla="*/ 456135 h 834218"/>
                <a:gd name="connsiteX297-37081" fmla="*/ 1747008 w 3024845"/>
                <a:gd name="connsiteY297-37082" fmla="*/ 456135 h 834218"/>
                <a:gd name="connsiteX298-37083" fmla="*/ 1748250 w 3024845"/>
                <a:gd name="connsiteY298-37084" fmla="*/ 478658 h 834218"/>
                <a:gd name="connsiteX299-37085" fmla="*/ 1757926 w 3024845"/>
                <a:gd name="connsiteY299-37086" fmla="*/ 478658 h 834218"/>
                <a:gd name="connsiteX300-37087" fmla="*/ 1759168 w 3024845"/>
                <a:gd name="connsiteY300-37088" fmla="*/ 456135 h 834218"/>
                <a:gd name="connsiteX301-37089" fmla="*/ 1765248 w 3024845"/>
                <a:gd name="connsiteY301-37090" fmla="*/ 456135 h 834218"/>
                <a:gd name="connsiteX302-37091" fmla="*/ 1766490 w 3024845"/>
                <a:gd name="connsiteY302-37092" fmla="*/ 478658 h 834218"/>
                <a:gd name="connsiteX303-37093" fmla="*/ 1817112 w 3024845"/>
                <a:gd name="connsiteY303-37094" fmla="*/ 478658 h 834218"/>
                <a:gd name="connsiteX304-37095" fmla="*/ 1817112 w 3024845"/>
                <a:gd name="connsiteY304-37096" fmla="*/ 315630 h 834218"/>
                <a:gd name="connsiteX305-37097" fmla="*/ 2014439 w 3024845"/>
                <a:gd name="connsiteY305-37098" fmla="*/ 315630 h 834218"/>
                <a:gd name="connsiteX306-37099" fmla="*/ 2014439 w 3024845"/>
                <a:gd name="connsiteY306-37100" fmla="*/ 478658 h 834218"/>
                <a:gd name="connsiteX307-37101" fmla="*/ 2033136 w 3024845"/>
                <a:gd name="connsiteY307-37102" fmla="*/ 478658 h 834218"/>
                <a:gd name="connsiteX308-37103" fmla="*/ 2033136 w 3024845"/>
                <a:gd name="connsiteY308-37104" fmla="*/ 395965 h 834218"/>
                <a:gd name="connsiteX309-37105" fmla="*/ 2128256 w 3024845"/>
                <a:gd name="connsiteY309-37106" fmla="*/ 395965 h 834218"/>
                <a:gd name="connsiteX310-37107" fmla="*/ 2180720 w 3024845"/>
                <a:gd name="connsiteY310-37108" fmla="*/ 330752 h 834218"/>
                <a:gd name="connsiteX311-37109" fmla="*/ 2245574 w 3024845"/>
                <a:gd name="connsiteY311-37110" fmla="*/ 330752 h 834218"/>
                <a:gd name="connsiteX312-37111" fmla="*/ 2245574 w 3024845"/>
                <a:gd name="connsiteY312-37112" fmla="*/ 406414 h 834218"/>
                <a:gd name="connsiteX313-37113" fmla="*/ 2253681 w 3024845"/>
                <a:gd name="connsiteY313-37114" fmla="*/ 406414 h 834218"/>
                <a:gd name="connsiteX314-37115" fmla="*/ 2255708 w 3024845"/>
                <a:gd name="connsiteY314-37116" fmla="*/ 399929 h 834218"/>
                <a:gd name="connsiteX315-37117" fmla="*/ 2261788 w 3024845"/>
                <a:gd name="connsiteY315-37118" fmla="*/ 399929 h 834218"/>
                <a:gd name="connsiteX316-37119" fmla="*/ 2263815 w 3024845"/>
                <a:gd name="connsiteY316-37120" fmla="*/ 408576 h 834218"/>
                <a:gd name="connsiteX317-37121" fmla="*/ 2275975 w 3024845"/>
                <a:gd name="connsiteY317-37122" fmla="*/ 408576 h 834218"/>
                <a:gd name="connsiteX318-37123" fmla="*/ 2275975 w 3024845"/>
                <a:gd name="connsiteY318-37124" fmla="*/ 402090 h 834218"/>
                <a:gd name="connsiteX319-37125" fmla="*/ 2298268 w 3024845"/>
                <a:gd name="connsiteY319-37126" fmla="*/ 402090 h 834218"/>
                <a:gd name="connsiteX320-37127" fmla="*/ 2298268 w 3024845"/>
                <a:gd name="connsiteY320-37128" fmla="*/ 408576 h 834218"/>
                <a:gd name="connsiteX321-37129" fmla="*/ 2318535 w 3024845"/>
                <a:gd name="connsiteY321-37130" fmla="*/ 408576 h 834218"/>
                <a:gd name="connsiteX322-37131" fmla="*/ 2318535 w 3024845"/>
                <a:gd name="connsiteY322-37132" fmla="*/ 453973 h 834218"/>
                <a:gd name="connsiteX323-37133" fmla="*/ 2332722 w 3024845"/>
                <a:gd name="connsiteY323-37134" fmla="*/ 453973 h 834218"/>
                <a:gd name="connsiteX324-37135" fmla="*/ 2332722 w 3024845"/>
                <a:gd name="connsiteY324-37136" fmla="*/ 441002 h 834218"/>
                <a:gd name="connsiteX325-37137" fmla="*/ 2348936 w 3024845"/>
                <a:gd name="connsiteY325-37138" fmla="*/ 441002 h 834218"/>
                <a:gd name="connsiteX326-37139" fmla="*/ 2348936 w 3024845"/>
                <a:gd name="connsiteY326-37140" fmla="*/ 261575 h 834218"/>
                <a:gd name="connsiteX327-37141" fmla="*/ 2355016 w 3024845"/>
                <a:gd name="connsiteY327-37142" fmla="*/ 255089 h 834218"/>
                <a:gd name="connsiteX328-37143" fmla="*/ 2427977 w 3024845"/>
                <a:gd name="connsiteY328-37144" fmla="*/ 255089 h 834218"/>
                <a:gd name="connsiteX329-37145" fmla="*/ 2427977 w 3024845"/>
                <a:gd name="connsiteY329-37146" fmla="*/ 263737 h 834218"/>
                <a:gd name="connsiteX330-37147" fmla="*/ 2438110 w 3024845"/>
                <a:gd name="connsiteY330-37148" fmla="*/ 263737 h 834218"/>
                <a:gd name="connsiteX331-37149" fmla="*/ 2438110 w 3024845"/>
                <a:gd name="connsiteY331-37150" fmla="*/ 378311 h 834218"/>
                <a:gd name="connsiteX332-37151" fmla="*/ 2460404 w 3024845"/>
                <a:gd name="connsiteY332-37152" fmla="*/ 378311 h 834218"/>
                <a:gd name="connsiteX333-37153" fmla="*/ 2460404 w 3024845"/>
                <a:gd name="connsiteY333-37154" fmla="*/ 311296 h 834218"/>
                <a:gd name="connsiteX334-37155" fmla="*/ 2486751 w 3024845"/>
                <a:gd name="connsiteY334-37156" fmla="*/ 311296 h 834218"/>
                <a:gd name="connsiteX335-37157" fmla="*/ 2490804 w 3024845"/>
                <a:gd name="connsiteY335-37158" fmla="*/ 306972 h 834218"/>
                <a:gd name="connsiteX336-37159" fmla="*/ 2498911 w 3024845"/>
                <a:gd name="connsiteY336-37160" fmla="*/ 306972 h 834218"/>
                <a:gd name="connsiteX337-37161" fmla="*/ 2502964 w 3024845"/>
                <a:gd name="connsiteY337-37162" fmla="*/ 311296 h 834218"/>
                <a:gd name="connsiteX338-37163" fmla="*/ 2525258 w 3024845"/>
                <a:gd name="connsiteY338-37164" fmla="*/ 311296 h 834218"/>
                <a:gd name="connsiteX339-37165" fmla="*/ 2525258 w 3024845"/>
                <a:gd name="connsiteY339-37166" fmla="*/ 194560 h 834218"/>
                <a:gd name="connsiteX340-37167" fmla="*/ 2582005 w 3024845"/>
                <a:gd name="connsiteY340-37168" fmla="*/ 183751 h 834218"/>
                <a:gd name="connsiteX341-37169" fmla="*/ 2582005 w 3024845"/>
                <a:gd name="connsiteY341-37170" fmla="*/ 184832 h 834218"/>
                <a:gd name="connsiteX342-37171" fmla="*/ 2582005 w 3024845"/>
                <a:gd name="connsiteY342-37172" fmla="*/ 192398 h 834218"/>
                <a:gd name="connsiteX343-37173" fmla="*/ 2608352 w 3024845"/>
                <a:gd name="connsiteY343-37174" fmla="*/ 192398 h 834218"/>
                <a:gd name="connsiteX344-37175" fmla="*/ 2608352 w 3024845"/>
                <a:gd name="connsiteY344-37176" fmla="*/ 447488 h 834218"/>
                <a:gd name="connsiteX345-37177" fmla="*/ 2630646 w 3024845"/>
                <a:gd name="connsiteY345-37178" fmla="*/ 447488 h 834218"/>
                <a:gd name="connsiteX346-37179" fmla="*/ 2630646 w 3024845"/>
                <a:gd name="connsiteY346-37180" fmla="*/ 443164 h 834218"/>
                <a:gd name="connsiteX347-37181" fmla="*/ 2642806 w 3024845"/>
                <a:gd name="connsiteY347-37182" fmla="*/ 443164 h 834218"/>
                <a:gd name="connsiteX348-37183" fmla="*/ 2642806 w 3024845"/>
                <a:gd name="connsiteY348-37184" fmla="*/ 447488 h 834218"/>
                <a:gd name="connsiteX349-37185" fmla="*/ 2667126 w 3024845"/>
                <a:gd name="connsiteY349-37186" fmla="*/ 447488 h 834218"/>
                <a:gd name="connsiteX350-37187" fmla="*/ 2667126 w 3024845"/>
                <a:gd name="connsiteY350-37188" fmla="*/ 434517 h 834218"/>
                <a:gd name="connsiteX351-37189" fmla="*/ 2695500 w 3024845"/>
                <a:gd name="connsiteY351-37190" fmla="*/ 434517 h 834218"/>
                <a:gd name="connsiteX352-37191" fmla="*/ 2707660 w 3024845"/>
                <a:gd name="connsiteY352-37192" fmla="*/ 430193 h 834218"/>
                <a:gd name="connsiteX353-37193" fmla="*/ 2727927 w 3024845"/>
                <a:gd name="connsiteY353-37194" fmla="*/ 434517 h 834218"/>
                <a:gd name="connsiteX354-37195" fmla="*/ 2727927 w 3024845"/>
                <a:gd name="connsiteY354-37196" fmla="*/ 417223 h 834218"/>
                <a:gd name="connsiteX355-37197" fmla="*/ 2736034 w 3024845"/>
                <a:gd name="connsiteY355-37198" fmla="*/ 417223 h 834218"/>
                <a:gd name="connsiteX356-37199" fmla="*/ 2736034 w 3024845"/>
                <a:gd name="connsiteY356-37200" fmla="*/ 404252 h 834218"/>
                <a:gd name="connsiteX357-37201" fmla="*/ 2792781 w 3024845"/>
                <a:gd name="connsiteY357-37202" fmla="*/ 404252 h 834218"/>
                <a:gd name="connsiteX358-37203" fmla="*/ 2792781 w 3024845"/>
                <a:gd name="connsiteY358-37204" fmla="*/ 373987 h 834218"/>
                <a:gd name="connsiteX359-37205" fmla="*/ 2811021 w 3024845"/>
                <a:gd name="connsiteY359-37206" fmla="*/ 373987 h 834218"/>
                <a:gd name="connsiteX360-37207" fmla="*/ 2811021 w 3024845"/>
                <a:gd name="connsiteY360-37208" fmla="*/ 367502 h 834218"/>
                <a:gd name="connsiteX361-37209" fmla="*/ 2823181 w 3024845"/>
                <a:gd name="connsiteY361-37210" fmla="*/ 367502 h 834218"/>
                <a:gd name="connsiteX362-37211" fmla="*/ 2823181 w 3024845"/>
                <a:gd name="connsiteY362-37212" fmla="*/ 373987 h 834218"/>
                <a:gd name="connsiteX363-37213" fmla="*/ 2839395 w 3024845"/>
                <a:gd name="connsiteY363-37214" fmla="*/ 373987 h 834218"/>
                <a:gd name="connsiteX364-37215" fmla="*/ 2839395 w 3024845"/>
                <a:gd name="connsiteY364-37216" fmla="*/ 423708 h 834218"/>
                <a:gd name="connsiteX365-37217" fmla="*/ 2871822 w 3024845"/>
                <a:gd name="connsiteY365-37218" fmla="*/ 423708 h 834218"/>
                <a:gd name="connsiteX366-37219" fmla="*/ 2871822 w 3024845"/>
                <a:gd name="connsiteY366-37220" fmla="*/ 397767 h 834218"/>
                <a:gd name="connsiteX367-37221" fmla="*/ 2910329 w 3024845"/>
                <a:gd name="connsiteY367-37222" fmla="*/ 397767 h 834218"/>
                <a:gd name="connsiteX368-37223" fmla="*/ 2910329 w 3024845"/>
                <a:gd name="connsiteY368-37224" fmla="*/ 367502 h 834218"/>
                <a:gd name="connsiteX369-37225" fmla="*/ 2958970 w 3024845"/>
                <a:gd name="connsiteY369-37226" fmla="*/ 367502 h 834218"/>
                <a:gd name="connsiteX370-37227" fmla="*/ 2958970 w 3024845"/>
                <a:gd name="connsiteY370-37228" fmla="*/ 478658 h 834218"/>
                <a:gd name="connsiteX371-37229" fmla="*/ 2958970 w 3024845"/>
                <a:gd name="connsiteY371-37230" fmla="*/ 492437 h 834218"/>
                <a:gd name="connsiteX372-37231" fmla="*/ 3024845 w 3024845"/>
                <a:gd name="connsiteY372-37232" fmla="*/ 492437 h 834218"/>
                <a:gd name="connsiteX373-37233" fmla="*/ 3024845 w 3024845"/>
                <a:gd name="connsiteY373-37234" fmla="*/ 834218 h 834218"/>
                <a:gd name="connsiteX374-37235" fmla="*/ 2054 w 3024845"/>
                <a:gd name="connsiteY374-37236" fmla="*/ 831885 h 834218"/>
                <a:gd name="connsiteX375-37237" fmla="*/ 0 w 3024845"/>
                <a:gd name="connsiteY375-37238" fmla="*/ 397767 h 834218"/>
                <a:gd name="connsiteX376-37239" fmla="*/ 20267 w 3024845"/>
                <a:gd name="connsiteY376-37240" fmla="*/ 397767 h 834218"/>
                <a:gd name="connsiteX377-37241" fmla="*/ 20774 w 3024845"/>
                <a:gd name="connsiteY377-37242" fmla="*/ 396686 h 834218"/>
                <a:gd name="connsiteX378-37243" fmla="*/ 24320 w 3024845"/>
                <a:gd name="connsiteY378-37244" fmla="*/ 389120 h 834218"/>
                <a:gd name="connsiteX379-37245" fmla="*/ 26094 w 3024845"/>
                <a:gd name="connsiteY379-37246" fmla="*/ 389390 h 834218"/>
                <a:gd name="connsiteX380-37247" fmla="*/ 38507 w 3024845"/>
                <a:gd name="connsiteY380-37248" fmla="*/ 391281 h 834218"/>
                <a:gd name="connsiteX381-37249" fmla="*/ 39014 w 3024845"/>
                <a:gd name="connsiteY381-37250" fmla="*/ 392633 h 834218"/>
                <a:gd name="connsiteX382-37251" fmla="*/ 42560 w 3024845"/>
                <a:gd name="connsiteY382-37252" fmla="*/ 402090 h 834218"/>
                <a:gd name="connsiteX383-37253" fmla="*/ 68907 w 3024845"/>
                <a:gd name="connsiteY383-37254" fmla="*/ 404252 h 834218"/>
                <a:gd name="connsiteX384-37255" fmla="*/ 68907 w 3024845"/>
                <a:gd name="connsiteY384-37256" fmla="*/ 281031 h 834218"/>
                <a:gd name="connsiteX385-37257" fmla="*/ 70934 w 3024845"/>
                <a:gd name="connsiteY385-37258" fmla="*/ 281031 h 834218"/>
                <a:gd name="connsiteX386-37259" fmla="*/ 85121 w 3024845"/>
                <a:gd name="connsiteY386-37260" fmla="*/ 281031 h 834218"/>
                <a:gd name="connsiteX387-37261" fmla="*/ 85121 w 3024845"/>
                <a:gd name="connsiteY387-37262" fmla="*/ 144839 h 834218"/>
                <a:gd name="connsiteX388-37263" fmla="*/ 86894 w 3024845"/>
                <a:gd name="connsiteY388-37264" fmla="*/ 144839 h 834218"/>
                <a:gd name="connsiteX389-37265" fmla="*/ 99308 w 3024845"/>
                <a:gd name="connsiteY389-37266" fmla="*/ 144839 h 834218"/>
                <a:gd name="connsiteX390-37267" fmla="*/ 99308 w 3024845"/>
                <a:gd name="connsiteY390-37268" fmla="*/ 30265 h 834218"/>
                <a:gd name="connsiteX391-37269" fmla="*/ 103361 w 3024845"/>
                <a:gd name="connsiteY391-37270" fmla="*/ 2161 h 834218"/>
                <a:gd name="connsiteX392-37271" fmla="*/ 105388 w 3024845"/>
                <a:gd name="connsiteY392-37272" fmla="*/ 2161 h 834218"/>
                <a:gd name="connsiteX0-37273" fmla="*/ 103361 w 3024845"/>
                <a:gd name="connsiteY0-37274" fmla="*/ 2161 h 834218"/>
                <a:gd name="connsiteX1-37275" fmla="*/ 200642 w 3024845"/>
                <a:gd name="connsiteY1-37276" fmla="*/ 0 h 834218"/>
                <a:gd name="connsiteX2-37277" fmla="*/ 202669 w 3024845"/>
                <a:gd name="connsiteY2-37278" fmla="*/ 0 h 834218"/>
                <a:gd name="connsiteX3-37279" fmla="*/ 216856 w 3024845"/>
                <a:gd name="connsiteY3-37280" fmla="*/ 0 h 834218"/>
                <a:gd name="connsiteX4-37281" fmla="*/ 216856 w 3024845"/>
                <a:gd name="connsiteY4-37282" fmla="*/ 23779 h 834218"/>
                <a:gd name="connsiteX5-37283" fmla="*/ 217363 w 3024845"/>
                <a:gd name="connsiteY5-37284" fmla="*/ 24590 h 834218"/>
                <a:gd name="connsiteX6-37285" fmla="*/ 220909 w 3024845"/>
                <a:gd name="connsiteY6-37286" fmla="*/ 30265 h 834218"/>
                <a:gd name="connsiteX7-37287" fmla="*/ 220909 w 3024845"/>
                <a:gd name="connsiteY7-37288" fmla="*/ 144839 h 834218"/>
                <a:gd name="connsiteX8-37289" fmla="*/ 223189 w 3024845"/>
                <a:gd name="connsiteY8-37290" fmla="*/ 144839 h 834218"/>
                <a:gd name="connsiteX9-37291" fmla="*/ 239150 w 3024845"/>
                <a:gd name="connsiteY9-37292" fmla="*/ 144839 h 834218"/>
                <a:gd name="connsiteX10-37293" fmla="*/ 239150 w 3024845"/>
                <a:gd name="connsiteY10-37294" fmla="*/ 285354 h 834218"/>
                <a:gd name="connsiteX11-37295" fmla="*/ 240670 w 3024845"/>
                <a:gd name="connsiteY11-37296" fmla="*/ 285084 h 834218"/>
                <a:gd name="connsiteX12-37297" fmla="*/ 251310 w 3024845"/>
                <a:gd name="connsiteY12-37298" fmla="*/ 283193 h 834218"/>
                <a:gd name="connsiteX13-37299" fmla="*/ 249283 w 3024845"/>
                <a:gd name="connsiteY13-37300" fmla="*/ 371825 h 834218"/>
                <a:gd name="connsiteX14-37301" fmla="*/ 250803 w 3024845"/>
                <a:gd name="connsiteY14-37302" fmla="*/ 372096 h 834218"/>
                <a:gd name="connsiteX15-37303" fmla="*/ 261443 w 3024845"/>
                <a:gd name="connsiteY15-37304" fmla="*/ 373987 h 834218"/>
                <a:gd name="connsiteX16-37305" fmla="*/ 261696 w 3024845"/>
                <a:gd name="connsiteY16-37306" fmla="*/ 374798 h 834218"/>
                <a:gd name="connsiteX17-37307" fmla="*/ 263470 w 3024845"/>
                <a:gd name="connsiteY17-37308" fmla="*/ 380473 h 834218"/>
                <a:gd name="connsiteX18-37309" fmla="*/ 264230 w 3024845"/>
                <a:gd name="connsiteY18-37310" fmla="*/ 378041 h 834218"/>
                <a:gd name="connsiteX19-37311" fmla="*/ 269550 w 3024845"/>
                <a:gd name="connsiteY19-37312" fmla="*/ 361017 h 834218"/>
                <a:gd name="connsiteX20-37313" fmla="*/ 271323 w 3024845"/>
                <a:gd name="connsiteY20-37314" fmla="*/ 361017 h 834218"/>
                <a:gd name="connsiteX21-37315" fmla="*/ 283737 w 3024845"/>
                <a:gd name="connsiteY21-37316" fmla="*/ 361017 h 834218"/>
                <a:gd name="connsiteX22-37317" fmla="*/ 283737 w 3024845"/>
                <a:gd name="connsiteY22-37318" fmla="*/ 393443 h 834218"/>
                <a:gd name="connsiteX23-37319" fmla="*/ 284750 w 3024845"/>
                <a:gd name="connsiteY23-37320" fmla="*/ 393984 h 834218"/>
                <a:gd name="connsiteX24-37321" fmla="*/ 291844 w 3024845"/>
                <a:gd name="connsiteY24-37322" fmla="*/ 397767 h 834218"/>
                <a:gd name="connsiteX25-37323" fmla="*/ 291844 w 3024845"/>
                <a:gd name="connsiteY25-37324" fmla="*/ 399118 h 834218"/>
                <a:gd name="connsiteX26-37325" fmla="*/ 291844 w 3024845"/>
                <a:gd name="connsiteY26-37326" fmla="*/ 408576 h 834218"/>
                <a:gd name="connsiteX27-37327" fmla="*/ 336431 w 3024845"/>
                <a:gd name="connsiteY27-37328" fmla="*/ 408576 h 834218"/>
                <a:gd name="connsiteX28-37329" fmla="*/ 336431 w 3024845"/>
                <a:gd name="connsiteY28-37330" fmla="*/ 409657 h 834218"/>
                <a:gd name="connsiteX29-37331" fmla="*/ 336431 w 3024845"/>
                <a:gd name="connsiteY29-37332" fmla="*/ 417223 h 834218"/>
                <a:gd name="connsiteX30-37333" fmla="*/ 338457 w 3024845"/>
                <a:gd name="connsiteY30-37334" fmla="*/ 417223 h 834218"/>
                <a:gd name="connsiteX31-37335" fmla="*/ 352644 w 3024845"/>
                <a:gd name="connsiteY31-37336" fmla="*/ 417223 h 834218"/>
                <a:gd name="connsiteX32-37337" fmla="*/ 352644 w 3024845"/>
                <a:gd name="connsiteY32-37338" fmla="*/ 386958 h 834218"/>
                <a:gd name="connsiteX33-37339" fmla="*/ 397231 w 3024845"/>
                <a:gd name="connsiteY33-37340" fmla="*/ 386958 h 834218"/>
                <a:gd name="connsiteX34-37341" fmla="*/ 397231 w 3024845"/>
                <a:gd name="connsiteY34-37342" fmla="*/ 385607 h 834218"/>
                <a:gd name="connsiteX35-37343" fmla="*/ 397231 w 3024845"/>
                <a:gd name="connsiteY35-37344" fmla="*/ 376149 h 834218"/>
                <a:gd name="connsiteX36-37345" fmla="*/ 398245 w 3024845"/>
                <a:gd name="connsiteY36-37346" fmla="*/ 376149 h 834218"/>
                <a:gd name="connsiteX37-37347" fmla="*/ 405338 w 3024845"/>
                <a:gd name="connsiteY37-37348" fmla="*/ 376149 h 834218"/>
                <a:gd name="connsiteX38-37349" fmla="*/ 405338 w 3024845"/>
                <a:gd name="connsiteY38-37350" fmla="*/ 374258 h 834218"/>
                <a:gd name="connsiteX39-37351" fmla="*/ 405338 w 3024845"/>
                <a:gd name="connsiteY39-37352" fmla="*/ 361017 h 834218"/>
                <a:gd name="connsiteX40-37353" fmla="*/ 406098 w 3024845"/>
                <a:gd name="connsiteY40-37354" fmla="*/ 361017 h 834218"/>
                <a:gd name="connsiteX41-37355" fmla="*/ 411418 w 3024845"/>
                <a:gd name="connsiteY41-37356" fmla="*/ 361017 h 834218"/>
                <a:gd name="connsiteX42-37357" fmla="*/ 411418 w 3024845"/>
                <a:gd name="connsiteY42-37358" fmla="*/ 359936 h 834218"/>
                <a:gd name="connsiteX43-37359" fmla="*/ 411418 w 3024845"/>
                <a:gd name="connsiteY43-37360" fmla="*/ 352369 h 834218"/>
                <a:gd name="connsiteX44-37361" fmla="*/ 413445 w 3024845"/>
                <a:gd name="connsiteY44-37362" fmla="*/ 352369 h 834218"/>
                <a:gd name="connsiteX45-37363" fmla="*/ 427632 w 3024845"/>
                <a:gd name="connsiteY45-37364" fmla="*/ 352369 h 834218"/>
                <a:gd name="connsiteX46-37365" fmla="*/ 427632 w 3024845"/>
                <a:gd name="connsiteY46-37366" fmla="*/ 353450 h 834218"/>
                <a:gd name="connsiteX47-37367" fmla="*/ 427632 w 3024845"/>
                <a:gd name="connsiteY47-37368" fmla="*/ 361017 h 834218"/>
                <a:gd name="connsiteX48-37369" fmla="*/ 449925 w 3024845"/>
                <a:gd name="connsiteY48-37370" fmla="*/ 361017 h 834218"/>
                <a:gd name="connsiteX49-37371" fmla="*/ 449925 w 3024845"/>
                <a:gd name="connsiteY49-37372" fmla="*/ 359125 h 834218"/>
                <a:gd name="connsiteX50-37373" fmla="*/ 449925 w 3024845"/>
                <a:gd name="connsiteY50-37374" fmla="*/ 345884 h 834218"/>
                <a:gd name="connsiteX51-37375" fmla="*/ 451699 w 3024845"/>
                <a:gd name="connsiteY51-37376" fmla="*/ 345884 h 834218"/>
                <a:gd name="connsiteX52-37377" fmla="*/ 464112 w 3024845"/>
                <a:gd name="connsiteY52-37378" fmla="*/ 345884 h 834218"/>
                <a:gd name="connsiteX53-37379" fmla="*/ 464112 w 3024845"/>
                <a:gd name="connsiteY53-37380" fmla="*/ 369664 h 834218"/>
                <a:gd name="connsiteX54-37381" fmla="*/ 465126 w 3024845"/>
                <a:gd name="connsiteY54-37382" fmla="*/ 369664 h 834218"/>
                <a:gd name="connsiteX55-37383" fmla="*/ 472219 w 3024845"/>
                <a:gd name="connsiteY55-37384" fmla="*/ 369664 h 834218"/>
                <a:gd name="connsiteX56-37385" fmla="*/ 472219 w 3024845"/>
                <a:gd name="connsiteY56-37386" fmla="*/ 368583 h 834218"/>
                <a:gd name="connsiteX57-37387" fmla="*/ 472219 w 3024845"/>
                <a:gd name="connsiteY57-37388" fmla="*/ 361017 h 834218"/>
                <a:gd name="connsiteX58-37389" fmla="*/ 473992 w 3024845"/>
                <a:gd name="connsiteY58-37390" fmla="*/ 361017 h 834218"/>
                <a:gd name="connsiteX59-37391" fmla="*/ 486406 w 3024845"/>
                <a:gd name="connsiteY59-37392" fmla="*/ 361017 h 834218"/>
                <a:gd name="connsiteX60-37393" fmla="*/ 486406 w 3024845"/>
                <a:gd name="connsiteY60-37394" fmla="*/ 386958 h 834218"/>
                <a:gd name="connsiteX61-37395" fmla="*/ 488433 w 3024845"/>
                <a:gd name="connsiteY61-37396" fmla="*/ 386958 h 834218"/>
                <a:gd name="connsiteX62-37397" fmla="*/ 502619 w 3024845"/>
                <a:gd name="connsiteY62-37398" fmla="*/ 386958 h 834218"/>
                <a:gd name="connsiteX63-37399" fmla="*/ 502619 w 3024845"/>
                <a:gd name="connsiteY63-37400" fmla="*/ 388579 h 834218"/>
                <a:gd name="connsiteX64-37401" fmla="*/ 502619 w 3024845"/>
                <a:gd name="connsiteY64-37402" fmla="*/ 399929 h 834218"/>
                <a:gd name="connsiteX65-37403" fmla="*/ 503379 w 3024845"/>
                <a:gd name="connsiteY65-37404" fmla="*/ 399929 h 834218"/>
                <a:gd name="connsiteX66-37405" fmla="*/ 508700 w 3024845"/>
                <a:gd name="connsiteY66-37406" fmla="*/ 399929 h 834218"/>
                <a:gd name="connsiteX67-37407" fmla="*/ 508700 w 3024845"/>
                <a:gd name="connsiteY67-37408" fmla="*/ 399118 h 834218"/>
                <a:gd name="connsiteX68-37409" fmla="*/ 508700 w 3024845"/>
                <a:gd name="connsiteY68-37410" fmla="*/ 393443 h 834218"/>
                <a:gd name="connsiteX69-37411" fmla="*/ 539100 w 3024845"/>
                <a:gd name="connsiteY69-37412" fmla="*/ 393443 h 834218"/>
                <a:gd name="connsiteX70-37413" fmla="*/ 539100 w 3024845"/>
                <a:gd name="connsiteY70-37414" fmla="*/ 417223 h 834218"/>
                <a:gd name="connsiteX71-37415" fmla="*/ 540113 w 3024845"/>
                <a:gd name="connsiteY71-37416" fmla="*/ 417223 h 834218"/>
                <a:gd name="connsiteX72-37417" fmla="*/ 547207 w 3024845"/>
                <a:gd name="connsiteY72-37418" fmla="*/ 417223 h 834218"/>
                <a:gd name="connsiteX73-37419" fmla="*/ 547207 w 3024845"/>
                <a:gd name="connsiteY73-37420" fmla="*/ 418304 h 834218"/>
                <a:gd name="connsiteX74-37421" fmla="*/ 547207 w 3024845"/>
                <a:gd name="connsiteY74-37422" fmla="*/ 425870 h 834218"/>
                <a:gd name="connsiteX75-37423" fmla="*/ 547967 w 3024845"/>
                <a:gd name="connsiteY75-37424" fmla="*/ 425870 h 834218"/>
                <a:gd name="connsiteX76-37425" fmla="*/ 553287 w 3024845"/>
                <a:gd name="connsiteY76-37426" fmla="*/ 425870 h 834218"/>
                <a:gd name="connsiteX77-37427" fmla="*/ 553287 w 3024845"/>
                <a:gd name="connsiteY77-37428" fmla="*/ 423708 h 834218"/>
                <a:gd name="connsiteX78-37429" fmla="*/ 553287 w 3024845"/>
                <a:gd name="connsiteY78-37430" fmla="*/ 408576 h 834218"/>
                <a:gd name="connsiteX79-37431" fmla="*/ 554300 w 3024845"/>
                <a:gd name="connsiteY79-37432" fmla="*/ 408576 h 834218"/>
                <a:gd name="connsiteX80-37433" fmla="*/ 561394 w 3024845"/>
                <a:gd name="connsiteY80-37434" fmla="*/ 408576 h 834218"/>
                <a:gd name="connsiteX81-37435" fmla="*/ 561394 w 3024845"/>
                <a:gd name="connsiteY81-37436" fmla="*/ 409657 h 834218"/>
                <a:gd name="connsiteX82-37437" fmla="*/ 561394 w 3024845"/>
                <a:gd name="connsiteY82-37438" fmla="*/ 417223 h 834218"/>
                <a:gd name="connsiteX83-37439" fmla="*/ 566714 w 3024845"/>
                <a:gd name="connsiteY83-37440" fmla="*/ 415230 h 834218"/>
                <a:gd name="connsiteX84-37441" fmla="*/ 567474 w 3024845"/>
                <a:gd name="connsiteY84-37442" fmla="*/ 414250 h 834218"/>
                <a:gd name="connsiteX85-37443" fmla="*/ 567474 w 3024845"/>
                <a:gd name="connsiteY85-37444" fmla="*/ 408576 h 834218"/>
                <a:gd name="connsiteX86-37445" fmla="*/ 605981 w 3024845"/>
                <a:gd name="connsiteY86-37446" fmla="*/ 408576 h 834218"/>
                <a:gd name="connsiteX87-37447" fmla="*/ 605981 w 3024845"/>
                <a:gd name="connsiteY87-37448" fmla="*/ 432355 h 834218"/>
                <a:gd name="connsiteX88-37449" fmla="*/ 608007 w 3024845"/>
                <a:gd name="connsiteY88-37450" fmla="*/ 432355 h 834218"/>
                <a:gd name="connsiteX89-37451" fmla="*/ 622194 w 3024845"/>
                <a:gd name="connsiteY89-37452" fmla="*/ 432355 h 834218"/>
                <a:gd name="connsiteX90-37453" fmla="*/ 622194 w 3024845"/>
                <a:gd name="connsiteY90-37454" fmla="*/ 433436 h 834218"/>
                <a:gd name="connsiteX91-37455" fmla="*/ 622194 w 3024845"/>
                <a:gd name="connsiteY91-37456" fmla="*/ 441002 h 834218"/>
                <a:gd name="connsiteX92-37457" fmla="*/ 623968 w 3024845"/>
                <a:gd name="connsiteY92-37458" fmla="*/ 441002 h 834218"/>
                <a:gd name="connsiteX93-37459" fmla="*/ 636381 w 3024845"/>
                <a:gd name="connsiteY93-37460" fmla="*/ 441002 h 834218"/>
                <a:gd name="connsiteX94-37461" fmla="*/ 636381 w 3024845"/>
                <a:gd name="connsiteY94-37462" fmla="*/ 417223 h 834218"/>
                <a:gd name="connsiteX95-37463" fmla="*/ 637394 w 3024845"/>
                <a:gd name="connsiteY95-37464" fmla="*/ 417223 h 834218"/>
                <a:gd name="connsiteX96-37465" fmla="*/ 644488 w 3024845"/>
                <a:gd name="connsiteY96-37466" fmla="*/ 417223 h 834218"/>
                <a:gd name="connsiteX97-37467" fmla="*/ 644488 w 3024845"/>
                <a:gd name="connsiteY97-37468" fmla="*/ 384796 h 834218"/>
                <a:gd name="connsiteX98-37469" fmla="*/ 645501 w 3024845"/>
                <a:gd name="connsiteY98-37470" fmla="*/ 384796 h 834218"/>
                <a:gd name="connsiteX99-37471" fmla="*/ 652595 w 3024845"/>
                <a:gd name="connsiteY99-37472" fmla="*/ 384796 h 834218"/>
                <a:gd name="connsiteX100-37473" fmla="*/ 652595 w 3024845"/>
                <a:gd name="connsiteY100-37474" fmla="*/ 382905 h 834218"/>
                <a:gd name="connsiteX101-37475" fmla="*/ 652595 w 3024845"/>
                <a:gd name="connsiteY101-37476" fmla="*/ 369664 h 834218"/>
                <a:gd name="connsiteX102-37477" fmla="*/ 651328 w 3024845"/>
                <a:gd name="connsiteY102-37478" fmla="*/ 368042 h 834218"/>
                <a:gd name="connsiteX103-37479" fmla="*/ 656648 w 3024845"/>
                <a:gd name="connsiteY103-37480" fmla="*/ 356693 h 834218"/>
                <a:gd name="connsiteX104-37481" fmla="*/ 664755 w 3024845"/>
                <a:gd name="connsiteY104-37482" fmla="*/ 384796 h 834218"/>
                <a:gd name="connsiteX105-37483" fmla="*/ 665515 w 3024845"/>
                <a:gd name="connsiteY105-37484" fmla="*/ 384796 h 834218"/>
                <a:gd name="connsiteX106-37485" fmla="*/ 670835 w 3024845"/>
                <a:gd name="connsiteY106-37486" fmla="*/ 384796 h 834218"/>
                <a:gd name="connsiteX107-37487" fmla="*/ 670835 w 3024845"/>
                <a:gd name="connsiteY107-37488" fmla="*/ 278869 h 834218"/>
                <a:gd name="connsiteX108-37489" fmla="*/ 672355 w 3024845"/>
                <a:gd name="connsiteY108-37490" fmla="*/ 278869 h 834218"/>
                <a:gd name="connsiteX109-37491" fmla="*/ 682995 w 3024845"/>
                <a:gd name="connsiteY109-37492" fmla="*/ 278869 h 834218"/>
                <a:gd name="connsiteX110-37493" fmla="*/ 682995 w 3024845"/>
                <a:gd name="connsiteY110-37494" fmla="*/ 231310 h 834218"/>
                <a:gd name="connsiteX111-37495" fmla="*/ 709342 w 3024845"/>
                <a:gd name="connsiteY111-37496" fmla="*/ 231310 h 834218"/>
                <a:gd name="connsiteX112-37497" fmla="*/ 709342 w 3024845"/>
                <a:gd name="connsiteY112-37498" fmla="*/ 209692 h 834218"/>
                <a:gd name="connsiteX113-37499" fmla="*/ 743796 w 3024845"/>
                <a:gd name="connsiteY113-37500" fmla="*/ 209692 h 834218"/>
                <a:gd name="connsiteX114-37501" fmla="*/ 743796 w 3024845"/>
                <a:gd name="connsiteY114-37502" fmla="*/ 212124 h 834218"/>
                <a:gd name="connsiteX115-37503" fmla="*/ 743796 w 3024845"/>
                <a:gd name="connsiteY115-37504" fmla="*/ 229148 h 834218"/>
                <a:gd name="connsiteX116-37505" fmla="*/ 746076 w 3024845"/>
                <a:gd name="connsiteY116-37506" fmla="*/ 229148 h 834218"/>
                <a:gd name="connsiteX117-37507" fmla="*/ 762036 w 3024845"/>
                <a:gd name="connsiteY117-37508" fmla="*/ 229148 h 834218"/>
                <a:gd name="connsiteX118-37509" fmla="*/ 762036 w 3024845"/>
                <a:gd name="connsiteY118-37510" fmla="*/ 276707 h 834218"/>
                <a:gd name="connsiteX119-37511" fmla="*/ 763049 w 3024845"/>
                <a:gd name="connsiteY119-37512" fmla="*/ 276707 h 834218"/>
                <a:gd name="connsiteX120-37513" fmla="*/ 770143 w 3024845"/>
                <a:gd name="connsiteY120-37514" fmla="*/ 276707 h 834218"/>
                <a:gd name="connsiteX121-37515" fmla="*/ 784330 w 3024845"/>
                <a:gd name="connsiteY121-37516" fmla="*/ 281031 h 834218"/>
                <a:gd name="connsiteX122-37517" fmla="*/ 784330 w 3024845"/>
                <a:gd name="connsiteY122-37518" fmla="*/ 319943 h 834218"/>
                <a:gd name="connsiteX123-37519" fmla="*/ 785343 w 3024845"/>
                <a:gd name="connsiteY123-37520" fmla="*/ 319943 h 834218"/>
                <a:gd name="connsiteX124-37521" fmla="*/ 792436 w 3024845"/>
                <a:gd name="connsiteY124-37522" fmla="*/ 319943 h 834218"/>
                <a:gd name="connsiteX125-37523" fmla="*/ 792436 w 3024845"/>
                <a:gd name="connsiteY125-37524" fmla="*/ 321564 h 834218"/>
                <a:gd name="connsiteX126-37525" fmla="*/ 792436 w 3024845"/>
                <a:gd name="connsiteY126-37526" fmla="*/ 332913 h 834218"/>
                <a:gd name="connsiteX127-37527" fmla="*/ 794463 w 3024845"/>
                <a:gd name="connsiteY127-37528" fmla="*/ 332913 h 834218"/>
                <a:gd name="connsiteX128-37529" fmla="*/ 808650 w 3024845"/>
                <a:gd name="connsiteY128-37530" fmla="*/ 332913 h 834218"/>
                <a:gd name="connsiteX129-37531" fmla="*/ 814730 w 3024845"/>
                <a:gd name="connsiteY129-37532" fmla="*/ 339399 h 834218"/>
                <a:gd name="connsiteX130-37533" fmla="*/ 814730 w 3024845"/>
                <a:gd name="connsiteY130-37534" fmla="*/ 361017 h 834218"/>
                <a:gd name="connsiteX131-37535" fmla="*/ 817010 w 3024845"/>
                <a:gd name="connsiteY131-37536" fmla="*/ 361017 h 834218"/>
                <a:gd name="connsiteX132-37537" fmla="*/ 832970 w 3024845"/>
                <a:gd name="connsiteY132-37538" fmla="*/ 361017 h 834218"/>
                <a:gd name="connsiteX133-37539" fmla="*/ 832970 w 3024845"/>
                <a:gd name="connsiteY133-37540" fmla="*/ 362097 h 834218"/>
                <a:gd name="connsiteX134-37541" fmla="*/ 832970 w 3024845"/>
                <a:gd name="connsiteY134-37542" fmla="*/ 369664 h 834218"/>
                <a:gd name="connsiteX135-37543" fmla="*/ 834237 w 3024845"/>
                <a:gd name="connsiteY135-37544" fmla="*/ 369664 h 834218"/>
                <a:gd name="connsiteX136-37545" fmla="*/ 843104 w 3024845"/>
                <a:gd name="connsiteY136-37546" fmla="*/ 369664 h 834218"/>
                <a:gd name="connsiteX137-37547" fmla="*/ 843104 w 3024845"/>
                <a:gd name="connsiteY137-37548" fmla="*/ 371825 h 834218"/>
                <a:gd name="connsiteX138-37549" fmla="*/ 843104 w 3024845"/>
                <a:gd name="connsiteY138-37550" fmla="*/ 386958 h 834218"/>
                <a:gd name="connsiteX139-37551" fmla="*/ 847157 w 3024845"/>
                <a:gd name="connsiteY139-37552" fmla="*/ 385066 h 834218"/>
                <a:gd name="connsiteX140-37553" fmla="*/ 847157 w 3024845"/>
                <a:gd name="connsiteY140-37554" fmla="*/ 371825 h 834218"/>
                <a:gd name="connsiteX141-37555" fmla="*/ 848170 w 3024845"/>
                <a:gd name="connsiteY141-37556" fmla="*/ 371825 h 834218"/>
                <a:gd name="connsiteX142-37557" fmla="*/ 855264 w 3024845"/>
                <a:gd name="connsiteY142-37558" fmla="*/ 371825 h 834218"/>
                <a:gd name="connsiteX143-37559" fmla="*/ 855264 w 3024845"/>
                <a:gd name="connsiteY143-37560" fmla="*/ 373447 h 834218"/>
                <a:gd name="connsiteX144-37561" fmla="*/ 855264 w 3024845"/>
                <a:gd name="connsiteY144-37562" fmla="*/ 384796 h 834218"/>
                <a:gd name="connsiteX145-37563" fmla="*/ 856024 w 3024845"/>
                <a:gd name="connsiteY145-37564" fmla="*/ 384796 h 834218"/>
                <a:gd name="connsiteX146-37565" fmla="*/ 861344 w 3024845"/>
                <a:gd name="connsiteY146-37566" fmla="*/ 384796 h 834218"/>
                <a:gd name="connsiteX147-37567" fmla="*/ 909984 w 3024845"/>
                <a:gd name="connsiteY147-37568" fmla="*/ 380473 h 834218"/>
                <a:gd name="connsiteX148-37569" fmla="*/ 909984 w 3024845"/>
                <a:gd name="connsiteY148-37570" fmla="*/ 381824 h 834218"/>
                <a:gd name="connsiteX149-37571" fmla="*/ 909984 w 3024845"/>
                <a:gd name="connsiteY149-37572" fmla="*/ 391281 h 834218"/>
                <a:gd name="connsiteX150-37573" fmla="*/ 910744 w 3024845"/>
                <a:gd name="connsiteY150-37574" fmla="*/ 391281 h 834218"/>
                <a:gd name="connsiteX151-37575" fmla="*/ 916065 w 3024845"/>
                <a:gd name="connsiteY151-37576" fmla="*/ 391281 h 834218"/>
                <a:gd name="connsiteX152-37577" fmla="*/ 916065 w 3024845"/>
                <a:gd name="connsiteY152-37578" fmla="*/ 393443 h 834218"/>
                <a:gd name="connsiteX153-37579" fmla="*/ 916065 w 3024845"/>
                <a:gd name="connsiteY153-37580" fmla="*/ 408576 h 834218"/>
                <a:gd name="connsiteX154-37581" fmla="*/ 918091 w 3024845"/>
                <a:gd name="connsiteY154-37582" fmla="*/ 407225 h 834218"/>
                <a:gd name="connsiteX155-37583" fmla="*/ 932278 w 3024845"/>
                <a:gd name="connsiteY155-37584" fmla="*/ 397767 h 834218"/>
                <a:gd name="connsiteX156-37585" fmla="*/ 938358 w 3024845"/>
                <a:gd name="connsiteY156-37586" fmla="*/ 356693 h 834218"/>
                <a:gd name="connsiteX157-37587" fmla="*/ 939118 w 3024845"/>
                <a:gd name="connsiteY157-37588" fmla="*/ 356423 h 834218"/>
                <a:gd name="connsiteX158-37589" fmla="*/ 944438 w 3024845"/>
                <a:gd name="connsiteY158-37590" fmla="*/ 354531 h 834218"/>
                <a:gd name="connsiteX159-37591" fmla="*/ 946465 w 3024845"/>
                <a:gd name="connsiteY159-37592" fmla="*/ 285354 h 834218"/>
                <a:gd name="connsiteX160-37593" fmla="*/ 948492 w 3024845"/>
                <a:gd name="connsiteY160-37594" fmla="*/ 354531 h 834218"/>
                <a:gd name="connsiteX161-37595" fmla="*/ 949252 w 3024845"/>
                <a:gd name="connsiteY161-37596" fmla="*/ 354801 h 834218"/>
                <a:gd name="connsiteX162-37597" fmla="*/ 954572 w 3024845"/>
                <a:gd name="connsiteY162-37598" fmla="*/ 356693 h 834218"/>
                <a:gd name="connsiteX163-37599" fmla="*/ 954572 w 3024845"/>
                <a:gd name="connsiteY163-37600" fmla="*/ 270222 h 834218"/>
                <a:gd name="connsiteX164-37601" fmla="*/ 958625 w 3024845"/>
                <a:gd name="connsiteY164-37602" fmla="*/ 237795 h 834218"/>
                <a:gd name="connsiteX165-37603" fmla="*/ 997132 w 3024845"/>
                <a:gd name="connsiteY165-37604" fmla="*/ 237795 h 834218"/>
                <a:gd name="connsiteX166-37605" fmla="*/ 997132 w 3024845"/>
                <a:gd name="connsiteY166-37606" fmla="*/ 270222 h 834218"/>
                <a:gd name="connsiteX167-37607" fmla="*/ 997892 w 3024845"/>
                <a:gd name="connsiteY167-37608" fmla="*/ 270222 h 834218"/>
                <a:gd name="connsiteX168-37609" fmla="*/ 1003212 w 3024845"/>
                <a:gd name="connsiteY168-37610" fmla="*/ 270222 h 834218"/>
                <a:gd name="connsiteX169-37611" fmla="*/ 1003212 w 3024845"/>
                <a:gd name="connsiteY169-37612" fmla="*/ 188074 h 834218"/>
                <a:gd name="connsiteX170-37613" fmla="*/ 1004986 w 3024845"/>
                <a:gd name="connsiteY170-37614" fmla="*/ 188074 h 834218"/>
                <a:gd name="connsiteX171-37615" fmla="*/ 1017399 w 3024845"/>
                <a:gd name="connsiteY171-37616" fmla="*/ 188074 h 834218"/>
                <a:gd name="connsiteX172-37617" fmla="*/ 1017399 w 3024845"/>
                <a:gd name="connsiteY172-37618" fmla="*/ 186183 h 834218"/>
                <a:gd name="connsiteX173-37619" fmla="*/ 1017399 w 3024845"/>
                <a:gd name="connsiteY173-37620" fmla="*/ 172942 h 834218"/>
                <a:gd name="connsiteX174-37621" fmla="*/ 1039693 w 3024845"/>
                <a:gd name="connsiteY174-37622" fmla="*/ 172942 h 834218"/>
                <a:gd name="connsiteX175-37623" fmla="*/ 1039693 w 3024845"/>
                <a:gd name="connsiteY175-37624" fmla="*/ 171861 h 834218"/>
                <a:gd name="connsiteX176-37625" fmla="*/ 1039693 w 3024845"/>
                <a:gd name="connsiteY176-37626" fmla="*/ 164295 h 834218"/>
                <a:gd name="connsiteX177-37627" fmla="*/ 1041466 w 3024845"/>
                <a:gd name="connsiteY177-37628" fmla="*/ 164295 h 834218"/>
                <a:gd name="connsiteX178-37629" fmla="*/ 1053880 w 3024845"/>
                <a:gd name="connsiteY178-37630" fmla="*/ 164295 h 834218"/>
                <a:gd name="connsiteX179-37631" fmla="*/ 1053880 w 3024845"/>
                <a:gd name="connsiteY179-37632" fmla="*/ 165376 h 834218"/>
                <a:gd name="connsiteX180-37633" fmla="*/ 1053880 w 3024845"/>
                <a:gd name="connsiteY180-37634" fmla="*/ 172942 h 834218"/>
                <a:gd name="connsiteX181-37635" fmla="*/ 1054640 w 3024845"/>
                <a:gd name="connsiteY181-37636" fmla="*/ 172942 h 834218"/>
                <a:gd name="connsiteX182-37637" fmla="*/ 1059960 w 3024845"/>
                <a:gd name="connsiteY182-37638" fmla="*/ 172942 h 834218"/>
                <a:gd name="connsiteX183-37639" fmla="*/ 1070093 w 3024845"/>
                <a:gd name="connsiteY183-37640" fmla="*/ 168618 h 834218"/>
                <a:gd name="connsiteX184-37641" fmla="*/ 1074146 w 3024845"/>
                <a:gd name="connsiteY184-37642" fmla="*/ 171861 h 834218"/>
                <a:gd name="connsiteX185-37643" fmla="*/ 1074146 w 3024845"/>
                <a:gd name="connsiteY185-37644" fmla="*/ 164295 h 834218"/>
                <a:gd name="connsiteX186-37645" fmla="*/ 1076426 w 3024845"/>
                <a:gd name="connsiteY186-37646" fmla="*/ 164295 h 834218"/>
                <a:gd name="connsiteX187-37647" fmla="*/ 1092387 w 3024845"/>
                <a:gd name="connsiteY187-37648" fmla="*/ 164295 h 834218"/>
                <a:gd name="connsiteX188-37649" fmla="*/ 1092387 w 3024845"/>
                <a:gd name="connsiteY188-37650" fmla="*/ 165376 h 834218"/>
                <a:gd name="connsiteX189-37651" fmla="*/ 1092387 w 3024845"/>
                <a:gd name="connsiteY189-37652" fmla="*/ 172942 h 834218"/>
                <a:gd name="connsiteX190-37653" fmla="*/ 1122787 w 3024845"/>
                <a:gd name="connsiteY190-37654" fmla="*/ 172942 h 834218"/>
                <a:gd name="connsiteX191-37655" fmla="*/ 1122787 w 3024845"/>
                <a:gd name="connsiteY191-37656" fmla="*/ 174563 h 834218"/>
                <a:gd name="connsiteX192-37657" fmla="*/ 1122787 w 3024845"/>
                <a:gd name="connsiteY192-37658" fmla="*/ 185913 h 834218"/>
                <a:gd name="connsiteX193-37659" fmla="*/ 1149134 w 3024845"/>
                <a:gd name="connsiteY193-37660" fmla="*/ 185913 h 834218"/>
                <a:gd name="connsiteX194-37661" fmla="*/ 1149134 w 3024845"/>
                <a:gd name="connsiteY194-37662" fmla="*/ 216177 h 834218"/>
                <a:gd name="connsiteX195-37663" fmla="*/ 1149894 w 3024845"/>
                <a:gd name="connsiteY195-37664" fmla="*/ 216177 h 834218"/>
                <a:gd name="connsiteX196-37665" fmla="*/ 1155214 w 3024845"/>
                <a:gd name="connsiteY196-37666" fmla="*/ 216177 h 834218"/>
                <a:gd name="connsiteX197-37667" fmla="*/ 1155214 w 3024845"/>
                <a:gd name="connsiteY197-37668" fmla="*/ 217258 h 834218"/>
                <a:gd name="connsiteX198-37669" fmla="*/ 1155214 w 3024845"/>
                <a:gd name="connsiteY198-37670" fmla="*/ 224825 h 834218"/>
                <a:gd name="connsiteX199-37671" fmla="*/ 1159268 w 3024845"/>
                <a:gd name="connsiteY199-37672" fmla="*/ 255089 h 834218"/>
                <a:gd name="connsiteX200-37673" fmla="*/ 1160028 w 3024845"/>
                <a:gd name="connsiteY200-37674" fmla="*/ 255089 h 834218"/>
                <a:gd name="connsiteX201-37675" fmla="*/ 1165348 w 3024845"/>
                <a:gd name="connsiteY201-37676" fmla="*/ 255089 h 834218"/>
                <a:gd name="connsiteX202-37677" fmla="*/ 1165348 w 3024845"/>
                <a:gd name="connsiteY202-37678" fmla="*/ 255900 h 834218"/>
                <a:gd name="connsiteX203-37679" fmla="*/ 1165348 w 3024845"/>
                <a:gd name="connsiteY203-37680" fmla="*/ 261575 h 834218"/>
                <a:gd name="connsiteX204-37681" fmla="*/ 1166361 w 3024845"/>
                <a:gd name="connsiteY204-37682" fmla="*/ 261575 h 834218"/>
                <a:gd name="connsiteX205-37683" fmla="*/ 1173454 w 3024845"/>
                <a:gd name="connsiteY205-37684" fmla="*/ 261575 h 834218"/>
                <a:gd name="connsiteX206-37685" fmla="*/ 1173454 w 3024845"/>
                <a:gd name="connsiteY206-37686" fmla="*/ 291840 h 834218"/>
                <a:gd name="connsiteX207-37687" fmla="*/ 1175481 w 3024845"/>
                <a:gd name="connsiteY207-37688" fmla="*/ 291840 h 834218"/>
                <a:gd name="connsiteX208-37689" fmla="*/ 1189668 w 3024845"/>
                <a:gd name="connsiteY208-37690" fmla="*/ 291840 h 834218"/>
                <a:gd name="connsiteX209-37691" fmla="*/ 1189668 w 3024845"/>
                <a:gd name="connsiteY209-37692" fmla="*/ 315619 h 834218"/>
                <a:gd name="connsiteX210-37693" fmla="*/ 1191695 w 3024845"/>
                <a:gd name="connsiteY210-37694" fmla="*/ 317240 h 834218"/>
                <a:gd name="connsiteX211-37695" fmla="*/ 1191695 w 3024845"/>
                <a:gd name="connsiteY211-37696" fmla="*/ 328590 h 834218"/>
                <a:gd name="connsiteX212-37697" fmla="*/ 1192455 w 3024845"/>
                <a:gd name="connsiteY212-37698" fmla="*/ 328590 h 834218"/>
                <a:gd name="connsiteX213-37699" fmla="*/ 1197775 w 3024845"/>
                <a:gd name="connsiteY213-37700" fmla="*/ 328590 h 834218"/>
                <a:gd name="connsiteX214-37701" fmla="*/ 1197775 w 3024845"/>
                <a:gd name="connsiteY214-37702" fmla="*/ 352369 h 834218"/>
                <a:gd name="connsiteX215-37703" fmla="*/ 1199041 w 3024845"/>
                <a:gd name="connsiteY215-37704" fmla="*/ 352369 h 834218"/>
                <a:gd name="connsiteX216-37705" fmla="*/ 1207908 w 3024845"/>
                <a:gd name="connsiteY216-37706" fmla="*/ 352369 h 834218"/>
                <a:gd name="connsiteX217-37707" fmla="*/ 1209935 w 3024845"/>
                <a:gd name="connsiteY217-37708" fmla="*/ 356423 h 834218"/>
                <a:gd name="connsiteX218-37709" fmla="*/ 1209935 w 3024845"/>
                <a:gd name="connsiteY218-37710" fmla="*/ 369664 h 834218"/>
                <a:gd name="connsiteX219-37711" fmla="*/ 1211455 w 3024845"/>
                <a:gd name="connsiteY219-37712" fmla="*/ 367772 h 834218"/>
                <a:gd name="connsiteX220-37713" fmla="*/ 1222095 w 3024845"/>
                <a:gd name="connsiteY220-37714" fmla="*/ 354531 h 834218"/>
                <a:gd name="connsiteX221-37715" fmla="*/ 1250469 w 3024845"/>
                <a:gd name="connsiteY221-37716" fmla="*/ 354531 h 834218"/>
                <a:gd name="connsiteX222-37717" fmla="*/ 1250469 w 3024845"/>
                <a:gd name="connsiteY222-37718" fmla="*/ 441002 h 834218"/>
                <a:gd name="connsiteX223-37719" fmla="*/ 1251229 w 3024845"/>
                <a:gd name="connsiteY223-37720" fmla="*/ 441002 h 834218"/>
                <a:gd name="connsiteX224-37721" fmla="*/ 1256549 w 3024845"/>
                <a:gd name="connsiteY224-37722" fmla="*/ 441002 h 834218"/>
                <a:gd name="connsiteX225-37723" fmla="*/ 1257309 w 3024845"/>
                <a:gd name="connsiteY225-37724" fmla="*/ 439651 h 834218"/>
                <a:gd name="connsiteX226-37725" fmla="*/ 1262629 w 3024845"/>
                <a:gd name="connsiteY226-37726" fmla="*/ 430193 h 834218"/>
                <a:gd name="connsiteX227-37727" fmla="*/ 1262629 w 3024845"/>
                <a:gd name="connsiteY227-37728" fmla="*/ 432085 h 834218"/>
                <a:gd name="connsiteX228-37729" fmla="*/ 1262629 w 3024845"/>
                <a:gd name="connsiteY228-37730" fmla="*/ 445326 h 834218"/>
                <a:gd name="connsiteX229-37731" fmla="*/ 1266682 w 3024845"/>
                <a:gd name="connsiteY229-37732" fmla="*/ 399929 h 834218"/>
                <a:gd name="connsiteX230-37733" fmla="*/ 1267442 w 3024845"/>
                <a:gd name="connsiteY230-37734" fmla="*/ 399929 h 834218"/>
                <a:gd name="connsiteX231-37735" fmla="*/ 1272762 w 3024845"/>
                <a:gd name="connsiteY231-37736" fmla="*/ 399929 h 834218"/>
                <a:gd name="connsiteX232-37737" fmla="*/ 1272762 w 3024845"/>
                <a:gd name="connsiteY232-37738" fmla="*/ 335075 h 834218"/>
                <a:gd name="connsiteX233-37739" fmla="*/ 1273776 w 3024845"/>
                <a:gd name="connsiteY233-37740" fmla="*/ 335075 h 834218"/>
                <a:gd name="connsiteX234-37741" fmla="*/ 1280869 w 3024845"/>
                <a:gd name="connsiteY234-37742" fmla="*/ 335075 h 834218"/>
                <a:gd name="connsiteX235-37743" fmla="*/ 1293029 w 3024845"/>
                <a:gd name="connsiteY235-37744" fmla="*/ 291840 h 834218"/>
                <a:gd name="connsiteX236-37745" fmla="*/ 1294296 w 3024845"/>
                <a:gd name="connsiteY236-37746" fmla="*/ 291840 h 834218"/>
                <a:gd name="connsiteX237-37747" fmla="*/ 1303163 w 3024845"/>
                <a:gd name="connsiteY237-37748" fmla="*/ 291840 h 834218"/>
                <a:gd name="connsiteX238-37749" fmla="*/ 1313296 w 3024845"/>
                <a:gd name="connsiteY238-37750" fmla="*/ 335075 h 834218"/>
                <a:gd name="connsiteX239-37751" fmla="*/ 1314309 w 3024845"/>
                <a:gd name="connsiteY239-37752" fmla="*/ 335075 h 834218"/>
                <a:gd name="connsiteX240-37753" fmla="*/ 1321403 w 3024845"/>
                <a:gd name="connsiteY240-37754" fmla="*/ 335075 h 834218"/>
                <a:gd name="connsiteX241-37755" fmla="*/ 1321403 w 3024845"/>
                <a:gd name="connsiteY241-37756" fmla="*/ 373987 h 834218"/>
                <a:gd name="connsiteX242-37757" fmla="*/ 1323176 w 3024845"/>
                <a:gd name="connsiteY242-37758" fmla="*/ 373987 h 834218"/>
                <a:gd name="connsiteX243-37759" fmla="*/ 1335590 w 3024845"/>
                <a:gd name="connsiteY243-37760" fmla="*/ 373987 h 834218"/>
                <a:gd name="connsiteX244-37761" fmla="*/ 1335590 w 3024845"/>
                <a:gd name="connsiteY244-37762" fmla="*/ 376149 h 834218"/>
                <a:gd name="connsiteX245-37763" fmla="*/ 1335590 w 3024845"/>
                <a:gd name="connsiteY245-37764" fmla="*/ 391281 h 834218"/>
                <a:gd name="connsiteX246-37765" fmla="*/ 1339643 w 3024845"/>
                <a:gd name="connsiteY246-37766" fmla="*/ 389120 h 834218"/>
                <a:gd name="connsiteX247-37767" fmla="*/ 1339643 w 3024845"/>
                <a:gd name="connsiteY247-37768" fmla="*/ 373987 h 834218"/>
                <a:gd name="connsiteX248-37769" fmla="*/ 1341163 w 3024845"/>
                <a:gd name="connsiteY248-37770" fmla="*/ 373987 h 834218"/>
                <a:gd name="connsiteX249-37771" fmla="*/ 1351803 w 3024845"/>
                <a:gd name="connsiteY249-37772" fmla="*/ 373987 h 834218"/>
                <a:gd name="connsiteX250-37773" fmla="*/ 1351803 w 3024845"/>
                <a:gd name="connsiteY250-37774" fmla="*/ 375608 h 834218"/>
                <a:gd name="connsiteX251-37775" fmla="*/ 1351803 w 3024845"/>
                <a:gd name="connsiteY251-37776" fmla="*/ 386958 h 834218"/>
                <a:gd name="connsiteX252-37777" fmla="*/ 1382204 w 3024845"/>
                <a:gd name="connsiteY252-37778" fmla="*/ 386958 h 834218"/>
                <a:gd name="connsiteX253-37779" fmla="*/ 1382204 w 3024845"/>
                <a:gd name="connsiteY253-37780" fmla="*/ 350208 h 834218"/>
                <a:gd name="connsiteX254-37781" fmla="*/ 1383470 w 3024845"/>
                <a:gd name="connsiteY254-37782" fmla="*/ 350208 h 834218"/>
                <a:gd name="connsiteX255-37783" fmla="*/ 1392337 w 3024845"/>
                <a:gd name="connsiteY255-37784" fmla="*/ 350208 h 834218"/>
                <a:gd name="connsiteX256-37785" fmla="*/ 1392337 w 3024845"/>
                <a:gd name="connsiteY256-37786" fmla="*/ 371825 h 834218"/>
                <a:gd name="connsiteX257-37787" fmla="*/ 1394364 w 3024845"/>
                <a:gd name="connsiteY257-37788" fmla="*/ 339399 h 834218"/>
                <a:gd name="connsiteX258-37789" fmla="*/ 1416657 w 3024845"/>
                <a:gd name="connsiteY258-37790" fmla="*/ 339399 h 834218"/>
                <a:gd name="connsiteX259-37791" fmla="*/ 1416657 w 3024845"/>
                <a:gd name="connsiteY259-37792" fmla="*/ 337777 h 834218"/>
                <a:gd name="connsiteX260-37793" fmla="*/ 1416657 w 3024845"/>
                <a:gd name="connsiteY260-37794" fmla="*/ 326428 h 834218"/>
                <a:gd name="connsiteX261-37795" fmla="*/ 1417417 w 3024845"/>
                <a:gd name="connsiteY261-37796" fmla="*/ 326428 h 834218"/>
                <a:gd name="connsiteX262-37797" fmla="*/ 1422737 w 3024845"/>
                <a:gd name="connsiteY262-37798" fmla="*/ 326428 h 834218"/>
                <a:gd name="connsiteX263-37799" fmla="*/ 1422737 w 3024845"/>
                <a:gd name="connsiteY263-37800" fmla="*/ 324537 h 834218"/>
                <a:gd name="connsiteX264-37801" fmla="*/ 1422737 w 3024845"/>
                <a:gd name="connsiteY264-37802" fmla="*/ 311296 h 834218"/>
                <a:gd name="connsiteX265-37803" fmla="*/ 1426791 w 3024845"/>
                <a:gd name="connsiteY265-37804" fmla="*/ 317781 h 834218"/>
                <a:gd name="connsiteX266-37805" fmla="*/ 1429071 w 3024845"/>
                <a:gd name="connsiteY266-37806" fmla="*/ 317781 h 834218"/>
                <a:gd name="connsiteX267-37807" fmla="*/ 1445031 w 3024845"/>
                <a:gd name="connsiteY267-37808" fmla="*/ 317781 h 834218"/>
                <a:gd name="connsiteX268-37809" fmla="*/ 1445031 w 3024845"/>
                <a:gd name="connsiteY268-37810" fmla="*/ 316970 h 834218"/>
                <a:gd name="connsiteX269-37811" fmla="*/ 1445031 w 3024845"/>
                <a:gd name="connsiteY269-37812" fmla="*/ 311296 h 834218"/>
                <a:gd name="connsiteX270-37813" fmla="*/ 1445791 w 3024845"/>
                <a:gd name="connsiteY270-37814" fmla="*/ 311296 h 834218"/>
                <a:gd name="connsiteX271-37815" fmla="*/ 1451111 w 3024845"/>
                <a:gd name="connsiteY271-37816" fmla="*/ 311296 h 834218"/>
                <a:gd name="connsiteX272-37817" fmla="*/ 1451111 w 3024845"/>
                <a:gd name="connsiteY272-37818" fmla="*/ 312647 h 834218"/>
                <a:gd name="connsiteX273-37819" fmla="*/ 1451111 w 3024845"/>
                <a:gd name="connsiteY273-37820" fmla="*/ 322105 h 834218"/>
                <a:gd name="connsiteX274-37821" fmla="*/ 1489618 w 3024845"/>
                <a:gd name="connsiteY274-37822" fmla="*/ 322105 h 834218"/>
                <a:gd name="connsiteX275-37823" fmla="*/ 1489618 w 3024845"/>
                <a:gd name="connsiteY275-37824" fmla="*/ 460458 h 834218"/>
                <a:gd name="connsiteX276-37825" fmla="*/ 1491138 w 3024845"/>
                <a:gd name="connsiteY276-37826" fmla="*/ 460458 h 834218"/>
                <a:gd name="connsiteX277-37827" fmla="*/ 1501778 w 3024845"/>
                <a:gd name="connsiteY277-37828" fmla="*/ 460458 h 834218"/>
                <a:gd name="connsiteX278-37829" fmla="*/ 1501778 w 3024845"/>
                <a:gd name="connsiteY278-37830" fmla="*/ 447488 h 834218"/>
                <a:gd name="connsiteX279-37831" fmla="*/ 1505832 w 3024845"/>
                <a:gd name="connsiteY279-37832" fmla="*/ 447488 h 834218"/>
                <a:gd name="connsiteX280-37833" fmla="*/ 1505832 w 3024845"/>
                <a:gd name="connsiteY280-37834" fmla="*/ 460458 h 834218"/>
                <a:gd name="connsiteX281-37835" fmla="*/ 1536232 w 3024845"/>
                <a:gd name="connsiteY281-37836" fmla="*/ 460458 h 834218"/>
                <a:gd name="connsiteX282-37837" fmla="*/ 1536232 w 3024845"/>
                <a:gd name="connsiteY282-37838" fmla="*/ 430193 h 834218"/>
                <a:gd name="connsiteX283-37839" fmla="*/ 1548392 w 3024845"/>
                <a:gd name="connsiteY283-37840" fmla="*/ 430193 h 834218"/>
                <a:gd name="connsiteX284-37841" fmla="*/ 1560552 w 3024845"/>
                <a:gd name="connsiteY284-37842" fmla="*/ 428032 h 834218"/>
                <a:gd name="connsiteX285-37843" fmla="*/ 1564606 w 3024845"/>
                <a:gd name="connsiteY285-37844" fmla="*/ 430193 h 834218"/>
                <a:gd name="connsiteX286-37845" fmla="*/ 1574739 w 3024845"/>
                <a:gd name="connsiteY286-37846" fmla="*/ 430193 h 834218"/>
                <a:gd name="connsiteX287-37847" fmla="*/ 1574739 w 3024845"/>
                <a:gd name="connsiteY287-37848" fmla="*/ 460458 h 834218"/>
                <a:gd name="connsiteX288-37849" fmla="*/ 1582846 w 3024845"/>
                <a:gd name="connsiteY288-37850" fmla="*/ 460458 h 834218"/>
                <a:gd name="connsiteX289-37851" fmla="*/ 1582846 w 3024845"/>
                <a:gd name="connsiteY289-37852" fmla="*/ 477753 h 834218"/>
                <a:gd name="connsiteX290-37853" fmla="*/ 1592182 w 3024845"/>
                <a:gd name="connsiteY290-37854" fmla="*/ 478658 h 834218"/>
                <a:gd name="connsiteX291-37855" fmla="*/ 1605140 w 3024845"/>
                <a:gd name="connsiteY291-37856" fmla="*/ 478658 h 834218"/>
                <a:gd name="connsiteX292-37857" fmla="*/ 1605140 w 3024845"/>
                <a:gd name="connsiteY292-37858" fmla="*/ 462620 h 834218"/>
                <a:gd name="connsiteX293-37859" fmla="*/ 1673096 w 3024845"/>
                <a:gd name="connsiteY293-37860" fmla="*/ 462620 h 834218"/>
                <a:gd name="connsiteX294-37861" fmla="*/ 1673096 w 3024845"/>
                <a:gd name="connsiteY294-37862" fmla="*/ 377367 h 834218"/>
                <a:gd name="connsiteX295-37863" fmla="*/ 1745104 w 3024845"/>
                <a:gd name="connsiteY295-37864" fmla="*/ 377367 h 834218"/>
                <a:gd name="connsiteX296-37865" fmla="*/ 1745104 w 3024845"/>
                <a:gd name="connsiteY296-37866" fmla="*/ 456135 h 834218"/>
                <a:gd name="connsiteX297-37867" fmla="*/ 1747008 w 3024845"/>
                <a:gd name="connsiteY297-37868" fmla="*/ 456135 h 834218"/>
                <a:gd name="connsiteX298-37869" fmla="*/ 1748250 w 3024845"/>
                <a:gd name="connsiteY298-37870" fmla="*/ 478658 h 834218"/>
                <a:gd name="connsiteX299-37871" fmla="*/ 1757926 w 3024845"/>
                <a:gd name="connsiteY299-37872" fmla="*/ 478658 h 834218"/>
                <a:gd name="connsiteX300-37873" fmla="*/ 1759168 w 3024845"/>
                <a:gd name="connsiteY300-37874" fmla="*/ 456135 h 834218"/>
                <a:gd name="connsiteX301-37875" fmla="*/ 1765248 w 3024845"/>
                <a:gd name="connsiteY301-37876" fmla="*/ 456135 h 834218"/>
                <a:gd name="connsiteX302-37877" fmla="*/ 1766490 w 3024845"/>
                <a:gd name="connsiteY302-37878" fmla="*/ 478658 h 834218"/>
                <a:gd name="connsiteX303-37879" fmla="*/ 1817112 w 3024845"/>
                <a:gd name="connsiteY303-37880" fmla="*/ 478658 h 834218"/>
                <a:gd name="connsiteX304-37881" fmla="*/ 1817112 w 3024845"/>
                <a:gd name="connsiteY304-37882" fmla="*/ 315630 h 834218"/>
                <a:gd name="connsiteX305-37883" fmla="*/ 2014439 w 3024845"/>
                <a:gd name="connsiteY305-37884" fmla="*/ 315630 h 834218"/>
                <a:gd name="connsiteX306-37885" fmla="*/ 2014439 w 3024845"/>
                <a:gd name="connsiteY306-37886" fmla="*/ 478658 h 834218"/>
                <a:gd name="connsiteX307-37887" fmla="*/ 2033136 w 3024845"/>
                <a:gd name="connsiteY307-37888" fmla="*/ 478658 h 834218"/>
                <a:gd name="connsiteX308-37889" fmla="*/ 2033136 w 3024845"/>
                <a:gd name="connsiteY308-37890" fmla="*/ 395965 h 834218"/>
                <a:gd name="connsiteX309-37891" fmla="*/ 2128256 w 3024845"/>
                <a:gd name="connsiteY309-37892" fmla="*/ 395965 h 834218"/>
                <a:gd name="connsiteX310-37893" fmla="*/ 2180720 w 3024845"/>
                <a:gd name="connsiteY310-37894" fmla="*/ 330752 h 834218"/>
                <a:gd name="connsiteX311-37895" fmla="*/ 2245574 w 3024845"/>
                <a:gd name="connsiteY311-37896" fmla="*/ 330752 h 834218"/>
                <a:gd name="connsiteX312-37897" fmla="*/ 2245574 w 3024845"/>
                <a:gd name="connsiteY312-37898" fmla="*/ 406414 h 834218"/>
                <a:gd name="connsiteX313-37899" fmla="*/ 2253681 w 3024845"/>
                <a:gd name="connsiteY313-37900" fmla="*/ 406414 h 834218"/>
                <a:gd name="connsiteX314-37901" fmla="*/ 2255708 w 3024845"/>
                <a:gd name="connsiteY314-37902" fmla="*/ 399929 h 834218"/>
                <a:gd name="connsiteX315-37903" fmla="*/ 2261788 w 3024845"/>
                <a:gd name="connsiteY315-37904" fmla="*/ 399929 h 834218"/>
                <a:gd name="connsiteX316-37905" fmla="*/ 2263815 w 3024845"/>
                <a:gd name="connsiteY316-37906" fmla="*/ 408576 h 834218"/>
                <a:gd name="connsiteX317-37907" fmla="*/ 2275975 w 3024845"/>
                <a:gd name="connsiteY317-37908" fmla="*/ 408576 h 834218"/>
                <a:gd name="connsiteX318-37909" fmla="*/ 2275975 w 3024845"/>
                <a:gd name="connsiteY318-37910" fmla="*/ 402090 h 834218"/>
                <a:gd name="connsiteX319-37911" fmla="*/ 2298268 w 3024845"/>
                <a:gd name="connsiteY319-37912" fmla="*/ 402090 h 834218"/>
                <a:gd name="connsiteX320-37913" fmla="*/ 2298268 w 3024845"/>
                <a:gd name="connsiteY320-37914" fmla="*/ 408576 h 834218"/>
                <a:gd name="connsiteX321-37915" fmla="*/ 2318535 w 3024845"/>
                <a:gd name="connsiteY321-37916" fmla="*/ 408576 h 834218"/>
                <a:gd name="connsiteX322-37917" fmla="*/ 2318535 w 3024845"/>
                <a:gd name="connsiteY322-37918" fmla="*/ 453973 h 834218"/>
                <a:gd name="connsiteX323-37919" fmla="*/ 2332722 w 3024845"/>
                <a:gd name="connsiteY323-37920" fmla="*/ 453973 h 834218"/>
                <a:gd name="connsiteX324-37921" fmla="*/ 2332722 w 3024845"/>
                <a:gd name="connsiteY324-37922" fmla="*/ 441002 h 834218"/>
                <a:gd name="connsiteX325-37923" fmla="*/ 2348936 w 3024845"/>
                <a:gd name="connsiteY325-37924" fmla="*/ 441002 h 834218"/>
                <a:gd name="connsiteX326-37925" fmla="*/ 2348936 w 3024845"/>
                <a:gd name="connsiteY326-37926" fmla="*/ 261575 h 834218"/>
                <a:gd name="connsiteX327-37927" fmla="*/ 2355016 w 3024845"/>
                <a:gd name="connsiteY327-37928" fmla="*/ 255089 h 834218"/>
                <a:gd name="connsiteX328-37929" fmla="*/ 2427977 w 3024845"/>
                <a:gd name="connsiteY328-37930" fmla="*/ 255089 h 834218"/>
                <a:gd name="connsiteX329-37931" fmla="*/ 2427977 w 3024845"/>
                <a:gd name="connsiteY329-37932" fmla="*/ 263737 h 834218"/>
                <a:gd name="connsiteX330-37933" fmla="*/ 2438110 w 3024845"/>
                <a:gd name="connsiteY330-37934" fmla="*/ 263737 h 834218"/>
                <a:gd name="connsiteX331-37935" fmla="*/ 2438110 w 3024845"/>
                <a:gd name="connsiteY331-37936" fmla="*/ 378311 h 834218"/>
                <a:gd name="connsiteX332-37937" fmla="*/ 2460404 w 3024845"/>
                <a:gd name="connsiteY332-37938" fmla="*/ 378311 h 834218"/>
                <a:gd name="connsiteX333-37939" fmla="*/ 2460404 w 3024845"/>
                <a:gd name="connsiteY333-37940" fmla="*/ 311296 h 834218"/>
                <a:gd name="connsiteX334-37941" fmla="*/ 2486751 w 3024845"/>
                <a:gd name="connsiteY334-37942" fmla="*/ 311296 h 834218"/>
                <a:gd name="connsiteX335-37943" fmla="*/ 2490804 w 3024845"/>
                <a:gd name="connsiteY335-37944" fmla="*/ 306972 h 834218"/>
                <a:gd name="connsiteX336-37945" fmla="*/ 2498911 w 3024845"/>
                <a:gd name="connsiteY336-37946" fmla="*/ 306972 h 834218"/>
                <a:gd name="connsiteX337-37947" fmla="*/ 2502964 w 3024845"/>
                <a:gd name="connsiteY337-37948" fmla="*/ 311296 h 834218"/>
                <a:gd name="connsiteX338-37949" fmla="*/ 2525258 w 3024845"/>
                <a:gd name="connsiteY338-37950" fmla="*/ 311296 h 834218"/>
                <a:gd name="connsiteX339-37951" fmla="*/ 2525258 w 3024845"/>
                <a:gd name="connsiteY339-37952" fmla="*/ 194560 h 834218"/>
                <a:gd name="connsiteX340-37953" fmla="*/ 2582005 w 3024845"/>
                <a:gd name="connsiteY340-37954" fmla="*/ 183751 h 834218"/>
                <a:gd name="connsiteX341-37955" fmla="*/ 2582005 w 3024845"/>
                <a:gd name="connsiteY341-37956" fmla="*/ 184832 h 834218"/>
                <a:gd name="connsiteX342-37957" fmla="*/ 2582005 w 3024845"/>
                <a:gd name="connsiteY342-37958" fmla="*/ 192398 h 834218"/>
                <a:gd name="connsiteX343-37959" fmla="*/ 2608352 w 3024845"/>
                <a:gd name="connsiteY343-37960" fmla="*/ 192398 h 834218"/>
                <a:gd name="connsiteX344-37961" fmla="*/ 2608352 w 3024845"/>
                <a:gd name="connsiteY344-37962" fmla="*/ 447488 h 834218"/>
                <a:gd name="connsiteX345-37963" fmla="*/ 2630646 w 3024845"/>
                <a:gd name="connsiteY345-37964" fmla="*/ 447488 h 834218"/>
                <a:gd name="connsiteX346-37965" fmla="*/ 2630646 w 3024845"/>
                <a:gd name="connsiteY346-37966" fmla="*/ 443164 h 834218"/>
                <a:gd name="connsiteX347-37967" fmla="*/ 2642806 w 3024845"/>
                <a:gd name="connsiteY347-37968" fmla="*/ 443164 h 834218"/>
                <a:gd name="connsiteX348-37969" fmla="*/ 2642806 w 3024845"/>
                <a:gd name="connsiteY348-37970" fmla="*/ 447488 h 834218"/>
                <a:gd name="connsiteX349-37971" fmla="*/ 2667126 w 3024845"/>
                <a:gd name="connsiteY349-37972" fmla="*/ 447488 h 834218"/>
                <a:gd name="connsiteX350-37973" fmla="*/ 2667126 w 3024845"/>
                <a:gd name="connsiteY350-37974" fmla="*/ 434517 h 834218"/>
                <a:gd name="connsiteX351-37975" fmla="*/ 2695500 w 3024845"/>
                <a:gd name="connsiteY351-37976" fmla="*/ 434517 h 834218"/>
                <a:gd name="connsiteX352-37977" fmla="*/ 2707660 w 3024845"/>
                <a:gd name="connsiteY352-37978" fmla="*/ 430193 h 834218"/>
                <a:gd name="connsiteX353-37979" fmla="*/ 2727927 w 3024845"/>
                <a:gd name="connsiteY353-37980" fmla="*/ 434517 h 834218"/>
                <a:gd name="connsiteX354-37981" fmla="*/ 2727927 w 3024845"/>
                <a:gd name="connsiteY354-37982" fmla="*/ 417223 h 834218"/>
                <a:gd name="connsiteX355-37983" fmla="*/ 2736034 w 3024845"/>
                <a:gd name="connsiteY355-37984" fmla="*/ 417223 h 834218"/>
                <a:gd name="connsiteX356-37985" fmla="*/ 2736034 w 3024845"/>
                <a:gd name="connsiteY356-37986" fmla="*/ 404252 h 834218"/>
                <a:gd name="connsiteX357-37987" fmla="*/ 2792781 w 3024845"/>
                <a:gd name="connsiteY357-37988" fmla="*/ 404252 h 834218"/>
                <a:gd name="connsiteX358-37989" fmla="*/ 2792781 w 3024845"/>
                <a:gd name="connsiteY358-37990" fmla="*/ 373987 h 834218"/>
                <a:gd name="connsiteX359-37991" fmla="*/ 2811021 w 3024845"/>
                <a:gd name="connsiteY359-37992" fmla="*/ 373987 h 834218"/>
                <a:gd name="connsiteX360-37993" fmla="*/ 2811021 w 3024845"/>
                <a:gd name="connsiteY360-37994" fmla="*/ 367502 h 834218"/>
                <a:gd name="connsiteX361-37995" fmla="*/ 2823181 w 3024845"/>
                <a:gd name="connsiteY361-37996" fmla="*/ 367502 h 834218"/>
                <a:gd name="connsiteX362-37997" fmla="*/ 2823181 w 3024845"/>
                <a:gd name="connsiteY362-37998" fmla="*/ 373987 h 834218"/>
                <a:gd name="connsiteX363-37999" fmla="*/ 2839395 w 3024845"/>
                <a:gd name="connsiteY363-38000" fmla="*/ 373987 h 834218"/>
                <a:gd name="connsiteX364-38001" fmla="*/ 2839395 w 3024845"/>
                <a:gd name="connsiteY364-38002" fmla="*/ 423708 h 834218"/>
                <a:gd name="connsiteX365-38003" fmla="*/ 2871822 w 3024845"/>
                <a:gd name="connsiteY365-38004" fmla="*/ 423708 h 834218"/>
                <a:gd name="connsiteX366-38005" fmla="*/ 2871822 w 3024845"/>
                <a:gd name="connsiteY366-38006" fmla="*/ 397767 h 834218"/>
                <a:gd name="connsiteX367-38007" fmla="*/ 2910329 w 3024845"/>
                <a:gd name="connsiteY367-38008" fmla="*/ 397767 h 834218"/>
                <a:gd name="connsiteX368-38009" fmla="*/ 2910329 w 3024845"/>
                <a:gd name="connsiteY368-38010" fmla="*/ 367502 h 834218"/>
                <a:gd name="connsiteX369-38011" fmla="*/ 2958970 w 3024845"/>
                <a:gd name="connsiteY369-38012" fmla="*/ 367502 h 834218"/>
                <a:gd name="connsiteX370-38013" fmla="*/ 2958970 w 3024845"/>
                <a:gd name="connsiteY370-38014" fmla="*/ 478658 h 834218"/>
                <a:gd name="connsiteX371-38015" fmla="*/ 2958970 w 3024845"/>
                <a:gd name="connsiteY371-38016" fmla="*/ 492437 h 834218"/>
                <a:gd name="connsiteX372-38017" fmla="*/ 3024845 w 3024845"/>
                <a:gd name="connsiteY372-38018" fmla="*/ 492437 h 834218"/>
                <a:gd name="connsiteX373-38019" fmla="*/ 3024845 w 3024845"/>
                <a:gd name="connsiteY373-38020" fmla="*/ 834218 h 834218"/>
                <a:gd name="connsiteX374-38021" fmla="*/ 2054 w 3024845"/>
                <a:gd name="connsiteY374-38022" fmla="*/ 831885 h 834218"/>
                <a:gd name="connsiteX375-38023" fmla="*/ 0 w 3024845"/>
                <a:gd name="connsiteY375-38024" fmla="*/ 397767 h 834218"/>
                <a:gd name="connsiteX376-38025" fmla="*/ 20267 w 3024845"/>
                <a:gd name="connsiteY376-38026" fmla="*/ 397767 h 834218"/>
                <a:gd name="connsiteX377-38027" fmla="*/ 20774 w 3024845"/>
                <a:gd name="connsiteY377-38028" fmla="*/ 396686 h 834218"/>
                <a:gd name="connsiteX378-38029" fmla="*/ 24320 w 3024845"/>
                <a:gd name="connsiteY378-38030" fmla="*/ 389120 h 834218"/>
                <a:gd name="connsiteX379-38031" fmla="*/ 26094 w 3024845"/>
                <a:gd name="connsiteY379-38032" fmla="*/ 389390 h 834218"/>
                <a:gd name="connsiteX380-38033" fmla="*/ 38507 w 3024845"/>
                <a:gd name="connsiteY380-38034" fmla="*/ 391281 h 834218"/>
                <a:gd name="connsiteX381-38035" fmla="*/ 39014 w 3024845"/>
                <a:gd name="connsiteY381-38036" fmla="*/ 392633 h 834218"/>
                <a:gd name="connsiteX382-38037" fmla="*/ 42560 w 3024845"/>
                <a:gd name="connsiteY382-38038" fmla="*/ 402090 h 834218"/>
                <a:gd name="connsiteX383-38039" fmla="*/ 68907 w 3024845"/>
                <a:gd name="connsiteY383-38040" fmla="*/ 404252 h 834218"/>
                <a:gd name="connsiteX384-38041" fmla="*/ 68907 w 3024845"/>
                <a:gd name="connsiteY384-38042" fmla="*/ 281031 h 834218"/>
                <a:gd name="connsiteX385-38043" fmla="*/ 70934 w 3024845"/>
                <a:gd name="connsiteY385-38044" fmla="*/ 281031 h 834218"/>
                <a:gd name="connsiteX386-38045" fmla="*/ 85121 w 3024845"/>
                <a:gd name="connsiteY386-38046" fmla="*/ 281031 h 834218"/>
                <a:gd name="connsiteX387-38047" fmla="*/ 85121 w 3024845"/>
                <a:gd name="connsiteY387-38048" fmla="*/ 144839 h 834218"/>
                <a:gd name="connsiteX388-38049" fmla="*/ 86894 w 3024845"/>
                <a:gd name="connsiteY388-38050" fmla="*/ 144839 h 834218"/>
                <a:gd name="connsiteX389-38051" fmla="*/ 99308 w 3024845"/>
                <a:gd name="connsiteY389-38052" fmla="*/ 144839 h 834218"/>
                <a:gd name="connsiteX390-38053" fmla="*/ 99308 w 3024845"/>
                <a:gd name="connsiteY390-38054" fmla="*/ 30265 h 834218"/>
                <a:gd name="connsiteX391-38055" fmla="*/ 103361 w 3024845"/>
                <a:gd name="connsiteY391-38056" fmla="*/ 2161 h 834218"/>
                <a:gd name="connsiteX0-38057" fmla="*/ 103361 w 3024845"/>
                <a:gd name="connsiteY0-38058" fmla="*/ 2161 h 834218"/>
                <a:gd name="connsiteX1-38059" fmla="*/ 200642 w 3024845"/>
                <a:gd name="connsiteY1-38060" fmla="*/ 0 h 834218"/>
                <a:gd name="connsiteX2-38061" fmla="*/ 202669 w 3024845"/>
                <a:gd name="connsiteY2-38062" fmla="*/ 0 h 834218"/>
                <a:gd name="connsiteX3-38063" fmla="*/ 216856 w 3024845"/>
                <a:gd name="connsiteY3-38064" fmla="*/ 0 h 834218"/>
                <a:gd name="connsiteX4-38065" fmla="*/ 216856 w 3024845"/>
                <a:gd name="connsiteY4-38066" fmla="*/ 23779 h 834218"/>
                <a:gd name="connsiteX5-38067" fmla="*/ 220909 w 3024845"/>
                <a:gd name="connsiteY5-38068" fmla="*/ 30265 h 834218"/>
                <a:gd name="connsiteX6-38069" fmla="*/ 220909 w 3024845"/>
                <a:gd name="connsiteY6-38070" fmla="*/ 144839 h 834218"/>
                <a:gd name="connsiteX7-38071" fmla="*/ 223189 w 3024845"/>
                <a:gd name="connsiteY7-38072" fmla="*/ 144839 h 834218"/>
                <a:gd name="connsiteX8-38073" fmla="*/ 239150 w 3024845"/>
                <a:gd name="connsiteY8-38074" fmla="*/ 144839 h 834218"/>
                <a:gd name="connsiteX9-38075" fmla="*/ 239150 w 3024845"/>
                <a:gd name="connsiteY9-38076" fmla="*/ 285354 h 834218"/>
                <a:gd name="connsiteX10-38077" fmla="*/ 240670 w 3024845"/>
                <a:gd name="connsiteY10-38078" fmla="*/ 285084 h 834218"/>
                <a:gd name="connsiteX11-38079" fmla="*/ 251310 w 3024845"/>
                <a:gd name="connsiteY11-38080" fmla="*/ 283193 h 834218"/>
                <a:gd name="connsiteX12-38081" fmla="*/ 249283 w 3024845"/>
                <a:gd name="connsiteY12-38082" fmla="*/ 371825 h 834218"/>
                <a:gd name="connsiteX13-38083" fmla="*/ 250803 w 3024845"/>
                <a:gd name="connsiteY13-38084" fmla="*/ 372096 h 834218"/>
                <a:gd name="connsiteX14-38085" fmla="*/ 261443 w 3024845"/>
                <a:gd name="connsiteY14-38086" fmla="*/ 373987 h 834218"/>
                <a:gd name="connsiteX15-38087" fmla="*/ 261696 w 3024845"/>
                <a:gd name="connsiteY15-38088" fmla="*/ 374798 h 834218"/>
                <a:gd name="connsiteX16-38089" fmla="*/ 263470 w 3024845"/>
                <a:gd name="connsiteY16-38090" fmla="*/ 380473 h 834218"/>
                <a:gd name="connsiteX17-38091" fmla="*/ 264230 w 3024845"/>
                <a:gd name="connsiteY17-38092" fmla="*/ 378041 h 834218"/>
                <a:gd name="connsiteX18-38093" fmla="*/ 269550 w 3024845"/>
                <a:gd name="connsiteY18-38094" fmla="*/ 361017 h 834218"/>
                <a:gd name="connsiteX19-38095" fmla="*/ 271323 w 3024845"/>
                <a:gd name="connsiteY19-38096" fmla="*/ 361017 h 834218"/>
                <a:gd name="connsiteX20-38097" fmla="*/ 283737 w 3024845"/>
                <a:gd name="connsiteY20-38098" fmla="*/ 361017 h 834218"/>
                <a:gd name="connsiteX21-38099" fmla="*/ 283737 w 3024845"/>
                <a:gd name="connsiteY21-38100" fmla="*/ 393443 h 834218"/>
                <a:gd name="connsiteX22-38101" fmla="*/ 284750 w 3024845"/>
                <a:gd name="connsiteY22-38102" fmla="*/ 393984 h 834218"/>
                <a:gd name="connsiteX23-38103" fmla="*/ 291844 w 3024845"/>
                <a:gd name="connsiteY23-38104" fmla="*/ 397767 h 834218"/>
                <a:gd name="connsiteX24-38105" fmla="*/ 291844 w 3024845"/>
                <a:gd name="connsiteY24-38106" fmla="*/ 399118 h 834218"/>
                <a:gd name="connsiteX25-38107" fmla="*/ 291844 w 3024845"/>
                <a:gd name="connsiteY25-38108" fmla="*/ 408576 h 834218"/>
                <a:gd name="connsiteX26-38109" fmla="*/ 336431 w 3024845"/>
                <a:gd name="connsiteY26-38110" fmla="*/ 408576 h 834218"/>
                <a:gd name="connsiteX27-38111" fmla="*/ 336431 w 3024845"/>
                <a:gd name="connsiteY27-38112" fmla="*/ 409657 h 834218"/>
                <a:gd name="connsiteX28-38113" fmla="*/ 336431 w 3024845"/>
                <a:gd name="connsiteY28-38114" fmla="*/ 417223 h 834218"/>
                <a:gd name="connsiteX29-38115" fmla="*/ 338457 w 3024845"/>
                <a:gd name="connsiteY29-38116" fmla="*/ 417223 h 834218"/>
                <a:gd name="connsiteX30-38117" fmla="*/ 352644 w 3024845"/>
                <a:gd name="connsiteY30-38118" fmla="*/ 417223 h 834218"/>
                <a:gd name="connsiteX31-38119" fmla="*/ 352644 w 3024845"/>
                <a:gd name="connsiteY31-38120" fmla="*/ 386958 h 834218"/>
                <a:gd name="connsiteX32-38121" fmla="*/ 397231 w 3024845"/>
                <a:gd name="connsiteY32-38122" fmla="*/ 386958 h 834218"/>
                <a:gd name="connsiteX33-38123" fmla="*/ 397231 w 3024845"/>
                <a:gd name="connsiteY33-38124" fmla="*/ 385607 h 834218"/>
                <a:gd name="connsiteX34-38125" fmla="*/ 397231 w 3024845"/>
                <a:gd name="connsiteY34-38126" fmla="*/ 376149 h 834218"/>
                <a:gd name="connsiteX35-38127" fmla="*/ 398245 w 3024845"/>
                <a:gd name="connsiteY35-38128" fmla="*/ 376149 h 834218"/>
                <a:gd name="connsiteX36-38129" fmla="*/ 405338 w 3024845"/>
                <a:gd name="connsiteY36-38130" fmla="*/ 376149 h 834218"/>
                <a:gd name="connsiteX37-38131" fmla="*/ 405338 w 3024845"/>
                <a:gd name="connsiteY37-38132" fmla="*/ 374258 h 834218"/>
                <a:gd name="connsiteX38-38133" fmla="*/ 405338 w 3024845"/>
                <a:gd name="connsiteY38-38134" fmla="*/ 361017 h 834218"/>
                <a:gd name="connsiteX39-38135" fmla="*/ 406098 w 3024845"/>
                <a:gd name="connsiteY39-38136" fmla="*/ 361017 h 834218"/>
                <a:gd name="connsiteX40-38137" fmla="*/ 411418 w 3024845"/>
                <a:gd name="connsiteY40-38138" fmla="*/ 361017 h 834218"/>
                <a:gd name="connsiteX41-38139" fmla="*/ 411418 w 3024845"/>
                <a:gd name="connsiteY41-38140" fmla="*/ 359936 h 834218"/>
                <a:gd name="connsiteX42-38141" fmla="*/ 411418 w 3024845"/>
                <a:gd name="connsiteY42-38142" fmla="*/ 352369 h 834218"/>
                <a:gd name="connsiteX43-38143" fmla="*/ 413445 w 3024845"/>
                <a:gd name="connsiteY43-38144" fmla="*/ 352369 h 834218"/>
                <a:gd name="connsiteX44-38145" fmla="*/ 427632 w 3024845"/>
                <a:gd name="connsiteY44-38146" fmla="*/ 352369 h 834218"/>
                <a:gd name="connsiteX45-38147" fmla="*/ 427632 w 3024845"/>
                <a:gd name="connsiteY45-38148" fmla="*/ 353450 h 834218"/>
                <a:gd name="connsiteX46-38149" fmla="*/ 427632 w 3024845"/>
                <a:gd name="connsiteY46-38150" fmla="*/ 361017 h 834218"/>
                <a:gd name="connsiteX47-38151" fmla="*/ 449925 w 3024845"/>
                <a:gd name="connsiteY47-38152" fmla="*/ 361017 h 834218"/>
                <a:gd name="connsiteX48-38153" fmla="*/ 449925 w 3024845"/>
                <a:gd name="connsiteY48-38154" fmla="*/ 359125 h 834218"/>
                <a:gd name="connsiteX49-38155" fmla="*/ 449925 w 3024845"/>
                <a:gd name="connsiteY49-38156" fmla="*/ 345884 h 834218"/>
                <a:gd name="connsiteX50-38157" fmla="*/ 451699 w 3024845"/>
                <a:gd name="connsiteY50-38158" fmla="*/ 345884 h 834218"/>
                <a:gd name="connsiteX51-38159" fmla="*/ 464112 w 3024845"/>
                <a:gd name="connsiteY51-38160" fmla="*/ 345884 h 834218"/>
                <a:gd name="connsiteX52-38161" fmla="*/ 464112 w 3024845"/>
                <a:gd name="connsiteY52-38162" fmla="*/ 369664 h 834218"/>
                <a:gd name="connsiteX53-38163" fmla="*/ 465126 w 3024845"/>
                <a:gd name="connsiteY53-38164" fmla="*/ 369664 h 834218"/>
                <a:gd name="connsiteX54-38165" fmla="*/ 472219 w 3024845"/>
                <a:gd name="connsiteY54-38166" fmla="*/ 369664 h 834218"/>
                <a:gd name="connsiteX55-38167" fmla="*/ 472219 w 3024845"/>
                <a:gd name="connsiteY55-38168" fmla="*/ 368583 h 834218"/>
                <a:gd name="connsiteX56-38169" fmla="*/ 472219 w 3024845"/>
                <a:gd name="connsiteY56-38170" fmla="*/ 361017 h 834218"/>
                <a:gd name="connsiteX57-38171" fmla="*/ 473992 w 3024845"/>
                <a:gd name="connsiteY57-38172" fmla="*/ 361017 h 834218"/>
                <a:gd name="connsiteX58-38173" fmla="*/ 486406 w 3024845"/>
                <a:gd name="connsiteY58-38174" fmla="*/ 361017 h 834218"/>
                <a:gd name="connsiteX59-38175" fmla="*/ 486406 w 3024845"/>
                <a:gd name="connsiteY59-38176" fmla="*/ 386958 h 834218"/>
                <a:gd name="connsiteX60-38177" fmla="*/ 488433 w 3024845"/>
                <a:gd name="connsiteY60-38178" fmla="*/ 386958 h 834218"/>
                <a:gd name="connsiteX61-38179" fmla="*/ 502619 w 3024845"/>
                <a:gd name="connsiteY61-38180" fmla="*/ 386958 h 834218"/>
                <a:gd name="connsiteX62-38181" fmla="*/ 502619 w 3024845"/>
                <a:gd name="connsiteY62-38182" fmla="*/ 388579 h 834218"/>
                <a:gd name="connsiteX63-38183" fmla="*/ 502619 w 3024845"/>
                <a:gd name="connsiteY63-38184" fmla="*/ 399929 h 834218"/>
                <a:gd name="connsiteX64-38185" fmla="*/ 503379 w 3024845"/>
                <a:gd name="connsiteY64-38186" fmla="*/ 399929 h 834218"/>
                <a:gd name="connsiteX65-38187" fmla="*/ 508700 w 3024845"/>
                <a:gd name="connsiteY65-38188" fmla="*/ 399929 h 834218"/>
                <a:gd name="connsiteX66-38189" fmla="*/ 508700 w 3024845"/>
                <a:gd name="connsiteY66-38190" fmla="*/ 399118 h 834218"/>
                <a:gd name="connsiteX67-38191" fmla="*/ 508700 w 3024845"/>
                <a:gd name="connsiteY67-38192" fmla="*/ 393443 h 834218"/>
                <a:gd name="connsiteX68-38193" fmla="*/ 539100 w 3024845"/>
                <a:gd name="connsiteY68-38194" fmla="*/ 393443 h 834218"/>
                <a:gd name="connsiteX69-38195" fmla="*/ 539100 w 3024845"/>
                <a:gd name="connsiteY69-38196" fmla="*/ 417223 h 834218"/>
                <a:gd name="connsiteX70-38197" fmla="*/ 540113 w 3024845"/>
                <a:gd name="connsiteY70-38198" fmla="*/ 417223 h 834218"/>
                <a:gd name="connsiteX71-38199" fmla="*/ 547207 w 3024845"/>
                <a:gd name="connsiteY71-38200" fmla="*/ 417223 h 834218"/>
                <a:gd name="connsiteX72-38201" fmla="*/ 547207 w 3024845"/>
                <a:gd name="connsiteY72-38202" fmla="*/ 418304 h 834218"/>
                <a:gd name="connsiteX73-38203" fmla="*/ 547207 w 3024845"/>
                <a:gd name="connsiteY73-38204" fmla="*/ 425870 h 834218"/>
                <a:gd name="connsiteX74-38205" fmla="*/ 547967 w 3024845"/>
                <a:gd name="connsiteY74-38206" fmla="*/ 425870 h 834218"/>
                <a:gd name="connsiteX75-38207" fmla="*/ 553287 w 3024845"/>
                <a:gd name="connsiteY75-38208" fmla="*/ 425870 h 834218"/>
                <a:gd name="connsiteX76-38209" fmla="*/ 553287 w 3024845"/>
                <a:gd name="connsiteY76-38210" fmla="*/ 423708 h 834218"/>
                <a:gd name="connsiteX77-38211" fmla="*/ 553287 w 3024845"/>
                <a:gd name="connsiteY77-38212" fmla="*/ 408576 h 834218"/>
                <a:gd name="connsiteX78-38213" fmla="*/ 554300 w 3024845"/>
                <a:gd name="connsiteY78-38214" fmla="*/ 408576 h 834218"/>
                <a:gd name="connsiteX79-38215" fmla="*/ 561394 w 3024845"/>
                <a:gd name="connsiteY79-38216" fmla="*/ 408576 h 834218"/>
                <a:gd name="connsiteX80-38217" fmla="*/ 561394 w 3024845"/>
                <a:gd name="connsiteY80-38218" fmla="*/ 409657 h 834218"/>
                <a:gd name="connsiteX81-38219" fmla="*/ 561394 w 3024845"/>
                <a:gd name="connsiteY81-38220" fmla="*/ 417223 h 834218"/>
                <a:gd name="connsiteX82-38221" fmla="*/ 566714 w 3024845"/>
                <a:gd name="connsiteY82-38222" fmla="*/ 415230 h 834218"/>
                <a:gd name="connsiteX83-38223" fmla="*/ 567474 w 3024845"/>
                <a:gd name="connsiteY83-38224" fmla="*/ 414250 h 834218"/>
                <a:gd name="connsiteX84-38225" fmla="*/ 567474 w 3024845"/>
                <a:gd name="connsiteY84-38226" fmla="*/ 408576 h 834218"/>
                <a:gd name="connsiteX85-38227" fmla="*/ 605981 w 3024845"/>
                <a:gd name="connsiteY85-38228" fmla="*/ 408576 h 834218"/>
                <a:gd name="connsiteX86-38229" fmla="*/ 605981 w 3024845"/>
                <a:gd name="connsiteY86-38230" fmla="*/ 432355 h 834218"/>
                <a:gd name="connsiteX87-38231" fmla="*/ 608007 w 3024845"/>
                <a:gd name="connsiteY87-38232" fmla="*/ 432355 h 834218"/>
                <a:gd name="connsiteX88-38233" fmla="*/ 622194 w 3024845"/>
                <a:gd name="connsiteY88-38234" fmla="*/ 432355 h 834218"/>
                <a:gd name="connsiteX89-38235" fmla="*/ 622194 w 3024845"/>
                <a:gd name="connsiteY89-38236" fmla="*/ 433436 h 834218"/>
                <a:gd name="connsiteX90-38237" fmla="*/ 622194 w 3024845"/>
                <a:gd name="connsiteY90-38238" fmla="*/ 441002 h 834218"/>
                <a:gd name="connsiteX91-38239" fmla="*/ 623968 w 3024845"/>
                <a:gd name="connsiteY91-38240" fmla="*/ 441002 h 834218"/>
                <a:gd name="connsiteX92-38241" fmla="*/ 636381 w 3024845"/>
                <a:gd name="connsiteY92-38242" fmla="*/ 441002 h 834218"/>
                <a:gd name="connsiteX93-38243" fmla="*/ 636381 w 3024845"/>
                <a:gd name="connsiteY93-38244" fmla="*/ 417223 h 834218"/>
                <a:gd name="connsiteX94-38245" fmla="*/ 637394 w 3024845"/>
                <a:gd name="connsiteY94-38246" fmla="*/ 417223 h 834218"/>
                <a:gd name="connsiteX95-38247" fmla="*/ 644488 w 3024845"/>
                <a:gd name="connsiteY95-38248" fmla="*/ 417223 h 834218"/>
                <a:gd name="connsiteX96-38249" fmla="*/ 644488 w 3024845"/>
                <a:gd name="connsiteY96-38250" fmla="*/ 384796 h 834218"/>
                <a:gd name="connsiteX97-38251" fmla="*/ 645501 w 3024845"/>
                <a:gd name="connsiteY97-38252" fmla="*/ 384796 h 834218"/>
                <a:gd name="connsiteX98-38253" fmla="*/ 652595 w 3024845"/>
                <a:gd name="connsiteY98-38254" fmla="*/ 384796 h 834218"/>
                <a:gd name="connsiteX99-38255" fmla="*/ 652595 w 3024845"/>
                <a:gd name="connsiteY99-38256" fmla="*/ 382905 h 834218"/>
                <a:gd name="connsiteX100-38257" fmla="*/ 652595 w 3024845"/>
                <a:gd name="connsiteY100-38258" fmla="*/ 369664 h 834218"/>
                <a:gd name="connsiteX101-38259" fmla="*/ 651328 w 3024845"/>
                <a:gd name="connsiteY101-38260" fmla="*/ 368042 h 834218"/>
                <a:gd name="connsiteX102-38261" fmla="*/ 656648 w 3024845"/>
                <a:gd name="connsiteY102-38262" fmla="*/ 356693 h 834218"/>
                <a:gd name="connsiteX103-38263" fmla="*/ 664755 w 3024845"/>
                <a:gd name="connsiteY103-38264" fmla="*/ 384796 h 834218"/>
                <a:gd name="connsiteX104-38265" fmla="*/ 665515 w 3024845"/>
                <a:gd name="connsiteY104-38266" fmla="*/ 384796 h 834218"/>
                <a:gd name="connsiteX105-38267" fmla="*/ 670835 w 3024845"/>
                <a:gd name="connsiteY105-38268" fmla="*/ 384796 h 834218"/>
                <a:gd name="connsiteX106-38269" fmla="*/ 670835 w 3024845"/>
                <a:gd name="connsiteY106-38270" fmla="*/ 278869 h 834218"/>
                <a:gd name="connsiteX107-38271" fmla="*/ 672355 w 3024845"/>
                <a:gd name="connsiteY107-38272" fmla="*/ 278869 h 834218"/>
                <a:gd name="connsiteX108-38273" fmla="*/ 682995 w 3024845"/>
                <a:gd name="connsiteY108-38274" fmla="*/ 278869 h 834218"/>
                <a:gd name="connsiteX109-38275" fmla="*/ 682995 w 3024845"/>
                <a:gd name="connsiteY109-38276" fmla="*/ 231310 h 834218"/>
                <a:gd name="connsiteX110-38277" fmla="*/ 709342 w 3024845"/>
                <a:gd name="connsiteY110-38278" fmla="*/ 231310 h 834218"/>
                <a:gd name="connsiteX111-38279" fmla="*/ 709342 w 3024845"/>
                <a:gd name="connsiteY111-38280" fmla="*/ 209692 h 834218"/>
                <a:gd name="connsiteX112-38281" fmla="*/ 743796 w 3024845"/>
                <a:gd name="connsiteY112-38282" fmla="*/ 209692 h 834218"/>
                <a:gd name="connsiteX113-38283" fmla="*/ 743796 w 3024845"/>
                <a:gd name="connsiteY113-38284" fmla="*/ 212124 h 834218"/>
                <a:gd name="connsiteX114-38285" fmla="*/ 743796 w 3024845"/>
                <a:gd name="connsiteY114-38286" fmla="*/ 229148 h 834218"/>
                <a:gd name="connsiteX115-38287" fmla="*/ 746076 w 3024845"/>
                <a:gd name="connsiteY115-38288" fmla="*/ 229148 h 834218"/>
                <a:gd name="connsiteX116-38289" fmla="*/ 762036 w 3024845"/>
                <a:gd name="connsiteY116-38290" fmla="*/ 229148 h 834218"/>
                <a:gd name="connsiteX117-38291" fmla="*/ 762036 w 3024845"/>
                <a:gd name="connsiteY117-38292" fmla="*/ 276707 h 834218"/>
                <a:gd name="connsiteX118-38293" fmla="*/ 763049 w 3024845"/>
                <a:gd name="connsiteY118-38294" fmla="*/ 276707 h 834218"/>
                <a:gd name="connsiteX119-38295" fmla="*/ 770143 w 3024845"/>
                <a:gd name="connsiteY119-38296" fmla="*/ 276707 h 834218"/>
                <a:gd name="connsiteX120-38297" fmla="*/ 784330 w 3024845"/>
                <a:gd name="connsiteY120-38298" fmla="*/ 281031 h 834218"/>
                <a:gd name="connsiteX121-38299" fmla="*/ 784330 w 3024845"/>
                <a:gd name="connsiteY121-38300" fmla="*/ 319943 h 834218"/>
                <a:gd name="connsiteX122-38301" fmla="*/ 785343 w 3024845"/>
                <a:gd name="connsiteY122-38302" fmla="*/ 319943 h 834218"/>
                <a:gd name="connsiteX123-38303" fmla="*/ 792436 w 3024845"/>
                <a:gd name="connsiteY123-38304" fmla="*/ 319943 h 834218"/>
                <a:gd name="connsiteX124-38305" fmla="*/ 792436 w 3024845"/>
                <a:gd name="connsiteY124-38306" fmla="*/ 321564 h 834218"/>
                <a:gd name="connsiteX125-38307" fmla="*/ 792436 w 3024845"/>
                <a:gd name="connsiteY125-38308" fmla="*/ 332913 h 834218"/>
                <a:gd name="connsiteX126-38309" fmla="*/ 794463 w 3024845"/>
                <a:gd name="connsiteY126-38310" fmla="*/ 332913 h 834218"/>
                <a:gd name="connsiteX127-38311" fmla="*/ 808650 w 3024845"/>
                <a:gd name="connsiteY127-38312" fmla="*/ 332913 h 834218"/>
                <a:gd name="connsiteX128-38313" fmla="*/ 814730 w 3024845"/>
                <a:gd name="connsiteY128-38314" fmla="*/ 339399 h 834218"/>
                <a:gd name="connsiteX129-38315" fmla="*/ 814730 w 3024845"/>
                <a:gd name="connsiteY129-38316" fmla="*/ 361017 h 834218"/>
                <a:gd name="connsiteX130-38317" fmla="*/ 817010 w 3024845"/>
                <a:gd name="connsiteY130-38318" fmla="*/ 361017 h 834218"/>
                <a:gd name="connsiteX131-38319" fmla="*/ 832970 w 3024845"/>
                <a:gd name="connsiteY131-38320" fmla="*/ 361017 h 834218"/>
                <a:gd name="connsiteX132-38321" fmla="*/ 832970 w 3024845"/>
                <a:gd name="connsiteY132-38322" fmla="*/ 362097 h 834218"/>
                <a:gd name="connsiteX133-38323" fmla="*/ 832970 w 3024845"/>
                <a:gd name="connsiteY133-38324" fmla="*/ 369664 h 834218"/>
                <a:gd name="connsiteX134-38325" fmla="*/ 834237 w 3024845"/>
                <a:gd name="connsiteY134-38326" fmla="*/ 369664 h 834218"/>
                <a:gd name="connsiteX135-38327" fmla="*/ 843104 w 3024845"/>
                <a:gd name="connsiteY135-38328" fmla="*/ 369664 h 834218"/>
                <a:gd name="connsiteX136-38329" fmla="*/ 843104 w 3024845"/>
                <a:gd name="connsiteY136-38330" fmla="*/ 371825 h 834218"/>
                <a:gd name="connsiteX137-38331" fmla="*/ 843104 w 3024845"/>
                <a:gd name="connsiteY137-38332" fmla="*/ 386958 h 834218"/>
                <a:gd name="connsiteX138-38333" fmla="*/ 847157 w 3024845"/>
                <a:gd name="connsiteY138-38334" fmla="*/ 385066 h 834218"/>
                <a:gd name="connsiteX139-38335" fmla="*/ 847157 w 3024845"/>
                <a:gd name="connsiteY139-38336" fmla="*/ 371825 h 834218"/>
                <a:gd name="connsiteX140-38337" fmla="*/ 848170 w 3024845"/>
                <a:gd name="connsiteY140-38338" fmla="*/ 371825 h 834218"/>
                <a:gd name="connsiteX141-38339" fmla="*/ 855264 w 3024845"/>
                <a:gd name="connsiteY141-38340" fmla="*/ 371825 h 834218"/>
                <a:gd name="connsiteX142-38341" fmla="*/ 855264 w 3024845"/>
                <a:gd name="connsiteY142-38342" fmla="*/ 373447 h 834218"/>
                <a:gd name="connsiteX143-38343" fmla="*/ 855264 w 3024845"/>
                <a:gd name="connsiteY143-38344" fmla="*/ 384796 h 834218"/>
                <a:gd name="connsiteX144-38345" fmla="*/ 856024 w 3024845"/>
                <a:gd name="connsiteY144-38346" fmla="*/ 384796 h 834218"/>
                <a:gd name="connsiteX145-38347" fmla="*/ 861344 w 3024845"/>
                <a:gd name="connsiteY145-38348" fmla="*/ 384796 h 834218"/>
                <a:gd name="connsiteX146-38349" fmla="*/ 909984 w 3024845"/>
                <a:gd name="connsiteY146-38350" fmla="*/ 380473 h 834218"/>
                <a:gd name="connsiteX147-38351" fmla="*/ 909984 w 3024845"/>
                <a:gd name="connsiteY147-38352" fmla="*/ 381824 h 834218"/>
                <a:gd name="connsiteX148-38353" fmla="*/ 909984 w 3024845"/>
                <a:gd name="connsiteY148-38354" fmla="*/ 391281 h 834218"/>
                <a:gd name="connsiteX149-38355" fmla="*/ 910744 w 3024845"/>
                <a:gd name="connsiteY149-38356" fmla="*/ 391281 h 834218"/>
                <a:gd name="connsiteX150-38357" fmla="*/ 916065 w 3024845"/>
                <a:gd name="connsiteY150-38358" fmla="*/ 391281 h 834218"/>
                <a:gd name="connsiteX151-38359" fmla="*/ 916065 w 3024845"/>
                <a:gd name="connsiteY151-38360" fmla="*/ 393443 h 834218"/>
                <a:gd name="connsiteX152-38361" fmla="*/ 916065 w 3024845"/>
                <a:gd name="connsiteY152-38362" fmla="*/ 408576 h 834218"/>
                <a:gd name="connsiteX153-38363" fmla="*/ 918091 w 3024845"/>
                <a:gd name="connsiteY153-38364" fmla="*/ 407225 h 834218"/>
                <a:gd name="connsiteX154-38365" fmla="*/ 932278 w 3024845"/>
                <a:gd name="connsiteY154-38366" fmla="*/ 397767 h 834218"/>
                <a:gd name="connsiteX155-38367" fmla="*/ 938358 w 3024845"/>
                <a:gd name="connsiteY155-38368" fmla="*/ 356693 h 834218"/>
                <a:gd name="connsiteX156-38369" fmla="*/ 939118 w 3024845"/>
                <a:gd name="connsiteY156-38370" fmla="*/ 356423 h 834218"/>
                <a:gd name="connsiteX157-38371" fmla="*/ 944438 w 3024845"/>
                <a:gd name="connsiteY157-38372" fmla="*/ 354531 h 834218"/>
                <a:gd name="connsiteX158-38373" fmla="*/ 946465 w 3024845"/>
                <a:gd name="connsiteY158-38374" fmla="*/ 285354 h 834218"/>
                <a:gd name="connsiteX159-38375" fmla="*/ 948492 w 3024845"/>
                <a:gd name="connsiteY159-38376" fmla="*/ 354531 h 834218"/>
                <a:gd name="connsiteX160-38377" fmla="*/ 949252 w 3024845"/>
                <a:gd name="connsiteY160-38378" fmla="*/ 354801 h 834218"/>
                <a:gd name="connsiteX161-38379" fmla="*/ 954572 w 3024845"/>
                <a:gd name="connsiteY161-38380" fmla="*/ 356693 h 834218"/>
                <a:gd name="connsiteX162-38381" fmla="*/ 954572 w 3024845"/>
                <a:gd name="connsiteY162-38382" fmla="*/ 270222 h 834218"/>
                <a:gd name="connsiteX163-38383" fmla="*/ 958625 w 3024845"/>
                <a:gd name="connsiteY163-38384" fmla="*/ 237795 h 834218"/>
                <a:gd name="connsiteX164-38385" fmla="*/ 997132 w 3024845"/>
                <a:gd name="connsiteY164-38386" fmla="*/ 237795 h 834218"/>
                <a:gd name="connsiteX165-38387" fmla="*/ 997132 w 3024845"/>
                <a:gd name="connsiteY165-38388" fmla="*/ 270222 h 834218"/>
                <a:gd name="connsiteX166-38389" fmla="*/ 997892 w 3024845"/>
                <a:gd name="connsiteY166-38390" fmla="*/ 270222 h 834218"/>
                <a:gd name="connsiteX167-38391" fmla="*/ 1003212 w 3024845"/>
                <a:gd name="connsiteY167-38392" fmla="*/ 270222 h 834218"/>
                <a:gd name="connsiteX168-38393" fmla="*/ 1003212 w 3024845"/>
                <a:gd name="connsiteY168-38394" fmla="*/ 188074 h 834218"/>
                <a:gd name="connsiteX169-38395" fmla="*/ 1004986 w 3024845"/>
                <a:gd name="connsiteY169-38396" fmla="*/ 188074 h 834218"/>
                <a:gd name="connsiteX170-38397" fmla="*/ 1017399 w 3024845"/>
                <a:gd name="connsiteY170-38398" fmla="*/ 188074 h 834218"/>
                <a:gd name="connsiteX171-38399" fmla="*/ 1017399 w 3024845"/>
                <a:gd name="connsiteY171-38400" fmla="*/ 186183 h 834218"/>
                <a:gd name="connsiteX172-38401" fmla="*/ 1017399 w 3024845"/>
                <a:gd name="connsiteY172-38402" fmla="*/ 172942 h 834218"/>
                <a:gd name="connsiteX173-38403" fmla="*/ 1039693 w 3024845"/>
                <a:gd name="connsiteY173-38404" fmla="*/ 172942 h 834218"/>
                <a:gd name="connsiteX174-38405" fmla="*/ 1039693 w 3024845"/>
                <a:gd name="connsiteY174-38406" fmla="*/ 171861 h 834218"/>
                <a:gd name="connsiteX175-38407" fmla="*/ 1039693 w 3024845"/>
                <a:gd name="connsiteY175-38408" fmla="*/ 164295 h 834218"/>
                <a:gd name="connsiteX176-38409" fmla="*/ 1041466 w 3024845"/>
                <a:gd name="connsiteY176-38410" fmla="*/ 164295 h 834218"/>
                <a:gd name="connsiteX177-38411" fmla="*/ 1053880 w 3024845"/>
                <a:gd name="connsiteY177-38412" fmla="*/ 164295 h 834218"/>
                <a:gd name="connsiteX178-38413" fmla="*/ 1053880 w 3024845"/>
                <a:gd name="connsiteY178-38414" fmla="*/ 165376 h 834218"/>
                <a:gd name="connsiteX179-38415" fmla="*/ 1053880 w 3024845"/>
                <a:gd name="connsiteY179-38416" fmla="*/ 172942 h 834218"/>
                <a:gd name="connsiteX180-38417" fmla="*/ 1054640 w 3024845"/>
                <a:gd name="connsiteY180-38418" fmla="*/ 172942 h 834218"/>
                <a:gd name="connsiteX181-38419" fmla="*/ 1059960 w 3024845"/>
                <a:gd name="connsiteY181-38420" fmla="*/ 172942 h 834218"/>
                <a:gd name="connsiteX182-38421" fmla="*/ 1070093 w 3024845"/>
                <a:gd name="connsiteY182-38422" fmla="*/ 168618 h 834218"/>
                <a:gd name="connsiteX183-38423" fmla="*/ 1074146 w 3024845"/>
                <a:gd name="connsiteY183-38424" fmla="*/ 171861 h 834218"/>
                <a:gd name="connsiteX184-38425" fmla="*/ 1074146 w 3024845"/>
                <a:gd name="connsiteY184-38426" fmla="*/ 164295 h 834218"/>
                <a:gd name="connsiteX185-38427" fmla="*/ 1076426 w 3024845"/>
                <a:gd name="connsiteY185-38428" fmla="*/ 164295 h 834218"/>
                <a:gd name="connsiteX186-38429" fmla="*/ 1092387 w 3024845"/>
                <a:gd name="connsiteY186-38430" fmla="*/ 164295 h 834218"/>
                <a:gd name="connsiteX187-38431" fmla="*/ 1092387 w 3024845"/>
                <a:gd name="connsiteY187-38432" fmla="*/ 165376 h 834218"/>
                <a:gd name="connsiteX188-38433" fmla="*/ 1092387 w 3024845"/>
                <a:gd name="connsiteY188-38434" fmla="*/ 172942 h 834218"/>
                <a:gd name="connsiteX189-38435" fmla="*/ 1122787 w 3024845"/>
                <a:gd name="connsiteY189-38436" fmla="*/ 172942 h 834218"/>
                <a:gd name="connsiteX190-38437" fmla="*/ 1122787 w 3024845"/>
                <a:gd name="connsiteY190-38438" fmla="*/ 174563 h 834218"/>
                <a:gd name="connsiteX191-38439" fmla="*/ 1122787 w 3024845"/>
                <a:gd name="connsiteY191-38440" fmla="*/ 185913 h 834218"/>
                <a:gd name="connsiteX192-38441" fmla="*/ 1149134 w 3024845"/>
                <a:gd name="connsiteY192-38442" fmla="*/ 185913 h 834218"/>
                <a:gd name="connsiteX193-38443" fmla="*/ 1149134 w 3024845"/>
                <a:gd name="connsiteY193-38444" fmla="*/ 216177 h 834218"/>
                <a:gd name="connsiteX194-38445" fmla="*/ 1149894 w 3024845"/>
                <a:gd name="connsiteY194-38446" fmla="*/ 216177 h 834218"/>
                <a:gd name="connsiteX195-38447" fmla="*/ 1155214 w 3024845"/>
                <a:gd name="connsiteY195-38448" fmla="*/ 216177 h 834218"/>
                <a:gd name="connsiteX196-38449" fmla="*/ 1155214 w 3024845"/>
                <a:gd name="connsiteY196-38450" fmla="*/ 217258 h 834218"/>
                <a:gd name="connsiteX197-38451" fmla="*/ 1155214 w 3024845"/>
                <a:gd name="connsiteY197-38452" fmla="*/ 224825 h 834218"/>
                <a:gd name="connsiteX198-38453" fmla="*/ 1159268 w 3024845"/>
                <a:gd name="connsiteY198-38454" fmla="*/ 255089 h 834218"/>
                <a:gd name="connsiteX199-38455" fmla="*/ 1160028 w 3024845"/>
                <a:gd name="connsiteY199-38456" fmla="*/ 255089 h 834218"/>
                <a:gd name="connsiteX200-38457" fmla="*/ 1165348 w 3024845"/>
                <a:gd name="connsiteY200-38458" fmla="*/ 255089 h 834218"/>
                <a:gd name="connsiteX201-38459" fmla="*/ 1165348 w 3024845"/>
                <a:gd name="connsiteY201-38460" fmla="*/ 255900 h 834218"/>
                <a:gd name="connsiteX202-38461" fmla="*/ 1165348 w 3024845"/>
                <a:gd name="connsiteY202-38462" fmla="*/ 261575 h 834218"/>
                <a:gd name="connsiteX203-38463" fmla="*/ 1166361 w 3024845"/>
                <a:gd name="connsiteY203-38464" fmla="*/ 261575 h 834218"/>
                <a:gd name="connsiteX204-38465" fmla="*/ 1173454 w 3024845"/>
                <a:gd name="connsiteY204-38466" fmla="*/ 261575 h 834218"/>
                <a:gd name="connsiteX205-38467" fmla="*/ 1173454 w 3024845"/>
                <a:gd name="connsiteY205-38468" fmla="*/ 291840 h 834218"/>
                <a:gd name="connsiteX206-38469" fmla="*/ 1175481 w 3024845"/>
                <a:gd name="connsiteY206-38470" fmla="*/ 291840 h 834218"/>
                <a:gd name="connsiteX207-38471" fmla="*/ 1189668 w 3024845"/>
                <a:gd name="connsiteY207-38472" fmla="*/ 291840 h 834218"/>
                <a:gd name="connsiteX208-38473" fmla="*/ 1189668 w 3024845"/>
                <a:gd name="connsiteY208-38474" fmla="*/ 315619 h 834218"/>
                <a:gd name="connsiteX209-38475" fmla="*/ 1191695 w 3024845"/>
                <a:gd name="connsiteY209-38476" fmla="*/ 317240 h 834218"/>
                <a:gd name="connsiteX210-38477" fmla="*/ 1191695 w 3024845"/>
                <a:gd name="connsiteY210-38478" fmla="*/ 328590 h 834218"/>
                <a:gd name="connsiteX211-38479" fmla="*/ 1192455 w 3024845"/>
                <a:gd name="connsiteY211-38480" fmla="*/ 328590 h 834218"/>
                <a:gd name="connsiteX212-38481" fmla="*/ 1197775 w 3024845"/>
                <a:gd name="connsiteY212-38482" fmla="*/ 328590 h 834218"/>
                <a:gd name="connsiteX213-38483" fmla="*/ 1197775 w 3024845"/>
                <a:gd name="connsiteY213-38484" fmla="*/ 352369 h 834218"/>
                <a:gd name="connsiteX214-38485" fmla="*/ 1199041 w 3024845"/>
                <a:gd name="connsiteY214-38486" fmla="*/ 352369 h 834218"/>
                <a:gd name="connsiteX215-38487" fmla="*/ 1207908 w 3024845"/>
                <a:gd name="connsiteY215-38488" fmla="*/ 352369 h 834218"/>
                <a:gd name="connsiteX216-38489" fmla="*/ 1209935 w 3024845"/>
                <a:gd name="connsiteY216-38490" fmla="*/ 356423 h 834218"/>
                <a:gd name="connsiteX217-38491" fmla="*/ 1209935 w 3024845"/>
                <a:gd name="connsiteY217-38492" fmla="*/ 369664 h 834218"/>
                <a:gd name="connsiteX218-38493" fmla="*/ 1211455 w 3024845"/>
                <a:gd name="connsiteY218-38494" fmla="*/ 367772 h 834218"/>
                <a:gd name="connsiteX219-38495" fmla="*/ 1222095 w 3024845"/>
                <a:gd name="connsiteY219-38496" fmla="*/ 354531 h 834218"/>
                <a:gd name="connsiteX220-38497" fmla="*/ 1250469 w 3024845"/>
                <a:gd name="connsiteY220-38498" fmla="*/ 354531 h 834218"/>
                <a:gd name="connsiteX221-38499" fmla="*/ 1250469 w 3024845"/>
                <a:gd name="connsiteY221-38500" fmla="*/ 441002 h 834218"/>
                <a:gd name="connsiteX222-38501" fmla="*/ 1251229 w 3024845"/>
                <a:gd name="connsiteY222-38502" fmla="*/ 441002 h 834218"/>
                <a:gd name="connsiteX223-38503" fmla="*/ 1256549 w 3024845"/>
                <a:gd name="connsiteY223-38504" fmla="*/ 441002 h 834218"/>
                <a:gd name="connsiteX224-38505" fmla="*/ 1257309 w 3024845"/>
                <a:gd name="connsiteY224-38506" fmla="*/ 439651 h 834218"/>
                <a:gd name="connsiteX225-38507" fmla="*/ 1262629 w 3024845"/>
                <a:gd name="connsiteY225-38508" fmla="*/ 430193 h 834218"/>
                <a:gd name="connsiteX226-38509" fmla="*/ 1262629 w 3024845"/>
                <a:gd name="connsiteY226-38510" fmla="*/ 432085 h 834218"/>
                <a:gd name="connsiteX227-38511" fmla="*/ 1262629 w 3024845"/>
                <a:gd name="connsiteY227-38512" fmla="*/ 445326 h 834218"/>
                <a:gd name="connsiteX228-38513" fmla="*/ 1266682 w 3024845"/>
                <a:gd name="connsiteY228-38514" fmla="*/ 399929 h 834218"/>
                <a:gd name="connsiteX229-38515" fmla="*/ 1267442 w 3024845"/>
                <a:gd name="connsiteY229-38516" fmla="*/ 399929 h 834218"/>
                <a:gd name="connsiteX230-38517" fmla="*/ 1272762 w 3024845"/>
                <a:gd name="connsiteY230-38518" fmla="*/ 399929 h 834218"/>
                <a:gd name="connsiteX231-38519" fmla="*/ 1272762 w 3024845"/>
                <a:gd name="connsiteY231-38520" fmla="*/ 335075 h 834218"/>
                <a:gd name="connsiteX232-38521" fmla="*/ 1273776 w 3024845"/>
                <a:gd name="connsiteY232-38522" fmla="*/ 335075 h 834218"/>
                <a:gd name="connsiteX233-38523" fmla="*/ 1280869 w 3024845"/>
                <a:gd name="connsiteY233-38524" fmla="*/ 335075 h 834218"/>
                <a:gd name="connsiteX234-38525" fmla="*/ 1293029 w 3024845"/>
                <a:gd name="connsiteY234-38526" fmla="*/ 291840 h 834218"/>
                <a:gd name="connsiteX235-38527" fmla="*/ 1294296 w 3024845"/>
                <a:gd name="connsiteY235-38528" fmla="*/ 291840 h 834218"/>
                <a:gd name="connsiteX236-38529" fmla="*/ 1303163 w 3024845"/>
                <a:gd name="connsiteY236-38530" fmla="*/ 291840 h 834218"/>
                <a:gd name="connsiteX237-38531" fmla="*/ 1313296 w 3024845"/>
                <a:gd name="connsiteY237-38532" fmla="*/ 335075 h 834218"/>
                <a:gd name="connsiteX238-38533" fmla="*/ 1314309 w 3024845"/>
                <a:gd name="connsiteY238-38534" fmla="*/ 335075 h 834218"/>
                <a:gd name="connsiteX239-38535" fmla="*/ 1321403 w 3024845"/>
                <a:gd name="connsiteY239-38536" fmla="*/ 335075 h 834218"/>
                <a:gd name="connsiteX240-38537" fmla="*/ 1321403 w 3024845"/>
                <a:gd name="connsiteY240-38538" fmla="*/ 373987 h 834218"/>
                <a:gd name="connsiteX241-38539" fmla="*/ 1323176 w 3024845"/>
                <a:gd name="connsiteY241-38540" fmla="*/ 373987 h 834218"/>
                <a:gd name="connsiteX242-38541" fmla="*/ 1335590 w 3024845"/>
                <a:gd name="connsiteY242-38542" fmla="*/ 373987 h 834218"/>
                <a:gd name="connsiteX243-38543" fmla="*/ 1335590 w 3024845"/>
                <a:gd name="connsiteY243-38544" fmla="*/ 376149 h 834218"/>
                <a:gd name="connsiteX244-38545" fmla="*/ 1335590 w 3024845"/>
                <a:gd name="connsiteY244-38546" fmla="*/ 391281 h 834218"/>
                <a:gd name="connsiteX245-38547" fmla="*/ 1339643 w 3024845"/>
                <a:gd name="connsiteY245-38548" fmla="*/ 389120 h 834218"/>
                <a:gd name="connsiteX246-38549" fmla="*/ 1339643 w 3024845"/>
                <a:gd name="connsiteY246-38550" fmla="*/ 373987 h 834218"/>
                <a:gd name="connsiteX247-38551" fmla="*/ 1341163 w 3024845"/>
                <a:gd name="connsiteY247-38552" fmla="*/ 373987 h 834218"/>
                <a:gd name="connsiteX248-38553" fmla="*/ 1351803 w 3024845"/>
                <a:gd name="connsiteY248-38554" fmla="*/ 373987 h 834218"/>
                <a:gd name="connsiteX249-38555" fmla="*/ 1351803 w 3024845"/>
                <a:gd name="connsiteY249-38556" fmla="*/ 375608 h 834218"/>
                <a:gd name="connsiteX250-38557" fmla="*/ 1351803 w 3024845"/>
                <a:gd name="connsiteY250-38558" fmla="*/ 386958 h 834218"/>
                <a:gd name="connsiteX251-38559" fmla="*/ 1382204 w 3024845"/>
                <a:gd name="connsiteY251-38560" fmla="*/ 386958 h 834218"/>
                <a:gd name="connsiteX252-38561" fmla="*/ 1382204 w 3024845"/>
                <a:gd name="connsiteY252-38562" fmla="*/ 350208 h 834218"/>
                <a:gd name="connsiteX253-38563" fmla="*/ 1383470 w 3024845"/>
                <a:gd name="connsiteY253-38564" fmla="*/ 350208 h 834218"/>
                <a:gd name="connsiteX254-38565" fmla="*/ 1392337 w 3024845"/>
                <a:gd name="connsiteY254-38566" fmla="*/ 350208 h 834218"/>
                <a:gd name="connsiteX255-38567" fmla="*/ 1392337 w 3024845"/>
                <a:gd name="connsiteY255-38568" fmla="*/ 371825 h 834218"/>
                <a:gd name="connsiteX256-38569" fmla="*/ 1394364 w 3024845"/>
                <a:gd name="connsiteY256-38570" fmla="*/ 339399 h 834218"/>
                <a:gd name="connsiteX257-38571" fmla="*/ 1416657 w 3024845"/>
                <a:gd name="connsiteY257-38572" fmla="*/ 339399 h 834218"/>
                <a:gd name="connsiteX258-38573" fmla="*/ 1416657 w 3024845"/>
                <a:gd name="connsiteY258-38574" fmla="*/ 337777 h 834218"/>
                <a:gd name="connsiteX259-38575" fmla="*/ 1416657 w 3024845"/>
                <a:gd name="connsiteY259-38576" fmla="*/ 326428 h 834218"/>
                <a:gd name="connsiteX260-38577" fmla="*/ 1417417 w 3024845"/>
                <a:gd name="connsiteY260-38578" fmla="*/ 326428 h 834218"/>
                <a:gd name="connsiteX261-38579" fmla="*/ 1422737 w 3024845"/>
                <a:gd name="connsiteY261-38580" fmla="*/ 326428 h 834218"/>
                <a:gd name="connsiteX262-38581" fmla="*/ 1422737 w 3024845"/>
                <a:gd name="connsiteY262-38582" fmla="*/ 324537 h 834218"/>
                <a:gd name="connsiteX263-38583" fmla="*/ 1422737 w 3024845"/>
                <a:gd name="connsiteY263-38584" fmla="*/ 311296 h 834218"/>
                <a:gd name="connsiteX264-38585" fmla="*/ 1426791 w 3024845"/>
                <a:gd name="connsiteY264-38586" fmla="*/ 317781 h 834218"/>
                <a:gd name="connsiteX265-38587" fmla="*/ 1429071 w 3024845"/>
                <a:gd name="connsiteY265-38588" fmla="*/ 317781 h 834218"/>
                <a:gd name="connsiteX266-38589" fmla="*/ 1445031 w 3024845"/>
                <a:gd name="connsiteY266-38590" fmla="*/ 317781 h 834218"/>
                <a:gd name="connsiteX267-38591" fmla="*/ 1445031 w 3024845"/>
                <a:gd name="connsiteY267-38592" fmla="*/ 316970 h 834218"/>
                <a:gd name="connsiteX268-38593" fmla="*/ 1445031 w 3024845"/>
                <a:gd name="connsiteY268-38594" fmla="*/ 311296 h 834218"/>
                <a:gd name="connsiteX269-38595" fmla="*/ 1445791 w 3024845"/>
                <a:gd name="connsiteY269-38596" fmla="*/ 311296 h 834218"/>
                <a:gd name="connsiteX270-38597" fmla="*/ 1451111 w 3024845"/>
                <a:gd name="connsiteY270-38598" fmla="*/ 311296 h 834218"/>
                <a:gd name="connsiteX271-38599" fmla="*/ 1451111 w 3024845"/>
                <a:gd name="connsiteY271-38600" fmla="*/ 312647 h 834218"/>
                <a:gd name="connsiteX272-38601" fmla="*/ 1451111 w 3024845"/>
                <a:gd name="connsiteY272-38602" fmla="*/ 322105 h 834218"/>
                <a:gd name="connsiteX273-38603" fmla="*/ 1489618 w 3024845"/>
                <a:gd name="connsiteY273-38604" fmla="*/ 322105 h 834218"/>
                <a:gd name="connsiteX274-38605" fmla="*/ 1489618 w 3024845"/>
                <a:gd name="connsiteY274-38606" fmla="*/ 460458 h 834218"/>
                <a:gd name="connsiteX275-38607" fmla="*/ 1491138 w 3024845"/>
                <a:gd name="connsiteY275-38608" fmla="*/ 460458 h 834218"/>
                <a:gd name="connsiteX276-38609" fmla="*/ 1501778 w 3024845"/>
                <a:gd name="connsiteY276-38610" fmla="*/ 460458 h 834218"/>
                <a:gd name="connsiteX277-38611" fmla="*/ 1501778 w 3024845"/>
                <a:gd name="connsiteY277-38612" fmla="*/ 447488 h 834218"/>
                <a:gd name="connsiteX278-38613" fmla="*/ 1505832 w 3024845"/>
                <a:gd name="connsiteY278-38614" fmla="*/ 447488 h 834218"/>
                <a:gd name="connsiteX279-38615" fmla="*/ 1505832 w 3024845"/>
                <a:gd name="connsiteY279-38616" fmla="*/ 460458 h 834218"/>
                <a:gd name="connsiteX280-38617" fmla="*/ 1536232 w 3024845"/>
                <a:gd name="connsiteY280-38618" fmla="*/ 460458 h 834218"/>
                <a:gd name="connsiteX281-38619" fmla="*/ 1536232 w 3024845"/>
                <a:gd name="connsiteY281-38620" fmla="*/ 430193 h 834218"/>
                <a:gd name="connsiteX282-38621" fmla="*/ 1548392 w 3024845"/>
                <a:gd name="connsiteY282-38622" fmla="*/ 430193 h 834218"/>
                <a:gd name="connsiteX283-38623" fmla="*/ 1560552 w 3024845"/>
                <a:gd name="connsiteY283-38624" fmla="*/ 428032 h 834218"/>
                <a:gd name="connsiteX284-38625" fmla="*/ 1564606 w 3024845"/>
                <a:gd name="connsiteY284-38626" fmla="*/ 430193 h 834218"/>
                <a:gd name="connsiteX285-38627" fmla="*/ 1574739 w 3024845"/>
                <a:gd name="connsiteY285-38628" fmla="*/ 430193 h 834218"/>
                <a:gd name="connsiteX286-38629" fmla="*/ 1574739 w 3024845"/>
                <a:gd name="connsiteY286-38630" fmla="*/ 460458 h 834218"/>
                <a:gd name="connsiteX287-38631" fmla="*/ 1582846 w 3024845"/>
                <a:gd name="connsiteY287-38632" fmla="*/ 460458 h 834218"/>
                <a:gd name="connsiteX288-38633" fmla="*/ 1582846 w 3024845"/>
                <a:gd name="connsiteY288-38634" fmla="*/ 477753 h 834218"/>
                <a:gd name="connsiteX289-38635" fmla="*/ 1592182 w 3024845"/>
                <a:gd name="connsiteY289-38636" fmla="*/ 478658 h 834218"/>
                <a:gd name="connsiteX290-38637" fmla="*/ 1605140 w 3024845"/>
                <a:gd name="connsiteY290-38638" fmla="*/ 478658 h 834218"/>
                <a:gd name="connsiteX291-38639" fmla="*/ 1605140 w 3024845"/>
                <a:gd name="connsiteY291-38640" fmla="*/ 462620 h 834218"/>
                <a:gd name="connsiteX292-38641" fmla="*/ 1673096 w 3024845"/>
                <a:gd name="connsiteY292-38642" fmla="*/ 462620 h 834218"/>
                <a:gd name="connsiteX293-38643" fmla="*/ 1673096 w 3024845"/>
                <a:gd name="connsiteY293-38644" fmla="*/ 377367 h 834218"/>
                <a:gd name="connsiteX294-38645" fmla="*/ 1745104 w 3024845"/>
                <a:gd name="connsiteY294-38646" fmla="*/ 377367 h 834218"/>
                <a:gd name="connsiteX295-38647" fmla="*/ 1745104 w 3024845"/>
                <a:gd name="connsiteY295-38648" fmla="*/ 456135 h 834218"/>
                <a:gd name="connsiteX296-38649" fmla="*/ 1747008 w 3024845"/>
                <a:gd name="connsiteY296-38650" fmla="*/ 456135 h 834218"/>
                <a:gd name="connsiteX297-38651" fmla="*/ 1748250 w 3024845"/>
                <a:gd name="connsiteY297-38652" fmla="*/ 478658 h 834218"/>
                <a:gd name="connsiteX298-38653" fmla="*/ 1757926 w 3024845"/>
                <a:gd name="connsiteY298-38654" fmla="*/ 478658 h 834218"/>
                <a:gd name="connsiteX299-38655" fmla="*/ 1759168 w 3024845"/>
                <a:gd name="connsiteY299-38656" fmla="*/ 456135 h 834218"/>
                <a:gd name="connsiteX300-38657" fmla="*/ 1765248 w 3024845"/>
                <a:gd name="connsiteY300-38658" fmla="*/ 456135 h 834218"/>
                <a:gd name="connsiteX301-38659" fmla="*/ 1766490 w 3024845"/>
                <a:gd name="connsiteY301-38660" fmla="*/ 478658 h 834218"/>
                <a:gd name="connsiteX302-38661" fmla="*/ 1817112 w 3024845"/>
                <a:gd name="connsiteY302-38662" fmla="*/ 478658 h 834218"/>
                <a:gd name="connsiteX303-38663" fmla="*/ 1817112 w 3024845"/>
                <a:gd name="connsiteY303-38664" fmla="*/ 315630 h 834218"/>
                <a:gd name="connsiteX304-38665" fmla="*/ 2014439 w 3024845"/>
                <a:gd name="connsiteY304-38666" fmla="*/ 315630 h 834218"/>
                <a:gd name="connsiteX305-38667" fmla="*/ 2014439 w 3024845"/>
                <a:gd name="connsiteY305-38668" fmla="*/ 478658 h 834218"/>
                <a:gd name="connsiteX306-38669" fmla="*/ 2033136 w 3024845"/>
                <a:gd name="connsiteY306-38670" fmla="*/ 478658 h 834218"/>
                <a:gd name="connsiteX307-38671" fmla="*/ 2033136 w 3024845"/>
                <a:gd name="connsiteY307-38672" fmla="*/ 395965 h 834218"/>
                <a:gd name="connsiteX308-38673" fmla="*/ 2128256 w 3024845"/>
                <a:gd name="connsiteY308-38674" fmla="*/ 395965 h 834218"/>
                <a:gd name="connsiteX309-38675" fmla="*/ 2180720 w 3024845"/>
                <a:gd name="connsiteY309-38676" fmla="*/ 330752 h 834218"/>
                <a:gd name="connsiteX310-38677" fmla="*/ 2245574 w 3024845"/>
                <a:gd name="connsiteY310-38678" fmla="*/ 330752 h 834218"/>
                <a:gd name="connsiteX311-38679" fmla="*/ 2245574 w 3024845"/>
                <a:gd name="connsiteY311-38680" fmla="*/ 406414 h 834218"/>
                <a:gd name="connsiteX312-38681" fmla="*/ 2253681 w 3024845"/>
                <a:gd name="connsiteY312-38682" fmla="*/ 406414 h 834218"/>
                <a:gd name="connsiteX313-38683" fmla="*/ 2255708 w 3024845"/>
                <a:gd name="connsiteY313-38684" fmla="*/ 399929 h 834218"/>
                <a:gd name="connsiteX314-38685" fmla="*/ 2261788 w 3024845"/>
                <a:gd name="connsiteY314-38686" fmla="*/ 399929 h 834218"/>
                <a:gd name="connsiteX315-38687" fmla="*/ 2263815 w 3024845"/>
                <a:gd name="connsiteY315-38688" fmla="*/ 408576 h 834218"/>
                <a:gd name="connsiteX316-38689" fmla="*/ 2275975 w 3024845"/>
                <a:gd name="connsiteY316-38690" fmla="*/ 408576 h 834218"/>
                <a:gd name="connsiteX317-38691" fmla="*/ 2275975 w 3024845"/>
                <a:gd name="connsiteY317-38692" fmla="*/ 402090 h 834218"/>
                <a:gd name="connsiteX318-38693" fmla="*/ 2298268 w 3024845"/>
                <a:gd name="connsiteY318-38694" fmla="*/ 402090 h 834218"/>
                <a:gd name="connsiteX319-38695" fmla="*/ 2298268 w 3024845"/>
                <a:gd name="connsiteY319-38696" fmla="*/ 408576 h 834218"/>
                <a:gd name="connsiteX320-38697" fmla="*/ 2318535 w 3024845"/>
                <a:gd name="connsiteY320-38698" fmla="*/ 408576 h 834218"/>
                <a:gd name="connsiteX321-38699" fmla="*/ 2318535 w 3024845"/>
                <a:gd name="connsiteY321-38700" fmla="*/ 453973 h 834218"/>
                <a:gd name="connsiteX322-38701" fmla="*/ 2332722 w 3024845"/>
                <a:gd name="connsiteY322-38702" fmla="*/ 453973 h 834218"/>
                <a:gd name="connsiteX323-38703" fmla="*/ 2332722 w 3024845"/>
                <a:gd name="connsiteY323-38704" fmla="*/ 441002 h 834218"/>
                <a:gd name="connsiteX324-38705" fmla="*/ 2348936 w 3024845"/>
                <a:gd name="connsiteY324-38706" fmla="*/ 441002 h 834218"/>
                <a:gd name="connsiteX325-38707" fmla="*/ 2348936 w 3024845"/>
                <a:gd name="connsiteY325-38708" fmla="*/ 261575 h 834218"/>
                <a:gd name="connsiteX326-38709" fmla="*/ 2355016 w 3024845"/>
                <a:gd name="connsiteY326-38710" fmla="*/ 255089 h 834218"/>
                <a:gd name="connsiteX327-38711" fmla="*/ 2427977 w 3024845"/>
                <a:gd name="connsiteY327-38712" fmla="*/ 255089 h 834218"/>
                <a:gd name="connsiteX328-38713" fmla="*/ 2427977 w 3024845"/>
                <a:gd name="connsiteY328-38714" fmla="*/ 263737 h 834218"/>
                <a:gd name="connsiteX329-38715" fmla="*/ 2438110 w 3024845"/>
                <a:gd name="connsiteY329-38716" fmla="*/ 263737 h 834218"/>
                <a:gd name="connsiteX330-38717" fmla="*/ 2438110 w 3024845"/>
                <a:gd name="connsiteY330-38718" fmla="*/ 378311 h 834218"/>
                <a:gd name="connsiteX331-38719" fmla="*/ 2460404 w 3024845"/>
                <a:gd name="connsiteY331-38720" fmla="*/ 378311 h 834218"/>
                <a:gd name="connsiteX332-38721" fmla="*/ 2460404 w 3024845"/>
                <a:gd name="connsiteY332-38722" fmla="*/ 311296 h 834218"/>
                <a:gd name="connsiteX333-38723" fmla="*/ 2486751 w 3024845"/>
                <a:gd name="connsiteY333-38724" fmla="*/ 311296 h 834218"/>
                <a:gd name="connsiteX334-38725" fmla="*/ 2490804 w 3024845"/>
                <a:gd name="connsiteY334-38726" fmla="*/ 306972 h 834218"/>
                <a:gd name="connsiteX335-38727" fmla="*/ 2498911 w 3024845"/>
                <a:gd name="connsiteY335-38728" fmla="*/ 306972 h 834218"/>
                <a:gd name="connsiteX336-38729" fmla="*/ 2502964 w 3024845"/>
                <a:gd name="connsiteY336-38730" fmla="*/ 311296 h 834218"/>
                <a:gd name="connsiteX337-38731" fmla="*/ 2525258 w 3024845"/>
                <a:gd name="connsiteY337-38732" fmla="*/ 311296 h 834218"/>
                <a:gd name="connsiteX338-38733" fmla="*/ 2525258 w 3024845"/>
                <a:gd name="connsiteY338-38734" fmla="*/ 194560 h 834218"/>
                <a:gd name="connsiteX339-38735" fmla="*/ 2582005 w 3024845"/>
                <a:gd name="connsiteY339-38736" fmla="*/ 183751 h 834218"/>
                <a:gd name="connsiteX340-38737" fmla="*/ 2582005 w 3024845"/>
                <a:gd name="connsiteY340-38738" fmla="*/ 184832 h 834218"/>
                <a:gd name="connsiteX341-38739" fmla="*/ 2582005 w 3024845"/>
                <a:gd name="connsiteY341-38740" fmla="*/ 192398 h 834218"/>
                <a:gd name="connsiteX342-38741" fmla="*/ 2608352 w 3024845"/>
                <a:gd name="connsiteY342-38742" fmla="*/ 192398 h 834218"/>
                <a:gd name="connsiteX343-38743" fmla="*/ 2608352 w 3024845"/>
                <a:gd name="connsiteY343-38744" fmla="*/ 447488 h 834218"/>
                <a:gd name="connsiteX344-38745" fmla="*/ 2630646 w 3024845"/>
                <a:gd name="connsiteY344-38746" fmla="*/ 447488 h 834218"/>
                <a:gd name="connsiteX345-38747" fmla="*/ 2630646 w 3024845"/>
                <a:gd name="connsiteY345-38748" fmla="*/ 443164 h 834218"/>
                <a:gd name="connsiteX346-38749" fmla="*/ 2642806 w 3024845"/>
                <a:gd name="connsiteY346-38750" fmla="*/ 443164 h 834218"/>
                <a:gd name="connsiteX347-38751" fmla="*/ 2642806 w 3024845"/>
                <a:gd name="connsiteY347-38752" fmla="*/ 447488 h 834218"/>
                <a:gd name="connsiteX348-38753" fmla="*/ 2667126 w 3024845"/>
                <a:gd name="connsiteY348-38754" fmla="*/ 447488 h 834218"/>
                <a:gd name="connsiteX349-38755" fmla="*/ 2667126 w 3024845"/>
                <a:gd name="connsiteY349-38756" fmla="*/ 434517 h 834218"/>
                <a:gd name="connsiteX350-38757" fmla="*/ 2695500 w 3024845"/>
                <a:gd name="connsiteY350-38758" fmla="*/ 434517 h 834218"/>
                <a:gd name="connsiteX351-38759" fmla="*/ 2707660 w 3024845"/>
                <a:gd name="connsiteY351-38760" fmla="*/ 430193 h 834218"/>
                <a:gd name="connsiteX352-38761" fmla="*/ 2727927 w 3024845"/>
                <a:gd name="connsiteY352-38762" fmla="*/ 434517 h 834218"/>
                <a:gd name="connsiteX353-38763" fmla="*/ 2727927 w 3024845"/>
                <a:gd name="connsiteY353-38764" fmla="*/ 417223 h 834218"/>
                <a:gd name="connsiteX354-38765" fmla="*/ 2736034 w 3024845"/>
                <a:gd name="connsiteY354-38766" fmla="*/ 417223 h 834218"/>
                <a:gd name="connsiteX355-38767" fmla="*/ 2736034 w 3024845"/>
                <a:gd name="connsiteY355-38768" fmla="*/ 404252 h 834218"/>
                <a:gd name="connsiteX356-38769" fmla="*/ 2792781 w 3024845"/>
                <a:gd name="connsiteY356-38770" fmla="*/ 404252 h 834218"/>
                <a:gd name="connsiteX357-38771" fmla="*/ 2792781 w 3024845"/>
                <a:gd name="connsiteY357-38772" fmla="*/ 373987 h 834218"/>
                <a:gd name="connsiteX358-38773" fmla="*/ 2811021 w 3024845"/>
                <a:gd name="connsiteY358-38774" fmla="*/ 373987 h 834218"/>
                <a:gd name="connsiteX359-38775" fmla="*/ 2811021 w 3024845"/>
                <a:gd name="connsiteY359-38776" fmla="*/ 367502 h 834218"/>
                <a:gd name="connsiteX360-38777" fmla="*/ 2823181 w 3024845"/>
                <a:gd name="connsiteY360-38778" fmla="*/ 367502 h 834218"/>
                <a:gd name="connsiteX361-38779" fmla="*/ 2823181 w 3024845"/>
                <a:gd name="connsiteY361-38780" fmla="*/ 373987 h 834218"/>
                <a:gd name="connsiteX362-38781" fmla="*/ 2839395 w 3024845"/>
                <a:gd name="connsiteY362-38782" fmla="*/ 373987 h 834218"/>
                <a:gd name="connsiteX363-38783" fmla="*/ 2839395 w 3024845"/>
                <a:gd name="connsiteY363-38784" fmla="*/ 423708 h 834218"/>
                <a:gd name="connsiteX364-38785" fmla="*/ 2871822 w 3024845"/>
                <a:gd name="connsiteY364-38786" fmla="*/ 423708 h 834218"/>
                <a:gd name="connsiteX365-38787" fmla="*/ 2871822 w 3024845"/>
                <a:gd name="connsiteY365-38788" fmla="*/ 397767 h 834218"/>
                <a:gd name="connsiteX366-38789" fmla="*/ 2910329 w 3024845"/>
                <a:gd name="connsiteY366-38790" fmla="*/ 397767 h 834218"/>
                <a:gd name="connsiteX367-38791" fmla="*/ 2910329 w 3024845"/>
                <a:gd name="connsiteY367-38792" fmla="*/ 367502 h 834218"/>
                <a:gd name="connsiteX368-38793" fmla="*/ 2958970 w 3024845"/>
                <a:gd name="connsiteY368-38794" fmla="*/ 367502 h 834218"/>
                <a:gd name="connsiteX369-38795" fmla="*/ 2958970 w 3024845"/>
                <a:gd name="connsiteY369-38796" fmla="*/ 478658 h 834218"/>
                <a:gd name="connsiteX370-38797" fmla="*/ 2958970 w 3024845"/>
                <a:gd name="connsiteY370-38798" fmla="*/ 492437 h 834218"/>
                <a:gd name="connsiteX371-38799" fmla="*/ 3024845 w 3024845"/>
                <a:gd name="connsiteY371-38800" fmla="*/ 492437 h 834218"/>
                <a:gd name="connsiteX372-38801" fmla="*/ 3024845 w 3024845"/>
                <a:gd name="connsiteY372-38802" fmla="*/ 834218 h 834218"/>
                <a:gd name="connsiteX373-38803" fmla="*/ 2054 w 3024845"/>
                <a:gd name="connsiteY373-38804" fmla="*/ 831885 h 834218"/>
                <a:gd name="connsiteX374-38805" fmla="*/ 0 w 3024845"/>
                <a:gd name="connsiteY374-38806" fmla="*/ 397767 h 834218"/>
                <a:gd name="connsiteX375-38807" fmla="*/ 20267 w 3024845"/>
                <a:gd name="connsiteY375-38808" fmla="*/ 397767 h 834218"/>
                <a:gd name="connsiteX376-38809" fmla="*/ 20774 w 3024845"/>
                <a:gd name="connsiteY376-38810" fmla="*/ 396686 h 834218"/>
                <a:gd name="connsiteX377-38811" fmla="*/ 24320 w 3024845"/>
                <a:gd name="connsiteY377-38812" fmla="*/ 389120 h 834218"/>
                <a:gd name="connsiteX378-38813" fmla="*/ 26094 w 3024845"/>
                <a:gd name="connsiteY378-38814" fmla="*/ 389390 h 834218"/>
                <a:gd name="connsiteX379-38815" fmla="*/ 38507 w 3024845"/>
                <a:gd name="connsiteY379-38816" fmla="*/ 391281 h 834218"/>
                <a:gd name="connsiteX380-38817" fmla="*/ 39014 w 3024845"/>
                <a:gd name="connsiteY380-38818" fmla="*/ 392633 h 834218"/>
                <a:gd name="connsiteX381-38819" fmla="*/ 42560 w 3024845"/>
                <a:gd name="connsiteY381-38820" fmla="*/ 402090 h 834218"/>
                <a:gd name="connsiteX382-38821" fmla="*/ 68907 w 3024845"/>
                <a:gd name="connsiteY382-38822" fmla="*/ 404252 h 834218"/>
                <a:gd name="connsiteX383-38823" fmla="*/ 68907 w 3024845"/>
                <a:gd name="connsiteY383-38824" fmla="*/ 281031 h 834218"/>
                <a:gd name="connsiteX384-38825" fmla="*/ 70934 w 3024845"/>
                <a:gd name="connsiteY384-38826" fmla="*/ 281031 h 834218"/>
                <a:gd name="connsiteX385-38827" fmla="*/ 85121 w 3024845"/>
                <a:gd name="connsiteY385-38828" fmla="*/ 281031 h 834218"/>
                <a:gd name="connsiteX386-38829" fmla="*/ 85121 w 3024845"/>
                <a:gd name="connsiteY386-38830" fmla="*/ 144839 h 834218"/>
                <a:gd name="connsiteX387-38831" fmla="*/ 86894 w 3024845"/>
                <a:gd name="connsiteY387-38832" fmla="*/ 144839 h 834218"/>
                <a:gd name="connsiteX388-38833" fmla="*/ 99308 w 3024845"/>
                <a:gd name="connsiteY388-38834" fmla="*/ 144839 h 834218"/>
                <a:gd name="connsiteX389-38835" fmla="*/ 99308 w 3024845"/>
                <a:gd name="connsiteY389-38836" fmla="*/ 30265 h 834218"/>
                <a:gd name="connsiteX390-38837" fmla="*/ 103361 w 3024845"/>
                <a:gd name="connsiteY390-38838" fmla="*/ 2161 h 834218"/>
                <a:gd name="connsiteX0-38839" fmla="*/ 103361 w 3024845"/>
                <a:gd name="connsiteY0-38840" fmla="*/ 2161 h 834218"/>
                <a:gd name="connsiteX1-38841" fmla="*/ 200642 w 3024845"/>
                <a:gd name="connsiteY1-38842" fmla="*/ 0 h 834218"/>
                <a:gd name="connsiteX2-38843" fmla="*/ 202669 w 3024845"/>
                <a:gd name="connsiteY2-38844" fmla="*/ 0 h 834218"/>
                <a:gd name="connsiteX3-38845" fmla="*/ 216856 w 3024845"/>
                <a:gd name="connsiteY3-38846" fmla="*/ 0 h 834218"/>
                <a:gd name="connsiteX4-38847" fmla="*/ 220909 w 3024845"/>
                <a:gd name="connsiteY4-38848" fmla="*/ 30265 h 834218"/>
                <a:gd name="connsiteX5-38849" fmla="*/ 220909 w 3024845"/>
                <a:gd name="connsiteY5-38850" fmla="*/ 144839 h 834218"/>
                <a:gd name="connsiteX6-38851" fmla="*/ 223189 w 3024845"/>
                <a:gd name="connsiteY6-38852" fmla="*/ 144839 h 834218"/>
                <a:gd name="connsiteX7-38853" fmla="*/ 239150 w 3024845"/>
                <a:gd name="connsiteY7-38854" fmla="*/ 144839 h 834218"/>
                <a:gd name="connsiteX8-38855" fmla="*/ 239150 w 3024845"/>
                <a:gd name="connsiteY8-38856" fmla="*/ 285354 h 834218"/>
                <a:gd name="connsiteX9-38857" fmla="*/ 240670 w 3024845"/>
                <a:gd name="connsiteY9-38858" fmla="*/ 285084 h 834218"/>
                <a:gd name="connsiteX10-38859" fmla="*/ 251310 w 3024845"/>
                <a:gd name="connsiteY10-38860" fmla="*/ 283193 h 834218"/>
                <a:gd name="connsiteX11-38861" fmla="*/ 249283 w 3024845"/>
                <a:gd name="connsiteY11-38862" fmla="*/ 371825 h 834218"/>
                <a:gd name="connsiteX12-38863" fmla="*/ 250803 w 3024845"/>
                <a:gd name="connsiteY12-38864" fmla="*/ 372096 h 834218"/>
                <a:gd name="connsiteX13-38865" fmla="*/ 261443 w 3024845"/>
                <a:gd name="connsiteY13-38866" fmla="*/ 373987 h 834218"/>
                <a:gd name="connsiteX14-38867" fmla="*/ 261696 w 3024845"/>
                <a:gd name="connsiteY14-38868" fmla="*/ 374798 h 834218"/>
                <a:gd name="connsiteX15-38869" fmla="*/ 263470 w 3024845"/>
                <a:gd name="connsiteY15-38870" fmla="*/ 380473 h 834218"/>
                <a:gd name="connsiteX16-38871" fmla="*/ 264230 w 3024845"/>
                <a:gd name="connsiteY16-38872" fmla="*/ 378041 h 834218"/>
                <a:gd name="connsiteX17-38873" fmla="*/ 269550 w 3024845"/>
                <a:gd name="connsiteY17-38874" fmla="*/ 361017 h 834218"/>
                <a:gd name="connsiteX18-38875" fmla="*/ 271323 w 3024845"/>
                <a:gd name="connsiteY18-38876" fmla="*/ 361017 h 834218"/>
                <a:gd name="connsiteX19-38877" fmla="*/ 283737 w 3024845"/>
                <a:gd name="connsiteY19-38878" fmla="*/ 361017 h 834218"/>
                <a:gd name="connsiteX20-38879" fmla="*/ 283737 w 3024845"/>
                <a:gd name="connsiteY20-38880" fmla="*/ 393443 h 834218"/>
                <a:gd name="connsiteX21-38881" fmla="*/ 284750 w 3024845"/>
                <a:gd name="connsiteY21-38882" fmla="*/ 393984 h 834218"/>
                <a:gd name="connsiteX22-38883" fmla="*/ 291844 w 3024845"/>
                <a:gd name="connsiteY22-38884" fmla="*/ 397767 h 834218"/>
                <a:gd name="connsiteX23-38885" fmla="*/ 291844 w 3024845"/>
                <a:gd name="connsiteY23-38886" fmla="*/ 399118 h 834218"/>
                <a:gd name="connsiteX24-38887" fmla="*/ 291844 w 3024845"/>
                <a:gd name="connsiteY24-38888" fmla="*/ 408576 h 834218"/>
                <a:gd name="connsiteX25-38889" fmla="*/ 336431 w 3024845"/>
                <a:gd name="connsiteY25-38890" fmla="*/ 408576 h 834218"/>
                <a:gd name="connsiteX26-38891" fmla="*/ 336431 w 3024845"/>
                <a:gd name="connsiteY26-38892" fmla="*/ 409657 h 834218"/>
                <a:gd name="connsiteX27-38893" fmla="*/ 336431 w 3024845"/>
                <a:gd name="connsiteY27-38894" fmla="*/ 417223 h 834218"/>
                <a:gd name="connsiteX28-38895" fmla="*/ 338457 w 3024845"/>
                <a:gd name="connsiteY28-38896" fmla="*/ 417223 h 834218"/>
                <a:gd name="connsiteX29-38897" fmla="*/ 352644 w 3024845"/>
                <a:gd name="connsiteY29-38898" fmla="*/ 417223 h 834218"/>
                <a:gd name="connsiteX30-38899" fmla="*/ 352644 w 3024845"/>
                <a:gd name="connsiteY30-38900" fmla="*/ 386958 h 834218"/>
                <a:gd name="connsiteX31-38901" fmla="*/ 397231 w 3024845"/>
                <a:gd name="connsiteY31-38902" fmla="*/ 386958 h 834218"/>
                <a:gd name="connsiteX32-38903" fmla="*/ 397231 w 3024845"/>
                <a:gd name="connsiteY32-38904" fmla="*/ 385607 h 834218"/>
                <a:gd name="connsiteX33-38905" fmla="*/ 397231 w 3024845"/>
                <a:gd name="connsiteY33-38906" fmla="*/ 376149 h 834218"/>
                <a:gd name="connsiteX34-38907" fmla="*/ 398245 w 3024845"/>
                <a:gd name="connsiteY34-38908" fmla="*/ 376149 h 834218"/>
                <a:gd name="connsiteX35-38909" fmla="*/ 405338 w 3024845"/>
                <a:gd name="connsiteY35-38910" fmla="*/ 376149 h 834218"/>
                <a:gd name="connsiteX36-38911" fmla="*/ 405338 w 3024845"/>
                <a:gd name="connsiteY36-38912" fmla="*/ 374258 h 834218"/>
                <a:gd name="connsiteX37-38913" fmla="*/ 405338 w 3024845"/>
                <a:gd name="connsiteY37-38914" fmla="*/ 361017 h 834218"/>
                <a:gd name="connsiteX38-38915" fmla="*/ 406098 w 3024845"/>
                <a:gd name="connsiteY38-38916" fmla="*/ 361017 h 834218"/>
                <a:gd name="connsiteX39-38917" fmla="*/ 411418 w 3024845"/>
                <a:gd name="connsiteY39-38918" fmla="*/ 361017 h 834218"/>
                <a:gd name="connsiteX40-38919" fmla="*/ 411418 w 3024845"/>
                <a:gd name="connsiteY40-38920" fmla="*/ 359936 h 834218"/>
                <a:gd name="connsiteX41-38921" fmla="*/ 411418 w 3024845"/>
                <a:gd name="connsiteY41-38922" fmla="*/ 352369 h 834218"/>
                <a:gd name="connsiteX42-38923" fmla="*/ 413445 w 3024845"/>
                <a:gd name="connsiteY42-38924" fmla="*/ 352369 h 834218"/>
                <a:gd name="connsiteX43-38925" fmla="*/ 427632 w 3024845"/>
                <a:gd name="connsiteY43-38926" fmla="*/ 352369 h 834218"/>
                <a:gd name="connsiteX44-38927" fmla="*/ 427632 w 3024845"/>
                <a:gd name="connsiteY44-38928" fmla="*/ 353450 h 834218"/>
                <a:gd name="connsiteX45-38929" fmla="*/ 427632 w 3024845"/>
                <a:gd name="connsiteY45-38930" fmla="*/ 361017 h 834218"/>
                <a:gd name="connsiteX46-38931" fmla="*/ 449925 w 3024845"/>
                <a:gd name="connsiteY46-38932" fmla="*/ 361017 h 834218"/>
                <a:gd name="connsiteX47-38933" fmla="*/ 449925 w 3024845"/>
                <a:gd name="connsiteY47-38934" fmla="*/ 359125 h 834218"/>
                <a:gd name="connsiteX48-38935" fmla="*/ 449925 w 3024845"/>
                <a:gd name="connsiteY48-38936" fmla="*/ 345884 h 834218"/>
                <a:gd name="connsiteX49-38937" fmla="*/ 451699 w 3024845"/>
                <a:gd name="connsiteY49-38938" fmla="*/ 345884 h 834218"/>
                <a:gd name="connsiteX50-38939" fmla="*/ 464112 w 3024845"/>
                <a:gd name="connsiteY50-38940" fmla="*/ 345884 h 834218"/>
                <a:gd name="connsiteX51-38941" fmla="*/ 464112 w 3024845"/>
                <a:gd name="connsiteY51-38942" fmla="*/ 369664 h 834218"/>
                <a:gd name="connsiteX52-38943" fmla="*/ 465126 w 3024845"/>
                <a:gd name="connsiteY52-38944" fmla="*/ 369664 h 834218"/>
                <a:gd name="connsiteX53-38945" fmla="*/ 472219 w 3024845"/>
                <a:gd name="connsiteY53-38946" fmla="*/ 369664 h 834218"/>
                <a:gd name="connsiteX54-38947" fmla="*/ 472219 w 3024845"/>
                <a:gd name="connsiteY54-38948" fmla="*/ 368583 h 834218"/>
                <a:gd name="connsiteX55-38949" fmla="*/ 472219 w 3024845"/>
                <a:gd name="connsiteY55-38950" fmla="*/ 361017 h 834218"/>
                <a:gd name="connsiteX56-38951" fmla="*/ 473992 w 3024845"/>
                <a:gd name="connsiteY56-38952" fmla="*/ 361017 h 834218"/>
                <a:gd name="connsiteX57-38953" fmla="*/ 486406 w 3024845"/>
                <a:gd name="connsiteY57-38954" fmla="*/ 361017 h 834218"/>
                <a:gd name="connsiteX58-38955" fmla="*/ 486406 w 3024845"/>
                <a:gd name="connsiteY58-38956" fmla="*/ 386958 h 834218"/>
                <a:gd name="connsiteX59-38957" fmla="*/ 488433 w 3024845"/>
                <a:gd name="connsiteY59-38958" fmla="*/ 386958 h 834218"/>
                <a:gd name="connsiteX60-38959" fmla="*/ 502619 w 3024845"/>
                <a:gd name="connsiteY60-38960" fmla="*/ 386958 h 834218"/>
                <a:gd name="connsiteX61-38961" fmla="*/ 502619 w 3024845"/>
                <a:gd name="connsiteY61-38962" fmla="*/ 388579 h 834218"/>
                <a:gd name="connsiteX62-38963" fmla="*/ 502619 w 3024845"/>
                <a:gd name="connsiteY62-38964" fmla="*/ 399929 h 834218"/>
                <a:gd name="connsiteX63-38965" fmla="*/ 503379 w 3024845"/>
                <a:gd name="connsiteY63-38966" fmla="*/ 399929 h 834218"/>
                <a:gd name="connsiteX64-38967" fmla="*/ 508700 w 3024845"/>
                <a:gd name="connsiteY64-38968" fmla="*/ 399929 h 834218"/>
                <a:gd name="connsiteX65-38969" fmla="*/ 508700 w 3024845"/>
                <a:gd name="connsiteY65-38970" fmla="*/ 399118 h 834218"/>
                <a:gd name="connsiteX66-38971" fmla="*/ 508700 w 3024845"/>
                <a:gd name="connsiteY66-38972" fmla="*/ 393443 h 834218"/>
                <a:gd name="connsiteX67-38973" fmla="*/ 539100 w 3024845"/>
                <a:gd name="connsiteY67-38974" fmla="*/ 393443 h 834218"/>
                <a:gd name="connsiteX68-38975" fmla="*/ 539100 w 3024845"/>
                <a:gd name="connsiteY68-38976" fmla="*/ 417223 h 834218"/>
                <a:gd name="connsiteX69-38977" fmla="*/ 540113 w 3024845"/>
                <a:gd name="connsiteY69-38978" fmla="*/ 417223 h 834218"/>
                <a:gd name="connsiteX70-38979" fmla="*/ 547207 w 3024845"/>
                <a:gd name="connsiteY70-38980" fmla="*/ 417223 h 834218"/>
                <a:gd name="connsiteX71-38981" fmla="*/ 547207 w 3024845"/>
                <a:gd name="connsiteY71-38982" fmla="*/ 418304 h 834218"/>
                <a:gd name="connsiteX72-38983" fmla="*/ 547207 w 3024845"/>
                <a:gd name="connsiteY72-38984" fmla="*/ 425870 h 834218"/>
                <a:gd name="connsiteX73-38985" fmla="*/ 547967 w 3024845"/>
                <a:gd name="connsiteY73-38986" fmla="*/ 425870 h 834218"/>
                <a:gd name="connsiteX74-38987" fmla="*/ 553287 w 3024845"/>
                <a:gd name="connsiteY74-38988" fmla="*/ 425870 h 834218"/>
                <a:gd name="connsiteX75-38989" fmla="*/ 553287 w 3024845"/>
                <a:gd name="connsiteY75-38990" fmla="*/ 423708 h 834218"/>
                <a:gd name="connsiteX76-38991" fmla="*/ 553287 w 3024845"/>
                <a:gd name="connsiteY76-38992" fmla="*/ 408576 h 834218"/>
                <a:gd name="connsiteX77-38993" fmla="*/ 554300 w 3024845"/>
                <a:gd name="connsiteY77-38994" fmla="*/ 408576 h 834218"/>
                <a:gd name="connsiteX78-38995" fmla="*/ 561394 w 3024845"/>
                <a:gd name="connsiteY78-38996" fmla="*/ 408576 h 834218"/>
                <a:gd name="connsiteX79-38997" fmla="*/ 561394 w 3024845"/>
                <a:gd name="connsiteY79-38998" fmla="*/ 409657 h 834218"/>
                <a:gd name="connsiteX80-38999" fmla="*/ 561394 w 3024845"/>
                <a:gd name="connsiteY80-39000" fmla="*/ 417223 h 834218"/>
                <a:gd name="connsiteX81-39001" fmla="*/ 566714 w 3024845"/>
                <a:gd name="connsiteY81-39002" fmla="*/ 415230 h 834218"/>
                <a:gd name="connsiteX82-39003" fmla="*/ 567474 w 3024845"/>
                <a:gd name="connsiteY82-39004" fmla="*/ 414250 h 834218"/>
                <a:gd name="connsiteX83-39005" fmla="*/ 567474 w 3024845"/>
                <a:gd name="connsiteY83-39006" fmla="*/ 408576 h 834218"/>
                <a:gd name="connsiteX84-39007" fmla="*/ 605981 w 3024845"/>
                <a:gd name="connsiteY84-39008" fmla="*/ 408576 h 834218"/>
                <a:gd name="connsiteX85-39009" fmla="*/ 605981 w 3024845"/>
                <a:gd name="connsiteY85-39010" fmla="*/ 432355 h 834218"/>
                <a:gd name="connsiteX86-39011" fmla="*/ 608007 w 3024845"/>
                <a:gd name="connsiteY86-39012" fmla="*/ 432355 h 834218"/>
                <a:gd name="connsiteX87-39013" fmla="*/ 622194 w 3024845"/>
                <a:gd name="connsiteY87-39014" fmla="*/ 432355 h 834218"/>
                <a:gd name="connsiteX88-39015" fmla="*/ 622194 w 3024845"/>
                <a:gd name="connsiteY88-39016" fmla="*/ 433436 h 834218"/>
                <a:gd name="connsiteX89-39017" fmla="*/ 622194 w 3024845"/>
                <a:gd name="connsiteY89-39018" fmla="*/ 441002 h 834218"/>
                <a:gd name="connsiteX90-39019" fmla="*/ 623968 w 3024845"/>
                <a:gd name="connsiteY90-39020" fmla="*/ 441002 h 834218"/>
                <a:gd name="connsiteX91-39021" fmla="*/ 636381 w 3024845"/>
                <a:gd name="connsiteY91-39022" fmla="*/ 441002 h 834218"/>
                <a:gd name="connsiteX92-39023" fmla="*/ 636381 w 3024845"/>
                <a:gd name="connsiteY92-39024" fmla="*/ 417223 h 834218"/>
                <a:gd name="connsiteX93-39025" fmla="*/ 637394 w 3024845"/>
                <a:gd name="connsiteY93-39026" fmla="*/ 417223 h 834218"/>
                <a:gd name="connsiteX94-39027" fmla="*/ 644488 w 3024845"/>
                <a:gd name="connsiteY94-39028" fmla="*/ 417223 h 834218"/>
                <a:gd name="connsiteX95-39029" fmla="*/ 644488 w 3024845"/>
                <a:gd name="connsiteY95-39030" fmla="*/ 384796 h 834218"/>
                <a:gd name="connsiteX96-39031" fmla="*/ 645501 w 3024845"/>
                <a:gd name="connsiteY96-39032" fmla="*/ 384796 h 834218"/>
                <a:gd name="connsiteX97-39033" fmla="*/ 652595 w 3024845"/>
                <a:gd name="connsiteY97-39034" fmla="*/ 384796 h 834218"/>
                <a:gd name="connsiteX98-39035" fmla="*/ 652595 w 3024845"/>
                <a:gd name="connsiteY98-39036" fmla="*/ 382905 h 834218"/>
                <a:gd name="connsiteX99-39037" fmla="*/ 652595 w 3024845"/>
                <a:gd name="connsiteY99-39038" fmla="*/ 369664 h 834218"/>
                <a:gd name="connsiteX100-39039" fmla="*/ 651328 w 3024845"/>
                <a:gd name="connsiteY100-39040" fmla="*/ 368042 h 834218"/>
                <a:gd name="connsiteX101-39041" fmla="*/ 656648 w 3024845"/>
                <a:gd name="connsiteY101-39042" fmla="*/ 356693 h 834218"/>
                <a:gd name="connsiteX102-39043" fmla="*/ 664755 w 3024845"/>
                <a:gd name="connsiteY102-39044" fmla="*/ 384796 h 834218"/>
                <a:gd name="connsiteX103-39045" fmla="*/ 665515 w 3024845"/>
                <a:gd name="connsiteY103-39046" fmla="*/ 384796 h 834218"/>
                <a:gd name="connsiteX104-39047" fmla="*/ 670835 w 3024845"/>
                <a:gd name="connsiteY104-39048" fmla="*/ 384796 h 834218"/>
                <a:gd name="connsiteX105-39049" fmla="*/ 670835 w 3024845"/>
                <a:gd name="connsiteY105-39050" fmla="*/ 278869 h 834218"/>
                <a:gd name="connsiteX106-39051" fmla="*/ 672355 w 3024845"/>
                <a:gd name="connsiteY106-39052" fmla="*/ 278869 h 834218"/>
                <a:gd name="connsiteX107-39053" fmla="*/ 682995 w 3024845"/>
                <a:gd name="connsiteY107-39054" fmla="*/ 278869 h 834218"/>
                <a:gd name="connsiteX108-39055" fmla="*/ 682995 w 3024845"/>
                <a:gd name="connsiteY108-39056" fmla="*/ 231310 h 834218"/>
                <a:gd name="connsiteX109-39057" fmla="*/ 709342 w 3024845"/>
                <a:gd name="connsiteY109-39058" fmla="*/ 231310 h 834218"/>
                <a:gd name="connsiteX110-39059" fmla="*/ 709342 w 3024845"/>
                <a:gd name="connsiteY110-39060" fmla="*/ 209692 h 834218"/>
                <a:gd name="connsiteX111-39061" fmla="*/ 743796 w 3024845"/>
                <a:gd name="connsiteY111-39062" fmla="*/ 209692 h 834218"/>
                <a:gd name="connsiteX112-39063" fmla="*/ 743796 w 3024845"/>
                <a:gd name="connsiteY112-39064" fmla="*/ 212124 h 834218"/>
                <a:gd name="connsiteX113-39065" fmla="*/ 743796 w 3024845"/>
                <a:gd name="connsiteY113-39066" fmla="*/ 229148 h 834218"/>
                <a:gd name="connsiteX114-39067" fmla="*/ 746076 w 3024845"/>
                <a:gd name="connsiteY114-39068" fmla="*/ 229148 h 834218"/>
                <a:gd name="connsiteX115-39069" fmla="*/ 762036 w 3024845"/>
                <a:gd name="connsiteY115-39070" fmla="*/ 229148 h 834218"/>
                <a:gd name="connsiteX116-39071" fmla="*/ 762036 w 3024845"/>
                <a:gd name="connsiteY116-39072" fmla="*/ 276707 h 834218"/>
                <a:gd name="connsiteX117-39073" fmla="*/ 763049 w 3024845"/>
                <a:gd name="connsiteY117-39074" fmla="*/ 276707 h 834218"/>
                <a:gd name="connsiteX118-39075" fmla="*/ 770143 w 3024845"/>
                <a:gd name="connsiteY118-39076" fmla="*/ 276707 h 834218"/>
                <a:gd name="connsiteX119-39077" fmla="*/ 784330 w 3024845"/>
                <a:gd name="connsiteY119-39078" fmla="*/ 281031 h 834218"/>
                <a:gd name="connsiteX120-39079" fmla="*/ 784330 w 3024845"/>
                <a:gd name="connsiteY120-39080" fmla="*/ 319943 h 834218"/>
                <a:gd name="connsiteX121-39081" fmla="*/ 785343 w 3024845"/>
                <a:gd name="connsiteY121-39082" fmla="*/ 319943 h 834218"/>
                <a:gd name="connsiteX122-39083" fmla="*/ 792436 w 3024845"/>
                <a:gd name="connsiteY122-39084" fmla="*/ 319943 h 834218"/>
                <a:gd name="connsiteX123-39085" fmla="*/ 792436 w 3024845"/>
                <a:gd name="connsiteY123-39086" fmla="*/ 321564 h 834218"/>
                <a:gd name="connsiteX124-39087" fmla="*/ 792436 w 3024845"/>
                <a:gd name="connsiteY124-39088" fmla="*/ 332913 h 834218"/>
                <a:gd name="connsiteX125-39089" fmla="*/ 794463 w 3024845"/>
                <a:gd name="connsiteY125-39090" fmla="*/ 332913 h 834218"/>
                <a:gd name="connsiteX126-39091" fmla="*/ 808650 w 3024845"/>
                <a:gd name="connsiteY126-39092" fmla="*/ 332913 h 834218"/>
                <a:gd name="connsiteX127-39093" fmla="*/ 814730 w 3024845"/>
                <a:gd name="connsiteY127-39094" fmla="*/ 339399 h 834218"/>
                <a:gd name="connsiteX128-39095" fmla="*/ 814730 w 3024845"/>
                <a:gd name="connsiteY128-39096" fmla="*/ 361017 h 834218"/>
                <a:gd name="connsiteX129-39097" fmla="*/ 817010 w 3024845"/>
                <a:gd name="connsiteY129-39098" fmla="*/ 361017 h 834218"/>
                <a:gd name="connsiteX130-39099" fmla="*/ 832970 w 3024845"/>
                <a:gd name="connsiteY130-39100" fmla="*/ 361017 h 834218"/>
                <a:gd name="connsiteX131-39101" fmla="*/ 832970 w 3024845"/>
                <a:gd name="connsiteY131-39102" fmla="*/ 362097 h 834218"/>
                <a:gd name="connsiteX132-39103" fmla="*/ 832970 w 3024845"/>
                <a:gd name="connsiteY132-39104" fmla="*/ 369664 h 834218"/>
                <a:gd name="connsiteX133-39105" fmla="*/ 834237 w 3024845"/>
                <a:gd name="connsiteY133-39106" fmla="*/ 369664 h 834218"/>
                <a:gd name="connsiteX134-39107" fmla="*/ 843104 w 3024845"/>
                <a:gd name="connsiteY134-39108" fmla="*/ 369664 h 834218"/>
                <a:gd name="connsiteX135-39109" fmla="*/ 843104 w 3024845"/>
                <a:gd name="connsiteY135-39110" fmla="*/ 371825 h 834218"/>
                <a:gd name="connsiteX136-39111" fmla="*/ 843104 w 3024845"/>
                <a:gd name="connsiteY136-39112" fmla="*/ 386958 h 834218"/>
                <a:gd name="connsiteX137-39113" fmla="*/ 847157 w 3024845"/>
                <a:gd name="connsiteY137-39114" fmla="*/ 385066 h 834218"/>
                <a:gd name="connsiteX138-39115" fmla="*/ 847157 w 3024845"/>
                <a:gd name="connsiteY138-39116" fmla="*/ 371825 h 834218"/>
                <a:gd name="connsiteX139-39117" fmla="*/ 848170 w 3024845"/>
                <a:gd name="connsiteY139-39118" fmla="*/ 371825 h 834218"/>
                <a:gd name="connsiteX140-39119" fmla="*/ 855264 w 3024845"/>
                <a:gd name="connsiteY140-39120" fmla="*/ 371825 h 834218"/>
                <a:gd name="connsiteX141-39121" fmla="*/ 855264 w 3024845"/>
                <a:gd name="connsiteY141-39122" fmla="*/ 373447 h 834218"/>
                <a:gd name="connsiteX142-39123" fmla="*/ 855264 w 3024845"/>
                <a:gd name="connsiteY142-39124" fmla="*/ 384796 h 834218"/>
                <a:gd name="connsiteX143-39125" fmla="*/ 856024 w 3024845"/>
                <a:gd name="connsiteY143-39126" fmla="*/ 384796 h 834218"/>
                <a:gd name="connsiteX144-39127" fmla="*/ 861344 w 3024845"/>
                <a:gd name="connsiteY144-39128" fmla="*/ 384796 h 834218"/>
                <a:gd name="connsiteX145-39129" fmla="*/ 909984 w 3024845"/>
                <a:gd name="connsiteY145-39130" fmla="*/ 380473 h 834218"/>
                <a:gd name="connsiteX146-39131" fmla="*/ 909984 w 3024845"/>
                <a:gd name="connsiteY146-39132" fmla="*/ 381824 h 834218"/>
                <a:gd name="connsiteX147-39133" fmla="*/ 909984 w 3024845"/>
                <a:gd name="connsiteY147-39134" fmla="*/ 391281 h 834218"/>
                <a:gd name="connsiteX148-39135" fmla="*/ 910744 w 3024845"/>
                <a:gd name="connsiteY148-39136" fmla="*/ 391281 h 834218"/>
                <a:gd name="connsiteX149-39137" fmla="*/ 916065 w 3024845"/>
                <a:gd name="connsiteY149-39138" fmla="*/ 391281 h 834218"/>
                <a:gd name="connsiteX150-39139" fmla="*/ 916065 w 3024845"/>
                <a:gd name="connsiteY150-39140" fmla="*/ 393443 h 834218"/>
                <a:gd name="connsiteX151-39141" fmla="*/ 916065 w 3024845"/>
                <a:gd name="connsiteY151-39142" fmla="*/ 408576 h 834218"/>
                <a:gd name="connsiteX152-39143" fmla="*/ 918091 w 3024845"/>
                <a:gd name="connsiteY152-39144" fmla="*/ 407225 h 834218"/>
                <a:gd name="connsiteX153-39145" fmla="*/ 932278 w 3024845"/>
                <a:gd name="connsiteY153-39146" fmla="*/ 397767 h 834218"/>
                <a:gd name="connsiteX154-39147" fmla="*/ 938358 w 3024845"/>
                <a:gd name="connsiteY154-39148" fmla="*/ 356693 h 834218"/>
                <a:gd name="connsiteX155-39149" fmla="*/ 939118 w 3024845"/>
                <a:gd name="connsiteY155-39150" fmla="*/ 356423 h 834218"/>
                <a:gd name="connsiteX156-39151" fmla="*/ 944438 w 3024845"/>
                <a:gd name="connsiteY156-39152" fmla="*/ 354531 h 834218"/>
                <a:gd name="connsiteX157-39153" fmla="*/ 946465 w 3024845"/>
                <a:gd name="connsiteY157-39154" fmla="*/ 285354 h 834218"/>
                <a:gd name="connsiteX158-39155" fmla="*/ 948492 w 3024845"/>
                <a:gd name="connsiteY158-39156" fmla="*/ 354531 h 834218"/>
                <a:gd name="connsiteX159-39157" fmla="*/ 949252 w 3024845"/>
                <a:gd name="connsiteY159-39158" fmla="*/ 354801 h 834218"/>
                <a:gd name="connsiteX160-39159" fmla="*/ 954572 w 3024845"/>
                <a:gd name="connsiteY160-39160" fmla="*/ 356693 h 834218"/>
                <a:gd name="connsiteX161-39161" fmla="*/ 954572 w 3024845"/>
                <a:gd name="connsiteY161-39162" fmla="*/ 270222 h 834218"/>
                <a:gd name="connsiteX162-39163" fmla="*/ 958625 w 3024845"/>
                <a:gd name="connsiteY162-39164" fmla="*/ 237795 h 834218"/>
                <a:gd name="connsiteX163-39165" fmla="*/ 997132 w 3024845"/>
                <a:gd name="connsiteY163-39166" fmla="*/ 237795 h 834218"/>
                <a:gd name="connsiteX164-39167" fmla="*/ 997132 w 3024845"/>
                <a:gd name="connsiteY164-39168" fmla="*/ 270222 h 834218"/>
                <a:gd name="connsiteX165-39169" fmla="*/ 997892 w 3024845"/>
                <a:gd name="connsiteY165-39170" fmla="*/ 270222 h 834218"/>
                <a:gd name="connsiteX166-39171" fmla="*/ 1003212 w 3024845"/>
                <a:gd name="connsiteY166-39172" fmla="*/ 270222 h 834218"/>
                <a:gd name="connsiteX167-39173" fmla="*/ 1003212 w 3024845"/>
                <a:gd name="connsiteY167-39174" fmla="*/ 188074 h 834218"/>
                <a:gd name="connsiteX168-39175" fmla="*/ 1004986 w 3024845"/>
                <a:gd name="connsiteY168-39176" fmla="*/ 188074 h 834218"/>
                <a:gd name="connsiteX169-39177" fmla="*/ 1017399 w 3024845"/>
                <a:gd name="connsiteY169-39178" fmla="*/ 188074 h 834218"/>
                <a:gd name="connsiteX170-39179" fmla="*/ 1017399 w 3024845"/>
                <a:gd name="connsiteY170-39180" fmla="*/ 186183 h 834218"/>
                <a:gd name="connsiteX171-39181" fmla="*/ 1017399 w 3024845"/>
                <a:gd name="connsiteY171-39182" fmla="*/ 172942 h 834218"/>
                <a:gd name="connsiteX172-39183" fmla="*/ 1039693 w 3024845"/>
                <a:gd name="connsiteY172-39184" fmla="*/ 172942 h 834218"/>
                <a:gd name="connsiteX173-39185" fmla="*/ 1039693 w 3024845"/>
                <a:gd name="connsiteY173-39186" fmla="*/ 171861 h 834218"/>
                <a:gd name="connsiteX174-39187" fmla="*/ 1039693 w 3024845"/>
                <a:gd name="connsiteY174-39188" fmla="*/ 164295 h 834218"/>
                <a:gd name="connsiteX175-39189" fmla="*/ 1041466 w 3024845"/>
                <a:gd name="connsiteY175-39190" fmla="*/ 164295 h 834218"/>
                <a:gd name="connsiteX176-39191" fmla="*/ 1053880 w 3024845"/>
                <a:gd name="connsiteY176-39192" fmla="*/ 164295 h 834218"/>
                <a:gd name="connsiteX177-39193" fmla="*/ 1053880 w 3024845"/>
                <a:gd name="connsiteY177-39194" fmla="*/ 165376 h 834218"/>
                <a:gd name="connsiteX178-39195" fmla="*/ 1053880 w 3024845"/>
                <a:gd name="connsiteY178-39196" fmla="*/ 172942 h 834218"/>
                <a:gd name="connsiteX179-39197" fmla="*/ 1054640 w 3024845"/>
                <a:gd name="connsiteY179-39198" fmla="*/ 172942 h 834218"/>
                <a:gd name="connsiteX180-39199" fmla="*/ 1059960 w 3024845"/>
                <a:gd name="connsiteY180-39200" fmla="*/ 172942 h 834218"/>
                <a:gd name="connsiteX181-39201" fmla="*/ 1070093 w 3024845"/>
                <a:gd name="connsiteY181-39202" fmla="*/ 168618 h 834218"/>
                <a:gd name="connsiteX182-39203" fmla="*/ 1074146 w 3024845"/>
                <a:gd name="connsiteY182-39204" fmla="*/ 171861 h 834218"/>
                <a:gd name="connsiteX183-39205" fmla="*/ 1074146 w 3024845"/>
                <a:gd name="connsiteY183-39206" fmla="*/ 164295 h 834218"/>
                <a:gd name="connsiteX184-39207" fmla="*/ 1076426 w 3024845"/>
                <a:gd name="connsiteY184-39208" fmla="*/ 164295 h 834218"/>
                <a:gd name="connsiteX185-39209" fmla="*/ 1092387 w 3024845"/>
                <a:gd name="connsiteY185-39210" fmla="*/ 164295 h 834218"/>
                <a:gd name="connsiteX186-39211" fmla="*/ 1092387 w 3024845"/>
                <a:gd name="connsiteY186-39212" fmla="*/ 165376 h 834218"/>
                <a:gd name="connsiteX187-39213" fmla="*/ 1092387 w 3024845"/>
                <a:gd name="connsiteY187-39214" fmla="*/ 172942 h 834218"/>
                <a:gd name="connsiteX188-39215" fmla="*/ 1122787 w 3024845"/>
                <a:gd name="connsiteY188-39216" fmla="*/ 172942 h 834218"/>
                <a:gd name="connsiteX189-39217" fmla="*/ 1122787 w 3024845"/>
                <a:gd name="connsiteY189-39218" fmla="*/ 174563 h 834218"/>
                <a:gd name="connsiteX190-39219" fmla="*/ 1122787 w 3024845"/>
                <a:gd name="connsiteY190-39220" fmla="*/ 185913 h 834218"/>
                <a:gd name="connsiteX191-39221" fmla="*/ 1149134 w 3024845"/>
                <a:gd name="connsiteY191-39222" fmla="*/ 185913 h 834218"/>
                <a:gd name="connsiteX192-39223" fmla="*/ 1149134 w 3024845"/>
                <a:gd name="connsiteY192-39224" fmla="*/ 216177 h 834218"/>
                <a:gd name="connsiteX193-39225" fmla="*/ 1149894 w 3024845"/>
                <a:gd name="connsiteY193-39226" fmla="*/ 216177 h 834218"/>
                <a:gd name="connsiteX194-39227" fmla="*/ 1155214 w 3024845"/>
                <a:gd name="connsiteY194-39228" fmla="*/ 216177 h 834218"/>
                <a:gd name="connsiteX195-39229" fmla="*/ 1155214 w 3024845"/>
                <a:gd name="connsiteY195-39230" fmla="*/ 217258 h 834218"/>
                <a:gd name="connsiteX196-39231" fmla="*/ 1155214 w 3024845"/>
                <a:gd name="connsiteY196-39232" fmla="*/ 224825 h 834218"/>
                <a:gd name="connsiteX197-39233" fmla="*/ 1159268 w 3024845"/>
                <a:gd name="connsiteY197-39234" fmla="*/ 255089 h 834218"/>
                <a:gd name="connsiteX198-39235" fmla="*/ 1160028 w 3024845"/>
                <a:gd name="connsiteY198-39236" fmla="*/ 255089 h 834218"/>
                <a:gd name="connsiteX199-39237" fmla="*/ 1165348 w 3024845"/>
                <a:gd name="connsiteY199-39238" fmla="*/ 255089 h 834218"/>
                <a:gd name="connsiteX200-39239" fmla="*/ 1165348 w 3024845"/>
                <a:gd name="connsiteY200-39240" fmla="*/ 255900 h 834218"/>
                <a:gd name="connsiteX201-39241" fmla="*/ 1165348 w 3024845"/>
                <a:gd name="connsiteY201-39242" fmla="*/ 261575 h 834218"/>
                <a:gd name="connsiteX202-39243" fmla="*/ 1166361 w 3024845"/>
                <a:gd name="connsiteY202-39244" fmla="*/ 261575 h 834218"/>
                <a:gd name="connsiteX203-39245" fmla="*/ 1173454 w 3024845"/>
                <a:gd name="connsiteY203-39246" fmla="*/ 261575 h 834218"/>
                <a:gd name="connsiteX204-39247" fmla="*/ 1173454 w 3024845"/>
                <a:gd name="connsiteY204-39248" fmla="*/ 291840 h 834218"/>
                <a:gd name="connsiteX205-39249" fmla="*/ 1175481 w 3024845"/>
                <a:gd name="connsiteY205-39250" fmla="*/ 291840 h 834218"/>
                <a:gd name="connsiteX206-39251" fmla="*/ 1189668 w 3024845"/>
                <a:gd name="connsiteY206-39252" fmla="*/ 291840 h 834218"/>
                <a:gd name="connsiteX207-39253" fmla="*/ 1189668 w 3024845"/>
                <a:gd name="connsiteY207-39254" fmla="*/ 315619 h 834218"/>
                <a:gd name="connsiteX208-39255" fmla="*/ 1191695 w 3024845"/>
                <a:gd name="connsiteY208-39256" fmla="*/ 317240 h 834218"/>
                <a:gd name="connsiteX209-39257" fmla="*/ 1191695 w 3024845"/>
                <a:gd name="connsiteY209-39258" fmla="*/ 328590 h 834218"/>
                <a:gd name="connsiteX210-39259" fmla="*/ 1192455 w 3024845"/>
                <a:gd name="connsiteY210-39260" fmla="*/ 328590 h 834218"/>
                <a:gd name="connsiteX211-39261" fmla="*/ 1197775 w 3024845"/>
                <a:gd name="connsiteY211-39262" fmla="*/ 328590 h 834218"/>
                <a:gd name="connsiteX212-39263" fmla="*/ 1197775 w 3024845"/>
                <a:gd name="connsiteY212-39264" fmla="*/ 352369 h 834218"/>
                <a:gd name="connsiteX213-39265" fmla="*/ 1199041 w 3024845"/>
                <a:gd name="connsiteY213-39266" fmla="*/ 352369 h 834218"/>
                <a:gd name="connsiteX214-39267" fmla="*/ 1207908 w 3024845"/>
                <a:gd name="connsiteY214-39268" fmla="*/ 352369 h 834218"/>
                <a:gd name="connsiteX215-39269" fmla="*/ 1209935 w 3024845"/>
                <a:gd name="connsiteY215-39270" fmla="*/ 356423 h 834218"/>
                <a:gd name="connsiteX216-39271" fmla="*/ 1209935 w 3024845"/>
                <a:gd name="connsiteY216-39272" fmla="*/ 369664 h 834218"/>
                <a:gd name="connsiteX217-39273" fmla="*/ 1211455 w 3024845"/>
                <a:gd name="connsiteY217-39274" fmla="*/ 367772 h 834218"/>
                <a:gd name="connsiteX218-39275" fmla="*/ 1222095 w 3024845"/>
                <a:gd name="connsiteY218-39276" fmla="*/ 354531 h 834218"/>
                <a:gd name="connsiteX219-39277" fmla="*/ 1250469 w 3024845"/>
                <a:gd name="connsiteY219-39278" fmla="*/ 354531 h 834218"/>
                <a:gd name="connsiteX220-39279" fmla="*/ 1250469 w 3024845"/>
                <a:gd name="connsiteY220-39280" fmla="*/ 441002 h 834218"/>
                <a:gd name="connsiteX221-39281" fmla="*/ 1251229 w 3024845"/>
                <a:gd name="connsiteY221-39282" fmla="*/ 441002 h 834218"/>
                <a:gd name="connsiteX222-39283" fmla="*/ 1256549 w 3024845"/>
                <a:gd name="connsiteY222-39284" fmla="*/ 441002 h 834218"/>
                <a:gd name="connsiteX223-39285" fmla="*/ 1257309 w 3024845"/>
                <a:gd name="connsiteY223-39286" fmla="*/ 439651 h 834218"/>
                <a:gd name="connsiteX224-39287" fmla="*/ 1262629 w 3024845"/>
                <a:gd name="connsiteY224-39288" fmla="*/ 430193 h 834218"/>
                <a:gd name="connsiteX225-39289" fmla="*/ 1262629 w 3024845"/>
                <a:gd name="connsiteY225-39290" fmla="*/ 432085 h 834218"/>
                <a:gd name="connsiteX226-39291" fmla="*/ 1262629 w 3024845"/>
                <a:gd name="connsiteY226-39292" fmla="*/ 445326 h 834218"/>
                <a:gd name="connsiteX227-39293" fmla="*/ 1266682 w 3024845"/>
                <a:gd name="connsiteY227-39294" fmla="*/ 399929 h 834218"/>
                <a:gd name="connsiteX228-39295" fmla="*/ 1267442 w 3024845"/>
                <a:gd name="connsiteY228-39296" fmla="*/ 399929 h 834218"/>
                <a:gd name="connsiteX229-39297" fmla="*/ 1272762 w 3024845"/>
                <a:gd name="connsiteY229-39298" fmla="*/ 399929 h 834218"/>
                <a:gd name="connsiteX230-39299" fmla="*/ 1272762 w 3024845"/>
                <a:gd name="connsiteY230-39300" fmla="*/ 335075 h 834218"/>
                <a:gd name="connsiteX231-39301" fmla="*/ 1273776 w 3024845"/>
                <a:gd name="connsiteY231-39302" fmla="*/ 335075 h 834218"/>
                <a:gd name="connsiteX232-39303" fmla="*/ 1280869 w 3024845"/>
                <a:gd name="connsiteY232-39304" fmla="*/ 335075 h 834218"/>
                <a:gd name="connsiteX233-39305" fmla="*/ 1293029 w 3024845"/>
                <a:gd name="connsiteY233-39306" fmla="*/ 291840 h 834218"/>
                <a:gd name="connsiteX234-39307" fmla="*/ 1294296 w 3024845"/>
                <a:gd name="connsiteY234-39308" fmla="*/ 291840 h 834218"/>
                <a:gd name="connsiteX235-39309" fmla="*/ 1303163 w 3024845"/>
                <a:gd name="connsiteY235-39310" fmla="*/ 291840 h 834218"/>
                <a:gd name="connsiteX236-39311" fmla="*/ 1313296 w 3024845"/>
                <a:gd name="connsiteY236-39312" fmla="*/ 335075 h 834218"/>
                <a:gd name="connsiteX237-39313" fmla="*/ 1314309 w 3024845"/>
                <a:gd name="connsiteY237-39314" fmla="*/ 335075 h 834218"/>
                <a:gd name="connsiteX238-39315" fmla="*/ 1321403 w 3024845"/>
                <a:gd name="connsiteY238-39316" fmla="*/ 335075 h 834218"/>
                <a:gd name="connsiteX239-39317" fmla="*/ 1321403 w 3024845"/>
                <a:gd name="connsiteY239-39318" fmla="*/ 373987 h 834218"/>
                <a:gd name="connsiteX240-39319" fmla="*/ 1323176 w 3024845"/>
                <a:gd name="connsiteY240-39320" fmla="*/ 373987 h 834218"/>
                <a:gd name="connsiteX241-39321" fmla="*/ 1335590 w 3024845"/>
                <a:gd name="connsiteY241-39322" fmla="*/ 373987 h 834218"/>
                <a:gd name="connsiteX242-39323" fmla="*/ 1335590 w 3024845"/>
                <a:gd name="connsiteY242-39324" fmla="*/ 376149 h 834218"/>
                <a:gd name="connsiteX243-39325" fmla="*/ 1335590 w 3024845"/>
                <a:gd name="connsiteY243-39326" fmla="*/ 391281 h 834218"/>
                <a:gd name="connsiteX244-39327" fmla="*/ 1339643 w 3024845"/>
                <a:gd name="connsiteY244-39328" fmla="*/ 389120 h 834218"/>
                <a:gd name="connsiteX245-39329" fmla="*/ 1339643 w 3024845"/>
                <a:gd name="connsiteY245-39330" fmla="*/ 373987 h 834218"/>
                <a:gd name="connsiteX246-39331" fmla="*/ 1341163 w 3024845"/>
                <a:gd name="connsiteY246-39332" fmla="*/ 373987 h 834218"/>
                <a:gd name="connsiteX247-39333" fmla="*/ 1351803 w 3024845"/>
                <a:gd name="connsiteY247-39334" fmla="*/ 373987 h 834218"/>
                <a:gd name="connsiteX248-39335" fmla="*/ 1351803 w 3024845"/>
                <a:gd name="connsiteY248-39336" fmla="*/ 375608 h 834218"/>
                <a:gd name="connsiteX249-39337" fmla="*/ 1351803 w 3024845"/>
                <a:gd name="connsiteY249-39338" fmla="*/ 386958 h 834218"/>
                <a:gd name="connsiteX250-39339" fmla="*/ 1382204 w 3024845"/>
                <a:gd name="connsiteY250-39340" fmla="*/ 386958 h 834218"/>
                <a:gd name="connsiteX251-39341" fmla="*/ 1382204 w 3024845"/>
                <a:gd name="connsiteY251-39342" fmla="*/ 350208 h 834218"/>
                <a:gd name="connsiteX252-39343" fmla="*/ 1383470 w 3024845"/>
                <a:gd name="connsiteY252-39344" fmla="*/ 350208 h 834218"/>
                <a:gd name="connsiteX253-39345" fmla="*/ 1392337 w 3024845"/>
                <a:gd name="connsiteY253-39346" fmla="*/ 350208 h 834218"/>
                <a:gd name="connsiteX254-39347" fmla="*/ 1392337 w 3024845"/>
                <a:gd name="connsiteY254-39348" fmla="*/ 371825 h 834218"/>
                <a:gd name="connsiteX255-39349" fmla="*/ 1394364 w 3024845"/>
                <a:gd name="connsiteY255-39350" fmla="*/ 339399 h 834218"/>
                <a:gd name="connsiteX256-39351" fmla="*/ 1416657 w 3024845"/>
                <a:gd name="connsiteY256-39352" fmla="*/ 339399 h 834218"/>
                <a:gd name="connsiteX257-39353" fmla="*/ 1416657 w 3024845"/>
                <a:gd name="connsiteY257-39354" fmla="*/ 337777 h 834218"/>
                <a:gd name="connsiteX258-39355" fmla="*/ 1416657 w 3024845"/>
                <a:gd name="connsiteY258-39356" fmla="*/ 326428 h 834218"/>
                <a:gd name="connsiteX259-39357" fmla="*/ 1417417 w 3024845"/>
                <a:gd name="connsiteY259-39358" fmla="*/ 326428 h 834218"/>
                <a:gd name="connsiteX260-39359" fmla="*/ 1422737 w 3024845"/>
                <a:gd name="connsiteY260-39360" fmla="*/ 326428 h 834218"/>
                <a:gd name="connsiteX261-39361" fmla="*/ 1422737 w 3024845"/>
                <a:gd name="connsiteY261-39362" fmla="*/ 324537 h 834218"/>
                <a:gd name="connsiteX262-39363" fmla="*/ 1422737 w 3024845"/>
                <a:gd name="connsiteY262-39364" fmla="*/ 311296 h 834218"/>
                <a:gd name="connsiteX263-39365" fmla="*/ 1426791 w 3024845"/>
                <a:gd name="connsiteY263-39366" fmla="*/ 317781 h 834218"/>
                <a:gd name="connsiteX264-39367" fmla="*/ 1429071 w 3024845"/>
                <a:gd name="connsiteY264-39368" fmla="*/ 317781 h 834218"/>
                <a:gd name="connsiteX265-39369" fmla="*/ 1445031 w 3024845"/>
                <a:gd name="connsiteY265-39370" fmla="*/ 317781 h 834218"/>
                <a:gd name="connsiteX266-39371" fmla="*/ 1445031 w 3024845"/>
                <a:gd name="connsiteY266-39372" fmla="*/ 316970 h 834218"/>
                <a:gd name="connsiteX267-39373" fmla="*/ 1445031 w 3024845"/>
                <a:gd name="connsiteY267-39374" fmla="*/ 311296 h 834218"/>
                <a:gd name="connsiteX268-39375" fmla="*/ 1445791 w 3024845"/>
                <a:gd name="connsiteY268-39376" fmla="*/ 311296 h 834218"/>
                <a:gd name="connsiteX269-39377" fmla="*/ 1451111 w 3024845"/>
                <a:gd name="connsiteY269-39378" fmla="*/ 311296 h 834218"/>
                <a:gd name="connsiteX270-39379" fmla="*/ 1451111 w 3024845"/>
                <a:gd name="connsiteY270-39380" fmla="*/ 312647 h 834218"/>
                <a:gd name="connsiteX271-39381" fmla="*/ 1451111 w 3024845"/>
                <a:gd name="connsiteY271-39382" fmla="*/ 322105 h 834218"/>
                <a:gd name="connsiteX272-39383" fmla="*/ 1489618 w 3024845"/>
                <a:gd name="connsiteY272-39384" fmla="*/ 322105 h 834218"/>
                <a:gd name="connsiteX273-39385" fmla="*/ 1489618 w 3024845"/>
                <a:gd name="connsiteY273-39386" fmla="*/ 460458 h 834218"/>
                <a:gd name="connsiteX274-39387" fmla="*/ 1491138 w 3024845"/>
                <a:gd name="connsiteY274-39388" fmla="*/ 460458 h 834218"/>
                <a:gd name="connsiteX275-39389" fmla="*/ 1501778 w 3024845"/>
                <a:gd name="connsiteY275-39390" fmla="*/ 460458 h 834218"/>
                <a:gd name="connsiteX276-39391" fmla="*/ 1501778 w 3024845"/>
                <a:gd name="connsiteY276-39392" fmla="*/ 447488 h 834218"/>
                <a:gd name="connsiteX277-39393" fmla="*/ 1505832 w 3024845"/>
                <a:gd name="connsiteY277-39394" fmla="*/ 447488 h 834218"/>
                <a:gd name="connsiteX278-39395" fmla="*/ 1505832 w 3024845"/>
                <a:gd name="connsiteY278-39396" fmla="*/ 460458 h 834218"/>
                <a:gd name="connsiteX279-39397" fmla="*/ 1536232 w 3024845"/>
                <a:gd name="connsiteY279-39398" fmla="*/ 460458 h 834218"/>
                <a:gd name="connsiteX280-39399" fmla="*/ 1536232 w 3024845"/>
                <a:gd name="connsiteY280-39400" fmla="*/ 430193 h 834218"/>
                <a:gd name="connsiteX281-39401" fmla="*/ 1548392 w 3024845"/>
                <a:gd name="connsiteY281-39402" fmla="*/ 430193 h 834218"/>
                <a:gd name="connsiteX282-39403" fmla="*/ 1560552 w 3024845"/>
                <a:gd name="connsiteY282-39404" fmla="*/ 428032 h 834218"/>
                <a:gd name="connsiteX283-39405" fmla="*/ 1564606 w 3024845"/>
                <a:gd name="connsiteY283-39406" fmla="*/ 430193 h 834218"/>
                <a:gd name="connsiteX284-39407" fmla="*/ 1574739 w 3024845"/>
                <a:gd name="connsiteY284-39408" fmla="*/ 430193 h 834218"/>
                <a:gd name="connsiteX285-39409" fmla="*/ 1574739 w 3024845"/>
                <a:gd name="connsiteY285-39410" fmla="*/ 460458 h 834218"/>
                <a:gd name="connsiteX286-39411" fmla="*/ 1582846 w 3024845"/>
                <a:gd name="connsiteY286-39412" fmla="*/ 460458 h 834218"/>
                <a:gd name="connsiteX287-39413" fmla="*/ 1582846 w 3024845"/>
                <a:gd name="connsiteY287-39414" fmla="*/ 477753 h 834218"/>
                <a:gd name="connsiteX288-39415" fmla="*/ 1592182 w 3024845"/>
                <a:gd name="connsiteY288-39416" fmla="*/ 478658 h 834218"/>
                <a:gd name="connsiteX289-39417" fmla="*/ 1605140 w 3024845"/>
                <a:gd name="connsiteY289-39418" fmla="*/ 478658 h 834218"/>
                <a:gd name="connsiteX290-39419" fmla="*/ 1605140 w 3024845"/>
                <a:gd name="connsiteY290-39420" fmla="*/ 462620 h 834218"/>
                <a:gd name="connsiteX291-39421" fmla="*/ 1673096 w 3024845"/>
                <a:gd name="connsiteY291-39422" fmla="*/ 462620 h 834218"/>
                <a:gd name="connsiteX292-39423" fmla="*/ 1673096 w 3024845"/>
                <a:gd name="connsiteY292-39424" fmla="*/ 377367 h 834218"/>
                <a:gd name="connsiteX293-39425" fmla="*/ 1745104 w 3024845"/>
                <a:gd name="connsiteY293-39426" fmla="*/ 377367 h 834218"/>
                <a:gd name="connsiteX294-39427" fmla="*/ 1745104 w 3024845"/>
                <a:gd name="connsiteY294-39428" fmla="*/ 456135 h 834218"/>
                <a:gd name="connsiteX295-39429" fmla="*/ 1747008 w 3024845"/>
                <a:gd name="connsiteY295-39430" fmla="*/ 456135 h 834218"/>
                <a:gd name="connsiteX296-39431" fmla="*/ 1748250 w 3024845"/>
                <a:gd name="connsiteY296-39432" fmla="*/ 478658 h 834218"/>
                <a:gd name="connsiteX297-39433" fmla="*/ 1757926 w 3024845"/>
                <a:gd name="connsiteY297-39434" fmla="*/ 478658 h 834218"/>
                <a:gd name="connsiteX298-39435" fmla="*/ 1759168 w 3024845"/>
                <a:gd name="connsiteY298-39436" fmla="*/ 456135 h 834218"/>
                <a:gd name="connsiteX299-39437" fmla="*/ 1765248 w 3024845"/>
                <a:gd name="connsiteY299-39438" fmla="*/ 456135 h 834218"/>
                <a:gd name="connsiteX300-39439" fmla="*/ 1766490 w 3024845"/>
                <a:gd name="connsiteY300-39440" fmla="*/ 478658 h 834218"/>
                <a:gd name="connsiteX301-39441" fmla="*/ 1817112 w 3024845"/>
                <a:gd name="connsiteY301-39442" fmla="*/ 478658 h 834218"/>
                <a:gd name="connsiteX302-39443" fmla="*/ 1817112 w 3024845"/>
                <a:gd name="connsiteY302-39444" fmla="*/ 315630 h 834218"/>
                <a:gd name="connsiteX303-39445" fmla="*/ 2014439 w 3024845"/>
                <a:gd name="connsiteY303-39446" fmla="*/ 315630 h 834218"/>
                <a:gd name="connsiteX304-39447" fmla="*/ 2014439 w 3024845"/>
                <a:gd name="connsiteY304-39448" fmla="*/ 478658 h 834218"/>
                <a:gd name="connsiteX305-39449" fmla="*/ 2033136 w 3024845"/>
                <a:gd name="connsiteY305-39450" fmla="*/ 478658 h 834218"/>
                <a:gd name="connsiteX306-39451" fmla="*/ 2033136 w 3024845"/>
                <a:gd name="connsiteY306-39452" fmla="*/ 395965 h 834218"/>
                <a:gd name="connsiteX307-39453" fmla="*/ 2128256 w 3024845"/>
                <a:gd name="connsiteY307-39454" fmla="*/ 395965 h 834218"/>
                <a:gd name="connsiteX308-39455" fmla="*/ 2180720 w 3024845"/>
                <a:gd name="connsiteY308-39456" fmla="*/ 330752 h 834218"/>
                <a:gd name="connsiteX309-39457" fmla="*/ 2245574 w 3024845"/>
                <a:gd name="connsiteY309-39458" fmla="*/ 330752 h 834218"/>
                <a:gd name="connsiteX310-39459" fmla="*/ 2245574 w 3024845"/>
                <a:gd name="connsiteY310-39460" fmla="*/ 406414 h 834218"/>
                <a:gd name="connsiteX311-39461" fmla="*/ 2253681 w 3024845"/>
                <a:gd name="connsiteY311-39462" fmla="*/ 406414 h 834218"/>
                <a:gd name="connsiteX312-39463" fmla="*/ 2255708 w 3024845"/>
                <a:gd name="connsiteY312-39464" fmla="*/ 399929 h 834218"/>
                <a:gd name="connsiteX313-39465" fmla="*/ 2261788 w 3024845"/>
                <a:gd name="connsiteY313-39466" fmla="*/ 399929 h 834218"/>
                <a:gd name="connsiteX314-39467" fmla="*/ 2263815 w 3024845"/>
                <a:gd name="connsiteY314-39468" fmla="*/ 408576 h 834218"/>
                <a:gd name="connsiteX315-39469" fmla="*/ 2275975 w 3024845"/>
                <a:gd name="connsiteY315-39470" fmla="*/ 408576 h 834218"/>
                <a:gd name="connsiteX316-39471" fmla="*/ 2275975 w 3024845"/>
                <a:gd name="connsiteY316-39472" fmla="*/ 402090 h 834218"/>
                <a:gd name="connsiteX317-39473" fmla="*/ 2298268 w 3024845"/>
                <a:gd name="connsiteY317-39474" fmla="*/ 402090 h 834218"/>
                <a:gd name="connsiteX318-39475" fmla="*/ 2298268 w 3024845"/>
                <a:gd name="connsiteY318-39476" fmla="*/ 408576 h 834218"/>
                <a:gd name="connsiteX319-39477" fmla="*/ 2318535 w 3024845"/>
                <a:gd name="connsiteY319-39478" fmla="*/ 408576 h 834218"/>
                <a:gd name="connsiteX320-39479" fmla="*/ 2318535 w 3024845"/>
                <a:gd name="connsiteY320-39480" fmla="*/ 453973 h 834218"/>
                <a:gd name="connsiteX321-39481" fmla="*/ 2332722 w 3024845"/>
                <a:gd name="connsiteY321-39482" fmla="*/ 453973 h 834218"/>
                <a:gd name="connsiteX322-39483" fmla="*/ 2332722 w 3024845"/>
                <a:gd name="connsiteY322-39484" fmla="*/ 441002 h 834218"/>
                <a:gd name="connsiteX323-39485" fmla="*/ 2348936 w 3024845"/>
                <a:gd name="connsiteY323-39486" fmla="*/ 441002 h 834218"/>
                <a:gd name="connsiteX324-39487" fmla="*/ 2348936 w 3024845"/>
                <a:gd name="connsiteY324-39488" fmla="*/ 261575 h 834218"/>
                <a:gd name="connsiteX325-39489" fmla="*/ 2355016 w 3024845"/>
                <a:gd name="connsiteY325-39490" fmla="*/ 255089 h 834218"/>
                <a:gd name="connsiteX326-39491" fmla="*/ 2427977 w 3024845"/>
                <a:gd name="connsiteY326-39492" fmla="*/ 255089 h 834218"/>
                <a:gd name="connsiteX327-39493" fmla="*/ 2427977 w 3024845"/>
                <a:gd name="connsiteY327-39494" fmla="*/ 263737 h 834218"/>
                <a:gd name="connsiteX328-39495" fmla="*/ 2438110 w 3024845"/>
                <a:gd name="connsiteY328-39496" fmla="*/ 263737 h 834218"/>
                <a:gd name="connsiteX329-39497" fmla="*/ 2438110 w 3024845"/>
                <a:gd name="connsiteY329-39498" fmla="*/ 378311 h 834218"/>
                <a:gd name="connsiteX330-39499" fmla="*/ 2460404 w 3024845"/>
                <a:gd name="connsiteY330-39500" fmla="*/ 378311 h 834218"/>
                <a:gd name="connsiteX331-39501" fmla="*/ 2460404 w 3024845"/>
                <a:gd name="connsiteY331-39502" fmla="*/ 311296 h 834218"/>
                <a:gd name="connsiteX332-39503" fmla="*/ 2486751 w 3024845"/>
                <a:gd name="connsiteY332-39504" fmla="*/ 311296 h 834218"/>
                <a:gd name="connsiteX333-39505" fmla="*/ 2490804 w 3024845"/>
                <a:gd name="connsiteY333-39506" fmla="*/ 306972 h 834218"/>
                <a:gd name="connsiteX334-39507" fmla="*/ 2498911 w 3024845"/>
                <a:gd name="connsiteY334-39508" fmla="*/ 306972 h 834218"/>
                <a:gd name="connsiteX335-39509" fmla="*/ 2502964 w 3024845"/>
                <a:gd name="connsiteY335-39510" fmla="*/ 311296 h 834218"/>
                <a:gd name="connsiteX336-39511" fmla="*/ 2525258 w 3024845"/>
                <a:gd name="connsiteY336-39512" fmla="*/ 311296 h 834218"/>
                <a:gd name="connsiteX337-39513" fmla="*/ 2525258 w 3024845"/>
                <a:gd name="connsiteY337-39514" fmla="*/ 194560 h 834218"/>
                <a:gd name="connsiteX338-39515" fmla="*/ 2582005 w 3024845"/>
                <a:gd name="connsiteY338-39516" fmla="*/ 183751 h 834218"/>
                <a:gd name="connsiteX339-39517" fmla="*/ 2582005 w 3024845"/>
                <a:gd name="connsiteY339-39518" fmla="*/ 184832 h 834218"/>
                <a:gd name="connsiteX340-39519" fmla="*/ 2582005 w 3024845"/>
                <a:gd name="connsiteY340-39520" fmla="*/ 192398 h 834218"/>
                <a:gd name="connsiteX341-39521" fmla="*/ 2608352 w 3024845"/>
                <a:gd name="connsiteY341-39522" fmla="*/ 192398 h 834218"/>
                <a:gd name="connsiteX342-39523" fmla="*/ 2608352 w 3024845"/>
                <a:gd name="connsiteY342-39524" fmla="*/ 447488 h 834218"/>
                <a:gd name="connsiteX343-39525" fmla="*/ 2630646 w 3024845"/>
                <a:gd name="connsiteY343-39526" fmla="*/ 447488 h 834218"/>
                <a:gd name="connsiteX344-39527" fmla="*/ 2630646 w 3024845"/>
                <a:gd name="connsiteY344-39528" fmla="*/ 443164 h 834218"/>
                <a:gd name="connsiteX345-39529" fmla="*/ 2642806 w 3024845"/>
                <a:gd name="connsiteY345-39530" fmla="*/ 443164 h 834218"/>
                <a:gd name="connsiteX346-39531" fmla="*/ 2642806 w 3024845"/>
                <a:gd name="connsiteY346-39532" fmla="*/ 447488 h 834218"/>
                <a:gd name="connsiteX347-39533" fmla="*/ 2667126 w 3024845"/>
                <a:gd name="connsiteY347-39534" fmla="*/ 447488 h 834218"/>
                <a:gd name="connsiteX348-39535" fmla="*/ 2667126 w 3024845"/>
                <a:gd name="connsiteY348-39536" fmla="*/ 434517 h 834218"/>
                <a:gd name="connsiteX349-39537" fmla="*/ 2695500 w 3024845"/>
                <a:gd name="connsiteY349-39538" fmla="*/ 434517 h 834218"/>
                <a:gd name="connsiteX350-39539" fmla="*/ 2707660 w 3024845"/>
                <a:gd name="connsiteY350-39540" fmla="*/ 430193 h 834218"/>
                <a:gd name="connsiteX351-39541" fmla="*/ 2727927 w 3024845"/>
                <a:gd name="connsiteY351-39542" fmla="*/ 434517 h 834218"/>
                <a:gd name="connsiteX352-39543" fmla="*/ 2727927 w 3024845"/>
                <a:gd name="connsiteY352-39544" fmla="*/ 417223 h 834218"/>
                <a:gd name="connsiteX353-39545" fmla="*/ 2736034 w 3024845"/>
                <a:gd name="connsiteY353-39546" fmla="*/ 417223 h 834218"/>
                <a:gd name="connsiteX354-39547" fmla="*/ 2736034 w 3024845"/>
                <a:gd name="connsiteY354-39548" fmla="*/ 404252 h 834218"/>
                <a:gd name="connsiteX355-39549" fmla="*/ 2792781 w 3024845"/>
                <a:gd name="connsiteY355-39550" fmla="*/ 404252 h 834218"/>
                <a:gd name="connsiteX356-39551" fmla="*/ 2792781 w 3024845"/>
                <a:gd name="connsiteY356-39552" fmla="*/ 373987 h 834218"/>
                <a:gd name="connsiteX357-39553" fmla="*/ 2811021 w 3024845"/>
                <a:gd name="connsiteY357-39554" fmla="*/ 373987 h 834218"/>
                <a:gd name="connsiteX358-39555" fmla="*/ 2811021 w 3024845"/>
                <a:gd name="connsiteY358-39556" fmla="*/ 367502 h 834218"/>
                <a:gd name="connsiteX359-39557" fmla="*/ 2823181 w 3024845"/>
                <a:gd name="connsiteY359-39558" fmla="*/ 367502 h 834218"/>
                <a:gd name="connsiteX360-39559" fmla="*/ 2823181 w 3024845"/>
                <a:gd name="connsiteY360-39560" fmla="*/ 373987 h 834218"/>
                <a:gd name="connsiteX361-39561" fmla="*/ 2839395 w 3024845"/>
                <a:gd name="connsiteY361-39562" fmla="*/ 373987 h 834218"/>
                <a:gd name="connsiteX362-39563" fmla="*/ 2839395 w 3024845"/>
                <a:gd name="connsiteY362-39564" fmla="*/ 423708 h 834218"/>
                <a:gd name="connsiteX363-39565" fmla="*/ 2871822 w 3024845"/>
                <a:gd name="connsiteY363-39566" fmla="*/ 423708 h 834218"/>
                <a:gd name="connsiteX364-39567" fmla="*/ 2871822 w 3024845"/>
                <a:gd name="connsiteY364-39568" fmla="*/ 397767 h 834218"/>
                <a:gd name="connsiteX365-39569" fmla="*/ 2910329 w 3024845"/>
                <a:gd name="connsiteY365-39570" fmla="*/ 397767 h 834218"/>
                <a:gd name="connsiteX366-39571" fmla="*/ 2910329 w 3024845"/>
                <a:gd name="connsiteY366-39572" fmla="*/ 367502 h 834218"/>
                <a:gd name="connsiteX367-39573" fmla="*/ 2958970 w 3024845"/>
                <a:gd name="connsiteY367-39574" fmla="*/ 367502 h 834218"/>
                <a:gd name="connsiteX368-39575" fmla="*/ 2958970 w 3024845"/>
                <a:gd name="connsiteY368-39576" fmla="*/ 478658 h 834218"/>
                <a:gd name="connsiteX369-39577" fmla="*/ 2958970 w 3024845"/>
                <a:gd name="connsiteY369-39578" fmla="*/ 492437 h 834218"/>
                <a:gd name="connsiteX370-39579" fmla="*/ 3024845 w 3024845"/>
                <a:gd name="connsiteY370-39580" fmla="*/ 492437 h 834218"/>
                <a:gd name="connsiteX371-39581" fmla="*/ 3024845 w 3024845"/>
                <a:gd name="connsiteY371-39582" fmla="*/ 834218 h 834218"/>
                <a:gd name="connsiteX372-39583" fmla="*/ 2054 w 3024845"/>
                <a:gd name="connsiteY372-39584" fmla="*/ 831885 h 834218"/>
                <a:gd name="connsiteX373-39585" fmla="*/ 0 w 3024845"/>
                <a:gd name="connsiteY373-39586" fmla="*/ 397767 h 834218"/>
                <a:gd name="connsiteX374-39587" fmla="*/ 20267 w 3024845"/>
                <a:gd name="connsiteY374-39588" fmla="*/ 397767 h 834218"/>
                <a:gd name="connsiteX375-39589" fmla="*/ 20774 w 3024845"/>
                <a:gd name="connsiteY375-39590" fmla="*/ 396686 h 834218"/>
                <a:gd name="connsiteX376-39591" fmla="*/ 24320 w 3024845"/>
                <a:gd name="connsiteY376-39592" fmla="*/ 389120 h 834218"/>
                <a:gd name="connsiteX377-39593" fmla="*/ 26094 w 3024845"/>
                <a:gd name="connsiteY377-39594" fmla="*/ 389390 h 834218"/>
                <a:gd name="connsiteX378-39595" fmla="*/ 38507 w 3024845"/>
                <a:gd name="connsiteY378-39596" fmla="*/ 391281 h 834218"/>
                <a:gd name="connsiteX379-39597" fmla="*/ 39014 w 3024845"/>
                <a:gd name="connsiteY379-39598" fmla="*/ 392633 h 834218"/>
                <a:gd name="connsiteX380-39599" fmla="*/ 42560 w 3024845"/>
                <a:gd name="connsiteY380-39600" fmla="*/ 402090 h 834218"/>
                <a:gd name="connsiteX381-39601" fmla="*/ 68907 w 3024845"/>
                <a:gd name="connsiteY381-39602" fmla="*/ 404252 h 834218"/>
                <a:gd name="connsiteX382-39603" fmla="*/ 68907 w 3024845"/>
                <a:gd name="connsiteY382-39604" fmla="*/ 281031 h 834218"/>
                <a:gd name="connsiteX383-39605" fmla="*/ 70934 w 3024845"/>
                <a:gd name="connsiteY383-39606" fmla="*/ 281031 h 834218"/>
                <a:gd name="connsiteX384-39607" fmla="*/ 85121 w 3024845"/>
                <a:gd name="connsiteY384-39608" fmla="*/ 281031 h 834218"/>
                <a:gd name="connsiteX385-39609" fmla="*/ 85121 w 3024845"/>
                <a:gd name="connsiteY385-39610" fmla="*/ 144839 h 834218"/>
                <a:gd name="connsiteX386-39611" fmla="*/ 86894 w 3024845"/>
                <a:gd name="connsiteY386-39612" fmla="*/ 144839 h 834218"/>
                <a:gd name="connsiteX387-39613" fmla="*/ 99308 w 3024845"/>
                <a:gd name="connsiteY387-39614" fmla="*/ 144839 h 834218"/>
                <a:gd name="connsiteX388-39615" fmla="*/ 99308 w 3024845"/>
                <a:gd name="connsiteY388-39616" fmla="*/ 30265 h 834218"/>
                <a:gd name="connsiteX389-39617" fmla="*/ 103361 w 3024845"/>
                <a:gd name="connsiteY389-39618" fmla="*/ 2161 h 834218"/>
                <a:gd name="connsiteX0-39619" fmla="*/ 103361 w 3024845"/>
                <a:gd name="connsiteY0-39620" fmla="*/ 2161 h 834218"/>
                <a:gd name="connsiteX1-39621" fmla="*/ 200642 w 3024845"/>
                <a:gd name="connsiteY1-39622" fmla="*/ 0 h 834218"/>
                <a:gd name="connsiteX2-39623" fmla="*/ 202669 w 3024845"/>
                <a:gd name="connsiteY2-39624" fmla="*/ 0 h 834218"/>
                <a:gd name="connsiteX3-39625" fmla="*/ 216856 w 3024845"/>
                <a:gd name="connsiteY3-39626" fmla="*/ 0 h 834218"/>
                <a:gd name="connsiteX4-39627" fmla="*/ 220909 w 3024845"/>
                <a:gd name="connsiteY4-39628" fmla="*/ 144839 h 834218"/>
                <a:gd name="connsiteX5-39629" fmla="*/ 223189 w 3024845"/>
                <a:gd name="connsiteY5-39630" fmla="*/ 144839 h 834218"/>
                <a:gd name="connsiteX6-39631" fmla="*/ 239150 w 3024845"/>
                <a:gd name="connsiteY6-39632" fmla="*/ 144839 h 834218"/>
                <a:gd name="connsiteX7-39633" fmla="*/ 239150 w 3024845"/>
                <a:gd name="connsiteY7-39634" fmla="*/ 285354 h 834218"/>
                <a:gd name="connsiteX8-39635" fmla="*/ 240670 w 3024845"/>
                <a:gd name="connsiteY8-39636" fmla="*/ 285084 h 834218"/>
                <a:gd name="connsiteX9-39637" fmla="*/ 251310 w 3024845"/>
                <a:gd name="connsiteY9-39638" fmla="*/ 283193 h 834218"/>
                <a:gd name="connsiteX10-39639" fmla="*/ 249283 w 3024845"/>
                <a:gd name="connsiteY10-39640" fmla="*/ 371825 h 834218"/>
                <a:gd name="connsiteX11-39641" fmla="*/ 250803 w 3024845"/>
                <a:gd name="connsiteY11-39642" fmla="*/ 372096 h 834218"/>
                <a:gd name="connsiteX12-39643" fmla="*/ 261443 w 3024845"/>
                <a:gd name="connsiteY12-39644" fmla="*/ 373987 h 834218"/>
                <a:gd name="connsiteX13-39645" fmla="*/ 261696 w 3024845"/>
                <a:gd name="connsiteY13-39646" fmla="*/ 374798 h 834218"/>
                <a:gd name="connsiteX14-39647" fmla="*/ 263470 w 3024845"/>
                <a:gd name="connsiteY14-39648" fmla="*/ 380473 h 834218"/>
                <a:gd name="connsiteX15-39649" fmla="*/ 264230 w 3024845"/>
                <a:gd name="connsiteY15-39650" fmla="*/ 378041 h 834218"/>
                <a:gd name="connsiteX16-39651" fmla="*/ 269550 w 3024845"/>
                <a:gd name="connsiteY16-39652" fmla="*/ 361017 h 834218"/>
                <a:gd name="connsiteX17-39653" fmla="*/ 271323 w 3024845"/>
                <a:gd name="connsiteY17-39654" fmla="*/ 361017 h 834218"/>
                <a:gd name="connsiteX18-39655" fmla="*/ 283737 w 3024845"/>
                <a:gd name="connsiteY18-39656" fmla="*/ 361017 h 834218"/>
                <a:gd name="connsiteX19-39657" fmla="*/ 283737 w 3024845"/>
                <a:gd name="connsiteY19-39658" fmla="*/ 393443 h 834218"/>
                <a:gd name="connsiteX20-39659" fmla="*/ 284750 w 3024845"/>
                <a:gd name="connsiteY20-39660" fmla="*/ 393984 h 834218"/>
                <a:gd name="connsiteX21-39661" fmla="*/ 291844 w 3024845"/>
                <a:gd name="connsiteY21-39662" fmla="*/ 397767 h 834218"/>
                <a:gd name="connsiteX22-39663" fmla="*/ 291844 w 3024845"/>
                <a:gd name="connsiteY22-39664" fmla="*/ 399118 h 834218"/>
                <a:gd name="connsiteX23-39665" fmla="*/ 291844 w 3024845"/>
                <a:gd name="connsiteY23-39666" fmla="*/ 408576 h 834218"/>
                <a:gd name="connsiteX24-39667" fmla="*/ 336431 w 3024845"/>
                <a:gd name="connsiteY24-39668" fmla="*/ 408576 h 834218"/>
                <a:gd name="connsiteX25-39669" fmla="*/ 336431 w 3024845"/>
                <a:gd name="connsiteY25-39670" fmla="*/ 409657 h 834218"/>
                <a:gd name="connsiteX26-39671" fmla="*/ 336431 w 3024845"/>
                <a:gd name="connsiteY26-39672" fmla="*/ 417223 h 834218"/>
                <a:gd name="connsiteX27-39673" fmla="*/ 338457 w 3024845"/>
                <a:gd name="connsiteY27-39674" fmla="*/ 417223 h 834218"/>
                <a:gd name="connsiteX28-39675" fmla="*/ 352644 w 3024845"/>
                <a:gd name="connsiteY28-39676" fmla="*/ 417223 h 834218"/>
                <a:gd name="connsiteX29-39677" fmla="*/ 352644 w 3024845"/>
                <a:gd name="connsiteY29-39678" fmla="*/ 386958 h 834218"/>
                <a:gd name="connsiteX30-39679" fmla="*/ 397231 w 3024845"/>
                <a:gd name="connsiteY30-39680" fmla="*/ 386958 h 834218"/>
                <a:gd name="connsiteX31-39681" fmla="*/ 397231 w 3024845"/>
                <a:gd name="connsiteY31-39682" fmla="*/ 385607 h 834218"/>
                <a:gd name="connsiteX32-39683" fmla="*/ 397231 w 3024845"/>
                <a:gd name="connsiteY32-39684" fmla="*/ 376149 h 834218"/>
                <a:gd name="connsiteX33-39685" fmla="*/ 398245 w 3024845"/>
                <a:gd name="connsiteY33-39686" fmla="*/ 376149 h 834218"/>
                <a:gd name="connsiteX34-39687" fmla="*/ 405338 w 3024845"/>
                <a:gd name="connsiteY34-39688" fmla="*/ 376149 h 834218"/>
                <a:gd name="connsiteX35-39689" fmla="*/ 405338 w 3024845"/>
                <a:gd name="connsiteY35-39690" fmla="*/ 374258 h 834218"/>
                <a:gd name="connsiteX36-39691" fmla="*/ 405338 w 3024845"/>
                <a:gd name="connsiteY36-39692" fmla="*/ 361017 h 834218"/>
                <a:gd name="connsiteX37-39693" fmla="*/ 406098 w 3024845"/>
                <a:gd name="connsiteY37-39694" fmla="*/ 361017 h 834218"/>
                <a:gd name="connsiteX38-39695" fmla="*/ 411418 w 3024845"/>
                <a:gd name="connsiteY38-39696" fmla="*/ 361017 h 834218"/>
                <a:gd name="connsiteX39-39697" fmla="*/ 411418 w 3024845"/>
                <a:gd name="connsiteY39-39698" fmla="*/ 359936 h 834218"/>
                <a:gd name="connsiteX40-39699" fmla="*/ 411418 w 3024845"/>
                <a:gd name="connsiteY40-39700" fmla="*/ 352369 h 834218"/>
                <a:gd name="connsiteX41-39701" fmla="*/ 413445 w 3024845"/>
                <a:gd name="connsiteY41-39702" fmla="*/ 352369 h 834218"/>
                <a:gd name="connsiteX42-39703" fmla="*/ 427632 w 3024845"/>
                <a:gd name="connsiteY42-39704" fmla="*/ 352369 h 834218"/>
                <a:gd name="connsiteX43-39705" fmla="*/ 427632 w 3024845"/>
                <a:gd name="connsiteY43-39706" fmla="*/ 353450 h 834218"/>
                <a:gd name="connsiteX44-39707" fmla="*/ 427632 w 3024845"/>
                <a:gd name="connsiteY44-39708" fmla="*/ 361017 h 834218"/>
                <a:gd name="connsiteX45-39709" fmla="*/ 449925 w 3024845"/>
                <a:gd name="connsiteY45-39710" fmla="*/ 361017 h 834218"/>
                <a:gd name="connsiteX46-39711" fmla="*/ 449925 w 3024845"/>
                <a:gd name="connsiteY46-39712" fmla="*/ 359125 h 834218"/>
                <a:gd name="connsiteX47-39713" fmla="*/ 449925 w 3024845"/>
                <a:gd name="connsiteY47-39714" fmla="*/ 345884 h 834218"/>
                <a:gd name="connsiteX48-39715" fmla="*/ 451699 w 3024845"/>
                <a:gd name="connsiteY48-39716" fmla="*/ 345884 h 834218"/>
                <a:gd name="connsiteX49-39717" fmla="*/ 464112 w 3024845"/>
                <a:gd name="connsiteY49-39718" fmla="*/ 345884 h 834218"/>
                <a:gd name="connsiteX50-39719" fmla="*/ 464112 w 3024845"/>
                <a:gd name="connsiteY50-39720" fmla="*/ 369664 h 834218"/>
                <a:gd name="connsiteX51-39721" fmla="*/ 465126 w 3024845"/>
                <a:gd name="connsiteY51-39722" fmla="*/ 369664 h 834218"/>
                <a:gd name="connsiteX52-39723" fmla="*/ 472219 w 3024845"/>
                <a:gd name="connsiteY52-39724" fmla="*/ 369664 h 834218"/>
                <a:gd name="connsiteX53-39725" fmla="*/ 472219 w 3024845"/>
                <a:gd name="connsiteY53-39726" fmla="*/ 368583 h 834218"/>
                <a:gd name="connsiteX54-39727" fmla="*/ 472219 w 3024845"/>
                <a:gd name="connsiteY54-39728" fmla="*/ 361017 h 834218"/>
                <a:gd name="connsiteX55-39729" fmla="*/ 473992 w 3024845"/>
                <a:gd name="connsiteY55-39730" fmla="*/ 361017 h 834218"/>
                <a:gd name="connsiteX56-39731" fmla="*/ 486406 w 3024845"/>
                <a:gd name="connsiteY56-39732" fmla="*/ 361017 h 834218"/>
                <a:gd name="connsiteX57-39733" fmla="*/ 486406 w 3024845"/>
                <a:gd name="connsiteY57-39734" fmla="*/ 386958 h 834218"/>
                <a:gd name="connsiteX58-39735" fmla="*/ 488433 w 3024845"/>
                <a:gd name="connsiteY58-39736" fmla="*/ 386958 h 834218"/>
                <a:gd name="connsiteX59-39737" fmla="*/ 502619 w 3024845"/>
                <a:gd name="connsiteY59-39738" fmla="*/ 386958 h 834218"/>
                <a:gd name="connsiteX60-39739" fmla="*/ 502619 w 3024845"/>
                <a:gd name="connsiteY60-39740" fmla="*/ 388579 h 834218"/>
                <a:gd name="connsiteX61-39741" fmla="*/ 502619 w 3024845"/>
                <a:gd name="connsiteY61-39742" fmla="*/ 399929 h 834218"/>
                <a:gd name="connsiteX62-39743" fmla="*/ 503379 w 3024845"/>
                <a:gd name="connsiteY62-39744" fmla="*/ 399929 h 834218"/>
                <a:gd name="connsiteX63-39745" fmla="*/ 508700 w 3024845"/>
                <a:gd name="connsiteY63-39746" fmla="*/ 399929 h 834218"/>
                <a:gd name="connsiteX64-39747" fmla="*/ 508700 w 3024845"/>
                <a:gd name="connsiteY64-39748" fmla="*/ 399118 h 834218"/>
                <a:gd name="connsiteX65-39749" fmla="*/ 508700 w 3024845"/>
                <a:gd name="connsiteY65-39750" fmla="*/ 393443 h 834218"/>
                <a:gd name="connsiteX66-39751" fmla="*/ 539100 w 3024845"/>
                <a:gd name="connsiteY66-39752" fmla="*/ 393443 h 834218"/>
                <a:gd name="connsiteX67-39753" fmla="*/ 539100 w 3024845"/>
                <a:gd name="connsiteY67-39754" fmla="*/ 417223 h 834218"/>
                <a:gd name="connsiteX68-39755" fmla="*/ 540113 w 3024845"/>
                <a:gd name="connsiteY68-39756" fmla="*/ 417223 h 834218"/>
                <a:gd name="connsiteX69-39757" fmla="*/ 547207 w 3024845"/>
                <a:gd name="connsiteY69-39758" fmla="*/ 417223 h 834218"/>
                <a:gd name="connsiteX70-39759" fmla="*/ 547207 w 3024845"/>
                <a:gd name="connsiteY70-39760" fmla="*/ 418304 h 834218"/>
                <a:gd name="connsiteX71-39761" fmla="*/ 547207 w 3024845"/>
                <a:gd name="connsiteY71-39762" fmla="*/ 425870 h 834218"/>
                <a:gd name="connsiteX72-39763" fmla="*/ 547967 w 3024845"/>
                <a:gd name="connsiteY72-39764" fmla="*/ 425870 h 834218"/>
                <a:gd name="connsiteX73-39765" fmla="*/ 553287 w 3024845"/>
                <a:gd name="connsiteY73-39766" fmla="*/ 425870 h 834218"/>
                <a:gd name="connsiteX74-39767" fmla="*/ 553287 w 3024845"/>
                <a:gd name="connsiteY74-39768" fmla="*/ 423708 h 834218"/>
                <a:gd name="connsiteX75-39769" fmla="*/ 553287 w 3024845"/>
                <a:gd name="connsiteY75-39770" fmla="*/ 408576 h 834218"/>
                <a:gd name="connsiteX76-39771" fmla="*/ 554300 w 3024845"/>
                <a:gd name="connsiteY76-39772" fmla="*/ 408576 h 834218"/>
                <a:gd name="connsiteX77-39773" fmla="*/ 561394 w 3024845"/>
                <a:gd name="connsiteY77-39774" fmla="*/ 408576 h 834218"/>
                <a:gd name="connsiteX78-39775" fmla="*/ 561394 w 3024845"/>
                <a:gd name="connsiteY78-39776" fmla="*/ 409657 h 834218"/>
                <a:gd name="connsiteX79-39777" fmla="*/ 561394 w 3024845"/>
                <a:gd name="connsiteY79-39778" fmla="*/ 417223 h 834218"/>
                <a:gd name="connsiteX80-39779" fmla="*/ 566714 w 3024845"/>
                <a:gd name="connsiteY80-39780" fmla="*/ 415230 h 834218"/>
                <a:gd name="connsiteX81-39781" fmla="*/ 567474 w 3024845"/>
                <a:gd name="connsiteY81-39782" fmla="*/ 414250 h 834218"/>
                <a:gd name="connsiteX82-39783" fmla="*/ 567474 w 3024845"/>
                <a:gd name="connsiteY82-39784" fmla="*/ 408576 h 834218"/>
                <a:gd name="connsiteX83-39785" fmla="*/ 605981 w 3024845"/>
                <a:gd name="connsiteY83-39786" fmla="*/ 408576 h 834218"/>
                <a:gd name="connsiteX84-39787" fmla="*/ 605981 w 3024845"/>
                <a:gd name="connsiteY84-39788" fmla="*/ 432355 h 834218"/>
                <a:gd name="connsiteX85-39789" fmla="*/ 608007 w 3024845"/>
                <a:gd name="connsiteY85-39790" fmla="*/ 432355 h 834218"/>
                <a:gd name="connsiteX86-39791" fmla="*/ 622194 w 3024845"/>
                <a:gd name="connsiteY86-39792" fmla="*/ 432355 h 834218"/>
                <a:gd name="connsiteX87-39793" fmla="*/ 622194 w 3024845"/>
                <a:gd name="connsiteY87-39794" fmla="*/ 433436 h 834218"/>
                <a:gd name="connsiteX88-39795" fmla="*/ 622194 w 3024845"/>
                <a:gd name="connsiteY88-39796" fmla="*/ 441002 h 834218"/>
                <a:gd name="connsiteX89-39797" fmla="*/ 623968 w 3024845"/>
                <a:gd name="connsiteY89-39798" fmla="*/ 441002 h 834218"/>
                <a:gd name="connsiteX90-39799" fmla="*/ 636381 w 3024845"/>
                <a:gd name="connsiteY90-39800" fmla="*/ 441002 h 834218"/>
                <a:gd name="connsiteX91-39801" fmla="*/ 636381 w 3024845"/>
                <a:gd name="connsiteY91-39802" fmla="*/ 417223 h 834218"/>
                <a:gd name="connsiteX92-39803" fmla="*/ 637394 w 3024845"/>
                <a:gd name="connsiteY92-39804" fmla="*/ 417223 h 834218"/>
                <a:gd name="connsiteX93-39805" fmla="*/ 644488 w 3024845"/>
                <a:gd name="connsiteY93-39806" fmla="*/ 417223 h 834218"/>
                <a:gd name="connsiteX94-39807" fmla="*/ 644488 w 3024845"/>
                <a:gd name="connsiteY94-39808" fmla="*/ 384796 h 834218"/>
                <a:gd name="connsiteX95-39809" fmla="*/ 645501 w 3024845"/>
                <a:gd name="connsiteY95-39810" fmla="*/ 384796 h 834218"/>
                <a:gd name="connsiteX96-39811" fmla="*/ 652595 w 3024845"/>
                <a:gd name="connsiteY96-39812" fmla="*/ 384796 h 834218"/>
                <a:gd name="connsiteX97-39813" fmla="*/ 652595 w 3024845"/>
                <a:gd name="connsiteY97-39814" fmla="*/ 382905 h 834218"/>
                <a:gd name="connsiteX98-39815" fmla="*/ 652595 w 3024845"/>
                <a:gd name="connsiteY98-39816" fmla="*/ 369664 h 834218"/>
                <a:gd name="connsiteX99-39817" fmla="*/ 651328 w 3024845"/>
                <a:gd name="connsiteY99-39818" fmla="*/ 368042 h 834218"/>
                <a:gd name="connsiteX100-39819" fmla="*/ 656648 w 3024845"/>
                <a:gd name="connsiteY100-39820" fmla="*/ 356693 h 834218"/>
                <a:gd name="connsiteX101-39821" fmla="*/ 664755 w 3024845"/>
                <a:gd name="connsiteY101-39822" fmla="*/ 384796 h 834218"/>
                <a:gd name="connsiteX102-39823" fmla="*/ 665515 w 3024845"/>
                <a:gd name="connsiteY102-39824" fmla="*/ 384796 h 834218"/>
                <a:gd name="connsiteX103-39825" fmla="*/ 670835 w 3024845"/>
                <a:gd name="connsiteY103-39826" fmla="*/ 384796 h 834218"/>
                <a:gd name="connsiteX104-39827" fmla="*/ 670835 w 3024845"/>
                <a:gd name="connsiteY104-39828" fmla="*/ 278869 h 834218"/>
                <a:gd name="connsiteX105-39829" fmla="*/ 672355 w 3024845"/>
                <a:gd name="connsiteY105-39830" fmla="*/ 278869 h 834218"/>
                <a:gd name="connsiteX106-39831" fmla="*/ 682995 w 3024845"/>
                <a:gd name="connsiteY106-39832" fmla="*/ 278869 h 834218"/>
                <a:gd name="connsiteX107-39833" fmla="*/ 682995 w 3024845"/>
                <a:gd name="connsiteY107-39834" fmla="*/ 231310 h 834218"/>
                <a:gd name="connsiteX108-39835" fmla="*/ 709342 w 3024845"/>
                <a:gd name="connsiteY108-39836" fmla="*/ 231310 h 834218"/>
                <a:gd name="connsiteX109-39837" fmla="*/ 709342 w 3024845"/>
                <a:gd name="connsiteY109-39838" fmla="*/ 209692 h 834218"/>
                <a:gd name="connsiteX110-39839" fmla="*/ 743796 w 3024845"/>
                <a:gd name="connsiteY110-39840" fmla="*/ 209692 h 834218"/>
                <a:gd name="connsiteX111-39841" fmla="*/ 743796 w 3024845"/>
                <a:gd name="connsiteY111-39842" fmla="*/ 212124 h 834218"/>
                <a:gd name="connsiteX112-39843" fmla="*/ 743796 w 3024845"/>
                <a:gd name="connsiteY112-39844" fmla="*/ 229148 h 834218"/>
                <a:gd name="connsiteX113-39845" fmla="*/ 746076 w 3024845"/>
                <a:gd name="connsiteY113-39846" fmla="*/ 229148 h 834218"/>
                <a:gd name="connsiteX114-39847" fmla="*/ 762036 w 3024845"/>
                <a:gd name="connsiteY114-39848" fmla="*/ 229148 h 834218"/>
                <a:gd name="connsiteX115-39849" fmla="*/ 762036 w 3024845"/>
                <a:gd name="connsiteY115-39850" fmla="*/ 276707 h 834218"/>
                <a:gd name="connsiteX116-39851" fmla="*/ 763049 w 3024845"/>
                <a:gd name="connsiteY116-39852" fmla="*/ 276707 h 834218"/>
                <a:gd name="connsiteX117-39853" fmla="*/ 770143 w 3024845"/>
                <a:gd name="connsiteY117-39854" fmla="*/ 276707 h 834218"/>
                <a:gd name="connsiteX118-39855" fmla="*/ 784330 w 3024845"/>
                <a:gd name="connsiteY118-39856" fmla="*/ 281031 h 834218"/>
                <a:gd name="connsiteX119-39857" fmla="*/ 784330 w 3024845"/>
                <a:gd name="connsiteY119-39858" fmla="*/ 319943 h 834218"/>
                <a:gd name="connsiteX120-39859" fmla="*/ 785343 w 3024845"/>
                <a:gd name="connsiteY120-39860" fmla="*/ 319943 h 834218"/>
                <a:gd name="connsiteX121-39861" fmla="*/ 792436 w 3024845"/>
                <a:gd name="connsiteY121-39862" fmla="*/ 319943 h 834218"/>
                <a:gd name="connsiteX122-39863" fmla="*/ 792436 w 3024845"/>
                <a:gd name="connsiteY122-39864" fmla="*/ 321564 h 834218"/>
                <a:gd name="connsiteX123-39865" fmla="*/ 792436 w 3024845"/>
                <a:gd name="connsiteY123-39866" fmla="*/ 332913 h 834218"/>
                <a:gd name="connsiteX124-39867" fmla="*/ 794463 w 3024845"/>
                <a:gd name="connsiteY124-39868" fmla="*/ 332913 h 834218"/>
                <a:gd name="connsiteX125-39869" fmla="*/ 808650 w 3024845"/>
                <a:gd name="connsiteY125-39870" fmla="*/ 332913 h 834218"/>
                <a:gd name="connsiteX126-39871" fmla="*/ 814730 w 3024845"/>
                <a:gd name="connsiteY126-39872" fmla="*/ 339399 h 834218"/>
                <a:gd name="connsiteX127-39873" fmla="*/ 814730 w 3024845"/>
                <a:gd name="connsiteY127-39874" fmla="*/ 361017 h 834218"/>
                <a:gd name="connsiteX128-39875" fmla="*/ 817010 w 3024845"/>
                <a:gd name="connsiteY128-39876" fmla="*/ 361017 h 834218"/>
                <a:gd name="connsiteX129-39877" fmla="*/ 832970 w 3024845"/>
                <a:gd name="connsiteY129-39878" fmla="*/ 361017 h 834218"/>
                <a:gd name="connsiteX130-39879" fmla="*/ 832970 w 3024845"/>
                <a:gd name="connsiteY130-39880" fmla="*/ 362097 h 834218"/>
                <a:gd name="connsiteX131-39881" fmla="*/ 832970 w 3024845"/>
                <a:gd name="connsiteY131-39882" fmla="*/ 369664 h 834218"/>
                <a:gd name="connsiteX132-39883" fmla="*/ 834237 w 3024845"/>
                <a:gd name="connsiteY132-39884" fmla="*/ 369664 h 834218"/>
                <a:gd name="connsiteX133-39885" fmla="*/ 843104 w 3024845"/>
                <a:gd name="connsiteY133-39886" fmla="*/ 369664 h 834218"/>
                <a:gd name="connsiteX134-39887" fmla="*/ 843104 w 3024845"/>
                <a:gd name="connsiteY134-39888" fmla="*/ 371825 h 834218"/>
                <a:gd name="connsiteX135-39889" fmla="*/ 843104 w 3024845"/>
                <a:gd name="connsiteY135-39890" fmla="*/ 386958 h 834218"/>
                <a:gd name="connsiteX136-39891" fmla="*/ 847157 w 3024845"/>
                <a:gd name="connsiteY136-39892" fmla="*/ 385066 h 834218"/>
                <a:gd name="connsiteX137-39893" fmla="*/ 847157 w 3024845"/>
                <a:gd name="connsiteY137-39894" fmla="*/ 371825 h 834218"/>
                <a:gd name="connsiteX138-39895" fmla="*/ 848170 w 3024845"/>
                <a:gd name="connsiteY138-39896" fmla="*/ 371825 h 834218"/>
                <a:gd name="connsiteX139-39897" fmla="*/ 855264 w 3024845"/>
                <a:gd name="connsiteY139-39898" fmla="*/ 371825 h 834218"/>
                <a:gd name="connsiteX140-39899" fmla="*/ 855264 w 3024845"/>
                <a:gd name="connsiteY140-39900" fmla="*/ 373447 h 834218"/>
                <a:gd name="connsiteX141-39901" fmla="*/ 855264 w 3024845"/>
                <a:gd name="connsiteY141-39902" fmla="*/ 384796 h 834218"/>
                <a:gd name="connsiteX142-39903" fmla="*/ 856024 w 3024845"/>
                <a:gd name="connsiteY142-39904" fmla="*/ 384796 h 834218"/>
                <a:gd name="connsiteX143-39905" fmla="*/ 861344 w 3024845"/>
                <a:gd name="connsiteY143-39906" fmla="*/ 384796 h 834218"/>
                <a:gd name="connsiteX144-39907" fmla="*/ 909984 w 3024845"/>
                <a:gd name="connsiteY144-39908" fmla="*/ 380473 h 834218"/>
                <a:gd name="connsiteX145-39909" fmla="*/ 909984 w 3024845"/>
                <a:gd name="connsiteY145-39910" fmla="*/ 381824 h 834218"/>
                <a:gd name="connsiteX146-39911" fmla="*/ 909984 w 3024845"/>
                <a:gd name="connsiteY146-39912" fmla="*/ 391281 h 834218"/>
                <a:gd name="connsiteX147-39913" fmla="*/ 910744 w 3024845"/>
                <a:gd name="connsiteY147-39914" fmla="*/ 391281 h 834218"/>
                <a:gd name="connsiteX148-39915" fmla="*/ 916065 w 3024845"/>
                <a:gd name="connsiteY148-39916" fmla="*/ 391281 h 834218"/>
                <a:gd name="connsiteX149-39917" fmla="*/ 916065 w 3024845"/>
                <a:gd name="connsiteY149-39918" fmla="*/ 393443 h 834218"/>
                <a:gd name="connsiteX150-39919" fmla="*/ 916065 w 3024845"/>
                <a:gd name="connsiteY150-39920" fmla="*/ 408576 h 834218"/>
                <a:gd name="connsiteX151-39921" fmla="*/ 918091 w 3024845"/>
                <a:gd name="connsiteY151-39922" fmla="*/ 407225 h 834218"/>
                <a:gd name="connsiteX152-39923" fmla="*/ 932278 w 3024845"/>
                <a:gd name="connsiteY152-39924" fmla="*/ 397767 h 834218"/>
                <a:gd name="connsiteX153-39925" fmla="*/ 938358 w 3024845"/>
                <a:gd name="connsiteY153-39926" fmla="*/ 356693 h 834218"/>
                <a:gd name="connsiteX154-39927" fmla="*/ 939118 w 3024845"/>
                <a:gd name="connsiteY154-39928" fmla="*/ 356423 h 834218"/>
                <a:gd name="connsiteX155-39929" fmla="*/ 944438 w 3024845"/>
                <a:gd name="connsiteY155-39930" fmla="*/ 354531 h 834218"/>
                <a:gd name="connsiteX156-39931" fmla="*/ 946465 w 3024845"/>
                <a:gd name="connsiteY156-39932" fmla="*/ 285354 h 834218"/>
                <a:gd name="connsiteX157-39933" fmla="*/ 948492 w 3024845"/>
                <a:gd name="connsiteY157-39934" fmla="*/ 354531 h 834218"/>
                <a:gd name="connsiteX158-39935" fmla="*/ 949252 w 3024845"/>
                <a:gd name="connsiteY158-39936" fmla="*/ 354801 h 834218"/>
                <a:gd name="connsiteX159-39937" fmla="*/ 954572 w 3024845"/>
                <a:gd name="connsiteY159-39938" fmla="*/ 356693 h 834218"/>
                <a:gd name="connsiteX160-39939" fmla="*/ 954572 w 3024845"/>
                <a:gd name="connsiteY160-39940" fmla="*/ 270222 h 834218"/>
                <a:gd name="connsiteX161-39941" fmla="*/ 958625 w 3024845"/>
                <a:gd name="connsiteY161-39942" fmla="*/ 237795 h 834218"/>
                <a:gd name="connsiteX162-39943" fmla="*/ 997132 w 3024845"/>
                <a:gd name="connsiteY162-39944" fmla="*/ 237795 h 834218"/>
                <a:gd name="connsiteX163-39945" fmla="*/ 997132 w 3024845"/>
                <a:gd name="connsiteY163-39946" fmla="*/ 270222 h 834218"/>
                <a:gd name="connsiteX164-39947" fmla="*/ 997892 w 3024845"/>
                <a:gd name="connsiteY164-39948" fmla="*/ 270222 h 834218"/>
                <a:gd name="connsiteX165-39949" fmla="*/ 1003212 w 3024845"/>
                <a:gd name="connsiteY165-39950" fmla="*/ 270222 h 834218"/>
                <a:gd name="connsiteX166-39951" fmla="*/ 1003212 w 3024845"/>
                <a:gd name="connsiteY166-39952" fmla="*/ 188074 h 834218"/>
                <a:gd name="connsiteX167-39953" fmla="*/ 1004986 w 3024845"/>
                <a:gd name="connsiteY167-39954" fmla="*/ 188074 h 834218"/>
                <a:gd name="connsiteX168-39955" fmla="*/ 1017399 w 3024845"/>
                <a:gd name="connsiteY168-39956" fmla="*/ 188074 h 834218"/>
                <a:gd name="connsiteX169-39957" fmla="*/ 1017399 w 3024845"/>
                <a:gd name="connsiteY169-39958" fmla="*/ 186183 h 834218"/>
                <a:gd name="connsiteX170-39959" fmla="*/ 1017399 w 3024845"/>
                <a:gd name="connsiteY170-39960" fmla="*/ 172942 h 834218"/>
                <a:gd name="connsiteX171-39961" fmla="*/ 1039693 w 3024845"/>
                <a:gd name="connsiteY171-39962" fmla="*/ 172942 h 834218"/>
                <a:gd name="connsiteX172-39963" fmla="*/ 1039693 w 3024845"/>
                <a:gd name="connsiteY172-39964" fmla="*/ 171861 h 834218"/>
                <a:gd name="connsiteX173-39965" fmla="*/ 1039693 w 3024845"/>
                <a:gd name="connsiteY173-39966" fmla="*/ 164295 h 834218"/>
                <a:gd name="connsiteX174-39967" fmla="*/ 1041466 w 3024845"/>
                <a:gd name="connsiteY174-39968" fmla="*/ 164295 h 834218"/>
                <a:gd name="connsiteX175-39969" fmla="*/ 1053880 w 3024845"/>
                <a:gd name="connsiteY175-39970" fmla="*/ 164295 h 834218"/>
                <a:gd name="connsiteX176-39971" fmla="*/ 1053880 w 3024845"/>
                <a:gd name="connsiteY176-39972" fmla="*/ 165376 h 834218"/>
                <a:gd name="connsiteX177-39973" fmla="*/ 1053880 w 3024845"/>
                <a:gd name="connsiteY177-39974" fmla="*/ 172942 h 834218"/>
                <a:gd name="connsiteX178-39975" fmla="*/ 1054640 w 3024845"/>
                <a:gd name="connsiteY178-39976" fmla="*/ 172942 h 834218"/>
                <a:gd name="connsiteX179-39977" fmla="*/ 1059960 w 3024845"/>
                <a:gd name="connsiteY179-39978" fmla="*/ 172942 h 834218"/>
                <a:gd name="connsiteX180-39979" fmla="*/ 1070093 w 3024845"/>
                <a:gd name="connsiteY180-39980" fmla="*/ 168618 h 834218"/>
                <a:gd name="connsiteX181-39981" fmla="*/ 1074146 w 3024845"/>
                <a:gd name="connsiteY181-39982" fmla="*/ 171861 h 834218"/>
                <a:gd name="connsiteX182-39983" fmla="*/ 1074146 w 3024845"/>
                <a:gd name="connsiteY182-39984" fmla="*/ 164295 h 834218"/>
                <a:gd name="connsiteX183-39985" fmla="*/ 1076426 w 3024845"/>
                <a:gd name="connsiteY183-39986" fmla="*/ 164295 h 834218"/>
                <a:gd name="connsiteX184-39987" fmla="*/ 1092387 w 3024845"/>
                <a:gd name="connsiteY184-39988" fmla="*/ 164295 h 834218"/>
                <a:gd name="connsiteX185-39989" fmla="*/ 1092387 w 3024845"/>
                <a:gd name="connsiteY185-39990" fmla="*/ 165376 h 834218"/>
                <a:gd name="connsiteX186-39991" fmla="*/ 1092387 w 3024845"/>
                <a:gd name="connsiteY186-39992" fmla="*/ 172942 h 834218"/>
                <a:gd name="connsiteX187-39993" fmla="*/ 1122787 w 3024845"/>
                <a:gd name="connsiteY187-39994" fmla="*/ 172942 h 834218"/>
                <a:gd name="connsiteX188-39995" fmla="*/ 1122787 w 3024845"/>
                <a:gd name="connsiteY188-39996" fmla="*/ 174563 h 834218"/>
                <a:gd name="connsiteX189-39997" fmla="*/ 1122787 w 3024845"/>
                <a:gd name="connsiteY189-39998" fmla="*/ 185913 h 834218"/>
                <a:gd name="connsiteX190-39999" fmla="*/ 1149134 w 3024845"/>
                <a:gd name="connsiteY190-40000" fmla="*/ 185913 h 834218"/>
                <a:gd name="connsiteX191-40001" fmla="*/ 1149134 w 3024845"/>
                <a:gd name="connsiteY191-40002" fmla="*/ 216177 h 834218"/>
                <a:gd name="connsiteX192-40003" fmla="*/ 1149894 w 3024845"/>
                <a:gd name="connsiteY192-40004" fmla="*/ 216177 h 834218"/>
                <a:gd name="connsiteX193-40005" fmla="*/ 1155214 w 3024845"/>
                <a:gd name="connsiteY193-40006" fmla="*/ 216177 h 834218"/>
                <a:gd name="connsiteX194-40007" fmla="*/ 1155214 w 3024845"/>
                <a:gd name="connsiteY194-40008" fmla="*/ 217258 h 834218"/>
                <a:gd name="connsiteX195-40009" fmla="*/ 1155214 w 3024845"/>
                <a:gd name="connsiteY195-40010" fmla="*/ 224825 h 834218"/>
                <a:gd name="connsiteX196-40011" fmla="*/ 1159268 w 3024845"/>
                <a:gd name="connsiteY196-40012" fmla="*/ 255089 h 834218"/>
                <a:gd name="connsiteX197-40013" fmla="*/ 1160028 w 3024845"/>
                <a:gd name="connsiteY197-40014" fmla="*/ 255089 h 834218"/>
                <a:gd name="connsiteX198-40015" fmla="*/ 1165348 w 3024845"/>
                <a:gd name="connsiteY198-40016" fmla="*/ 255089 h 834218"/>
                <a:gd name="connsiteX199-40017" fmla="*/ 1165348 w 3024845"/>
                <a:gd name="connsiteY199-40018" fmla="*/ 255900 h 834218"/>
                <a:gd name="connsiteX200-40019" fmla="*/ 1165348 w 3024845"/>
                <a:gd name="connsiteY200-40020" fmla="*/ 261575 h 834218"/>
                <a:gd name="connsiteX201-40021" fmla="*/ 1166361 w 3024845"/>
                <a:gd name="connsiteY201-40022" fmla="*/ 261575 h 834218"/>
                <a:gd name="connsiteX202-40023" fmla="*/ 1173454 w 3024845"/>
                <a:gd name="connsiteY202-40024" fmla="*/ 261575 h 834218"/>
                <a:gd name="connsiteX203-40025" fmla="*/ 1173454 w 3024845"/>
                <a:gd name="connsiteY203-40026" fmla="*/ 291840 h 834218"/>
                <a:gd name="connsiteX204-40027" fmla="*/ 1175481 w 3024845"/>
                <a:gd name="connsiteY204-40028" fmla="*/ 291840 h 834218"/>
                <a:gd name="connsiteX205-40029" fmla="*/ 1189668 w 3024845"/>
                <a:gd name="connsiteY205-40030" fmla="*/ 291840 h 834218"/>
                <a:gd name="connsiteX206-40031" fmla="*/ 1189668 w 3024845"/>
                <a:gd name="connsiteY206-40032" fmla="*/ 315619 h 834218"/>
                <a:gd name="connsiteX207-40033" fmla="*/ 1191695 w 3024845"/>
                <a:gd name="connsiteY207-40034" fmla="*/ 317240 h 834218"/>
                <a:gd name="connsiteX208-40035" fmla="*/ 1191695 w 3024845"/>
                <a:gd name="connsiteY208-40036" fmla="*/ 328590 h 834218"/>
                <a:gd name="connsiteX209-40037" fmla="*/ 1192455 w 3024845"/>
                <a:gd name="connsiteY209-40038" fmla="*/ 328590 h 834218"/>
                <a:gd name="connsiteX210-40039" fmla="*/ 1197775 w 3024845"/>
                <a:gd name="connsiteY210-40040" fmla="*/ 328590 h 834218"/>
                <a:gd name="connsiteX211-40041" fmla="*/ 1197775 w 3024845"/>
                <a:gd name="connsiteY211-40042" fmla="*/ 352369 h 834218"/>
                <a:gd name="connsiteX212-40043" fmla="*/ 1199041 w 3024845"/>
                <a:gd name="connsiteY212-40044" fmla="*/ 352369 h 834218"/>
                <a:gd name="connsiteX213-40045" fmla="*/ 1207908 w 3024845"/>
                <a:gd name="connsiteY213-40046" fmla="*/ 352369 h 834218"/>
                <a:gd name="connsiteX214-40047" fmla="*/ 1209935 w 3024845"/>
                <a:gd name="connsiteY214-40048" fmla="*/ 356423 h 834218"/>
                <a:gd name="connsiteX215-40049" fmla="*/ 1209935 w 3024845"/>
                <a:gd name="connsiteY215-40050" fmla="*/ 369664 h 834218"/>
                <a:gd name="connsiteX216-40051" fmla="*/ 1211455 w 3024845"/>
                <a:gd name="connsiteY216-40052" fmla="*/ 367772 h 834218"/>
                <a:gd name="connsiteX217-40053" fmla="*/ 1222095 w 3024845"/>
                <a:gd name="connsiteY217-40054" fmla="*/ 354531 h 834218"/>
                <a:gd name="connsiteX218-40055" fmla="*/ 1250469 w 3024845"/>
                <a:gd name="connsiteY218-40056" fmla="*/ 354531 h 834218"/>
                <a:gd name="connsiteX219-40057" fmla="*/ 1250469 w 3024845"/>
                <a:gd name="connsiteY219-40058" fmla="*/ 441002 h 834218"/>
                <a:gd name="connsiteX220-40059" fmla="*/ 1251229 w 3024845"/>
                <a:gd name="connsiteY220-40060" fmla="*/ 441002 h 834218"/>
                <a:gd name="connsiteX221-40061" fmla="*/ 1256549 w 3024845"/>
                <a:gd name="connsiteY221-40062" fmla="*/ 441002 h 834218"/>
                <a:gd name="connsiteX222-40063" fmla="*/ 1257309 w 3024845"/>
                <a:gd name="connsiteY222-40064" fmla="*/ 439651 h 834218"/>
                <a:gd name="connsiteX223-40065" fmla="*/ 1262629 w 3024845"/>
                <a:gd name="connsiteY223-40066" fmla="*/ 430193 h 834218"/>
                <a:gd name="connsiteX224-40067" fmla="*/ 1262629 w 3024845"/>
                <a:gd name="connsiteY224-40068" fmla="*/ 432085 h 834218"/>
                <a:gd name="connsiteX225-40069" fmla="*/ 1262629 w 3024845"/>
                <a:gd name="connsiteY225-40070" fmla="*/ 445326 h 834218"/>
                <a:gd name="connsiteX226-40071" fmla="*/ 1266682 w 3024845"/>
                <a:gd name="connsiteY226-40072" fmla="*/ 399929 h 834218"/>
                <a:gd name="connsiteX227-40073" fmla="*/ 1267442 w 3024845"/>
                <a:gd name="connsiteY227-40074" fmla="*/ 399929 h 834218"/>
                <a:gd name="connsiteX228-40075" fmla="*/ 1272762 w 3024845"/>
                <a:gd name="connsiteY228-40076" fmla="*/ 399929 h 834218"/>
                <a:gd name="connsiteX229-40077" fmla="*/ 1272762 w 3024845"/>
                <a:gd name="connsiteY229-40078" fmla="*/ 335075 h 834218"/>
                <a:gd name="connsiteX230-40079" fmla="*/ 1273776 w 3024845"/>
                <a:gd name="connsiteY230-40080" fmla="*/ 335075 h 834218"/>
                <a:gd name="connsiteX231-40081" fmla="*/ 1280869 w 3024845"/>
                <a:gd name="connsiteY231-40082" fmla="*/ 335075 h 834218"/>
                <a:gd name="connsiteX232-40083" fmla="*/ 1293029 w 3024845"/>
                <a:gd name="connsiteY232-40084" fmla="*/ 291840 h 834218"/>
                <a:gd name="connsiteX233-40085" fmla="*/ 1294296 w 3024845"/>
                <a:gd name="connsiteY233-40086" fmla="*/ 291840 h 834218"/>
                <a:gd name="connsiteX234-40087" fmla="*/ 1303163 w 3024845"/>
                <a:gd name="connsiteY234-40088" fmla="*/ 291840 h 834218"/>
                <a:gd name="connsiteX235-40089" fmla="*/ 1313296 w 3024845"/>
                <a:gd name="connsiteY235-40090" fmla="*/ 335075 h 834218"/>
                <a:gd name="connsiteX236-40091" fmla="*/ 1314309 w 3024845"/>
                <a:gd name="connsiteY236-40092" fmla="*/ 335075 h 834218"/>
                <a:gd name="connsiteX237-40093" fmla="*/ 1321403 w 3024845"/>
                <a:gd name="connsiteY237-40094" fmla="*/ 335075 h 834218"/>
                <a:gd name="connsiteX238-40095" fmla="*/ 1321403 w 3024845"/>
                <a:gd name="connsiteY238-40096" fmla="*/ 373987 h 834218"/>
                <a:gd name="connsiteX239-40097" fmla="*/ 1323176 w 3024845"/>
                <a:gd name="connsiteY239-40098" fmla="*/ 373987 h 834218"/>
                <a:gd name="connsiteX240-40099" fmla="*/ 1335590 w 3024845"/>
                <a:gd name="connsiteY240-40100" fmla="*/ 373987 h 834218"/>
                <a:gd name="connsiteX241-40101" fmla="*/ 1335590 w 3024845"/>
                <a:gd name="connsiteY241-40102" fmla="*/ 376149 h 834218"/>
                <a:gd name="connsiteX242-40103" fmla="*/ 1335590 w 3024845"/>
                <a:gd name="connsiteY242-40104" fmla="*/ 391281 h 834218"/>
                <a:gd name="connsiteX243-40105" fmla="*/ 1339643 w 3024845"/>
                <a:gd name="connsiteY243-40106" fmla="*/ 389120 h 834218"/>
                <a:gd name="connsiteX244-40107" fmla="*/ 1339643 w 3024845"/>
                <a:gd name="connsiteY244-40108" fmla="*/ 373987 h 834218"/>
                <a:gd name="connsiteX245-40109" fmla="*/ 1341163 w 3024845"/>
                <a:gd name="connsiteY245-40110" fmla="*/ 373987 h 834218"/>
                <a:gd name="connsiteX246-40111" fmla="*/ 1351803 w 3024845"/>
                <a:gd name="connsiteY246-40112" fmla="*/ 373987 h 834218"/>
                <a:gd name="connsiteX247-40113" fmla="*/ 1351803 w 3024845"/>
                <a:gd name="connsiteY247-40114" fmla="*/ 375608 h 834218"/>
                <a:gd name="connsiteX248-40115" fmla="*/ 1351803 w 3024845"/>
                <a:gd name="connsiteY248-40116" fmla="*/ 386958 h 834218"/>
                <a:gd name="connsiteX249-40117" fmla="*/ 1382204 w 3024845"/>
                <a:gd name="connsiteY249-40118" fmla="*/ 386958 h 834218"/>
                <a:gd name="connsiteX250-40119" fmla="*/ 1382204 w 3024845"/>
                <a:gd name="connsiteY250-40120" fmla="*/ 350208 h 834218"/>
                <a:gd name="connsiteX251-40121" fmla="*/ 1383470 w 3024845"/>
                <a:gd name="connsiteY251-40122" fmla="*/ 350208 h 834218"/>
                <a:gd name="connsiteX252-40123" fmla="*/ 1392337 w 3024845"/>
                <a:gd name="connsiteY252-40124" fmla="*/ 350208 h 834218"/>
                <a:gd name="connsiteX253-40125" fmla="*/ 1392337 w 3024845"/>
                <a:gd name="connsiteY253-40126" fmla="*/ 371825 h 834218"/>
                <a:gd name="connsiteX254-40127" fmla="*/ 1394364 w 3024845"/>
                <a:gd name="connsiteY254-40128" fmla="*/ 339399 h 834218"/>
                <a:gd name="connsiteX255-40129" fmla="*/ 1416657 w 3024845"/>
                <a:gd name="connsiteY255-40130" fmla="*/ 339399 h 834218"/>
                <a:gd name="connsiteX256-40131" fmla="*/ 1416657 w 3024845"/>
                <a:gd name="connsiteY256-40132" fmla="*/ 337777 h 834218"/>
                <a:gd name="connsiteX257-40133" fmla="*/ 1416657 w 3024845"/>
                <a:gd name="connsiteY257-40134" fmla="*/ 326428 h 834218"/>
                <a:gd name="connsiteX258-40135" fmla="*/ 1417417 w 3024845"/>
                <a:gd name="connsiteY258-40136" fmla="*/ 326428 h 834218"/>
                <a:gd name="connsiteX259-40137" fmla="*/ 1422737 w 3024845"/>
                <a:gd name="connsiteY259-40138" fmla="*/ 326428 h 834218"/>
                <a:gd name="connsiteX260-40139" fmla="*/ 1422737 w 3024845"/>
                <a:gd name="connsiteY260-40140" fmla="*/ 324537 h 834218"/>
                <a:gd name="connsiteX261-40141" fmla="*/ 1422737 w 3024845"/>
                <a:gd name="connsiteY261-40142" fmla="*/ 311296 h 834218"/>
                <a:gd name="connsiteX262-40143" fmla="*/ 1426791 w 3024845"/>
                <a:gd name="connsiteY262-40144" fmla="*/ 317781 h 834218"/>
                <a:gd name="connsiteX263-40145" fmla="*/ 1429071 w 3024845"/>
                <a:gd name="connsiteY263-40146" fmla="*/ 317781 h 834218"/>
                <a:gd name="connsiteX264-40147" fmla="*/ 1445031 w 3024845"/>
                <a:gd name="connsiteY264-40148" fmla="*/ 317781 h 834218"/>
                <a:gd name="connsiteX265-40149" fmla="*/ 1445031 w 3024845"/>
                <a:gd name="connsiteY265-40150" fmla="*/ 316970 h 834218"/>
                <a:gd name="connsiteX266-40151" fmla="*/ 1445031 w 3024845"/>
                <a:gd name="connsiteY266-40152" fmla="*/ 311296 h 834218"/>
                <a:gd name="connsiteX267-40153" fmla="*/ 1445791 w 3024845"/>
                <a:gd name="connsiteY267-40154" fmla="*/ 311296 h 834218"/>
                <a:gd name="connsiteX268-40155" fmla="*/ 1451111 w 3024845"/>
                <a:gd name="connsiteY268-40156" fmla="*/ 311296 h 834218"/>
                <a:gd name="connsiteX269-40157" fmla="*/ 1451111 w 3024845"/>
                <a:gd name="connsiteY269-40158" fmla="*/ 312647 h 834218"/>
                <a:gd name="connsiteX270-40159" fmla="*/ 1451111 w 3024845"/>
                <a:gd name="connsiteY270-40160" fmla="*/ 322105 h 834218"/>
                <a:gd name="connsiteX271-40161" fmla="*/ 1489618 w 3024845"/>
                <a:gd name="connsiteY271-40162" fmla="*/ 322105 h 834218"/>
                <a:gd name="connsiteX272-40163" fmla="*/ 1489618 w 3024845"/>
                <a:gd name="connsiteY272-40164" fmla="*/ 460458 h 834218"/>
                <a:gd name="connsiteX273-40165" fmla="*/ 1491138 w 3024845"/>
                <a:gd name="connsiteY273-40166" fmla="*/ 460458 h 834218"/>
                <a:gd name="connsiteX274-40167" fmla="*/ 1501778 w 3024845"/>
                <a:gd name="connsiteY274-40168" fmla="*/ 460458 h 834218"/>
                <a:gd name="connsiteX275-40169" fmla="*/ 1501778 w 3024845"/>
                <a:gd name="connsiteY275-40170" fmla="*/ 447488 h 834218"/>
                <a:gd name="connsiteX276-40171" fmla="*/ 1505832 w 3024845"/>
                <a:gd name="connsiteY276-40172" fmla="*/ 447488 h 834218"/>
                <a:gd name="connsiteX277-40173" fmla="*/ 1505832 w 3024845"/>
                <a:gd name="connsiteY277-40174" fmla="*/ 460458 h 834218"/>
                <a:gd name="connsiteX278-40175" fmla="*/ 1536232 w 3024845"/>
                <a:gd name="connsiteY278-40176" fmla="*/ 460458 h 834218"/>
                <a:gd name="connsiteX279-40177" fmla="*/ 1536232 w 3024845"/>
                <a:gd name="connsiteY279-40178" fmla="*/ 430193 h 834218"/>
                <a:gd name="connsiteX280-40179" fmla="*/ 1548392 w 3024845"/>
                <a:gd name="connsiteY280-40180" fmla="*/ 430193 h 834218"/>
                <a:gd name="connsiteX281-40181" fmla="*/ 1560552 w 3024845"/>
                <a:gd name="connsiteY281-40182" fmla="*/ 428032 h 834218"/>
                <a:gd name="connsiteX282-40183" fmla="*/ 1564606 w 3024845"/>
                <a:gd name="connsiteY282-40184" fmla="*/ 430193 h 834218"/>
                <a:gd name="connsiteX283-40185" fmla="*/ 1574739 w 3024845"/>
                <a:gd name="connsiteY283-40186" fmla="*/ 430193 h 834218"/>
                <a:gd name="connsiteX284-40187" fmla="*/ 1574739 w 3024845"/>
                <a:gd name="connsiteY284-40188" fmla="*/ 460458 h 834218"/>
                <a:gd name="connsiteX285-40189" fmla="*/ 1582846 w 3024845"/>
                <a:gd name="connsiteY285-40190" fmla="*/ 460458 h 834218"/>
                <a:gd name="connsiteX286-40191" fmla="*/ 1582846 w 3024845"/>
                <a:gd name="connsiteY286-40192" fmla="*/ 477753 h 834218"/>
                <a:gd name="connsiteX287-40193" fmla="*/ 1592182 w 3024845"/>
                <a:gd name="connsiteY287-40194" fmla="*/ 478658 h 834218"/>
                <a:gd name="connsiteX288-40195" fmla="*/ 1605140 w 3024845"/>
                <a:gd name="connsiteY288-40196" fmla="*/ 478658 h 834218"/>
                <a:gd name="connsiteX289-40197" fmla="*/ 1605140 w 3024845"/>
                <a:gd name="connsiteY289-40198" fmla="*/ 462620 h 834218"/>
                <a:gd name="connsiteX290-40199" fmla="*/ 1673096 w 3024845"/>
                <a:gd name="connsiteY290-40200" fmla="*/ 462620 h 834218"/>
                <a:gd name="connsiteX291-40201" fmla="*/ 1673096 w 3024845"/>
                <a:gd name="connsiteY291-40202" fmla="*/ 377367 h 834218"/>
                <a:gd name="connsiteX292-40203" fmla="*/ 1745104 w 3024845"/>
                <a:gd name="connsiteY292-40204" fmla="*/ 377367 h 834218"/>
                <a:gd name="connsiteX293-40205" fmla="*/ 1745104 w 3024845"/>
                <a:gd name="connsiteY293-40206" fmla="*/ 456135 h 834218"/>
                <a:gd name="connsiteX294-40207" fmla="*/ 1747008 w 3024845"/>
                <a:gd name="connsiteY294-40208" fmla="*/ 456135 h 834218"/>
                <a:gd name="connsiteX295-40209" fmla="*/ 1748250 w 3024845"/>
                <a:gd name="connsiteY295-40210" fmla="*/ 478658 h 834218"/>
                <a:gd name="connsiteX296-40211" fmla="*/ 1757926 w 3024845"/>
                <a:gd name="connsiteY296-40212" fmla="*/ 478658 h 834218"/>
                <a:gd name="connsiteX297-40213" fmla="*/ 1759168 w 3024845"/>
                <a:gd name="connsiteY297-40214" fmla="*/ 456135 h 834218"/>
                <a:gd name="connsiteX298-40215" fmla="*/ 1765248 w 3024845"/>
                <a:gd name="connsiteY298-40216" fmla="*/ 456135 h 834218"/>
                <a:gd name="connsiteX299-40217" fmla="*/ 1766490 w 3024845"/>
                <a:gd name="connsiteY299-40218" fmla="*/ 478658 h 834218"/>
                <a:gd name="connsiteX300-40219" fmla="*/ 1817112 w 3024845"/>
                <a:gd name="connsiteY300-40220" fmla="*/ 478658 h 834218"/>
                <a:gd name="connsiteX301-40221" fmla="*/ 1817112 w 3024845"/>
                <a:gd name="connsiteY301-40222" fmla="*/ 315630 h 834218"/>
                <a:gd name="connsiteX302-40223" fmla="*/ 2014439 w 3024845"/>
                <a:gd name="connsiteY302-40224" fmla="*/ 315630 h 834218"/>
                <a:gd name="connsiteX303-40225" fmla="*/ 2014439 w 3024845"/>
                <a:gd name="connsiteY303-40226" fmla="*/ 478658 h 834218"/>
                <a:gd name="connsiteX304-40227" fmla="*/ 2033136 w 3024845"/>
                <a:gd name="connsiteY304-40228" fmla="*/ 478658 h 834218"/>
                <a:gd name="connsiteX305-40229" fmla="*/ 2033136 w 3024845"/>
                <a:gd name="connsiteY305-40230" fmla="*/ 395965 h 834218"/>
                <a:gd name="connsiteX306-40231" fmla="*/ 2128256 w 3024845"/>
                <a:gd name="connsiteY306-40232" fmla="*/ 395965 h 834218"/>
                <a:gd name="connsiteX307-40233" fmla="*/ 2180720 w 3024845"/>
                <a:gd name="connsiteY307-40234" fmla="*/ 330752 h 834218"/>
                <a:gd name="connsiteX308-40235" fmla="*/ 2245574 w 3024845"/>
                <a:gd name="connsiteY308-40236" fmla="*/ 330752 h 834218"/>
                <a:gd name="connsiteX309-40237" fmla="*/ 2245574 w 3024845"/>
                <a:gd name="connsiteY309-40238" fmla="*/ 406414 h 834218"/>
                <a:gd name="connsiteX310-40239" fmla="*/ 2253681 w 3024845"/>
                <a:gd name="connsiteY310-40240" fmla="*/ 406414 h 834218"/>
                <a:gd name="connsiteX311-40241" fmla="*/ 2255708 w 3024845"/>
                <a:gd name="connsiteY311-40242" fmla="*/ 399929 h 834218"/>
                <a:gd name="connsiteX312-40243" fmla="*/ 2261788 w 3024845"/>
                <a:gd name="connsiteY312-40244" fmla="*/ 399929 h 834218"/>
                <a:gd name="connsiteX313-40245" fmla="*/ 2263815 w 3024845"/>
                <a:gd name="connsiteY313-40246" fmla="*/ 408576 h 834218"/>
                <a:gd name="connsiteX314-40247" fmla="*/ 2275975 w 3024845"/>
                <a:gd name="connsiteY314-40248" fmla="*/ 408576 h 834218"/>
                <a:gd name="connsiteX315-40249" fmla="*/ 2275975 w 3024845"/>
                <a:gd name="connsiteY315-40250" fmla="*/ 402090 h 834218"/>
                <a:gd name="connsiteX316-40251" fmla="*/ 2298268 w 3024845"/>
                <a:gd name="connsiteY316-40252" fmla="*/ 402090 h 834218"/>
                <a:gd name="connsiteX317-40253" fmla="*/ 2298268 w 3024845"/>
                <a:gd name="connsiteY317-40254" fmla="*/ 408576 h 834218"/>
                <a:gd name="connsiteX318-40255" fmla="*/ 2318535 w 3024845"/>
                <a:gd name="connsiteY318-40256" fmla="*/ 408576 h 834218"/>
                <a:gd name="connsiteX319-40257" fmla="*/ 2318535 w 3024845"/>
                <a:gd name="connsiteY319-40258" fmla="*/ 453973 h 834218"/>
                <a:gd name="connsiteX320-40259" fmla="*/ 2332722 w 3024845"/>
                <a:gd name="connsiteY320-40260" fmla="*/ 453973 h 834218"/>
                <a:gd name="connsiteX321-40261" fmla="*/ 2332722 w 3024845"/>
                <a:gd name="connsiteY321-40262" fmla="*/ 441002 h 834218"/>
                <a:gd name="connsiteX322-40263" fmla="*/ 2348936 w 3024845"/>
                <a:gd name="connsiteY322-40264" fmla="*/ 441002 h 834218"/>
                <a:gd name="connsiteX323-40265" fmla="*/ 2348936 w 3024845"/>
                <a:gd name="connsiteY323-40266" fmla="*/ 261575 h 834218"/>
                <a:gd name="connsiteX324-40267" fmla="*/ 2355016 w 3024845"/>
                <a:gd name="connsiteY324-40268" fmla="*/ 255089 h 834218"/>
                <a:gd name="connsiteX325-40269" fmla="*/ 2427977 w 3024845"/>
                <a:gd name="connsiteY325-40270" fmla="*/ 255089 h 834218"/>
                <a:gd name="connsiteX326-40271" fmla="*/ 2427977 w 3024845"/>
                <a:gd name="connsiteY326-40272" fmla="*/ 263737 h 834218"/>
                <a:gd name="connsiteX327-40273" fmla="*/ 2438110 w 3024845"/>
                <a:gd name="connsiteY327-40274" fmla="*/ 263737 h 834218"/>
                <a:gd name="connsiteX328-40275" fmla="*/ 2438110 w 3024845"/>
                <a:gd name="connsiteY328-40276" fmla="*/ 378311 h 834218"/>
                <a:gd name="connsiteX329-40277" fmla="*/ 2460404 w 3024845"/>
                <a:gd name="connsiteY329-40278" fmla="*/ 378311 h 834218"/>
                <a:gd name="connsiteX330-40279" fmla="*/ 2460404 w 3024845"/>
                <a:gd name="connsiteY330-40280" fmla="*/ 311296 h 834218"/>
                <a:gd name="connsiteX331-40281" fmla="*/ 2486751 w 3024845"/>
                <a:gd name="connsiteY331-40282" fmla="*/ 311296 h 834218"/>
                <a:gd name="connsiteX332-40283" fmla="*/ 2490804 w 3024845"/>
                <a:gd name="connsiteY332-40284" fmla="*/ 306972 h 834218"/>
                <a:gd name="connsiteX333-40285" fmla="*/ 2498911 w 3024845"/>
                <a:gd name="connsiteY333-40286" fmla="*/ 306972 h 834218"/>
                <a:gd name="connsiteX334-40287" fmla="*/ 2502964 w 3024845"/>
                <a:gd name="connsiteY334-40288" fmla="*/ 311296 h 834218"/>
                <a:gd name="connsiteX335-40289" fmla="*/ 2525258 w 3024845"/>
                <a:gd name="connsiteY335-40290" fmla="*/ 311296 h 834218"/>
                <a:gd name="connsiteX336-40291" fmla="*/ 2525258 w 3024845"/>
                <a:gd name="connsiteY336-40292" fmla="*/ 194560 h 834218"/>
                <a:gd name="connsiteX337-40293" fmla="*/ 2582005 w 3024845"/>
                <a:gd name="connsiteY337-40294" fmla="*/ 183751 h 834218"/>
                <a:gd name="connsiteX338-40295" fmla="*/ 2582005 w 3024845"/>
                <a:gd name="connsiteY338-40296" fmla="*/ 184832 h 834218"/>
                <a:gd name="connsiteX339-40297" fmla="*/ 2582005 w 3024845"/>
                <a:gd name="connsiteY339-40298" fmla="*/ 192398 h 834218"/>
                <a:gd name="connsiteX340-40299" fmla="*/ 2608352 w 3024845"/>
                <a:gd name="connsiteY340-40300" fmla="*/ 192398 h 834218"/>
                <a:gd name="connsiteX341-40301" fmla="*/ 2608352 w 3024845"/>
                <a:gd name="connsiteY341-40302" fmla="*/ 447488 h 834218"/>
                <a:gd name="connsiteX342-40303" fmla="*/ 2630646 w 3024845"/>
                <a:gd name="connsiteY342-40304" fmla="*/ 447488 h 834218"/>
                <a:gd name="connsiteX343-40305" fmla="*/ 2630646 w 3024845"/>
                <a:gd name="connsiteY343-40306" fmla="*/ 443164 h 834218"/>
                <a:gd name="connsiteX344-40307" fmla="*/ 2642806 w 3024845"/>
                <a:gd name="connsiteY344-40308" fmla="*/ 443164 h 834218"/>
                <a:gd name="connsiteX345-40309" fmla="*/ 2642806 w 3024845"/>
                <a:gd name="connsiteY345-40310" fmla="*/ 447488 h 834218"/>
                <a:gd name="connsiteX346-40311" fmla="*/ 2667126 w 3024845"/>
                <a:gd name="connsiteY346-40312" fmla="*/ 447488 h 834218"/>
                <a:gd name="connsiteX347-40313" fmla="*/ 2667126 w 3024845"/>
                <a:gd name="connsiteY347-40314" fmla="*/ 434517 h 834218"/>
                <a:gd name="connsiteX348-40315" fmla="*/ 2695500 w 3024845"/>
                <a:gd name="connsiteY348-40316" fmla="*/ 434517 h 834218"/>
                <a:gd name="connsiteX349-40317" fmla="*/ 2707660 w 3024845"/>
                <a:gd name="connsiteY349-40318" fmla="*/ 430193 h 834218"/>
                <a:gd name="connsiteX350-40319" fmla="*/ 2727927 w 3024845"/>
                <a:gd name="connsiteY350-40320" fmla="*/ 434517 h 834218"/>
                <a:gd name="connsiteX351-40321" fmla="*/ 2727927 w 3024845"/>
                <a:gd name="connsiteY351-40322" fmla="*/ 417223 h 834218"/>
                <a:gd name="connsiteX352-40323" fmla="*/ 2736034 w 3024845"/>
                <a:gd name="connsiteY352-40324" fmla="*/ 417223 h 834218"/>
                <a:gd name="connsiteX353-40325" fmla="*/ 2736034 w 3024845"/>
                <a:gd name="connsiteY353-40326" fmla="*/ 404252 h 834218"/>
                <a:gd name="connsiteX354-40327" fmla="*/ 2792781 w 3024845"/>
                <a:gd name="connsiteY354-40328" fmla="*/ 404252 h 834218"/>
                <a:gd name="connsiteX355-40329" fmla="*/ 2792781 w 3024845"/>
                <a:gd name="connsiteY355-40330" fmla="*/ 373987 h 834218"/>
                <a:gd name="connsiteX356-40331" fmla="*/ 2811021 w 3024845"/>
                <a:gd name="connsiteY356-40332" fmla="*/ 373987 h 834218"/>
                <a:gd name="connsiteX357-40333" fmla="*/ 2811021 w 3024845"/>
                <a:gd name="connsiteY357-40334" fmla="*/ 367502 h 834218"/>
                <a:gd name="connsiteX358-40335" fmla="*/ 2823181 w 3024845"/>
                <a:gd name="connsiteY358-40336" fmla="*/ 367502 h 834218"/>
                <a:gd name="connsiteX359-40337" fmla="*/ 2823181 w 3024845"/>
                <a:gd name="connsiteY359-40338" fmla="*/ 373987 h 834218"/>
                <a:gd name="connsiteX360-40339" fmla="*/ 2839395 w 3024845"/>
                <a:gd name="connsiteY360-40340" fmla="*/ 373987 h 834218"/>
                <a:gd name="connsiteX361-40341" fmla="*/ 2839395 w 3024845"/>
                <a:gd name="connsiteY361-40342" fmla="*/ 423708 h 834218"/>
                <a:gd name="connsiteX362-40343" fmla="*/ 2871822 w 3024845"/>
                <a:gd name="connsiteY362-40344" fmla="*/ 423708 h 834218"/>
                <a:gd name="connsiteX363-40345" fmla="*/ 2871822 w 3024845"/>
                <a:gd name="connsiteY363-40346" fmla="*/ 397767 h 834218"/>
                <a:gd name="connsiteX364-40347" fmla="*/ 2910329 w 3024845"/>
                <a:gd name="connsiteY364-40348" fmla="*/ 397767 h 834218"/>
                <a:gd name="connsiteX365-40349" fmla="*/ 2910329 w 3024845"/>
                <a:gd name="connsiteY365-40350" fmla="*/ 367502 h 834218"/>
                <a:gd name="connsiteX366-40351" fmla="*/ 2958970 w 3024845"/>
                <a:gd name="connsiteY366-40352" fmla="*/ 367502 h 834218"/>
                <a:gd name="connsiteX367-40353" fmla="*/ 2958970 w 3024845"/>
                <a:gd name="connsiteY367-40354" fmla="*/ 478658 h 834218"/>
                <a:gd name="connsiteX368-40355" fmla="*/ 2958970 w 3024845"/>
                <a:gd name="connsiteY368-40356" fmla="*/ 492437 h 834218"/>
                <a:gd name="connsiteX369-40357" fmla="*/ 3024845 w 3024845"/>
                <a:gd name="connsiteY369-40358" fmla="*/ 492437 h 834218"/>
                <a:gd name="connsiteX370-40359" fmla="*/ 3024845 w 3024845"/>
                <a:gd name="connsiteY370-40360" fmla="*/ 834218 h 834218"/>
                <a:gd name="connsiteX371-40361" fmla="*/ 2054 w 3024845"/>
                <a:gd name="connsiteY371-40362" fmla="*/ 831885 h 834218"/>
                <a:gd name="connsiteX372-40363" fmla="*/ 0 w 3024845"/>
                <a:gd name="connsiteY372-40364" fmla="*/ 397767 h 834218"/>
                <a:gd name="connsiteX373-40365" fmla="*/ 20267 w 3024845"/>
                <a:gd name="connsiteY373-40366" fmla="*/ 397767 h 834218"/>
                <a:gd name="connsiteX374-40367" fmla="*/ 20774 w 3024845"/>
                <a:gd name="connsiteY374-40368" fmla="*/ 396686 h 834218"/>
                <a:gd name="connsiteX375-40369" fmla="*/ 24320 w 3024845"/>
                <a:gd name="connsiteY375-40370" fmla="*/ 389120 h 834218"/>
                <a:gd name="connsiteX376-40371" fmla="*/ 26094 w 3024845"/>
                <a:gd name="connsiteY376-40372" fmla="*/ 389390 h 834218"/>
                <a:gd name="connsiteX377-40373" fmla="*/ 38507 w 3024845"/>
                <a:gd name="connsiteY377-40374" fmla="*/ 391281 h 834218"/>
                <a:gd name="connsiteX378-40375" fmla="*/ 39014 w 3024845"/>
                <a:gd name="connsiteY378-40376" fmla="*/ 392633 h 834218"/>
                <a:gd name="connsiteX379-40377" fmla="*/ 42560 w 3024845"/>
                <a:gd name="connsiteY379-40378" fmla="*/ 402090 h 834218"/>
                <a:gd name="connsiteX380-40379" fmla="*/ 68907 w 3024845"/>
                <a:gd name="connsiteY380-40380" fmla="*/ 404252 h 834218"/>
                <a:gd name="connsiteX381-40381" fmla="*/ 68907 w 3024845"/>
                <a:gd name="connsiteY381-40382" fmla="*/ 281031 h 834218"/>
                <a:gd name="connsiteX382-40383" fmla="*/ 70934 w 3024845"/>
                <a:gd name="connsiteY382-40384" fmla="*/ 281031 h 834218"/>
                <a:gd name="connsiteX383-40385" fmla="*/ 85121 w 3024845"/>
                <a:gd name="connsiteY383-40386" fmla="*/ 281031 h 834218"/>
                <a:gd name="connsiteX384-40387" fmla="*/ 85121 w 3024845"/>
                <a:gd name="connsiteY384-40388" fmla="*/ 144839 h 834218"/>
                <a:gd name="connsiteX385-40389" fmla="*/ 86894 w 3024845"/>
                <a:gd name="connsiteY385-40390" fmla="*/ 144839 h 834218"/>
                <a:gd name="connsiteX386-40391" fmla="*/ 99308 w 3024845"/>
                <a:gd name="connsiteY386-40392" fmla="*/ 144839 h 834218"/>
                <a:gd name="connsiteX387-40393" fmla="*/ 99308 w 3024845"/>
                <a:gd name="connsiteY387-40394" fmla="*/ 30265 h 834218"/>
                <a:gd name="connsiteX388-40395" fmla="*/ 103361 w 3024845"/>
                <a:gd name="connsiteY388-40396" fmla="*/ 2161 h 834218"/>
                <a:gd name="connsiteX0-40397" fmla="*/ 103361 w 3024845"/>
                <a:gd name="connsiteY0-40398" fmla="*/ 2161 h 834218"/>
                <a:gd name="connsiteX1-40399" fmla="*/ 200642 w 3024845"/>
                <a:gd name="connsiteY1-40400" fmla="*/ 0 h 834218"/>
                <a:gd name="connsiteX2-40401" fmla="*/ 202669 w 3024845"/>
                <a:gd name="connsiteY2-40402" fmla="*/ 0 h 834218"/>
                <a:gd name="connsiteX3-40403" fmla="*/ 220909 w 3024845"/>
                <a:gd name="connsiteY3-40404" fmla="*/ 144839 h 834218"/>
                <a:gd name="connsiteX4-40405" fmla="*/ 223189 w 3024845"/>
                <a:gd name="connsiteY4-40406" fmla="*/ 144839 h 834218"/>
                <a:gd name="connsiteX5-40407" fmla="*/ 239150 w 3024845"/>
                <a:gd name="connsiteY5-40408" fmla="*/ 144839 h 834218"/>
                <a:gd name="connsiteX6-40409" fmla="*/ 239150 w 3024845"/>
                <a:gd name="connsiteY6-40410" fmla="*/ 285354 h 834218"/>
                <a:gd name="connsiteX7-40411" fmla="*/ 240670 w 3024845"/>
                <a:gd name="connsiteY7-40412" fmla="*/ 285084 h 834218"/>
                <a:gd name="connsiteX8-40413" fmla="*/ 251310 w 3024845"/>
                <a:gd name="connsiteY8-40414" fmla="*/ 283193 h 834218"/>
                <a:gd name="connsiteX9-40415" fmla="*/ 249283 w 3024845"/>
                <a:gd name="connsiteY9-40416" fmla="*/ 371825 h 834218"/>
                <a:gd name="connsiteX10-40417" fmla="*/ 250803 w 3024845"/>
                <a:gd name="connsiteY10-40418" fmla="*/ 372096 h 834218"/>
                <a:gd name="connsiteX11-40419" fmla="*/ 261443 w 3024845"/>
                <a:gd name="connsiteY11-40420" fmla="*/ 373987 h 834218"/>
                <a:gd name="connsiteX12-40421" fmla="*/ 261696 w 3024845"/>
                <a:gd name="connsiteY12-40422" fmla="*/ 374798 h 834218"/>
                <a:gd name="connsiteX13-40423" fmla="*/ 263470 w 3024845"/>
                <a:gd name="connsiteY13-40424" fmla="*/ 380473 h 834218"/>
                <a:gd name="connsiteX14-40425" fmla="*/ 264230 w 3024845"/>
                <a:gd name="connsiteY14-40426" fmla="*/ 378041 h 834218"/>
                <a:gd name="connsiteX15-40427" fmla="*/ 269550 w 3024845"/>
                <a:gd name="connsiteY15-40428" fmla="*/ 361017 h 834218"/>
                <a:gd name="connsiteX16-40429" fmla="*/ 271323 w 3024845"/>
                <a:gd name="connsiteY16-40430" fmla="*/ 361017 h 834218"/>
                <a:gd name="connsiteX17-40431" fmla="*/ 283737 w 3024845"/>
                <a:gd name="connsiteY17-40432" fmla="*/ 361017 h 834218"/>
                <a:gd name="connsiteX18-40433" fmla="*/ 283737 w 3024845"/>
                <a:gd name="connsiteY18-40434" fmla="*/ 393443 h 834218"/>
                <a:gd name="connsiteX19-40435" fmla="*/ 284750 w 3024845"/>
                <a:gd name="connsiteY19-40436" fmla="*/ 393984 h 834218"/>
                <a:gd name="connsiteX20-40437" fmla="*/ 291844 w 3024845"/>
                <a:gd name="connsiteY20-40438" fmla="*/ 397767 h 834218"/>
                <a:gd name="connsiteX21-40439" fmla="*/ 291844 w 3024845"/>
                <a:gd name="connsiteY21-40440" fmla="*/ 399118 h 834218"/>
                <a:gd name="connsiteX22-40441" fmla="*/ 291844 w 3024845"/>
                <a:gd name="connsiteY22-40442" fmla="*/ 408576 h 834218"/>
                <a:gd name="connsiteX23-40443" fmla="*/ 336431 w 3024845"/>
                <a:gd name="connsiteY23-40444" fmla="*/ 408576 h 834218"/>
                <a:gd name="connsiteX24-40445" fmla="*/ 336431 w 3024845"/>
                <a:gd name="connsiteY24-40446" fmla="*/ 409657 h 834218"/>
                <a:gd name="connsiteX25-40447" fmla="*/ 336431 w 3024845"/>
                <a:gd name="connsiteY25-40448" fmla="*/ 417223 h 834218"/>
                <a:gd name="connsiteX26-40449" fmla="*/ 338457 w 3024845"/>
                <a:gd name="connsiteY26-40450" fmla="*/ 417223 h 834218"/>
                <a:gd name="connsiteX27-40451" fmla="*/ 352644 w 3024845"/>
                <a:gd name="connsiteY27-40452" fmla="*/ 417223 h 834218"/>
                <a:gd name="connsiteX28-40453" fmla="*/ 352644 w 3024845"/>
                <a:gd name="connsiteY28-40454" fmla="*/ 386958 h 834218"/>
                <a:gd name="connsiteX29-40455" fmla="*/ 397231 w 3024845"/>
                <a:gd name="connsiteY29-40456" fmla="*/ 386958 h 834218"/>
                <a:gd name="connsiteX30-40457" fmla="*/ 397231 w 3024845"/>
                <a:gd name="connsiteY30-40458" fmla="*/ 385607 h 834218"/>
                <a:gd name="connsiteX31-40459" fmla="*/ 397231 w 3024845"/>
                <a:gd name="connsiteY31-40460" fmla="*/ 376149 h 834218"/>
                <a:gd name="connsiteX32-40461" fmla="*/ 398245 w 3024845"/>
                <a:gd name="connsiteY32-40462" fmla="*/ 376149 h 834218"/>
                <a:gd name="connsiteX33-40463" fmla="*/ 405338 w 3024845"/>
                <a:gd name="connsiteY33-40464" fmla="*/ 376149 h 834218"/>
                <a:gd name="connsiteX34-40465" fmla="*/ 405338 w 3024845"/>
                <a:gd name="connsiteY34-40466" fmla="*/ 374258 h 834218"/>
                <a:gd name="connsiteX35-40467" fmla="*/ 405338 w 3024845"/>
                <a:gd name="connsiteY35-40468" fmla="*/ 361017 h 834218"/>
                <a:gd name="connsiteX36-40469" fmla="*/ 406098 w 3024845"/>
                <a:gd name="connsiteY36-40470" fmla="*/ 361017 h 834218"/>
                <a:gd name="connsiteX37-40471" fmla="*/ 411418 w 3024845"/>
                <a:gd name="connsiteY37-40472" fmla="*/ 361017 h 834218"/>
                <a:gd name="connsiteX38-40473" fmla="*/ 411418 w 3024845"/>
                <a:gd name="connsiteY38-40474" fmla="*/ 359936 h 834218"/>
                <a:gd name="connsiteX39-40475" fmla="*/ 411418 w 3024845"/>
                <a:gd name="connsiteY39-40476" fmla="*/ 352369 h 834218"/>
                <a:gd name="connsiteX40-40477" fmla="*/ 413445 w 3024845"/>
                <a:gd name="connsiteY40-40478" fmla="*/ 352369 h 834218"/>
                <a:gd name="connsiteX41-40479" fmla="*/ 427632 w 3024845"/>
                <a:gd name="connsiteY41-40480" fmla="*/ 352369 h 834218"/>
                <a:gd name="connsiteX42-40481" fmla="*/ 427632 w 3024845"/>
                <a:gd name="connsiteY42-40482" fmla="*/ 353450 h 834218"/>
                <a:gd name="connsiteX43-40483" fmla="*/ 427632 w 3024845"/>
                <a:gd name="connsiteY43-40484" fmla="*/ 361017 h 834218"/>
                <a:gd name="connsiteX44-40485" fmla="*/ 449925 w 3024845"/>
                <a:gd name="connsiteY44-40486" fmla="*/ 361017 h 834218"/>
                <a:gd name="connsiteX45-40487" fmla="*/ 449925 w 3024845"/>
                <a:gd name="connsiteY45-40488" fmla="*/ 359125 h 834218"/>
                <a:gd name="connsiteX46-40489" fmla="*/ 449925 w 3024845"/>
                <a:gd name="connsiteY46-40490" fmla="*/ 345884 h 834218"/>
                <a:gd name="connsiteX47-40491" fmla="*/ 451699 w 3024845"/>
                <a:gd name="connsiteY47-40492" fmla="*/ 345884 h 834218"/>
                <a:gd name="connsiteX48-40493" fmla="*/ 464112 w 3024845"/>
                <a:gd name="connsiteY48-40494" fmla="*/ 345884 h 834218"/>
                <a:gd name="connsiteX49-40495" fmla="*/ 464112 w 3024845"/>
                <a:gd name="connsiteY49-40496" fmla="*/ 369664 h 834218"/>
                <a:gd name="connsiteX50-40497" fmla="*/ 465126 w 3024845"/>
                <a:gd name="connsiteY50-40498" fmla="*/ 369664 h 834218"/>
                <a:gd name="connsiteX51-40499" fmla="*/ 472219 w 3024845"/>
                <a:gd name="connsiteY51-40500" fmla="*/ 369664 h 834218"/>
                <a:gd name="connsiteX52-40501" fmla="*/ 472219 w 3024845"/>
                <a:gd name="connsiteY52-40502" fmla="*/ 368583 h 834218"/>
                <a:gd name="connsiteX53-40503" fmla="*/ 472219 w 3024845"/>
                <a:gd name="connsiteY53-40504" fmla="*/ 361017 h 834218"/>
                <a:gd name="connsiteX54-40505" fmla="*/ 473992 w 3024845"/>
                <a:gd name="connsiteY54-40506" fmla="*/ 361017 h 834218"/>
                <a:gd name="connsiteX55-40507" fmla="*/ 486406 w 3024845"/>
                <a:gd name="connsiteY55-40508" fmla="*/ 361017 h 834218"/>
                <a:gd name="connsiteX56-40509" fmla="*/ 486406 w 3024845"/>
                <a:gd name="connsiteY56-40510" fmla="*/ 386958 h 834218"/>
                <a:gd name="connsiteX57-40511" fmla="*/ 488433 w 3024845"/>
                <a:gd name="connsiteY57-40512" fmla="*/ 386958 h 834218"/>
                <a:gd name="connsiteX58-40513" fmla="*/ 502619 w 3024845"/>
                <a:gd name="connsiteY58-40514" fmla="*/ 386958 h 834218"/>
                <a:gd name="connsiteX59-40515" fmla="*/ 502619 w 3024845"/>
                <a:gd name="connsiteY59-40516" fmla="*/ 388579 h 834218"/>
                <a:gd name="connsiteX60-40517" fmla="*/ 502619 w 3024845"/>
                <a:gd name="connsiteY60-40518" fmla="*/ 399929 h 834218"/>
                <a:gd name="connsiteX61-40519" fmla="*/ 503379 w 3024845"/>
                <a:gd name="connsiteY61-40520" fmla="*/ 399929 h 834218"/>
                <a:gd name="connsiteX62-40521" fmla="*/ 508700 w 3024845"/>
                <a:gd name="connsiteY62-40522" fmla="*/ 399929 h 834218"/>
                <a:gd name="connsiteX63-40523" fmla="*/ 508700 w 3024845"/>
                <a:gd name="connsiteY63-40524" fmla="*/ 399118 h 834218"/>
                <a:gd name="connsiteX64-40525" fmla="*/ 508700 w 3024845"/>
                <a:gd name="connsiteY64-40526" fmla="*/ 393443 h 834218"/>
                <a:gd name="connsiteX65-40527" fmla="*/ 539100 w 3024845"/>
                <a:gd name="connsiteY65-40528" fmla="*/ 393443 h 834218"/>
                <a:gd name="connsiteX66-40529" fmla="*/ 539100 w 3024845"/>
                <a:gd name="connsiteY66-40530" fmla="*/ 417223 h 834218"/>
                <a:gd name="connsiteX67-40531" fmla="*/ 540113 w 3024845"/>
                <a:gd name="connsiteY67-40532" fmla="*/ 417223 h 834218"/>
                <a:gd name="connsiteX68-40533" fmla="*/ 547207 w 3024845"/>
                <a:gd name="connsiteY68-40534" fmla="*/ 417223 h 834218"/>
                <a:gd name="connsiteX69-40535" fmla="*/ 547207 w 3024845"/>
                <a:gd name="connsiteY69-40536" fmla="*/ 418304 h 834218"/>
                <a:gd name="connsiteX70-40537" fmla="*/ 547207 w 3024845"/>
                <a:gd name="connsiteY70-40538" fmla="*/ 425870 h 834218"/>
                <a:gd name="connsiteX71-40539" fmla="*/ 547967 w 3024845"/>
                <a:gd name="connsiteY71-40540" fmla="*/ 425870 h 834218"/>
                <a:gd name="connsiteX72-40541" fmla="*/ 553287 w 3024845"/>
                <a:gd name="connsiteY72-40542" fmla="*/ 425870 h 834218"/>
                <a:gd name="connsiteX73-40543" fmla="*/ 553287 w 3024845"/>
                <a:gd name="connsiteY73-40544" fmla="*/ 423708 h 834218"/>
                <a:gd name="connsiteX74-40545" fmla="*/ 553287 w 3024845"/>
                <a:gd name="connsiteY74-40546" fmla="*/ 408576 h 834218"/>
                <a:gd name="connsiteX75-40547" fmla="*/ 554300 w 3024845"/>
                <a:gd name="connsiteY75-40548" fmla="*/ 408576 h 834218"/>
                <a:gd name="connsiteX76-40549" fmla="*/ 561394 w 3024845"/>
                <a:gd name="connsiteY76-40550" fmla="*/ 408576 h 834218"/>
                <a:gd name="connsiteX77-40551" fmla="*/ 561394 w 3024845"/>
                <a:gd name="connsiteY77-40552" fmla="*/ 409657 h 834218"/>
                <a:gd name="connsiteX78-40553" fmla="*/ 561394 w 3024845"/>
                <a:gd name="connsiteY78-40554" fmla="*/ 417223 h 834218"/>
                <a:gd name="connsiteX79-40555" fmla="*/ 566714 w 3024845"/>
                <a:gd name="connsiteY79-40556" fmla="*/ 415230 h 834218"/>
                <a:gd name="connsiteX80-40557" fmla="*/ 567474 w 3024845"/>
                <a:gd name="connsiteY80-40558" fmla="*/ 414250 h 834218"/>
                <a:gd name="connsiteX81-40559" fmla="*/ 567474 w 3024845"/>
                <a:gd name="connsiteY81-40560" fmla="*/ 408576 h 834218"/>
                <a:gd name="connsiteX82-40561" fmla="*/ 605981 w 3024845"/>
                <a:gd name="connsiteY82-40562" fmla="*/ 408576 h 834218"/>
                <a:gd name="connsiteX83-40563" fmla="*/ 605981 w 3024845"/>
                <a:gd name="connsiteY83-40564" fmla="*/ 432355 h 834218"/>
                <a:gd name="connsiteX84-40565" fmla="*/ 608007 w 3024845"/>
                <a:gd name="connsiteY84-40566" fmla="*/ 432355 h 834218"/>
                <a:gd name="connsiteX85-40567" fmla="*/ 622194 w 3024845"/>
                <a:gd name="connsiteY85-40568" fmla="*/ 432355 h 834218"/>
                <a:gd name="connsiteX86-40569" fmla="*/ 622194 w 3024845"/>
                <a:gd name="connsiteY86-40570" fmla="*/ 433436 h 834218"/>
                <a:gd name="connsiteX87-40571" fmla="*/ 622194 w 3024845"/>
                <a:gd name="connsiteY87-40572" fmla="*/ 441002 h 834218"/>
                <a:gd name="connsiteX88-40573" fmla="*/ 623968 w 3024845"/>
                <a:gd name="connsiteY88-40574" fmla="*/ 441002 h 834218"/>
                <a:gd name="connsiteX89-40575" fmla="*/ 636381 w 3024845"/>
                <a:gd name="connsiteY89-40576" fmla="*/ 441002 h 834218"/>
                <a:gd name="connsiteX90-40577" fmla="*/ 636381 w 3024845"/>
                <a:gd name="connsiteY90-40578" fmla="*/ 417223 h 834218"/>
                <a:gd name="connsiteX91-40579" fmla="*/ 637394 w 3024845"/>
                <a:gd name="connsiteY91-40580" fmla="*/ 417223 h 834218"/>
                <a:gd name="connsiteX92-40581" fmla="*/ 644488 w 3024845"/>
                <a:gd name="connsiteY92-40582" fmla="*/ 417223 h 834218"/>
                <a:gd name="connsiteX93-40583" fmla="*/ 644488 w 3024845"/>
                <a:gd name="connsiteY93-40584" fmla="*/ 384796 h 834218"/>
                <a:gd name="connsiteX94-40585" fmla="*/ 645501 w 3024845"/>
                <a:gd name="connsiteY94-40586" fmla="*/ 384796 h 834218"/>
                <a:gd name="connsiteX95-40587" fmla="*/ 652595 w 3024845"/>
                <a:gd name="connsiteY95-40588" fmla="*/ 384796 h 834218"/>
                <a:gd name="connsiteX96-40589" fmla="*/ 652595 w 3024845"/>
                <a:gd name="connsiteY96-40590" fmla="*/ 382905 h 834218"/>
                <a:gd name="connsiteX97-40591" fmla="*/ 652595 w 3024845"/>
                <a:gd name="connsiteY97-40592" fmla="*/ 369664 h 834218"/>
                <a:gd name="connsiteX98-40593" fmla="*/ 651328 w 3024845"/>
                <a:gd name="connsiteY98-40594" fmla="*/ 368042 h 834218"/>
                <a:gd name="connsiteX99-40595" fmla="*/ 656648 w 3024845"/>
                <a:gd name="connsiteY99-40596" fmla="*/ 356693 h 834218"/>
                <a:gd name="connsiteX100-40597" fmla="*/ 664755 w 3024845"/>
                <a:gd name="connsiteY100-40598" fmla="*/ 384796 h 834218"/>
                <a:gd name="connsiteX101-40599" fmla="*/ 665515 w 3024845"/>
                <a:gd name="connsiteY101-40600" fmla="*/ 384796 h 834218"/>
                <a:gd name="connsiteX102-40601" fmla="*/ 670835 w 3024845"/>
                <a:gd name="connsiteY102-40602" fmla="*/ 384796 h 834218"/>
                <a:gd name="connsiteX103-40603" fmla="*/ 670835 w 3024845"/>
                <a:gd name="connsiteY103-40604" fmla="*/ 278869 h 834218"/>
                <a:gd name="connsiteX104-40605" fmla="*/ 672355 w 3024845"/>
                <a:gd name="connsiteY104-40606" fmla="*/ 278869 h 834218"/>
                <a:gd name="connsiteX105-40607" fmla="*/ 682995 w 3024845"/>
                <a:gd name="connsiteY105-40608" fmla="*/ 278869 h 834218"/>
                <a:gd name="connsiteX106-40609" fmla="*/ 682995 w 3024845"/>
                <a:gd name="connsiteY106-40610" fmla="*/ 231310 h 834218"/>
                <a:gd name="connsiteX107-40611" fmla="*/ 709342 w 3024845"/>
                <a:gd name="connsiteY107-40612" fmla="*/ 231310 h 834218"/>
                <a:gd name="connsiteX108-40613" fmla="*/ 709342 w 3024845"/>
                <a:gd name="connsiteY108-40614" fmla="*/ 209692 h 834218"/>
                <a:gd name="connsiteX109-40615" fmla="*/ 743796 w 3024845"/>
                <a:gd name="connsiteY109-40616" fmla="*/ 209692 h 834218"/>
                <a:gd name="connsiteX110-40617" fmla="*/ 743796 w 3024845"/>
                <a:gd name="connsiteY110-40618" fmla="*/ 212124 h 834218"/>
                <a:gd name="connsiteX111-40619" fmla="*/ 743796 w 3024845"/>
                <a:gd name="connsiteY111-40620" fmla="*/ 229148 h 834218"/>
                <a:gd name="connsiteX112-40621" fmla="*/ 746076 w 3024845"/>
                <a:gd name="connsiteY112-40622" fmla="*/ 229148 h 834218"/>
                <a:gd name="connsiteX113-40623" fmla="*/ 762036 w 3024845"/>
                <a:gd name="connsiteY113-40624" fmla="*/ 229148 h 834218"/>
                <a:gd name="connsiteX114-40625" fmla="*/ 762036 w 3024845"/>
                <a:gd name="connsiteY114-40626" fmla="*/ 276707 h 834218"/>
                <a:gd name="connsiteX115-40627" fmla="*/ 763049 w 3024845"/>
                <a:gd name="connsiteY115-40628" fmla="*/ 276707 h 834218"/>
                <a:gd name="connsiteX116-40629" fmla="*/ 770143 w 3024845"/>
                <a:gd name="connsiteY116-40630" fmla="*/ 276707 h 834218"/>
                <a:gd name="connsiteX117-40631" fmla="*/ 784330 w 3024845"/>
                <a:gd name="connsiteY117-40632" fmla="*/ 281031 h 834218"/>
                <a:gd name="connsiteX118-40633" fmla="*/ 784330 w 3024845"/>
                <a:gd name="connsiteY118-40634" fmla="*/ 319943 h 834218"/>
                <a:gd name="connsiteX119-40635" fmla="*/ 785343 w 3024845"/>
                <a:gd name="connsiteY119-40636" fmla="*/ 319943 h 834218"/>
                <a:gd name="connsiteX120-40637" fmla="*/ 792436 w 3024845"/>
                <a:gd name="connsiteY120-40638" fmla="*/ 319943 h 834218"/>
                <a:gd name="connsiteX121-40639" fmla="*/ 792436 w 3024845"/>
                <a:gd name="connsiteY121-40640" fmla="*/ 321564 h 834218"/>
                <a:gd name="connsiteX122-40641" fmla="*/ 792436 w 3024845"/>
                <a:gd name="connsiteY122-40642" fmla="*/ 332913 h 834218"/>
                <a:gd name="connsiteX123-40643" fmla="*/ 794463 w 3024845"/>
                <a:gd name="connsiteY123-40644" fmla="*/ 332913 h 834218"/>
                <a:gd name="connsiteX124-40645" fmla="*/ 808650 w 3024845"/>
                <a:gd name="connsiteY124-40646" fmla="*/ 332913 h 834218"/>
                <a:gd name="connsiteX125-40647" fmla="*/ 814730 w 3024845"/>
                <a:gd name="connsiteY125-40648" fmla="*/ 339399 h 834218"/>
                <a:gd name="connsiteX126-40649" fmla="*/ 814730 w 3024845"/>
                <a:gd name="connsiteY126-40650" fmla="*/ 361017 h 834218"/>
                <a:gd name="connsiteX127-40651" fmla="*/ 817010 w 3024845"/>
                <a:gd name="connsiteY127-40652" fmla="*/ 361017 h 834218"/>
                <a:gd name="connsiteX128-40653" fmla="*/ 832970 w 3024845"/>
                <a:gd name="connsiteY128-40654" fmla="*/ 361017 h 834218"/>
                <a:gd name="connsiteX129-40655" fmla="*/ 832970 w 3024845"/>
                <a:gd name="connsiteY129-40656" fmla="*/ 362097 h 834218"/>
                <a:gd name="connsiteX130-40657" fmla="*/ 832970 w 3024845"/>
                <a:gd name="connsiteY130-40658" fmla="*/ 369664 h 834218"/>
                <a:gd name="connsiteX131-40659" fmla="*/ 834237 w 3024845"/>
                <a:gd name="connsiteY131-40660" fmla="*/ 369664 h 834218"/>
                <a:gd name="connsiteX132-40661" fmla="*/ 843104 w 3024845"/>
                <a:gd name="connsiteY132-40662" fmla="*/ 369664 h 834218"/>
                <a:gd name="connsiteX133-40663" fmla="*/ 843104 w 3024845"/>
                <a:gd name="connsiteY133-40664" fmla="*/ 371825 h 834218"/>
                <a:gd name="connsiteX134-40665" fmla="*/ 843104 w 3024845"/>
                <a:gd name="connsiteY134-40666" fmla="*/ 386958 h 834218"/>
                <a:gd name="connsiteX135-40667" fmla="*/ 847157 w 3024845"/>
                <a:gd name="connsiteY135-40668" fmla="*/ 385066 h 834218"/>
                <a:gd name="connsiteX136-40669" fmla="*/ 847157 w 3024845"/>
                <a:gd name="connsiteY136-40670" fmla="*/ 371825 h 834218"/>
                <a:gd name="connsiteX137-40671" fmla="*/ 848170 w 3024845"/>
                <a:gd name="connsiteY137-40672" fmla="*/ 371825 h 834218"/>
                <a:gd name="connsiteX138-40673" fmla="*/ 855264 w 3024845"/>
                <a:gd name="connsiteY138-40674" fmla="*/ 371825 h 834218"/>
                <a:gd name="connsiteX139-40675" fmla="*/ 855264 w 3024845"/>
                <a:gd name="connsiteY139-40676" fmla="*/ 373447 h 834218"/>
                <a:gd name="connsiteX140-40677" fmla="*/ 855264 w 3024845"/>
                <a:gd name="connsiteY140-40678" fmla="*/ 384796 h 834218"/>
                <a:gd name="connsiteX141-40679" fmla="*/ 856024 w 3024845"/>
                <a:gd name="connsiteY141-40680" fmla="*/ 384796 h 834218"/>
                <a:gd name="connsiteX142-40681" fmla="*/ 861344 w 3024845"/>
                <a:gd name="connsiteY142-40682" fmla="*/ 384796 h 834218"/>
                <a:gd name="connsiteX143-40683" fmla="*/ 909984 w 3024845"/>
                <a:gd name="connsiteY143-40684" fmla="*/ 380473 h 834218"/>
                <a:gd name="connsiteX144-40685" fmla="*/ 909984 w 3024845"/>
                <a:gd name="connsiteY144-40686" fmla="*/ 381824 h 834218"/>
                <a:gd name="connsiteX145-40687" fmla="*/ 909984 w 3024845"/>
                <a:gd name="connsiteY145-40688" fmla="*/ 391281 h 834218"/>
                <a:gd name="connsiteX146-40689" fmla="*/ 910744 w 3024845"/>
                <a:gd name="connsiteY146-40690" fmla="*/ 391281 h 834218"/>
                <a:gd name="connsiteX147-40691" fmla="*/ 916065 w 3024845"/>
                <a:gd name="connsiteY147-40692" fmla="*/ 391281 h 834218"/>
                <a:gd name="connsiteX148-40693" fmla="*/ 916065 w 3024845"/>
                <a:gd name="connsiteY148-40694" fmla="*/ 393443 h 834218"/>
                <a:gd name="connsiteX149-40695" fmla="*/ 916065 w 3024845"/>
                <a:gd name="connsiteY149-40696" fmla="*/ 408576 h 834218"/>
                <a:gd name="connsiteX150-40697" fmla="*/ 918091 w 3024845"/>
                <a:gd name="connsiteY150-40698" fmla="*/ 407225 h 834218"/>
                <a:gd name="connsiteX151-40699" fmla="*/ 932278 w 3024845"/>
                <a:gd name="connsiteY151-40700" fmla="*/ 397767 h 834218"/>
                <a:gd name="connsiteX152-40701" fmla="*/ 938358 w 3024845"/>
                <a:gd name="connsiteY152-40702" fmla="*/ 356693 h 834218"/>
                <a:gd name="connsiteX153-40703" fmla="*/ 939118 w 3024845"/>
                <a:gd name="connsiteY153-40704" fmla="*/ 356423 h 834218"/>
                <a:gd name="connsiteX154-40705" fmla="*/ 944438 w 3024845"/>
                <a:gd name="connsiteY154-40706" fmla="*/ 354531 h 834218"/>
                <a:gd name="connsiteX155-40707" fmla="*/ 946465 w 3024845"/>
                <a:gd name="connsiteY155-40708" fmla="*/ 285354 h 834218"/>
                <a:gd name="connsiteX156-40709" fmla="*/ 948492 w 3024845"/>
                <a:gd name="connsiteY156-40710" fmla="*/ 354531 h 834218"/>
                <a:gd name="connsiteX157-40711" fmla="*/ 949252 w 3024845"/>
                <a:gd name="connsiteY157-40712" fmla="*/ 354801 h 834218"/>
                <a:gd name="connsiteX158-40713" fmla="*/ 954572 w 3024845"/>
                <a:gd name="connsiteY158-40714" fmla="*/ 356693 h 834218"/>
                <a:gd name="connsiteX159-40715" fmla="*/ 954572 w 3024845"/>
                <a:gd name="connsiteY159-40716" fmla="*/ 270222 h 834218"/>
                <a:gd name="connsiteX160-40717" fmla="*/ 958625 w 3024845"/>
                <a:gd name="connsiteY160-40718" fmla="*/ 237795 h 834218"/>
                <a:gd name="connsiteX161-40719" fmla="*/ 997132 w 3024845"/>
                <a:gd name="connsiteY161-40720" fmla="*/ 237795 h 834218"/>
                <a:gd name="connsiteX162-40721" fmla="*/ 997132 w 3024845"/>
                <a:gd name="connsiteY162-40722" fmla="*/ 270222 h 834218"/>
                <a:gd name="connsiteX163-40723" fmla="*/ 997892 w 3024845"/>
                <a:gd name="connsiteY163-40724" fmla="*/ 270222 h 834218"/>
                <a:gd name="connsiteX164-40725" fmla="*/ 1003212 w 3024845"/>
                <a:gd name="connsiteY164-40726" fmla="*/ 270222 h 834218"/>
                <a:gd name="connsiteX165-40727" fmla="*/ 1003212 w 3024845"/>
                <a:gd name="connsiteY165-40728" fmla="*/ 188074 h 834218"/>
                <a:gd name="connsiteX166-40729" fmla="*/ 1004986 w 3024845"/>
                <a:gd name="connsiteY166-40730" fmla="*/ 188074 h 834218"/>
                <a:gd name="connsiteX167-40731" fmla="*/ 1017399 w 3024845"/>
                <a:gd name="connsiteY167-40732" fmla="*/ 188074 h 834218"/>
                <a:gd name="connsiteX168-40733" fmla="*/ 1017399 w 3024845"/>
                <a:gd name="connsiteY168-40734" fmla="*/ 186183 h 834218"/>
                <a:gd name="connsiteX169-40735" fmla="*/ 1017399 w 3024845"/>
                <a:gd name="connsiteY169-40736" fmla="*/ 172942 h 834218"/>
                <a:gd name="connsiteX170-40737" fmla="*/ 1039693 w 3024845"/>
                <a:gd name="connsiteY170-40738" fmla="*/ 172942 h 834218"/>
                <a:gd name="connsiteX171-40739" fmla="*/ 1039693 w 3024845"/>
                <a:gd name="connsiteY171-40740" fmla="*/ 171861 h 834218"/>
                <a:gd name="connsiteX172-40741" fmla="*/ 1039693 w 3024845"/>
                <a:gd name="connsiteY172-40742" fmla="*/ 164295 h 834218"/>
                <a:gd name="connsiteX173-40743" fmla="*/ 1041466 w 3024845"/>
                <a:gd name="connsiteY173-40744" fmla="*/ 164295 h 834218"/>
                <a:gd name="connsiteX174-40745" fmla="*/ 1053880 w 3024845"/>
                <a:gd name="connsiteY174-40746" fmla="*/ 164295 h 834218"/>
                <a:gd name="connsiteX175-40747" fmla="*/ 1053880 w 3024845"/>
                <a:gd name="connsiteY175-40748" fmla="*/ 165376 h 834218"/>
                <a:gd name="connsiteX176-40749" fmla="*/ 1053880 w 3024845"/>
                <a:gd name="connsiteY176-40750" fmla="*/ 172942 h 834218"/>
                <a:gd name="connsiteX177-40751" fmla="*/ 1054640 w 3024845"/>
                <a:gd name="connsiteY177-40752" fmla="*/ 172942 h 834218"/>
                <a:gd name="connsiteX178-40753" fmla="*/ 1059960 w 3024845"/>
                <a:gd name="connsiteY178-40754" fmla="*/ 172942 h 834218"/>
                <a:gd name="connsiteX179-40755" fmla="*/ 1070093 w 3024845"/>
                <a:gd name="connsiteY179-40756" fmla="*/ 168618 h 834218"/>
                <a:gd name="connsiteX180-40757" fmla="*/ 1074146 w 3024845"/>
                <a:gd name="connsiteY180-40758" fmla="*/ 171861 h 834218"/>
                <a:gd name="connsiteX181-40759" fmla="*/ 1074146 w 3024845"/>
                <a:gd name="connsiteY181-40760" fmla="*/ 164295 h 834218"/>
                <a:gd name="connsiteX182-40761" fmla="*/ 1076426 w 3024845"/>
                <a:gd name="connsiteY182-40762" fmla="*/ 164295 h 834218"/>
                <a:gd name="connsiteX183-40763" fmla="*/ 1092387 w 3024845"/>
                <a:gd name="connsiteY183-40764" fmla="*/ 164295 h 834218"/>
                <a:gd name="connsiteX184-40765" fmla="*/ 1092387 w 3024845"/>
                <a:gd name="connsiteY184-40766" fmla="*/ 165376 h 834218"/>
                <a:gd name="connsiteX185-40767" fmla="*/ 1092387 w 3024845"/>
                <a:gd name="connsiteY185-40768" fmla="*/ 172942 h 834218"/>
                <a:gd name="connsiteX186-40769" fmla="*/ 1122787 w 3024845"/>
                <a:gd name="connsiteY186-40770" fmla="*/ 172942 h 834218"/>
                <a:gd name="connsiteX187-40771" fmla="*/ 1122787 w 3024845"/>
                <a:gd name="connsiteY187-40772" fmla="*/ 174563 h 834218"/>
                <a:gd name="connsiteX188-40773" fmla="*/ 1122787 w 3024845"/>
                <a:gd name="connsiteY188-40774" fmla="*/ 185913 h 834218"/>
                <a:gd name="connsiteX189-40775" fmla="*/ 1149134 w 3024845"/>
                <a:gd name="connsiteY189-40776" fmla="*/ 185913 h 834218"/>
                <a:gd name="connsiteX190-40777" fmla="*/ 1149134 w 3024845"/>
                <a:gd name="connsiteY190-40778" fmla="*/ 216177 h 834218"/>
                <a:gd name="connsiteX191-40779" fmla="*/ 1149894 w 3024845"/>
                <a:gd name="connsiteY191-40780" fmla="*/ 216177 h 834218"/>
                <a:gd name="connsiteX192-40781" fmla="*/ 1155214 w 3024845"/>
                <a:gd name="connsiteY192-40782" fmla="*/ 216177 h 834218"/>
                <a:gd name="connsiteX193-40783" fmla="*/ 1155214 w 3024845"/>
                <a:gd name="connsiteY193-40784" fmla="*/ 217258 h 834218"/>
                <a:gd name="connsiteX194-40785" fmla="*/ 1155214 w 3024845"/>
                <a:gd name="connsiteY194-40786" fmla="*/ 224825 h 834218"/>
                <a:gd name="connsiteX195-40787" fmla="*/ 1159268 w 3024845"/>
                <a:gd name="connsiteY195-40788" fmla="*/ 255089 h 834218"/>
                <a:gd name="connsiteX196-40789" fmla="*/ 1160028 w 3024845"/>
                <a:gd name="connsiteY196-40790" fmla="*/ 255089 h 834218"/>
                <a:gd name="connsiteX197-40791" fmla="*/ 1165348 w 3024845"/>
                <a:gd name="connsiteY197-40792" fmla="*/ 255089 h 834218"/>
                <a:gd name="connsiteX198-40793" fmla="*/ 1165348 w 3024845"/>
                <a:gd name="connsiteY198-40794" fmla="*/ 255900 h 834218"/>
                <a:gd name="connsiteX199-40795" fmla="*/ 1165348 w 3024845"/>
                <a:gd name="connsiteY199-40796" fmla="*/ 261575 h 834218"/>
                <a:gd name="connsiteX200-40797" fmla="*/ 1166361 w 3024845"/>
                <a:gd name="connsiteY200-40798" fmla="*/ 261575 h 834218"/>
                <a:gd name="connsiteX201-40799" fmla="*/ 1173454 w 3024845"/>
                <a:gd name="connsiteY201-40800" fmla="*/ 261575 h 834218"/>
                <a:gd name="connsiteX202-40801" fmla="*/ 1173454 w 3024845"/>
                <a:gd name="connsiteY202-40802" fmla="*/ 291840 h 834218"/>
                <a:gd name="connsiteX203-40803" fmla="*/ 1175481 w 3024845"/>
                <a:gd name="connsiteY203-40804" fmla="*/ 291840 h 834218"/>
                <a:gd name="connsiteX204-40805" fmla="*/ 1189668 w 3024845"/>
                <a:gd name="connsiteY204-40806" fmla="*/ 291840 h 834218"/>
                <a:gd name="connsiteX205-40807" fmla="*/ 1189668 w 3024845"/>
                <a:gd name="connsiteY205-40808" fmla="*/ 315619 h 834218"/>
                <a:gd name="connsiteX206-40809" fmla="*/ 1191695 w 3024845"/>
                <a:gd name="connsiteY206-40810" fmla="*/ 317240 h 834218"/>
                <a:gd name="connsiteX207-40811" fmla="*/ 1191695 w 3024845"/>
                <a:gd name="connsiteY207-40812" fmla="*/ 328590 h 834218"/>
                <a:gd name="connsiteX208-40813" fmla="*/ 1192455 w 3024845"/>
                <a:gd name="connsiteY208-40814" fmla="*/ 328590 h 834218"/>
                <a:gd name="connsiteX209-40815" fmla="*/ 1197775 w 3024845"/>
                <a:gd name="connsiteY209-40816" fmla="*/ 328590 h 834218"/>
                <a:gd name="connsiteX210-40817" fmla="*/ 1197775 w 3024845"/>
                <a:gd name="connsiteY210-40818" fmla="*/ 352369 h 834218"/>
                <a:gd name="connsiteX211-40819" fmla="*/ 1199041 w 3024845"/>
                <a:gd name="connsiteY211-40820" fmla="*/ 352369 h 834218"/>
                <a:gd name="connsiteX212-40821" fmla="*/ 1207908 w 3024845"/>
                <a:gd name="connsiteY212-40822" fmla="*/ 352369 h 834218"/>
                <a:gd name="connsiteX213-40823" fmla="*/ 1209935 w 3024845"/>
                <a:gd name="connsiteY213-40824" fmla="*/ 356423 h 834218"/>
                <a:gd name="connsiteX214-40825" fmla="*/ 1209935 w 3024845"/>
                <a:gd name="connsiteY214-40826" fmla="*/ 369664 h 834218"/>
                <a:gd name="connsiteX215-40827" fmla="*/ 1211455 w 3024845"/>
                <a:gd name="connsiteY215-40828" fmla="*/ 367772 h 834218"/>
                <a:gd name="connsiteX216-40829" fmla="*/ 1222095 w 3024845"/>
                <a:gd name="connsiteY216-40830" fmla="*/ 354531 h 834218"/>
                <a:gd name="connsiteX217-40831" fmla="*/ 1250469 w 3024845"/>
                <a:gd name="connsiteY217-40832" fmla="*/ 354531 h 834218"/>
                <a:gd name="connsiteX218-40833" fmla="*/ 1250469 w 3024845"/>
                <a:gd name="connsiteY218-40834" fmla="*/ 441002 h 834218"/>
                <a:gd name="connsiteX219-40835" fmla="*/ 1251229 w 3024845"/>
                <a:gd name="connsiteY219-40836" fmla="*/ 441002 h 834218"/>
                <a:gd name="connsiteX220-40837" fmla="*/ 1256549 w 3024845"/>
                <a:gd name="connsiteY220-40838" fmla="*/ 441002 h 834218"/>
                <a:gd name="connsiteX221-40839" fmla="*/ 1257309 w 3024845"/>
                <a:gd name="connsiteY221-40840" fmla="*/ 439651 h 834218"/>
                <a:gd name="connsiteX222-40841" fmla="*/ 1262629 w 3024845"/>
                <a:gd name="connsiteY222-40842" fmla="*/ 430193 h 834218"/>
                <a:gd name="connsiteX223-40843" fmla="*/ 1262629 w 3024845"/>
                <a:gd name="connsiteY223-40844" fmla="*/ 432085 h 834218"/>
                <a:gd name="connsiteX224-40845" fmla="*/ 1262629 w 3024845"/>
                <a:gd name="connsiteY224-40846" fmla="*/ 445326 h 834218"/>
                <a:gd name="connsiteX225-40847" fmla="*/ 1266682 w 3024845"/>
                <a:gd name="connsiteY225-40848" fmla="*/ 399929 h 834218"/>
                <a:gd name="connsiteX226-40849" fmla="*/ 1267442 w 3024845"/>
                <a:gd name="connsiteY226-40850" fmla="*/ 399929 h 834218"/>
                <a:gd name="connsiteX227-40851" fmla="*/ 1272762 w 3024845"/>
                <a:gd name="connsiteY227-40852" fmla="*/ 399929 h 834218"/>
                <a:gd name="connsiteX228-40853" fmla="*/ 1272762 w 3024845"/>
                <a:gd name="connsiteY228-40854" fmla="*/ 335075 h 834218"/>
                <a:gd name="connsiteX229-40855" fmla="*/ 1273776 w 3024845"/>
                <a:gd name="connsiteY229-40856" fmla="*/ 335075 h 834218"/>
                <a:gd name="connsiteX230-40857" fmla="*/ 1280869 w 3024845"/>
                <a:gd name="connsiteY230-40858" fmla="*/ 335075 h 834218"/>
                <a:gd name="connsiteX231-40859" fmla="*/ 1293029 w 3024845"/>
                <a:gd name="connsiteY231-40860" fmla="*/ 291840 h 834218"/>
                <a:gd name="connsiteX232-40861" fmla="*/ 1294296 w 3024845"/>
                <a:gd name="connsiteY232-40862" fmla="*/ 291840 h 834218"/>
                <a:gd name="connsiteX233-40863" fmla="*/ 1303163 w 3024845"/>
                <a:gd name="connsiteY233-40864" fmla="*/ 291840 h 834218"/>
                <a:gd name="connsiteX234-40865" fmla="*/ 1313296 w 3024845"/>
                <a:gd name="connsiteY234-40866" fmla="*/ 335075 h 834218"/>
                <a:gd name="connsiteX235-40867" fmla="*/ 1314309 w 3024845"/>
                <a:gd name="connsiteY235-40868" fmla="*/ 335075 h 834218"/>
                <a:gd name="connsiteX236-40869" fmla="*/ 1321403 w 3024845"/>
                <a:gd name="connsiteY236-40870" fmla="*/ 335075 h 834218"/>
                <a:gd name="connsiteX237-40871" fmla="*/ 1321403 w 3024845"/>
                <a:gd name="connsiteY237-40872" fmla="*/ 373987 h 834218"/>
                <a:gd name="connsiteX238-40873" fmla="*/ 1323176 w 3024845"/>
                <a:gd name="connsiteY238-40874" fmla="*/ 373987 h 834218"/>
                <a:gd name="connsiteX239-40875" fmla="*/ 1335590 w 3024845"/>
                <a:gd name="connsiteY239-40876" fmla="*/ 373987 h 834218"/>
                <a:gd name="connsiteX240-40877" fmla="*/ 1335590 w 3024845"/>
                <a:gd name="connsiteY240-40878" fmla="*/ 376149 h 834218"/>
                <a:gd name="connsiteX241-40879" fmla="*/ 1335590 w 3024845"/>
                <a:gd name="connsiteY241-40880" fmla="*/ 391281 h 834218"/>
                <a:gd name="connsiteX242-40881" fmla="*/ 1339643 w 3024845"/>
                <a:gd name="connsiteY242-40882" fmla="*/ 389120 h 834218"/>
                <a:gd name="connsiteX243-40883" fmla="*/ 1339643 w 3024845"/>
                <a:gd name="connsiteY243-40884" fmla="*/ 373987 h 834218"/>
                <a:gd name="connsiteX244-40885" fmla="*/ 1341163 w 3024845"/>
                <a:gd name="connsiteY244-40886" fmla="*/ 373987 h 834218"/>
                <a:gd name="connsiteX245-40887" fmla="*/ 1351803 w 3024845"/>
                <a:gd name="connsiteY245-40888" fmla="*/ 373987 h 834218"/>
                <a:gd name="connsiteX246-40889" fmla="*/ 1351803 w 3024845"/>
                <a:gd name="connsiteY246-40890" fmla="*/ 375608 h 834218"/>
                <a:gd name="connsiteX247-40891" fmla="*/ 1351803 w 3024845"/>
                <a:gd name="connsiteY247-40892" fmla="*/ 386958 h 834218"/>
                <a:gd name="connsiteX248-40893" fmla="*/ 1382204 w 3024845"/>
                <a:gd name="connsiteY248-40894" fmla="*/ 386958 h 834218"/>
                <a:gd name="connsiteX249-40895" fmla="*/ 1382204 w 3024845"/>
                <a:gd name="connsiteY249-40896" fmla="*/ 350208 h 834218"/>
                <a:gd name="connsiteX250-40897" fmla="*/ 1383470 w 3024845"/>
                <a:gd name="connsiteY250-40898" fmla="*/ 350208 h 834218"/>
                <a:gd name="connsiteX251-40899" fmla="*/ 1392337 w 3024845"/>
                <a:gd name="connsiteY251-40900" fmla="*/ 350208 h 834218"/>
                <a:gd name="connsiteX252-40901" fmla="*/ 1392337 w 3024845"/>
                <a:gd name="connsiteY252-40902" fmla="*/ 371825 h 834218"/>
                <a:gd name="connsiteX253-40903" fmla="*/ 1394364 w 3024845"/>
                <a:gd name="connsiteY253-40904" fmla="*/ 339399 h 834218"/>
                <a:gd name="connsiteX254-40905" fmla="*/ 1416657 w 3024845"/>
                <a:gd name="connsiteY254-40906" fmla="*/ 339399 h 834218"/>
                <a:gd name="connsiteX255-40907" fmla="*/ 1416657 w 3024845"/>
                <a:gd name="connsiteY255-40908" fmla="*/ 337777 h 834218"/>
                <a:gd name="connsiteX256-40909" fmla="*/ 1416657 w 3024845"/>
                <a:gd name="connsiteY256-40910" fmla="*/ 326428 h 834218"/>
                <a:gd name="connsiteX257-40911" fmla="*/ 1417417 w 3024845"/>
                <a:gd name="connsiteY257-40912" fmla="*/ 326428 h 834218"/>
                <a:gd name="connsiteX258-40913" fmla="*/ 1422737 w 3024845"/>
                <a:gd name="connsiteY258-40914" fmla="*/ 326428 h 834218"/>
                <a:gd name="connsiteX259-40915" fmla="*/ 1422737 w 3024845"/>
                <a:gd name="connsiteY259-40916" fmla="*/ 324537 h 834218"/>
                <a:gd name="connsiteX260-40917" fmla="*/ 1422737 w 3024845"/>
                <a:gd name="connsiteY260-40918" fmla="*/ 311296 h 834218"/>
                <a:gd name="connsiteX261-40919" fmla="*/ 1426791 w 3024845"/>
                <a:gd name="connsiteY261-40920" fmla="*/ 317781 h 834218"/>
                <a:gd name="connsiteX262-40921" fmla="*/ 1429071 w 3024845"/>
                <a:gd name="connsiteY262-40922" fmla="*/ 317781 h 834218"/>
                <a:gd name="connsiteX263-40923" fmla="*/ 1445031 w 3024845"/>
                <a:gd name="connsiteY263-40924" fmla="*/ 317781 h 834218"/>
                <a:gd name="connsiteX264-40925" fmla="*/ 1445031 w 3024845"/>
                <a:gd name="connsiteY264-40926" fmla="*/ 316970 h 834218"/>
                <a:gd name="connsiteX265-40927" fmla="*/ 1445031 w 3024845"/>
                <a:gd name="connsiteY265-40928" fmla="*/ 311296 h 834218"/>
                <a:gd name="connsiteX266-40929" fmla="*/ 1445791 w 3024845"/>
                <a:gd name="connsiteY266-40930" fmla="*/ 311296 h 834218"/>
                <a:gd name="connsiteX267-40931" fmla="*/ 1451111 w 3024845"/>
                <a:gd name="connsiteY267-40932" fmla="*/ 311296 h 834218"/>
                <a:gd name="connsiteX268-40933" fmla="*/ 1451111 w 3024845"/>
                <a:gd name="connsiteY268-40934" fmla="*/ 312647 h 834218"/>
                <a:gd name="connsiteX269-40935" fmla="*/ 1451111 w 3024845"/>
                <a:gd name="connsiteY269-40936" fmla="*/ 322105 h 834218"/>
                <a:gd name="connsiteX270-40937" fmla="*/ 1489618 w 3024845"/>
                <a:gd name="connsiteY270-40938" fmla="*/ 322105 h 834218"/>
                <a:gd name="connsiteX271-40939" fmla="*/ 1489618 w 3024845"/>
                <a:gd name="connsiteY271-40940" fmla="*/ 460458 h 834218"/>
                <a:gd name="connsiteX272-40941" fmla="*/ 1491138 w 3024845"/>
                <a:gd name="connsiteY272-40942" fmla="*/ 460458 h 834218"/>
                <a:gd name="connsiteX273-40943" fmla="*/ 1501778 w 3024845"/>
                <a:gd name="connsiteY273-40944" fmla="*/ 460458 h 834218"/>
                <a:gd name="connsiteX274-40945" fmla="*/ 1501778 w 3024845"/>
                <a:gd name="connsiteY274-40946" fmla="*/ 447488 h 834218"/>
                <a:gd name="connsiteX275-40947" fmla="*/ 1505832 w 3024845"/>
                <a:gd name="connsiteY275-40948" fmla="*/ 447488 h 834218"/>
                <a:gd name="connsiteX276-40949" fmla="*/ 1505832 w 3024845"/>
                <a:gd name="connsiteY276-40950" fmla="*/ 460458 h 834218"/>
                <a:gd name="connsiteX277-40951" fmla="*/ 1536232 w 3024845"/>
                <a:gd name="connsiteY277-40952" fmla="*/ 460458 h 834218"/>
                <a:gd name="connsiteX278-40953" fmla="*/ 1536232 w 3024845"/>
                <a:gd name="connsiteY278-40954" fmla="*/ 430193 h 834218"/>
                <a:gd name="connsiteX279-40955" fmla="*/ 1548392 w 3024845"/>
                <a:gd name="connsiteY279-40956" fmla="*/ 430193 h 834218"/>
                <a:gd name="connsiteX280-40957" fmla="*/ 1560552 w 3024845"/>
                <a:gd name="connsiteY280-40958" fmla="*/ 428032 h 834218"/>
                <a:gd name="connsiteX281-40959" fmla="*/ 1564606 w 3024845"/>
                <a:gd name="connsiteY281-40960" fmla="*/ 430193 h 834218"/>
                <a:gd name="connsiteX282-40961" fmla="*/ 1574739 w 3024845"/>
                <a:gd name="connsiteY282-40962" fmla="*/ 430193 h 834218"/>
                <a:gd name="connsiteX283-40963" fmla="*/ 1574739 w 3024845"/>
                <a:gd name="connsiteY283-40964" fmla="*/ 460458 h 834218"/>
                <a:gd name="connsiteX284-40965" fmla="*/ 1582846 w 3024845"/>
                <a:gd name="connsiteY284-40966" fmla="*/ 460458 h 834218"/>
                <a:gd name="connsiteX285-40967" fmla="*/ 1582846 w 3024845"/>
                <a:gd name="connsiteY285-40968" fmla="*/ 477753 h 834218"/>
                <a:gd name="connsiteX286-40969" fmla="*/ 1592182 w 3024845"/>
                <a:gd name="connsiteY286-40970" fmla="*/ 478658 h 834218"/>
                <a:gd name="connsiteX287-40971" fmla="*/ 1605140 w 3024845"/>
                <a:gd name="connsiteY287-40972" fmla="*/ 478658 h 834218"/>
                <a:gd name="connsiteX288-40973" fmla="*/ 1605140 w 3024845"/>
                <a:gd name="connsiteY288-40974" fmla="*/ 462620 h 834218"/>
                <a:gd name="connsiteX289-40975" fmla="*/ 1673096 w 3024845"/>
                <a:gd name="connsiteY289-40976" fmla="*/ 462620 h 834218"/>
                <a:gd name="connsiteX290-40977" fmla="*/ 1673096 w 3024845"/>
                <a:gd name="connsiteY290-40978" fmla="*/ 377367 h 834218"/>
                <a:gd name="connsiteX291-40979" fmla="*/ 1745104 w 3024845"/>
                <a:gd name="connsiteY291-40980" fmla="*/ 377367 h 834218"/>
                <a:gd name="connsiteX292-40981" fmla="*/ 1745104 w 3024845"/>
                <a:gd name="connsiteY292-40982" fmla="*/ 456135 h 834218"/>
                <a:gd name="connsiteX293-40983" fmla="*/ 1747008 w 3024845"/>
                <a:gd name="connsiteY293-40984" fmla="*/ 456135 h 834218"/>
                <a:gd name="connsiteX294-40985" fmla="*/ 1748250 w 3024845"/>
                <a:gd name="connsiteY294-40986" fmla="*/ 478658 h 834218"/>
                <a:gd name="connsiteX295-40987" fmla="*/ 1757926 w 3024845"/>
                <a:gd name="connsiteY295-40988" fmla="*/ 478658 h 834218"/>
                <a:gd name="connsiteX296-40989" fmla="*/ 1759168 w 3024845"/>
                <a:gd name="connsiteY296-40990" fmla="*/ 456135 h 834218"/>
                <a:gd name="connsiteX297-40991" fmla="*/ 1765248 w 3024845"/>
                <a:gd name="connsiteY297-40992" fmla="*/ 456135 h 834218"/>
                <a:gd name="connsiteX298-40993" fmla="*/ 1766490 w 3024845"/>
                <a:gd name="connsiteY298-40994" fmla="*/ 478658 h 834218"/>
                <a:gd name="connsiteX299-40995" fmla="*/ 1817112 w 3024845"/>
                <a:gd name="connsiteY299-40996" fmla="*/ 478658 h 834218"/>
                <a:gd name="connsiteX300-40997" fmla="*/ 1817112 w 3024845"/>
                <a:gd name="connsiteY300-40998" fmla="*/ 315630 h 834218"/>
                <a:gd name="connsiteX301-40999" fmla="*/ 2014439 w 3024845"/>
                <a:gd name="connsiteY301-41000" fmla="*/ 315630 h 834218"/>
                <a:gd name="connsiteX302-41001" fmla="*/ 2014439 w 3024845"/>
                <a:gd name="connsiteY302-41002" fmla="*/ 478658 h 834218"/>
                <a:gd name="connsiteX303-41003" fmla="*/ 2033136 w 3024845"/>
                <a:gd name="connsiteY303-41004" fmla="*/ 478658 h 834218"/>
                <a:gd name="connsiteX304-41005" fmla="*/ 2033136 w 3024845"/>
                <a:gd name="connsiteY304-41006" fmla="*/ 395965 h 834218"/>
                <a:gd name="connsiteX305-41007" fmla="*/ 2128256 w 3024845"/>
                <a:gd name="connsiteY305-41008" fmla="*/ 395965 h 834218"/>
                <a:gd name="connsiteX306-41009" fmla="*/ 2180720 w 3024845"/>
                <a:gd name="connsiteY306-41010" fmla="*/ 330752 h 834218"/>
                <a:gd name="connsiteX307-41011" fmla="*/ 2245574 w 3024845"/>
                <a:gd name="connsiteY307-41012" fmla="*/ 330752 h 834218"/>
                <a:gd name="connsiteX308-41013" fmla="*/ 2245574 w 3024845"/>
                <a:gd name="connsiteY308-41014" fmla="*/ 406414 h 834218"/>
                <a:gd name="connsiteX309-41015" fmla="*/ 2253681 w 3024845"/>
                <a:gd name="connsiteY309-41016" fmla="*/ 406414 h 834218"/>
                <a:gd name="connsiteX310-41017" fmla="*/ 2255708 w 3024845"/>
                <a:gd name="connsiteY310-41018" fmla="*/ 399929 h 834218"/>
                <a:gd name="connsiteX311-41019" fmla="*/ 2261788 w 3024845"/>
                <a:gd name="connsiteY311-41020" fmla="*/ 399929 h 834218"/>
                <a:gd name="connsiteX312-41021" fmla="*/ 2263815 w 3024845"/>
                <a:gd name="connsiteY312-41022" fmla="*/ 408576 h 834218"/>
                <a:gd name="connsiteX313-41023" fmla="*/ 2275975 w 3024845"/>
                <a:gd name="connsiteY313-41024" fmla="*/ 408576 h 834218"/>
                <a:gd name="connsiteX314-41025" fmla="*/ 2275975 w 3024845"/>
                <a:gd name="connsiteY314-41026" fmla="*/ 402090 h 834218"/>
                <a:gd name="connsiteX315-41027" fmla="*/ 2298268 w 3024845"/>
                <a:gd name="connsiteY315-41028" fmla="*/ 402090 h 834218"/>
                <a:gd name="connsiteX316-41029" fmla="*/ 2298268 w 3024845"/>
                <a:gd name="connsiteY316-41030" fmla="*/ 408576 h 834218"/>
                <a:gd name="connsiteX317-41031" fmla="*/ 2318535 w 3024845"/>
                <a:gd name="connsiteY317-41032" fmla="*/ 408576 h 834218"/>
                <a:gd name="connsiteX318-41033" fmla="*/ 2318535 w 3024845"/>
                <a:gd name="connsiteY318-41034" fmla="*/ 453973 h 834218"/>
                <a:gd name="connsiteX319-41035" fmla="*/ 2332722 w 3024845"/>
                <a:gd name="connsiteY319-41036" fmla="*/ 453973 h 834218"/>
                <a:gd name="connsiteX320-41037" fmla="*/ 2332722 w 3024845"/>
                <a:gd name="connsiteY320-41038" fmla="*/ 441002 h 834218"/>
                <a:gd name="connsiteX321-41039" fmla="*/ 2348936 w 3024845"/>
                <a:gd name="connsiteY321-41040" fmla="*/ 441002 h 834218"/>
                <a:gd name="connsiteX322-41041" fmla="*/ 2348936 w 3024845"/>
                <a:gd name="connsiteY322-41042" fmla="*/ 261575 h 834218"/>
                <a:gd name="connsiteX323-41043" fmla="*/ 2355016 w 3024845"/>
                <a:gd name="connsiteY323-41044" fmla="*/ 255089 h 834218"/>
                <a:gd name="connsiteX324-41045" fmla="*/ 2427977 w 3024845"/>
                <a:gd name="connsiteY324-41046" fmla="*/ 255089 h 834218"/>
                <a:gd name="connsiteX325-41047" fmla="*/ 2427977 w 3024845"/>
                <a:gd name="connsiteY325-41048" fmla="*/ 263737 h 834218"/>
                <a:gd name="connsiteX326-41049" fmla="*/ 2438110 w 3024845"/>
                <a:gd name="connsiteY326-41050" fmla="*/ 263737 h 834218"/>
                <a:gd name="connsiteX327-41051" fmla="*/ 2438110 w 3024845"/>
                <a:gd name="connsiteY327-41052" fmla="*/ 378311 h 834218"/>
                <a:gd name="connsiteX328-41053" fmla="*/ 2460404 w 3024845"/>
                <a:gd name="connsiteY328-41054" fmla="*/ 378311 h 834218"/>
                <a:gd name="connsiteX329-41055" fmla="*/ 2460404 w 3024845"/>
                <a:gd name="connsiteY329-41056" fmla="*/ 311296 h 834218"/>
                <a:gd name="connsiteX330-41057" fmla="*/ 2486751 w 3024845"/>
                <a:gd name="connsiteY330-41058" fmla="*/ 311296 h 834218"/>
                <a:gd name="connsiteX331-41059" fmla="*/ 2490804 w 3024845"/>
                <a:gd name="connsiteY331-41060" fmla="*/ 306972 h 834218"/>
                <a:gd name="connsiteX332-41061" fmla="*/ 2498911 w 3024845"/>
                <a:gd name="connsiteY332-41062" fmla="*/ 306972 h 834218"/>
                <a:gd name="connsiteX333-41063" fmla="*/ 2502964 w 3024845"/>
                <a:gd name="connsiteY333-41064" fmla="*/ 311296 h 834218"/>
                <a:gd name="connsiteX334-41065" fmla="*/ 2525258 w 3024845"/>
                <a:gd name="connsiteY334-41066" fmla="*/ 311296 h 834218"/>
                <a:gd name="connsiteX335-41067" fmla="*/ 2525258 w 3024845"/>
                <a:gd name="connsiteY335-41068" fmla="*/ 194560 h 834218"/>
                <a:gd name="connsiteX336-41069" fmla="*/ 2582005 w 3024845"/>
                <a:gd name="connsiteY336-41070" fmla="*/ 183751 h 834218"/>
                <a:gd name="connsiteX337-41071" fmla="*/ 2582005 w 3024845"/>
                <a:gd name="connsiteY337-41072" fmla="*/ 184832 h 834218"/>
                <a:gd name="connsiteX338-41073" fmla="*/ 2582005 w 3024845"/>
                <a:gd name="connsiteY338-41074" fmla="*/ 192398 h 834218"/>
                <a:gd name="connsiteX339-41075" fmla="*/ 2608352 w 3024845"/>
                <a:gd name="connsiteY339-41076" fmla="*/ 192398 h 834218"/>
                <a:gd name="connsiteX340-41077" fmla="*/ 2608352 w 3024845"/>
                <a:gd name="connsiteY340-41078" fmla="*/ 447488 h 834218"/>
                <a:gd name="connsiteX341-41079" fmla="*/ 2630646 w 3024845"/>
                <a:gd name="connsiteY341-41080" fmla="*/ 447488 h 834218"/>
                <a:gd name="connsiteX342-41081" fmla="*/ 2630646 w 3024845"/>
                <a:gd name="connsiteY342-41082" fmla="*/ 443164 h 834218"/>
                <a:gd name="connsiteX343-41083" fmla="*/ 2642806 w 3024845"/>
                <a:gd name="connsiteY343-41084" fmla="*/ 443164 h 834218"/>
                <a:gd name="connsiteX344-41085" fmla="*/ 2642806 w 3024845"/>
                <a:gd name="connsiteY344-41086" fmla="*/ 447488 h 834218"/>
                <a:gd name="connsiteX345-41087" fmla="*/ 2667126 w 3024845"/>
                <a:gd name="connsiteY345-41088" fmla="*/ 447488 h 834218"/>
                <a:gd name="connsiteX346-41089" fmla="*/ 2667126 w 3024845"/>
                <a:gd name="connsiteY346-41090" fmla="*/ 434517 h 834218"/>
                <a:gd name="connsiteX347-41091" fmla="*/ 2695500 w 3024845"/>
                <a:gd name="connsiteY347-41092" fmla="*/ 434517 h 834218"/>
                <a:gd name="connsiteX348-41093" fmla="*/ 2707660 w 3024845"/>
                <a:gd name="connsiteY348-41094" fmla="*/ 430193 h 834218"/>
                <a:gd name="connsiteX349-41095" fmla="*/ 2727927 w 3024845"/>
                <a:gd name="connsiteY349-41096" fmla="*/ 434517 h 834218"/>
                <a:gd name="connsiteX350-41097" fmla="*/ 2727927 w 3024845"/>
                <a:gd name="connsiteY350-41098" fmla="*/ 417223 h 834218"/>
                <a:gd name="connsiteX351-41099" fmla="*/ 2736034 w 3024845"/>
                <a:gd name="connsiteY351-41100" fmla="*/ 417223 h 834218"/>
                <a:gd name="connsiteX352-41101" fmla="*/ 2736034 w 3024845"/>
                <a:gd name="connsiteY352-41102" fmla="*/ 404252 h 834218"/>
                <a:gd name="connsiteX353-41103" fmla="*/ 2792781 w 3024845"/>
                <a:gd name="connsiteY353-41104" fmla="*/ 404252 h 834218"/>
                <a:gd name="connsiteX354-41105" fmla="*/ 2792781 w 3024845"/>
                <a:gd name="connsiteY354-41106" fmla="*/ 373987 h 834218"/>
                <a:gd name="connsiteX355-41107" fmla="*/ 2811021 w 3024845"/>
                <a:gd name="connsiteY355-41108" fmla="*/ 373987 h 834218"/>
                <a:gd name="connsiteX356-41109" fmla="*/ 2811021 w 3024845"/>
                <a:gd name="connsiteY356-41110" fmla="*/ 367502 h 834218"/>
                <a:gd name="connsiteX357-41111" fmla="*/ 2823181 w 3024845"/>
                <a:gd name="connsiteY357-41112" fmla="*/ 367502 h 834218"/>
                <a:gd name="connsiteX358-41113" fmla="*/ 2823181 w 3024845"/>
                <a:gd name="connsiteY358-41114" fmla="*/ 373987 h 834218"/>
                <a:gd name="connsiteX359-41115" fmla="*/ 2839395 w 3024845"/>
                <a:gd name="connsiteY359-41116" fmla="*/ 373987 h 834218"/>
                <a:gd name="connsiteX360-41117" fmla="*/ 2839395 w 3024845"/>
                <a:gd name="connsiteY360-41118" fmla="*/ 423708 h 834218"/>
                <a:gd name="connsiteX361-41119" fmla="*/ 2871822 w 3024845"/>
                <a:gd name="connsiteY361-41120" fmla="*/ 423708 h 834218"/>
                <a:gd name="connsiteX362-41121" fmla="*/ 2871822 w 3024845"/>
                <a:gd name="connsiteY362-41122" fmla="*/ 397767 h 834218"/>
                <a:gd name="connsiteX363-41123" fmla="*/ 2910329 w 3024845"/>
                <a:gd name="connsiteY363-41124" fmla="*/ 397767 h 834218"/>
                <a:gd name="connsiteX364-41125" fmla="*/ 2910329 w 3024845"/>
                <a:gd name="connsiteY364-41126" fmla="*/ 367502 h 834218"/>
                <a:gd name="connsiteX365-41127" fmla="*/ 2958970 w 3024845"/>
                <a:gd name="connsiteY365-41128" fmla="*/ 367502 h 834218"/>
                <a:gd name="connsiteX366-41129" fmla="*/ 2958970 w 3024845"/>
                <a:gd name="connsiteY366-41130" fmla="*/ 478658 h 834218"/>
                <a:gd name="connsiteX367-41131" fmla="*/ 2958970 w 3024845"/>
                <a:gd name="connsiteY367-41132" fmla="*/ 492437 h 834218"/>
                <a:gd name="connsiteX368-41133" fmla="*/ 3024845 w 3024845"/>
                <a:gd name="connsiteY368-41134" fmla="*/ 492437 h 834218"/>
                <a:gd name="connsiteX369-41135" fmla="*/ 3024845 w 3024845"/>
                <a:gd name="connsiteY369-41136" fmla="*/ 834218 h 834218"/>
                <a:gd name="connsiteX370-41137" fmla="*/ 2054 w 3024845"/>
                <a:gd name="connsiteY370-41138" fmla="*/ 831885 h 834218"/>
                <a:gd name="connsiteX371-41139" fmla="*/ 0 w 3024845"/>
                <a:gd name="connsiteY371-41140" fmla="*/ 397767 h 834218"/>
                <a:gd name="connsiteX372-41141" fmla="*/ 20267 w 3024845"/>
                <a:gd name="connsiteY372-41142" fmla="*/ 397767 h 834218"/>
                <a:gd name="connsiteX373-41143" fmla="*/ 20774 w 3024845"/>
                <a:gd name="connsiteY373-41144" fmla="*/ 396686 h 834218"/>
                <a:gd name="connsiteX374-41145" fmla="*/ 24320 w 3024845"/>
                <a:gd name="connsiteY374-41146" fmla="*/ 389120 h 834218"/>
                <a:gd name="connsiteX375-41147" fmla="*/ 26094 w 3024845"/>
                <a:gd name="connsiteY375-41148" fmla="*/ 389390 h 834218"/>
                <a:gd name="connsiteX376-41149" fmla="*/ 38507 w 3024845"/>
                <a:gd name="connsiteY376-41150" fmla="*/ 391281 h 834218"/>
                <a:gd name="connsiteX377-41151" fmla="*/ 39014 w 3024845"/>
                <a:gd name="connsiteY377-41152" fmla="*/ 392633 h 834218"/>
                <a:gd name="connsiteX378-41153" fmla="*/ 42560 w 3024845"/>
                <a:gd name="connsiteY378-41154" fmla="*/ 402090 h 834218"/>
                <a:gd name="connsiteX379-41155" fmla="*/ 68907 w 3024845"/>
                <a:gd name="connsiteY379-41156" fmla="*/ 404252 h 834218"/>
                <a:gd name="connsiteX380-41157" fmla="*/ 68907 w 3024845"/>
                <a:gd name="connsiteY380-41158" fmla="*/ 281031 h 834218"/>
                <a:gd name="connsiteX381-41159" fmla="*/ 70934 w 3024845"/>
                <a:gd name="connsiteY381-41160" fmla="*/ 281031 h 834218"/>
                <a:gd name="connsiteX382-41161" fmla="*/ 85121 w 3024845"/>
                <a:gd name="connsiteY382-41162" fmla="*/ 281031 h 834218"/>
                <a:gd name="connsiteX383-41163" fmla="*/ 85121 w 3024845"/>
                <a:gd name="connsiteY383-41164" fmla="*/ 144839 h 834218"/>
                <a:gd name="connsiteX384-41165" fmla="*/ 86894 w 3024845"/>
                <a:gd name="connsiteY384-41166" fmla="*/ 144839 h 834218"/>
                <a:gd name="connsiteX385-41167" fmla="*/ 99308 w 3024845"/>
                <a:gd name="connsiteY385-41168" fmla="*/ 144839 h 834218"/>
                <a:gd name="connsiteX386-41169" fmla="*/ 99308 w 3024845"/>
                <a:gd name="connsiteY386-41170" fmla="*/ 30265 h 834218"/>
                <a:gd name="connsiteX387-41171" fmla="*/ 103361 w 3024845"/>
                <a:gd name="connsiteY387-41172" fmla="*/ 2161 h 834218"/>
                <a:gd name="connsiteX0-41173" fmla="*/ 103361 w 3024845"/>
                <a:gd name="connsiteY0-41174" fmla="*/ 2161 h 834218"/>
                <a:gd name="connsiteX1-41175" fmla="*/ 200642 w 3024845"/>
                <a:gd name="connsiteY1-41176" fmla="*/ 0 h 834218"/>
                <a:gd name="connsiteX2-41177" fmla="*/ 220909 w 3024845"/>
                <a:gd name="connsiteY2-41178" fmla="*/ 144839 h 834218"/>
                <a:gd name="connsiteX3-41179" fmla="*/ 223189 w 3024845"/>
                <a:gd name="connsiteY3-41180" fmla="*/ 144839 h 834218"/>
                <a:gd name="connsiteX4-41181" fmla="*/ 239150 w 3024845"/>
                <a:gd name="connsiteY4-41182" fmla="*/ 144839 h 834218"/>
                <a:gd name="connsiteX5-41183" fmla="*/ 239150 w 3024845"/>
                <a:gd name="connsiteY5-41184" fmla="*/ 285354 h 834218"/>
                <a:gd name="connsiteX6-41185" fmla="*/ 240670 w 3024845"/>
                <a:gd name="connsiteY6-41186" fmla="*/ 285084 h 834218"/>
                <a:gd name="connsiteX7-41187" fmla="*/ 251310 w 3024845"/>
                <a:gd name="connsiteY7-41188" fmla="*/ 283193 h 834218"/>
                <a:gd name="connsiteX8-41189" fmla="*/ 249283 w 3024845"/>
                <a:gd name="connsiteY8-41190" fmla="*/ 371825 h 834218"/>
                <a:gd name="connsiteX9-41191" fmla="*/ 250803 w 3024845"/>
                <a:gd name="connsiteY9-41192" fmla="*/ 372096 h 834218"/>
                <a:gd name="connsiteX10-41193" fmla="*/ 261443 w 3024845"/>
                <a:gd name="connsiteY10-41194" fmla="*/ 373987 h 834218"/>
                <a:gd name="connsiteX11-41195" fmla="*/ 261696 w 3024845"/>
                <a:gd name="connsiteY11-41196" fmla="*/ 374798 h 834218"/>
                <a:gd name="connsiteX12-41197" fmla="*/ 263470 w 3024845"/>
                <a:gd name="connsiteY12-41198" fmla="*/ 380473 h 834218"/>
                <a:gd name="connsiteX13-41199" fmla="*/ 264230 w 3024845"/>
                <a:gd name="connsiteY13-41200" fmla="*/ 378041 h 834218"/>
                <a:gd name="connsiteX14-41201" fmla="*/ 269550 w 3024845"/>
                <a:gd name="connsiteY14-41202" fmla="*/ 361017 h 834218"/>
                <a:gd name="connsiteX15-41203" fmla="*/ 271323 w 3024845"/>
                <a:gd name="connsiteY15-41204" fmla="*/ 361017 h 834218"/>
                <a:gd name="connsiteX16-41205" fmla="*/ 283737 w 3024845"/>
                <a:gd name="connsiteY16-41206" fmla="*/ 361017 h 834218"/>
                <a:gd name="connsiteX17-41207" fmla="*/ 283737 w 3024845"/>
                <a:gd name="connsiteY17-41208" fmla="*/ 393443 h 834218"/>
                <a:gd name="connsiteX18-41209" fmla="*/ 284750 w 3024845"/>
                <a:gd name="connsiteY18-41210" fmla="*/ 393984 h 834218"/>
                <a:gd name="connsiteX19-41211" fmla="*/ 291844 w 3024845"/>
                <a:gd name="connsiteY19-41212" fmla="*/ 397767 h 834218"/>
                <a:gd name="connsiteX20-41213" fmla="*/ 291844 w 3024845"/>
                <a:gd name="connsiteY20-41214" fmla="*/ 399118 h 834218"/>
                <a:gd name="connsiteX21-41215" fmla="*/ 291844 w 3024845"/>
                <a:gd name="connsiteY21-41216" fmla="*/ 408576 h 834218"/>
                <a:gd name="connsiteX22-41217" fmla="*/ 336431 w 3024845"/>
                <a:gd name="connsiteY22-41218" fmla="*/ 408576 h 834218"/>
                <a:gd name="connsiteX23-41219" fmla="*/ 336431 w 3024845"/>
                <a:gd name="connsiteY23-41220" fmla="*/ 409657 h 834218"/>
                <a:gd name="connsiteX24-41221" fmla="*/ 336431 w 3024845"/>
                <a:gd name="connsiteY24-41222" fmla="*/ 417223 h 834218"/>
                <a:gd name="connsiteX25-41223" fmla="*/ 338457 w 3024845"/>
                <a:gd name="connsiteY25-41224" fmla="*/ 417223 h 834218"/>
                <a:gd name="connsiteX26-41225" fmla="*/ 352644 w 3024845"/>
                <a:gd name="connsiteY26-41226" fmla="*/ 417223 h 834218"/>
                <a:gd name="connsiteX27-41227" fmla="*/ 352644 w 3024845"/>
                <a:gd name="connsiteY27-41228" fmla="*/ 386958 h 834218"/>
                <a:gd name="connsiteX28-41229" fmla="*/ 397231 w 3024845"/>
                <a:gd name="connsiteY28-41230" fmla="*/ 386958 h 834218"/>
                <a:gd name="connsiteX29-41231" fmla="*/ 397231 w 3024845"/>
                <a:gd name="connsiteY29-41232" fmla="*/ 385607 h 834218"/>
                <a:gd name="connsiteX30-41233" fmla="*/ 397231 w 3024845"/>
                <a:gd name="connsiteY30-41234" fmla="*/ 376149 h 834218"/>
                <a:gd name="connsiteX31-41235" fmla="*/ 398245 w 3024845"/>
                <a:gd name="connsiteY31-41236" fmla="*/ 376149 h 834218"/>
                <a:gd name="connsiteX32-41237" fmla="*/ 405338 w 3024845"/>
                <a:gd name="connsiteY32-41238" fmla="*/ 376149 h 834218"/>
                <a:gd name="connsiteX33-41239" fmla="*/ 405338 w 3024845"/>
                <a:gd name="connsiteY33-41240" fmla="*/ 374258 h 834218"/>
                <a:gd name="connsiteX34-41241" fmla="*/ 405338 w 3024845"/>
                <a:gd name="connsiteY34-41242" fmla="*/ 361017 h 834218"/>
                <a:gd name="connsiteX35-41243" fmla="*/ 406098 w 3024845"/>
                <a:gd name="connsiteY35-41244" fmla="*/ 361017 h 834218"/>
                <a:gd name="connsiteX36-41245" fmla="*/ 411418 w 3024845"/>
                <a:gd name="connsiteY36-41246" fmla="*/ 361017 h 834218"/>
                <a:gd name="connsiteX37-41247" fmla="*/ 411418 w 3024845"/>
                <a:gd name="connsiteY37-41248" fmla="*/ 359936 h 834218"/>
                <a:gd name="connsiteX38-41249" fmla="*/ 411418 w 3024845"/>
                <a:gd name="connsiteY38-41250" fmla="*/ 352369 h 834218"/>
                <a:gd name="connsiteX39-41251" fmla="*/ 413445 w 3024845"/>
                <a:gd name="connsiteY39-41252" fmla="*/ 352369 h 834218"/>
                <a:gd name="connsiteX40-41253" fmla="*/ 427632 w 3024845"/>
                <a:gd name="connsiteY40-41254" fmla="*/ 352369 h 834218"/>
                <a:gd name="connsiteX41-41255" fmla="*/ 427632 w 3024845"/>
                <a:gd name="connsiteY41-41256" fmla="*/ 353450 h 834218"/>
                <a:gd name="connsiteX42-41257" fmla="*/ 427632 w 3024845"/>
                <a:gd name="connsiteY42-41258" fmla="*/ 361017 h 834218"/>
                <a:gd name="connsiteX43-41259" fmla="*/ 449925 w 3024845"/>
                <a:gd name="connsiteY43-41260" fmla="*/ 361017 h 834218"/>
                <a:gd name="connsiteX44-41261" fmla="*/ 449925 w 3024845"/>
                <a:gd name="connsiteY44-41262" fmla="*/ 359125 h 834218"/>
                <a:gd name="connsiteX45-41263" fmla="*/ 449925 w 3024845"/>
                <a:gd name="connsiteY45-41264" fmla="*/ 345884 h 834218"/>
                <a:gd name="connsiteX46-41265" fmla="*/ 451699 w 3024845"/>
                <a:gd name="connsiteY46-41266" fmla="*/ 345884 h 834218"/>
                <a:gd name="connsiteX47-41267" fmla="*/ 464112 w 3024845"/>
                <a:gd name="connsiteY47-41268" fmla="*/ 345884 h 834218"/>
                <a:gd name="connsiteX48-41269" fmla="*/ 464112 w 3024845"/>
                <a:gd name="connsiteY48-41270" fmla="*/ 369664 h 834218"/>
                <a:gd name="connsiteX49-41271" fmla="*/ 465126 w 3024845"/>
                <a:gd name="connsiteY49-41272" fmla="*/ 369664 h 834218"/>
                <a:gd name="connsiteX50-41273" fmla="*/ 472219 w 3024845"/>
                <a:gd name="connsiteY50-41274" fmla="*/ 369664 h 834218"/>
                <a:gd name="connsiteX51-41275" fmla="*/ 472219 w 3024845"/>
                <a:gd name="connsiteY51-41276" fmla="*/ 368583 h 834218"/>
                <a:gd name="connsiteX52-41277" fmla="*/ 472219 w 3024845"/>
                <a:gd name="connsiteY52-41278" fmla="*/ 361017 h 834218"/>
                <a:gd name="connsiteX53-41279" fmla="*/ 473992 w 3024845"/>
                <a:gd name="connsiteY53-41280" fmla="*/ 361017 h 834218"/>
                <a:gd name="connsiteX54-41281" fmla="*/ 486406 w 3024845"/>
                <a:gd name="connsiteY54-41282" fmla="*/ 361017 h 834218"/>
                <a:gd name="connsiteX55-41283" fmla="*/ 486406 w 3024845"/>
                <a:gd name="connsiteY55-41284" fmla="*/ 386958 h 834218"/>
                <a:gd name="connsiteX56-41285" fmla="*/ 488433 w 3024845"/>
                <a:gd name="connsiteY56-41286" fmla="*/ 386958 h 834218"/>
                <a:gd name="connsiteX57-41287" fmla="*/ 502619 w 3024845"/>
                <a:gd name="connsiteY57-41288" fmla="*/ 386958 h 834218"/>
                <a:gd name="connsiteX58-41289" fmla="*/ 502619 w 3024845"/>
                <a:gd name="connsiteY58-41290" fmla="*/ 388579 h 834218"/>
                <a:gd name="connsiteX59-41291" fmla="*/ 502619 w 3024845"/>
                <a:gd name="connsiteY59-41292" fmla="*/ 399929 h 834218"/>
                <a:gd name="connsiteX60-41293" fmla="*/ 503379 w 3024845"/>
                <a:gd name="connsiteY60-41294" fmla="*/ 399929 h 834218"/>
                <a:gd name="connsiteX61-41295" fmla="*/ 508700 w 3024845"/>
                <a:gd name="connsiteY61-41296" fmla="*/ 399929 h 834218"/>
                <a:gd name="connsiteX62-41297" fmla="*/ 508700 w 3024845"/>
                <a:gd name="connsiteY62-41298" fmla="*/ 399118 h 834218"/>
                <a:gd name="connsiteX63-41299" fmla="*/ 508700 w 3024845"/>
                <a:gd name="connsiteY63-41300" fmla="*/ 393443 h 834218"/>
                <a:gd name="connsiteX64-41301" fmla="*/ 539100 w 3024845"/>
                <a:gd name="connsiteY64-41302" fmla="*/ 393443 h 834218"/>
                <a:gd name="connsiteX65-41303" fmla="*/ 539100 w 3024845"/>
                <a:gd name="connsiteY65-41304" fmla="*/ 417223 h 834218"/>
                <a:gd name="connsiteX66-41305" fmla="*/ 540113 w 3024845"/>
                <a:gd name="connsiteY66-41306" fmla="*/ 417223 h 834218"/>
                <a:gd name="connsiteX67-41307" fmla="*/ 547207 w 3024845"/>
                <a:gd name="connsiteY67-41308" fmla="*/ 417223 h 834218"/>
                <a:gd name="connsiteX68-41309" fmla="*/ 547207 w 3024845"/>
                <a:gd name="connsiteY68-41310" fmla="*/ 418304 h 834218"/>
                <a:gd name="connsiteX69-41311" fmla="*/ 547207 w 3024845"/>
                <a:gd name="connsiteY69-41312" fmla="*/ 425870 h 834218"/>
                <a:gd name="connsiteX70-41313" fmla="*/ 547967 w 3024845"/>
                <a:gd name="connsiteY70-41314" fmla="*/ 425870 h 834218"/>
                <a:gd name="connsiteX71-41315" fmla="*/ 553287 w 3024845"/>
                <a:gd name="connsiteY71-41316" fmla="*/ 425870 h 834218"/>
                <a:gd name="connsiteX72-41317" fmla="*/ 553287 w 3024845"/>
                <a:gd name="connsiteY72-41318" fmla="*/ 423708 h 834218"/>
                <a:gd name="connsiteX73-41319" fmla="*/ 553287 w 3024845"/>
                <a:gd name="connsiteY73-41320" fmla="*/ 408576 h 834218"/>
                <a:gd name="connsiteX74-41321" fmla="*/ 554300 w 3024845"/>
                <a:gd name="connsiteY74-41322" fmla="*/ 408576 h 834218"/>
                <a:gd name="connsiteX75-41323" fmla="*/ 561394 w 3024845"/>
                <a:gd name="connsiteY75-41324" fmla="*/ 408576 h 834218"/>
                <a:gd name="connsiteX76-41325" fmla="*/ 561394 w 3024845"/>
                <a:gd name="connsiteY76-41326" fmla="*/ 409657 h 834218"/>
                <a:gd name="connsiteX77-41327" fmla="*/ 561394 w 3024845"/>
                <a:gd name="connsiteY77-41328" fmla="*/ 417223 h 834218"/>
                <a:gd name="connsiteX78-41329" fmla="*/ 566714 w 3024845"/>
                <a:gd name="connsiteY78-41330" fmla="*/ 415230 h 834218"/>
                <a:gd name="connsiteX79-41331" fmla="*/ 567474 w 3024845"/>
                <a:gd name="connsiteY79-41332" fmla="*/ 414250 h 834218"/>
                <a:gd name="connsiteX80-41333" fmla="*/ 567474 w 3024845"/>
                <a:gd name="connsiteY80-41334" fmla="*/ 408576 h 834218"/>
                <a:gd name="connsiteX81-41335" fmla="*/ 605981 w 3024845"/>
                <a:gd name="connsiteY81-41336" fmla="*/ 408576 h 834218"/>
                <a:gd name="connsiteX82-41337" fmla="*/ 605981 w 3024845"/>
                <a:gd name="connsiteY82-41338" fmla="*/ 432355 h 834218"/>
                <a:gd name="connsiteX83-41339" fmla="*/ 608007 w 3024845"/>
                <a:gd name="connsiteY83-41340" fmla="*/ 432355 h 834218"/>
                <a:gd name="connsiteX84-41341" fmla="*/ 622194 w 3024845"/>
                <a:gd name="connsiteY84-41342" fmla="*/ 432355 h 834218"/>
                <a:gd name="connsiteX85-41343" fmla="*/ 622194 w 3024845"/>
                <a:gd name="connsiteY85-41344" fmla="*/ 433436 h 834218"/>
                <a:gd name="connsiteX86-41345" fmla="*/ 622194 w 3024845"/>
                <a:gd name="connsiteY86-41346" fmla="*/ 441002 h 834218"/>
                <a:gd name="connsiteX87-41347" fmla="*/ 623968 w 3024845"/>
                <a:gd name="connsiteY87-41348" fmla="*/ 441002 h 834218"/>
                <a:gd name="connsiteX88-41349" fmla="*/ 636381 w 3024845"/>
                <a:gd name="connsiteY88-41350" fmla="*/ 441002 h 834218"/>
                <a:gd name="connsiteX89-41351" fmla="*/ 636381 w 3024845"/>
                <a:gd name="connsiteY89-41352" fmla="*/ 417223 h 834218"/>
                <a:gd name="connsiteX90-41353" fmla="*/ 637394 w 3024845"/>
                <a:gd name="connsiteY90-41354" fmla="*/ 417223 h 834218"/>
                <a:gd name="connsiteX91-41355" fmla="*/ 644488 w 3024845"/>
                <a:gd name="connsiteY91-41356" fmla="*/ 417223 h 834218"/>
                <a:gd name="connsiteX92-41357" fmla="*/ 644488 w 3024845"/>
                <a:gd name="connsiteY92-41358" fmla="*/ 384796 h 834218"/>
                <a:gd name="connsiteX93-41359" fmla="*/ 645501 w 3024845"/>
                <a:gd name="connsiteY93-41360" fmla="*/ 384796 h 834218"/>
                <a:gd name="connsiteX94-41361" fmla="*/ 652595 w 3024845"/>
                <a:gd name="connsiteY94-41362" fmla="*/ 384796 h 834218"/>
                <a:gd name="connsiteX95-41363" fmla="*/ 652595 w 3024845"/>
                <a:gd name="connsiteY95-41364" fmla="*/ 382905 h 834218"/>
                <a:gd name="connsiteX96-41365" fmla="*/ 652595 w 3024845"/>
                <a:gd name="connsiteY96-41366" fmla="*/ 369664 h 834218"/>
                <a:gd name="connsiteX97-41367" fmla="*/ 651328 w 3024845"/>
                <a:gd name="connsiteY97-41368" fmla="*/ 368042 h 834218"/>
                <a:gd name="connsiteX98-41369" fmla="*/ 656648 w 3024845"/>
                <a:gd name="connsiteY98-41370" fmla="*/ 356693 h 834218"/>
                <a:gd name="connsiteX99-41371" fmla="*/ 664755 w 3024845"/>
                <a:gd name="connsiteY99-41372" fmla="*/ 384796 h 834218"/>
                <a:gd name="connsiteX100-41373" fmla="*/ 665515 w 3024845"/>
                <a:gd name="connsiteY100-41374" fmla="*/ 384796 h 834218"/>
                <a:gd name="connsiteX101-41375" fmla="*/ 670835 w 3024845"/>
                <a:gd name="connsiteY101-41376" fmla="*/ 384796 h 834218"/>
                <a:gd name="connsiteX102-41377" fmla="*/ 670835 w 3024845"/>
                <a:gd name="connsiteY102-41378" fmla="*/ 278869 h 834218"/>
                <a:gd name="connsiteX103-41379" fmla="*/ 672355 w 3024845"/>
                <a:gd name="connsiteY103-41380" fmla="*/ 278869 h 834218"/>
                <a:gd name="connsiteX104-41381" fmla="*/ 682995 w 3024845"/>
                <a:gd name="connsiteY104-41382" fmla="*/ 278869 h 834218"/>
                <a:gd name="connsiteX105-41383" fmla="*/ 682995 w 3024845"/>
                <a:gd name="connsiteY105-41384" fmla="*/ 231310 h 834218"/>
                <a:gd name="connsiteX106-41385" fmla="*/ 709342 w 3024845"/>
                <a:gd name="connsiteY106-41386" fmla="*/ 231310 h 834218"/>
                <a:gd name="connsiteX107-41387" fmla="*/ 709342 w 3024845"/>
                <a:gd name="connsiteY107-41388" fmla="*/ 209692 h 834218"/>
                <a:gd name="connsiteX108-41389" fmla="*/ 743796 w 3024845"/>
                <a:gd name="connsiteY108-41390" fmla="*/ 209692 h 834218"/>
                <a:gd name="connsiteX109-41391" fmla="*/ 743796 w 3024845"/>
                <a:gd name="connsiteY109-41392" fmla="*/ 212124 h 834218"/>
                <a:gd name="connsiteX110-41393" fmla="*/ 743796 w 3024845"/>
                <a:gd name="connsiteY110-41394" fmla="*/ 229148 h 834218"/>
                <a:gd name="connsiteX111-41395" fmla="*/ 746076 w 3024845"/>
                <a:gd name="connsiteY111-41396" fmla="*/ 229148 h 834218"/>
                <a:gd name="connsiteX112-41397" fmla="*/ 762036 w 3024845"/>
                <a:gd name="connsiteY112-41398" fmla="*/ 229148 h 834218"/>
                <a:gd name="connsiteX113-41399" fmla="*/ 762036 w 3024845"/>
                <a:gd name="connsiteY113-41400" fmla="*/ 276707 h 834218"/>
                <a:gd name="connsiteX114-41401" fmla="*/ 763049 w 3024845"/>
                <a:gd name="connsiteY114-41402" fmla="*/ 276707 h 834218"/>
                <a:gd name="connsiteX115-41403" fmla="*/ 770143 w 3024845"/>
                <a:gd name="connsiteY115-41404" fmla="*/ 276707 h 834218"/>
                <a:gd name="connsiteX116-41405" fmla="*/ 784330 w 3024845"/>
                <a:gd name="connsiteY116-41406" fmla="*/ 281031 h 834218"/>
                <a:gd name="connsiteX117-41407" fmla="*/ 784330 w 3024845"/>
                <a:gd name="connsiteY117-41408" fmla="*/ 319943 h 834218"/>
                <a:gd name="connsiteX118-41409" fmla="*/ 785343 w 3024845"/>
                <a:gd name="connsiteY118-41410" fmla="*/ 319943 h 834218"/>
                <a:gd name="connsiteX119-41411" fmla="*/ 792436 w 3024845"/>
                <a:gd name="connsiteY119-41412" fmla="*/ 319943 h 834218"/>
                <a:gd name="connsiteX120-41413" fmla="*/ 792436 w 3024845"/>
                <a:gd name="connsiteY120-41414" fmla="*/ 321564 h 834218"/>
                <a:gd name="connsiteX121-41415" fmla="*/ 792436 w 3024845"/>
                <a:gd name="connsiteY121-41416" fmla="*/ 332913 h 834218"/>
                <a:gd name="connsiteX122-41417" fmla="*/ 794463 w 3024845"/>
                <a:gd name="connsiteY122-41418" fmla="*/ 332913 h 834218"/>
                <a:gd name="connsiteX123-41419" fmla="*/ 808650 w 3024845"/>
                <a:gd name="connsiteY123-41420" fmla="*/ 332913 h 834218"/>
                <a:gd name="connsiteX124-41421" fmla="*/ 814730 w 3024845"/>
                <a:gd name="connsiteY124-41422" fmla="*/ 339399 h 834218"/>
                <a:gd name="connsiteX125-41423" fmla="*/ 814730 w 3024845"/>
                <a:gd name="connsiteY125-41424" fmla="*/ 361017 h 834218"/>
                <a:gd name="connsiteX126-41425" fmla="*/ 817010 w 3024845"/>
                <a:gd name="connsiteY126-41426" fmla="*/ 361017 h 834218"/>
                <a:gd name="connsiteX127-41427" fmla="*/ 832970 w 3024845"/>
                <a:gd name="connsiteY127-41428" fmla="*/ 361017 h 834218"/>
                <a:gd name="connsiteX128-41429" fmla="*/ 832970 w 3024845"/>
                <a:gd name="connsiteY128-41430" fmla="*/ 362097 h 834218"/>
                <a:gd name="connsiteX129-41431" fmla="*/ 832970 w 3024845"/>
                <a:gd name="connsiteY129-41432" fmla="*/ 369664 h 834218"/>
                <a:gd name="connsiteX130-41433" fmla="*/ 834237 w 3024845"/>
                <a:gd name="connsiteY130-41434" fmla="*/ 369664 h 834218"/>
                <a:gd name="connsiteX131-41435" fmla="*/ 843104 w 3024845"/>
                <a:gd name="connsiteY131-41436" fmla="*/ 369664 h 834218"/>
                <a:gd name="connsiteX132-41437" fmla="*/ 843104 w 3024845"/>
                <a:gd name="connsiteY132-41438" fmla="*/ 371825 h 834218"/>
                <a:gd name="connsiteX133-41439" fmla="*/ 843104 w 3024845"/>
                <a:gd name="connsiteY133-41440" fmla="*/ 386958 h 834218"/>
                <a:gd name="connsiteX134-41441" fmla="*/ 847157 w 3024845"/>
                <a:gd name="connsiteY134-41442" fmla="*/ 385066 h 834218"/>
                <a:gd name="connsiteX135-41443" fmla="*/ 847157 w 3024845"/>
                <a:gd name="connsiteY135-41444" fmla="*/ 371825 h 834218"/>
                <a:gd name="connsiteX136-41445" fmla="*/ 848170 w 3024845"/>
                <a:gd name="connsiteY136-41446" fmla="*/ 371825 h 834218"/>
                <a:gd name="connsiteX137-41447" fmla="*/ 855264 w 3024845"/>
                <a:gd name="connsiteY137-41448" fmla="*/ 371825 h 834218"/>
                <a:gd name="connsiteX138-41449" fmla="*/ 855264 w 3024845"/>
                <a:gd name="connsiteY138-41450" fmla="*/ 373447 h 834218"/>
                <a:gd name="connsiteX139-41451" fmla="*/ 855264 w 3024845"/>
                <a:gd name="connsiteY139-41452" fmla="*/ 384796 h 834218"/>
                <a:gd name="connsiteX140-41453" fmla="*/ 856024 w 3024845"/>
                <a:gd name="connsiteY140-41454" fmla="*/ 384796 h 834218"/>
                <a:gd name="connsiteX141-41455" fmla="*/ 861344 w 3024845"/>
                <a:gd name="connsiteY141-41456" fmla="*/ 384796 h 834218"/>
                <a:gd name="connsiteX142-41457" fmla="*/ 909984 w 3024845"/>
                <a:gd name="connsiteY142-41458" fmla="*/ 380473 h 834218"/>
                <a:gd name="connsiteX143-41459" fmla="*/ 909984 w 3024845"/>
                <a:gd name="connsiteY143-41460" fmla="*/ 381824 h 834218"/>
                <a:gd name="connsiteX144-41461" fmla="*/ 909984 w 3024845"/>
                <a:gd name="connsiteY144-41462" fmla="*/ 391281 h 834218"/>
                <a:gd name="connsiteX145-41463" fmla="*/ 910744 w 3024845"/>
                <a:gd name="connsiteY145-41464" fmla="*/ 391281 h 834218"/>
                <a:gd name="connsiteX146-41465" fmla="*/ 916065 w 3024845"/>
                <a:gd name="connsiteY146-41466" fmla="*/ 391281 h 834218"/>
                <a:gd name="connsiteX147-41467" fmla="*/ 916065 w 3024845"/>
                <a:gd name="connsiteY147-41468" fmla="*/ 393443 h 834218"/>
                <a:gd name="connsiteX148-41469" fmla="*/ 916065 w 3024845"/>
                <a:gd name="connsiteY148-41470" fmla="*/ 408576 h 834218"/>
                <a:gd name="connsiteX149-41471" fmla="*/ 918091 w 3024845"/>
                <a:gd name="connsiteY149-41472" fmla="*/ 407225 h 834218"/>
                <a:gd name="connsiteX150-41473" fmla="*/ 932278 w 3024845"/>
                <a:gd name="connsiteY150-41474" fmla="*/ 397767 h 834218"/>
                <a:gd name="connsiteX151-41475" fmla="*/ 938358 w 3024845"/>
                <a:gd name="connsiteY151-41476" fmla="*/ 356693 h 834218"/>
                <a:gd name="connsiteX152-41477" fmla="*/ 939118 w 3024845"/>
                <a:gd name="connsiteY152-41478" fmla="*/ 356423 h 834218"/>
                <a:gd name="connsiteX153-41479" fmla="*/ 944438 w 3024845"/>
                <a:gd name="connsiteY153-41480" fmla="*/ 354531 h 834218"/>
                <a:gd name="connsiteX154-41481" fmla="*/ 946465 w 3024845"/>
                <a:gd name="connsiteY154-41482" fmla="*/ 285354 h 834218"/>
                <a:gd name="connsiteX155-41483" fmla="*/ 948492 w 3024845"/>
                <a:gd name="connsiteY155-41484" fmla="*/ 354531 h 834218"/>
                <a:gd name="connsiteX156-41485" fmla="*/ 949252 w 3024845"/>
                <a:gd name="connsiteY156-41486" fmla="*/ 354801 h 834218"/>
                <a:gd name="connsiteX157-41487" fmla="*/ 954572 w 3024845"/>
                <a:gd name="connsiteY157-41488" fmla="*/ 356693 h 834218"/>
                <a:gd name="connsiteX158-41489" fmla="*/ 954572 w 3024845"/>
                <a:gd name="connsiteY158-41490" fmla="*/ 270222 h 834218"/>
                <a:gd name="connsiteX159-41491" fmla="*/ 958625 w 3024845"/>
                <a:gd name="connsiteY159-41492" fmla="*/ 237795 h 834218"/>
                <a:gd name="connsiteX160-41493" fmla="*/ 997132 w 3024845"/>
                <a:gd name="connsiteY160-41494" fmla="*/ 237795 h 834218"/>
                <a:gd name="connsiteX161-41495" fmla="*/ 997132 w 3024845"/>
                <a:gd name="connsiteY161-41496" fmla="*/ 270222 h 834218"/>
                <a:gd name="connsiteX162-41497" fmla="*/ 997892 w 3024845"/>
                <a:gd name="connsiteY162-41498" fmla="*/ 270222 h 834218"/>
                <a:gd name="connsiteX163-41499" fmla="*/ 1003212 w 3024845"/>
                <a:gd name="connsiteY163-41500" fmla="*/ 270222 h 834218"/>
                <a:gd name="connsiteX164-41501" fmla="*/ 1003212 w 3024845"/>
                <a:gd name="connsiteY164-41502" fmla="*/ 188074 h 834218"/>
                <a:gd name="connsiteX165-41503" fmla="*/ 1004986 w 3024845"/>
                <a:gd name="connsiteY165-41504" fmla="*/ 188074 h 834218"/>
                <a:gd name="connsiteX166-41505" fmla="*/ 1017399 w 3024845"/>
                <a:gd name="connsiteY166-41506" fmla="*/ 188074 h 834218"/>
                <a:gd name="connsiteX167-41507" fmla="*/ 1017399 w 3024845"/>
                <a:gd name="connsiteY167-41508" fmla="*/ 186183 h 834218"/>
                <a:gd name="connsiteX168-41509" fmla="*/ 1017399 w 3024845"/>
                <a:gd name="connsiteY168-41510" fmla="*/ 172942 h 834218"/>
                <a:gd name="connsiteX169-41511" fmla="*/ 1039693 w 3024845"/>
                <a:gd name="connsiteY169-41512" fmla="*/ 172942 h 834218"/>
                <a:gd name="connsiteX170-41513" fmla="*/ 1039693 w 3024845"/>
                <a:gd name="connsiteY170-41514" fmla="*/ 171861 h 834218"/>
                <a:gd name="connsiteX171-41515" fmla="*/ 1039693 w 3024845"/>
                <a:gd name="connsiteY171-41516" fmla="*/ 164295 h 834218"/>
                <a:gd name="connsiteX172-41517" fmla="*/ 1041466 w 3024845"/>
                <a:gd name="connsiteY172-41518" fmla="*/ 164295 h 834218"/>
                <a:gd name="connsiteX173-41519" fmla="*/ 1053880 w 3024845"/>
                <a:gd name="connsiteY173-41520" fmla="*/ 164295 h 834218"/>
                <a:gd name="connsiteX174-41521" fmla="*/ 1053880 w 3024845"/>
                <a:gd name="connsiteY174-41522" fmla="*/ 165376 h 834218"/>
                <a:gd name="connsiteX175-41523" fmla="*/ 1053880 w 3024845"/>
                <a:gd name="connsiteY175-41524" fmla="*/ 172942 h 834218"/>
                <a:gd name="connsiteX176-41525" fmla="*/ 1054640 w 3024845"/>
                <a:gd name="connsiteY176-41526" fmla="*/ 172942 h 834218"/>
                <a:gd name="connsiteX177-41527" fmla="*/ 1059960 w 3024845"/>
                <a:gd name="connsiteY177-41528" fmla="*/ 172942 h 834218"/>
                <a:gd name="connsiteX178-41529" fmla="*/ 1070093 w 3024845"/>
                <a:gd name="connsiteY178-41530" fmla="*/ 168618 h 834218"/>
                <a:gd name="connsiteX179-41531" fmla="*/ 1074146 w 3024845"/>
                <a:gd name="connsiteY179-41532" fmla="*/ 171861 h 834218"/>
                <a:gd name="connsiteX180-41533" fmla="*/ 1074146 w 3024845"/>
                <a:gd name="connsiteY180-41534" fmla="*/ 164295 h 834218"/>
                <a:gd name="connsiteX181-41535" fmla="*/ 1076426 w 3024845"/>
                <a:gd name="connsiteY181-41536" fmla="*/ 164295 h 834218"/>
                <a:gd name="connsiteX182-41537" fmla="*/ 1092387 w 3024845"/>
                <a:gd name="connsiteY182-41538" fmla="*/ 164295 h 834218"/>
                <a:gd name="connsiteX183-41539" fmla="*/ 1092387 w 3024845"/>
                <a:gd name="connsiteY183-41540" fmla="*/ 165376 h 834218"/>
                <a:gd name="connsiteX184-41541" fmla="*/ 1092387 w 3024845"/>
                <a:gd name="connsiteY184-41542" fmla="*/ 172942 h 834218"/>
                <a:gd name="connsiteX185-41543" fmla="*/ 1122787 w 3024845"/>
                <a:gd name="connsiteY185-41544" fmla="*/ 172942 h 834218"/>
                <a:gd name="connsiteX186-41545" fmla="*/ 1122787 w 3024845"/>
                <a:gd name="connsiteY186-41546" fmla="*/ 174563 h 834218"/>
                <a:gd name="connsiteX187-41547" fmla="*/ 1122787 w 3024845"/>
                <a:gd name="connsiteY187-41548" fmla="*/ 185913 h 834218"/>
                <a:gd name="connsiteX188-41549" fmla="*/ 1149134 w 3024845"/>
                <a:gd name="connsiteY188-41550" fmla="*/ 185913 h 834218"/>
                <a:gd name="connsiteX189-41551" fmla="*/ 1149134 w 3024845"/>
                <a:gd name="connsiteY189-41552" fmla="*/ 216177 h 834218"/>
                <a:gd name="connsiteX190-41553" fmla="*/ 1149894 w 3024845"/>
                <a:gd name="connsiteY190-41554" fmla="*/ 216177 h 834218"/>
                <a:gd name="connsiteX191-41555" fmla="*/ 1155214 w 3024845"/>
                <a:gd name="connsiteY191-41556" fmla="*/ 216177 h 834218"/>
                <a:gd name="connsiteX192-41557" fmla="*/ 1155214 w 3024845"/>
                <a:gd name="connsiteY192-41558" fmla="*/ 217258 h 834218"/>
                <a:gd name="connsiteX193-41559" fmla="*/ 1155214 w 3024845"/>
                <a:gd name="connsiteY193-41560" fmla="*/ 224825 h 834218"/>
                <a:gd name="connsiteX194-41561" fmla="*/ 1159268 w 3024845"/>
                <a:gd name="connsiteY194-41562" fmla="*/ 255089 h 834218"/>
                <a:gd name="connsiteX195-41563" fmla="*/ 1160028 w 3024845"/>
                <a:gd name="connsiteY195-41564" fmla="*/ 255089 h 834218"/>
                <a:gd name="connsiteX196-41565" fmla="*/ 1165348 w 3024845"/>
                <a:gd name="connsiteY196-41566" fmla="*/ 255089 h 834218"/>
                <a:gd name="connsiteX197-41567" fmla="*/ 1165348 w 3024845"/>
                <a:gd name="connsiteY197-41568" fmla="*/ 255900 h 834218"/>
                <a:gd name="connsiteX198-41569" fmla="*/ 1165348 w 3024845"/>
                <a:gd name="connsiteY198-41570" fmla="*/ 261575 h 834218"/>
                <a:gd name="connsiteX199-41571" fmla="*/ 1166361 w 3024845"/>
                <a:gd name="connsiteY199-41572" fmla="*/ 261575 h 834218"/>
                <a:gd name="connsiteX200-41573" fmla="*/ 1173454 w 3024845"/>
                <a:gd name="connsiteY200-41574" fmla="*/ 261575 h 834218"/>
                <a:gd name="connsiteX201-41575" fmla="*/ 1173454 w 3024845"/>
                <a:gd name="connsiteY201-41576" fmla="*/ 291840 h 834218"/>
                <a:gd name="connsiteX202-41577" fmla="*/ 1175481 w 3024845"/>
                <a:gd name="connsiteY202-41578" fmla="*/ 291840 h 834218"/>
                <a:gd name="connsiteX203-41579" fmla="*/ 1189668 w 3024845"/>
                <a:gd name="connsiteY203-41580" fmla="*/ 291840 h 834218"/>
                <a:gd name="connsiteX204-41581" fmla="*/ 1189668 w 3024845"/>
                <a:gd name="connsiteY204-41582" fmla="*/ 315619 h 834218"/>
                <a:gd name="connsiteX205-41583" fmla="*/ 1191695 w 3024845"/>
                <a:gd name="connsiteY205-41584" fmla="*/ 317240 h 834218"/>
                <a:gd name="connsiteX206-41585" fmla="*/ 1191695 w 3024845"/>
                <a:gd name="connsiteY206-41586" fmla="*/ 328590 h 834218"/>
                <a:gd name="connsiteX207-41587" fmla="*/ 1192455 w 3024845"/>
                <a:gd name="connsiteY207-41588" fmla="*/ 328590 h 834218"/>
                <a:gd name="connsiteX208-41589" fmla="*/ 1197775 w 3024845"/>
                <a:gd name="connsiteY208-41590" fmla="*/ 328590 h 834218"/>
                <a:gd name="connsiteX209-41591" fmla="*/ 1197775 w 3024845"/>
                <a:gd name="connsiteY209-41592" fmla="*/ 352369 h 834218"/>
                <a:gd name="connsiteX210-41593" fmla="*/ 1199041 w 3024845"/>
                <a:gd name="connsiteY210-41594" fmla="*/ 352369 h 834218"/>
                <a:gd name="connsiteX211-41595" fmla="*/ 1207908 w 3024845"/>
                <a:gd name="connsiteY211-41596" fmla="*/ 352369 h 834218"/>
                <a:gd name="connsiteX212-41597" fmla="*/ 1209935 w 3024845"/>
                <a:gd name="connsiteY212-41598" fmla="*/ 356423 h 834218"/>
                <a:gd name="connsiteX213-41599" fmla="*/ 1209935 w 3024845"/>
                <a:gd name="connsiteY213-41600" fmla="*/ 369664 h 834218"/>
                <a:gd name="connsiteX214-41601" fmla="*/ 1211455 w 3024845"/>
                <a:gd name="connsiteY214-41602" fmla="*/ 367772 h 834218"/>
                <a:gd name="connsiteX215-41603" fmla="*/ 1222095 w 3024845"/>
                <a:gd name="connsiteY215-41604" fmla="*/ 354531 h 834218"/>
                <a:gd name="connsiteX216-41605" fmla="*/ 1250469 w 3024845"/>
                <a:gd name="connsiteY216-41606" fmla="*/ 354531 h 834218"/>
                <a:gd name="connsiteX217-41607" fmla="*/ 1250469 w 3024845"/>
                <a:gd name="connsiteY217-41608" fmla="*/ 441002 h 834218"/>
                <a:gd name="connsiteX218-41609" fmla="*/ 1251229 w 3024845"/>
                <a:gd name="connsiteY218-41610" fmla="*/ 441002 h 834218"/>
                <a:gd name="connsiteX219-41611" fmla="*/ 1256549 w 3024845"/>
                <a:gd name="connsiteY219-41612" fmla="*/ 441002 h 834218"/>
                <a:gd name="connsiteX220-41613" fmla="*/ 1257309 w 3024845"/>
                <a:gd name="connsiteY220-41614" fmla="*/ 439651 h 834218"/>
                <a:gd name="connsiteX221-41615" fmla="*/ 1262629 w 3024845"/>
                <a:gd name="connsiteY221-41616" fmla="*/ 430193 h 834218"/>
                <a:gd name="connsiteX222-41617" fmla="*/ 1262629 w 3024845"/>
                <a:gd name="connsiteY222-41618" fmla="*/ 432085 h 834218"/>
                <a:gd name="connsiteX223-41619" fmla="*/ 1262629 w 3024845"/>
                <a:gd name="connsiteY223-41620" fmla="*/ 445326 h 834218"/>
                <a:gd name="connsiteX224-41621" fmla="*/ 1266682 w 3024845"/>
                <a:gd name="connsiteY224-41622" fmla="*/ 399929 h 834218"/>
                <a:gd name="connsiteX225-41623" fmla="*/ 1267442 w 3024845"/>
                <a:gd name="connsiteY225-41624" fmla="*/ 399929 h 834218"/>
                <a:gd name="connsiteX226-41625" fmla="*/ 1272762 w 3024845"/>
                <a:gd name="connsiteY226-41626" fmla="*/ 399929 h 834218"/>
                <a:gd name="connsiteX227-41627" fmla="*/ 1272762 w 3024845"/>
                <a:gd name="connsiteY227-41628" fmla="*/ 335075 h 834218"/>
                <a:gd name="connsiteX228-41629" fmla="*/ 1273776 w 3024845"/>
                <a:gd name="connsiteY228-41630" fmla="*/ 335075 h 834218"/>
                <a:gd name="connsiteX229-41631" fmla="*/ 1280869 w 3024845"/>
                <a:gd name="connsiteY229-41632" fmla="*/ 335075 h 834218"/>
                <a:gd name="connsiteX230-41633" fmla="*/ 1293029 w 3024845"/>
                <a:gd name="connsiteY230-41634" fmla="*/ 291840 h 834218"/>
                <a:gd name="connsiteX231-41635" fmla="*/ 1294296 w 3024845"/>
                <a:gd name="connsiteY231-41636" fmla="*/ 291840 h 834218"/>
                <a:gd name="connsiteX232-41637" fmla="*/ 1303163 w 3024845"/>
                <a:gd name="connsiteY232-41638" fmla="*/ 291840 h 834218"/>
                <a:gd name="connsiteX233-41639" fmla="*/ 1313296 w 3024845"/>
                <a:gd name="connsiteY233-41640" fmla="*/ 335075 h 834218"/>
                <a:gd name="connsiteX234-41641" fmla="*/ 1314309 w 3024845"/>
                <a:gd name="connsiteY234-41642" fmla="*/ 335075 h 834218"/>
                <a:gd name="connsiteX235-41643" fmla="*/ 1321403 w 3024845"/>
                <a:gd name="connsiteY235-41644" fmla="*/ 335075 h 834218"/>
                <a:gd name="connsiteX236-41645" fmla="*/ 1321403 w 3024845"/>
                <a:gd name="connsiteY236-41646" fmla="*/ 373987 h 834218"/>
                <a:gd name="connsiteX237-41647" fmla="*/ 1323176 w 3024845"/>
                <a:gd name="connsiteY237-41648" fmla="*/ 373987 h 834218"/>
                <a:gd name="connsiteX238-41649" fmla="*/ 1335590 w 3024845"/>
                <a:gd name="connsiteY238-41650" fmla="*/ 373987 h 834218"/>
                <a:gd name="connsiteX239-41651" fmla="*/ 1335590 w 3024845"/>
                <a:gd name="connsiteY239-41652" fmla="*/ 376149 h 834218"/>
                <a:gd name="connsiteX240-41653" fmla="*/ 1335590 w 3024845"/>
                <a:gd name="connsiteY240-41654" fmla="*/ 391281 h 834218"/>
                <a:gd name="connsiteX241-41655" fmla="*/ 1339643 w 3024845"/>
                <a:gd name="connsiteY241-41656" fmla="*/ 389120 h 834218"/>
                <a:gd name="connsiteX242-41657" fmla="*/ 1339643 w 3024845"/>
                <a:gd name="connsiteY242-41658" fmla="*/ 373987 h 834218"/>
                <a:gd name="connsiteX243-41659" fmla="*/ 1341163 w 3024845"/>
                <a:gd name="connsiteY243-41660" fmla="*/ 373987 h 834218"/>
                <a:gd name="connsiteX244-41661" fmla="*/ 1351803 w 3024845"/>
                <a:gd name="connsiteY244-41662" fmla="*/ 373987 h 834218"/>
                <a:gd name="connsiteX245-41663" fmla="*/ 1351803 w 3024845"/>
                <a:gd name="connsiteY245-41664" fmla="*/ 375608 h 834218"/>
                <a:gd name="connsiteX246-41665" fmla="*/ 1351803 w 3024845"/>
                <a:gd name="connsiteY246-41666" fmla="*/ 386958 h 834218"/>
                <a:gd name="connsiteX247-41667" fmla="*/ 1382204 w 3024845"/>
                <a:gd name="connsiteY247-41668" fmla="*/ 386958 h 834218"/>
                <a:gd name="connsiteX248-41669" fmla="*/ 1382204 w 3024845"/>
                <a:gd name="connsiteY248-41670" fmla="*/ 350208 h 834218"/>
                <a:gd name="connsiteX249-41671" fmla="*/ 1383470 w 3024845"/>
                <a:gd name="connsiteY249-41672" fmla="*/ 350208 h 834218"/>
                <a:gd name="connsiteX250-41673" fmla="*/ 1392337 w 3024845"/>
                <a:gd name="connsiteY250-41674" fmla="*/ 350208 h 834218"/>
                <a:gd name="connsiteX251-41675" fmla="*/ 1392337 w 3024845"/>
                <a:gd name="connsiteY251-41676" fmla="*/ 371825 h 834218"/>
                <a:gd name="connsiteX252-41677" fmla="*/ 1394364 w 3024845"/>
                <a:gd name="connsiteY252-41678" fmla="*/ 339399 h 834218"/>
                <a:gd name="connsiteX253-41679" fmla="*/ 1416657 w 3024845"/>
                <a:gd name="connsiteY253-41680" fmla="*/ 339399 h 834218"/>
                <a:gd name="connsiteX254-41681" fmla="*/ 1416657 w 3024845"/>
                <a:gd name="connsiteY254-41682" fmla="*/ 337777 h 834218"/>
                <a:gd name="connsiteX255-41683" fmla="*/ 1416657 w 3024845"/>
                <a:gd name="connsiteY255-41684" fmla="*/ 326428 h 834218"/>
                <a:gd name="connsiteX256-41685" fmla="*/ 1417417 w 3024845"/>
                <a:gd name="connsiteY256-41686" fmla="*/ 326428 h 834218"/>
                <a:gd name="connsiteX257-41687" fmla="*/ 1422737 w 3024845"/>
                <a:gd name="connsiteY257-41688" fmla="*/ 326428 h 834218"/>
                <a:gd name="connsiteX258-41689" fmla="*/ 1422737 w 3024845"/>
                <a:gd name="connsiteY258-41690" fmla="*/ 324537 h 834218"/>
                <a:gd name="connsiteX259-41691" fmla="*/ 1422737 w 3024845"/>
                <a:gd name="connsiteY259-41692" fmla="*/ 311296 h 834218"/>
                <a:gd name="connsiteX260-41693" fmla="*/ 1426791 w 3024845"/>
                <a:gd name="connsiteY260-41694" fmla="*/ 317781 h 834218"/>
                <a:gd name="connsiteX261-41695" fmla="*/ 1429071 w 3024845"/>
                <a:gd name="connsiteY261-41696" fmla="*/ 317781 h 834218"/>
                <a:gd name="connsiteX262-41697" fmla="*/ 1445031 w 3024845"/>
                <a:gd name="connsiteY262-41698" fmla="*/ 317781 h 834218"/>
                <a:gd name="connsiteX263-41699" fmla="*/ 1445031 w 3024845"/>
                <a:gd name="connsiteY263-41700" fmla="*/ 316970 h 834218"/>
                <a:gd name="connsiteX264-41701" fmla="*/ 1445031 w 3024845"/>
                <a:gd name="connsiteY264-41702" fmla="*/ 311296 h 834218"/>
                <a:gd name="connsiteX265-41703" fmla="*/ 1445791 w 3024845"/>
                <a:gd name="connsiteY265-41704" fmla="*/ 311296 h 834218"/>
                <a:gd name="connsiteX266-41705" fmla="*/ 1451111 w 3024845"/>
                <a:gd name="connsiteY266-41706" fmla="*/ 311296 h 834218"/>
                <a:gd name="connsiteX267-41707" fmla="*/ 1451111 w 3024845"/>
                <a:gd name="connsiteY267-41708" fmla="*/ 312647 h 834218"/>
                <a:gd name="connsiteX268-41709" fmla="*/ 1451111 w 3024845"/>
                <a:gd name="connsiteY268-41710" fmla="*/ 322105 h 834218"/>
                <a:gd name="connsiteX269-41711" fmla="*/ 1489618 w 3024845"/>
                <a:gd name="connsiteY269-41712" fmla="*/ 322105 h 834218"/>
                <a:gd name="connsiteX270-41713" fmla="*/ 1489618 w 3024845"/>
                <a:gd name="connsiteY270-41714" fmla="*/ 460458 h 834218"/>
                <a:gd name="connsiteX271-41715" fmla="*/ 1491138 w 3024845"/>
                <a:gd name="connsiteY271-41716" fmla="*/ 460458 h 834218"/>
                <a:gd name="connsiteX272-41717" fmla="*/ 1501778 w 3024845"/>
                <a:gd name="connsiteY272-41718" fmla="*/ 460458 h 834218"/>
                <a:gd name="connsiteX273-41719" fmla="*/ 1501778 w 3024845"/>
                <a:gd name="connsiteY273-41720" fmla="*/ 447488 h 834218"/>
                <a:gd name="connsiteX274-41721" fmla="*/ 1505832 w 3024845"/>
                <a:gd name="connsiteY274-41722" fmla="*/ 447488 h 834218"/>
                <a:gd name="connsiteX275-41723" fmla="*/ 1505832 w 3024845"/>
                <a:gd name="connsiteY275-41724" fmla="*/ 460458 h 834218"/>
                <a:gd name="connsiteX276-41725" fmla="*/ 1536232 w 3024845"/>
                <a:gd name="connsiteY276-41726" fmla="*/ 460458 h 834218"/>
                <a:gd name="connsiteX277-41727" fmla="*/ 1536232 w 3024845"/>
                <a:gd name="connsiteY277-41728" fmla="*/ 430193 h 834218"/>
                <a:gd name="connsiteX278-41729" fmla="*/ 1548392 w 3024845"/>
                <a:gd name="connsiteY278-41730" fmla="*/ 430193 h 834218"/>
                <a:gd name="connsiteX279-41731" fmla="*/ 1560552 w 3024845"/>
                <a:gd name="connsiteY279-41732" fmla="*/ 428032 h 834218"/>
                <a:gd name="connsiteX280-41733" fmla="*/ 1564606 w 3024845"/>
                <a:gd name="connsiteY280-41734" fmla="*/ 430193 h 834218"/>
                <a:gd name="connsiteX281-41735" fmla="*/ 1574739 w 3024845"/>
                <a:gd name="connsiteY281-41736" fmla="*/ 430193 h 834218"/>
                <a:gd name="connsiteX282-41737" fmla="*/ 1574739 w 3024845"/>
                <a:gd name="connsiteY282-41738" fmla="*/ 460458 h 834218"/>
                <a:gd name="connsiteX283-41739" fmla="*/ 1582846 w 3024845"/>
                <a:gd name="connsiteY283-41740" fmla="*/ 460458 h 834218"/>
                <a:gd name="connsiteX284-41741" fmla="*/ 1582846 w 3024845"/>
                <a:gd name="connsiteY284-41742" fmla="*/ 477753 h 834218"/>
                <a:gd name="connsiteX285-41743" fmla="*/ 1592182 w 3024845"/>
                <a:gd name="connsiteY285-41744" fmla="*/ 478658 h 834218"/>
                <a:gd name="connsiteX286-41745" fmla="*/ 1605140 w 3024845"/>
                <a:gd name="connsiteY286-41746" fmla="*/ 478658 h 834218"/>
                <a:gd name="connsiteX287-41747" fmla="*/ 1605140 w 3024845"/>
                <a:gd name="connsiteY287-41748" fmla="*/ 462620 h 834218"/>
                <a:gd name="connsiteX288-41749" fmla="*/ 1673096 w 3024845"/>
                <a:gd name="connsiteY288-41750" fmla="*/ 462620 h 834218"/>
                <a:gd name="connsiteX289-41751" fmla="*/ 1673096 w 3024845"/>
                <a:gd name="connsiteY289-41752" fmla="*/ 377367 h 834218"/>
                <a:gd name="connsiteX290-41753" fmla="*/ 1745104 w 3024845"/>
                <a:gd name="connsiteY290-41754" fmla="*/ 377367 h 834218"/>
                <a:gd name="connsiteX291-41755" fmla="*/ 1745104 w 3024845"/>
                <a:gd name="connsiteY291-41756" fmla="*/ 456135 h 834218"/>
                <a:gd name="connsiteX292-41757" fmla="*/ 1747008 w 3024845"/>
                <a:gd name="connsiteY292-41758" fmla="*/ 456135 h 834218"/>
                <a:gd name="connsiteX293-41759" fmla="*/ 1748250 w 3024845"/>
                <a:gd name="connsiteY293-41760" fmla="*/ 478658 h 834218"/>
                <a:gd name="connsiteX294-41761" fmla="*/ 1757926 w 3024845"/>
                <a:gd name="connsiteY294-41762" fmla="*/ 478658 h 834218"/>
                <a:gd name="connsiteX295-41763" fmla="*/ 1759168 w 3024845"/>
                <a:gd name="connsiteY295-41764" fmla="*/ 456135 h 834218"/>
                <a:gd name="connsiteX296-41765" fmla="*/ 1765248 w 3024845"/>
                <a:gd name="connsiteY296-41766" fmla="*/ 456135 h 834218"/>
                <a:gd name="connsiteX297-41767" fmla="*/ 1766490 w 3024845"/>
                <a:gd name="connsiteY297-41768" fmla="*/ 478658 h 834218"/>
                <a:gd name="connsiteX298-41769" fmla="*/ 1817112 w 3024845"/>
                <a:gd name="connsiteY298-41770" fmla="*/ 478658 h 834218"/>
                <a:gd name="connsiteX299-41771" fmla="*/ 1817112 w 3024845"/>
                <a:gd name="connsiteY299-41772" fmla="*/ 315630 h 834218"/>
                <a:gd name="connsiteX300-41773" fmla="*/ 2014439 w 3024845"/>
                <a:gd name="connsiteY300-41774" fmla="*/ 315630 h 834218"/>
                <a:gd name="connsiteX301-41775" fmla="*/ 2014439 w 3024845"/>
                <a:gd name="connsiteY301-41776" fmla="*/ 478658 h 834218"/>
                <a:gd name="connsiteX302-41777" fmla="*/ 2033136 w 3024845"/>
                <a:gd name="connsiteY302-41778" fmla="*/ 478658 h 834218"/>
                <a:gd name="connsiteX303-41779" fmla="*/ 2033136 w 3024845"/>
                <a:gd name="connsiteY303-41780" fmla="*/ 395965 h 834218"/>
                <a:gd name="connsiteX304-41781" fmla="*/ 2128256 w 3024845"/>
                <a:gd name="connsiteY304-41782" fmla="*/ 395965 h 834218"/>
                <a:gd name="connsiteX305-41783" fmla="*/ 2180720 w 3024845"/>
                <a:gd name="connsiteY305-41784" fmla="*/ 330752 h 834218"/>
                <a:gd name="connsiteX306-41785" fmla="*/ 2245574 w 3024845"/>
                <a:gd name="connsiteY306-41786" fmla="*/ 330752 h 834218"/>
                <a:gd name="connsiteX307-41787" fmla="*/ 2245574 w 3024845"/>
                <a:gd name="connsiteY307-41788" fmla="*/ 406414 h 834218"/>
                <a:gd name="connsiteX308-41789" fmla="*/ 2253681 w 3024845"/>
                <a:gd name="connsiteY308-41790" fmla="*/ 406414 h 834218"/>
                <a:gd name="connsiteX309-41791" fmla="*/ 2255708 w 3024845"/>
                <a:gd name="connsiteY309-41792" fmla="*/ 399929 h 834218"/>
                <a:gd name="connsiteX310-41793" fmla="*/ 2261788 w 3024845"/>
                <a:gd name="connsiteY310-41794" fmla="*/ 399929 h 834218"/>
                <a:gd name="connsiteX311-41795" fmla="*/ 2263815 w 3024845"/>
                <a:gd name="connsiteY311-41796" fmla="*/ 408576 h 834218"/>
                <a:gd name="connsiteX312-41797" fmla="*/ 2275975 w 3024845"/>
                <a:gd name="connsiteY312-41798" fmla="*/ 408576 h 834218"/>
                <a:gd name="connsiteX313-41799" fmla="*/ 2275975 w 3024845"/>
                <a:gd name="connsiteY313-41800" fmla="*/ 402090 h 834218"/>
                <a:gd name="connsiteX314-41801" fmla="*/ 2298268 w 3024845"/>
                <a:gd name="connsiteY314-41802" fmla="*/ 402090 h 834218"/>
                <a:gd name="connsiteX315-41803" fmla="*/ 2298268 w 3024845"/>
                <a:gd name="connsiteY315-41804" fmla="*/ 408576 h 834218"/>
                <a:gd name="connsiteX316-41805" fmla="*/ 2318535 w 3024845"/>
                <a:gd name="connsiteY316-41806" fmla="*/ 408576 h 834218"/>
                <a:gd name="connsiteX317-41807" fmla="*/ 2318535 w 3024845"/>
                <a:gd name="connsiteY317-41808" fmla="*/ 453973 h 834218"/>
                <a:gd name="connsiteX318-41809" fmla="*/ 2332722 w 3024845"/>
                <a:gd name="connsiteY318-41810" fmla="*/ 453973 h 834218"/>
                <a:gd name="connsiteX319-41811" fmla="*/ 2332722 w 3024845"/>
                <a:gd name="connsiteY319-41812" fmla="*/ 441002 h 834218"/>
                <a:gd name="connsiteX320-41813" fmla="*/ 2348936 w 3024845"/>
                <a:gd name="connsiteY320-41814" fmla="*/ 441002 h 834218"/>
                <a:gd name="connsiteX321-41815" fmla="*/ 2348936 w 3024845"/>
                <a:gd name="connsiteY321-41816" fmla="*/ 261575 h 834218"/>
                <a:gd name="connsiteX322-41817" fmla="*/ 2355016 w 3024845"/>
                <a:gd name="connsiteY322-41818" fmla="*/ 255089 h 834218"/>
                <a:gd name="connsiteX323-41819" fmla="*/ 2427977 w 3024845"/>
                <a:gd name="connsiteY323-41820" fmla="*/ 255089 h 834218"/>
                <a:gd name="connsiteX324-41821" fmla="*/ 2427977 w 3024845"/>
                <a:gd name="connsiteY324-41822" fmla="*/ 263737 h 834218"/>
                <a:gd name="connsiteX325-41823" fmla="*/ 2438110 w 3024845"/>
                <a:gd name="connsiteY325-41824" fmla="*/ 263737 h 834218"/>
                <a:gd name="connsiteX326-41825" fmla="*/ 2438110 w 3024845"/>
                <a:gd name="connsiteY326-41826" fmla="*/ 378311 h 834218"/>
                <a:gd name="connsiteX327-41827" fmla="*/ 2460404 w 3024845"/>
                <a:gd name="connsiteY327-41828" fmla="*/ 378311 h 834218"/>
                <a:gd name="connsiteX328-41829" fmla="*/ 2460404 w 3024845"/>
                <a:gd name="connsiteY328-41830" fmla="*/ 311296 h 834218"/>
                <a:gd name="connsiteX329-41831" fmla="*/ 2486751 w 3024845"/>
                <a:gd name="connsiteY329-41832" fmla="*/ 311296 h 834218"/>
                <a:gd name="connsiteX330-41833" fmla="*/ 2490804 w 3024845"/>
                <a:gd name="connsiteY330-41834" fmla="*/ 306972 h 834218"/>
                <a:gd name="connsiteX331-41835" fmla="*/ 2498911 w 3024845"/>
                <a:gd name="connsiteY331-41836" fmla="*/ 306972 h 834218"/>
                <a:gd name="connsiteX332-41837" fmla="*/ 2502964 w 3024845"/>
                <a:gd name="connsiteY332-41838" fmla="*/ 311296 h 834218"/>
                <a:gd name="connsiteX333-41839" fmla="*/ 2525258 w 3024845"/>
                <a:gd name="connsiteY333-41840" fmla="*/ 311296 h 834218"/>
                <a:gd name="connsiteX334-41841" fmla="*/ 2525258 w 3024845"/>
                <a:gd name="connsiteY334-41842" fmla="*/ 194560 h 834218"/>
                <a:gd name="connsiteX335-41843" fmla="*/ 2582005 w 3024845"/>
                <a:gd name="connsiteY335-41844" fmla="*/ 183751 h 834218"/>
                <a:gd name="connsiteX336-41845" fmla="*/ 2582005 w 3024845"/>
                <a:gd name="connsiteY336-41846" fmla="*/ 184832 h 834218"/>
                <a:gd name="connsiteX337-41847" fmla="*/ 2582005 w 3024845"/>
                <a:gd name="connsiteY337-41848" fmla="*/ 192398 h 834218"/>
                <a:gd name="connsiteX338-41849" fmla="*/ 2608352 w 3024845"/>
                <a:gd name="connsiteY338-41850" fmla="*/ 192398 h 834218"/>
                <a:gd name="connsiteX339-41851" fmla="*/ 2608352 w 3024845"/>
                <a:gd name="connsiteY339-41852" fmla="*/ 447488 h 834218"/>
                <a:gd name="connsiteX340-41853" fmla="*/ 2630646 w 3024845"/>
                <a:gd name="connsiteY340-41854" fmla="*/ 447488 h 834218"/>
                <a:gd name="connsiteX341-41855" fmla="*/ 2630646 w 3024845"/>
                <a:gd name="connsiteY341-41856" fmla="*/ 443164 h 834218"/>
                <a:gd name="connsiteX342-41857" fmla="*/ 2642806 w 3024845"/>
                <a:gd name="connsiteY342-41858" fmla="*/ 443164 h 834218"/>
                <a:gd name="connsiteX343-41859" fmla="*/ 2642806 w 3024845"/>
                <a:gd name="connsiteY343-41860" fmla="*/ 447488 h 834218"/>
                <a:gd name="connsiteX344-41861" fmla="*/ 2667126 w 3024845"/>
                <a:gd name="connsiteY344-41862" fmla="*/ 447488 h 834218"/>
                <a:gd name="connsiteX345-41863" fmla="*/ 2667126 w 3024845"/>
                <a:gd name="connsiteY345-41864" fmla="*/ 434517 h 834218"/>
                <a:gd name="connsiteX346-41865" fmla="*/ 2695500 w 3024845"/>
                <a:gd name="connsiteY346-41866" fmla="*/ 434517 h 834218"/>
                <a:gd name="connsiteX347-41867" fmla="*/ 2707660 w 3024845"/>
                <a:gd name="connsiteY347-41868" fmla="*/ 430193 h 834218"/>
                <a:gd name="connsiteX348-41869" fmla="*/ 2727927 w 3024845"/>
                <a:gd name="connsiteY348-41870" fmla="*/ 434517 h 834218"/>
                <a:gd name="connsiteX349-41871" fmla="*/ 2727927 w 3024845"/>
                <a:gd name="connsiteY349-41872" fmla="*/ 417223 h 834218"/>
                <a:gd name="connsiteX350-41873" fmla="*/ 2736034 w 3024845"/>
                <a:gd name="connsiteY350-41874" fmla="*/ 417223 h 834218"/>
                <a:gd name="connsiteX351-41875" fmla="*/ 2736034 w 3024845"/>
                <a:gd name="connsiteY351-41876" fmla="*/ 404252 h 834218"/>
                <a:gd name="connsiteX352-41877" fmla="*/ 2792781 w 3024845"/>
                <a:gd name="connsiteY352-41878" fmla="*/ 404252 h 834218"/>
                <a:gd name="connsiteX353-41879" fmla="*/ 2792781 w 3024845"/>
                <a:gd name="connsiteY353-41880" fmla="*/ 373987 h 834218"/>
                <a:gd name="connsiteX354-41881" fmla="*/ 2811021 w 3024845"/>
                <a:gd name="connsiteY354-41882" fmla="*/ 373987 h 834218"/>
                <a:gd name="connsiteX355-41883" fmla="*/ 2811021 w 3024845"/>
                <a:gd name="connsiteY355-41884" fmla="*/ 367502 h 834218"/>
                <a:gd name="connsiteX356-41885" fmla="*/ 2823181 w 3024845"/>
                <a:gd name="connsiteY356-41886" fmla="*/ 367502 h 834218"/>
                <a:gd name="connsiteX357-41887" fmla="*/ 2823181 w 3024845"/>
                <a:gd name="connsiteY357-41888" fmla="*/ 373987 h 834218"/>
                <a:gd name="connsiteX358-41889" fmla="*/ 2839395 w 3024845"/>
                <a:gd name="connsiteY358-41890" fmla="*/ 373987 h 834218"/>
                <a:gd name="connsiteX359-41891" fmla="*/ 2839395 w 3024845"/>
                <a:gd name="connsiteY359-41892" fmla="*/ 423708 h 834218"/>
                <a:gd name="connsiteX360-41893" fmla="*/ 2871822 w 3024845"/>
                <a:gd name="connsiteY360-41894" fmla="*/ 423708 h 834218"/>
                <a:gd name="connsiteX361-41895" fmla="*/ 2871822 w 3024845"/>
                <a:gd name="connsiteY361-41896" fmla="*/ 397767 h 834218"/>
                <a:gd name="connsiteX362-41897" fmla="*/ 2910329 w 3024845"/>
                <a:gd name="connsiteY362-41898" fmla="*/ 397767 h 834218"/>
                <a:gd name="connsiteX363-41899" fmla="*/ 2910329 w 3024845"/>
                <a:gd name="connsiteY363-41900" fmla="*/ 367502 h 834218"/>
                <a:gd name="connsiteX364-41901" fmla="*/ 2958970 w 3024845"/>
                <a:gd name="connsiteY364-41902" fmla="*/ 367502 h 834218"/>
                <a:gd name="connsiteX365-41903" fmla="*/ 2958970 w 3024845"/>
                <a:gd name="connsiteY365-41904" fmla="*/ 478658 h 834218"/>
                <a:gd name="connsiteX366-41905" fmla="*/ 2958970 w 3024845"/>
                <a:gd name="connsiteY366-41906" fmla="*/ 492437 h 834218"/>
                <a:gd name="connsiteX367-41907" fmla="*/ 3024845 w 3024845"/>
                <a:gd name="connsiteY367-41908" fmla="*/ 492437 h 834218"/>
                <a:gd name="connsiteX368-41909" fmla="*/ 3024845 w 3024845"/>
                <a:gd name="connsiteY368-41910" fmla="*/ 834218 h 834218"/>
                <a:gd name="connsiteX369-41911" fmla="*/ 2054 w 3024845"/>
                <a:gd name="connsiteY369-41912" fmla="*/ 831885 h 834218"/>
                <a:gd name="connsiteX370-41913" fmla="*/ 0 w 3024845"/>
                <a:gd name="connsiteY370-41914" fmla="*/ 397767 h 834218"/>
                <a:gd name="connsiteX371-41915" fmla="*/ 20267 w 3024845"/>
                <a:gd name="connsiteY371-41916" fmla="*/ 397767 h 834218"/>
                <a:gd name="connsiteX372-41917" fmla="*/ 20774 w 3024845"/>
                <a:gd name="connsiteY372-41918" fmla="*/ 396686 h 834218"/>
                <a:gd name="connsiteX373-41919" fmla="*/ 24320 w 3024845"/>
                <a:gd name="connsiteY373-41920" fmla="*/ 389120 h 834218"/>
                <a:gd name="connsiteX374-41921" fmla="*/ 26094 w 3024845"/>
                <a:gd name="connsiteY374-41922" fmla="*/ 389390 h 834218"/>
                <a:gd name="connsiteX375-41923" fmla="*/ 38507 w 3024845"/>
                <a:gd name="connsiteY375-41924" fmla="*/ 391281 h 834218"/>
                <a:gd name="connsiteX376-41925" fmla="*/ 39014 w 3024845"/>
                <a:gd name="connsiteY376-41926" fmla="*/ 392633 h 834218"/>
                <a:gd name="connsiteX377-41927" fmla="*/ 42560 w 3024845"/>
                <a:gd name="connsiteY377-41928" fmla="*/ 402090 h 834218"/>
                <a:gd name="connsiteX378-41929" fmla="*/ 68907 w 3024845"/>
                <a:gd name="connsiteY378-41930" fmla="*/ 404252 h 834218"/>
                <a:gd name="connsiteX379-41931" fmla="*/ 68907 w 3024845"/>
                <a:gd name="connsiteY379-41932" fmla="*/ 281031 h 834218"/>
                <a:gd name="connsiteX380-41933" fmla="*/ 70934 w 3024845"/>
                <a:gd name="connsiteY380-41934" fmla="*/ 281031 h 834218"/>
                <a:gd name="connsiteX381-41935" fmla="*/ 85121 w 3024845"/>
                <a:gd name="connsiteY381-41936" fmla="*/ 281031 h 834218"/>
                <a:gd name="connsiteX382-41937" fmla="*/ 85121 w 3024845"/>
                <a:gd name="connsiteY382-41938" fmla="*/ 144839 h 834218"/>
                <a:gd name="connsiteX383-41939" fmla="*/ 86894 w 3024845"/>
                <a:gd name="connsiteY383-41940" fmla="*/ 144839 h 834218"/>
                <a:gd name="connsiteX384-41941" fmla="*/ 99308 w 3024845"/>
                <a:gd name="connsiteY384-41942" fmla="*/ 144839 h 834218"/>
                <a:gd name="connsiteX385-41943" fmla="*/ 99308 w 3024845"/>
                <a:gd name="connsiteY385-41944" fmla="*/ 30265 h 834218"/>
                <a:gd name="connsiteX386-41945" fmla="*/ 103361 w 3024845"/>
                <a:gd name="connsiteY386-41946" fmla="*/ 2161 h 834218"/>
                <a:gd name="connsiteX0-41947" fmla="*/ 99308 w 3024845"/>
                <a:gd name="connsiteY0-41948" fmla="*/ 36988 h 840941"/>
                <a:gd name="connsiteX1-41949" fmla="*/ 200642 w 3024845"/>
                <a:gd name="connsiteY1-41950" fmla="*/ 6723 h 840941"/>
                <a:gd name="connsiteX2-41951" fmla="*/ 220909 w 3024845"/>
                <a:gd name="connsiteY2-41952" fmla="*/ 151562 h 840941"/>
                <a:gd name="connsiteX3-41953" fmla="*/ 223189 w 3024845"/>
                <a:gd name="connsiteY3-41954" fmla="*/ 151562 h 840941"/>
                <a:gd name="connsiteX4-41955" fmla="*/ 239150 w 3024845"/>
                <a:gd name="connsiteY4-41956" fmla="*/ 151562 h 840941"/>
                <a:gd name="connsiteX5-41957" fmla="*/ 239150 w 3024845"/>
                <a:gd name="connsiteY5-41958" fmla="*/ 292077 h 840941"/>
                <a:gd name="connsiteX6-41959" fmla="*/ 240670 w 3024845"/>
                <a:gd name="connsiteY6-41960" fmla="*/ 291807 h 840941"/>
                <a:gd name="connsiteX7-41961" fmla="*/ 251310 w 3024845"/>
                <a:gd name="connsiteY7-41962" fmla="*/ 289916 h 840941"/>
                <a:gd name="connsiteX8-41963" fmla="*/ 249283 w 3024845"/>
                <a:gd name="connsiteY8-41964" fmla="*/ 378548 h 840941"/>
                <a:gd name="connsiteX9-41965" fmla="*/ 250803 w 3024845"/>
                <a:gd name="connsiteY9-41966" fmla="*/ 378819 h 840941"/>
                <a:gd name="connsiteX10-41967" fmla="*/ 261443 w 3024845"/>
                <a:gd name="connsiteY10-41968" fmla="*/ 380710 h 840941"/>
                <a:gd name="connsiteX11-41969" fmla="*/ 261696 w 3024845"/>
                <a:gd name="connsiteY11-41970" fmla="*/ 381521 h 840941"/>
                <a:gd name="connsiteX12-41971" fmla="*/ 263470 w 3024845"/>
                <a:gd name="connsiteY12-41972" fmla="*/ 387196 h 840941"/>
                <a:gd name="connsiteX13-41973" fmla="*/ 264230 w 3024845"/>
                <a:gd name="connsiteY13-41974" fmla="*/ 384764 h 840941"/>
                <a:gd name="connsiteX14-41975" fmla="*/ 269550 w 3024845"/>
                <a:gd name="connsiteY14-41976" fmla="*/ 367740 h 840941"/>
                <a:gd name="connsiteX15-41977" fmla="*/ 271323 w 3024845"/>
                <a:gd name="connsiteY15-41978" fmla="*/ 367740 h 840941"/>
                <a:gd name="connsiteX16-41979" fmla="*/ 283737 w 3024845"/>
                <a:gd name="connsiteY16-41980" fmla="*/ 367740 h 840941"/>
                <a:gd name="connsiteX17-41981" fmla="*/ 283737 w 3024845"/>
                <a:gd name="connsiteY17-41982" fmla="*/ 400166 h 840941"/>
                <a:gd name="connsiteX18-41983" fmla="*/ 284750 w 3024845"/>
                <a:gd name="connsiteY18-41984" fmla="*/ 400707 h 840941"/>
                <a:gd name="connsiteX19-41985" fmla="*/ 291844 w 3024845"/>
                <a:gd name="connsiteY19-41986" fmla="*/ 404490 h 840941"/>
                <a:gd name="connsiteX20-41987" fmla="*/ 291844 w 3024845"/>
                <a:gd name="connsiteY20-41988" fmla="*/ 405841 h 840941"/>
                <a:gd name="connsiteX21-41989" fmla="*/ 291844 w 3024845"/>
                <a:gd name="connsiteY21-41990" fmla="*/ 415299 h 840941"/>
                <a:gd name="connsiteX22-41991" fmla="*/ 336431 w 3024845"/>
                <a:gd name="connsiteY22-41992" fmla="*/ 415299 h 840941"/>
                <a:gd name="connsiteX23-41993" fmla="*/ 336431 w 3024845"/>
                <a:gd name="connsiteY23-41994" fmla="*/ 416380 h 840941"/>
                <a:gd name="connsiteX24-41995" fmla="*/ 336431 w 3024845"/>
                <a:gd name="connsiteY24-41996" fmla="*/ 423946 h 840941"/>
                <a:gd name="connsiteX25-41997" fmla="*/ 338457 w 3024845"/>
                <a:gd name="connsiteY25-41998" fmla="*/ 423946 h 840941"/>
                <a:gd name="connsiteX26-41999" fmla="*/ 352644 w 3024845"/>
                <a:gd name="connsiteY26-42000" fmla="*/ 423946 h 840941"/>
                <a:gd name="connsiteX27-42001" fmla="*/ 352644 w 3024845"/>
                <a:gd name="connsiteY27-42002" fmla="*/ 393681 h 840941"/>
                <a:gd name="connsiteX28-42003" fmla="*/ 397231 w 3024845"/>
                <a:gd name="connsiteY28-42004" fmla="*/ 393681 h 840941"/>
                <a:gd name="connsiteX29-42005" fmla="*/ 397231 w 3024845"/>
                <a:gd name="connsiteY29-42006" fmla="*/ 392330 h 840941"/>
                <a:gd name="connsiteX30-42007" fmla="*/ 397231 w 3024845"/>
                <a:gd name="connsiteY30-42008" fmla="*/ 382872 h 840941"/>
                <a:gd name="connsiteX31-42009" fmla="*/ 398245 w 3024845"/>
                <a:gd name="connsiteY31-42010" fmla="*/ 382872 h 840941"/>
                <a:gd name="connsiteX32-42011" fmla="*/ 405338 w 3024845"/>
                <a:gd name="connsiteY32-42012" fmla="*/ 382872 h 840941"/>
                <a:gd name="connsiteX33-42013" fmla="*/ 405338 w 3024845"/>
                <a:gd name="connsiteY33-42014" fmla="*/ 380981 h 840941"/>
                <a:gd name="connsiteX34-42015" fmla="*/ 405338 w 3024845"/>
                <a:gd name="connsiteY34-42016" fmla="*/ 367740 h 840941"/>
                <a:gd name="connsiteX35-42017" fmla="*/ 406098 w 3024845"/>
                <a:gd name="connsiteY35-42018" fmla="*/ 367740 h 840941"/>
                <a:gd name="connsiteX36-42019" fmla="*/ 411418 w 3024845"/>
                <a:gd name="connsiteY36-42020" fmla="*/ 367740 h 840941"/>
                <a:gd name="connsiteX37-42021" fmla="*/ 411418 w 3024845"/>
                <a:gd name="connsiteY37-42022" fmla="*/ 366659 h 840941"/>
                <a:gd name="connsiteX38-42023" fmla="*/ 411418 w 3024845"/>
                <a:gd name="connsiteY38-42024" fmla="*/ 359092 h 840941"/>
                <a:gd name="connsiteX39-42025" fmla="*/ 413445 w 3024845"/>
                <a:gd name="connsiteY39-42026" fmla="*/ 359092 h 840941"/>
                <a:gd name="connsiteX40-42027" fmla="*/ 427632 w 3024845"/>
                <a:gd name="connsiteY40-42028" fmla="*/ 359092 h 840941"/>
                <a:gd name="connsiteX41-42029" fmla="*/ 427632 w 3024845"/>
                <a:gd name="connsiteY41-42030" fmla="*/ 360173 h 840941"/>
                <a:gd name="connsiteX42-42031" fmla="*/ 427632 w 3024845"/>
                <a:gd name="connsiteY42-42032" fmla="*/ 367740 h 840941"/>
                <a:gd name="connsiteX43-42033" fmla="*/ 449925 w 3024845"/>
                <a:gd name="connsiteY43-42034" fmla="*/ 367740 h 840941"/>
                <a:gd name="connsiteX44-42035" fmla="*/ 449925 w 3024845"/>
                <a:gd name="connsiteY44-42036" fmla="*/ 365848 h 840941"/>
                <a:gd name="connsiteX45-42037" fmla="*/ 449925 w 3024845"/>
                <a:gd name="connsiteY45-42038" fmla="*/ 352607 h 840941"/>
                <a:gd name="connsiteX46-42039" fmla="*/ 451699 w 3024845"/>
                <a:gd name="connsiteY46-42040" fmla="*/ 352607 h 840941"/>
                <a:gd name="connsiteX47-42041" fmla="*/ 464112 w 3024845"/>
                <a:gd name="connsiteY47-42042" fmla="*/ 352607 h 840941"/>
                <a:gd name="connsiteX48-42043" fmla="*/ 464112 w 3024845"/>
                <a:gd name="connsiteY48-42044" fmla="*/ 376387 h 840941"/>
                <a:gd name="connsiteX49-42045" fmla="*/ 465126 w 3024845"/>
                <a:gd name="connsiteY49-42046" fmla="*/ 376387 h 840941"/>
                <a:gd name="connsiteX50-42047" fmla="*/ 472219 w 3024845"/>
                <a:gd name="connsiteY50-42048" fmla="*/ 376387 h 840941"/>
                <a:gd name="connsiteX51-42049" fmla="*/ 472219 w 3024845"/>
                <a:gd name="connsiteY51-42050" fmla="*/ 375306 h 840941"/>
                <a:gd name="connsiteX52-42051" fmla="*/ 472219 w 3024845"/>
                <a:gd name="connsiteY52-42052" fmla="*/ 367740 h 840941"/>
                <a:gd name="connsiteX53-42053" fmla="*/ 473992 w 3024845"/>
                <a:gd name="connsiteY53-42054" fmla="*/ 367740 h 840941"/>
                <a:gd name="connsiteX54-42055" fmla="*/ 486406 w 3024845"/>
                <a:gd name="connsiteY54-42056" fmla="*/ 367740 h 840941"/>
                <a:gd name="connsiteX55-42057" fmla="*/ 486406 w 3024845"/>
                <a:gd name="connsiteY55-42058" fmla="*/ 393681 h 840941"/>
                <a:gd name="connsiteX56-42059" fmla="*/ 488433 w 3024845"/>
                <a:gd name="connsiteY56-42060" fmla="*/ 393681 h 840941"/>
                <a:gd name="connsiteX57-42061" fmla="*/ 502619 w 3024845"/>
                <a:gd name="connsiteY57-42062" fmla="*/ 393681 h 840941"/>
                <a:gd name="connsiteX58-42063" fmla="*/ 502619 w 3024845"/>
                <a:gd name="connsiteY58-42064" fmla="*/ 395302 h 840941"/>
                <a:gd name="connsiteX59-42065" fmla="*/ 502619 w 3024845"/>
                <a:gd name="connsiteY59-42066" fmla="*/ 406652 h 840941"/>
                <a:gd name="connsiteX60-42067" fmla="*/ 503379 w 3024845"/>
                <a:gd name="connsiteY60-42068" fmla="*/ 406652 h 840941"/>
                <a:gd name="connsiteX61-42069" fmla="*/ 508700 w 3024845"/>
                <a:gd name="connsiteY61-42070" fmla="*/ 406652 h 840941"/>
                <a:gd name="connsiteX62-42071" fmla="*/ 508700 w 3024845"/>
                <a:gd name="connsiteY62-42072" fmla="*/ 405841 h 840941"/>
                <a:gd name="connsiteX63-42073" fmla="*/ 508700 w 3024845"/>
                <a:gd name="connsiteY63-42074" fmla="*/ 400166 h 840941"/>
                <a:gd name="connsiteX64-42075" fmla="*/ 539100 w 3024845"/>
                <a:gd name="connsiteY64-42076" fmla="*/ 400166 h 840941"/>
                <a:gd name="connsiteX65-42077" fmla="*/ 539100 w 3024845"/>
                <a:gd name="connsiteY65-42078" fmla="*/ 423946 h 840941"/>
                <a:gd name="connsiteX66-42079" fmla="*/ 540113 w 3024845"/>
                <a:gd name="connsiteY66-42080" fmla="*/ 423946 h 840941"/>
                <a:gd name="connsiteX67-42081" fmla="*/ 547207 w 3024845"/>
                <a:gd name="connsiteY67-42082" fmla="*/ 423946 h 840941"/>
                <a:gd name="connsiteX68-42083" fmla="*/ 547207 w 3024845"/>
                <a:gd name="connsiteY68-42084" fmla="*/ 425027 h 840941"/>
                <a:gd name="connsiteX69-42085" fmla="*/ 547207 w 3024845"/>
                <a:gd name="connsiteY69-42086" fmla="*/ 432593 h 840941"/>
                <a:gd name="connsiteX70-42087" fmla="*/ 547967 w 3024845"/>
                <a:gd name="connsiteY70-42088" fmla="*/ 432593 h 840941"/>
                <a:gd name="connsiteX71-42089" fmla="*/ 553287 w 3024845"/>
                <a:gd name="connsiteY71-42090" fmla="*/ 432593 h 840941"/>
                <a:gd name="connsiteX72-42091" fmla="*/ 553287 w 3024845"/>
                <a:gd name="connsiteY72-42092" fmla="*/ 430431 h 840941"/>
                <a:gd name="connsiteX73-42093" fmla="*/ 553287 w 3024845"/>
                <a:gd name="connsiteY73-42094" fmla="*/ 415299 h 840941"/>
                <a:gd name="connsiteX74-42095" fmla="*/ 554300 w 3024845"/>
                <a:gd name="connsiteY74-42096" fmla="*/ 415299 h 840941"/>
                <a:gd name="connsiteX75-42097" fmla="*/ 561394 w 3024845"/>
                <a:gd name="connsiteY75-42098" fmla="*/ 415299 h 840941"/>
                <a:gd name="connsiteX76-42099" fmla="*/ 561394 w 3024845"/>
                <a:gd name="connsiteY76-42100" fmla="*/ 416380 h 840941"/>
                <a:gd name="connsiteX77-42101" fmla="*/ 561394 w 3024845"/>
                <a:gd name="connsiteY77-42102" fmla="*/ 423946 h 840941"/>
                <a:gd name="connsiteX78-42103" fmla="*/ 566714 w 3024845"/>
                <a:gd name="connsiteY78-42104" fmla="*/ 421953 h 840941"/>
                <a:gd name="connsiteX79-42105" fmla="*/ 567474 w 3024845"/>
                <a:gd name="connsiteY79-42106" fmla="*/ 420973 h 840941"/>
                <a:gd name="connsiteX80-42107" fmla="*/ 567474 w 3024845"/>
                <a:gd name="connsiteY80-42108" fmla="*/ 415299 h 840941"/>
                <a:gd name="connsiteX81-42109" fmla="*/ 605981 w 3024845"/>
                <a:gd name="connsiteY81-42110" fmla="*/ 415299 h 840941"/>
                <a:gd name="connsiteX82-42111" fmla="*/ 605981 w 3024845"/>
                <a:gd name="connsiteY82-42112" fmla="*/ 439078 h 840941"/>
                <a:gd name="connsiteX83-42113" fmla="*/ 608007 w 3024845"/>
                <a:gd name="connsiteY83-42114" fmla="*/ 439078 h 840941"/>
                <a:gd name="connsiteX84-42115" fmla="*/ 622194 w 3024845"/>
                <a:gd name="connsiteY84-42116" fmla="*/ 439078 h 840941"/>
                <a:gd name="connsiteX85-42117" fmla="*/ 622194 w 3024845"/>
                <a:gd name="connsiteY85-42118" fmla="*/ 440159 h 840941"/>
                <a:gd name="connsiteX86-42119" fmla="*/ 622194 w 3024845"/>
                <a:gd name="connsiteY86-42120" fmla="*/ 447725 h 840941"/>
                <a:gd name="connsiteX87-42121" fmla="*/ 623968 w 3024845"/>
                <a:gd name="connsiteY87-42122" fmla="*/ 447725 h 840941"/>
                <a:gd name="connsiteX88-42123" fmla="*/ 636381 w 3024845"/>
                <a:gd name="connsiteY88-42124" fmla="*/ 447725 h 840941"/>
                <a:gd name="connsiteX89-42125" fmla="*/ 636381 w 3024845"/>
                <a:gd name="connsiteY89-42126" fmla="*/ 423946 h 840941"/>
                <a:gd name="connsiteX90-42127" fmla="*/ 637394 w 3024845"/>
                <a:gd name="connsiteY90-42128" fmla="*/ 423946 h 840941"/>
                <a:gd name="connsiteX91-42129" fmla="*/ 644488 w 3024845"/>
                <a:gd name="connsiteY91-42130" fmla="*/ 423946 h 840941"/>
                <a:gd name="connsiteX92-42131" fmla="*/ 644488 w 3024845"/>
                <a:gd name="connsiteY92-42132" fmla="*/ 391519 h 840941"/>
                <a:gd name="connsiteX93-42133" fmla="*/ 645501 w 3024845"/>
                <a:gd name="connsiteY93-42134" fmla="*/ 391519 h 840941"/>
                <a:gd name="connsiteX94-42135" fmla="*/ 652595 w 3024845"/>
                <a:gd name="connsiteY94-42136" fmla="*/ 391519 h 840941"/>
                <a:gd name="connsiteX95-42137" fmla="*/ 652595 w 3024845"/>
                <a:gd name="connsiteY95-42138" fmla="*/ 389628 h 840941"/>
                <a:gd name="connsiteX96-42139" fmla="*/ 652595 w 3024845"/>
                <a:gd name="connsiteY96-42140" fmla="*/ 376387 h 840941"/>
                <a:gd name="connsiteX97-42141" fmla="*/ 651328 w 3024845"/>
                <a:gd name="connsiteY97-42142" fmla="*/ 374765 h 840941"/>
                <a:gd name="connsiteX98-42143" fmla="*/ 656648 w 3024845"/>
                <a:gd name="connsiteY98-42144" fmla="*/ 363416 h 840941"/>
                <a:gd name="connsiteX99-42145" fmla="*/ 664755 w 3024845"/>
                <a:gd name="connsiteY99-42146" fmla="*/ 391519 h 840941"/>
                <a:gd name="connsiteX100-42147" fmla="*/ 665515 w 3024845"/>
                <a:gd name="connsiteY100-42148" fmla="*/ 391519 h 840941"/>
                <a:gd name="connsiteX101-42149" fmla="*/ 670835 w 3024845"/>
                <a:gd name="connsiteY101-42150" fmla="*/ 391519 h 840941"/>
                <a:gd name="connsiteX102-42151" fmla="*/ 670835 w 3024845"/>
                <a:gd name="connsiteY102-42152" fmla="*/ 285592 h 840941"/>
                <a:gd name="connsiteX103-42153" fmla="*/ 672355 w 3024845"/>
                <a:gd name="connsiteY103-42154" fmla="*/ 285592 h 840941"/>
                <a:gd name="connsiteX104-42155" fmla="*/ 682995 w 3024845"/>
                <a:gd name="connsiteY104-42156" fmla="*/ 285592 h 840941"/>
                <a:gd name="connsiteX105-42157" fmla="*/ 682995 w 3024845"/>
                <a:gd name="connsiteY105-42158" fmla="*/ 238033 h 840941"/>
                <a:gd name="connsiteX106-42159" fmla="*/ 709342 w 3024845"/>
                <a:gd name="connsiteY106-42160" fmla="*/ 238033 h 840941"/>
                <a:gd name="connsiteX107-42161" fmla="*/ 709342 w 3024845"/>
                <a:gd name="connsiteY107-42162" fmla="*/ 216415 h 840941"/>
                <a:gd name="connsiteX108-42163" fmla="*/ 743796 w 3024845"/>
                <a:gd name="connsiteY108-42164" fmla="*/ 216415 h 840941"/>
                <a:gd name="connsiteX109-42165" fmla="*/ 743796 w 3024845"/>
                <a:gd name="connsiteY109-42166" fmla="*/ 218847 h 840941"/>
                <a:gd name="connsiteX110-42167" fmla="*/ 743796 w 3024845"/>
                <a:gd name="connsiteY110-42168" fmla="*/ 235871 h 840941"/>
                <a:gd name="connsiteX111-42169" fmla="*/ 746076 w 3024845"/>
                <a:gd name="connsiteY111-42170" fmla="*/ 235871 h 840941"/>
                <a:gd name="connsiteX112-42171" fmla="*/ 762036 w 3024845"/>
                <a:gd name="connsiteY112-42172" fmla="*/ 235871 h 840941"/>
                <a:gd name="connsiteX113-42173" fmla="*/ 762036 w 3024845"/>
                <a:gd name="connsiteY113-42174" fmla="*/ 283430 h 840941"/>
                <a:gd name="connsiteX114-42175" fmla="*/ 763049 w 3024845"/>
                <a:gd name="connsiteY114-42176" fmla="*/ 283430 h 840941"/>
                <a:gd name="connsiteX115-42177" fmla="*/ 770143 w 3024845"/>
                <a:gd name="connsiteY115-42178" fmla="*/ 283430 h 840941"/>
                <a:gd name="connsiteX116-42179" fmla="*/ 784330 w 3024845"/>
                <a:gd name="connsiteY116-42180" fmla="*/ 287754 h 840941"/>
                <a:gd name="connsiteX117-42181" fmla="*/ 784330 w 3024845"/>
                <a:gd name="connsiteY117-42182" fmla="*/ 326666 h 840941"/>
                <a:gd name="connsiteX118-42183" fmla="*/ 785343 w 3024845"/>
                <a:gd name="connsiteY118-42184" fmla="*/ 326666 h 840941"/>
                <a:gd name="connsiteX119-42185" fmla="*/ 792436 w 3024845"/>
                <a:gd name="connsiteY119-42186" fmla="*/ 326666 h 840941"/>
                <a:gd name="connsiteX120-42187" fmla="*/ 792436 w 3024845"/>
                <a:gd name="connsiteY120-42188" fmla="*/ 328287 h 840941"/>
                <a:gd name="connsiteX121-42189" fmla="*/ 792436 w 3024845"/>
                <a:gd name="connsiteY121-42190" fmla="*/ 339636 h 840941"/>
                <a:gd name="connsiteX122-42191" fmla="*/ 794463 w 3024845"/>
                <a:gd name="connsiteY122-42192" fmla="*/ 339636 h 840941"/>
                <a:gd name="connsiteX123-42193" fmla="*/ 808650 w 3024845"/>
                <a:gd name="connsiteY123-42194" fmla="*/ 339636 h 840941"/>
                <a:gd name="connsiteX124-42195" fmla="*/ 814730 w 3024845"/>
                <a:gd name="connsiteY124-42196" fmla="*/ 346122 h 840941"/>
                <a:gd name="connsiteX125-42197" fmla="*/ 814730 w 3024845"/>
                <a:gd name="connsiteY125-42198" fmla="*/ 367740 h 840941"/>
                <a:gd name="connsiteX126-42199" fmla="*/ 817010 w 3024845"/>
                <a:gd name="connsiteY126-42200" fmla="*/ 367740 h 840941"/>
                <a:gd name="connsiteX127-42201" fmla="*/ 832970 w 3024845"/>
                <a:gd name="connsiteY127-42202" fmla="*/ 367740 h 840941"/>
                <a:gd name="connsiteX128-42203" fmla="*/ 832970 w 3024845"/>
                <a:gd name="connsiteY128-42204" fmla="*/ 368820 h 840941"/>
                <a:gd name="connsiteX129-42205" fmla="*/ 832970 w 3024845"/>
                <a:gd name="connsiteY129-42206" fmla="*/ 376387 h 840941"/>
                <a:gd name="connsiteX130-42207" fmla="*/ 834237 w 3024845"/>
                <a:gd name="connsiteY130-42208" fmla="*/ 376387 h 840941"/>
                <a:gd name="connsiteX131-42209" fmla="*/ 843104 w 3024845"/>
                <a:gd name="connsiteY131-42210" fmla="*/ 376387 h 840941"/>
                <a:gd name="connsiteX132-42211" fmla="*/ 843104 w 3024845"/>
                <a:gd name="connsiteY132-42212" fmla="*/ 378548 h 840941"/>
                <a:gd name="connsiteX133-42213" fmla="*/ 843104 w 3024845"/>
                <a:gd name="connsiteY133-42214" fmla="*/ 393681 h 840941"/>
                <a:gd name="connsiteX134-42215" fmla="*/ 847157 w 3024845"/>
                <a:gd name="connsiteY134-42216" fmla="*/ 391789 h 840941"/>
                <a:gd name="connsiteX135-42217" fmla="*/ 847157 w 3024845"/>
                <a:gd name="connsiteY135-42218" fmla="*/ 378548 h 840941"/>
                <a:gd name="connsiteX136-42219" fmla="*/ 848170 w 3024845"/>
                <a:gd name="connsiteY136-42220" fmla="*/ 378548 h 840941"/>
                <a:gd name="connsiteX137-42221" fmla="*/ 855264 w 3024845"/>
                <a:gd name="connsiteY137-42222" fmla="*/ 378548 h 840941"/>
                <a:gd name="connsiteX138-42223" fmla="*/ 855264 w 3024845"/>
                <a:gd name="connsiteY138-42224" fmla="*/ 380170 h 840941"/>
                <a:gd name="connsiteX139-42225" fmla="*/ 855264 w 3024845"/>
                <a:gd name="connsiteY139-42226" fmla="*/ 391519 h 840941"/>
                <a:gd name="connsiteX140-42227" fmla="*/ 856024 w 3024845"/>
                <a:gd name="connsiteY140-42228" fmla="*/ 391519 h 840941"/>
                <a:gd name="connsiteX141-42229" fmla="*/ 861344 w 3024845"/>
                <a:gd name="connsiteY141-42230" fmla="*/ 391519 h 840941"/>
                <a:gd name="connsiteX142-42231" fmla="*/ 909984 w 3024845"/>
                <a:gd name="connsiteY142-42232" fmla="*/ 387196 h 840941"/>
                <a:gd name="connsiteX143-42233" fmla="*/ 909984 w 3024845"/>
                <a:gd name="connsiteY143-42234" fmla="*/ 388547 h 840941"/>
                <a:gd name="connsiteX144-42235" fmla="*/ 909984 w 3024845"/>
                <a:gd name="connsiteY144-42236" fmla="*/ 398004 h 840941"/>
                <a:gd name="connsiteX145-42237" fmla="*/ 910744 w 3024845"/>
                <a:gd name="connsiteY145-42238" fmla="*/ 398004 h 840941"/>
                <a:gd name="connsiteX146-42239" fmla="*/ 916065 w 3024845"/>
                <a:gd name="connsiteY146-42240" fmla="*/ 398004 h 840941"/>
                <a:gd name="connsiteX147-42241" fmla="*/ 916065 w 3024845"/>
                <a:gd name="connsiteY147-42242" fmla="*/ 400166 h 840941"/>
                <a:gd name="connsiteX148-42243" fmla="*/ 916065 w 3024845"/>
                <a:gd name="connsiteY148-42244" fmla="*/ 415299 h 840941"/>
                <a:gd name="connsiteX149-42245" fmla="*/ 918091 w 3024845"/>
                <a:gd name="connsiteY149-42246" fmla="*/ 413948 h 840941"/>
                <a:gd name="connsiteX150-42247" fmla="*/ 932278 w 3024845"/>
                <a:gd name="connsiteY150-42248" fmla="*/ 404490 h 840941"/>
                <a:gd name="connsiteX151-42249" fmla="*/ 938358 w 3024845"/>
                <a:gd name="connsiteY151-42250" fmla="*/ 363416 h 840941"/>
                <a:gd name="connsiteX152-42251" fmla="*/ 939118 w 3024845"/>
                <a:gd name="connsiteY152-42252" fmla="*/ 363146 h 840941"/>
                <a:gd name="connsiteX153-42253" fmla="*/ 944438 w 3024845"/>
                <a:gd name="connsiteY153-42254" fmla="*/ 361254 h 840941"/>
                <a:gd name="connsiteX154-42255" fmla="*/ 946465 w 3024845"/>
                <a:gd name="connsiteY154-42256" fmla="*/ 292077 h 840941"/>
                <a:gd name="connsiteX155-42257" fmla="*/ 948492 w 3024845"/>
                <a:gd name="connsiteY155-42258" fmla="*/ 361254 h 840941"/>
                <a:gd name="connsiteX156-42259" fmla="*/ 949252 w 3024845"/>
                <a:gd name="connsiteY156-42260" fmla="*/ 361524 h 840941"/>
                <a:gd name="connsiteX157-42261" fmla="*/ 954572 w 3024845"/>
                <a:gd name="connsiteY157-42262" fmla="*/ 363416 h 840941"/>
                <a:gd name="connsiteX158-42263" fmla="*/ 954572 w 3024845"/>
                <a:gd name="connsiteY158-42264" fmla="*/ 276945 h 840941"/>
                <a:gd name="connsiteX159-42265" fmla="*/ 958625 w 3024845"/>
                <a:gd name="connsiteY159-42266" fmla="*/ 244518 h 840941"/>
                <a:gd name="connsiteX160-42267" fmla="*/ 997132 w 3024845"/>
                <a:gd name="connsiteY160-42268" fmla="*/ 244518 h 840941"/>
                <a:gd name="connsiteX161-42269" fmla="*/ 997132 w 3024845"/>
                <a:gd name="connsiteY161-42270" fmla="*/ 276945 h 840941"/>
                <a:gd name="connsiteX162-42271" fmla="*/ 997892 w 3024845"/>
                <a:gd name="connsiteY162-42272" fmla="*/ 276945 h 840941"/>
                <a:gd name="connsiteX163-42273" fmla="*/ 1003212 w 3024845"/>
                <a:gd name="connsiteY163-42274" fmla="*/ 276945 h 840941"/>
                <a:gd name="connsiteX164-42275" fmla="*/ 1003212 w 3024845"/>
                <a:gd name="connsiteY164-42276" fmla="*/ 194797 h 840941"/>
                <a:gd name="connsiteX165-42277" fmla="*/ 1004986 w 3024845"/>
                <a:gd name="connsiteY165-42278" fmla="*/ 194797 h 840941"/>
                <a:gd name="connsiteX166-42279" fmla="*/ 1017399 w 3024845"/>
                <a:gd name="connsiteY166-42280" fmla="*/ 194797 h 840941"/>
                <a:gd name="connsiteX167-42281" fmla="*/ 1017399 w 3024845"/>
                <a:gd name="connsiteY167-42282" fmla="*/ 192906 h 840941"/>
                <a:gd name="connsiteX168-42283" fmla="*/ 1017399 w 3024845"/>
                <a:gd name="connsiteY168-42284" fmla="*/ 179665 h 840941"/>
                <a:gd name="connsiteX169-42285" fmla="*/ 1039693 w 3024845"/>
                <a:gd name="connsiteY169-42286" fmla="*/ 179665 h 840941"/>
                <a:gd name="connsiteX170-42287" fmla="*/ 1039693 w 3024845"/>
                <a:gd name="connsiteY170-42288" fmla="*/ 178584 h 840941"/>
                <a:gd name="connsiteX171-42289" fmla="*/ 1039693 w 3024845"/>
                <a:gd name="connsiteY171-42290" fmla="*/ 171018 h 840941"/>
                <a:gd name="connsiteX172-42291" fmla="*/ 1041466 w 3024845"/>
                <a:gd name="connsiteY172-42292" fmla="*/ 171018 h 840941"/>
                <a:gd name="connsiteX173-42293" fmla="*/ 1053880 w 3024845"/>
                <a:gd name="connsiteY173-42294" fmla="*/ 171018 h 840941"/>
                <a:gd name="connsiteX174-42295" fmla="*/ 1053880 w 3024845"/>
                <a:gd name="connsiteY174-42296" fmla="*/ 172099 h 840941"/>
                <a:gd name="connsiteX175-42297" fmla="*/ 1053880 w 3024845"/>
                <a:gd name="connsiteY175-42298" fmla="*/ 179665 h 840941"/>
                <a:gd name="connsiteX176-42299" fmla="*/ 1054640 w 3024845"/>
                <a:gd name="connsiteY176-42300" fmla="*/ 179665 h 840941"/>
                <a:gd name="connsiteX177-42301" fmla="*/ 1059960 w 3024845"/>
                <a:gd name="connsiteY177-42302" fmla="*/ 179665 h 840941"/>
                <a:gd name="connsiteX178-42303" fmla="*/ 1070093 w 3024845"/>
                <a:gd name="connsiteY178-42304" fmla="*/ 175341 h 840941"/>
                <a:gd name="connsiteX179-42305" fmla="*/ 1074146 w 3024845"/>
                <a:gd name="connsiteY179-42306" fmla="*/ 178584 h 840941"/>
                <a:gd name="connsiteX180-42307" fmla="*/ 1074146 w 3024845"/>
                <a:gd name="connsiteY180-42308" fmla="*/ 171018 h 840941"/>
                <a:gd name="connsiteX181-42309" fmla="*/ 1076426 w 3024845"/>
                <a:gd name="connsiteY181-42310" fmla="*/ 171018 h 840941"/>
                <a:gd name="connsiteX182-42311" fmla="*/ 1092387 w 3024845"/>
                <a:gd name="connsiteY182-42312" fmla="*/ 171018 h 840941"/>
                <a:gd name="connsiteX183-42313" fmla="*/ 1092387 w 3024845"/>
                <a:gd name="connsiteY183-42314" fmla="*/ 172099 h 840941"/>
                <a:gd name="connsiteX184-42315" fmla="*/ 1092387 w 3024845"/>
                <a:gd name="connsiteY184-42316" fmla="*/ 179665 h 840941"/>
                <a:gd name="connsiteX185-42317" fmla="*/ 1122787 w 3024845"/>
                <a:gd name="connsiteY185-42318" fmla="*/ 179665 h 840941"/>
                <a:gd name="connsiteX186-42319" fmla="*/ 1122787 w 3024845"/>
                <a:gd name="connsiteY186-42320" fmla="*/ 181286 h 840941"/>
                <a:gd name="connsiteX187-42321" fmla="*/ 1122787 w 3024845"/>
                <a:gd name="connsiteY187-42322" fmla="*/ 192636 h 840941"/>
                <a:gd name="connsiteX188-42323" fmla="*/ 1149134 w 3024845"/>
                <a:gd name="connsiteY188-42324" fmla="*/ 192636 h 840941"/>
                <a:gd name="connsiteX189-42325" fmla="*/ 1149134 w 3024845"/>
                <a:gd name="connsiteY189-42326" fmla="*/ 222900 h 840941"/>
                <a:gd name="connsiteX190-42327" fmla="*/ 1149894 w 3024845"/>
                <a:gd name="connsiteY190-42328" fmla="*/ 222900 h 840941"/>
                <a:gd name="connsiteX191-42329" fmla="*/ 1155214 w 3024845"/>
                <a:gd name="connsiteY191-42330" fmla="*/ 222900 h 840941"/>
                <a:gd name="connsiteX192-42331" fmla="*/ 1155214 w 3024845"/>
                <a:gd name="connsiteY192-42332" fmla="*/ 223981 h 840941"/>
                <a:gd name="connsiteX193-42333" fmla="*/ 1155214 w 3024845"/>
                <a:gd name="connsiteY193-42334" fmla="*/ 231548 h 840941"/>
                <a:gd name="connsiteX194-42335" fmla="*/ 1159268 w 3024845"/>
                <a:gd name="connsiteY194-42336" fmla="*/ 261812 h 840941"/>
                <a:gd name="connsiteX195-42337" fmla="*/ 1160028 w 3024845"/>
                <a:gd name="connsiteY195-42338" fmla="*/ 261812 h 840941"/>
                <a:gd name="connsiteX196-42339" fmla="*/ 1165348 w 3024845"/>
                <a:gd name="connsiteY196-42340" fmla="*/ 261812 h 840941"/>
                <a:gd name="connsiteX197-42341" fmla="*/ 1165348 w 3024845"/>
                <a:gd name="connsiteY197-42342" fmla="*/ 262623 h 840941"/>
                <a:gd name="connsiteX198-42343" fmla="*/ 1165348 w 3024845"/>
                <a:gd name="connsiteY198-42344" fmla="*/ 268298 h 840941"/>
                <a:gd name="connsiteX199-42345" fmla="*/ 1166361 w 3024845"/>
                <a:gd name="connsiteY199-42346" fmla="*/ 268298 h 840941"/>
                <a:gd name="connsiteX200-42347" fmla="*/ 1173454 w 3024845"/>
                <a:gd name="connsiteY200-42348" fmla="*/ 268298 h 840941"/>
                <a:gd name="connsiteX201-42349" fmla="*/ 1173454 w 3024845"/>
                <a:gd name="connsiteY201-42350" fmla="*/ 298563 h 840941"/>
                <a:gd name="connsiteX202-42351" fmla="*/ 1175481 w 3024845"/>
                <a:gd name="connsiteY202-42352" fmla="*/ 298563 h 840941"/>
                <a:gd name="connsiteX203-42353" fmla="*/ 1189668 w 3024845"/>
                <a:gd name="connsiteY203-42354" fmla="*/ 298563 h 840941"/>
                <a:gd name="connsiteX204-42355" fmla="*/ 1189668 w 3024845"/>
                <a:gd name="connsiteY204-42356" fmla="*/ 322342 h 840941"/>
                <a:gd name="connsiteX205-42357" fmla="*/ 1191695 w 3024845"/>
                <a:gd name="connsiteY205-42358" fmla="*/ 323963 h 840941"/>
                <a:gd name="connsiteX206-42359" fmla="*/ 1191695 w 3024845"/>
                <a:gd name="connsiteY206-42360" fmla="*/ 335313 h 840941"/>
                <a:gd name="connsiteX207-42361" fmla="*/ 1192455 w 3024845"/>
                <a:gd name="connsiteY207-42362" fmla="*/ 335313 h 840941"/>
                <a:gd name="connsiteX208-42363" fmla="*/ 1197775 w 3024845"/>
                <a:gd name="connsiteY208-42364" fmla="*/ 335313 h 840941"/>
                <a:gd name="connsiteX209-42365" fmla="*/ 1197775 w 3024845"/>
                <a:gd name="connsiteY209-42366" fmla="*/ 359092 h 840941"/>
                <a:gd name="connsiteX210-42367" fmla="*/ 1199041 w 3024845"/>
                <a:gd name="connsiteY210-42368" fmla="*/ 359092 h 840941"/>
                <a:gd name="connsiteX211-42369" fmla="*/ 1207908 w 3024845"/>
                <a:gd name="connsiteY211-42370" fmla="*/ 359092 h 840941"/>
                <a:gd name="connsiteX212-42371" fmla="*/ 1209935 w 3024845"/>
                <a:gd name="connsiteY212-42372" fmla="*/ 363146 h 840941"/>
                <a:gd name="connsiteX213-42373" fmla="*/ 1209935 w 3024845"/>
                <a:gd name="connsiteY213-42374" fmla="*/ 376387 h 840941"/>
                <a:gd name="connsiteX214-42375" fmla="*/ 1211455 w 3024845"/>
                <a:gd name="connsiteY214-42376" fmla="*/ 374495 h 840941"/>
                <a:gd name="connsiteX215-42377" fmla="*/ 1222095 w 3024845"/>
                <a:gd name="connsiteY215-42378" fmla="*/ 361254 h 840941"/>
                <a:gd name="connsiteX216-42379" fmla="*/ 1250469 w 3024845"/>
                <a:gd name="connsiteY216-42380" fmla="*/ 361254 h 840941"/>
                <a:gd name="connsiteX217-42381" fmla="*/ 1250469 w 3024845"/>
                <a:gd name="connsiteY217-42382" fmla="*/ 447725 h 840941"/>
                <a:gd name="connsiteX218-42383" fmla="*/ 1251229 w 3024845"/>
                <a:gd name="connsiteY218-42384" fmla="*/ 447725 h 840941"/>
                <a:gd name="connsiteX219-42385" fmla="*/ 1256549 w 3024845"/>
                <a:gd name="connsiteY219-42386" fmla="*/ 447725 h 840941"/>
                <a:gd name="connsiteX220-42387" fmla="*/ 1257309 w 3024845"/>
                <a:gd name="connsiteY220-42388" fmla="*/ 446374 h 840941"/>
                <a:gd name="connsiteX221-42389" fmla="*/ 1262629 w 3024845"/>
                <a:gd name="connsiteY221-42390" fmla="*/ 436916 h 840941"/>
                <a:gd name="connsiteX222-42391" fmla="*/ 1262629 w 3024845"/>
                <a:gd name="connsiteY222-42392" fmla="*/ 438808 h 840941"/>
                <a:gd name="connsiteX223-42393" fmla="*/ 1262629 w 3024845"/>
                <a:gd name="connsiteY223-42394" fmla="*/ 452049 h 840941"/>
                <a:gd name="connsiteX224-42395" fmla="*/ 1266682 w 3024845"/>
                <a:gd name="connsiteY224-42396" fmla="*/ 406652 h 840941"/>
                <a:gd name="connsiteX225-42397" fmla="*/ 1267442 w 3024845"/>
                <a:gd name="connsiteY225-42398" fmla="*/ 406652 h 840941"/>
                <a:gd name="connsiteX226-42399" fmla="*/ 1272762 w 3024845"/>
                <a:gd name="connsiteY226-42400" fmla="*/ 406652 h 840941"/>
                <a:gd name="connsiteX227-42401" fmla="*/ 1272762 w 3024845"/>
                <a:gd name="connsiteY227-42402" fmla="*/ 341798 h 840941"/>
                <a:gd name="connsiteX228-42403" fmla="*/ 1273776 w 3024845"/>
                <a:gd name="connsiteY228-42404" fmla="*/ 341798 h 840941"/>
                <a:gd name="connsiteX229-42405" fmla="*/ 1280869 w 3024845"/>
                <a:gd name="connsiteY229-42406" fmla="*/ 341798 h 840941"/>
                <a:gd name="connsiteX230-42407" fmla="*/ 1293029 w 3024845"/>
                <a:gd name="connsiteY230-42408" fmla="*/ 298563 h 840941"/>
                <a:gd name="connsiteX231-42409" fmla="*/ 1294296 w 3024845"/>
                <a:gd name="connsiteY231-42410" fmla="*/ 298563 h 840941"/>
                <a:gd name="connsiteX232-42411" fmla="*/ 1303163 w 3024845"/>
                <a:gd name="connsiteY232-42412" fmla="*/ 298563 h 840941"/>
                <a:gd name="connsiteX233-42413" fmla="*/ 1313296 w 3024845"/>
                <a:gd name="connsiteY233-42414" fmla="*/ 341798 h 840941"/>
                <a:gd name="connsiteX234-42415" fmla="*/ 1314309 w 3024845"/>
                <a:gd name="connsiteY234-42416" fmla="*/ 341798 h 840941"/>
                <a:gd name="connsiteX235-42417" fmla="*/ 1321403 w 3024845"/>
                <a:gd name="connsiteY235-42418" fmla="*/ 341798 h 840941"/>
                <a:gd name="connsiteX236-42419" fmla="*/ 1321403 w 3024845"/>
                <a:gd name="connsiteY236-42420" fmla="*/ 380710 h 840941"/>
                <a:gd name="connsiteX237-42421" fmla="*/ 1323176 w 3024845"/>
                <a:gd name="connsiteY237-42422" fmla="*/ 380710 h 840941"/>
                <a:gd name="connsiteX238-42423" fmla="*/ 1335590 w 3024845"/>
                <a:gd name="connsiteY238-42424" fmla="*/ 380710 h 840941"/>
                <a:gd name="connsiteX239-42425" fmla="*/ 1335590 w 3024845"/>
                <a:gd name="connsiteY239-42426" fmla="*/ 382872 h 840941"/>
                <a:gd name="connsiteX240-42427" fmla="*/ 1335590 w 3024845"/>
                <a:gd name="connsiteY240-42428" fmla="*/ 398004 h 840941"/>
                <a:gd name="connsiteX241-42429" fmla="*/ 1339643 w 3024845"/>
                <a:gd name="connsiteY241-42430" fmla="*/ 395843 h 840941"/>
                <a:gd name="connsiteX242-42431" fmla="*/ 1339643 w 3024845"/>
                <a:gd name="connsiteY242-42432" fmla="*/ 380710 h 840941"/>
                <a:gd name="connsiteX243-42433" fmla="*/ 1341163 w 3024845"/>
                <a:gd name="connsiteY243-42434" fmla="*/ 380710 h 840941"/>
                <a:gd name="connsiteX244-42435" fmla="*/ 1351803 w 3024845"/>
                <a:gd name="connsiteY244-42436" fmla="*/ 380710 h 840941"/>
                <a:gd name="connsiteX245-42437" fmla="*/ 1351803 w 3024845"/>
                <a:gd name="connsiteY245-42438" fmla="*/ 382331 h 840941"/>
                <a:gd name="connsiteX246-42439" fmla="*/ 1351803 w 3024845"/>
                <a:gd name="connsiteY246-42440" fmla="*/ 393681 h 840941"/>
                <a:gd name="connsiteX247-42441" fmla="*/ 1382204 w 3024845"/>
                <a:gd name="connsiteY247-42442" fmla="*/ 393681 h 840941"/>
                <a:gd name="connsiteX248-42443" fmla="*/ 1382204 w 3024845"/>
                <a:gd name="connsiteY248-42444" fmla="*/ 356931 h 840941"/>
                <a:gd name="connsiteX249-42445" fmla="*/ 1383470 w 3024845"/>
                <a:gd name="connsiteY249-42446" fmla="*/ 356931 h 840941"/>
                <a:gd name="connsiteX250-42447" fmla="*/ 1392337 w 3024845"/>
                <a:gd name="connsiteY250-42448" fmla="*/ 356931 h 840941"/>
                <a:gd name="connsiteX251-42449" fmla="*/ 1392337 w 3024845"/>
                <a:gd name="connsiteY251-42450" fmla="*/ 378548 h 840941"/>
                <a:gd name="connsiteX252-42451" fmla="*/ 1394364 w 3024845"/>
                <a:gd name="connsiteY252-42452" fmla="*/ 346122 h 840941"/>
                <a:gd name="connsiteX253-42453" fmla="*/ 1416657 w 3024845"/>
                <a:gd name="connsiteY253-42454" fmla="*/ 346122 h 840941"/>
                <a:gd name="connsiteX254-42455" fmla="*/ 1416657 w 3024845"/>
                <a:gd name="connsiteY254-42456" fmla="*/ 344500 h 840941"/>
                <a:gd name="connsiteX255-42457" fmla="*/ 1416657 w 3024845"/>
                <a:gd name="connsiteY255-42458" fmla="*/ 333151 h 840941"/>
                <a:gd name="connsiteX256-42459" fmla="*/ 1417417 w 3024845"/>
                <a:gd name="connsiteY256-42460" fmla="*/ 333151 h 840941"/>
                <a:gd name="connsiteX257-42461" fmla="*/ 1422737 w 3024845"/>
                <a:gd name="connsiteY257-42462" fmla="*/ 333151 h 840941"/>
                <a:gd name="connsiteX258-42463" fmla="*/ 1422737 w 3024845"/>
                <a:gd name="connsiteY258-42464" fmla="*/ 331260 h 840941"/>
                <a:gd name="connsiteX259-42465" fmla="*/ 1422737 w 3024845"/>
                <a:gd name="connsiteY259-42466" fmla="*/ 318019 h 840941"/>
                <a:gd name="connsiteX260-42467" fmla="*/ 1426791 w 3024845"/>
                <a:gd name="connsiteY260-42468" fmla="*/ 324504 h 840941"/>
                <a:gd name="connsiteX261-42469" fmla="*/ 1429071 w 3024845"/>
                <a:gd name="connsiteY261-42470" fmla="*/ 324504 h 840941"/>
                <a:gd name="connsiteX262-42471" fmla="*/ 1445031 w 3024845"/>
                <a:gd name="connsiteY262-42472" fmla="*/ 324504 h 840941"/>
                <a:gd name="connsiteX263-42473" fmla="*/ 1445031 w 3024845"/>
                <a:gd name="connsiteY263-42474" fmla="*/ 323693 h 840941"/>
                <a:gd name="connsiteX264-42475" fmla="*/ 1445031 w 3024845"/>
                <a:gd name="connsiteY264-42476" fmla="*/ 318019 h 840941"/>
                <a:gd name="connsiteX265-42477" fmla="*/ 1445791 w 3024845"/>
                <a:gd name="connsiteY265-42478" fmla="*/ 318019 h 840941"/>
                <a:gd name="connsiteX266-42479" fmla="*/ 1451111 w 3024845"/>
                <a:gd name="connsiteY266-42480" fmla="*/ 318019 h 840941"/>
                <a:gd name="connsiteX267-42481" fmla="*/ 1451111 w 3024845"/>
                <a:gd name="connsiteY267-42482" fmla="*/ 319370 h 840941"/>
                <a:gd name="connsiteX268-42483" fmla="*/ 1451111 w 3024845"/>
                <a:gd name="connsiteY268-42484" fmla="*/ 328828 h 840941"/>
                <a:gd name="connsiteX269-42485" fmla="*/ 1489618 w 3024845"/>
                <a:gd name="connsiteY269-42486" fmla="*/ 328828 h 840941"/>
                <a:gd name="connsiteX270-42487" fmla="*/ 1489618 w 3024845"/>
                <a:gd name="connsiteY270-42488" fmla="*/ 467181 h 840941"/>
                <a:gd name="connsiteX271-42489" fmla="*/ 1491138 w 3024845"/>
                <a:gd name="connsiteY271-42490" fmla="*/ 467181 h 840941"/>
                <a:gd name="connsiteX272-42491" fmla="*/ 1501778 w 3024845"/>
                <a:gd name="connsiteY272-42492" fmla="*/ 467181 h 840941"/>
                <a:gd name="connsiteX273-42493" fmla="*/ 1501778 w 3024845"/>
                <a:gd name="connsiteY273-42494" fmla="*/ 454211 h 840941"/>
                <a:gd name="connsiteX274-42495" fmla="*/ 1505832 w 3024845"/>
                <a:gd name="connsiteY274-42496" fmla="*/ 454211 h 840941"/>
                <a:gd name="connsiteX275-42497" fmla="*/ 1505832 w 3024845"/>
                <a:gd name="connsiteY275-42498" fmla="*/ 467181 h 840941"/>
                <a:gd name="connsiteX276-42499" fmla="*/ 1536232 w 3024845"/>
                <a:gd name="connsiteY276-42500" fmla="*/ 467181 h 840941"/>
                <a:gd name="connsiteX277-42501" fmla="*/ 1536232 w 3024845"/>
                <a:gd name="connsiteY277-42502" fmla="*/ 436916 h 840941"/>
                <a:gd name="connsiteX278-42503" fmla="*/ 1548392 w 3024845"/>
                <a:gd name="connsiteY278-42504" fmla="*/ 436916 h 840941"/>
                <a:gd name="connsiteX279-42505" fmla="*/ 1560552 w 3024845"/>
                <a:gd name="connsiteY279-42506" fmla="*/ 434755 h 840941"/>
                <a:gd name="connsiteX280-42507" fmla="*/ 1564606 w 3024845"/>
                <a:gd name="connsiteY280-42508" fmla="*/ 436916 h 840941"/>
                <a:gd name="connsiteX281-42509" fmla="*/ 1574739 w 3024845"/>
                <a:gd name="connsiteY281-42510" fmla="*/ 436916 h 840941"/>
                <a:gd name="connsiteX282-42511" fmla="*/ 1574739 w 3024845"/>
                <a:gd name="connsiteY282-42512" fmla="*/ 467181 h 840941"/>
                <a:gd name="connsiteX283-42513" fmla="*/ 1582846 w 3024845"/>
                <a:gd name="connsiteY283-42514" fmla="*/ 467181 h 840941"/>
                <a:gd name="connsiteX284-42515" fmla="*/ 1582846 w 3024845"/>
                <a:gd name="connsiteY284-42516" fmla="*/ 484476 h 840941"/>
                <a:gd name="connsiteX285-42517" fmla="*/ 1592182 w 3024845"/>
                <a:gd name="connsiteY285-42518" fmla="*/ 485381 h 840941"/>
                <a:gd name="connsiteX286-42519" fmla="*/ 1605140 w 3024845"/>
                <a:gd name="connsiteY286-42520" fmla="*/ 485381 h 840941"/>
                <a:gd name="connsiteX287-42521" fmla="*/ 1605140 w 3024845"/>
                <a:gd name="connsiteY287-42522" fmla="*/ 469343 h 840941"/>
                <a:gd name="connsiteX288-42523" fmla="*/ 1673096 w 3024845"/>
                <a:gd name="connsiteY288-42524" fmla="*/ 469343 h 840941"/>
                <a:gd name="connsiteX289-42525" fmla="*/ 1673096 w 3024845"/>
                <a:gd name="connsiteY289-42526" fmla="*/ 384090 h 840941"/>
                <a:gd name="connsiteX290-42527" fmla="*/ 1745104 w 3024845"/>
                <a:gd name="connsiteY290-42528" fmla="*/ 384090 h 840941"/>
                <a:gd name="connsiteX291-42529" fmla="*/ 1745104 w 3024845"/>
                <a:gd name="connsiteY291-42530" fmla="*/ 462858 h 840941"/>
                <a:gd name="connsiteX292-42531" fmla="*/ 1747008 w 3024845"/>
                <a:gd name="connsiteY292-42532" fmla="*/ 462858 h 840941"/>
                <a:gd name="connsiteX293-42533" fmla="*/ 1748250 w 3024845"/>
                <a:gd name="connsiteY293-42534" fmla="*/ 485381 h 840941"/>
                <a:gd name="connsiteX294-42535" fmla="*/ 1757926 w 3024845"/>
                <a:gd name="connsiteY294-42536" fmla="*/ 485381 h 840941"/>
                <a:gd name="connsiteX295-42537" fmla="*/ 1759168 w 3024845"/>
                <a:gd name="connsiteY295-42538" fmla="*/ 462858 h 840941"/>
                <a:gd name="connsiteX296-42539" fmla="*/ 1765248 w 3024845"/>
                <a:gd name="connsiteY296-42540" fmla="*/ 462858 h 840941"/>
                <a:gd name="connsiteX297-42541" fmla="*/ 1766490 w 3024845"/>
                <a:gd name="connsiteY297-42542" fmla="*/ 485381 h 840941"/>
                <a:gd name="connsiteX298-42543" fmla="*/ 1817112 w 3024845"/>
                <a:gd name="connsiteY298-42544" fmla="*/ 485381 h 840941"/>
                <a:gd name="connsiteX299-42545" fmla="*/ 1817112 w 3024845"/>
                <a:gd name="connsiteY299-42546" fmla="*/ 322353 h 840941"/>
                <a:gd name="connsiteX300-42547" fmla="*/ 2014439 w 3024845"/>
                <a:gd name="connsiteY300-42548" fmla="*/ 322353 h 840941"/>
                <a:gd name="connsiteX301-42549" fmla="*/ 2014439 w 3024845"/>
                <a:gd name="connsiteY301-42550" fmla="*/ 485381 h 840941"/>
                <a:gd name="connsiteX302-42551" fmla="*/ 2033136 w 3024845"/>
                <a:gd name="connsiteY302-42552" fmla="*/ 485381 h 840941"/>
                <a:gd name="connsiteX303-42553" fmla="*/ 2033136 w 3024845"/>
                <a:gd name="connsiteY303-42554" fmla="*/ 402688 h 840941"/>
                <a:gd name="connsiteX304-42555" fmla="*/ 2128256 w 3024845"/>
                <a:gd name="connsiteY304-42556" fmla="*/ 402688 h 840941"/>
                <a:gd name="connsiteX305-42557" fmla="*/ 2180720 w 3024845"/>
                <a:gd name="connsiteY305-42558" fmla="*/ 337475 h 840941"/>
                <a:gd name="connsiteX306-42559" fmla="*/ 2245574 w 3024845"/>
                <a:gd name="connsiteY306-42560" fmla="*/ 337475 h 840941"/>
                <a:gd name="connsiteX307-42561" fmla="*/ 2245574 w 3024845"/>
                <a:gd name="connsiteY307-42562" fmla="*/ 413137 h 840941"/>
                <a:gd name="connsiteX308-42563" fmla="*/ 2253681 w 3024845"/>
                <a:gd name="connsiteY308-42564" fmla="*/ 413137 h 840941"/>
                <a:gd name="connsiteX309-42565" fmla="*/ 2255708 w 3024845"/>
                <a:gd name="connsiteY309-42566" fmla="*/ 406652 h 840941"/>
                <a:gd name="connsiteX310-42567" fmla="*/ 2261788 w 3024845"/>
                <a:gd name="connsiteY310-42568" fmla="*/ 406652 h 840941"/>
                <a:gd name="connsiteX311-42569" fmla="*/ 2263815 w 3024845"/>
                <a:gd name="connsiteY311-42570" fmla="*/ 415299 h 840941"/>
                <a:gd name="connsiteX312-42571" fmla="*/ 2275975 w 3024845"/>
                <a:gd name="connsiteY312-42572" fmla="*/ 415299 h 840941"/>
                <a:gd name="connsiteX313-42573" fmla="*/ 2275975 w 3024845"/>
                <a:gd name="connsiteY313-42574" fmla="*/ 408813 h 840941"/>
                <a:gd name="connsiteX314-42575" fmla="*/ 2298268 w 3024845"/>
                <a:gd name="connsiteY314-42576" fmla="*/ 408813 h 840941"/>
                <a:gd name="connsiteX315-42577" fmla="*/ 2298268 w 3024845"/>
                <a:gd name="connsiteY315-42578" fmla="*/ 415299 h 840941"/>
                <a:gd name="connsiteX316-42579" fmla="*/ 2318535 w 3024845"/>
                <a:gd name="connsiteY316-42580" fmla="*/ 415299 h 840941"/>
                <a:gd name="connsiteX317-42581" fmla="*/ 2318535 w 3024845"/>
                <a:gd name="connsiteY317-42582" fmla="*/ 460696 h 840941"/>
                <a:gd name="connsiteX318-42583" fmla="*/ 2332722 w 3024845"/>
                <a:gd name="connsiteY318-42584" fmla="*/ 460696 h 840941"/>
                <a:gd name="connsiteX319-42585" fmla="*/ 2332722 w 3024845"/>
                <a:gd name="connsiteY319-42586" fmla="*/ 447725 h 840941"/>
                <a:gd name="connsiteX320-42587" fmla="*/ 2348936 w 3024845"/>
                <a:gd name="connsiteY320-42588" fmla="*/ 447725 h 840941"/>
                <a:gd name="connsiteX321-42589" fmla="*/ 2348936 w 3024845"/>
                <a:gd name="connsiteY321-42590" fmla="*/ 268298 h 840941"/>
                <a:gd name="connsiteX322-42591" fmla="*/ 2355016 w 3024845"/>
                <a:gd name="connsiteY322-42592" fmla="*/ 261812 h 840941"/>
                <a:gd name="connsiteX323-42593" fmla="*/ 2427977 w 3024845"/>
                <a:gd name="connsiteY323-42594" fmla="*/ 261812 h 840941"/>
                <a:gd name="connsiteX324-42595" fmla="*/ 2427977 w 3024845"/>
                <a:gd name="connsiteY324-42596" fmla="*/ 270460 h 840941"/>
                <a:gd name="connsiteX325-42597" fmla="*/ 2438110 w 3024845"/>
                <a:gd name="connsiteY325-42598" fmla="*/ 270460 h 840941"/>
                <a:gd name="connsiteX326-42599" fmla="*/ 2438110 w 3024845"/>
                <a:gd name="connsiteY326-42600" fmla="*/ 385034 h 840941"/>
                <a:gd name="connsiteX327-42601" fmla="*/ 2460404 w 3024845"/>
                <a:gd name="connsiteY327-42602" fmla="*/ 385034 h 840941"/>
                <a:gd name="connsiteX328-42603" fmla="*/ 2460404 w 3024845"/>
                <a:gd name="connsiteY328-42604" fmla="*/ 318019 h 840941"/>
                <a:gd name="connsiteX329-42605" fmla="*/ 2486751 w 3024845"/>
                <a:gd name="connsiteY329-42606" fmla="*/ 318019 h 840941"/>
                <a:gd name="connsiteX330-42607" fmla="*/ 2490804 w 3024845"/>
                <a:gd name="connsiteY330-42608" fmla="*/ 313695 h 840941"/>
                <a:gd name="connsiteX331-42609" fmla="*/ 2498911 w 3024845"/>
                <a:gd name="connsiteY331-42610" fmla="*/ 313695 h 840941"/>
                <a:gd name="connsiteX332-42611" fmla="*/ 2502964 w 3024845"/>
                <a:gd name="connsiteY332-42612" fmla="*/ 318019 h 840941"/>
                <a:gd name="connsiteX333-42613" fmla="*/ 2525258 w 3024845"/>
                <a:gd name="connsiteY333-42614" fmla="*/ 318019 h 840941"/>
                <a:gd name="connsiteX334-42615" fmla="*/ 2525258 w 3024845"/>
                <a:gd name="connsiteY334-42616" fmla="*/ 201283 h 840941"/>
                <a:gd name="connsiteX335-42617" fmla="*/ 2582005 w 3024845"/>
                <a:gd name="connsiteY335-42618" fmla="*/ 190474 h 840941"/>
                <a:gd name="connsiteX336-42619" fmla="*/ 2582005 w 3024845"/>
                <a:gd name="connsiteY336-42620" fmla="*/ 191555 h 840941"/>
                <a:gd name="connsiteX337-42621" fmla="*/ 2582005 w 3024845"/>
                <a:gd name="connsiteY337-42622" fmla="*/ 199121 h 840941"/>
                <a:gd name="connsiteX338-42623" fmla="*/ 2608352 w 3024845"/>
                <a:gd name="connsiteY338-42624" fmla="*/ 199121 h 840941"/>
                <a:gd name="connsiteX339-42625" fmla="*/ 2608352 w 3024845"/>
                <a:gd name="connsiteY339-42626" fmla="*/ 454211 h 840941"/>
                <a:gd name="connsiteX340-42627" fmla="*/ 2630646 w 3024845"/>
                <a:gd name="connsiteY340-42628" fmla="*/ 454211 h 840941"/>
                <a:gd name="connsiteX341-42629" fmla="*/ 2630646 w 3024845"/>
                <a:gd name="connsiteY341-42630" fmla="*/ 449887 h 840941"/>
                <a:gd name="connsiteX342-42631" fmla="*/ 2642806 w 3024845"/>
                <a:gd name="connsiteY342-42632" fmla="*/ 449887 h 840941"/>
                <a:gd name="connsiteX343-42633" fmla="*/ 2642806 w 3024845"/>
                <a:gd name="connsiteY343-42634" fmla="*/ 454211 h 840941"/>
                <a:gd name="connsiteX344-42635" fmla="*/ 2667126 w 3024845"/>
                <a:gd name="connsiteY344-42636" fmla="*/ 454211 h 840941"/>
                <a:gd name="connsiteX345-42637" fmla="*/ 2667126 w 3024845"/>
                <a:gd name="connsiteY345-42638" fmla="*/ 441240 h 840941"/>
                <a:gd name="connsiteX346-42639" fmla="*/ 2695500 w 3024845"/>
                <a:gd name="connsiteY346-42640" fmla="*/ 441240 h 840941"/>
                <a:gd name="connsiteX347-42641" fmla="*/ 2707660 w 3024845"/>
                <a:gd name="connsiteY347-42642" fmla="*/ 436916 h 840941"/>
                <a:gd name="connsiteX348-42643" fmla="*/ 2727927 w 3024845"/>
                <a:gd name="connsiteY348-42644" fmla="*/ 441240 h 840941"/>
                <a:gd name="connsiteX349-42645" fmla="*/ 2727927 w 3024845"/>
                <a:gd name="connsiteY349-42646" fmla="*/ 423946 h 840941"/>
                <a:gd name="connsiteX350-42647" fmla="*/ 2736034 w 3024845"/>
                <a:gd name="connsiteY350-42648" fmla="*/ 423946 h 840941"/>
                <a:gd name="connsiteX351-42649" fmla="*/ 2736034 w 3024845"/>
                <a:gd name="connsiteY351-42650" fmla="*/ 410975 h 840941"/>
                <a:gd name="connsiteX352-42651" fmla="*/ 2792781 w 3024845"/>
                <a:gd name="connsiteY352-42652" fmla="*/ 410975 h 840941"/>
                <a:gd name="connsiteX353-42653" fmla="*/ 2792781 w 3024845"/>
                <a:gd name="connsiteY353-42654" fmla="*/ 380710 h 840941"/>
                <a:gd name="connsiteX354-42655" fmla="*/ 2811021 w 3024845"/>
                <a:gd name="connsiteY354-42656" fmla="*/ 380710 h 840941"/>
                <a:gd name="connsiteX355-42657" fmla="*/ 2811021 w 3024845"/>
                <a:gd name="connsiteY355-42658" fmla="*/ 374225 h 840941"/>
                <a:gd name="connsiteX356-42659" fmla="*/ 2823181 w 3024845"/>
                <a:gd name="connsiteY356-42660" fmla="*/ 374225 h 840941"/>
                <a:gd name="connsiteX357-42661" fmla="*/ 2823181 w 3024845"/>
                <a:gd name="connsiteY357-42662" fmla="*/ 380710 h 840941"/>
                <a:gd name="connsiteX358-42663" fmla="*/ 2839395 w 3024845"/>
                <a:gd name="connsiteY358-42664" fmla="*/ 380710 h 840941"/>
                <a:gd name="connsiteX359-42665" fmla="*/ 2839395 w 3024845"/>
                <a:gd name="connsiteY359-42666" fmla="*/ 430431 h 840941"/>
                <a:gd name="connsiteX360-42667" fmla="*/ 2871822 w 3024845"/>
                <a:gd name="connsiteY360-42668" fmla="*/ 430431 h 840941"/>
                <a:gd name="connsiteX361-42669" fmla="*/ 2871822 w 3024845"/>
                <a:gd name="connsiteY361-42670" fmla="*/ 404490 h 840941"/>
                <a:gd name="connsiteX362-42671" fmla="*/ 2910329 w 3024845"/>
                <a:gd name="connsiteY362-42672" fmla="*/ 404490 h 840941"/>
                <a:gd name="connsiteX363-42673" fmla="*/ 2910329 w 3024845"/>
                <a:gd name="connsiteY363-42674" fmla="*/ 374225 h 840941"/>
                <a:gd name="connsiteX364-42675" fmla="*/ 2958970 w 3024845"/>
                <a:gd name="connsiteY364-42676" fmla="*/ 374225 h 840941"/>
                <a:gd name="connsiteX365-42677" fmla="*/ 2958970 w 3024845"/>
                <a:gd name="connsiteY365-42678" fmla="*/ 485381 h 840941"/>
                <a:gd name="connsiteX366-42679" fmla="*/ 2958970 w 3024845"/>
                <a:gd name="connsiteY366-42680" fmla="*/ 499160 h 840941"/>
                <a:gd name="connsiteX367-42681" fmla="*/ 3024845 w 3024845"/>
                <a:gd name="connsiteY367-42682" fmla="*/ 499160 h 840941"/>
                <a:gd name="connsiteX368-42683" fmla="*/ 3024845 w 3024845"/>
                <a:gd name="connsiteY368-42684" fmla="*/ 840941 h 840941"/>
                <a:gd name="connsiteX369-42685" fmla="*/ 2054 w 3024845"/>
                <a:gd name="connsiteY369-42686" fmla="*/ 838608 h 840941"/>
                <a:gd name="connsiteX370-42687" fmla="*/ 0 w 3024845"/>
                <a:gd name="connsiteY370-42688" fmla="*/ 404490 h 840941"/>
                <a:gd name="connsiteX371-42689" fmla="*/ 20267 w 3024845"/>
                <a:gd name="connsiteY371-42690" fmla="*/ 404490 h 840941"/>
                <a:gd name="connsiteX372-42691" fmla="*/ 20774 w 3024845"/>
                <a:gd name="connsiteY372-42692" fmla="*/ 403409 h 840941"/>
                <a:gd name="connsiteX373-42693" fmla="*/ 24320 w 3024845"/>
                <a:gd name="connsiteY373-42694" fmla="*/ 395843 h 840941"/>
                <a:gd name="connsiteX374-42695" fmla="*/ 26094 w 3024845"/>
                <a:gd name="connsiteY374-42696" fmla="*/ 396113 h 840941"/>
                <a:gd name="connsiteX375-42697" fmla="*/ 38507 w 3024845"/>
                <a:gd name="connsiteY375-42698" fmla="*/ 398004 h 840941"/>
                <a:gd name="connsiteX376-42699" fmla="*/ 39014 w 3024845"/>
                <a:gd name="connsiteY376-42700" fmla="*/ 399356 h 840941"/>
                <a:gd name="connsiteX377-42701" fmla="*/ 42560 w 3024845"/>
                <a:gd name="connsiteY377-42702" fmla="*/ 408813 h 840941"/>
                <a:gd name="connsiteX378-42703" fmla="*/ 68907 w 3024845"/>
                <a:gd name="connsiteY378-42704" fmla="*/ 410975 h 840941"/>
                <a:gd name="connsiteX379-42705" fmla="*/ 68907 w 3024845"/>
                <a:gd name="connsiteY379-42706" fmla="*/ 287754 h 840941"/>
                <a:gd name="connsiteX380-42707" fmla="*/ 70934 w 3024845"/>
                <a:gd name="connsiteY380-42708" fmla="*/ 287754 h 840941"/>
                <a:gd name="connsiteX381-42709" fmla="*/ 85121 w 3024845"/>
                <a:gd name="connsiteY381-42710" fmla="*/ 287754 h 840941"/>
                <a:gd name="connsiteX382-42711" fmla="*/ 85121 w 3024845"/>
                <a:gd name="connsiteY382-42712" fmla="*/ 151562 h 840941"/>
                <a:gd name="connsiteX383-42713" fmla="*/ 86894 w 3024845"/>
                <a:gd name="connsiteY383-42714" fmla="*/ 151562 h 840941"/>
                <a:gd name="connsiteX384-42715" fmla="*/ 99308 w 3024845"/>
                <a:gd name="connsiteY384-42716" fmla="*/ 151562 h 840941"/>
                <a:gd name="connsiteX385-42717" fmla="*/ 99308 w 3024845"/>
                <a:gd name="connsiteY385-42718" fmla="*/ 36988 h 840941"/>
                <a:gd name="connsiteX0-42719" fmla="*/ 99308 w 3024845"/>
                <a:gd name="connsiteY0-42720" fmla="*/ 0 h 803953"/>
                <a:gd name="connsiteX1-42721" fmla="*/ 220909 w 3024845"/>
                <a:gd name="connsiteY1-42722" fmla="*/ 114574 h 803953"/>
                <a:gd name="connsiteX2-42723" fmla="*/ 223189 w 3024845"/>
                <a:gd name="connsiteY2-42724" fmla="*/ 114574 h 803953"/>
                <a:gd name="connsiteX3-42725" fmla="*/ 239150 w 3024845"/>
                <a:gd name="connsiteY3-42726" fmla="*/ 114574 h 803953"/>
                <a:gd name="connsiteX4-42727" fmla="*/ 239150 w 3024845"/>
                <a:gd name="connsiteY4-42728" fmla="*/ 255089 h 803953"/>
                <a:gd name="connsiteX5-42729" fmla="*/ 240670 w 3024845"/>
                <a:gd name="connsiteY5-42730" fmla="*/ 254819 h 803953"/>
                <a:gd name="connsiteX6-42731" fmla="*/ 251310 w 3024845"/>
                <a:gd name="connsiteY6-42732" fmla="*/ 252928 h 803953"/>
                <a:gd name="connsiteX7-42733" fmla="*/ 249283 w 3024845"/>
                <a:gd name="connsiteY7-42734" fmla="*/ 341560 h 803953"/>
                <a:gd name="connsiteX8-42735" fmla="*/ 250803 w 3024845"/>
                <a:gd name="connsiteY8-42736" fmla="*/ 341831 h 803953"/>
                <a:gd name="connsiteX9-42737" fmla="*/ 261443 w 3024845"/>
                <a:gd name="connsiteY9-42738" fmla="*/ 343722 h 803953"/>
                <a:gd name="connsiteX10-42739" fmla="*/ 261696 w 3024845"/>
                <a:gd name="connsiteY10-42740" fmla="*/ 344533 h 803953"/>
                <a:gd name="connsiteX11-42741" fmla="*/ 263470 w 3024845"/>
                <a:gd name="connsiteY11-42742" fmla="*/ 350208 h 803953"/>
                <a:gd name="connsiteX12-42743" fmla="*/ 264230 w 3024845"/>
                <a:gd name="connsiteY12-42744" fmla="*/ 347776 h 803953"/>
                <a:gd name="connsiteX13-42745" fmla="*/ 269550 w 3024845"/>
                <a:gd name="connsiteY13-42746" fmla="*/ 330752 h 803953"/>
                <a:gd name="connsiteX14-42747" fmla="*/ 271323 w 3024845"/>
                <a:gd name="connsiteY14-42748" fmla="*/ 330752 h 803953"/>
                <a:gd name="connsiteX15-42749" fmla="*/ 283737 w 3024845"/>
                <a:gd name="connsiteY15-42750" fmla="*/ 330752 h 803953"/>
                <a:gd name="connsiteX16-42751" fmla="*/ 283737 w 3024845"/>
                <a:gd name="connsiteY16-42752" fmla="*/ 363178 h 803953"/>
                <a:gd name="connsiteX17-42753" fmla="*/ 284750 w 3024845"/>
                <a:gd name="connsiteY17-42754" fmla="*/ 363719 h 803953"/>
                <a:gd name="connsiteX18-42755" fmla="*/ 291844 w 3024845"/>
                <a:gd name="connsiteY18-42756" fmla="*/ 367502 h 803953"/>
                <a:gd name="connsiteX19-42757" fmla="*/ 291844 w 3024845"/>
                <a:gd name="connsiteY19-42758" fmla="*/ 368853 h 803953"/>
                <a:gd name="connsiteX20-42759" fmla="*/ 291844 w 3024845"/>
                <a:gd name="connsiteY20-42760" fmla="*/ 378311 h 803953"/>
                <a:gd name="connsiteX21-42761" fmla="*/ 336431 w 3024845"/>
                <a:gd name="connsiteY21-42762" fmla="*/ 378311 h 803953"/>
                <a:gd name="connsiteX22-42763" fmla="*/ 336431 w 3024845"/>
                <a:gd name="connsiteY22-42764" fmla="*/ 379392 h 803953"/>
                <a:gd name="connsiteX23-42765" fmla="*/ 336431 w 3024845"/>
                <a:gd name="connsiteY23-42766" fmla="*/ 386958 h 803953"/>
                <a:gd name="connsiteX24-42767" fmla="*/ 338457 w 3024845"/>
                <a:gd name="connsiteY24-42768" fmla="*/ 386958 h 803953"/>
                <a:gd name="connsiteX25-42769" fmla="*/ 352644 w 3024845"/>
                <a:gd name="connsiteY25-42770" fmla="*/ 386958 h 803953"/>
                <a:gd name="connsiteX26-42771" fmla="*/ 352644 w 3024845"/>
                <a:gd name="connsiteY26-42772" fmla="*/ 356693 h 803953"/>
                <a:gd name="connsiteX27-42773" fmla="*/ 397231 w 3024845"/>
                <a:gd name="connsiteY27-42774" fmla="*/ 356693 h 803953"/>
                <a:gd name="connsiteX28-42775" fmla="*/ 397231 w 3024845"/>
                <a:gd name="connsiteY28-42776" fmla="*/ 355342 h 803953"/>
                <a:gd name="connsiteX29-42777" fmla="*/ 397231 w 3024845"/>
                <a:gd name="connsiteY29-42778" fmla="*/ 345884 h 803953"/>
                <a:gd name="connsiteX30-42779" fmla="*/ 398245 w 3024845"/>
                <a:gd name="connsiteY30-42780" fmla="*/ 345884 h 803953"/>
                <a:gd name="connsiteX31-42781" fmla="*/ 405338 w 3024845"/>
                <a:gd name="connsiteY31-42782" fmla="*/ 345884 h 803953"/>
                <a:gd name="connsiteX32-42783" fmla="*/ 405338 w 3024845"/>
                <a:gd name="connsiteY32-42784" fmla="*/ 343993 h 803953"/>
                <a:gd name="connsiteX33-42785" fmla="*/ 405338 w 3024845"/>
                <a:gd name="connsiteY33-42786" fmla="*/ 330752 h 803953"/>
                <a:gd name="connsiteX34-42787" fmla="*/ 406098 w 3024845"/>
                <a:gd name="connsiteY34-42788" fmla="*/ 330752 h 803953"/>
                <a:gd name="connsiteX35-42789" fmla="*/ 411418 w 3024845"/>
                <a:gd name="connsiteY35-42790" fmla="*/ 330752 h 803953"/>
                <a:gd name="connsiteX36-42791" fmla="*/ 411418 w 3024845"/>
                <a:gd name="connsiteY36-42792" fmla="*/ 329671 h 803953"/>
                <a:gd name="connsiteX37-42793" fmla="*/ 411418 w 3024845"/>
                <a:gd name="connsiteY37-42794" fmla="*/ 322104 h 803953"/>
                <a:gd name="connsiteX38-42795" fmla="*/ 413445 w 3024845"/>
                <a:gd name="connsiteY38-42796" fmla="*/ 322104 h 803953"/>
                <a:gd name="connsiteX39-42797" fmla="*/ 427632 w 3024845"/>
                <a:gd name="connsiteY39-42798" fmla="*/ 322104 h 803953"/>
                <a:gd name="connsiteX40-42799" fmla="*/ 427632 w 3024845"/>
                <a:gd name="connsiteY40-42800" fmla="*/ 323185 h 803953"/>
                <a:gd name="connsiteX41-42801" fmla="*/ 427632 w 3024845"/>
                <a:gd name="connsiteY41-42802" fmla="*/ 330752 h 803953"/>
                <a:gd name="connsiteX42-42803" fmla="*/ 449925 w 3024845"/>
                <a:gd name="connsiteY42-42804" fmla="*/ 330752 h 803953"/>
                <a:gd name="connsiteX43-42805" fmla="*/ 449925 w 3024845"/>
                <a:gd name="connsiteY43-42806" fmla="*/ 328860 h 803953"/>
                <a:gd name="connsiteX44-42807" fmla="*/ 449925 w 3024845"/>
                <a:gd name="connsiteY44-42808" fmla="*/ 315619 h 803953"/>
                <a:gd name="connsiteX45-42809" fmla="*/ 451699 w 3024845"/>
                <a:gd name="connsiteY45-42810" fmla="*/ 315619 h 803953"/>
                <a:gd name="connsiteX46-42811" fmla="*/ 464112 w 3024845"/>
                <a:gd name="connsiteY46-42812" fmla="*/ 315619 h 803953"/>
                <a:gd name="connsiteX47-42813" fmla="*/ 464112 w 3024845"/>
                <a:gd name="connsiteY47-42814" fmla="*/ 339399 h 803953"/>
                <a:gd name="connsiteX48-42815" fmla="*/ 465126 w 3024845"/>
                <a:gd name="connsiteY48-42816" fmla="*/ 339399 h 803953"/>
                <a:gd name="connsiteX49-42817" fmla="*/ 472219 w 3024845"/>
                <a:gd name="connsiteY49-42818" fmla="*/ 339399 h 803953"/>
                <a:gd name="connsiteX50-42819" fmla="*/ 472219 w 3024845"/>
                <a:gd name="connsiteY50-42820" fmla="*/ 338318 h 803953"/>
                <a:gd name="connsiteX51-42821" fmla="*/ 472219 w 3024845"/>
                <a:gd name="connsiteY51-42822" fmla="*/ 330752 h 803953"/>
                <a:gd name="connsiteX52-42823" fmla="*/ 473992 w 3024845"/>
                <a:gd name="connsiteY52-42824" fmla="*/ 330752 h 803953"/>
                <a:gd name="connsiteX53-42825" fmla="*/ 486406 w 3024845"/>
                <a:gd name="connsiteY53-42826" fmla="*/ 330752 h 803953"/>
                <a:gd name="connsiteX54-42827" fmla="*/ 486406 w 3024845"/>
                <a:gd name="connsiteY54-42828" fmla="*/ 356693 h 803953"/>
                <a:gd name="connsiteX55-42829" fmla="*/ 488433 w 3024845"/>
                <a:gd name="connsiteY55-42830" fmla="*/ 356693 h 803953"/>
                <a:gd name="connsiteX56-42831" fmla="*/ 502619 w 3024845"/>
                <a:gd name="connsiteY56-42832" fmla="*/ 356693 h 803953"/>
                <a:gd name="connsiteX57-42833" fmla="*/ 502619 w 3024845"/>
                <a:gd name="connsiteY57-42834" fmla="*/ 358314 h 803953"/>
                <a:gd name="connsiteX58-42835" fmla="*/ 502619 w 3024845"/>
                <a:gd name="connsiteY58-42836" fmla="*/ 369664 h 803953"/>
                <a:gd name="connsiteX59-42837" fmla="*/ 503379 w 3024845"/>
                <a:gd name="connsiteY59-42838" fmla="*/ 369664 h 803953"/>
                <a:gd name="connsiteX60-42839" fmla="*/ 508700 w 3024845"/>
                <a:gd name="connsiteY60-42840" fmla="*/ 369664 h 803953"/>
                <a:gd name="connsiteX61-42841" fmla="*/ 508700 w 3024845"/>
                <a:gd name="connsiteY61-42842" fmla="*/ 368853 h 803953"/>
                <a:gd name="connsiteX62-42843" fmla="*/ 508700 w 3024845"/>
                <a:gd name="connsiteY62-42844" fmla="*/ 363178 h 803953"/>
                <a:gd name="connsiteX63-42845" fmla="*/ 539100 w 3024845"/>
                <a:gd name="connsiteY63-42846" fmla="*/ 363178 h 803953"/>
                <a:gd name="connsiteX64-42847" fmla="*/ 539100 w 3024845"/>
                <a:gd name="connsiteY64-42848" fmla="*/ 386958 h 803953"/>
                <a:gd name="connsiteX65-42849" fmla="*/ 540113 w 3024845"/>
                <a:gd name="connsiteY65-42850" fmla="*/ 386958 h 803953"/>
                <a:gd name="connsiteX66-42851" fmla="*/ 547207 w 3024845"/>
                <a:gd name="connsiteY66-42852" fmla="*/ 386958 h 803953"/>
                <a:gd name="connsiteX67-42853" fmla="*/ 547207 w 3024845"/>
                <a:gd name="connsiteY67-42854" fmla="*/ 388039 h 803953"/>
                <a:gd name="connsiteX68-42855" fmla="*/ 547207 w 3024845"/>
                <a:gd name="connsiteY68-42856" fmla="*/ 395605 h 803953"/>
                <a:gd name="connsiteX69-42857" fmla="*/ 547967 w 3024845"/>
                <a:gd name="connsiteY69-42858" fmla="*/ 395605 h 803953"/>
                <a:gd name="connsiteX70-42859" fmla="*/ 553287 w 3024845"/>
                <a:gd name="connsiteY70-42860" fmla="*/ 395605 h 803953"/>
                <a:gd name="connsiteX71-42861" fmla="*/ 553287 w 3024845"/>
                <a:gd name="connsiteY71-42862" fmla="*/ 393443 h 803953"/>
                <a:gd name="connsiteX72-42863" fmla="*/ 553287 w 3024845"/>
                <a:gd name="connsiteY72-42864" fmla="*/ 378311 h 803953"/>
                <a:gd name="connsiteX73-42865" fmla="*/ 554300 w 3024845"/>
                <a:gd name="connsiteY73-42866" fmla="*/ 378311 h 803953"/>
                <a:gd name="connsiteX74-42867" fmla="*/ 561394 w 3024845"/>
                <a:gd name="connsiteY74-42868" fmla="*/ 378311 h 803953"/>
                <a:gd name="connsiteX75-42869" fmla="*/ 561394 w 3024845"/>
                <a:gd name="connsiteY75-42870" fmla="*/ 379392 h 803953"/>
                <a:gd name="connsiteX76-42871" fmla="*/ 561394 w 3024845"/>
                <a:gd name="connsiteY76-42872" fmla="*/ 386958 h 803953"/>
                <a:gd name="connsiteX77-42873" fmla="*/ 566714 w 3024845"/>
                <a:gd name="connsiteY77-42874" fmla="*/ 384965 h 803953"/>
                <a:gd name="connsiteX78-42875" fmla="*/ 567474 w 3024845"/>
                <a:gd name="connsiteY78-42876" fmla="*/ 383985 h 803953"/>
                <a:gd name="connsiteX79-42877" fmla="*/ 567474 w 3024845"/>
                <a:gd name="connsiteY79-42878" fmla="*/ 378311 h 803953"/>
                <a:gd name="connsiteX80-42879" fmla="*/ 605981 w 3024845"/>
                <a:gd name="connsiteY80-42880" fmla="*/ 378311 h 803953"/>
                <a:gd name="connsiteX81-42881" fmla="*/ 605981 w 3024845"/>
                <a:gd name="connsiteY81-42882" fmla="*/ 402090 h 803953"/>
                <a:gd name="connsiteX82-42883" fmla="*/ 608007 w 3024845"/>
                <a:gd name="connsiteY82-42884" fmla="*/ 402090 h 803953"/>
                <a:gd name="connsiteX83-42885" fmla="*/ 622194 w 3024845"/>
                <a:gd name="connsiteY83-42886" fmla="*/ 402090 h 803953"/>
                <a:gd name="connsiteX84-42887" fmla="*/ 622194 w 3024845"/>
                <a:gd name="connsiteY84-42888" fmla="*/ 403171 h 803953"/>
                <a:gd name="connsiteX85-42889" fmla="*/ 622194 w 3024845"/>
                <a:gd name="connsiteY85-42890" fmla="*/ 410737 h 803953"/>
                <a:gd name="connsiteX86-42891" fmla="*/ 623968 w 3024845"/>
                <a:gd name="connsiteY86-42892" fmla="*/ 410737 h 803953"/>
                <a:gd name="connsiteX87-42893" fmla="*/ 636381 w 3024845"/>
                <a:gd name="connsiteY87-42894" fmla="*/ 410737 h 803953"/>
                <a:gd name="connsiteX88-42895" fmla="*/ 636381 w 3024845"/>
                <a:gd name="connsiteY88-42896" fmla="*/ 386958 h 803953"/>
                <a:gd name="connsiteX89-42897" fmla="*/ 637394 w 3024845"/>
                <a:gd name="connsiteY89-42898" fmla="*/ 386958 h 803953"/>
                <a:gd name="connsiteX90-42899" fmla="*/ 644488 w 3024845"/>
                <a:gd name="connsiteY90-42900" fmla="*/ 386958 h 803953"/>
                <a:gd name="connsiteX91-42901" fmla="*/ 644488 w 3024845"/>
                <a:gd name="connsiteY91-42902" fmla="*/ 354531 h 803953"/>
                <a:gd name="connsiteX92-42903" fmla="*/ 645501 w 3024845"/>
                <a:gd name="connsiteY92-42904" fmla="*/ 354531 h 803953"/>
                <a:gd name="connsiteX93-42905" fmla="*/ 652595 w 3024845"/>
                <a:gd name="connsiteY93-42906" fmla="*/ 354531 h 803953"/>
                <a:gd name="connsiteX94-42907" fmla="*/ 652595 w 3024845"/>
                <a:gd name="connsiteY94-42908" fmla="*/ 352640 h 803953"/>
                <a:gd name="connsiteX95-42909" fmla="*/ 652595 w 3024845"/>
                <a:gd name="connsiteY95-42910" fmla="*/ 339399 h 803953"/>
                <a:gd name="connsiteX96-42911" fmla="*/ 651328 w 3024845"/>
                <a:gd name="connsiteY96-42912" fmla="*/ 337777 h 803953"/>
                <a:gd name="connsiteX97-42913" fmla="*/ 656648 w 3024845"/>
                <a:gd name="connsiteY97-42914" fmla="*/ 326428 h 803953"/>
                <a:gd name="connsiteX98-42915" fmla="*/ 664755 w 3024845"/>
                <a:gd name="connsiteY98-42916" fmla="*/ 354531 h 803953"/>
                <a:gd name="connsiteX99-42917" fmla="*/ 665515 w 3024845"/>
                <a:gd name="connsiteY99-42918" fmla="*/ 354531 h 803953"/>
                <a:gd name="connsiteX100-42919" fmla="*/ 670835 w 3024845"/>
                <a:gd name="connsiteY100-42920" fmla="*/ 354531 h 803953"/>
                <a:gd name="connsiteX101-42921" fmla="*/ 670835 w 3024845"/>
                <a:gd name="connsiteY101-42922" fmla="*/ 248604 h 803953"/>
                <a:gd name="connsiteX102-42923" fmla="*/ 672355 w 3024845"/>
                <a:gd name="connsiteY102-42924" fmla="*/ 248604 h 803953"/>
                <a:gd name="connsiteX103-42925" fmla="*/ 682995 w 3024845"/>
                <a:gd name="connsiteY103-42926" fmla="*/ 248604 h 803953"/>
                <a:gd name="connsiteX104-42927" fmla="*/ 682995 w 3024845"/>
                <a:gd name="connsiteY104-42928" fmla="*/ 201045 h 803953"/>
                <a:gd name="connsiteX105-42929" fmla="*/ 709342 w 3024845"/>
                <a:gd name="connsiteY105-42930" fmla="*/ 201045 h 803953"/>
                <a:gd name="connsiteX106-42931" fmla="*/ 709342 w 3024845"/>
                <a:gd name="connsiteY106-42932" fmla="*/ 179427 h 803953"/>
                <a:gd name="connsiteX107-42933" fmla="*/ 743796 w 3024845"/>
                <a:gd name="connsiteY107-42934" fmla="*/ 179427 h 803953"/>
                <a:gd name="connsiteX108-42935" fmla="*/ 743796 w 3024845"/>
                <a:gd name="connsiteY108-42936" fmla="*/ 181859 h 803953"/>
                <a:gd name="connsiteX109-42937" fmla="*/ 743796 w 3024845"/>
                <a:gd name="connsiteY109-42938" fmla="*/ 198883 h 803953"/>
                <a:gd name="connsiteX110-42939" fmla="*/ 746076 w 3024845"/>
                <a:gd name="connsiteY110-42940" fmla="*/ 198883 h 803953"/>
                <a:gd name="connsiteX111-42941" fmla="*/ 762036 w 3024845"/>
                <a:gd name="connsiteY111-42942" fmla="*/ 198883 h 803953"/>
                <a:gd name="connsiteX112-42943" fmla="*/ 762036 w 3024845"/>
                <a:gd name="connsiteY112-42944" fmla="*/ 246442 h 803953"/>
                <a:gd name="connsiteX113-42945" fmla="*/ 763049 w 3024845"/>
                <a:gd name="connsiteY113-42946" fmla="*/ 246442 h 803953"/>
                <a:gd name="connsiteX114-42947" fmla="*/ 770143 w 3024845"/>
                <a:gd name="connsiteY114-42948" fmla="*/ 246442 h 803953"/>
                <a:gd name="connsiteX115-42949" fmla="*/ 784330 w 3024845"/>
                <a:gd name="connsiteY115-42950" fmla="*/ 250766 h 803953"/>
                <a:gd name="connsiteX116-42951" fmla="*/ 784330 w 3024845"/>
                <a:gd name="connsiteY116-42952" fmla="*/ 289678 h 803953"/>
                <a:gd name="connsiteX117-42953" fmla="*/ 785343 w 3024845"/>
                <a:gd name="connsiteY117-42954" fmla="*/ 289678 h 803953"/>
                <a:gd name="connsiteX118-42955" fmla="*/ 792436 w 3024845"/>
                <a:gd name="connsiteY118-42956" fmla="*/ 289678 h 803953"/>
                <a:gd name="connsiteX119-42957" fmla="*/ 792436 w 3024845"/>
                <a:gd name="connsiteY119-42958" fmla="*/ 291299 h 803953"/>
                <a:gd name="connsiteX120-42959" fmla="*/ 792436 w 3024845"/>
                <a:gd name="connsiteY120-42960" fmla="*/ 302648 h 803953"/>
                <a:gd name="connsiteX121-42961" fmla="*/ 794463 w 3024845"/>
                <a:gd name="connsiteY121-42962" fmla="*/ 302648 h 803953"/>
                <a:gd name="connsiteX122-42963" fmla="*/ 808650 w 3024845"/>
                <a:gd name="connsiteY122-42964" fmla="*/ 302648 h 803953"/>
                <a:gd name="connsiteX123-42965" fmla="*/ 814730 w 3024845"/>
                <a:gd name="connsiteY123-42966" fmla="*/ 309134 h 803953"/>
                <a:gd name="connsiteX124-42967" fmla="*/ 814730 w 3024845"/>
                <a:gd name="connsiteY124-42968" fmla="*/ 330752 h 803953"/>
                <a:gd name="connsiteX125-42969" fmla="*/ 817010 w 3024845"/>
                <a:gd name="connsiteY125-42970" fmla="*/ 330752 h 803953"/>
                <a:gd name="connsiteX126-42971" fmla="*/ 832970 w 3024845"/>
                <a:gd name="connsiteY126-42972" fmla="*/ 330752 h 803953"/>
                <a:gd name="connsiteX127-42973" fmla="*/ 832970 w 3024845"/>
                <a:gd name="connsiteY127-42974" fmla="*/ 331832 h 803953"/>
                <a:gd name="connsiteX128-42975" fmla="*/ 832970 w 3024845"/>
                <a:gd name="connsiteY128-42976" fmla="*/ 339399 h 803953"/>
                <a:gd name="connsiteX129-42977" fmla="*/ 834237 w 3024845"/>
                <a:gd name="connsiteY129-42978" fmla="*/ 339399 h 803953"/>
                <a:gd name="connsiteX130-42979" fmla="*/ 843104 w 3024845"/>
                <a:gd name="connsiteY130-42980" fmla="*/ 339399 h 803953"/>
                <a:gd name="connsiteX131-42981" fmla="*/ 843104 w 3024845"/>
                <a:gd name="connsiteY131-42982" fmla="*/ 341560 h 803953"/>
                <a:gd name="connsiteX132-42983" fmla="*/ 843104 w 3024845"/>
                <a:gd name="connsiteY132-42984" fmla="*/ 356693 h 803953"/>
                <a:gd name="connsiteX133-42985" fmla="*/ 847157 w 3024845"/>
                <a:gd name="connsiteY133-42986" fmla="*/ 354801 h 803953"/>
                <a:gd name="connsiteX134-42987" fmla="*/ 847157 w 3024845"/>
                <a:gd name="connsiteY134-42988" fmla="*/ 341560 h 803953"/>
                <a:gd name="connsiteX135-42989" fmla="*/ 848170 w 3024845"/>
                <a:gd name="connsiteY135-42990" fmla="*/ 341560 h 803953"/>
                <a:gd name="connsiteX136-42991" fmla="*/ 855264 w 3024845"/>
                <a:gd name="connsiteY136-42992" fmla="*/ 341560 h 803953"/>
                <a:gd name="connsiteX137-42993" fmla="*/ 855264 w 3024845"/>
                <a:gd name="connsiteY137-42994" fmla="*/ 343182 h 803953"/>
                <a:gd name="connsiteX138-42995" fmla="*/ 855264 w 3024845"/>
                <a:gd name="connsiteY138-42996" fmla="*/ 354531 h 803953"/>
                <a:gd name="connsiteX139-42997" fmla="*/ 856024 w 3024845"/>
                <a:gd name="connsiteY139-42998" fmla="*/ 354531 h 803953"/>
                <a:gd name="connsiteX140-42999" fmla="*/ 861344 w 3024845"/>
                <a:gd name="connsiteY140-43000" fmla="*/ 354531 h 803953"/>
                <a:gd name="connsiteX141-43001" fmla="*/ 909984 w 3024845"/>
                <a:gd name="connsiteY141-43002" fmla="*/ 350208 h 803953"/>
                <a:gd name="connsiteX142-43003" fmla="*/ 909984 w 3024845"/>
                <a:gd name="connsiteY142-43004" fmla="*/ 351559 h 803953"/>
                <a:gd name="connsiteX143-43005" fmla="*/ 909984 w 3024845"/>
                <a:gd name="connsiteY143-43006" fmla="*/ 361016 h 803953"/>
                <a:gd name="connsiteX144-43007" fmla="*/ 910744 w 3024845"/>
                <a:gd name="connsiteY144-43008" fmla="*/ 361016 h 803953"/>
                <a:gd name="connsiteX145-43009" fmla="*/ 916065 w 3024845"/>
                <a:gd name="connsiteY145-43010" fmla="*/ 361016 h 803953"/>
                <a:gd name="connsiteX146-43011" fmla="*/ 916065 w 3024845"/>
                <a:gd name="connsiteY146-43012" fmla="*/ 363178 h 803953"/>
                <a:gd name="connsiteX147-43013" fmla="*/ 916065 w 3024845"/>
                <a:gd name="connsiteY147-43014" fmla="*/ 378311 h 803953"/>
                <a:gd name="connsiteX148-43015" fmla="*/ 918091 w 3024845"/>
                <a:gd name="connsiteY148-43016" fmla="*/ 376960 h 803953"/>
                <a:gd name="connsiteX149-43017" fmla="*/ 932278 w 3024845"/>
                <a:gd name="connsiteY149-43018" fmla="*/ 367502 h 803953"/>
                <a:gd name="connsiteX150-43019" fmla="*/ 938358 w 3024845"/>
                <a:gd name="connsiteY150-43020" fmla="*/ 326428 h 803953"/>
                <a:gd name="connsiteX151-43021" fmla="*/ 939118 w 3024845"/>
                <a:gd name="connsiteY151-43022" fmla="*/ 326158 h 803953"/>
                <a:gd name="connsiteX152-43023" fmla="*/ 944438 w 3024845"/>
                <a:gd name="connsiteY152-43024" fmla="*/ 324266 h 803953"/>
                <a:gd name="connsiteX153-43025" fmla="*/ 946465 w 3024845"/>
                <a:gd name="connsiteY153-43026" fmla="*/ 255089 h 803953"/>
                <a:gd name="connsiteX154-43027" fmla="*/ 948492 w 3024845"/>
                <a:gd name="connsiteY154-43028" fmla="*/ 324266 h 803953"/>
                <a:gd name="connsiteX155-43029" fmla="*/ 949252 w 3024845"/>
                <a:gd name="connsiteY155-43030" fmla="*/ 324536 h 803953"/>
                <a:gd name="connsiteX156-43031" fmla="*/ 954572 w 3024845"/>
                <a:gd name="connsiteY156-43032" fmla="*/ 326428 h 803953"/>
                <a:gd name="connsiteX157-43033" fmla="*/ 954572 w 3024845"/>
                <a:gd name="connsiteY157-43034" fmla="*/ 239957 h 803953"/>
                <a:gd name="connsiteX158-43035" fmla="*/ 958625 w 3024845"/>
                <a:gd name="connsiteY158-43036" fmla="*/ 207530 h 803953"/>
                <a:gd name="connsiteX159-43037" fmla="*/ 997132 w 3024845"/>
                <a:gd name="connsiteY159-43038" fmla="*/ 207530 h 803953"/>
                <a:gd name="connsiteX160-43039" fmla="*/ 997132 w 3024845"/>
                <a:gd name="connsiteY160-43040" fmla="*/ 239957 h 803953"/>
                <a:gd name="connsiteX161-43041" fmla="*/ 997892 w 3024845"/>
                <a:gd name="connsiteY161-43042" fmla="*/ 239957 h 803953"/>
                <a:gd name="connsiteX162-43043" fmla="*/ 1003212 w 3024845"/>
                <a:gd name="connsiteY162-43044" fmla="*/ 239957 h 803953"/>
                <a:gd name="connsiteX163-43045" fmla="*/ 1003212 w 3024845"/>
                <a:gd name="connsiteY163-43046" fmla="*/ 157809 h 803953"/>
                <a:gd name="connsiteX164-43047" fmla="*/ 1004986 w 3024845"/>
                <a:gd name="connsiteY164-43048" fmla="*/ 157809 h 803953"/>
                <a:gd name="connsiteX165-43049" fmla="*/ 1017399 w 3024845"/>
                <a:gd name="connsiteY165-43050" fmla="*/ 157809 h 803953"/>
                <a:gd name="connsiteX166-43051" fmla="*/ 1017399 w 3024845"/>
                <a:gd name="connsiteY166-43052" fmla="*/ 155918 h 803953"/>
                <a:gd name="connsiteX167-43053" fmla="*/ 1017399 w 3024845"/>
                <a:gd name="connsiteY167-43054" fmla="*/ 142677 h 803953"/>
                <a:gd name="connsiteX168-43055" fmla="*/ 1039693 w 3024845"/>
                <a:gd name="connsiteY168-43056" fmla="*/ 142677 h 803953"/>
                <a:gd name="connsiteX169-43057" fmla="*/ 1039693 w 3024845"/>
                <a:gd name="connsiteY169-43058" fmla="*/ 141596 h 803953"/>
                <a:gd name="connsiteX170-43059" fmla="*/ 1039693 w 3024845"/>
                <a:gd name="connsiteY170-43060" fmla="*/ 134030 h 803953"/>
                <a:gd name="connsiteX171-43061" fmla="*/ 1041466 w 3024845"/>
                <a:gd name="connsiteY171-43062" fmla="*/ 134030 h 803953"/>
                <a:gd name="connsiteX172-43063" fmla="*/ 1053880 w 3024845"/>
                <a:gd name="connsiteY172-43064" fmla="*/ 134030 h 803953"/>
                <a:gd name="connsiteX173-43065" fmla="*/ 1053880 w 3024845"/>
                <a:gd name="connsiteY173-43066" fmla="*/ 135111 h 803953"/>
                <a:gd name="connsiteX174-43067" fmla="*/ 1053880 w 3024845"/>
                <a:gd name="connsiteY174-43068" fmla="*/ 142677 h 803953"/>
                <a:gd name="connsiteX175-43069" fmla="*/ 1054640 w 3024845"/>
                <a:gd name="connsiteY175-43070" fmla="*/ 142677 h 803953"/>
                <a:gd name="connsiteX176-43071" fmla="*/ 1059960 w 3024845"/>
                <a:gd name="connsiteY176-43072" fmla="*/ 142677 h 803953"/>
                <a:gd name="connsiteX177-43073" fmla="*/ 1070093 w 3024845"/>
                <a:gd name="connsiteY177-43074" fmla="*/ 138353 h 803953"/>
                <a:gd name="connsiteX178-43075" fmla="*/ 1074146 w 3024845"/>
                <a:gd name="connsiteY178-43076" fmla="*/ 141596 h 803953"/>
                <a:gd name="connsiteX179-43077" fmla="*/ 1074146 w 3024845"/>
                <a:gd name="connsiteY179-43078" fmla="*/ 134030 h 803953"/>
                <a:gd name="connsiteX180-43079" fmla="*/ 1076426 w 3024845"/>
                <a:gd name="connsiteY180-43080" fmla="*/ 134030 h 803953"/>
                <a:gd name="connsiteX181-43081" fmla="*/ 1092387 w 3024845"/>
                <a:gd name="connsiteY181-43082" fmla="*/ 134030 h 803953"/>
                <a:gd name="connsiteX182-43083" fmla="*/ 1092387 w 3024845"/>
                <a:gd name="connsiteY182-43084" fmla="*/ 135111 h 803953"/>
                <a:gd name="connsiteX183-43085" fmla="*/ 1092387 w 3024845"/>
                <a:gd name="connsiteY183-43086" fmla="*/ 142677 h 803953"/>
                <a:gd name="connsiteX184-43087" fmla="*/ 1122787 w 3024845"/>
                <a:gd name="connsiteY184-43088" fmla="*/ 142677 h 803953"/>
                <a:gd name="connsiteX185-43089" fmla="*/ 1122787 w 3024845"/>
                <a:gd name="connsiteY185-43090" fmla="*/ 144298 h 803953"/>
                <a:gd name="connsiteX186-43091" fmla="*/ 1122787 w 3024845"/>
                <a:gd name="connsiteY186-43092" fmla="*/ 155648 h 803953"/>
                <a:gd name="connsiteX187-43093" fmla="*/ 1149134 w 3024845"/>
                <a:gd name="connsiteY187-43094" fmla="*/ 155648 h 803953"/>
                <a:gd name="connsiteX188-43095" fmla="*/ 1149134 w 3024845"/>
                <a:gd name="connsiteY188-43096" fmla="*/ 185912 h 803953"/>
                <a:gd name="connsiteX189-43097" fmla="*/ 1149894 w 3024845"/>
                <a:gd name="connsiteY189-43098" fmla="*/ 185912 h 803953"/>
                <a:gd name="connsiteX190-43099" fmla="*/ 1155214 w 3024845"/>
                <a:gd name="connsiteY190-43100" fmla="*/ 185912 h 803953"/>
                <a:gd name="connsiteX191-43101" fmla="*/ 1155214 w 3024845"/>
                <a:gd name="connsiteY191-43102" fmla="*/ 186993 h 803953"/>
                <a:gd name="connsiteX192-43103" fmla="*/ 1155214 w 3024845"/>
                <a:gd name="connsiteY192-43104" fmla="*/ 194560 h 803953"/>
                <a:gd name="connsiteX193-43105" fmla="*/ 1159268 w 3024845"/>
                <a:gd name="connsiteY193-43106" fmla="*/ 224824 h 803953"/>
                <a:gd name="connsiteX194-43107" fmla="*/ 1160028 w 3024845"/>
                <a:gd name="connsiteY194-43108" fmla="*/ 224824 h 803953"/>
                <a:gd name="connsiteX195-43109" fmla="*/ 1165348 w 3024845"/>
                <a:gd name="connsiteY195-43110" fmla="*/ 224824 h 803953"/>
                <a:gd name="connsiteX196-43111" fmla="*/ 1165348 w 3024845"/>
                <a:gd name="connsiteY196-43112" fmla="*/ 225635 h 803953"/>
                <a:gd name="connsiteX197-43113" fmla="*/ 1165348 w 3024845"/>
                <a:gd name="connsiteY197-43114" fmla="*/ 231310 h 803953"/>
                <a:gd name="connsiteX198-43115" fmla="*/ 1166361 w 3024845"/>
                <a:gd name="connsiteY198-43116" fmla="*/ 231310 h 803953"/>
                <a:gd name="connsiteX199-43117" fmla="*/ 1173454 w 3024845"/>
                <a:gd name="connsiteY199-43118" fmla="*/ 231310 h 803953"/>
                <a:gd name="connsiteX200-43119" fmla="*/ 1173454 w 3024845"/>
                <a:gd name="connsiteY200-43120" fmla="*/ 261575 h 803953"/>
                <a:gd name="connsiteX201-43121" fmla="*/ 1175481 w 3024845"/>
                <a:gd name="connsiteY201-43122" fmla="*/ 261575 h 803953"/>
                <a:gd name="connsiteX202-43123" fmla="*/ 1189668 w 3024845"/>
                <a:gd name="connsiteY202-43124" fmla="*/ 261575 h 803953"/>
                <a:gd name="connsiteX203-43125" fmla="*/ 1189668 w 3024845"/>
                <a:gd name="connsiteY203-43126" fmla="*/ 285354 h 803953"/>
                <a:gd name="connsiteX204-43127" fmla="*/ 1191695 w 3024845"/>
                <a:gd name="connsiteY204-43128" fmla="*/ 286975 h 803953"/>
                <a:gd name="connsiteX205-43129" fmla="*/ 1191695 w 3024845"/>
                <a:gd name="connsiteY205-43130" fmla="*/ 298325 h 803953"/>
                <a:gd name="connsiteX206-43131" fmla="*/ 1192455 w 3024845"/>
                <a:gd name="connsiteY206-43132" fmla="*/ 298325 h 803953"/>
                <a:gd name="connsiteX207-43133" fmla="*/ 1197775 w 3024845"/>
                <a:gd name="connsiteY207-43134" fmla="*/ 298325 h 803953"/>
                <a:gd name="connsiteX208-43135" fmla="*/ 1197775 w 3024845"/>
                <a:gd name="connsiteY208-43136" fmla="*/ 322104 h 803953"/>
                <a:gd name="connsiteX209-43137" fmla="*/ 1199041 w 3024845"/>
                <a:gd name="connsiteY209-43138" fmla="*/ 322104 h 803953"/>
                <a:gd name="connsiteX210-43139" fmla="*/ 1207908 w 3024845"/>
                <a:gd name="connsiteY210-43140" fmla="*/ 322104 h 803953"/>
                <a:gd name="connsiteX211-43141" fmla="*/ 1209935 w 3024845"/>
                <a:gd name="connsiteY211-43142" fmla="*/ 326158 h 803953"/>
                <a:gd name="connsiteX212-43143" fmla="*/ 1209935 w 3024845"/>
                <a:gd name="connsiteY212-43144" fmla="*/ 339399 h 803953"/>
                <a:gd name="connsiteX213-43145" fmla="*/ 1211455 w 3024845"/>
                <a:gd name="connsiteY213-43146" fmla="*/ 337507 h 803953"/>
                <a:gd name="connsiteX214-43147" fmla="*/ 1222095 w 3024845"/>
                <a:gd name="connsiteY214-43148" fmla="*/ 324266 h 803953"/>
                <a:gd name="connsiteX215-43149" fmla="*/ 1250469 w 3024845"/>
                <a:gd name="connsiteY215-43150" fmla="*/ 324266 h 803953"/>
                <a:gd name="connsiteX216-43151" fmla="*/ 1250469 w 3024845"/>
                <a:gd name="connsiteY216-43152" fmla="*/ 410737 h 803953"/>
                <a:gd name="connsiteX217-43153" fmla="*/ 1251229 w 3024845"/>
                <a:gd name="connsiteY217-43154" fmla="*/ 410737 h 803953"/>
                <a:gd name="connsiteX218-43155" fmla="*/ 1256549 w 3024845"/>
                <a:gd name="connsiteY218-43156" fmla="*/ 410737 h 803953"/>
                <a:gd name="connsiteX219-43157" fmla="*/ 1257309 w 3024845"/>
                <a:gd name="connsiteY219-43158" fmla="*/ 409386 h 803953"/>
                <a:gd name="connsiteX220-43159" fmla="*/ 1262629 w 3024845"/>
                <a:gd name="connsiteY220-43160" fmla="*/ 399928 h 803953"/>
                <a:gd name="connsiteX221-43161" fmla="*/ 1262629 w 3024845"/>
                <a:gd name="connsiteY221-43162" fmla="*/ 401820 h 803953"/>
                <a:gd name="connsiteX222-43163" fmla="*/ 1262629 w 3024845"/>
                <a:gd name="connsiteY222-43164" fmla="*/ 415061 h 803953"/>
                <a:gd name="connsiteX223-43165" fmla="*/ 1266682 w 3024845"/>
                <a:gd name="connsiteY223-43166" fmla="*/ 369664 h 803953"/>
                <a:gd name="connsiteX224-43167" fmla="*/ 1267442 w 3024845"/>
                <a:gd name="connsiteY224-43168" fmla="*/ 369664 h 803953"/>
                <a:gd name="connsiteX225-43169" fmla="*/ 1272762 w 3024845"/>
                <a:gd name="connsiteY225-43170" fmla="*/ 369664 h 803953"/>
                <a:gd name="connsiteX226-43171" fmla="*/ 1272762 w 3024845"/>
                <a:gd name="connsiteY226-43172" fmla="*/ 304810 h 803953"/>
                <a:gd name="connsiteX227-43173" fmla="*/ 1273776 w 3024845"/>
                <a:gd name="connsiteY227-43174" fmla="*/ 304810 h 803953"/>
                <a:gd name="connsiteX228-43175" fmla="*/ 1280869 w 3024845"/>
                <a:gd name="connsiteY228-43176" fmla="*/ 304810 h 803953"/>
                <a:gd name="connsiteX229-43177" fmla="*/ 1293029 w 3024845"/>
                <a:gd name="connsiteY229-43178" fmla="*/ 261575 h 803953"/>
                <a:gd name="connsiteX230-43179" fmla="*/ 1294296 w 3024845"/>
                <a:gd name="connsiteY230-43180" fmla="*/ 261575 h 803953"/>
                <a:gd name="connsiteX231-43181" fmla="*/ 1303163 w 3024845"/>
                <a:gd name="connsiteY231-43182" fmla="*/ 261575 h 803953"/>
                <a:gd name="connsiteX232-43183" fmla="*/ 1313296 w 3024845"/>
                <a:gd name="connsiteY232-43184" fmla="*/ 304810 h 803953"/>
                <a:gd name="connsiteX233-43185" fmla="*/ 1314309 w 3024845"/>
                <a:gd name="connsiteY233-43186" fmla="*/ 304810 h 803953"/>
                <a:gd name="connsiteX234-43187" fmla="*/ 1321403 w 3024845"/>
                <a:gd name="connsiteY234-43188" fmla="*/ 304810 h 803953"/>
                <a:gd name="connsiteX235-43189" fmla="*/ 1321403 w 3024845"/>
                <a:gd name="connsiteY235-43190" fmla="*/ 343722 h 803953"/>
                <a:gd name="connsiteX236-43191" fmla="*/ 1323176 w 3024845"/>
                <a:gd name="connsiteY236-43192" fmla="*/ 343722 h 803953"/>
                <a:gd name="connsiteX237-43193" fmla="*/ 1335590 w 3024845"/>
                <a:gd name="connsiteY237-43194" fmla="*/ 343722 h 803953"/>
                <a:gd name="connsiteX238-43195" fmla="*/ 1335590 w 3024845"/>
                <a:gd name="connsiteY238-43196" fmla="*/ 345884 h 803953"/>
                <a:gd name="connsiteX239-43197" fmla="*/ 1335590 w 3024845"/>
                <a:gd name="connsiteY239-43198" fmla="*/ 361016 h 803953"/>
                <a:gd name="connsiteX240-43199" fmla="*/ 1339643 w 3024845"/>
                <a:gd name="connsiteY240-43200" fmla="*/ 358855 h 803953"/>
                <a:gd name="connsiteX241-43201" fmla="*/ 1339643 w 3024845"/>
                <a:gd name="connsiteY241-43202" fmla="*/ 343722 h 803953"/>
                <a:gd name="connsiteX242-43203" fmla="*/ 1341163 w 3024845"/>
                <a:gd name="connsiteY242-43204" fmla="*/ 343722 h 803953"/>
                <a:gd name="connsiteX243-43205" fmla="*/ 1351803 w 3024845"/>
                <a:gd name="connsiteY243-43206" fmla="*/ 343722 h 803953"/>
                <a:gd name="connsiteX244-43207" fmla="*/ 1351803 w 3024845"/>
                <a:gd name="connsiteY244-43208" fmla="*/ 345343 h 803953"/>
                <a:gd name="connsiteX245-43209" fmla="*/ 1351803 w 3024845"/>
                <a:gd name="connsiteY245-43210" fmla="*/ 356693 h 803953"/>
                <a:gd name="connsiteX246-43211" fmla="*/ 1382204 w 3024845"/>
                <a:gd name="connsiteY246-43212" fmla="*/ 356693 h 803953"/>
                <a:gd name="connsiteX247-43213" fmla="*/ 1382204 w 3024845"/>
                <a:gd name="connsiteY247-43214" fmla="*/ 319943 h 803953"/>
                <a:gd name="connsiteX248-43215" fmla="*/ 1383470 w 3024845"/>
                <a:gd name="connsiteY248-43216" fmla="*/ 319943 h 803953"/>
                <a:gd name="connsiteX249-43217" fmla="*/ 1392337 w 3024845"/>
                <a:gd name="connsiteY249-43218" fmla="*/ 319943 h 803953"/>
                <a:gd name="connsiteX250-43219" fmla="*/ 1392337 w 3024845"/>
                <a:gd name="connsiteY250-43220" fmla="*/ 341560 h 803953"/>
                <a:gd name="connsiteX251-43221" fmla="*/ 1394364 w 3024845"/>
                <a:gd name="connsiteY251-43222" fmla="*/ 309134 h 803953"/>
                <a:gd name="connsiteX252-43223" fmla="*/ 1416657 w 3024845"/>
                <a:gd name="connsiteY252-43224" fmla="*/ 309134 h 803953"/>
                <a:gd name="connsiteX253-43225" fmla="*/ 1416657 w 3024845"/>
                <a:gd name="connsiteY253-43226" fmla="*/ 307512 h 803953"/>
                <a:gd name="connsiteX254-43227" fmla="*/ 1416657 w 3024845"/>
                <a:gd name="connsiteY254-43228" fmla="*/ 296163 h 803953"/>
                <a:gd name="connsiteX255-43229" fmla="*/ 1417417 w 3024845"/>
                <a:gd name="connsiteY255-43230" fmla="*/ 296163 h 803953"/>
                <a:gd name="connsiteX256-43231" fmla="*/ 1422737 w 3024845"/>
                <a:gd name="connsiteY256-43232" fmla="*/ 296163 h 803953"/>
                <a:gd name="connsiteX257-43233" fmla="*/ 1422737 w 3024845"/>
                <a:gd name="connsiteY257-43234" fmla="*/ 294272 h 803953"/>
                <a:gd name="connsiteX258-43235" fmla="*/ 1422737 w 3024845"/>
                <a:gd name="connsiteY258-43236" fmla="*/ 281031 h 803953"/>
                <a:gd name="connsiteX259-43237" fmla="*/ 1426791 w 3024845"/>
                <a:gd name="connsiteY259-43238" fmla="*/ 287516 h 803953"/>
                <a:gd name="connsiteX260-43239" fmla="*/ 1429071 w 3024845"/>
                <a:gd name="connsiteY260-43240" fmla="*/ 287516 h 803953"/>
                <a:gd name="connsiteX261-43241" fmla="*/ 1445031 w 3024845"/>
                <a:gd name="connsiteY261-43242" fmla="*/ 287516 h 803953"/>
                <a:gd name="connsiteX262-43243" fmla="*/ 1445031 w 3024845"/>
                <a:gd name="connsiteY262-43244" fmla="*/ 286705 h 803953"/>
                <a:gd name="connsiteX263-43245" fmla="*/ 1445031 w 3024845"/>
                <a:gd name="connsiteY263-43246" fmla="*/ 281031 h 803953"/>
                <a:gd name="connsiteX264-43247" fmla="*/ 1445791 w 3024845"/>
                <a:gd name="connsiteY264-43248" fmla="*/ 281031 h 803953"/>
                <a:gd name="connsiteX265-43249" fmla="*/ 1451111 w 3024845"/>
                <a:gd name="connsiteY265-43250" fmla="*/ 281031 h 803953"/>
                <a:gd name="connsiteX266-43251" fmla="*/ 1451111 w 3024845"/>
                <a:gd name="connsiteY266-43252" fmla="*/ 282382 h 803953"/>
                <a:gd name="connsiteX267-43253" fmla="*/ 1451111 w 3024845"/>
                <a:gd name="connsiteY267-43254" fmla="*/ 291840 h 803953"/>
                <a:gd name="connsiteX268-43255" fmla="*/ 1489618 w 3024845"/>
                <a:gd name="connsiteY268-43256" fmla="*/ 291840 h 803953"/>
                <a:gd name="connsiteX269-43257" fmla="*/ 1489618 w 3024845"/>
                <a:gd name="connsiteY269-43258" fmla="*/ 430193 h 803953"/>
                <a:gd name="connsiteX270-43259" fmla="*/ 1491138 w 3024845"/>
                <a:gd name="connsiteY270-43260" fmla="*/ 430193 h 803953"/>
                <a:gd name="connsiteX271-43261" fmla="*/ 1501778 w 3024845"/>
                <a:gd name="connsiteY271-43262" fmla="*/ 430193 h 803953"/>
                <a:gd name="connsiteX272-43263" fmla="*/ 1501778 w 3024845"/>
                <a:gd name="connsiteY272-43264" fmla="*/ 417223 h 803953"/>
                <a:gd name="connsiteX273-43265" fmla="*/ 1505832 w 3024845"/>
                <a:gd name="connsiteY273-43266" fmla="*/ 417223 h 803953"/>
                <a:gd name="connsiteX274-43267" fmla="*/ 1505832 w 3024845"/>
                <a:gd name="connsiteY274-43268" fmla="*/ 430193 h 803953"/>
                <a:gd name="connsiteX275-43269" fmla="*/ 1536232 w 3024845"/>
                <a:gd name="connsiteY275-43270" fmla="*/ 430193 h 803953"/>
                <a:gd name="connsiteX276-43271" fmla="*/ 1536232 w 3024845"/>
                <a:gd name="connsiteY276-43272" fmla="*/ 399928 h 803953"/>
                <a:gd name="connsiteX277-43273" fmla="*/ 1548392 w 3024845"/>
                <a:gd name="connsiteY277-43274" fmla="*/ 399928 h 803953"/>
                <a:gd name="connsiteX278-43275" fmla="*/ 1560552 w 3024845"/>
                <a:gd name="connsiteY278-43276" fmla="*/ 397767 h 803953"/>
                <a:gd name="connsiteX279-43277" fmla="*/ 1564606 w 3024845"/>
                <a:gd name="connsiteY279-43278" fmla="*/ 399928 h 803953"/>
                <a:gd name="connsiteX280-43279" fmla="*/ 1574739 w 3024845"/>
                <a:gd name="connsiteY280-43280" fmla="*/ 399928 h 803953"/>
                <a:gd name="connsiteX281-43281" fmla="*/ 1574739 w 3024845"/>
                <a:gd name="connsiteY281-43282" fmla="*/ 430193 h 803953"/>
                <a:gd name="connsiteX282-43283" fmla="*/ 1582846 w 3024845"/>
                <a:gd name="connsiteY282-43284" fmla="*/ 430193 h 803953"/>
                <a:gd name="connsiteX283-43285" fmla="*/ 1582846 w 3024845"/>
                <a:gd name="connsiteY283-43286" fmla="*/ 447488 h 803953"/>
                <a:gd name="connsiteX284-43287" fmla="*/ 1592182 w 3024845"/>
                <a:gd name="connsiteY284-43288" fmla="*/ 448393 h 803953"/>
                <a:gd name="connsiteX285-43289" fmla="*/ 1605140 w 3024845"/>
                <a:gd name="connsiteY285-43290" fmla="*/ 448393 h 803953"/>
                <a:gd name="connsiteX286-43291" fmla="*/ 1605140 w 3024845"/>
                <a:gd name="connsiteY286-43292" fmla="*/ 432355 h 803953"/>
                <a:gd name="connsiteX287-43293" fmla="*/ 1673096 w 3024845"/>
                <a:gd name="connsiteY287-43294" fmla="*/ 432355 h 803953"/>
                <a:gd name="connsiteX288-43295" fmla="*/ 1673096 w 3024845"/>
                <a:gd name="connsiteY288-43296" fmla="*/ 347102 h 803953"/>
                <a:gd name="connsiteX289-43297" fmla="*/ 1745104 w 3024845"/>
                <a:gd name="connsiteY289-43298" fmla="*/ 347102 h 803953"/>
                <a:gd name="connsiteX290-43299" fmla="*/ 1745104 w 3024845"/>
                <a:gd name="connsiteY290-43300" fmla="*/ 425870 h 803953"/>
                <a:gd name="connsiteX291-43301" fmla="*/ 1747008 w 3024845"/>
                <a:gd name="connsiteY291-43302" fmla="*/ 425870 h 803953"/>
                <a:gd name="connsiteX292-43303" fmla="*/ 1748250 w 3024845"/>
                <a:gd name="connsiteY292-43304" fmla="*/ 448393 h 803953"/>
                <a:gd name="connsiteX293-43305" fmla="*/ 1757926 w 3024845"/>
                <a:gd name="connsiteY293-43306" fmla="*/ 448393 h 803953"/>
                <a:gd name="connsiteX294-43307" fmla="*/ 1759168 w 3024845"/>
                <a:gd name="connsiteY294-43308" fmla="*/ 425870 h 803953"/>
                <a:gd name="connsiteX295-43309" fmla="*/ 1765248 w 3024845"/>
                <a:gd name="connsiteY295-43310" fmla="*/ 425870 h 803953"/>
                <a:gd name="connsiteX296-43311" fmla="*/ 1766490 w 3024845"/>
                <a:gd name="connsiteY296-43312" fmla="*/ 448393 h 803953"/>
                <a:gd name="connsiteX297-43313" fmla="*/ 1817112 w 3024845"/>
                <a:gd name="connsiteY297-43314" fmla="*/ 448393 h 803953"/>
                <a:gd name="connsiteX298-43315" fmla="*/ 1817112 w 3024845"/>
                <a:gd name="connsiteY298-43316" fmla="*/ 285365 h 803953"/>
                <a:gd name="connsiteX299-43317" fmla="*/ 2014439 w 3024845"/>
                <a:gd name="connsiteY299-43318" fmla="*/ 285365 h 803953"/>
                <a:gd name="connsiteX300-43319" fmla="*/ 2014439 w 3024845"/>
                <a:gd name="connsiteY300-43320" fmla="*/ 448393 h 803953"/>
                <a:gd name="connsiteX301-43321" fmla="*/ 2033136 w 3024845"/>
                <a:gd name="connsiteY301-43322" fmla="*/ 448393 h 803953"/>
                <a:gd name="connsiteX302-43323" fmla="*/ 2033136 w 3024845"/>
                <a:gd name="connsiteY302-43324" fmla="*/ 365700 h 803953"/>
                <a:gd name="connsiteX303-43325" fmla="*/ 2128256 w 3024845"/>
                <a:gd name="connsiteY303-43326" fmla="*/ 365700 h 803953"/>
                <a:gd name="connsiteX304-43327" fmla="*/ 2180720 w 3024845"/>
                <a:gd name="connsiteY304-43328" fmla="*/ 300487 h 803953"/>
                <a:gd name="connsiteX305-43329" fmla="*/ 2245574 w 3024845"/>
                <a:gd name="connsiteY305-43330" fmla="*/ 300487 h 803953"/>
                <a:gd name="connsiteX306-43331" fmla="*/ 2245574 w 3024845"/>
                <a:gd name="connsiteY306-43332" fmla="*/ 376149 h 803953"/>
                <a:gd name="connsiteX307-43333" fmla="*/ 2253681 w 3024845"/>
                <a:gd name="connsiteY307-43334" fmla="*/ 376149 h 803953"/>
                <a:gd name="connsiteX308-43335" fmla="*/ 2255708 w 3024845"/>
                <a:gd name="connsiteY308-43336" fmla="*/ 369664 h 803953"/>
                <a:gd name="connsiteX309-43337" fmla="*/ 2261788 w 3024845"/>
                <a:gd name="connsiteY309-43338" fmla="*/ 369664 h 803953"/>
                <a:gd name="connsiteX310-43339" fmla="*/ 2263815 w 3024845"/>
                <a:gd name="connsiteY310-43340" fmla="*/ 378311 h 803953"/>
                <a:gd name="connsiteX311-43341" fmla="*/ 2275975 w 3024845"/>
                <a:gd name="connsiteY311-43342" fmla="*/ 378311 h 803953"/>
                <a:gd name="connsiteX312-43343" fmla="*/ 2275975 w 3024845"/>
                <a:gd name="connsiteY312-43344" fmla="*/ 371825 h 803953"/>
                <a:gd name="connsiteX313-43345" fmla="*/ 2298268 w 3024845"/>
                <a:gd name="connsiteY313-43346" fmla="*/ 371825 h 803953"/>
                <a:gd name="connsiteX314-43347" fmla="*/ 2298268 w 3024845"/>
                <a:gd name="connsiteY314-43348" fmla="*/ 378311 h 803953"/>
                <a:gd name="connsiteX315-43349" fmla="*/ 2318535 w 3024845"/>
                <a:gd name="connsiteY315-43350" fmla="*/ 378311 h 803953"/>
                <a:gd name="connsiteX316-43351" fmla="*/ 2318535 w 3024845"/>
                <a:gd name="connsiteY316-43352" fmla="*/ 423708 h 803953"/>
                <a:gd name="connsiteX317-43353" fmla="*/ 2332722 w 3024845"/>
                <a:gd name="connsiteY317-43354" fmla="*/ 423708 h 803953"/>
                <a:gd name="connsiteX318-43355" fmla="*/ 2332722 w 3024845"/>
                <a:gd name="connsiteY318-43356" fmla="*/ 410737 h 803953"/>
                <a:gd name="connsiteX319-43357" fmla="*/ 2348936 w 3024845"/>
                <a:gd name="connsiteY319-43358" fmla="*/ 410737 h 803953"/>
                <a:gd name="connsiteX320-43359" fmla="*/ 2348936 w 3024845"/>
                <a:gd name="connsiteY320-43360" fmla="*/ 231310 h 803953"/>
                <a:gd name="connsiteX321-43361" fmla="*/ 2355016 w 3024845"/>
                <a:gd name="connsiteY321-43362" fmla="*/ 224824 h 803953"/>
                <a:gd name="connsiteX322-43363" fmla="*/ 2427977 w 3024845"/>
                <a:gd name="connsiteY322-43364" fmla="*/ 224824 h 803953"/>
                <a:gd name="connsiteX323-43365" fmla="*/ 2427977 w 3024845"/>
                <a:gd name="connsiteY323-43366" fmla="*/ 233472 h 803953"/>
                <a:gd name="connsiteX324-43367" fmla="*/ 2438110 w 3024845"/>
                <a:gd name="connsiteY324-43368" fmla="*/ 233472 h 803953"/>
                <a:gd name="connsiteX325-43369" fmla="*/ 2438110 w 3024845"/>
                <a:gd name="connsiteY325-43370" fmla="*/ 348046 h 803953"/>
                <a:gd name="connsiteX326-43371" fmla="*/ 2460404 w 3024845"/>
                <a:gd name="connsiteY326-43372" fmla="*/ 348046 h 803953"/>
                <a:gd name="connsiteX327-43373" fmla="*/ 2460404 w 3024845"/>
                <a:gd name="connsiteY327-43374" fmla="*/ 281031 h 803953"/>
                <a:gd name="connsiteX328-43375" fmla="*/ 2486751 w 3024845"/>
                <a:gd name="connsiteY328-43376" fmla="*/ 281031 h 803953"/>
                <a:gd name="connsiteX329-43377" fmla="*/ 2490804 w 3024845"/>
                <a:gd name="connsiteY329-43378" fmla="*/ 276707 h 803953"/>
                <a:gd name="connsiteX330-43379" fmla="*/ 2498911 w 3024845"/>
                <a:gd name="connsiteY330-43380" fmla="*/ 276707 h 803953"/>
                <a:gd name="connsiteX331-43381" fmla="*/ 2502964 w 3024845"/>
                <a:gd name="connsiteY331-43382" fmla="*/ 281031 h 803953"/>
                <a:gd name="connsiteX332-43383" fmla="*/ 2525258 w 3024845"/>
                <a:gd name="connsiteY332-43384" fmla="*/ 281031 h 803953"/>
                <a:gd name="connsiteX333-43385" fmla="*/ 2525258 w 3024845"/>
                <a:gd name="connsiteY333-43386" fmla="*/ 164295 h 803953"/>
                <a:gd name="connsiteX334-43387" fmla="*/ 2582005 w 3024845"/>
                <a:gd name="connsiteY334-43388" fmla="*/ 153486 h 803953"/>
                <a:gd name="connsiteX335-43389" fmla="*/ 2582005 w 3024845"/>
                <a:gd name="connsiteY335-43390" fmla="*/ 154567 h 803953"/>
                <a:gd name="connsiteX336-43391" fmla="*/ 2582005 w 3024845"/>
                <a:gd name="connsiteY336-43392" fmla="*/ 162133 h 803953"/>
                <a:gd name="connsiteX337-43393" fmla="*/ 2608352 w 3024845"/>
                <a:gd name="connsiteY337-43394" fmla="*/ 162133 h 803953"/>
                <a:gd name="connsiteX338-43395" fmla="*/ 2608352 w 3024845"/>
                <a:gd name="connsiteY338-43396" fmla="*/ 417223 h 803953"/>
                <a:gd name="connsiteX339-43397" fmla="*/ 2630646 w 3024845"/>
                <a:gd name="connsiteY339-43398" fmla="*/ 417223 h 803953"/>
                <a:gd name="connsiteX340-43399" fmla="*/ 2630646 w 3024845"/>
                <a:gd name="connsiteY340-43400" fmla="*/ 412899 h 803953"/>
                <a:gd name="connsiteX341-43401" fmla="*/ 2642806 w 3024845"/>
                <a:gd name="connsiteY341-43402" fmla="*/ 412899 h 803953"/>
                <a:gd name="connsiteX342-43403" fmla="*/ 2642806 w 3024845"/>
                <a:gd name="connsiteY342-43404" fmla="*/ 417223 h 803953"/>
                <a:gd name="connsiteX343-43405" fmla="*/ 2667126 w 3024845"/>
                <a:gd name="connsiteY343-43406" fmla="*/ 417223 h 803953"/>
                <a:gd name="connsiteX344-43407" fmla="*/ 2667126 w 3024845"/>
                <a:gd name="connsiteY344-43408" fmla="*/ 404252 h 803953"/>
                <a:gd name="connsiteX345-43409" fmla="*/ 2695500 w 3024845"/>
                <a:gd name="connsiteY345-43410" fmla="*/ 404252 h 803953"/>
                <a:gd name="connsiteX346-43411" fmla="*/ 2707660 w 3024845"/>
                <a:gd name="connsiteY346-43412" fmla="*/ 399928 h 803953"/>
                <a:gd name="connsiteX347-43413" fmla="*/ 2727927 w 3024845"/>
                <a:gd name="connsiteY347-43414" fmla="*/ 404252 h 803953"/>
                <a:gd name="connsiteX348-43415" fmla="*/ 2727927 w 3024845"/>
                <a:gd name="connsiteY348-43416" fmla="*/ 386958 h 803953"/>
                <a:gd name="connsiteX349-43417" fmla="*/ 2736034 w 3024845"/>
                <a:gd name="connsiteY349-43418" fmla="*/ 386958 h 803953"/>
                <a:gd name="connsiteX350-43419" fmla="*/ 2736034 w 3024845"/>
                <a:gd name="connsiteY350-43420" fmla="*/ 373987 h 803953"/>
                <a:gd name="connsiteX351-43421" fmla="*/ 2792781 w 3024845"/>
                <a:gd name="connsiteY351-43422" fmla="*/ 373987 h 803953"/>
                <a:gd name="connsiteX352-43423" fmla="*/ 2792781 w 3024845"/>
                <a:gd name="connsiteY352-43424" fmla="*/ 343722 h 803953"/>
                <a:gd name="connsiteX353-43425" fmla="*/ 2811021 w 3024845"/>
                <a:gd name="connsiteY353-43426" fmla="*/ 343722 h 803953"/>
                <a:gd name="connsiteX354-43427" fmla="*/ 2811021 w 3024845"/>
                <a:gd name="connsiteY354-43428" fmla="*/ 337237 h 803953"/>
                <a:gd name="connsiteX355-43429" fmla="*/ 2823181 w 3024845"/>
                <a:gd name="connsiteY355-43430" fmla="*/ 337237 h 803953"/>
                <a:gd name="connsiteX356-43431" fmla="*/ 2823181 w 3024845"/>
                <a:gd name="connsiteY356-43432" fmla="*/ 343722 h 803953"/>
                <a:gd name="connsiteX357-43433" fmla="*/ 2839395 w 3024845"/>
                <a:gd name="connsiteY357-43434" fmla="*/ 343722 h 803953"/>
                <a:gd name="connsiteX358-43435" fmla="*/ 2839395 w 3024845"/>
                <a:gd name="connsiteY358-43436" fmla="*/ 393443 h 803953"/>
                <a:gd name="connsiteX359-43437" fmla="*/ 2871822 w 3024845"/>
                <a:gd name="connsiteY359-43438" fmla="*/ 393443 h 803953"/>
                <a:gd name="connsiteX360-43439" fmla="*/ 2871822 w 3024845"/>
                <a:gd name="connsiteY360-43440" fmla="*/ 367502 h 803953"/>
                <a:gd name="connsiteX361-43441" fmla="*/ 2910329 w 3024845"/>
                <a:gd name="connsiteY361-43442" fmla="*/ 367502 h 803953"/>
                <a:gd name="connsiteX362-43443" fmla="*/ 2910329 w 3024845"/>
                <a:gd name="connsiteY362-43444" fmla="*/ 337237 h 803953"/>
                <a:gd name="connsiteX363-43445" fmla="*/ 2958970 w 3024845"/>
                <a:gd name="connsiteY363-43446" fmla="*/ 337237 h 803953"/>
                <a:gd name="connsiteX364-43447" fmla="*/ 2958970 w 3024845"/>
                <a:gd name="connsiteY364-43448" fmla="*/ 448393 h 803953"/>
                <a:gd name="connsiteX365-43449" fmla="*/ 2958970 w 3024845"/>
                <a:gd name="connsiteY365-43450" fmla="*/ 462172 h 803953"/>
                <a:gd name="connsiteX366-43451" fmla="*/ 3024845 w 3024845"/>
                <a:gd name="connsiteY366-43452" fmla="*/ 462172 h 803953"/>
                <a:gd name="connsiteX367-43453" fmla="*/ 3024845 w 3024845"/>
                <a:gd name="connsiteY367-43454" fmla="*/ 803953 h 803953"/>
                <a:gd name="connsiteX368-43455" fmla="*/ 2054 w 3024845"/>
                <a:gd name="connsiteY368-43456" fmla="*/ 801620 h 803953"/>
                <a:gd name="connsiteX369-43457" fmla="*/ 0 w 3024845"/>
                <a:gd name="connsiteY369-43458" fmla="*/ 367502 h 803953"/>
                <a:gd name="connsiteX370-43459" fmla="*/ 20267 w 3024845"/>
                <a:gd name="connsiteY370-43460" fmla="*/ 367502 h 803953"/>
                <a:gd name="connsiteX371-43461" fmla="*/ 20774 w 3024845"/>
                <a:gd name="connsiteY371-43462" fmla="*/ 366421 h 803953"/>
                <a:gd name="connsiteX372-43463" fmla="*/ 24320 w 3024845"/>
                <a:gd name="connsiteY372-43464" fmla="*/ 358855 h 803953"/>
                <a:gd name="connsiteX373-43465" fmla="*/ 26094 w 3024845"/>
                <a:gd name="connsiteY373-43466" fmla="*/ 359125 h 803953"/>
                <a:gd name="connsiteX374-43467" fmla="*/ 38507 w 3024845"/>
                <a:gd name="connsiteY374-43468" fmla="*/ 361016 h 803953"/>
                <a:gd name="connsiteX375-43469" fmla="*/ 39014 w 3024845"/>
                <a:gd name="connsiteY375-43470" fmla="*/ 362368 h 803953"/>
                <a:gd name="connsiteX376-43471" fmla="*/ 42560 w 3024845"/>
                <a:gd name="connsiteY376-43472" fmla="*/ 371825 h 803953"/>
                <a:gd name="connsiteX377-43473" fmla="*/ 68907 w 3024845"/>
                <a:gd name="connsiteY377-43474" fmla="*/ 373987 h 803953"/>
                <a:gd name="connsiteX378-43475" fmla="*/ 68907 w 3024845"/>
                <a:gd name="connsiteY378-43476" fmla="*/ 250766 h 803953"/>
                <a:gd name="connsiteX379-43477" fmla="*/ 70934 w 3024845"/>
                <a:gd name="connsiteY379-43478" fmla="*/ 250766 h 803953"/>
                <a:gd name="connsiteX380-43479" fmla="*/ 85121 w 3024845"/>
                <a:gd name="connsiteY380-43480" fmla="*/ 250766 h 803953"/>
                <a:gd name="connsiteX381-43481" fmla="*/ 85121 w 3024845"/>
                <a:gd name="connsiteY381-43482" fmla="*/ 114574 h 803953"/>
                <a:gd name="connsiteX382-43483" fmla="*/ 86894 w 3024845"/>
                <a:gd name="connsiteY382-43484" fmla="*/ 114574 h 803953"/>
                <a:gd name="connsiteX383-43485" fmla="*/ 99308 w 3024845"/>
                <a:gd name="connsiteY383-43486" fmla="*/ 114574 h 803953"/>
                <a:gd name="connsiteX384-43487" fmla="*/ 99308 w 3024845"/>
                <a:gd name="connsiteY384-43488" fmla="*/ 0 h 803953"/>
                <a:gd name="connsiteX0-43489" fmla="*/ 99308 w 3024845"/>
                <a:gd name="connsiteY0-43490" fmla="*/ 0 h 689379"/>
                <a:gd name="connsiteX1-43491" fmla="*/ 220909 w 3024845"/>
                <a:gd name="connsiteY1-43492" fmla="*/ 0 h 689379"/>
                <a:gd name="connsiteX2-43493" fmla="*/ 223189 w 3024845"/>
                <a:gd name="connsiteY2-43494" fmla="*/ 0 h 689379"/>
                <a:gd name="connsiteX3-43495" fmla="*/ 239150 w 3024845"/>
                <a:gd name="connsiteY3-43496" fmla="*/ 0 h 689379"/>
                <a:gd name="connsiteX4-43497" fmla="*/ 239150 w 3024845"/>
                <a:gd name="connsiteY4-43498" fmla="*/ 140515 h 689379"/>
                <a:gd name="connsiteX5-43499" fmla="*/ 240670 w 3024845"/>
                <a:gd name="connsiteY5-43500" fmla="*/ 140245 h 689379"/>
                <a:gd name="connsiteX6-43501" fmla="*/ 251310 w 3024845"/>
                <a:gd name="connsiteY6-43502" fmla="*/ 138354 h 689379"/>
                <a:gd name="connsiteX7-43503" fmla="*/ 249283 w 3024845"/>
                <a:gd name="connsiteY7-43504" fmla="*/ 226986 h 689379"/>
                <a:gd name="connsiteX8-43505" fmla="*/ 250803 w 3024845"/>
                <a:gd name="connsiteY8-43506" fmla="*/ 227257 h 689379"/>
                <a:gd name="connsiteX9-43507" fmla="*/ 261443 w 3024845"/>
                <a:gd name="connsiteY9-43508" fmla="*/ 229148 h 689379"/>
                <a:gd name="connsiteX10-43509" fmla="*/ 261696 w 3024845"/>
                <a:gd name="connsiteY10-43510" fmla="*/ 229959 h 689379"/>
                <a:gd name="connsiteX11-43511" fmla="*/ 263470 w 3024845"/>
                <a:gd name="connsiteY11-43512" fmla="*/ 235634 h 689379"/>
                <a:gd name="connsiteX12-43513" fmla="*/ 264230 w 3024845"/>
                <a:gd name="connsiteY12-43514" fmla="*/ 233202 h 689379"/>
                <a:gd name="connsiteX13-43515" fmla="*/ 269550 w 3024845"/>
                <a:gd name="connsiteY13-43516" fmla="*/ 216178 h 689379"/>
                <a:gd name="connsiteX14-43517" fmla="*/ 271323 w 3024845"/>
                <a:gd name="connsiteY14-43518" fmla="*/ 216178 h 689379"/>
                <a:gd name="connsiteX15-43519" fmla="*/ 283737 w 3024845"/>
                <a:gd name="connsiteY15-43520" fmla="*/ 216178 h 689379"/>
                <a:gd name="connsiteX16-43521" fmla="*/ 283737 w 3024845"/>
                <a:gd name="connsiteY16-43522" fmla="*/ 248604 h 689379"/>
                <a:gd name="connsiteX17-43523" fmla="*/ 284750 w 3024845"/>
                <a:gd name="connsiteY17-43524" fmla="*/ 249145 h 689379"/>
                <a:gd name="connsiteX18-43525" fmla="*/ 291844 w 3024845"/>
                <a:gd name="connsiteY18-43526" fmla="*/ 252928 h 689379"/>
                <a:gd name="connsiteX19-43527" fmla="*/ 291844 w 3024845"/>
                <a:gd name="connsiteY19-43528" fmla="*/ 254279 h 689379"/>
                <a:gd name="connsiteX20-43529" fmla="*/ 291844 w 3024845"/>
                <a:gd name="connsiteY20-43530" fmla="*/ 263737 h 689379"/>
                <a:gd name="connsiteX21-43531" fmla="*/ 336431 w 3024845"/>
                <a:gd name="connsiteY21-43532" fmla="*/ 263737 h 689379"/>
                <a:gd name="connsiteX22-43533" fmla="*/ 336431 w 3024845"/>
                <a:gd name="connsiteY22-43534" fmla="*/ 264818 h 689379"/>
                <a:gd name="connsiteX23-43535" fmla="*/ 336431 w 3024845"/>
                <a:gd name="connsiteY23-43536" fmla="*/ 272384 h 689379"/>
                <a:gd name="connsiteX24-43537" fmla="*/ 338457 w 3024845"/>
                <a:gd name="connsiteY24-43538" fmla="*/ 272384 h 689379"/>
                <a:gd name="connsiteX25-43539" fmla="*/ 352644 w 3024845"/>
                <a:gd name="connsiteY25-43540" fmla="*/ 272384 h 689379"/>
                <a:gd name="connsiteX26-43541" fmla="*/ 352644 w 3024845"/>
                <a:gd name="connsiteY26-43542" fmla="*/ 242119 h 689379"/>
                <a:gd name="connsiteX27-43543" fmla="*/ 397231 w 3024845"/>
                <a:gd name="connsiteY27-43544" fmla="*/ 242119 h 689379"/>
                <a:gd name="connsiteX28-43545" fmla="*/ 397231 w 3024845"/>
                <a:gd name="connsiteY28-43546" fmla="*/ 240768 h 689379"/>
                <a:gd name="connsiteX29-43547" fmla="*/ 397231 w 3024845"/>
                <a:gd name="connsiteY29-43548" fmla="*/ 231310 h 689379"/>
                <a:gd name="connsiteX30-43549" fmla="*/ 398245 w 3024845"/>
                <a:gd name="connsiteY30-43550" fmla="*/ 231310 h 689379"/>
                <a:gd name="connsiteX31-43551" fmla="*/ 405338 w 3024845"/>
                <a:gd name="connsiteY31-43552" fmla="*/ 231310 h 689379"/>
                <a:gd name="connsiteX32-43553" fmla="*/ 405338 w 3024845"/>
                <a:gd name="connsiteY32-43554" fmla="*/ 229419 h 689379"/>
                <a:gd name="connsiteX33-43555" fmla="*/ 405338 w 3024845"/>
                <a:gd name="connsiteY33-43556" fmla="*/ 216178 h 689379"/>
                <a:gd name="connsiteX34-43557" fmla="*/ 406098 w 3024845"/>
                <a:gd name="connsiteY34-43558" fmla="*/ 216178 h 689379"/>
                <a:gd name="connsiteX35-43559" fmla="*/ 411418 w 3024845"/>
                <a:gd name="connsiteY35-43560" fmla="*/ 216178 h 689379"/>
                <a:gd name="connsiteX36-43561" fmla="*/ 411418 w 3024845"/>
                <a:gd name="connsiteY36-43562" fmla="*/ 215097 h 689379"/>
                <a:gd name="connsiteX37-43563" fmla="*/ 411418 w 3024845"/>
                <a:gd name="connsiteY37-43564" fmla="*/ 207530 h 689379"/>
                <a:gd name="connsiteX38-43565" fmla="*/ 413445 w 3024845"/>
                <a:gd name="connsiteY38-43566" fmla="*/ 207530 h 689379"/>
                <a:gd name="connsiteX39-43567" fmla="*/ 427632 w 3024845"/>
                <a:gd name="connsiteY39-43568" fmla="*/ 207530 h 689379"/>
                <a:gd name="connsiteX40-43569" fmla="*/ 427632 w 3024845"/>
                <a:gd name="connsiteY40-43570" fmla="*/ 208611 h 689379"/>
                <a:gd name="connsiteX41-43571" fmla="*/ 427632 w 3024845"/>
                <a:gd name="connsiteY41-43572" fmla="*/ 216178 h 689379"/>
                <a:gd name="connsiteX42-43573" fmla="*/ 449925 w 3024845"/>
                <a:gd name="connsiteY42-43574" fmla="*/ 216178 h 689379"/>
                <a:gd name="connsiteX43-43575" fmla="*/ 449925 w 3024845"/>
                <a:gd name="connsiteY43-43576" fmla="*/ 214286 h 689379"/>
                <a:gd name="connsiteX44-43577" fmla="*/ 449925 w 3024845"/>
                <a:gd name="connsiteY44-43578" fmla="*/ 201045 h 689379"/>
                <a:gd name="connsiteX45-43579" fmla="*/ 451699 w 3024845"/>
                <a:gd name="connsiteY45-43580" fmla="*/ 201045 h 689379"/>
                <a:gd name="connsiteX46-43581" fmla="*/ 464112 w 3024845"/>
                <a:gd name="connsiteY46-43582" fmla="*/ 201045 h 689379"/>
                <a:gd name="connsiteX47-43583" fmla="*/ 464112 w 3024845"/>
                <a:gd name="connsiteY47-43584" fmla="*/ 224825 h 689379"/>
                <a:gd name="connsiteX48-43585" fmla="*/ 465126 w 3024845"/>
                <a:gd name="connsiteY48-43586" fmla="*/ 224825 h 689379"/>
                <a:gd name="connsiteX49-43587" fmla="*/ 472219 w 3024845"/>
                <a:gd name="connsiteY49-43588" fmla="*/ 224825 h 689379"/>
                <a:gd name="connsiteX50-43589" fmla="*/ 472219 w 3024845"/>
                <a:gd name="connsiteY50-43590" fmla="*/ 223744 h 689379"/>
                <a:gd name="connsiteX51-43591" fmla="*/ 472219 w 3024845"/>
                <a:gd name="connsiteY51-43592" fmla="*/ 216178 h 689379"/>
                <a:gd name="connsiteX52-43593" fmla="*/ 473992 w 3024845"/>
                <a:gd name="connsiteY52-43594" fmla="*/ 216178 h 689379"/>
                <a:gd name="connsiteX53-43595" fmla="*/ 486406 w 3024845"/>
                <a:gd name="connsiteY53-43596" fmla="*/ 216178 h 689379"/>
                <a:gd name="connsiteX54-43597" fmla="*/ 486406 w 3024845"/>
                <a:gd name="connsiteY54-43598" fmla="*/ 242119 h 689379"/>
                <a:gd name="connsiteX55-43599" fmla="*/ 488433 w 3024845"/>
                <a:gd name="connsiteY55-43600" fmla="*/ 242119 h 689379"/>
                <a:gd name="connsiteX56-43601" fmla="*/ 502619 w 3024845"/>
                <a:gd name="connsiteY56-43602" fmla="*/ 242119 h 689379"/>
                <a:gd name="connsiteX57-43603" fmla="*/ 502619 w 3024845"/>
                <a:gd name="connsiteY57-43604" fmla="*/ 243740 h 689379"/>
                <a:gd name="connsiteX58-43605" fmla="*/ 502619 w 3024845"/>
                <a:gd name="connsiteY58-43606" fmla="*/ 255090 h 689379"/>
                <a:gd name="connsiteX59-43607" fmla="*/ 503379 w 3024845"/>
                <a:gd name="connsiteY59-43608" fmla="*/ 255090 h 689379"/>
                <a:gd name="connsiteX60-43609" fmla="*/ 508700 w 3024845"/>
                <a:gd name="connsiteY60-43610" fmla="*/ 255090 h 689379"/>
                <a:gd name="connsiteX61-43611" fmla="*/ 508700 w 3024845"/>
                <a:gd name="connsiteY61-43612" fmla="*/ 254279 h 689379"/>
                <a:gd name="connsiteX62-43613" fmla="*/ 508700 w 3024845"/>
                <a:gd name="connsiteY62-43614" fmla="*/ 248604 h 689379"/>
                <a:gd name="connsiteX63-43615" fmla="*/ 539100 w 3024845"/>
                <a:gd name="connsiteY63-43616" fmla="*/ 248604 h 689379"/>
                <a:gd name="connsiteX64-43617" fmla="*/ 539100 w 3024845"/>
                <a:gd name="connsiteY64-43618" fmla="*/ 272384 h 689379"/>
                <a:gd name="connsiteX65-43619" fmla="*/ 540113 w 3024845"/>
                <a:gd name="connsiteY65-43620" fmla="*/ 272384 h 689379"/>
                <a:gd name="connsiteX66-43621" fmla="*/ 547207 w 3024845"/>
                <a:gd name="connsiteY66-43622" fmla="*/ 272384 h 689379"/>
                <a:gd name="connsiteX67-43623" fmla="*/ 547207 w 3024845"/>
                <a:gd name="connsiteY67-43624" fmla="*/ 273465 h 689379"/>
                <a:gd name="connsiteX68-43625" fmla="*/ 547207 w 3024845"/>
                <a:gd name="connsiteY68-43626" fmla="*/ 281031 h 689379"/>
                <a:gd name="connsiteX69-43627" fmla="*/ 547967 w 3024845"/>
                <a:gd name="connsiteY69-43628" fmla="*/ 281031 h 689379"/>
                <a:gd name="connsiteX70-43629" fmla="*/ 553287 w 3024845"/>
                <a:gd name="connsiteY70-43630" fmla="*/ 281031 h 689379"/>
                <a:gd name="connsiteX71-43631" fmla="*/ 553287 w 3024845"/>
                <a:gd name="connsiteY71-43632" fmla="*/ 278869 h 689379"/>
                <a:gd name="connsiteX72-43633" fmla="*/ 553287 w 3024845"/>
                <a:gd name="connsiteY72-43634" fmla="*/ 263737 h 689379"/>
                <a:gd name="connsiteX73-43635" fmla="*/ 554300 w 3024845"/>
                <a:gd name="connsiteY73-43636" fmla="*/ 263737 h 689379"/>
                <a:gd name="connsiteX74-43637" fmla="*/ 561394 w 3024845"/>
                <a:gd name="connsiteY74-43638" fmla="*/ 263737 h 689379"/>
                <a:gd name="connsiteX75-43639" fmla="*/ 561394 w 3024845"/>
                <a:gd name="connsiteY75-43640" fmla="*/ 264818 h 689379"/>
                <a:gd name="connsiteX76-43641" fmla="*/ 561394 w 3024845"/>
                <a:gd name="connsiteY76-43642" fmla="*/ 272384 h 689379"/>
                <a:gd name="connsiteX77-43643" fmla="*/ 566714 w 3024845"/>
                <a:gd name="connsiteY77-43644" fmla="*/ 270391 h 689379"/>
                <a:gd name="connsiteX78-43645" fmla="*/ 567474 w 3024845"/>
                <a:gd name="connsiteY78-43646" fmla="*/ 269411 h 689379"/>
                <a:gd name="connsiteX79-43647" fmla="*/ 567474 w 3024845"/>
                <a:gd name="connsiteY79-43648" fmla="*/ 263737 h 689379"/>
                <a:gd name="connsiteX80-43649" fmla="*/ 605981 w 3024845"/>
                <a:gd name="connsiteY80-43650" fmla="*/ 263737 h 689379"/>
                <a:gd name="connsiteX81-43651" fmla="*/ 605981 w 3024845"/>
                <a:gd name="connsiteY81-43652" fmla="*/ 287516 h 689379"/>
                <a:gd name="connsiteX82-43653" fmla="*/ 608007 w 3024845"/>
                <a:gd name="connsiteY82-43654" fmla="*/ 287516 h 689379"/>
                <a:gd name="connsiteX83-43655" fmla="*/ 622194 w 3024845"/>
                <a:gd name="connsiteY83-43656" fmla="*/ 287516 h 689379"/>
                <a:gd name="connsiteX84-43657" fmla="*/ 622194 w 3024845"/>
                <a:gd name="connsiteY84-43658" fmla="*/ 288597 h 689379"/>
                <a:gd name="connsiteX85-43659" fmla="*/ 622194 w 3024845"/>
                <a:gd name="connsiteY85-43660" fmla="*/ 296163 h 689379"/>
                <a:gd name="connsiteX86-43661" fmla="*/ 623968 w 3024845"/>
                <a:gd name="connsiteY86-43662" fmla="*/ 296163 h 689379"/>
                <a:gd name="connsiteX87-43663" fmla="*/ 636381 w 3024845"/>
                <a:gd name="connsiteY87-43664" fmla="*/ 296163 h 689379"/>
                <a:gd name="connsiteX88-43665" fmla="*/ 636381 w 3024845"/>
                <a:gd name="connsiteY88-43666" fmla="*/ 272384 h 689379"/>
                <a:gd name="connsiteX89-43667" fmla="*/ 637394 w 3024845"/>
                <a:gd name="connsiteY89-43668" fmla="*/ 272384 h 689379"/>
                <a:gd name="connsiteX90-43669" fmla="*/ 644488 w 3024845"/>
                <a:gd name="connsiteY90-43670" fmla="*/ 272384 h 689379"/>
                <a:gd name="connsiteX91-43671" fmla="*/ 644488 w 3024845"/>
                <a:gd name="connsiteY91-43672" fmla="*/ 239957 h 689379"/>
                <a:gd name="connsiteX92-43673" fmla="*/ 645501 w 3024845"/>
                <a:gd name="connsiteY92-43674" fmla="*/ 239957 h 689379"/>
                <a:gd name="connsiteX93-43675" fmla="*/ 652595 w 3024845"/>
                <a:gd name="connsiteY93-43676" fmla="*/ 239957 h 689379"/>
                <a:gd name="connsiteX94-43677" fmla="*/ 652595 w 3024845"/>
                <a:gd name="connsiteY94-43678" fmla="*/ 238066 h 689379"/>
                <a:gd name="connsiteX95-43679" fmla="*/ 652595 w 3024845"/>
                <a:gd name="connsiteY95-43680" fmla="*/ 224825 h 689379"/>
                <a:gd name="connsiteX96-43681" fmla="*/ 651328 w 3024845"/>
                <a:gd name="connsiteY96-43682" fmla="*/ 223203 h 689379"/>
                <a:gd name="connsiteX97-43683" fmla="*/ 656648 w 3024845"/>
                <a:gd name="connsiteY97-43684" fmla="*/ 211854 h 689379"/>
                <a:gd name="connsiteX98-43685" fmla="*/ 664755 w 3024845"/>
                <a:gd name="connsiteY98-43686" fmla="*/ 239957 h 689379"/>
                <a:gd name="connsiteX99-43687" fmla="*/ 665515 w 3024845"/>
                <a:gd name="connsiteY99-43688" fmla="*/ 239957 h 689379"/>
                <a:gd name="connsiteX100-43689" fmla="*/ 670835 w 3024845"/>
                <a:gd name="connsiteY100-43690" fmla="*/ 239957 h 689379"/>
                <a:gd name="connsiteX101-43691" fmla="*/ 670835 w 3024845"/>
                <a:gd name="connsiteY101-43692" fmla="*/ 134030 h 689379"/>
                <a:gd name="connsiteX102-43693" fmla="*/ 672355 w 3024845"/>
                <a:gd name="connsiteY102-43694" fmla="*/ 134030 h 689379"/>
                <a:gd name="connsiteX103-43695" fmla="*/ 682995 w 3024845"/>
                <a:gd name="connsiteY103-43696" fmla="*/ 134030 h 689379"/>
                <a:gd name="connsiteX104-43697" fmla="*/ 682995 w 3024845"/>
                <a:gd name="connsiteY104-43698" fmla="*/ 86471 h 689379"/>
                <a:gd name="connsiteX105-43699" fmla="*/ 709342 w 3024845"/>
                <a:gd name="connsiteY105-43700" fmla="*/ 86471 h 689379"/>
                <a:gd name="connsiteX106-43701" fmla="*/ 709342 w 3024845"/>
                <a:gd name="connsiteY106-43702" fmla="*/ 64853 h 689379"/>
                <a:gd name="connsiteX107-43703" fmla="*/ 743796 w 3024845"/>
                <a:gd name="connsiteY107-43704" fmla="*/ 64853 h 689379"/>
                <a:gd name="connsiteX108-43705" fmla="*/ 743796 w 3024845"/>
                <a:gd name="connsiteY108-43706" fmla="*/ 67285 h 689379"/>
                <a:gd name="connsiteX109-43707" fmla="*/ 743796 w 3024845"/>
                <a:gd name="connsiteY109-43708" fmla="*/ 84309 h 689379"/>
                <a:gd name="connsiteX110-43709" fmla="*/ 746076 w 3024845"/>
                <a:gd name="connsiteY110-43710" fmla="*/ 84309 h 689379"/>
                <a:gd name="connsiteX111-43711" fmla="*/ 762036 w 3024845"/>
                <a:gd name="connsiteY111-43712" fmla="*/ 84309 h 689379"/>
                <a:gd name="connsiteX112-43713" fmla="*/ 762036 w 3024845"/>
                <a:gd name="connsiteY112-43714" fmla="*/ 131868 h 689379"/>
                <a:gd name="connsiteX113-43715" fmla="*/ 763049 w 3024845"/>
                <a:gd name="connsiteY113-43716" fmla="*/ 131868 h 689379"/>
                <a:gd name="connsiteX114-43717" fmla="*/ 770143 w 3024845"/>
                <a:gd name="connsiteY114-43718" fmla="*/ 131868 h 689379"/>
                <a:gd name="connsiteX115-43719" fmla="*/ 784330 w 3024845"/>
                <a:gd name="connsiteY115-43720" fmla="*/ 136192 h 689379"/>
                <a:gd name="connsiteX116-43721" fmla="*/ 784330 w 3024845"/>
                <a:gd name="connsiteY116-43722" fmla="*/ 175104 h 689379"/>
                <a:gd name="connsiteX117-43723" fmla="*/ 785343 w 3024845"/>
                <a:gd name="connsiteY117-43724" fmla="*/ 175104 h 689379"/>
                <a:gd name="connsiteX118-43725" fmla="*/ 792436 w 3024845"/>
                <a:gd name="connsiteY118-43726" fmla="*/ 175104 h 689379"/>
                <a:gd name="connsiteX119-43727" fmla="*/ 792436 w 3024845"/>
                <a:gd name="connsiteY119-43728" fmla="*/ 176725 h 689379"/>
                <a:gd name="connsiteX120-43729" fmla="*/ 792436 w 3024845"/>
                <a:gd name="connsiteY120-43730" fmla="*/ 188074 h 689379"/>
                <a:gd name="connsiteX121-43731" fmla="*/ 794463 w 3024845"/>
                <a:gd name="connsiteY121-43732" fmla="*/ 188074 h 689379"/>
                <a:gd name="connsiteX122-43733" fmla="*/ 808650 w 3024845"/>
                <a:gd name="connsiteY122-43734" fmla="*/ 188074 h 689379"/>
                <a:gd name="connsiteX123-43735" fmla="*/ 814730 w 3024845"/>
                <a:gd name="connsiteY123-43736" fmla="*/ 194560 h 689379"/>
                <a:gd name="connsiteX124-43737" fmla="*/ 814730 w 3024845"/>
                <a:gd name="connsiteY124-43738" fmla="*/ 216178 h 689379"/>
                <a:gd name="connsiteX125-43739" fmla="*/ 817010 w 3024845"/>
                <a:gd name="connsiteY125-43740" fmla="*/ 216178 h 689379"/>
                <a:gd name="connsiteX126-43741" fmla="*/ 832970 w 3024845"/>
                <a:gd name="connsiteY126-43742" fmla="*/ 216178 h 689379"/>
                <a:gd name="connsiteX127-43743" fmla="*/ 832970 w 3024845"/>
                <a:gd name="connsiteY127-43744" fmla="*/ 217258 h 689379"/>
                <a:gd name="connsiteX128-43745" fmla="*/ 832970 w 3024845"/>
                <a:gd name="connsiteY128-43746" fmla="*/ 224825 h 689379"/>
                <a:gd name="connsiteX129-43747" fmla="*/ 834237 w 3024845"/>
                <a:gd name="connsiteY129-43748" fmla="*/ 224825 h 689379"/>
                <a:gd name="connsiteX130-43749" fmla="*/ 843104 w 3024845"/>
                <a:gd name="connsiteY130-43750" fmla="*/ 224825 h 689379"/>
                <a:gd name="connsiteX131-43751" fmla="*/ 843104 w 3024845"/>
                <a:gd name="connsiteY131-43752" fmla="*/ 226986 h 689379"/>
                <a:gd name="connsiteX132-43753" fmla="*/ 843104 w 3024845"/>
                <a:gd name="connsiteY132-43754" fmla="*/ 242119 h 689379"/>
                <a:gd name="connsiteX133-43755" fmla="*/ 847157 w 3024845"/>
                <a:gd name="connsiteY133-43756" fmla="*/ 240227 h 689379"/>
                <a:gd name="connsiteX134-43757" fmla="*/ 847157 w 3024845"/>
                <a:gd name="connsiteY134-43758" fmla="*/ 226986 h 689379"/>
                <a:gd name="connsiteX135-43759" fmla="*/ 848170 w 3024845"/>
                <a:gd name="connsiteY135-43760" fmla="*/ 226986 h 689379"/>
                <a:gd name="connsiteX136-43761" fmla="*/ 855264 w 3024845"/>
                <a:gd name="connsiteY136-43762" fmla="*/ 226986 h 689379"/>
                <a:gd name="connsiteX137-43763" fmla="*/ 855264 w 3024845"/>
                <a:gd name="connsiteY137-43764" fmla="*/ 228608 h 689379"/>
                <a:gd name="connsiteX138-43765" fmla="*/ 855264 w 3024845"/>
                <a:gd name="connsiteY138-43766" fmla="*/ 239957 h 689379"/>
                <a:gd name="connsiteX139-43767" fmla="*/ 856024 w 3024845"/>
                <a:gd name="connsiteY139-43768" fmla="*/ 239957 h 689379"/>
                <a:gd name="connsiteX140-43769" fmla="*/ 861344 w 3024845"/>
                <a:gd name="connsiteY140-43770" fmla="*/ 239957 h 689379"/>
                <a:gd name="connsiteX141-43771" fmla="*/ 909984 w 3024845"/>
                <a:gd name="connsiteY141-43772" fmla="*/ 235634 h 689379"/>
                <a:gd name="connsiteX142-43773" fmla="*/ 909984 w 3024845"/>
                <a:gd name="connsiteY142-43774" fmla="*/ 236985 h 689379"/>
                <a:gd name="connsiteX143-43775" fmla="*/ 909984 w 3024845"/>
                <a:gd name="connsiteY143-43776" fmla="*/ 246442 h 689379"/>
                <a:gd name="connsiteX144-43777" fmla="*/ 910744 w 3024845"/>
                <a:gd name="connsiteY144-43778" fmla="*/ 246442 h 689379"/>
                <a:gd name="connsiteX145-43779" fmla="*/ 916065 w 3024845"/>
                <a:gd name="connsiteY145-43780" fmla="*/ 246442 h 689379"/>
                <a:gd name="connsiteX146-43781" fmla="*/ 916065 w 3024845"/>
                <a:gd name="connsiteY146-43782" fmla="*/ 248604 h 689379"/>
                <a:gd name="connsiteX147-43783" fmla="*/ 916065 w 3024845"/>
                <a:gd name="connsiteY147-43784" fmla="*/ 263737 h 689379"/>
                <a:gd name="connsiteX148-43785" fmla="*/ 918091 w 3024845"/>
                <a:gd name="connsiteY148-43786" fmla="*/ 262386 h 689379"/>
                <a:gd name="connsiteX149-43787" fmla="*/ 932278 w 3024845"/>
                <a:gd name="connsiteY149-43788" fmla="*/ 252928 h 689379"/>
                <a:gd name="connsiteX150-43789" fmla="*/ 938358 w 3024845"/>
                <a:gd name="connsiteY150-43790" fmla="*/ 211854 h 689379"/>
                <a:gd name="connsiteX151-43791" fmla="*/ 939118 w 3024845"/>
                <a:gd name="connsiteY151-43792" fmla="*/ 211584 h 689379"/>
                <a:gd name="connsiteX152-43793" fmla="*/ 944438 w 3024845"/>
                <a:gd name="connsiteY152-43794" fmla="*/ 209692 h 689379"/>
                <a:gd name="connsiteX153-43795" fmla="*/ 946465 w 3024845"/>
                <a:gd name="connsiteY153-43796" fmla="*/ 140515 h 689379"/>
                <a:gd name="connsiteX154-43797" fmla="*/ 948492 w 3024845"/>
                <a:gd name="connsiteY154-43798" fmla="*/ 209692 h 689379"/>
                <a:gd name="connsiteX155-43799" fmla="*/ 949252 w 3024845"/>
                <a:gd name="connsiteY155-43800" fmla="*/ 209962 h 689379"/>
                <a:gd name="connsiteX156-43801" fmla="*/ 954572 w 3024845"/>
                <a:gd name="connsiteY156-43802" fmla="*/ 211854 h 689379"/>
                <a:gd name="connsiteX157-43803" fmla="*/ 954572 w 3024845"/>
                <a:gd name="connsiteY157-43804" fmla="*/ 125383 h 689379"/>
                <a:gd name="connsiteX158-43805" fmla="*/ 958625 w 3024845"/>
                <a:gd name="connsiteY158-43806" fmla="*/ 92956 h 689379"/>
                <a:gd name="connsiteX159-43807" fmla="*/ 997132 w 3024845"/>
                <a:gd name="connsiteY159-43808" fmla="*/ 92956 h 689379"/>
                <a:gd name="connsiteX160-43809" fmla="*/ 997132 w 3024845"/>
                <a:gd name="connsiteY160-43810" fmla="*/ 125383 h 689379"/>
                <a:gd name="connsiteX161-43811" fmla="*/ 997892 w 3024845"/>
                <a:gd name="connsiteY161-43812" fmla="*/ 125383 h 689379"/>
                <a:gd name="connsiteX162-43813" fmla="*/ 1003212 w 3024845"/>
                <a:gd name="connsiteY162-43814" fmla="*/ 125383 h 689379"/>
                <a:gd name="connsiteX163-43815" fmla="*/ 1003212 w 3024845"/>
                <a:gd name="connsiteY163-43816" fmla="*/ 43235 h 689379"/>
                <a:gd name="connsiteX164-43817" fmla="*/ 1004986 w 3024845"/>
                <a:gd name="connsiteY164-43818" fmla="*/ 43235 h 689379"/>
                <a:gd name="connsiteX165-43819" fmla="*/ 1017399 w 3024845"/>
                <a:gd name="connsiteY165-43820" fmla="*/ 43235 h 689379"/>
                <a:gd name="connsiteX166-43821" fmla="*/ 1017399 w 3024845"/>
                <a:gd name="connsiteY166-43822" fmla="*/ 41344 h 689379"/>
                <a:gd name="connsiteX167-43823" fmla="*/ 1017399 w 3024845"/>
                <a:gd name="connsiteY167-43824" fmla="*/ 28103 h 689379"/>
                <a:gd name="connsiteX168-43825" fmla="*/ 1039693 w 3024845"/>
                <a:gd name="connsiteY168-43826" fmla="*/ 28103 h 689379"/>
                <a:gd name="connsiteX169-43827" fmla="*/ 1039693 w 3024845"/>
                <a:gd name="connsiteY169-43828" fmla="*/ 27022 h 689379"/>
                <a:gd name="connsiteX170-43829" fmla="*/ 1039693 w 3024845"/>
                <a:gd name="connsiteY170-43830" fmla="*/ 19456 h 689379"/>
                <a:gd name="connsiteX171-43831" fmla="*/ 1041466 w 3024845"/>
                <a:gd name="connsiteY171-43832" fmla="*/ 19456 h 689379"/>
                <a:gd name="connsiteX172-43833" fmla="*/ 1053880 w 3024845"/>
                <a:gd name="connsiteY172-43834" fmla="*/ 19456 h 689379"/>
                <a:gd name="connsiteX173-43835" fmla="*/ 1053880 w 3024845"/>
                <a:gd name="connsiteY173-43836" fmla="*/ 20537 h 689379"/>
                <a:gd name="connsiteX174-43837" fmla="*/ 1053880 w 3024845"/>
                <a:gd name="connsiteY174-43838" fmla="*/ 28103 h 689379"/>
                <a:gd name="connsiteX175-43839" fmla="*/ 1054640 w 3024845"/>
                <a:gd name="connsiteY175-43840" fmla="*/ 28103 h 689379"/>
                <a:gd name="connsiteX176-43841" fmla="*/ 1059960 w 3024845"/>
                <a:gd name="connsiteY176-43842" fmla="*/ 28103 h 689379"/>
                <a:gd name="connsiteX177-43843" fmla="*/ 1070093 w 3024845"/>
                <a:gd name="connsiteY177-43844" fmla="*/ 23779 h 689379"/>
                <a:gd name="connsiteX178-43845" fmla="*/ 1074146 w 3024845"/>
                <a:gd name="connsiteY178-43846" fmla="*/ 27022 h 689379"/>
                <a:gd name="connsiteX179-43847" fmla="*/ 1074146 w 3024845"/>
                <a:gd name="connsiteY179-43848" fmla="*/ 19456 h 689379"/>
                <a:gd name="connsiteX180-43849" fmla="*/ 1076426 w 3024845"/>
                <a:gd name="connsiteY180-43850" fmla="*/ 19456 h 689379"/>
                <a:gd name="connsiteX181-43851" fmla="*/ 1092387 w 3024845"/>
                <a:gd name="connsiteY181-43852" fmla="*/ 19456 h 689379"/>
                <a:gd name="connsiteX182-43853" fmla="*/ 1092387 w 3024845"/>
                <a:gd name="connsiteY182-43854" fmla="*/ 20537 h 689379"/>
                <a:gd name="connsiteX183-43855" fmla="*/ 1092387 w 3024845"/>
                <a:gd name="connsiteY183-43856" fmla="*/ 28103 h 689379"/>
                <a:gd name="connsiteX184-43857" fmla="*/ 1122787 w 3024845"/>
                <a:gd name="connsiteY184-43858" fmla="*/ 28103 h 689379"/>
                <a:gd name="connsiteX185-43859" fmla="*/ 1122787 w 3024845"/>
                <a:gd name="connsiteY185-43860" fmla="*/ 29724 h 689379"/>
                <a:gd name="connsiteX186-43861" fmla="*/ 1122787 w 3024845"/>
                <a:gd name="connsiteY186-43862" fmla="*/ 41074 h 689379"/>
                <a:gd name="connsiteX187-43863" fmla="*/ 1149134 w 3024845"/>
                <a:gd name="connsiteY187-43864" fmla="*/ 41074 h 689379"/>
                <a:gd name="connsiteX188-43865" fmla="*/ 1149134 w 3024845"/>
                <a:gd name="connsiteY188-43866" fmla="*/ 71338 h 689379"/>
                <a:gd name="connsiteX189-43867" fmla="*/ 1149894 w 3024845"/>
                <a:gd name="connsiteY189-43868" fmla="*/ 71338 h 689379"/>
                <a:gd name="connsiteX190-43869" fmla="*/ 1155214 w 3024845"/>
                <a:gd name="connsiteY190-43870" fmla="*/ 71338 h 689379"/>
                <a:gd name="connsiteX191-43871" fmla="*/ 1155214 w 3024845"/>
                <a:gd name="connsiteY191-43872" fmla="*/ 72419 h 689379"/>
                <a:gd name="connsiteX192-43873" fmla="*/ 1155214 w 3024845"/>
                <a:gd name="connsiteY192-43874" fmla="*/ 79986 h 689379"/>
                <a:gd name="connsiteX193-43875" fmla="*/ 1159268 w 3024845"/>
                <a:gd name="connsiteY193-43876" fmla="*/ 110250 h 689379"/>
                <a:gd name="connsiteX194-43877" fmla="*/ 1160028 w 3024845"/>
                <a:gd name="connsiteY194-43878" fmla="*/ 110250 h 689379"/>
                <a:gd name="connsiteX195-43879" fmla="*/ 1165348 w 3024845"/>
                <a:gd name="connsiteY195-43880" fmla="*/ 110250 h 689379"/>
                <a:gd name="connsiteX196-43881" fmla="*/ 1165348 w 3024845"/>
                <a:gd name="connsiteY196-43882" fmla="*/ 111061 h 689379"/>
                <a:gd name="connsiteX197-43883" fmla="*/ 1165348 w 3024845"/>
                <a:gd name="connsiteY197-43884" fmla="*/ 116736 h 689379"/>
                <a:gd name="connsiteX198-43885" fmla="*/ 1166361 w 3024845"/>
                <a:gd name="connsiteY198-43886" fmla="*/ 116736 h 689379"/>
                <a:gd name="connsiteX199-43887" fmla="*/ 1173454 w 3024845"/>
                <a:gd name="connsiteY199-43888" fmla="*/ 116736 h 689379"/>
                <a:gd name="connsiteX200-43889" fmla="*/ 1173454 w 3024845"/>
                <a:gd name="connsiteY200-43890" fmla="*/ 147001 h 689379"/>
                <a:gd name="connsiteX201-43891" fmla="*/ 1175481 w 3024845"/>
                <a:gd name="connsiteY201-43892" fmla="*/ 147001 h 689379"/>
                <a:gd name="connsiteX202-43893" fmla="*/ 1189668 w 3024845"/>
                <a:gd name="connsiteY202-43894" fmla="*/ 147001 h 689379"/>
                <a:gd name="connsiteX203-43895" fmla="*/ 1189668 w 3024845"/>
                <a:gd name="connsiteY203-43896" fmla="*/ 170780 h 689379"/>
                <a:gd name="connsiteX204-43897" fmla="*/ 1191695 w 3024845"/>
                <a:gd name="connsiteY204-43898" fmla="*/ 172401 h 689379"/>
                <a:gd name="connsiteX205-43899" fmla="*/ 1191695 w 3024845"/>
                <a:gd name="connsiteY205-43900" fmla="*/ 183751 h 689379"/>
                <a:gd name="connsiteX206-43901" fmla="*/ 1192455 w 3024845"/>
                <a:gd name="connsiteY206-43902" fmla="*/ 183751 h 689379"/>
                <a:gd name="connsiteX207-43903" fmla="*/ 1197775 w 3024845"/>
                <a:gd name="connsiteY207-43904" fmla="*/ 183751 h 689379"/>
                <a:gd name="connsiteX208-43905" fmla="*/ 1197775 w 3024845"/>
                <a:gd name="connsiteY208-43906" fmla="*/ 207530 h 689379"/>
                <a:gd name="connsiteX209-43907" fmla="*/ 1199041 w 3024845"/>
                <a:gd name="connsiteY209-43908" fmla="*/ 207530 h 689379"/>
                <a:gd name="connsiteX210-43909" fmla="*/ 1207908 w 3024845"/>
                <a:gd name="connsiteY210-43910" fmla="*/ 207530 h 689379"/>
                <a:gd name="connsiteX211-43911" fmla="*/ 1209935 w 3024845"/>
                <a:gd name="connsiteY211-43912" fmla="*/ 211584 h 689379"/>
                <a:gd name="connsiteX212-43913" fmla="*/ 1209935 w 3024845"/>
                <a:gd name="connsiteY212-43914" fmla="*/ 224825 h 689379"/>
                <a:gd name="connsiteX213-43915" fmla="*/ 1211455 w 3024845"/>
                <a:gd name="connsiteY213-43916" fmla="*/ 222933 h 689379"/>
                <a:gd name="connsiteX214-43917" fmla="*/ 1222095 w 3024845"/>
                <a:gd name="connsiteY214-43918" fmla="*/ 209692 h 689379"/>
                <a:gd name="connsiteX215-43919" fmla="*/ 1250469 w 3024845"/>
                <a:gd name="connsiteY215-43920" fmla="*/ 209692 h 689379"/>
                <a:gd name="connsiteX216-43921" fmla="*/ 1250469 w 3024845"/>
                <a:gd name="connsiteY216-43922" fmla="*/ 296163 h 689379"/>
                <a:gd name="connsiteX217-43923" fmla="*/ 1251229 w 3024845"/>
                <a:gd name="connsiteY217-43924" fmla="*/ 296163 h 689379"/>
                <a:gd name="connsiteX218-43925" fmla="*/ 1256549 w 3024845"/>
                <a:gd name="connsiteY218-43926" fmla="*/ 296163 h 689379"/>
                <a:gd name="connsiteX219-43927" fmla="*/ 1257309 w 3024845"/>
                <a:gd name="connsiteY219-43928" fmla="*/ 294812 h 689379"/>
                <a:gd name="connsiteX220-43929" fmla="*/ 1262629 w 3024845"/>
                <a:gd name="connsiteY220-43930" fmla="*/ 285354 h 689379"/>
                <a:gd name="connsiteX221-43931" fmla="*/ 1262629 w 3024845"/>
                <a:gd name="connsiteY221-43932" fmla="*/ 287246 h 689379"/>
                <a:gd name="connsiteX222-43933" fmla="*/ 1262629 w 3024845"/>
                <a:gd name="connsiteY222-43934" fmla="*/ 300487 h 689379"/>
                <a:gd name="connsiteX223-43935" fmla="*/ 1266682 w 3024845"/>
                <a:gd name="connsiteY223-43936" fmla="*/ 255090 h 689379"/>
                <a:gd name="connsiteX224-43937" fmla="*/ 1267442 w 3024845"/>
                <a:gd name="connsiteY224-43938" fmla="*/ 255090 h 689379"/>
                <a:gd name="connsiteX225-43939" fmla="*/ 1272762 w 3024845"/>
                <a:gd name="connsiteY225-43940" fmla="*/ 255090 h 689379"/>
                <a:gd name="connsiteX226-43941" fmla="*/ 1272762 w 3024845"/>
                <a:gd name="connsiteY226-43942" fmla="*/ 190236 h 689379"/>
                <a:gd name="connsiteX227-43943" fmla="*/ 1273776 w 3024845"/>
                <a:gd name="connsiteY227-43944" fmla="*/ 190236 h 689379"/>
                <a:gd name="connsiteX228-43945" fmla="*/ 1280869 w 3024845"/>
                <a:gd name="connsiteY228-43946" fmla="*/ 190236 h 689379"/>
                <a:gd name="connsiteX229-43947" fmla="*/ 1293029 w 3024845"/>
                <a:gd name="connsiteY229-43948" fmla="*/ 147001 h 689379"/>
                <a:gd name="connsiteX230-43949" fmla="*/ 1294296 w 3024845"/>
                <a:gd name="connsiteY230-43950" fmla="*/ 147001 h 689379"/>
                <a:gd name="connsiteX231-43951" fmla="*/ 1303163 w 3024845"/>
                <a:gd name="connsiteY231-43952" fmla="*/ 147001 h 689379"/>
                <a:gd name="connsiteX232-43953" fmla="*/ 1313296 w 3024845"/>
                <a:gd name="connsiteY232-43954" fmla="*/ 190236 h 689379"/>
                <a:gd name="connsiteX233-43955" fmla="*/ 1314309 w 3024845"/>
                <a:gd name="connsiteY233-43956" fmla="*/ 190236 h 689379"/>
                <a:gd name="connsiteX234-43957" fmla="*/ 1321403 w 3024845"/>
                <a:gd name="connsiteY234-43958" fmla="*/ 190236 h 689379"/>
                <a:gd name="connsiteX235-43959" fmla="*/ 1321403 w 3024845"/>
                <a:gd name="connsiteY235-43960" fmla="*/ 229148 h 689379"/>
                <a:gd name="connsiteX236-43961" fmla="*/ 1323176 w 3024845"/>
                <a:gd name="connsiteY236-43962" fmla="*/ 229148 h 689379"/>
                <a:gd name="connsiteX237-43963" fmla="*/ 1335590 w 3024845"/>
                <a:gd name="connsiteY237-43964" fmla="*/ 229148 h 689379"/>
                <a:gd name="connsiteX238-43965" fmla="*/ 1335590 w 3024845"/>
                <a:gd name="connsiteY238-43966" fmla="*/ 231310 h 689379"/>
                <a:gd name="connsiteX239-43967" fmla="*/ 1335590 w 3024845"/>
                <a:gd name="connsiteY239-43968" fmla="*/ 246442 h 689379"/>
                <a:gd name="connsiteX240-43969" fmla="*/ 1339643 w 3024845"/>
                <a:gd name="connsiteY240-43970" fmla="*/ 244281 h 689379"/>
                <a:gd name="connsiteX241-43971" fmla="*/ 1339643 w 3024845"/>
                <a:gd name="connsiteY241-43972" fmla="*/ 229148 h 689379"/>
                <a:gd name="connsiteX242-43973" fmla="*/ 1341163 w 3024845"/>
                <a:gd name="connsiteY242-43974" fmla="*/ 229148 h 689379"/>
                <a:gd name="connsiteX243-43975" fmla="*/ 1351803 w 3024845"/>
                <a:gd name="connsiteY243-43976" fmla="*/ 229148 h 689379"/>
                <a:gd name="connsiteX244-43977" fmla="*/ 1351803 w 3024845"/>
                <a:gd name="connsiteY244-43978" fmla="*/ 230769 h 689379"/>
                <a:gd name="connsiteX245-43979" fmla="*/ 1351803 w 3024845"/>
                <a:gd name="connsiteY245-43980" fmla="*/ 242119 h 689379"/>
                <a:gd name="connsiteX246-43981" fmla="*/ 1382204 w 3024845"/>
                <a:gd name="connsiteY246-43982" fmla="*/ 242119 h 689379"/>
                <a:gd name="connsiteX247-43983" fmla="*/ 1382204 w 3024845"/>
                <a:gd name="connsiteY247-43984" fmla="*/ 205369 h 689379"/>
                <a:gd name="connsiteX248-43985" fmla="*/ 1383470 w 3024845"/>
                <a:gd name="connsiteY248-43986" fmla="*/ 205369 h 689379"/>
                <a:gd name="connsiteX249-43987" fmla="*/ 1392337 w 3024845"/>
                <a:gd name="connsiteY249-43988" fmla="*/ 205369 h 689379"/>
                <a:gd name="connsiteX250-43989" fmla="*/ 1392337 w 3024845"/>
                <a:gd name="connsiteY250-43990" fmla="*/ 226986 h 689379"/>
                <a:gd name="connsiteX251-43991" fmla="*/ 1394364 w 3024845"/>
                <a:gd name="connsiteY251-43992" fmla="*/ 194560 h 689379"/>
                <a:gd name="connsiteX252-43993" fmla="*/ 1416657 w 3024845"/>
                <a:gd name="connsiteY252-43994" fmla="*/ 194560 h 689379"/>
                <a:gd name="connsiteX253-43995" fmla="*/ 1416657 w 3024845"/>
                <a:gd name="connsiteY253-43996" fmla="*/ 192938 h 689379"/>
                <a:gd name="connsiteX254-43997" fmla="*/ 1416657 w 3024845"/>
                <a:gd name="connsiteY254-43998" fmla="*/ 181589 h 689379"/>
                <a:gd name="connsiteX255-43999" fmla="*/ 1417417 w 3024845"/>
                <a:gd name="connsiteY255-44000" fmla="*/ 181589 h 689379"/>
                <a:gd name="connsiteX256-44001" fmla="*/ 1422737 w 3024845"/>
                <a:gd name="connsiteY256-44002" fmla="*/ 181589 h 689379"/>
                <a:gd name="connsiteX257-44003" fmla="*/ 1422737 w 3024845"/>
                <a:gd name="connsiteY257-44004" fmla="*/ 179698 h 689379"/>
                <a:gd name="connsiteX258-44005" fmla="*/ 1422737 w 3024845"/>
                <a:gd name="connsiteY258-44006" fmla="*/ 166457 h 689379"/>
                <a:gd name="connsiteX259-44007" fmla="*/ 1426791 w 3024845"/>
                <a:gd name="connsiteY259-44008" fmla="*/ 172942 h 689379"/>
                <a:gd name="connsiteX260-44009" fmla="*/ 1429071 w 3024845"/>
                <a:gd name="connsiteY260-44010" fmla="*/ 172942 h 689379"/>
                <a:gd name="connsiteX261-44011" fmla="*/ 1445031 w 3024845"/>
                <a:gd name="connsiteY261-44012" fmla="*/ 172942 h 689379"/>
                <a:gd name="connsiteX262-44013" fmla="*/ 1445031 w 3024845"/>
                <a:gd name="connsiteY262-44014" fmla="*/ 172131 h 689379"/>
                <a:gd name="connsiteX263-44015" fmla="*/ 1445031 w 3024845"/>
                <a:gd name="connsiteY263-44016" fmla="*/ 166457 h 689379"/>
                <a:gd name="connsiteX264-44017" fmla="*/ 1445791 w 3024845"/>
                <a:gd name="connsiteY264-44018" fmla="*/ 166457 h 689379"/>
                <a:gd name="connsiteX265-44019" fmla="*/ 1451111 w 3024845"/>
                <a:gd name="connsiteY265-44020" fmla="*/ 166457 h 689379"/>
                <a:gd name="connsiteX266-44021" fmla="*/ 1451111 w 3024845"/>
                <a:gd name="connsiteY266-44022" fmla="*/ 167808 h 689379"/>
                <a:gd name="connsiteX267-44023" fmla="*/ 1451111 w 3024845"/>
                <a:gd name="connsiteY267-44024" fmla="*/ 177266 h 689379"/>
                <a:gd name="connsiteX268-44025" fmla="*/ 1489618 w 3024845"/>
                <a:gd name="connsiteY268-44026" fmla="*/ 177266 h 689379"/>
                <a:gd name="connsiteX269-44027" fmla="*/ 1489618 w 3024845"/>
                <a:gd name="connsiteY269-44028" fmla="*/ 315619 h 689379"/>
                <a:gd name="connsiteX270-44029" fmla="*/ 1491138 w 3024845"/>
                <a:gd name="connsiteY270-44030" fmla="*/ 315619 h 689379"/>
                <a:gd name="connsiteX271-44031" fmla="*/ 1501778 w 3024845"/>
                <a:gd name="connsiteY271-44032" fmla="*/ 315619 h 689379"/>
                <a:gd name="connsiteX272-44033" fmla="*/ 1501778 w 3024845"/>
                <a:gd name="connsiteY272-44034" fmla="*/ 302649 h 689379"/>
                <a:gd name="connsiteX273-44035" fmla="*/ 1505832 w 3024845"/>
                <a:gd name="connsiteY273-44036" fmla="*/ 302649 h 689379"/>
                <a:gd name="connsiteX274-44037" fmla="*/ 1505832 w 3024845"/>
                <a:gd name="connsiteY274-44038" fmla="*/ 315619 h 689379"/>
                <a:gd name="connsiteX275-44039" fmla="*/ 1536232 w 3024845"/>
                <a:gd name="connsiteY275-44040" fmla="*/ 315619 h 689379"/>
                <a:gd name="connsiteX276-44041" fmla="*/ 1536232 w 3024845"/>
                <a:gd name="connsiteY276-44042" fmla="*/ 285354 h 689379"/>
                <a:gd name="connsiteX277-44043" fmla="*/ 1548392 w 3024845"/>
                <a:gd name="connsiteY277-44044" fmla="*/ 285354 h 689379"/>
                <a:gd name="connsiteX278-44045" fmla="*/ 1560552 w 3024845"/>
                <a:gd name="connsiteY278-44046" fmla="*/ 283193 h 689379"/>
                <a:gd name="connsiteX279-44047" fmla="*/ 1564606 w 3024845"/>
                <a:gd name="connsiteY279-44048" fmla="*/ 285354 h 689379"/>
                <a:gd name="connsiteX280-44049" fmla="*/ 1574739 w 3024845"/>
                <a:gd name="connsiteY280-44050" fmla="*/ 285354 h 689379"/>
                <a:gd name="connsiteX281-44051" fmla="*/ 1574739 w 3024845"/>
                <a:gd name="connsiteY281-44052" fmla="*/ 315619 h 689379"/>
                <a:gd name="connsiteX282-44053" fmla="*/ 1582846 w 3024845"/>
                <a:gd name="connsiteY282-44054" fmla="*/ 315619 h 689379"/>
                <a:gd name="connsiteX283-44055" fmla="*/ 1582846 w 3024845"/>
                <a:gd name="connsiteY283-44056" fmla="*/ 332914 h 689379"/>
                <a:gd name="connsiteX284-44057" fmla="*/ 1592182 w 3024845"/>
                <a:gd name="connsiteY284-44058" fmla="*/ 333819 h 689379"/>
                <a:gd name="connsiteX285-44059" fmla="*/ 1605140 w 3024845"/>
                <a:gd name="connsiteY285-44060" fmla="*/ 333819 h 689379"/>
                <a:gd name="connsiteX286-44061" fmla="*/ 1605140 w 3024845"/>
                <a:gd name="connsiteY286-44062" fmla="*/ 317781 h 689379"/>
                <a:gd name="connsiteX287-44063" fmla="*/ 1673096 w 3024845"/>
                <a:gd name="connsiteY287-44064" fmla="*/ 317781 h 689379"/>
                <a:gd name="connsiteX288-44065" fmla="*/ 1673096 w 3024845"/>
                <a:gd name="connsiteY288-44066" fmla="*/ 232528 h 689379"/>
                <a:gd name="connsiteX289-44067" fmla="*/ 1745104 w 3024845"/>
                <a:gd name="connsiteY289-44068" fmla="*/ 232528 h 689379"/>
                <a:gd name="connsiteX290-44069" fmla="*/ 1745104 w 3024845"/>
                <a:gd name="connsiteY290-44070" fmla="*/ 311296 h 689379"/>
                <a:gd name="connsiteX291-44071" fmla="*/ 1747008 w 3024845"/>
                <a:gd name="connsiteY291-44072" fmla="*/ 311296 h 689379"/>
                <a:gd name="connsiteX292-44073" fmla="*/ 1748250 w 3024845"/>
                <a:gd name="connsiteY292-44074" fmla="*/ 333819 h 689379"/>
                <a:gd name="connsiteX293-44075" fmla="*/ 1757926 w 3024845"/>
                <a:gd name="connsiteY293-44076" fmla="*/ 333819 h 689379"/>
                <a:gd name="connsiteX294-44077" fmla="*/ 1759168 w 3024845"/>
                <a:gd name="connsiteY294-44078" fmla="*/ 311296 h 689379"/>
                <a:gd name="connsiteX295-44079" fmla="*/ 1765248 w 3024845"/>
                <a:gd name="connsiteY295-44080" fmla="*/ 311296 h 689379"/>
                <a:gd name="connsiteX296-44081" fmla="*/ 1766490 w 3024845"/>
                <a:gd name="connsiteY296-44082" fmla="*/ 333819 h 689379"/>
                <a:gd name="connsiteX297-44083" fmla="*/ 1817112 w 3024845"/>
                <a:gd name="connsiteY297-44084" fmla="*/ 333819 h 689379"/>
                <a:gd name="connsiteX298-44085" fmla="*/ 1817112 w 3024845"/>
                <a:gd name="connsiteY298-44086" fmla="*/ 170791 h 689379"/>
                <a:gd name="connsiteX299-44087" fmla="*/ 2014439 w 3024845"/>
                <a:gd name="connsiteY299-44088" fmla="*/ 170791 h 689379"/>
                <a:gd name="connsiteX300-44089" fmla="*/ 2014439 w 3024845"/>
                <a:gd name="connsiteY300-44090" fmla="*/ 333819 h 689379"/>
                <a:gd name="connsiteX301-44091" fmla="*/ 2033136 w 3024845"/>
                <a:gd name="connsiteY301-44092" fmla="*/ 333819 h 689379"/>
                <a:gd name="connsiteX302-44093" fmla="*/ 2033136 w 3024845"/>
                <a:gd name="connsiteY302-44094" fmla="*/ 251126 h 689379"/>
                <a:gd name="connsiteX303-44095" fmla="*/ 2128256 w 3024845"/>
                <a:gd name="connsiteY303-44096" fmla="*/ 251126 h 689379"/>
                <a:gd name="connsiteX304-44097" fmla="*/ 2180720 w 3024845"/>
                <a:gd name="connsiteY304-44098" fmla="*/ 185913 h 689379"/>
                <a:gd name="connsiteX305-44099" fmla="*/ 2245574 w 3024845"/>
                <a:gd name="connsiteY305-44100" fmla="*/ 185913 h 689379"/>
                <a:gd name="connsiteX306-44101" fmla="*/ 2245574 w 3024845"/>
                <a:gd name="connsiteY306-44102" fmla="*/ 261575 h 689379"/>
                <a:gd name="connsiteX307-44103" fmla="*/ 2253681 w 3024845"/>
                <a:gd name="connsiteY307-44104" fmla="*/ 261575 h 689379"/>
                <a:gd name="connsiteX308-44105" fmla="*/ 2255708 w 3024845"/>
                <a:gd name="connsiteY308-44106" fmla="*/ 255090 h 689379"/>
                <a:gd name="connsiteX309-44107" fmla="*/ 2261788 w 3024845"/>
                <a:gd name="connsiteY309-44108" fmla="*/ 255090 h 689379"/>
                <a:gd name="connsiteX310-44109" fmla="*/ 2263815 w 3024845"/>
                <a:gd name="connsiteY310-44110" fmla="*/ 263737 h 689379"/>
                <a:gd name="connsiteX311-44111" fmla="*/ 2275975 w 3024845"/>
                <a:gd name="connsiteY311-44112" fmla="*/ 263737 h 689379"/>
                <a:gd name="connsiteX312-44113" fmla="*/ 2275975 w 3024845"/>
                <a:gd name="connsiteY312-44114" fmla="*/ 257251 h 689379"/>
                <a:gd name="connsiteX313-44115" fmla="*/ 2298268 w 3024845"/>
                <a:gd name="connsiteY313-44116" fmla="*/ 257251 h 689379"/>
                <a:gd name="connsiteX314-44117" fmla="*/ 2298268 w 3024845"/>
                <a:gd name="connsiteY314-44118" fmla="*/ 263737 h 689379"/>
                <a:gd name="connsiteX315-44119" fmla="*/ 2318535 w 3024845"/>
                <a:gd name="connsiteY315-44120" fmla="*/ 263737 h 689379"/>
                <a:gd name="connsiteX316-44121" fmla="*/ 2318535 w 3024845"/>
                <a:gd name="connsiteY316-44122" fmla="*/ 309134 h 689379"/>
                <a:gd name="connsiteX317-44123" fmla="*/ 2332722 w 3024845"/>
                <a:gd name="connsiteY317-44124" fmla="*/ 309134 h 689379"/>
                <a:gd name="connsiteX318-44125" fmla="*/ 2332722 w 3024845"/>
                <a:gd name="connsiteY318-44126" fmla="*/ 296163 h 689379"/>
                <a:gd name="connsiteX319-44127" fmla="*/ 2348936 w 3024845"/>
                <a:gd name="connsiteY319-44128" fmla="*/ 296163 h 689379"/>
                <a:gd name="connsiteX320-44129" fmla="*/ 2348936 w 3024845"/>
                <a:gd name="connsiteY320-44130" fmla="*/ 116736 h 689379"/>
                <a:gd name="connsiteX321-44131" fmla="*/ 2355016 w 3024845"/>
                <a:gd name="connsiteY321-44132" fmla="*/ 110250 h 689379"/>
                <a:gd name="connsiteX322-44133" fmla="*/ 2427977 w 3024845"/>
                <a:gd name="connsiteY322-44134" fmla="*/ 110250 h 689379"/>
                <a:gd name="connsiteX323-44135" fmla="*/ 2427977 w 3024845"/>
                <a:gd name="connsiteY323-44136" fmla="*/ 118898 h 689379"/>
                <a:gd name="connsiteX324-44137" fmla="*/ 2438110 w 3024845"/>
                <a:gd name="connsiteY324-44138" fmla="*/ 118898 h 689379"/>
                <a:gd name="connsiteX325-44139" fmla="*/ 2438110 w 3024845"/>
                <a:gd name="connsiteY325-44140" fmla="*/ 233472 h 689379"/>
                <a:gd name="connsiteX326-44141" fmla="*/ 2460404 w 3024845"/>
                <a:gd name="connsiteY326-44142" fmla="*/ 233472 h 689379"/>
                <a:gd name="connsiteX327-44143" fmla="*/ 2460404 w 3024845"/>
                <a:gd name="connsiteY327-44144" fmla="*/ 166457 h 689379"/>
                <a:gd name="connsiteX328-44145" fmla="*/ 2486751 w 3024845"/>
                <a:gd name="connsiteY328-44146" fmla="*/ 166457 h 689379"/>
                <a:gd name="connsiteX329-44147" fmla="*/ 2490804 w 3024845"/>
                <a:gd name="connsiteY329-44148" fmla="*/ 162133 h 689379"/>
                <a:gd name="connsiteX330-44149" fmla="*/ 2498911 w 3024845"/>
                <a:gd name="connsiteY330-44150" fmla="*/ 162133 h 689379"/>
                <a:gd name="connsiteX331-44151" fmla="*/ 2502964 w 3024845"/>
                <a:gd name="connsiteY331-44152" fmla="*/ 166457 h 689379"/>
                <a:gd name="connsiteX332-44153" fmla="*/ 2525258 w 3024845"/>
                <a:gd name="connsiteY332-44154" fmla="*/ 166457 h 689379"/>
                <a:gd name="connsiteX333-44155" fmla="*/ 2525258 w 3024845"/>
                <a:gd name="connsiteY333-44156" fmla="*/ 49721 h 689379"/>
                <a:gd name="connsiteX334-44157" fmla="*/ 2582005 w 3024845"/>
                <a:gd name="connsiteY334-44158" fmla="*/ 38912 h 689379"/>
                <a:gd name="connsiteX335-44159" fmla="*/ 2582005 w 3024845"/>
                <a:gd name="connsiteY335-44160" fmla="*/ 39993 h 689379"/>
                <a:gd name="connsiteX336-44161" fmla="*/ 2582005 w 3024845"/>
                <a:gd name="connsiteY336-44162" fmla="*/ 47559 h 689379"/>
                <a:gd name="connsiteX337-44163" fmla="*/ 2608352 w 3024845"/>
                <a:gd name="connsiteY337-44164" fmla="*/ 47559 h 689379"/>
                <a:gd name="connsiteX338-44165" fmla="*/ 2608352 w 3024845"/>
                <a:gd name="connsiteY338-44166" fmla="*/ 302649 h 689379"/>
                <a:gd name="connsiteX339-44167" fmla="*/ 2630646 w 3024845"/>
                <a:gd name="connsiteY339-44168" fmla="*/ 302649 h 689379"/>
                <a:gd name="connsiteX340-44169" fmla="*/ 2630646 w 3024845"/>
                <a:gd name="connsiteY340-44170" fmla="*/ 298325 h 689379"/>
                <a:gd name="connsiteX341-44171" fmla="*/ 2642806 w 3024845"/>
                <a:gd name="connsiteY341-44172" fmla="*/ 298325 h 689379"/>
                <a:gd name="connsiteX342-44173" fmla="*/ 2642806 w 3024845"/>
                <a:gd name="connsiteY342-44174" fmla="*/ 302649 h 689379"/>
                <a:gd name="connsiteX343-44175" fmla="*/ 2667126 w 3024845"/>
                <a:gd name="connsiteY343-44176" fmla="*/ 302649 h 689379"/>
                <a:gd name="connsiteX344-44177" fmla="*/ 2667126 w 3024845"/>
                <a:gd name="connsiteY344-44178" fmla="*/ 289678 h 689379"/>
                <a:gd name="connsiteX345-44179" fmla="*/ 2695500 w 3024845"/>
                <a:gd name="connsiteY345-44180" fmla="*/ 289678 h 689379"/>
                <a:gd name="connsiteX346-44181" fmla="*/ 2707660 w 3024845"/>
                <a:gd name="connsiteY346-44182" fmla="*/ 285354 h 689379"/>
                <a:gd name="connsiteX347-44183" fmla="*/ 2727927 w 3024845"/>
                <a:gd name="connsiteY347-44184" fmla="*/ 289678 h 689379"/>
                <a:gd name="connsiteX348-44185" fmla="*/ 2727927 w 3024845"/>
                <a:gd name="connsiteY348-44186" fmla="*/ 272384 h 689379"/>
                <a:gd name="connsiteX349-44187" fmla="*/ 2736034 w 3024845"/>
                <a:gd name="connsiteY349-44188" fmla="*/ 272384 h 689379"/>
                <a:gd name="connsiteX350-44189" fmla="*/ 2736034 w 3024845"/>
                <a:gd name="connsiteY350-44190" fmla="*/ 259413 h 689379"/>
                <a:gd name="connsiteX351-44191" fmla="*/ 2792781 w 3024845"/>
                <a:gd name="connsiteY351-44192" fmla="*/ 259413 h 689379"/>
                <a:gd name="connsiteX352-44193" fmla="*/ 2792781 w 3024845"/>
                <a:gd name="connsiteY352-44194" fmla="*/ 229148 h 689379"/>
                <a:gd name="connsiteX353-44195" fmla="*/ 2811021 w 3024845"/>
                <a:gd name="connsiteY353-44196" fmla="*/ 229148 h 689379"/>
                <a:gd name="connsiteX354-44197" fmla="*/ 2811021 w 3024845"/>
                <a:gd name="connsiteY354-44198" fmla="*/ 222663 h 689379"/>
                <a:gd name="connsiteX355-44199" fmla="*/ 2823181 w 3024845"/>
                <a:gd name="connsiteY355-44200" fmla="*/ 222663 h 689379"/>
                <a:gd name="connsiteX356-44201" fmla="*/ 2823181 w 3024845"/>
                <a:gd name="connsiteY356-44202" fmla="*/ 229148 h 689379"/>
                <a:gd name="connsiteX357-44203" fmla="*/ 2839395 w 3024845"/>
                <a:gd name="connsiteY357-44204" fmla="*/ 229148 h 689379"/>
                <a:gd name="connsiteX358-44205" fmla="*/ 2839395 w 3024845"/>
                <a:gd name="connsiteY358-44206" fmla="*/ 278869 h 689379"/>
                <a:gd name="connsiteX359-44207" fmla="*/ 2871822 w 3024845"/>
                <a:gd name="connsiteY359-44208" fmla="*/ 278869 h 689379"/>
                <a:gd name="connsiteX360-44209" fmla="*/ 2871822 w 3024845"/>
                <a:gd name="connsiteY360-44210" fmla="*/ 252928 h 689379"/>
                <a:gd name="connsiteX361-44211" fmla="*/ 2910329 w 3024845"/>
                <a:gd name="connsiteY361-44212" fmla="*/ 252928 h 689379"/>
                <a:gd name="connsiteX362-44213" fmla="*/ 2910329 w 3024845"/>
                <a:gd name="connsiteY362-44214" fmla="*/ 222663 h 689379"/>
                <a:gd name="connsiteX363-44215" fmla="*/ 2958970 w 3024845"/>
                <a:gd name="connsiteY363-44216" fmla="*/ 222663 h 689379"/>
                <a:gd name="connsiteX364-44217" fmla="*/ 2958970 w 3024845"/>
                <a:gd name="connsiteY364-44218" fmla="*/ 333819 h 689379"/>
                <a:gd name="connsiteX365-44219" fmla="*/ 2958970 w 3024845"/>
                <a:gd name="connsiteY365-44220" fmla="*/ 347598 h 689379"/>
                <a:gd name="connsiteX366-44221" fmla="*/ 3024845 w 3024845"/>
                <a:gd name="connsiteY366-44222" fmla="*/ 347598 h 689379"/>
                <a:gd name="connsiteX367-44223" fmla="*/ 3024845 w 3024845"/>
                <a:gd name="connsiteY367-44224" fmla="*/ 689379 h 689379"/>
                <a:gd name="connsiteX368-44225" fmla="*/ 2054 w 3024845"/>
                <a:gd name="connsiteY368-44226" fmla="*/ 687046 h 689379"/>
                <a:gd name="connsiteX369-44227" fmla="*/ 0 w 3024845"/>
                <a:gd name="connsiteY369-44228" fmla="*/ 252928 h 689379"/>
                <a:gd name="connsiteX370-44229" fmla="*/ 20267 w 3024845"/>
                <a:gd name="connsiteY370-44230" fmla="*/ 252928 h 689379"/>
                <a:gd name="connsiteX371-44231" fmla="*/ 20774 w 3024845"/>
                <a:gd name="connsiteY371-44232" fmla="*/ 251847 h 689379"/>
                <a:gd name="connsiteX372-44233" fmla="*/ 24320 w 3024845"/>
                <a:gd name="connsiteY372-44234" fmla="*/ 244281 h 689379"/>
                <a:gd name="connsiteX373-44235" fmla="*/ 26094 w 3024845"/>
                <a:gd name="connsiteY373-44236" fmla="*/ 244551 h 689379"/>
                <a:gd name="connsiteX374-44237" fmla="*/ 38507 w 3024845"/>
                <a:gd name="connsiteY374-44238" fmla="*/ 246442 h 689379"/>
                <a:gd name="connsiteX375-44239" fmla="*/ 39014 w 3024845"/>
                <a:gd name="connsiteY375-44240" fmla="*/ 247794 h 689379"/>
                <a:gd name="connsiteX376-44241" fmla="*/ 42560 w 3024845"/>
                <a:gd name="connsiteY376-44242" fmla="*/ 257251 h 689379"/>
                <a:gd name="connsiteX377-44243" fmla="*/ 68907 w 3024845"/>
                <a:gd name="connsiteY377-44244" fmla="*/ 259413 h 689379"/>
                <a:gd name="connsiteX378-44245" fmla="*/ 68907 w 3024845"/>
                <a:gd name="connsiteY378-44246" fmla="*/ 136192 h 689379"/>
                <a:gd name="connsiteX379-44247" fmla="*/ 70934 w 3024845"/>
                <a:gd name="connsiteY379-44248" fmla="*/ 136192 h 689379"/>
                <a:gd name="connsiteX380-44249" fmla="*/ 85121 w 3024845"/>
                <a:gd name="connsiteY380-44250" fmla="*/ 136192 h 689379"/>
                <a:gd name="connsiteX381-44251" fmla="*/ 85121 w 3024845"/>
                <a:gd name="connsiteY381-44252" fmla="*/ 0 h 689379"/>
                <a:gd name="connsiteX382-44253" fmla="*/ 86894 w 3024845"/>
                <a:gd name="connsiteY382-44254" fmla="*/ 0 h 689379"/>
                <a:gd name="connsiteX383-44255" fmla="*/ 99308 w 3024845"/>
                <a:gd name="connsiteY383-44256" fmla="*/ 0 h 6893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  <a:cxn ang="0">
                  <a:pos x="connsiteX49-99" y="connsiteY49-100"/>
                </a:cxn>
                <a:cxn ang="0">
                  <a:pos x="connsiteX50-101" y="connsiteY50-102"/>
                </a:cxn>
                <a:cxn ang="0">
                  <a:pos x="connsiteX51-103" y="connsiteY51-104"/>
                </a:cxn>
                <a:cxn ang="0">
                  <a:pos x="connsiteX52-105" y="connsiteY52-106"/>
                </a:cxn>
                <a:cxn ang="0">
                  <a:pos x="connsiteX53-107" y="connsiteY53-108"/>
                </a:cxn>
                <a:cxn ang="0">
                  <a:pos x="connsiteX54-109" y="connsiteY54-110"/>
                </a:cxn>
                <a:cxn ang="0">
                  <a:pos x="connsiteX55-111" y="connsiteY55-112"/>
                </a:cxn>
                <a:cxn ang="0">
                  <a:pos x="connsiteX56-113" y="connsiteY56-114"/>
                </a:cxn>
                <a:cxn ang="0">
                  <a:pos x="connsiteX57-115" y="connsiteY57-116"/>
                </a:cxn>
                <a:cxn ang="0">
                  <a:pos x="connsiteX58-117" y="connsiteY58-118"/>
                </a:cxn>
                <a:cxn ang="0">
                  <a:pos x="connsiteX59-119" y="connsiteY59-120"/>
                </a:cxn>
                <a:cxn ang="0">
                  <a:pos x="connsiteX60-121" y="connsiteY60-122"/>
                </a:cxn>
                <a:cxn ang="0">
                  <a:pos x="connsiteX61-123" y="connsiteY61-124"/>
                </a:cxn>
                <a:cxn ang="0">
                  <a:pos x="connsiteX62-125" y="connsiteY62-126"/>
                </a:cxn>
                <a:cxn ang="0">
                  <a:pos x="connsiteX63-127" y="connsiteY63-128"/>
                </a:cxn>
                <a:cxn ang="0">
                  <a:pos x="connsiteX64-129" y="connsiteY64-130"/>
                </a:cxn>
                <a:cxn ang="0">
                  <a:pos x="connsiteX65-131" y="connsiteY65-132"/>
                </a:cxn>
                <a:cxn ang="0">
                  <a:pos x="connsiteX66-133" y="connsiteY66-134"/>
                </a:cxn>
                <a:cxn ang="0">
                  <a:pos x="connsiteX67-135" y="connsiteY67-136"/>
                </a:cxn>
                <a:cxn ang="0">
                  <a:pos x="connsiteX68-137" y="connsiteY68-138"/>
                </a:cxn>
                <a:cxn ang="0">
                  <a:pos x="connsiteX69-139" y="connsiteY69-140"/>
                </a:cxn>
                <a:cxn ang="0">
                  <a:pos x="connsiteX70-141" y="connsiteY70-142"/>
                </a:cxn>
                <a:cxn ang="0">
                  <a:pos x="connsiteX71-143" y="connsiteY71-144"/>
                </a:cxn>
                <a:cxn ang="0">
                  <a:pos x="connsiteX72-145" y="connsiteY72-146"/>
                </a:cxn>
                <a:cxn ang="0">
                  <a:pos x="connsiteX73-147" y="connsiteY73-148"/>
                </a:cxn>
                <a:cxn ang="0">
                  <a:pos x="connsiteX74-149" y="connsiteY74-150"/>
                </a:cxn>
                <a:cxn ang="0">
                  <a:pos x="connsiteX75-151" y="connsiteY75-152"/>
                </a:cxn>
                <a:cxn ang="0">
                  <a:pos x="connsiteX76-153" y="connsiteY76-154"/>
                </a:cxn>
                <a:cxn ang="0">
                  <a:pos x="connsiteX77-155" y="connsiteY77-156"/>
                </a:cxn>
                <a:cxn ang="0">
                  <a:pos x="connsiteX78-157" y="connsiteY78-158"/>
                </a:cxn>
                <a:cxn ang="0">
                  <a:pos x="connsiteX79-159" y="connsiteY79-160"/>
                </a:cxn>
                <a:cxn ang="0">
                  <a:pos x="connsiteX80-161" y="connsiteY80-162"/>
                </a:cxn>
                <a:cxn ang="0">
                  <a:pos x="connsiteX81-163" y="connsiteY81-164"/>
                </a:cxn>
                <a:cxn ang="0">
                  <a:pos x="connsiteX82-165" y="connsiteY82-166"/>
                </a:cxn>
                <a:cxn ang="0">
                  <a:pos x="connsiteX83-167" y="connsiteY83-168"/>
                </a:cxn>
                <a:cxn ang="0">
                  <a:pos x="connsiteX84-169" y="connsiteY84-170"/>
                </a:cxn>
                <a:cxn ang="0">
                  <a:pos x="connsiteX85-171" y="connsiteY85-172"/>
                </a:cxn>
                <a:cxn ang="0">
                  <a:pos x="connsiteX86-173" y="connsiteY86-174"/>
                </a:cxn>
                <a:cxn ang="0">
                  <a:pos x="connsiteX87-175" y="connsiteY87-176"/>
                </a:cxn>
                <a:cxn ang="0">
                  <a:pos x="connsiteX88-177" y="connsiteY88-178"/>
                </a:cxn>
                <a:cxn ang="0">
                  <a:pos x="connsiteX89-179" y="connsiteY89-180"/>
                </a:cxn>
                <a:cxn ang="0">
                  <a:pos x="connsiteX90-181" y="connsiteY90-182"/>
                </a:cxn>
                <a:cxn ang="0">
                  <a:pos x="connsiteX91-183" y="connsiteY91-184"/>
                </a:cxn>
                <a:cxn ang="0">
                  <a:pos x="connsiteX92-185" y="connsiteY92-186"/>
                </a:cxn>
                <a:cxn ang="0">
                  <a:pos x="connsiteX93-187" y="connsiteY93-188"/>
                </a:cxn>
                <a:cxn ang="0">
                  <a:pos x="connsiteX94-189" y="connsiteY94-190"/>
                </a:cxn>
                <a:cxn ang="0">
                  <a:pos x="connsiteX95-191" y="connsiteY95-192"/>
                </a:cxn>
                <a:cxn ang="0">
                  <a:pos x="connsiteX96-193" y="connsiteY96-194"/>
                </a:cxn>
                <a:cxn ang="0">
                  <a:pos x="connsiteX97-195" y="connsiteY97-196"/>
                </a:cxn>
                <a:cxn ang="0">
                  <a:pos x="connsiteX98-197" y="connsiteY98-198"/>
                </a:cxn>
                <a:cxn ang="0">
                  <a:pos x="connsiteX99-199" y="connsiteY99-200"/>
                </a:cxn>
                <a:cxn ang="0">
                  <a:pos x="connsiteX100-201" y="connsiteY100-202"/>
                </a:cxn>
                <a:cxn ang="0">
                  <a:pos x="connsiteX101-203" y="connsiteY101-204"/>
                </a:cxn>
                <a:cxn ang="0">
                  <a:pos x="connsiteX102-205" y="connsiteY102-206"/>
                </a:cxn>
                <a:cxn ang="0">
                  <a:pos x="connsiteX103-207" y="connsiteY103-208"/>
                </a:cxn>
                <a:cxn ang="0">
                  <a:pos x="connsiteX104-209" y="connsiteY104-210"/>
                </a:cxn>
                <a:cxn ang="0">
                  <a:pos x="connsiteX105-211" y="connsiteY105-212"/>
                </a:cxn>
                <a:cxn ang="0">
                  <a:pos x="connsiteX106-213" y="connsiteY106-214"/>
                </a:cxn>
                <a:cxn ang="0">
                  <a:pos x="connsiteX107-215" y="connsiteY107-216"/>
                </a:cxn>
                <a:cxn ang="0">
                  <a:pos x="connsiteX108-217" y="connsiteY108-218"/>
                </a:cxn>
                <a:cxn ang="0">
                  <a:pos x="connsiteX109-219" y="connsiteY109-220"/>
                </a:cxn>
                <a:cxn ang="0">
                  <a:pos x="connsiteX110-221" y="connsiteY110-222"/>
                </a:cxn>
                <a:cxn ang="0">
                  <a:pos x="connsiteX111-223" y="connsiteY111-224"/>
                </a:cxn>
                <a:cxn ang="0">
                  <a:pos x="connsiteX112-225" y="connsiteY112-226"/>
                </a:cxn>
                <a:cxn ang="0">
                  <a:pos x="connsiteX113-227" y="connsiteY113-228"/>
                </a:cxn>
                <a:cxn ang="0">
                  <a:pos x="connsiteX114-229" y="connsiteY114-230"/>
                </a:cxn>
                <a:cxn ang="0">
                  <a:pos x="connsiteX115-231" y="connsiteY115-232"/>
                </a:cxn>
                <a:cxn ang="0">
                  <a:pos x="connsiteX116-233" y="connsiteY116-234"/>
                </a:cxn>
                <a:cxn ang="0">
                  <a:pos x="connsiteX117-235" y="connsiteY117-236"/>
                </a:cxn>
                <a:cxn ang="0">
                  <a:pos x="connsiteX118-237" y="connsiteY118-238"/>
                </a:cxn>
                <a:cxn ang="0">
                  <a:pos x="connsiteX119-239" y="connsiteY119-240"/>
                </a:cxn>
                <a:cxn ang="0">
                  <a:pos x="connsiteX120-241" y="connsiteY120-242"/>
                </a:cxn>
                <a:cxn ang="0">
                  <a:pos x="connsiteX121-243" y="connsiteY121-244"/>
                </a:cxn>
                <a:cxn ang="0">
                  <a:pos x="connsiteX122-245" y="connsiteY122-246"/>
                </a:cxn>
                <a:cxn ang="0">
                  <a:pos x="connsiteX123-247" y="connsiteY123-248"/>
                </a:cxn>
                <a:cxn ang="0">
                  <a:pos x="connsiteX124-249" y="connsiteY124-250"/>
                </a:cxn>
                <a:cxn ang="0">
                  <a:pos x="connsiteX125-251" y="connsiteY125-252"/>
                </a:cxn>
                <a:cxn ang="0">
                  <a:pos x="connsiteX126-253" y="connsiteY126-254"/>
                </a:cxn>
                <a:cxn ang="0">
                  <a:pos x="connsiteX127-255" y="connsiteY127-256"/>
                </a:cxn>
                <a:cxn ang="0">
                  <a:pos x="connsiteX128-257" y="connsiteY128-258"/>
                </a:cxn>
                <a:cxn ang="0">
                  <a:pos x="connsiteX129-259" y="connsiteY129-260"/>
                </a:cxn>
                <a:cxn ang="0">
                  <a:pos x="connsiteX130-261" y="connsiteY130-262"/>
                </a:cxn>
                <a:cxn ang="0">
                  <a:pos x="connsiteX131-263" y="connsiteY131-264"/>
                </a:cxn>
                <a:cxn ang="0">
                  <a:pos x="connsiteX132-265" y="connsiteY132-266"/>
                </a:cxn>
                <a:cxn ang="0">
                  <a:pos x="connsiteX133-267" y="connsiteY133-268"/>
                </a:cxn>
                <a:cxn ang="0">
                  <a:pos x="connsiteX134-269" y="connsiteY134-270"/>
                </a:cxn>
                <a:cxn ang="0">
                  <a:pos x="connsiteX135-271" y="connsiteY135-272"/>
                </a:cxn>
                <a:cxn ang="0">
                  <a:pos x="connsiteX136-273" y="connsiteY136-274"/>
                </a:cxn>
                <a:cxn ang="0">
                  <a:pos x="connsiteX137-275" y="connsiteY137-276"/>
                </a:cxn>
                <a:cxn ang="0">
                  <a:pos x="connsiteX138-277" y="connsiteY138-278"/>
                </a:cxn>
                <a:cxn ang="0">
                  <a:pos x="connsiteX139-279" y="connsiteY139-280"/>
                </a:cxn>
                <a:cxn ang="0">
                  <a:pos x="connsiteX140-281" y="connsiteY140-282"/>
                </a:cxn>
                <a:cxn ang="0">
                  <a:pos x="connsiteX141-283" y="connsiteY141-284"/>
                </a:cxn>
                <a:cxn ang="0">
                  <a:pos x="connsiteX142-285" y="connsiteY142-286"/>
                </a:cxn>
                <a:cxn ang="0">
                  <a:pos x="connsiteX143-287" y="connsiteY143-288"/>
                </a:cxn>
                <a:cxn ang="0">
                  <a:pos x="connsiteX144-289" y="connsiteY144-290"/>
                </a:cxn>
                <a:cxn ang="0">
                  <a:pos x="connsiteX145-291" y="connsiteY145-292"/>
                </a:cxn>
                <a:cxn ang="0">
                  <a:pos x="connsiteX146-293" y="connsiteY146-294"/>
                </a:cxn>
                <a:cxn ang="0">
                  <a:pos x="connsiteX147-295" y="connsiteY147-296"/>
                </a:cxn>
                <a:cxn ang="0">
                  <a:pos x="connsiteX148-297" y="connsiteY148-298"/>
                </a:cxn>
                <a:cxn ang="0">
                  <a:pos x="connsiteX149-299" y="connsiteY149-300"/>
                </a:cxn>
                <a:cxn ang="0">
                  <a:pos x="connsiteX150-301" y="connsiteY150-302"/>
                </a:cxn>
                <a:cxn ang="0">
                  <a:pos x="connsiteX151-303" y="connsiteY151-304"/>
                </a:cxn>
                <a:cxn ang="0">
                  <a:pos x="connsiteX152-305" y="connsiteY152-306"/>
                </a:cxn>
                <a:cxn ang="0">
                  <a:pos x="connsiteX153-307" y="connsiteY153-308"/>
                </a:cxn>
                <a:cxn ang="0">
                  <a:pos x="connsiteX154-309" y="connsiteY154-310"/>
                </a:cxn>
                <a:cxn ang="0">
                  <a:pos x="connsiteX155-311" y="connsiteY155-312"/>
                </a:cxn>
                <a:cxn ang="0">
                  <a:pos x="connsiteX156-313" y="connsiteY156-314"/>
                </a:cxn>
                <a:cxn ang="0">
                  <a:pos x="connsiteX157-315" y="connsiteY157-316"/>
                </a:cxn>
                <a:cxn ang="0">
                  <a:pos x="connsiteX158-317" y="connsiteY158-318"/>
                </a:cxn>
                <a:cxn ang="0">
                  <a:pos x="connsiteX159-319" y="connsiteY159-320"/>
                </a:cxn>
                <a:cxn ang="0">
                  <a:pos x="connsiteX160-321" y="connsiteY160-322"/>
                </a:cxn>
                <a:cxn ang="0">
                  <a:pos x="connsiteX161-323" y="connsiteY161-324"/>
                </a:cxn>
                <a:cxn ang="0">
                  <a:pos x="connsiteX162-325" y="connsiteY162-326"/>
                </a:cxn>
                <a:cxn ang="0">
                  <a:pos x="connsiteX163-327" y="connsiteY163-328"/>
                </a:cxn>
                <a:cxn ang="0">
                  <a:pos x="connsiteX164-329" y="connsiteY164-330"/>
                </a:cxn>
                <a:cxn ang="0">
                  <a:pos x="connsiteX165-331" y="connsiteY165-332"/>
                </a:cxn>
                <a:cxn ang="0">
                  <a:pos x="connsiteX166-333" y="connsiteY166-334"/>
                </a:cxn>
                <a:cxn ang="0">
                  <a:pos x="connsiteX167-335" y="connsiteY167-336"/>
                </a:cxn>
                <a:cxn ang="0">
                  <a:pos x="connsiteX168-337" y="connsiteY168-338"/>
                </a:cxn>
                <a:cxn ang="0">
                  <a:pos x="connsiteX169-339" y="connsiteY169-340"/>
                </a:cxn>
                <a:cxn ang="0">
                  <a:pos x="connsiteX170-341" y="connsiteY170-342"/>
                </a:cxn>
                <a:cxn ang="0">
                  <a:pos x="connsiteX171-343" y="connsiteY171-344"/>
                </a:cxn>
                <a:cxn ang="0">
                  <a:pos x="connsiteX172-345" y="connsiteY172-346"/>
                </a:cxn>
                <a:cxn ang="0">
                  <a:pos x="connsiteX173-347" y="connsiteY173-348"/>
                </a:cxn>
                <a:cxn ang="0">
                  <a:pos x="connsiteX174-349" y="connsiteY174-350"/>
                </a:cxn>
                <a:cxn ang="0">
                  <a:pos x="connsiteX175-351" y="connsiteY175-352"/>
                </a:cxn>
                <a:cxn ang="0">
                  <a:pos x="connsiteX176-353" y="connsiteY176-354"/>
                </a:cxn>
                <a:cxn ang="0">
                  <a:pos x="connsiteX177-355" y="connsiteY177-356"/>
                </a:cxn>
                <a:cxn ang="0">
                  <a:pos x="connsiteX178-357" y="connsiteY178-358"/>
                </a:cxn>
                <a:cxn ang="0">
                  <a:pos x="connsiteX179-359" y="connsiteY179-360"/>
                </a:cxn>
                <a:cxn ang="0">
                  <a:pos x="connsiteX180-361" y="connsiteY180-362"/>
                </a:cxn>
                <a:cxn ang="0">
                  <a:pos x="connsiteX181-363" y="connsiteY181-364"/>
                </a:cxn>
                <a:cxn ang="0">
                  <a:pos x="connsiteX182-365" y="connsiteY182-366"/>
                </a:cxn>
                <a:cxn ang="0">
                  <a:pos x="connsiteX183-367" y="connsiteY183-368"/>
                </a:cxn>
                <a:cxn ang="0">
                  <a:pos x="connsiteX184-369" y="connsiteY184-370"/>
                </a:cxn>
                <a:cxn ang="0">
                  <a:pos x="connsiteX185-371" y="connsiteY185-372"/>
                </a:cxn>
                <a:cxn ang="0">
                  <a:pos x="connsiteX186-373" y="connsiteY186-374"/>
                </a:cxn>
                <a:cxn ang="0">
                  <a:pos x="connsiteX187-375" y="connsiteY187-376"/>
                </a:cxn>
                <a:cxn ang="0">
                  <a:pos x="connsiteX188-377" y="connsiteY188-378"/>
                </a:cxn>
                <a:cxn ang="0">
                  <a:pos x="connsiteX189-379" y="connsiteY189-380"/>
                </a:cxn>
                <a:cxn ang="0">
                  <a:pos x="connsiteX190-381" y="connsiteY190-382"/>
                </a:cxn>
                <a:cxn ang="0">
                  <a:pos x="connsiteX191-383" y="connsiteY191-384"/>
                </a:cxn>
                <a:cxn ang="0">
                  <a:pos x="connsiteX192-385" y="connsiteY192-386"/>
                </a:cxn>
                <a:cxn ang="0">
                  <a:pos x="connsiteX193-387" y="connsiteY193-388"/>
                </a:cxn>
                <a:cxn ang="0">
                  <a:pos x="connsiteX194-389" y="connsiteY194-390"/>
                </a:cxn>
                <a:cxn ang="0">
                  <a:pos x="connsiteX195-391" y="connsiteY195-392"/>
                </a:cxn>
                <a:cxn ang="0">
                  <a:pos x="connsiteX196-393" y="connsiteY196-394"/>
                </a:cxn>
                <a:cxn ang="0">
                  <a:pos x="connsiteX197-395" y="connsiteY197-396"/>
                </a:cxn>
                <a:cxn ang="0">
                  <a:pos x="connsiteX198-397" y="connsiteY198-398"/>
                </a:cxn>
                <a:cxn ang="0">
                  <a:pos x="connsiteX199-399" y="connsiteY199-400"/>
                </a:cxn>
                <a:cxn ang="0">
                  <a:pos x="connsiteX200-401" y="connsiteY200-402"/>
                </a:cxn>
                <a:cxn ang="0">
                  <a:pos x="connsiteX201-403" y="connsiteY201-404"/>
                </a:cxn>
                <a:cxn ang="0">
                  <a:pos x="connsiteX202-405" y="connsiteY202-406"/>
                </a:cxn>
                <a:cxn ang="0">
                  <a:pos x="connsiteX203-407" y="connsiteY203-408"/>
                </a:cxn>
                <a:cxn ang="0">
                  <a:pos x="connsiteX204-409" y="connsiteY204-410"/>
                </a:cxn>
                <a:cxn ang="0">
                  <a:pos x="connsiteX205-411" y="connsiteY205-412"/>
                </a:cxn>
                <a:cxn ang="0">
                  <a:pos x="connsiteX206-413" y="connsiteY206-414"/>
                </a:cxn>
                <a:cxn ang="0">
                  <a:pos x="connsiteX207-415" y="connsiteY207-416"/>
                </a:cxn>
                <a:cxn ang="0">
                  <a:pos x="connsiteX208-417" y="connsiteY208-418"/>
                </a:cxn>
                <a:cxn ang="0">
                  <a:pos x="connsiteX209-419" y="connsiteY209-420"/>
                </a:cxn>
                <a:cxn ang="0">
                  <a:pos x="connsiteX210-421" y="connsiteY210-422"/>
                </a:cxn>
                <a:cxn ang="0">
                  <a:pos x="connsiteX211-423" y="connsiteY211-424"/>
                </a:cxn>
                <a:cxn ang="0">
                  <a:pos x="connsiteX212-425" y="connsiteY212-426"/>
                </a:cxn>
                <a:cxn ang="0">
                  <a:pos x="connsiteX213-427" y="connsiteY213-428"/>
                </a:cxn>
                <a:cxn ang="0">
                  <a:pos x="connsiteX214-429" y="connsiteY214-430"/>
                </a:cxn>
                <a:cxn ang="0">
                  <a:pos x="connsiteX215-431" y="connsiteY215-432"/>
                </a:cxn>
                <a:cxn ang="0">
                  <a:pos x="connsiteX216-433" y="connsiteY216-434"/>
                </a:cxn>
                <a:cxn ang="0">
                  <a:pos x="connsiteX217-435" y="connsiteY217-436"/>
                </a:cxn>
                <a:cxn ang="0">
                  <a:pos x="connsiteX218-437" y="connsiteY218-438"/>
                </a:cxn>
                <a:cxn ang="0">
                  <a:pos x="connsiteX219-439" y="connsiteY219-440"/>
                </a:cxn>
                <a:cxn ang="0">
                  <a:pos x="connsiteX220-441" y="connsiteY220-442"/>
                </a:cxn>
                <a:cxn ang="0">
                  <a:pos x="connsiteX221-443" y="connsiteY221-444"/>
                </a:cxn>
                <a:cxn ang="0">
                  <a:pos x="connsiteX222-445" y="connsiteY222-446"/>
                </a:cxn>
                <a:cxn ang="0">
                  <a:pos x="connsiteX223-447" y="connsiteY223-448"/>
                </a:cxn>
                <a:cxn ang="0">
                  <a:pos x="connsiteX224-449" y="connsiteY224-450"/>
                </a:cxn>
                <a:cxn ang="0">
                  <a:pos x="connsiteX225-451" y="connsiteY225-452"/>
                </a:cxn>
                <a:cxn ang="0">
                  <a:pos x="connsiteX226-453" y="connsiteY226-454"/>
                </a:cxn>
                <a:cxn ang="0">
                  <a:pos x="connsiteX227-455" y="connsiteY227-456"/>
                </a:cxn>
                <a:cxn ang="0">
                  <a:pos x="connsiteX228-457" y="connsiteY228-458"/>
                </a:cxn>
                <a:cxn ang="0">
                  <a:pos x="connsiteX229-459" y="connsiteY229-460"/>
                </a:cxn>
                <a:cxn ang="0">
                  <a:pos x="connsiteX230-461" y="connsiteY230-462"/>
                </a:cxn>
                <a:cxn ang="0">
                  <a:pos x="connsiteX231-463" y="connsiteY231-464"/>
                </a:cxn>
                <a:cxn ang="0">
                  <a:pos x="connsiteX232-465" y="connsiteY232-466"/>
                </a:cxn>
                <a:cxn ang="0">
                  <a:pos x="connsiteX233-467" y="connsiteY233-468"/>
                </a:cxn>
                <a:cxn ang="0">
                  <a:pos x="connsiteX234-469" y="connsiteY234-470"/>
                </a:cxn>
                <a:cxn ang="0">
                  <a:pos x="connsiteX235-471" y="connsiteY235-472"/>
                </a:cxn>
                <a:cxn ang="0">
                  <a:pos x="connsiteX236-473" y="connsiteY236-474"/>
                </a:cxn>
                <a:cxn ang="0">
                  <a:pos x="connsiteX237-475" y="connsiteY237-476"/>
                </a:cxn>
                <a:cxn ang="0">
                  <a:pos x="connsiteX238-477" y="connsiteY238-478"/>
                </a:cxn>
                <a:cxn ang="0">
                  <a:pos x="connsiteX239-479" y="connsiteY239-480"/>
                </a:cxn>
                <a:cxn ang="0">
                  <a:pos x="connsiteX240-481" y="connsiteY240-482"/>
                </a:cxn>
                <a:cxn ang="0">
                  <a:pos x="connsiteX241-483" y="connsiteY241-484"/>
                </a:cxn>
                <a:cxn ang="0">
                  <a:pos x="connsiteX242-485" y="connsiteY242-486"/>
                </a:cxn>
                <a:cxn ang="0">
                  <a:pos x="connsiteX243-487" y="connsiteY243-488"/>
                </a:cxn>
                <a:cxn ang="0">
                  <a:pos x="connsiteX244-489" y="connsiteY244-490"/>
                </a:cxn>
                <a:cxn ang="0">
                  <a:pos x="connsiteX245-491" y="connsiteY245-492"/>
                </a:cxn>
                <a:cxn ang="0">
                  <a:pos x="connsiteX246-493" y="connsiteY246-494"/>
                </a:cxn>
                <a:cxn ang="0">
                  <a:pos x="connsiteX247-495" y="connsiteY247-496"/>
                </a:cxn>
                <a:cxn ang="0">
                  <a:pos x="connsiteX248-497" y="connsiteY248-498"/>
                </a:cxn>
                <a:cxn ang="0">
                  <a:pos x="connsiteX249-499" y="connsiteY249-500"/>
                </a:cxn>
                <a:cxn ang="0">
                  <a:pos x="connsiteX250-501" y="connsiteY250-502"/>
                </a:cxn>
                <a:cxn ang="0">
                  <a:pos x="connsiteX251-503" y="connsiteY251-504"/>
                </a:cxn>
                <a:cxn ang="0">
                  <a:pos x="connsiteX252-505" y="connsiteY252-506"/>
                </a:cxn>
                <a:cxn ang="0">
                  <a:pos x="connsiteX253-507" y="connsiteY253-508"/>
                </a:cxn>
                <a:cxn ang="0">
                  <a:pos x="connsiteX254-509" y="connsiteY254-510"/>
                </a:cxn>
                <a:cxn ang="0">
                  <a:pos x="connsiteX255-511" y="connsiteY255-512"/>
                </a:cxn>
                <a:cxn ang="0">
                  <a:pos x="connsiteX256-513" y="connsiteY256-514"/>
                </a:cxn>
                <a:cxn ang="0">
                  <a:pos x="connsiteX257-515" y="connsiteY257-516"/>
                </a:cxn>
                <a:cxn ang="0">
                  <a:pos x="connsiteX258-517" y="connsiteY258-518"/>
                </a:cxn>
                <a:cxn ang="0">
                  <a:pos x="connsiteX259-519" y="connsiteY259-520"/>
                </a:cxn>
                <a:cxn ang="0">
                  <a:pos x="connsiteX260-521" y="connsiteY260-522"/>
                </a:cxn>
                <a:cxn ang="0">
                  <a:pos x="connsiteX261-523" y="connsiteY261-524"/>
                </a:cxn>
                <a:cxn ang="0">
                  <a:pos x="connsiteX262-525" y="connsiteY262-526"/>
                </a:cxn>
                <a:cxn ang="0">
                  <a:pos x="connsiteX263-527" y="connsiteY263-528"/>
                </a:cxn>
                <a:cxn ang="0">
                  <a:pos x="connsiteX264-529" y="connsiteY264-530"/>
                </a:cxn>
                <a:cxn ang="0">
                  <a:pos x="connsiteX265-531" y="connsiteY265-532"/>
                </a:cxn>
                <a:cxn ang="0">
                  <a:pos x="connsiteX266-533" y="connsiteY266-534"/>
                </a:cxn>
                <a:cxn ang="0">
                  <a:pos x="connsiteX267-535" y="connsiteY267-536"/>
                </a:cxn>
                <a:cxn ang="0">
                  <a:pos x="connsiteX268-537" y="connsiteY268-538"/>
                </a:cxn>
                <a:cxn ang="0">
                  <a:pos x="connsiteX269-539" y="connsiteY269-540"/>
                </a:cxn>
                <a:cxn ang="0">
                  <a:pos x="connsiteX270-541" y="connsiteY270-542"/>
                </a:cxn>
                <a:cxn ang="0">
                  <a:pos x="connsiteX271-543" y="connsiteY271-544"/>
                </a:cxn>
                <a:cxn ang="0">
                  <a:pos x="connsiteX272-545" y="connsiteY272-546"/>
                </a:cxn>
                <a:cxn ang="0">
                  <a:pos x="connsiteX273-547" y="connsiteY273-548"/>
                </a:cxn>
                <a:cxn ang="0">
                  <a:pos x="connsiteX274-549" y="connsiteY274-550"/>
                </a:cxn>
                <a:cxn ang="0">
                  <a:pos x="connsiteX275-551" y="connsiteY275-552"/>
                </a:cxn>
                <a:cxn ang="0">
                  <a:pos x="connsiteX276-553" y="connsiteY276-554"/>
                </a:cxn>
                <a:cxn ang="0">
                  <a:pos x="connsiteX277-555" y="connsiteY277-556"/>
                </a:cxn>
                <a:cxn ang="0">
                  <a:pos x="connsiteX278-557" y="connsiteY278-558"/>
                </a:cxn>
                <a:cxn ang="0">
                  <a:pos x="connsiteX279-559" y="connsiteY279-560"/>
                </a:cxn>
                <a:cxn ang="0">
                  <a:pos x="connsiteX280-561" y="connsiteY280-562"/>
                </a:cxn>
                <a:cxn ang="0">
                  <a:pos x="connsiteX281-563" y="connsiteY281-564"/>
                </a:cxn>
                <a:cxn ang="0">
                  <a:pos x="connsiteX282-565" y="connsiteY282-566"/>
                </a:cxn>
                <a:cxn ang="0">
                  <a:pos x="connsiteX283-567" y="connsiteY283-568"/>
                </a:cxn>
                <a:cxn ang="0">
                  <a:pos x="connsiteX284-569" y="connsiteY284-570"/>
                </a:cxn>
                <a:cxn ang="0">
                  <a:pos x="connsiteX285-571" y="connsiteY285-572"/>
                </a:cxn>
                <a:cxn ang="0">
                  <a:pos x="connsiteX286-573" y="connsiteY286-574"/>
                </a:cxn>
                <a:cxn ang="0">
                  <a:pos x="connsiteX287-575" y="connsiteY287-576"/>
                </a:cxn>
                <a:cxn ang="0">
                  <a:pos x="connsiteX288-577" y="connsiteY288-578"/>
                </a:cxn>
                <a:cxn ang="0">
                  <a:pos x="connsiteX289-579" y="connsiteY289-580"/>
                </a:cxn>
                <a:cxn ang="0">
                  <a:pos x="connsiteX290-581" y="connsiteY290-582"/>
                </a:cxn>
                <a:cxn ang="0">
                  <a:pos x="connsiteX291-583" y="connsiteY291-584"/>
                </a:cxn>
                <a:cxn ang="0">
                  <a:pos x="connsiteX292-585" y="connsiteY292-586"/>
                </a:cxn>
                <a:cxn ang="0">
                  <a:pos x="connsiteX293-587" y="connsiteY293-588"/>
                </a:cxn>
                <a:cxn ang="0">
                  <a:pos x="connsiteX294-589" y="connsiteY294-590"/>
                </a:cxn>
                <a:cxn ang="0">
                  <a:pos x="connsiteX295-591" y="connsiteY295-592"/>
                </a:cxn>
                <a:cxn ang="0">
                  <a:pos x="connsiteX296-593" y="connsiteY296-594"/>
                </a:cxn>
                <a:cxn ang="0">
                  <a:pos x="connsiteX297-595" y="connsiteY297-596"/>
                </a:cxn>
                <a:cxn ang="0">
                  <a:pos x="connsiteX298-597" y="connsiteY298-598"/>
                </a:cxn>
                <a:cxn ang="0">
                  <a:pos x="connsiteX299-599" y="connsiteY299-600"/>
                </a:cxn>
                <a:cxn ang="0">
                  <a:pos x="connsiteX300-601" y="connsiteY300-602"/>
                </a:cxn>
                <a:cxn ang="0">
                  <a:pos x="connsiteX301-603" y="connsiteY301-604"/>
                </a:cxn>
                <a:cxn ang="0">
                  <a:pos x="connsiteX302-605" y="connsiteY302-606"/>
                </a:cxn>
                <a:cxn ang="0">
                  <a:pos x="connsiteX303-607" y="connsiteY303-608"/>
                </a:cxn>
                <a:cxn ang="0">
                  <a:pos x="connsiteX304-609" y="connsiteY304-610"/>
                </a:cxn>
                <a:cxn ang="0">
                  <a:pos x="connsiteX305-611" y="connsiteY305-612"/>
                </a:cxn>
                <a:cxn ang="0">
                  <a:pos x="connsiteX306-613" y="connsiteY306-614"/>
                </a:cxn>
                <a:cxn ang="0">
                  <a:pos x="connsiteX307-615" y="connsiteY307-616"/>
                </a:cxn>
                <a:cxn ang="0">
                  <a:pos x="connsiteX308-617" y="connsiteY308-618"/>
                </a:cxn>
                <a:cxn ang="0">
                  <a:pos x="connsiteX309-619" y="connsiteY309-620"/>
                </a:cxn>
                <a:cxn ang="0">
                  <a:pos x="connsiteX310-621" y="connsiteY310-622"/>
                </a:cxn>
                <a:cxn ang="0">
                  <a:pos x="connsiteX311-623" y="connsiteY311-624"/>
                </a:cxn>
                <a:cxn ang="0">
                  <a:pos x="connsiteX312-625" y="connsiteY312-626"/>
                </a:cxn>
                <a:cxn ang="0">
                  <a:pos x="connsiteX313-627" y="connsiteY313-628"/>
                </a:cxn>
                <a:cxn ang="0">
                  <a:pos x="connsiteX314-629" y="connsiteY314-630"/>
                </a:cxn>
                <a:cxn ang="0">
                  <a:pos x="connsiteX315-631" y="connsiteY315-632"/>
                </a:cxn>
                <a:cxn ang="0">
                  <a:pos x="connsiteX316-633" y="connsiteY316-634"/>
                </a:cxn>
                <a:cxn ang="0">
                  <a:pos x="connsiteX317-635" y="connsiteY317-636"/>
                </a:cxn>
                <a:cxn ang="0">
                  <a:pos x="connsiteX318-637" y="connsiteY318-638"/>
                </a:cxn>
                <a:cxn ang="0">
                  <a:pos x="connsiteX319-639" y="connsiteY319-640"/>
                </a:cxn>
                <a:cxn ang="0">
                  <a:pos x="connsiteX320-641" y="connsiteY320-642"/>
                </a:cxn>
                <a:cxn ang="0">
                  <a:pos x="connsiteX321-643" y="connsiteY321-644"/>
                </a:cxn>
                <a:cxn ang="0">
                  <a:pos x="connsiteX322-645" y="connsiteY322-646"/>
                </a:cxn>
                <a:cxn ang="0">
                  <a:pos x="connsiteX323-647" y="connsiteY323-648"/>
                </a:cxn>
                <a:cxn ang="0">
                  <a:pos x="connsiteX324-649" y="connsiteY324-650"/>
                </a:cxn>
                <a:cxn ang="0">
                  <a:pos x="connsiteX325-651" y="connsiteY325-652"/>
                </a:cxn>
                <a:cxn ang="0">
                  <a:pos x="connsiteX326-653" y="connsiteY326-654"/>
                </a:cxn>
                <a:cxn ang="0">
                  <a:pos x="connsiteX327-655" y="connsiteY327-656"/>
                </a:cxn>
                <a:cxn ang="0">
                  <a:pos x="connsiteX328-657" y="connsiteY328-658"/>
                </a:cxn>
                <a:cxn ang="0">
                  <a:pos x="connsiteX329-659" y="connsiteY329-660"/>
                </a:cxn>
                <a:cxn ang="0">
                  <a:pos x="connsiteX330-661" y="connsiteY330-662"/>
                </a:cxn>
                <a:cxn ang="0">
                  <a:pos x="connsiteX331-663" y="connsiteY331-664"/>
                </a:cxn>
                <a:cxn ang="0">
                  <a:pos x="connsiteX332-665" y="connsiteY332-666"/>
                </a:cxn>
                <a:cxn ang="0">
                  <a:pos x="connsiteX333-667" y="connsiteY333-668"/>
                </a:cxn>
                <a:cxn ang="0">
                  <a:pos x="connsiteX334-669" y="connsiteY334-670"/>
                </a:cxn>
                <a:cxn ang="0">
                  <a:pos x="connsiteX335-671" y="connsiteY335-672"/>
                </a:cxn>
                <a:cxn ang="0">
                  <a:pos x="connsiteX336-673" y="connsiteY336-674"/>
                </a:cxn>
                <a:cxn ang="0">
                  <a:pos x="connsiteX337-675" y="connsiteY337-676"/>
                </a:cxn>
                <a:cxn ang="0">
                  <a:pos x="connsiteX338-677" y="connsiteY338-678"/>
                </a:cxn>
                <a:cxn ang="0">
                  <a:pos x="connsiteX339-679" y="connsiteY339-680"/>
                </a:cxn>
                <a:cxn ang="0">
                  <a:pos x="connsiteX340-681" y="connsiteY340-682"/>
                </a:cxn>
                <a:cxn ang="0">
                  <a:pos x="connsiteX341-683" y="connsiteY341-684"/>
                </a:cxn>
                <a:cxn ang="0">
                  <a:pos x="connsiteX342-685" y="connsiteY342-686"/>
                </a:cxn>
                <a:cxn ang="0">
                  <a:pos x="connsiteX343-687" y="connsiteY343-688"/>
                </a:cxn>
                <a:cxn ang="0">
                  <a:pos x="connsiteX344-689" y="connsiteY344-690"/>
                </a:cxn>
                <a:cxn ang="0">
                  <a:pos x="connsiteX345-691" y="connsiteY345-692"/>
                </a:cxn>
                <a:cxn ang="0">
                  <a:pos x="connsiteX346-693" y="connsiteY346-694"/>
                </a:cxn>
                <a:cxn ang="0">
                  <a:pos x="connsiteX347-695" y="connsiteY347-696"/>
                </a:cxn>
                <a:cxn ang="0">
                  <a:pos x="connsiteX348-697" y="connsiteY348-698"/>
                </a:cxn>
                <a:cxn ang="0">
                  <a:pos x="connsiteX349-699" y="connsiteY349-700"/>
                </a:cxn>
                <a:cxn ang="0">
                  <a:pos x="connsiteX350-701" y="connsiteY350-702"/>
                </a:cxn>
                <a:cxn ang="0">
                  <a:pos x="connsiteX351-703" y="connsiteY351-704"/>
                </a:cxn>
                <a:cxn ang="0">
                  <a:pos x="connsiteX352-705" y="connsiteY352-706"/>
                </a:cxn>
                <a:cxn ang="0">
                  <a:pos x="connsiteX353-707" y="connsiteY353-708"/>
                </a:cxn>
                <a:cxn ang="0">
                  <a:pos x="connsiteX354-709" y="connsiteY354-710"/>
                </a:cxn>
                <a:cxn ang="0">
                  <a:pos x="connsiteX355-711" y="connsiteY355-712"/>
                </a:cxn>
                <a:cxn ang="0">
                  <a:pos x="connsiteX356-713" y="connsiteY356-714"/>
                </a:cxn>
                <a:cxn ang="0">
                  <a:pos x="connsiteX357-715" y="connsiteY357-716"/>
                </a:cxn>
                <a:cxn ang="0">
                  <a:pos x="connsiteX358-717" y="connsiteY358-718"/>
                </a:cxn>
                <a:cxn ang="0">
                  <a:pos x="connsiteX359-719" y="connsiteY359-720"/>
                </a:cxn>
                <a:cxn ang="0">
                  <a:pos x="connsiteX360-721" y="connsiteY360-722"/>
                </a:cxn>
                <a:cxn ang="0">
                  <a:pos x="connsiteX361-723" y="connsiteY361-724"/>
                </a:cxn>
                <a:cxn ang="0">
                  <a:pos x="connsiteX362-725" y="connsiteY362-726"/>
                </a:cxn>
                <a:cxn ang="0">
                  <a:pos x="connsiteX363-727" y="connsiteY363-728"/>
                </a:cxn>
                <a:cxn ang="0">
                  <a:pos x="connsiteX364-729" y="connsiteY364-730"/>
                </a:cxn>
                <a:cxn ang="0">
                  <a:pos x="connsiteX365-731" y="connsiteY365-732"/>
                </a:cxn>
                <a:cxn ang="0">
                  <a:pos x="connsiteX366-733" y="connsiteY366-734"/>
                </a:cxn>
                <a:cxn ang="0">
                  <a:pos x="connsiteX367-735" y="connsiteY367-736"/>
                </a:cxn>
                <a:cxn ang="0">
                  <a:pos x="connsiteX368-737" y="connsiteY368-738"/>
                </a:cxn>
                <a:cxn ang="0">
                  <a:pos x="connsiteX369-739" y="connsiteY369-740"/>
                </a:cxn>
                <a:cxn ang="0">
                  <a:pos x="connsiteX370-741" y="connsiteY370-742"/>
                </a:cxn>
                <a:cxn ang="0">
                  <a:pos x="connsiteX371-743" y="connsiteY371-744"/>
                </a:cxn>
                <a:cxn ang="0">
                  <a:pos x="connsiteX372-745" y="connsiteY372-746"/>
                </a:cxn>
                <a:cxn ang="0">
                  <a:pos x="connsiteX373-747" y="connsiteY373-748"/>
                </a:cxn>
                <a:cxn ang="0">
                  <a:pos x="connsiteX374-749" y="connsiteY374-750"/>
                </a:cxn>
                <a:cxn ang="0">
                  <a:pos x="connsiteX375-751" y="connsiteY375-752"/>
                </a:cxn>
                <a:cxn ang="0">
                  <a:pos x="connsiteX376-753" y="connsiteY376-754"/>
                </a:cxn>
                <a:cxn ang="0">
                  <a:pos x="connsiteX377-755" y="connsiteY377-756"/>
                </a:cxn>
                <a:cxn ang="0">
                  <a:pos x="connsiteX378-757" y="connsiteY378-758"/>
                </a:cxn>
                <a:cxn ang="0">
                  <a:pos x="connsiteX379-759" y="connsiteY379-760"/>
                </a:cxn>
                <a:cxn ang="0">
                  <a:pos x="connsiteX380-761" y="connsiteY380-762"/>
                </a:cxn>
                <a:cxn ang="0">
                  <a:pos x="connsiteX381-763" y="connsiteY381-764"/>
                </a:cxn>
                <a:cxn ang="0">
                  <a:pos x="connsiteX382-765" y="connsiteY382-766"/>
                </a:cxn>
                <a:cxn ang="0">
                  <a:pos x="connsiteX383-767" y="connsiteY383-768"/>
                </a:cxn>
              </a:cxnLst>
              <a:rect l="l" t="t" r="r" b="b"/>
              <a:pathLst>
                <a:path w="3024845" h="689379">
                  <a:moveTo>
                    <a:pt x="99308" y="0"/>
                  </a:moveTo>
                  <a:lnTo>
                    <a:pt x="220909" y="0"/>
                  </a:lnTo>
                  <a:lnTo>
                    <a:pt x="223189" y="0"/>
                  </a:lnTo>
                  <a:lnTo>
                    <a:pt x="239150" y="0"/>
                  </a:lnTo>
                  <a:lnTo>
                    <a:pt x="239150" y="140515"/>
                  </a:lnTo>
                  <a:cubicBezTo>
                    <a:pt x="239160" y="140514"/>
                    <a:pt x="239272" y="140493"/>
                    <a:pt x="240670" y="140245"/>
                  </a:cubicBezTo>
                  <a:lnTo>
                    <a:pt x="251310" y="138354"/>
                  </a:lnTo>
                  <a:cubicBezTo>
                    <a:pt x="251310" y="138376"/>
                    <a:pt x="251280" y="139710"/>
                    <a:pt x="249283" y="226986"/>
                  </a:cubicBezTo>
                  <a:cubicBezTo>
                    <a:pt x="249293" y="226988"/>
                    <a:pt x="249404" y="227008"/>
                    <a:pt x="250803" y="227257"/>
                  </a:cubicBezTo>
                  <a:lnTo>
                    <a:pt x="261443" y="229148"/>
                  </a:lnTo>
                  <a:cubicBezTo>
                    <a:pt x="261445" y="229155"/>
                    <a:pt x="261465" y="229219"/>
                    <a:pt x="261696" y="229959"/>
                  </a:cubicBezTo>
                  <a:lnTo>
                    <a:pt x="263470" y="235634"/>
                  </a:lnTo>
                  <a:cubicBezTo>
                    <a:pt x="263472" y="235625"/>
                    <a:pt x="263517" y="235482"/>
                    <a:pt x="264230" y="233202"/>
                  </a:cubicBezTo>
                  <a:lnTo>
                    <a:pt x="269550" y="216178"/>
                  </a:lnTo>
                  <a:lnTo>
                    <a:pt x="271323" y="216178"/>
                  </a:lnTo>
                  <a:lnTo>
                    <a:pt x="283737" y="216178"/>
                  </a:lnTo>
                  <a:lnTo>
                    <a:pt x="283737" y="248604"/>
                  </a:lnTo>
                  <a:cubicBezTo>
                    <a:pt x="283743" y="248609"/>
                    <a:pt x="283820" y="248649"/>
                    <a:pt x="284750" y="249145"/>
                  </a:cubicBezTo>
                  <a:lnTo>
                    <a:pt x="291844" y="252928"/>
                  </a:lnTo>
                  <a:lnTo>
                    <a:pt x="291844" y="254279"/>
                  </a:lnTo>
                  <a:lnTo>
                    <a:pt x="291844" y="263737"/>
                  </a:lnTo>
                  <a:lnTo>
                    <a:pt x="336431" y="263737"/>
                  </a:lnTo>
                  <a:lnTo>
                    <a:pt x="336431" y="264818"/>
                  </a:lnTo>
                  <a:lnTo>
                    <a:pt x="336431" y="272384"/>
                  </a:lnTo>
                  <a:lnTo>
                    <a:pt x="338457" y="272384"/>
                  </a:lnTo>
                  <a:lnTo>
                    <a:pt x="352644" y="272384"/>
                  </a:lnTo>
                  <a:lnTo>
                    <a:pt x="352644" y="242119"/>
                  </a:lnTo>
                  <a:lnTo>
                    <a:pt x="397231" y="242119"/>
                  </a:lnTo>
                  <a:lnTo>
                    <a:pt x="397231" y="240768"/>
                  </a:lnTo>
                  <a:lnTo>
                    <a:pt x="397231" y="231310"/>
                  </a:lnTo>
                  <a:lnTo>
                    <a:pt x="398245" y="231310"/>
                  </a:lnTo>
                  <a:lnTo>
                    <a:pt x="405338" y="231310"/>
                  </a:lnTo>
                  <a:lnTo>
                    <a:pt x="405338" y="229419"/>
                  </a:lnTo>
                  <a:lnTo>
                    <a:pt x="405338" y="216178"/>
                  </a:lnTo>
                  <a:lnTo>
                    <a:pt x="406098" y="216178"/>
                  </a:lnTo>
                  <a:lnTo>
                    <a:pt x="411418" y="216178"/>
                  </a:lnTo>
                  <a:lnTo>
                    <a:pt x="411418" y="215097"/>
                  </a:lnTo>
                  <a:lnTo>
                    <a:pt x="411418" y="207530"/>
                  </a:lnTo>
                  <a:lnTo>
                    <a:pt x="413445" y="207530"/>
                  </a:lnTo>
                  <a:lnTo>
                    <a:pt x="427632" y="207530"/>
                  </a:lnTo>
                  <a:lnTo>
                    <a:pt x="427632" y="208611"/>
                  </a:lnTo>
                  <a:lnTo>
                    <a:pt x="427632" y="216178"/>
                  </a:lnTo>
                  <a:lnTo>
                    <a:pt x="449925" y="216178"/>
                  </a:lnTo>
                  <a:lnTo>
                    <a:pt x="449925" y="214286"/>
                  </a:lnTo>
                  <a:lnTo>
                    <a:pt x="449925" y="201045"/>
                  </a:lnTo>
                  <a:lnTo>
                    <a:pt x="451699" y="201045"/>
                  </a:lnTo>
                  <a:lnTo>
                    <a:pt x="464112" y="201045"/>
                  </a:lnTo>
                  <a:lnTo>
                    <a:pt x="464112" y="224825"/>
                  </a:lnTo>
                  <a:lnTo>
                    <a:pt x="465126" y="224825"/>
                  </a:lnTo>
                  <a:lnTo>
                    <a:pt x="472219" y="224825"/>
                  </a:lnTo>
                  <a:lnTo>
                    <a:pt x="472219" y="223744"/>
                  </a:lnTo>
                  <a:lnTo>
                    <a:pt x="472219" y="216178"/>
                  </a:lnTo>
                  <a:lnTo>
                    <a:pt x="473992" y="216178"/>
                  </a:lnTo>
                  <a:lnTo>
                    <a:pt x="486406" y="216178"/>
                  </a:lnTo>
                  <a:lnTo>
                    <a:pt x="486406" y="242119"/>
                  </a:lnTo>
                  <a:lnTo>
                    <a:pt x="488433" y="242119"/>
                  </a:lnTo>
                  <a:lnTo>
                    <a:pt x="502619" y="242119"/>
                  </a:lnTo>
                  <a:lnTo>
                    <a:pt x="502619" y="243740"/>
                  </a:lnTo>
                  <a:lnTo>
                    <a:pt x="502619" y="255090"/>
                  </a:lnTo>
                  <a:lnTo>
                    <a:pt x="503379" y="255090"/>
                  </a:lnTo>
                  <a:lnTo>
                    <a:pt x="508700" y="255090"/>
                  </a:lnTo>
                  <a:lnTo>
                    <a:pt x="508700" y="254279"/>
                  </a:lnTo>
                  <a:lnTo>
                    <a:pt x="508700" y="248604"/>
                  </a:lnTo>
                  <a:lnTo>
                    <a:pt x="539100" y="248604"/>
                  </a:lnTo>
                  <a:lnTo>
                    <a:pt x="539100" y="272384"/>
                  </a:lnTo>
                  <a:lnTo>
                    <a:pt x="540113" y="272384"/>
                  </a:lnTo>
                  <a:lnTo>
                    <a:pt x="547207" y="272384"/>
                  </a:lnTo>
                  <a:lnTo>
                    <a:pt x="547207" y="273465"/>
                  </a:lnTo>
                  <a:lnTo>
                    <a:pt x="547207" y="281031"/>
                  </a:lnTo>
                  <a:lnTo>
                    <a:pt x="547967" y="281031"/>
                  </a:lnTo>
                  <a:lnTo>
                    <a:pt x="553287" y="281031"/>
                  </a:lnTo>
                  <a:lnTo>
                    <a:pt x="553287" y="278869"/>
                  </a:lnTo>
                  <a:lnTo>
                    <a:pt x="553287" y="263737"/>
                  </a:lnTo>
                  <a:lnTo>
                    <a:pt x="554300" y="263737"/>
                  </a:lnTo>
                  <a:lnTo>
                    <a:pt x="561394" y="263737"/>
                  </a:lnTo>
                  <a:lnTo>
                    <a:pt x="561394" y="264818"/>
                  </a:lnTo>
                  <a:lnTo>
                    <a:pt x="561394" y="272384"/>
                  </a:lnTo>
                  <a:lnTo>
                    <a:pt x="566714" y="270391"/>
                  </a:lnTo>
                  <a:cubicBezTo>
                    <a:pt x="567474" y="270019"/>
                    <a:pt x="567474" y="269817"/>
                    <a:pt x="567474" y="269411"/>
                  </a:cubicBezTo>
                  <a:lnTo>
                    <a:pt x="567474" y="263737"/>
                  </a:lnTo>
                  <a:lnTo>
                    <a:pt x="605981" y="263737"/>
                  </a:lnTo>
                  <a:lnTo>
                    <a:pt x="605981" y="287516"/>
                  </a:lnTo>
                  <a:lnTo>
                    <a:pt x="608007" y="287516"/>
                  </a:lnTo>
                  <a:lnTo>
                    <a:pt x="622194" y="287516"/>
                  </a:lnTo>
                  <a:lnTo>
                    <a:pt x="622194" y="288597"/>
                  </a:lnTo>
                  <a:lnTo>
                    <a:pt x="622194" y="296163"/>
                  </a:lnTo>
                  <a:lnTo>
                    <a:pt x="623968" y="296163"/>
                  </a:lnTo>
                  <a:lnTo>
                    <a:pt x="636381" y="296163"/>
                  </a:lnTo>
                  <a:lnTo>
                    <a:pt x="636381" y="272384"/>
                  </a:lnTo>
                  <a:lnTo>
                    <a:pt x="637394" y="272384"/>
                  </a:lnTo>
                  <a:lnTo>
                    <a:pt x="644488" y="272384"/>
                  </a:lnTo>
                  <a:lnTo>
                    <a:pt x="644488" y="239957"/>
                  </a:lnTo>
                  <a:lnTo>
                    <a:pt x="645501" y="239957"/>
                  </a:lnTo>
                  <a:lnTo>
                    <a:pt x="652595" y="239957"/>
                  </a:lnTo>
                  <a:lnTo>
                    <a:pt x="652595" y="238066"/>
                  </a:lnTo>
                  <a:lnTo>
                    <a:pt x="652595" y="224825"/>
                  </a:lnTo>
                  <a:cubicBezTo>
                    <a:pt x="650568" y="224825"/>
                    <a:pt x="650568" y="224825"/>
                    <a:pt x="651328" y="223203"/>
                  </a:cubicBezTo>
                  <a:lnTo>
                    <a:pt x="656648" y="211854"/>
                  </a:lnTo>
                  <a:cubicBezTo>
                    <a:pt x="656653" y="211871"/>
                    <a:pt x="656848" y="212545"/>
                    <a:pt x="664755" y="239957"/>
                  </a:cubicBezTo>
                  <a:lnTo>
                    <a:pt x="665515" y="239957"/>
                  </a:lnTo>
                  <a:lnTo>
                    <a:pt x="670835" y="239957"/>
                  </a:lnTo>
                  <a:lnTo>
                    <a:pt x="670835" y="134030"/>
                  </a:lnTo>
                  <a:lnTo>
                    <a:pt x="672355" y="134030"/>
                  </a:lnTo>
                  <a:lnTo>
                    <a:pt x="682995" y="134030"/>
                  </a:lnTo>
                  <a:lnTo>
                    <a:pt x="682995" y="86471"/>
                  </a:lnTo>
                  <a:lnTo>
                    <a:pt x="709342" y="86471"/>
                  </a:lnTo>
                  <a:lnTo>
                    <a:pt x="709342" y="64853"/>
                  </a:lnTo>
                  <a:lnTo>
                    <a:pt x="743796" y="64853"/>
                  </a:lnTo>
                  <a:lnTo>
                    <a:pt x="743796" y="67285"/>
                  </a:lnTo>
                  <a:lnTo>
                    <a:pt x="743796" y="84309"/>
                  </a:lnTo>
                  <a:lnTo>
                    <a:pt x="746076" y="84309"/>
                  </a:lnTo>
                  <a:lnTo>
                    <a:pt x="762036" y="84309"/>
                  </a:lnTo>
                  <a:lnTo>
                    <a:pt x="762036" y="131868"/>
                  </a:lnTo>
                  <a:lnTo>
                    <a:pt x="763049" y="131868"/>
                  </a:lnTo>
                  <a:lnTo>
                    <a:pt x="770143" y="131868"/>
                  </a:lnTo>
                  <a:lnTo>
                    <a:pt x="784330" y="136192"/>
                  </a:lnTo>
                  <a:lnTo>
                    <a:pt x="784330" y="175104"/>
                  </a:lnTo>
                  <a:lnTo>
                    <a:pt x="785343" y="175104"/>
                  </a:lnTo>
                  <a:lnTo>
                    <a:pt x="792436" y="175104"/>
                  </a:lnTo>
                  <a:lnTo>
                    <a:pt x="792436" y="176725"/>
                  </a:lnTo>
                  <a:lnTo>
                    <a:pt x="792436" y="188074"/>
                  </a:lnTo>
                  <a:lnTo>
                    <a:pt x="794463" y="188074"/>
                  </a:lnTo>
                  <a:lnTo>
                    <a:pt x="808650" y="188074"/>
                  </a:lnTo>
                  <a:lnTo>
                    <a:pt x="814730" y="194560"/>
                  </a:lnTo>
                  <a:lnTo>
                    <a:pt x="814730" y="216178"/>
                  </a:lnTo>
                  <a:lnTo>
                    <a:pt x="817010" y="216178"/>
                  </a:lnTo>
                  <a:lnTo>
                    <a:pt x="832970" y="216178"/>
                  </a:lnTo>
                  <a:lnTo>
                    <a:pt x="832970" y="217258"/>
                  </a:lnTo>
                  <a:lnTo>
                    <a:pt x="832970" y="224825"/>
                  </a:lnTo>
                  <a:lnTo>
                    <a:pt x="834237" y="224825"/>
                  </a:lnTo>
                  <a:lnTo>
                    <a:pt x="843104" y="224825"/>
                  </a:lnTo>
                  <a:lnTo>
                    <a:pt x="843104" y="226986"/>
                  </a:lnTo>
                  <a:lnTo>
                    <a:pt x="843104" y="242119"/>
                  </a:lnTo>
                  <a:cubicBezTo>
                    <a:pt x="847157" y="242119"/>
                    <a:pt x="847157" y="242119"/>
                    <a:pt x="847157" y="240227"/>
                  </a:cubicBezTo>
                  <a:lnTo>
                    <a:pt x="847157" y="226986"/>
                  </a:lnTo>
                  <a:lnTo>
                    <a:pt x="848170" y="226986"/>
                  </a:lnTo>
                  <a:lnTo>
                    <a:pt x="855264" y="226986"/>
                  </a:lnTo>
                  <a:lnTo>
                    <a:pt x="855264" y="228608"/>
                  </a:lnTo>
                  <a:lnTo>
                    <a:pt x="855264" y="239957"/>
                  </a:lnTo>
                  <a:lnTo>
                    <a:pt x="856024" y="239957"/>
                  </a:lnTo>
                  <a:lnTo>
                    <a:pt x="861344" y="239957"/>
                  </a:lnTo>
                  <a:cubicBezTo>
                    <a:pt x="861344" y="235634"/>
                    <a:pt x="861344" y="235634"/>
                    <a:pt x="909984" y="235634"/>
                  </a:cubicBezTo>
                  <a:lnTo>
                    <a:pt x="909984" y="236985"/>
                  </a:lnTo>
                  <a:lnTo>
                    <a:pt x="909984" y="246442"/>
                  </a:lnTo>
                  <a:lnTo>
                    <a:pt x="910744" y="246442"/>
                  </a:lnTo>
                  <a:lnTo>
                    <a:pt x="916065" y="246442"/>
                  </a:lnTo>
                  <a:lnTo>
                    <a:pt x="916065" y="248604"/>
                  </a:lnTo>
                  <a:lnTo>
                    <a:pt x="916065" y="263737"/>
                  </a:lnTo>
                  <a:cubicBezTo>
                    <a:pt x="916073" y="263733"/>
                    <a:pt x="916189" y="263655"/>
                    <a:pt x="918091" y="262386"/>
                  </a:cubicBezTo>
                  <a:lnTo>
                    <a:pt x="932278" y="252928"/>
                  </a:lnTo>
                  <a:cubicBezTo>
                    <a:pt x="932280" y="252909"/>
                    <a:pt x="932411" y="252034"/>
                    <a:pt x="938358" y="211854"/>
                  </a:cubicBezTo>
                  <a:cubicBezTo>
                    <a:pt x="938367" y="211852"/>
                    <a:pt x="938436" y="211826"/>
                    <a:pt x="939118" y="211584"/>
                  </a:cubicBezTo>
                  <a:lnTo>
                    <a:pt x="944438" y="209692"/>
                  </a:lnTo>
                  <a:cubicBezTo>
                    <a:pt x="944438" y="209676"/>
                    <a:pt x="944471" y="208615"/>
                    <a:pt x="946465" y="140515"/>
                  </a:cubicBezTo>
                  <a:cubicBezTo>
                    <a:pt x="946465" y="140533"/>
                    <a:pt x="946498" y="141624"/>
                    <a:pt x="948492" y="209692"/>
                  </a:cubicBezTo>
                  <a:cubicBezTo>
                    <a:pt x="948501" y="209695"/>
                    <a:pt x="948572" y="209720"/>
                    <a:pt x="949252" y="209962"/>
                  </a:cubicBezTo>
                  <a:lnTo>
                    <a:pt x="954572" y="211854"/>
                  </a:lnTo>
                  <a:lnTo>
                    <a:pt x="954572" y="125383"/>
                  </a:lnTo>
                  <a:cubicBezTo>
                    <a:pt x="958625" y="125383"/>
                    <a:pt x="958625" y="125383"/>
                    <a:pt x="958625" y="92956"/>
                  </a:cubicBezTo>
                  <a:lnTo>
                    <a:pt x="997132" y="92956"/>
                  </a:lnTo>
                  <a:lnTo>
                    <a:pt x="997132" y="125383"/>
                  </a:lnTo>
                  <a:lnTo>
                    <a:pt x="997892" y="125383"/>
                  </a:lnTo>
                  <a:lnTo>
                    <a:pt x="1003212" y="125383"/>
                  </a:lnTo>
                  <a:lnTo>
                    <a:pt x="1003212" y="43235"/>
                  </a:lnTo>
                  <a:lnTo>
                    <a:pt x="1004986" y="43235"/>
                  </a:lnTo>
                  <a:lnTo>
                    <a:pt x="1017399" y="43235"/>
                  </a:lnTo>
                  <a:lnTo>
                    <a:pt x="1017399" y="41344"/>
                  </a:lnTo>
                  <a:lnTo>
                    <a:pt x="1017399" y="28103"/>
                  </a:lnTo>
                  <a:lnTo>
                    <a:pt x="1039693" y="28103"/>
                  </a:lnTo>
                  <a:lnTo>
                    <a:pt x="1039693" y="27022"/>
                  </a:lnTo>
                  <a:lnTo>
                    <a:pt x="1039693" y="19456"/>
                  </a:lnTo>
                  <a:lnTo>
                    <a:pt x="1041466" y="19456"/>
                  </a:lnTo>
                  <a:lnTo>
                    <a:pt x="1053880" y="19456"/>
                  </a:lnTo>
                  <a:lnTo>
                    <a:pt x="1053880" y="20537"/>
                  </a:lnTo>
                  <a:lnTo>
                    <a:pt x="1053880" y="28103"/>
                  </a:lnTo>
                  <a:lnTo>
                    <a:pt x="1054640" y="28103"/>
                  </a:lnTo>
                  <a:lnTo>
                    <a:pt x="1059960" y="28103"/>
                  </a:lnTo>
                  <a:lnTo>
                    <a:pt x="1070093" y="23779"/>
                  </a:lnTo>
                  <a:lnTo>
                    <a:pt x="1074146" y="27022"/>
                  </a:lnTo>
                  <a:lnTo>
                    <a:pt x="1074146" y="19456"/>
                  </a:lnTo>
                  <a:lnTo>
                    <a:pt x="1076426" y="19456"/>
                  </a:lnTo>
                  <a:lnTo>
                    <a:pt x="1092387" y="19456"/>
                  </a:lnTo>
                  <a:lnTo>
                    <a:pt x="1092387" y="20537"/>
                  </a:lnTo>
                  <a:lnTo>
                    <a:pt x="1092387" y="28103"/>
                  </a:lnTo>
                  <a:lnTo>
                    <a:pt x="1122787" y="28103"/>
                  </a:lnTo>
                  <a:lnTo>
                    <a:pt x="1122787" y="29724"/>
                  </a:lnTo>
                  <a:lnTo>
                    <a:pt x="1122787" y="41074"/>
                  </a:lnTo>
                  <a:lnTo>
                    <a:pt x="1149134" y="41074"/>
                  </a:lnTo>
                  <a:lnTo>
                    <a:pt x="1149134" y="71338"/>
                  </a:lnTo>
                  <a:lnTo>
                    <a:pt x="1149894" y="71338"/>
                  </a:lnTo>
                  <a:lnTo>
                    <a:pt x="1155214" y="71338"/>
                  </a:lnTo>
                  <a:lnTo>
                    <a:pt x="1155214" y="72419"/>
                  </a:lnTo>
                  <a:lnTo>
                    <a:pt x="1155214" y="79986"/>
                  </a:lnTo>
                  <a:cubicBezTo>
                    <a:pt x="1159268" y="79986"/>
                    <a:pt x="1159268" y="79986"/>
                    <a:pt x="1159268" y="110250"/>
                  </a:cubicBezTo>
                  <a:lnTo>
                    <a:pt x="1160028" y="110250"/>
                  </a:lnTo>
                  <a:lnTo>
                    <a:pt x="1165348" y="110250"/>
                  </a:lnTo>
                  <a:lnTo>
                    <a:pt x="1165348" y="111061"/>
                  </a:lnTo>
                  <a:lnTo>
                    <a:pt x="1165348" y="116736"/>
                  </a:lnTo>
                  <a:lnTo>
                    <a:pt x="1166361" y="116736"/>
                  </a:lnTo>
                  <a:lnTo>
                    <a:pt x="1173454" y="116736"/>
                  </a:lnTo>
                  <a:lnTo>
                    <a:pt x="1173454" y="147001"/>
                  </a:lnTo>
                  <a:lnTo>
                    <a:pt x="1175481" y="147001"/>
                  </a:lnTo>
                  <a:lnTo>
                    <a:pt x="1189668" y="147001"/>
                  </a:lnTo>
                  <a:lnTo>
                    <a:pt x="1189668" y="170780"/>
                  </a:lnTo>
                  <a:cubicBezTo>
                    <a:pt x="1191695" y="170780"/>
                    <a:pt x="1191695" y="170780"/>
                    <a:pt x="1191695" y="172401"/>
                  </a:cubicBezTo>
                  <a:lnTo>
                    <a:pt x="1191695" y="183751"/>
                  </a:lnTo>
                  <a:lnTo>
                    <a:pt x="1192455" y="183751"/>
                  </a:lnTo>
                  <a:lnTo>
                    <a:pt x="1197775" y="183751"/>
                  </a:lnTo>
                  <a:lnTo>
                    <a:pt x="1197775" y="207530"/>
                  </a:lnTo>
                  <a:lnTo>
                    <a:pt x="1199041" y="207530"/>
                  </a:lnTo>
                  <a:lnTo>
                    <a:pt x="1207908" y="207530"/>
                  </a:lnTo>
                  <a:cubicBezTo>
                    <a:pt x="1209935" y="209692"/>
                    <a:pt x="1209935" y="209692"/>
                    <a:pt x="1209935" y="211584"/>
                  </a:cubicBezTo>
                  <a:lnTo>
                    <a:pt x="1209935" y="224825"/>
                  </a:lnTo>
                  <a:cubicBezTo>
                    <a:pt x="1209940" y="224818"/>
                    <a:pt x="1210027" y="224711"/>
                    <a:pt x="1211455" y="222933"/>
                  </a:cubicBezTo>
                  <a:lnTo>
                    <a:pt x="1222095" y="209692"/>
                  </a:lnTo>
                  <a:lnTo>
                    <a:pt x="1250469" y="209692"/>
                  </a:lnTo>
                  <a:lnTo>
                    <a:pt x="1250469" y="296163"/>
                  </a:lnTo>
                  <a:lnTo>
                    <a:pt x="1251229" y="296163"/>
                  </a:lnTo>
                  <a:lnTo>
                    <a:pt x="1256549" y="296163"/>
                  </a:lnTo>
                  <a:cubicBezTo>
                    <a:pt x="1256553" y="296155"/>
                    <a:pt x="1256612" y="296055"/>
                    <a:pt x="1257309" y="294812"/>
                  </a:cubicBezTo>
                  <a:lnTo>
                    <a:pt x="1262629" y="285354"/>
                  </a:lnTo>
                  <a:lnTo>
                    <a:pt x="1262629" y="287246"/>
                  </a:lnTo>
                  <a:lnTo>
                    <a:pt x="1262629" y="300487"/>
                  </a:lnTo>
                  <a:cubicBezTo>
                    <a:pt x="1266682" y="300487"/>
                    <a:pt x="1266682" y="300487"/>
                    <a:pt x="1266682" y="255090"/>
                  </a:cubicBezTo>
                  <a:lnTo>
                    <a:pt x="1267442" y="255090"/>
                  </a:lnTo>
                  <a:lnTo>
                    <a:pt x="1272762" y="255090"/>
                  </a:lnTo>
                  <a:lnTo>
                    <a:pt x="1272762" y="190236"/>
                  </a:lnTo>
                  <a:lnTo>
                    <a:pt x="1273776" y="190236"/>
                  </a:lnTo>
                  <a:lnTo>
                    <a:pt x="1280869" y="190236"/>
                  </a:lnTo>
                  <a:cubicBezTo>
                    <a:pt x="1280875" y="190215"/>
                    <a:pt x="1281139" y="189275"/>
                    <a:pt x="1293029" y="147001"/>
                  </a:cubicBezTo>
                  <a:lnTo>
                    <a:pt x="1294296" y="147001"/>
                  </a:lnTo>
                  <a:lnTo>
                    <a:pt x="1303163" y="147001"/>
                  </a:lnTo>
                  <a:cubicBezTo>
                    <a:pt x="1303168" y="147024"/>
                    <a:pt x="1303394" y="147990"/>
                    <a:pt x="1313296" y="190236"/>
                  </a:cubicBezTo>
                  <a:lnTo>
                    <a:pt x="1314309" y="190236"/>
                  </a:lnTo>
                  <a:lnTo>
                    <a:pt x="1321403" y="190236"/>
                  </a:lnTo>
                  <a:lnTo>
                    <a:pt x="1321403" y="229148"/>
                  </a:lnTo>
                  <a:lnTo>
                    <a:pt x="1323176" y="229148"/>
                  </a:lnTo>
                  <a:lnTo>
                    <a:pt x="1335590" y="229148"/>
                  </a:lnTo>
                  <a:lnTo>
                    <a:pt x="1335590" y="231310"/>
                  </a:lnTo>
                  <a:lnTo>
                    <a:pt x="1335590" y="246442"/>
                  </a:lnTo>
                  <a:cubicBezTo>
                    <a:pt x="1339643" y="246442"/>
                    <a:pt x="1339643" y="246442"/>
                    <a:pt x="1339643" y="244281"/>
                  </a:cubicBezTo>
                  <a:lnTo>
                    <a:pt x="1339643" y="229148"/>
                  </a:lnTo>
                  <a:lnTo>
                    <a:pt x="1341163" y="229148"/>
                  </a:lnTo>
                  <a:lnTo>
                    <a:pt x="1351803" y="229148"/>
                  </a:lnTo>
                  <a:lnTo>
                    <a:pt x="1351803" y="230769"/>
                  </a:lnTo>
                  <a:lnTo>
                    <a:pt x="1351803" y="242119"/>
                  </a:lnTo>
                  <a:lnTo>
                    <a:pt x="1382204" y="242119"/>
                  </a:lnTo>
                  <a:lnTo>
                    <a:pt x="1382204" y="205369"/>
                  </a:lnTo>
                  <a:lnTo>
                    <a:pt x="1383470" y="205369"/>
                  </a:lnTo>
                  <a:lnTo>
                    <a:pt x="1392337" y="205369"/>
                  </a:lnTo>
                  <a:lnTo>
                    <a:pt x="1392337" y="226986"/>
                  </a:lnTo>
                  <a:cubicBezTo>
                    <a:pt x="1394364" y="226986"/>
                    <a:pt x="1394364" y="226986"/>
                    <a:pt x="1394364" y="194560"/>
                  </a:cubicBezTo>
                  <a:lnTo>
                    <a:pt x="1416657" y="194560"/>
                  </a:lnTo>
                  <a:lnTo>
                    <a:pt x="1416657" y="192938"/>
                  </a:lnTo>
                  <a:lnTo>
                    <a:pt x="1416657" y="181589"/>
                  </a:lnTo>
                  <a:lnTo>
                    <a:pt x="1417417" y="181589"/>
                  </a:lnTo>
                  <a:lnTo>
                    <a:pt x="1422737" y="181589"/>
                  </a:lnTo>
                  <a:lnTo>
                    <a:pt x="1422737" y="179698"/>
                  </a:lnTo>
                  <a:lnTo>
                    <a:pt x="1422737" y="166457"/>
                  </a:lnTo>
                  <a:lnTo>
                    <a:pt x="1426791" y="172942"/>
                  </a:lnTo>
                  <a:lnTo>
                    <a:pt x="1429071" y="172942"/>
                  </a:lnTo>
                  <a:lnTo>
                    <a:pt x="1445031" y="172942"/>
                  </a:lnTo>
                  <a:lnTo>
                    <a:pt x="1445031" y="172131"/>
                  </a:lnTo>
                  <a:lnTo>
                    <a:pt x="1445031" y="166457"/>
                  </a:lnTo>
                  <a:lnTo>
                    <a:pt x="1445791" y="166457"/>
                  </a:lnTo>
                  <a:lnTo>
                    <a:pt x="1451111" y="166457"/>
                  </a:lnTo>
                  <a:lnTo>
                    <a:pt x="1451111" y="167808"/>
                  </a:lnTo>
                  <a:lnTo>
                    <a:pt x="1451111" y="177266"/>
                  </a:lnTo>
                  <a:lnTo>
                    <a:pt x="1489618" y="177266"/>
                  </a:lnTo>
                  <a:lnTo>
                    <a:pt x="1489618" y="315619"/>
                  </a:lnTo>
                  <a:lnTo>
                    <a:pt x="1491138" y="315619"/>
                  </a:lnTo>
                  <a:lnTo>
                    <a:pt x="1501778" y="315619"/>
                  </a:lnTo>
                  <a:lnTo>
                    <a:pt x="1501778" y="302649"/>
                  </a:lnTo>
                  <a:lnTo>
                    <a:pt x="1505832" y="302649"/>
                  </a:lnTo>
                  <a:lnTo>
                    <a:pt x="1505832" y="315619"/>
                  </a:lnTo>
                  <a:lnTo>
                    <a:pt x="1536232" y="315619"/>
                  </a:lnTo>
                  <a:lnTo>
                    <a:pt x="1536232" y="285354"/>
                  </a:lnTo>
                  <a:lnTo>
                    <a:pt x="1548392" y="285354"/>
                  </a:lnTo>
                  <a:lnTo>
                    <a:pt x="1560552" y="283193"/>
                  </a:lnTo>
                  <a:cubicBezTo>
                    <a:pt x="1562579" y="283193"/>
                    <a:pt x="1562579" y="285354"/>
                    <a:pt x="1564606" y="285354"/>
                  </a:cubicBezTo>
                  <a:lnTo>
                    <a:pt x="1574739" y="285354"/>
                  </a:lnTo>
                  <a:lnTo>
                    <a:pt x="1574739" y="315619"/>
                  </a:lnTo>
                  <a:lnTo>
                    <a:pt x="1582846" y="315619"/>
                  </a:lnTo>
                  <a:lnTo>
                    <a:pt x="1582846" y="332914"/>
                  </a:lnTo>
                  <a:lnTo>
                    <a:pt x="1592182" y="333819"/>
                  </a:lnTo>
                  <a:lnTo>
                    <a:pt x="1605140" y="333819"/>
                  </a:lnTo>
                  <a:lnTo>
                    <a:pt x="1605140" y="317781"/>
                  </a:lnTo>
                  <a:lnTo>
                    <a:pt x="1673096" y="317781"/>
                  </a:lnTo>
                  <a:lnTo>
                    <a:pt x="1673096" y="232528"/>
                  </a:lnTo>
                  <a:lnTo>
                    <a:pt x="1745104" y="232528"/>
                  </a:lnTo>
                  <a:lnTo>
                    <a:pt x="1745104" y="311296"/>
                  </a:lnTo>
                  <a:lnTo>
                    <a:pt x="1747008" y="311296"/>
                  </a:lnTo>
                  <a:lnTo>
                    <a:pt x="1748250" y="333819"/>
                  </a:lnTo>
                  <a:lnTo>
                    <a:pt x="1757926" y="333819"/>
                  </a:lnTo>
                  <a:cubicBezTo>
                    <a:pt x="1758462" y="326605"/>
                    <a:pt x="1759168" y="318951"/>
                    <a:pt x="1759168" y="311296"/>
                  </a:cubicBezTo>
                  <a:lnTo>
                    <a:pt x="1765248" y="311296"/>
                  </a:lnTo>
                  <a:lnTo>
                    <a:pt x="1766490" y="333819"/>
                  </a:lnTo>
                  <a:lnTo>
                    <a:pt x="1817112" y="333819"/>
                  </a:lnTo>
                  <a:lnTo>
                    <a:pt x="1817112" y="170791"/>
                  </a:lnTo>
                  <a:lnTo>
                    <a:pt x="2014439" y="170791"/>
                  </a:lnTo>
                  <a:lnTo>
                    <a:pt x="2014439" y="333819"/>
                  </a:lnTo>
                  <a:lnTo>
                    <a:pt x="2033136" y="333819"/>
                  </a:lnTo>
                  <a:lnTo>
                    <a:pt x="2033136" y="251126"/>
                  </a:lnTo>
                  <a:lnTo>
                    <a:pt x="2128256" y="251126"/>
                  </a:lnTo>
                  <a:cubicBezTo>
                    <a:pt x="2152853" y="240257"/>
                    <a:pt x="2161167" y="196782"/>
                    <a:pt x="2180720" y="185913"/>
                  </a:cubicBezTo>
                  <a:lnTo>
                    <a:pt x="2245574" y="185913"/>
                  </a:lnTo>
                  <a:lnTo>
                    <a:pt x="2245574" y="261575"/>
                  </a:lnTo>
                  <a:lnTo>
                    <a:pt x="2253681" y="261575"/>
                  </a:lnTo>
                  <a:cubicBezTo>
                    <a:pt x="2253681" y="259413"/>
                    <a:pt x="2255708" y="257251"/>
                    <a:pt x="2255708" y="255090"/>
                  </a:cubicBezTo>
                  <a:lnTo>
                    <a:pt x="2261788" y="255090"/>
                  </a:lnTo>
                  <a:cubicBezTo>
                    <a:pt x="2261788" y="257251"/>
                    <a:pt x="2261788" y="259413"/>
                    <a:pt x="2263815" y="263737"/>
                  </a:cubicBezTo>
                  <a:lnTo>
                    <a:pt x="2275975" y="263737"/>
                  </a:lnTo>
                  <a:lnTo>
                    <a:pt x="2275975" y="257251"/>
                  </a:lnTo>
                  <a:lnTo>
                    <a:pt x="2298268" y="257251"/>
                  </a:lnTo>
                  <a:lnTo>
                    <a:pt x="2298268" y="263737"/>
                  </a:lnTo>
                  <a:lnTo>
                    <a:pt x="2318535" y="263737"/>
                  </a:lnTo>
                  <a:lnTo>
                    <a:pt x="2318535" y="309134"/>
                  </a:lnTo>
                  <a:lnTo>
                    <a:pt x="2332722" y="309134"/>
                  </a:lnTo>
                  <a:lnTo>
                    <a:pt x="2332722" y="296163"/>
                  </a:lnTo>
                  <a:lnTo>
                    <a:pt x="2348936" y="296163"/>
                  </a:lnTo>
                  <a:lnTo>
                    <a:pt x="2348936" y="116736"/>
                  </a:lnTo>
                  <a:lnTo>
                    <a:pt x="2355016" y="110250"/>
                  </a:lnTo>
                  <a:lnTo>
                    <a:pt x="2427977" y="110250"/>
                  </a:lnTo>
                  <a:lnTo>
                    <a:pt x="2427977" y="118898"/>
                  </a:lnTo>
                  <a:lnTo>
                    <a:pt x="2438110" y="118898"/>
                  </a:lnTo>
                  <a:lnTo>
                    <a:pt x="2438110" y="233472"/>
                  </a:lnTo>
                  <a:lnTo>
                    <a:pt x="2460404" y="233472"/>
                  </a:lnTo>
                  <a:lnTo>
                    <a:pt x="2460404" y="166457"/>
                  </a:lnTo>
                  <a:lnTo>
                    <a:pt x="2486751" y="166457"/>
                  </a:lnTo>
                  <a:cubicBezTo>
                    <a:pt x="2488777" y="166457"/>
                    <a:pt x="2488777" y="164295"/>
                    <a:pt x="2490804" y="162133"/>
                  </a:cubicBezTo>
                  <a:lnTo>
                    <a:pt x="2498911" y="162133"/>
                  </a:lnTo>
                  <a:cubicBezTo>
                    <a:pt x="2500937" y="164295"/>
                    <a:pt x="2500937" y="166457"/>
                    <a:pt x="2502964" y="166457"/>
                  </a:cubicBezTo>
                  <a:lnTo>
                    <a:pt x="2525258" y="166457"/>
                  </a:lnTo>
                  <a:lnTo>
                    <a:pt x="2525258" y="49721"/>
                  </a:lnTo>
                  <a:cubicBezTo>
                    <a:pt x="2525272" y="49718"/>
                    <a:pt x="2526139" y="49554"/>
                    <a:pt x="2582005" y="38912"/>
                  </a:cubicBezTo>
                  <a:lnTo>
                    <a:pt x="2582005" y="39993"/>
                  </a:lnTo>
                  <a:lnTo>
                    <a:pt x="2582005" y="47559"/>
                  </a:lnTo>
                  <a:lnTo>
                    <a:pt x="2608352" y="47559"/>
                  </a:lnTo>
                  <a:lnTo>
                    <a:pt x="2608352" y="302649"/>
                  </a:lnTo>
                  <a:lnTo>
                    <a:pt x="2630646" y="302649"/>
                  </a:lnTo>
                  <a:lnTo>
                    <a:pt x="2630646" y="298325"/>
                  </a:lnTo>
                  <a:lnTo>
                    <a:pt x="2642806" y="298325"/>
                  </a:lnTo>
                  <a:lnTo>
                    <a:pt x="2642806" y="302649"/>
                  </a:lnTo>
                  <a:lnTo>
                    <a:pt x="2667126" y="302649"/>
                  </a:lnTo>
                  <a:lnTo>
                    <a:pt x="2667126" y="289678"/>
                  </a:lnTo>
                  <a:lnTo>
                    <a:pt x="2695500" y="289678"/>
                  </a:lnTo>
                  <a:cubicBezTo>
                    <a:pt x="2699553" y="285354"/>
                    <a:pt x="2703607" y="285354"/>
                    <a:pt x="2707660" y="285354"/>
                  </a:cubicBezTo>
                  <a:cubicBezTo>
                    <a:pt x="2713740" y="289678"/>
                    <a:pt x="2721847" y="289678"/>
                    <a:pt x="2727927" y="289678"/>
                  </a:cubicBezTo>
                  <a:lnTo>
                    <a:pt x="2727927" y="272384"/>
                  </a:lnTo>
                  <a:lnTo>
                    <a:pt x="2736034" y="272384"/>
                  </a:lnTo>
                  <a:lnTo>
                    <a:pt x="2736034" y="259413"/>
                  </a:lnTo>
                  <a:lnTo>
                    <a:pt x="2792781" y="259413"/>
                  </a:lnTo>
                  <a:lnTo>
                    <a:pt x="2792781" y="229148"/>
                  </a:lnTo>
                  <a:lnTo>
                    <a:pt x="2811021" y="229148"/>
                  </a:lnTo>
                  <a:lnTo>
                    <a:pt x="2811021" y="222663"/>
                  </a:lnTo>
                  <a:lnTo>
                    <a:pt x="2823181" y="222663"/>
                  </a:lnTo>
                  <a:lnTo>
                    <a:pt x="2823181" y="229148"/>
                  </a:lnTo>
                  <a:lnTo>
                    <a:pt x="2839395" y="229148"/>
                  </a:lnTo>
                  <a:lnTo>
                    <a:pt x="2839395" y="278869"/>
                  </a:lnTo>
                  <a:lnTo>
                    <a:pt x="2871822" y="278869"/>
                  </a:lnTo>
                  <a:lnTo>
                    <a:pt x="2871822" y="252928"/>
                  </a:lnTo>
                  <a:lnTo>
                    <a:pt x="2910329" y="252928"/>
                  </a:lnTo>
                  <a:lnTo>
                    <a:pt x="2910329" y="222663"/>
                  </a:lnTo>
                  <a:lnTo>
                    <a:pt x="2958970" y="222663"/>
                  </a:lnTo>
                  <a:lnTo>
                    <a:pt x="2958970" y="333819"/>
                  </a:lnTo>
                  <a:lnTo>
                    <a:pt x="2958970" y="347598"/>
                  </a:lnTo>
                  <a:lnTo>
                    <a:pt x="3024845" y="347598"/>
                  </a:lnTo>
                  <a:lnTo>
                    <a:pt x="3024845" y="689379"/>
                  </a:lnTo>
                  <a:lnTo>
                    <a:pt x="2054" y="687046"/>
                  </a:lnTo>
                  <a:cubicBezTo>
                    <a:pt x="1369" y="539482"/>
                    <a:pt x="685" y="400492"/>
                    <a:pt x="0" y="252928"/>
                  </a:cubicBezTo>
                  <a:lnTo>
                    <a:pt x="20267" y="252928"/>
                  </a:lnTo>
                  <a:cubicBezTo>
                    <a:pt x="20271" y="252922"/>
                    <a:pt x="20308" y="252840"/>
                    <a:pt x="20774" y="251847"/>
                  </a:cubicBezTo>
                  <a:lnTo>
                    <a:pt x="24320" y="244281"/>
                  </a:lnTo>
                  <a:cubicBezTo>
                    <a:pt x="24329" y="244282"/>
                    <a:pt x="24442" y="244300"/>
                    <a:pt x="26094" y="244551"/>
                  </a:cubicBezTo>
                  <a:lnTo>
                    <a:pt x="38507" y="246442"/>
                  </a:lnTo>
                  <a:cubicBezTo>
                    <a:pt x="38510" y="246452"/>
                    <a:pt x="38548" y="246553"/>
                    <a:pt x="39014" y="247794"/>
                  </a:cubicBezTo>
                  <a:lnTo>
                    <a:pt x="42560" y="257251"/>
                  </a:lnTo>
                  <a:cubicBezTo>
                    <a:pt x="42574" y="257252"/>
                    <a:pt x="43170" y="257302"/>
                    <a:pt x="68907" y="259413"/>
                  </a:cubicBezTo>
                  <a:lnTo>
                    <a:pt x="68907" y="136192"/>
                  </a:lnTo>
                  <a:lnTo>
                    <a:pt x="70934" y="136192"/>
                  </a:lnTo>
                  <a:lnTo>
                    <a:pt x="85121" y="136192"/>
                  </a:lnTo>
                  <a:lnTo>
                    <a:pt x="85121" y="0"/>
                  </a:lnTo>
                  <a:lnTo>
                    <a:pt x="86894" y="0"/>
                  </a:lnTo>
                  <a:lnTo>
                    <a:pt x="993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230"/>
            </a:p>
          </p:txBody>
        </p:sp>
        <p:sp>
          <p:nvSpPr>
            <p:cNvPr id="6" name="Rectangle 35"/>
            <p:cNvSpPr/>
            <p:nvPr/>
          </p:nvSpPr>
          <p:spPr>
            <a:xfrm>
              <a:off x="6047165" y="1883798"/>
              <a:ext cx="2961438" cy="689379"/>
            </a:xfrm>
            <a:custGeom>
              <a:avLst/>
              <a:gdLst>
                <a:gd name="connsiteX0" fmla="*/ 215205 w 3079941"/>
                <a:gd name="connsiteY0" fmla="*/ 0 h 1160647"/>
                <a:gd name="connsiteX1" fmla="*/ 217231 w 3079941"/>
                <a:gd name="connsiteY1" fmla="*/ 246443 h 1160647"/>
                <a:gd name="connsiteX2" fmla="*/ 255738 w 3079941"/>
                <a:gd name="connsiteY2" fmla="*/ 326429 h 1160647"/>
                <a:gd name="connsiteX3" fmla="*/ 257765 w 3079941"/>
                <a:gd name="connsiteY3" fmla="*/ 326429 h 1160647"/>
                <a:gd name="connsiteX4" fmla="*/ 271952 w 3079941"/>
                <a:gd name="connsiteY4" fmla="*/ 326429 h 1160647"/>
                <a:gd name="connsiteX5" fmla="*/ 271952 w 3079941"/>
                <a:gd name="connsiteY5" fmla="*/ 350208 h 1160647"/>
                <a:gd name="connsiteX6" fmla="*/ 272459 w 3079941"/>
                <a:gd name="connsiteY6" fmla="*/ 351019 h 1160647"/>
                <a:gd name="connsiteX7" fmla="*/ 276005 w 3079941"/>
                <a:gd name="connsiteY7" fmla="*/ 356694 h 1160647"/>
                <a:gd name="connsiteX8" fmla="*/ 276005 w 3079941"/>
                <a:gd name="connsiteY8" fmla="*/ 471268 h 1160647"/>
                <a:gd name="connsiteX9" fmla="*/ 278285 w 3079941"/>
                <a:gd name="connsiteY9" fmla="*/ 471268 h 1160647"/>
                <a:gd name="connsiteX10" fmla="*/ 294246 w 3079941"/>
                <a:gd name="connsiteY10" fmla="*/ 471268 h 1160647"/>
                <a:gd name="connsiteX11" fmla="*/ 294246 w 3079941"/>
                <a:gd name="connsiteY11" fmla="*/ 611783 h 1160647"/>
                <a:gd name="connsiteX12" fmla="*/ 295766 w 3079941"/>
                <a:gd name="connsiteY12" fmla="*/ 611513 h 1160647"/>
                <a:gd name="connsiteX13" fmla="*/ 306406 w 3079941"/>
                <a:gd name="connsiteY13" fmla="*/ 609622 h 1160647"/>
                <a:gd name="connsiteX14" fmla="*/ 304379 w 3079941"/>
                <a:gd name="connsiteY14" fmla="*/ 698254 h 1160647"/>
                <a:gd name="connsiteX15" fmla="*/ 305899 w 3079941"/>
                <a:gd name="connsiteY15" fmla="*/ 698525 h 1160647"/>
                <a:gd name="connsiteX16" fmla="*/ 316539 w 3079941"/>
                <a:gd name="connsiteY16" fmla="*/ 700416 h 1160647"/>
                <a:gd name="connsiteX17" fmla="*/ 316792 w 3079941"/>
                <a:gd name="connsiteY17" fmla="*/ 701227 h 1160647"/>
                <a:gd name="connsiteX18" fmla="*/ 318566 w 3079941"/>
                <a:gd name="connsiteY18" fmla="*/ 706902 h 1160647"/>
                <a:gd name="connsiteX19" fmla="*/ 319326 w 3079941"/>
                <a:gd name="connsiteY19" fmla="*/ 704470 h 1160647"/>
                <a:gd name="connsiteX20" fmla="*/ 324646 w 3079941"/>
                <a:gd name="connsiteY20" fmla="*/ 687446 h 1160647"/>
                <a:gd name="connsiteX21" fmla="*/ 326419 w 3079941"/>
                <a:gd name="connsiteY21" fmla="*/ 687446 h 1160647"/>
                <a:gd name="connsiteX22" fmla="*/ 338833 w 3079941"/>
                <a:gd name="connsiteY22" fmla="*/ 687446 h 1160647"/>
                <a:gd name="connsiteX23" fmla="*/ 338833 w 3079941"/>
                <a:gd name="connsiteY23" fmla="*/ 719872 h 1160647"/>
                <a:gd name="connsiteX24" fmla="*/ 339846 w 3079941"/>
                <a:gd name="connsiteY24" fmla="*/ 720413 h 1160647"/>
                <a:gd name="connsiteX25" fmla="*/ 346940 w 3079941"/>
                <a:gd name="connsiteY25" fmla="*/ 724196 h 1160647"/>
                <a:gd name="connsiteX26" fmla="*/ 346940 w 3079941"/>
                <a:gd name="connsiteY26" fmla="*/ 725547 h 1160647"/>
                <a:gd name="connsiteX27" fmla="*/ 346940 w 3079941"/>
                <a:gd name="connsiteY27" fmla="*/ 735005 h 1160647"/>
                <a:gd name="connsiteX28" fmla="*/ 391527 w 3079941"/>
                <a:gd name="connsiteY28" fmla="*/ 735005 h 1160647"/>
                <a:gd name="connsiteX29" fmla="*/ 391527 w 3079941"/>
                <a:gd name="connsiteY29" fmla="*/ 736086 h 1160647"/>
                <a:gd name="connsiteX30" fmla="*/ 391527 w 3079941"/>
                <a:gd name="connsiteY30" fmla="*/ 743652 h 1160647"/>
                <a:gd name="connsiteX31" fmla="*/ 393553 w 3079941"/>
                <a:gd name="connsiteY31" fmla="*/ 743652 h 1160647"/>
                <a:gd name="connsiteX32" fmla="*/ 407740 w 3079941"/>
                <a:gd name="connsiteY32" fmla="*/ 743652 h 1160647"/>
                <a:gd name="connsiteX33" fmla="*/ 407740 w 3079941"/>
                <a:gd name="connsiteY33" fmla="*/ 713387 h 1160647"/>
                <a:gd name="connsiteX34" fmla="*/ 452327 w 3079941"/>
                <a:gd name="connsiteY34" fmla="*/ 713387 h 1160647"/>
                <a:gd name="connsiteX35" fmla="*/ 452327 w 3079941"/>
                <a:gd name="connsiteY35" fmla="*/ 712036 h 1160647"/>
                <a:gd name="connsiteX36" fmla="*/ 452327 w 3079941"/>
                <a:gd name="connsiteY36" fmla="*/ 702578 h 1160647"/>
                <a:gd name="connsiteX37" fmla="*/ 453341 w 3079941"/>
                <a:gd name="connsiteY37" fmla="*/ 702578 h 1160647"/>
                <a:gd name="connsiteX38" fmla="*/ 460434 w 3079941"/>
                <a:gd name="connsiteY38" fmla="*/ 702578 h 1160647"/>
                <a:gd name="connsiteX39" fmla="*/ 460434 w 3079941"/>
                <a:gd name="connsiteY39" fmla="*/ 700687 h 1160647"/>
                <a:gd name="connsiteX40" fmla="*/ 460434 w 3079941"/>
                <a:gd name="connsiteY40" fmla="*/ 687446 h 1160647"/>
                <a:gd name="connsiteX41" fmla="*/ 461194 w 3079941"/>
                <a:gd name="connsiteY41" fmla="*/ 687446 h 1160647"/>
                <a:gd name="connsiteX42" fmla="*/ 466514 w 3079941"/>
                <a:gd name="connsiteY42" fmla="*/ 687446 h 1160647"/>
                <a:gd name="connsiteX43" fmla="*/ 466514 w 3079941"/>
                <a:gd name="connsiteY43" fmla="*/ 686365 h 1160647"/>
                <a:gd name="connsiteX44" fmla="*/ 466514 w 3079941"/>
                <a:gd name="connsiteY44" fmla="*/ 678798 h 1160647"/>
                <a:gd name="connsiteX45" fmla="*/ 468541 w 3079941"/>
                <a:gd name="connsiteY45" fmla="*/ 678798 h 1160647"/>
                <a:gd name="connsiteX46" fmla="*/ 482728 w 3079941"/>
                <a:gd name="connsiteY46" fmla="*/ 678798 h 1160647"/>
                <a:gd name="connsiteX47" fmla="*/ 482728 w 3079941"/>
                <a:gd name="connsiteY47" fmla="*/ 679879 h 1160647"/>
                <a:gd name="connsiteX48" fmla="*/ 482728 w 3079941"/>
                <a:gd name="connsiteY48" fmla="*/ 687446 h 1160647"/>
                <a:gd name="connsiteX49" fmla="*/ 505021 w 3079941"/>
                <a:gd name="connsiteY49" fmla="*/ 687446 h 1160647"/>
                <a:gd name="connsiteX50" fmla="*/ 505021 w 3079941"/>
                <a:gd name="connsiteY50" fmla="*/ 685554 h 1160647"/>
                <a:gd name="connsiteX51" fmla="*/ 505021 w 3079941"/>
                <a:gd name="connsiteY51" fmla="*/ 672313 h 1160647"/>
                <a:gd name="connsiteX52" fmla="*/ 506795 w 3079941"/>
                <a:gd name="connsiteY52" fmla="*/ 672313 h 1160647"/>
                <a:gd name="connsiteX53" fmla="*/ 519208 w 3079941"/>
                <a:gd name="connsiteY53" fmla="*/ 672313 h 1160647"/>
                <a:gd name="connsiteX54" fmla="*/ 519208 w 3079941"/>
                <a:gd name="connsiteY54" fmla="*/ 696093 h 1160647"/>
                <a:gd name="connsiteX55" fmla="*/ 520222 w 3079941"/>
                <a:gd name="connsiteY55" fmla="*/ 696093 h 1160647"/>
                <a:gd name="connsiteX56" fmla="*/ 527315 w 3079941"/>
                <a:gd name="connsiteY56" fmla="*/ 696093 h 1160647"/>
                <a:gd name="connsiteX57" fmla="*/ 527315 w 3079941"/>
                <a:gd name="connsiteY57" fmla="*/ 695012 h 1160647"/>
                <a:gd name="connsiteX58" fmla="*/ 527315 w 3079941"/>
                <a:gd name="connsiteY58" fmla="*/ 687446 h 1160647"/>
                <a:gd name="connsiteX59" fmla="*/ 529088 w 3079941"/>
                <a:gd name="connsiteY59" fmla="*/ 687446 h 1160647"/>
                <a:gd name="connsiteX60" fmla="*/ 541502 w 3079941"/>
                <a:gd name="connsiteY60" fmla="*/ 687446 h 1160647"/>
                <a:gd name="connsiteX61" fmla="*/ 541502 w 3079941"/>
                <a:gd name="connsiteY61" fmla="*/ 713387 h 1160647"/>
                <a:gd name="connsiteX62" fmla="*/ 543529 w 3079941"/>
                <a:gd name="connsiteY62" fmla="*/ 713387 h 1160647"/>
                <a:gd name="connsiteX63" fmla="*/ 557715 w 3079941"/>
                <a:gd name="connsiteY63" fmla="*/ 713387 h 1160647"/>
                <a:gd name="connsiteX64" fmla="*/ 557715 w 3079941"/>
                <a:gd name="connsiteY64" fmla="*/ 715008 h 1160647"/>
                <a:gd name="connsiteX65" fmla="*/ 557715 w 3079941"/>
                <a:gd name="connsiteY65" fmla="*/ 726358 h 1160647"/>
                <a:gd name="connsiteX66" fmla="*/ 558475 w 3079941"/>
                <a:gd name="connsiteY66" fmla="*/ 726358 h 1160647"/>
                <a:gd name="connsiteX67" fmla="*/ 563796 w 3079941"/>
                <a:gd name="connsiteY67" fmla="*/ 726358 h 1160647"/>
                <a:gd name="connsiteX68" fmla="*/ 563796 w 3079941"/>
                <a:gd name="connsiteY68" fmla="*/ 725547 h 1160647"/>
                <a:gd name="connsiteX69" fmla="*/ 563796 w 3079941"/>
                <a:gd name="connsiteY69" fmla="*/ 719872 h 1160647"/>
                <a:gd name="connsiteX70" fmla="*/ 594196 w 3079941"/>
                <a:gd name="connsiteY70" fmla="*/ 719872 h 1160647"/>
                <a:gd name="connsiteX71" fmla="*/ 594196 w 3079941"/>
                <a:gd name="connsiteY71" fmla="*/ 743652 h 1160647"/>
                <a:gd name="connsiteX72" fmla="*/ 595209 w 3079941"/>
                <a:gd name="connsiteY72" fmla="*/ 743652 h 1160647"/>
                <a:gd name="connsiteX73" fmla="*/ 602303 w 3079941"/>
                <a:gd name="connsiteY73" fmla="*/ 743652 h 1160647"/>
                <a:gd name="connsiteX74" fmla="*/ 602303 w 3079941"/>
                <a:gd name="connsiteY74" fmla="*/ 744733 h 1160647"/>
                <a:gd name="connsiteX75" fmla="*/ 602303 w 3079941"/>
                <a:gd name="connsiteY75" fmla="*/ 752299 h 1160647"/>
                <a:gd name="connsiteX76" fmla="*/ 603063 w 3079941"/>
                <a:gd name="connsiteY76" fmla="*/ 752299 h 1160647"/>
                <a:gd name="connsiteX77" fmla="*/ 608383 w 3079941"/>
                <a:gd name="connsiteY77" fmla="*/ 752299 h 1160647"/>
                <a:gd name="connsiteX78" fmla="*/ 608383 w 3079941"/>
                <a:gd name="connsiteY78" fmla="*/ 750137 h 1160647"/>
                <a:gd name="connsiteX79" fmla="*/ 608383 w 3079941"/>
                <a:gd name="connsiteY79" fmla="*/ 735005 h 1160647"/>
                <a:gd name="connsiteX80" fmla="*/ 609396 w 3079941"/>
                <a:gd name="connsiteY80" fmla="*/ 735005 h 1160647"/>
                <a:gd name="connsiteX81" fmla="*/ 616490 w 3079941"/>
                <a:gd name="connsiteY81" fmla="*/ 735005 h 1160647"/>
                <a:gd name="connsiteX82" fmla="*/ 616490 w 3079941"/>
                <a:gd name="connsiteY82" fmla="*/ 736086 h 1160647"/>
                <a:gd name="connsiteX83" fmla="*/ 616490 w 3079941"/>
                <a:gd name="connsiteY83" fmla="*/ 743652 h 1160647"/>
                <a:gd name="connsiteX84" fmla="*/ 621810 w 3079941"/>
                <a:gd name="connsiteY84" fmla="*/ 741659 h 1160647"/>
                <a:gd name="connsiteX85" fmla="*/ 622570 w 3079941"/>
                <a:gd name="connsiteY85" fmla="*/ 740679 h 1160647"/>
                <a:gd name="connsiteX86" fmla="*/ 622570 w 3079941"/>
                <a:gd name="connsiteY86" fmla="*/ 735005 h 1160647"/>
                <a:gd name="connsiteX87" fmla="*/ 661077 w 3079941"/>
                <a:gd name="connsiteY87" fmla="*/ 735005 h 1160647"/>
                <a:gd name="connsiteX88" fmla="*/ 661077 w 3079941"/>
                <a:gd name="connsiteY88" fmla="*/ 758784 h 1160647"/>
                <a:gd name="connsiteX89" fmla="*/ 663103 w 3079941"/>
                <a:gd name="connsiteY89" fmla="*/ 758784 h 1160647"/>
                <a:gd name="connsiteX90" fmla="*/ 677290 w 3079941"/>
                <a:gd name="connsiteY90" fmla="*/ 758784 h 1160647"/>
                <a:gd name="connsiteX91" fmla="*/ 677290 w 3079941"/>
                <a:gd name="connsiteY91" fmla="*/ 759865 h 1160647"/>
                <a:gd name="connsiteX92" fmla="*/ 677290 w 3079941"/>
                <a:gd name="connsiteY92" fmla="*/ 767431 h 1160647"/>
                <a:gd name="connsiteX93" fmla="*/ 679064 w 3079941"/>
                <a:gd name="connsiteY93" fmla="*/ 767431 h 1160647"/>
                <a:gd name="connsiteX94" fmla="*/ 691477 w 3079941"/>
                <a:gd name="connsiteY94" fmla="*/ 767431 h 1160647"/>
                <a:gd name="connsiteX95" fmla="*/ 691477 w 3079941"/>
                <a:gd name="connsiteY95" fmla="*/ 743652 h 1160647"/>
                <a:gd name="connsiteX96" fmla="*/ 692490 w 3079941"/>
                <a:gd name="connsiteY96" fmla="*/ 743652 h 1160647"/>
                <a:gd name="connsiteX97" fmla="*/ 699584 w 3079941"/>
                <a:gd name="connsiteY97" fmla="*/ 743652 h 1160647"/>
                <a:gd name="connsiteX98" fmla="*/ 699584 w 3079941"/>
                <a:gd name="connsiteY98" fmla="*/ 711225 h 1160647"/>
                <a:gd name="connsiteX99" fmla="*/ 700597 w 3079941"/>
                <a:gd name="connsiteY99" fmla="*/ 711225 h 1160647"/>
                <a:gd name="connsiteX100" fmla="*/ 707691 w 3079941"/>
                <a:gd name="connsiteY100" fmla="*/ 711225 h 1160647"/>
                <a:gd name="connsiteX101" fmla="*/ 707691 w 3079941"/>
                <a:gd name="connsiteY101" fmla="*/ 709334 h 1160647"/>
                <a:gd name="connsiteX102" fmla="*/ 707691 w 3079941"/>
                <a:gd name="connsiteY102" fmla="*/ 696093 h 1160647"/>
                <a:gd name="connsiteX103" fmla="*/ 706424 w 3079941"/>
                <a:gd name="connsiteY103" fmla="*/ 694471 h 1160647"/>
                <a:gd name="connsiteX104" fmla="*/ 711744 w 3079941"/>
                <a:gd name="connsiteY104" fmla="*/ 683122 h 1160647"/>
                <a:gd name="connsiteX105" fmla="*/ 719851 w 3079941"/>
                <a:gd name="connsiteY105" fmla="*/ 711225 h 1160647"/>
                <a:gd name="connsiteX106" fmla="*/ 720611 w 3079941"/>
                <a:gd name="connsiteY106" fmla="*/ 711225 h 1160647"/>
                <a:gd name="connsiteX107" fmla="*/ 725931 w 3079941"/>
                <a:gd name="connsiteY107" fmla="*/ 711225 h 1160647"/>
                <a:gd name="connsiteX108" fmla="*/ 725931 w 3079941"/>
                <a:gd name="connsiteY108" fmla="*/ 605298 h 1160647"/>
                <a:gd name="connsiteX109" fmla="*/ 727451 w 3079941"/>
                <a:gd name="connsiteY109" fmla="*/ 605298 h 1160647"/>
                <a:gd name="connsiteX110" fmla="*/ 738091 w 3079941"/>
                <a:gd name="connsiteY110" fmla="*/ 605298 h 1160647"/>
                <a:gd name="connsiteX111" fmla="*/ 738091 w 3079941"/>
                <a:gd name="connsiteY111" fmla="*/ 557739 h 1160647"/>
                <a:gd name="connsiteX112" fmla="*/ 764438 w 3079941"/>
                <a:gd name="connsiteY112" fmla="*/ 557739 h 1160647"/>
                <a:gd name="connsiteX113" fmla="*/ 764438 w 3079941"/>
                <a:gd name="connsiteY113" fmla="*/ 536121 h 1160647"/>
                <a:gd name="connsiteX114" fmla="*/ 798892 w 3079941"/>
                <a:gd name="connsiteY114" fmla="*/ 536121 h 1160647"/>
                <a:gd name="connsiteX115" fmla="*/ 798892 w 3079941"/>
                <a:gd name="connsiteY115" fmla="*/ 538553 h 1160647"/>
                <a:gd name="connsiteX116" fmla="*/ 798892 w 3079941"/>
                <a:gd name="connsiteY116" fmla="*/ 555577 h 1160647"/>
                <a:gd name="connsiteX117" fmla="*/ 801172 w 3079941"/>
                <a:gd name="connsiteY117" fmla="*/ 555577 h 1160647"/>
                <a:gd name="connsiteX118" fmla="*/ 817132 w 3079941"/>
                <a:gd name="connsiteY118" fmla="*/ 555577 h 1160647"/>
                <a:gd name="connsiteX119" fmla="*/ 817132 w 3079941"/>
                <a:gd name="connsiteY119" fmla="*/ 603136 h 1160647"/>
                <a:gd name="connsiteX120" fmla="*/ 818145 w 3079941"/>
                <a:gd name="connsiteY120" fmla="*/ 603136 h 1160647"/>
                <a:gd name="connsiteX121" fmla="*/ 825239 w 3079941"/>
                <a:gd name="connsiteY121" fmla="*/ 603136 h 1160647"/>
                <a:gd name="connsiteX122" fmla="*/ 839426 w 3079941"/>
                <a:gd name="connsiteY122" fmla="*/ 607460 h 1160647"/>
                <a:gd name="connsiteX123" fmla="*/ 839426 w 3079941"/>
                <a:gd name="connsiteY123" fmla="*/ 646372 h 1160647"/>
                <a:gd name="connsiteX124" fmla="*/ 840439 w 3079941"/>
                <a:gd name="connsiteY124" fmla="*/ 646372 h 1160647"/>
                <a:gd name="connsiteX125" fmla="*/ 847532 w 3079941"/>
                <a:gd name="connsiteY125" fmla="*/ 646372 h 1160647"/>
                <a:gd name="connsiteX126" fmla="*/ 847532 w 3079941"/>
                <a:gd name="connsiteY126" fmla="*/ 647993 h 1160647"/>
                <a:gd name="connsiteX127" fmla="*/ 847532 w 3079941"/>
                <a:gd name="connsiteY127" fmla="*/ 659342 h 1160647"/>
                <a:gd name="connsiteX128" fmla="*/ 849559 w 3079941"/>
                <a:gd name="connsiteY128" fmla="*/ 659342 h 1160647"/>
                <a:gd name="connsiteX129" fmla="*/ 863746 w 3079941"/>
                <a:gd name="connsiteY129" fmla="*/ 659342 h 1160647"/>
                <a:gd name="connsiteX130" fmla="*/ 869826 w 3079941"/>
                <a:gd name="connsiteY130" fmla="*/ 665828 h 1160647"/>
                <a:gd name="connsiteX131" fmla="*/ 869826 w 3079941"/>
                <a:gd name="connsiteY131" fmla="*/ 687446 h 1160647"/>
                <a:gd name="connsiteX132" fmla="*/ 872106 w 3079941"/>
                <a:gd name="connsiteY132" fmla="*/ 687446 h 1160647"/>
                <a:gd name="connsiteX133" fmla="*/ 888066 w 3079941"/>
                <a:gd name="connsiteY133" fmla="*/ 687446 h 1160647"/>
                <a:gd name="connsiteX134" fmla="*/ 888066 w 3079941"/>
                <a:gd name="connsiteY134" fmla="*/ 688526 h 1160647"/>
                <a:gd name="connsiteX135" fmla="*/ 888066 w 3079941"/>
                <a:gd name="connsiteY135" fmla="*/ 696093 h 1160647"/>
                <a:gd name="connsiteX136" fmla="*/ 889333 w 3079941"/>
                <a:gd name="connsiteY136" fmla="*/ 696093 h 1160647"/>
                <a:gd name="connsiteX137" fmla="*/ 898200 w 3079941"/>
                <a:gd name="connsiteY137" fmla="*/ 696093 h 1160647"/>
                <a:gd name="connsiteX138" fmla="*/ 898200 w 3079941"/>
                <a:gd name="connsiteY138" fmla="*/ 698254 h 1160647"/>
                <a:gd name="connsiteX139" fmla="*/ 898200 w 3079941"/>
                <a:gd name="connsiteY139" fmla="*/ 713387 h 1160647"/>
                <a:gd name="connsiteX140" fmla="*/ 902253 w 3079941"/>
                <a:gd name="connsiteY140" fmla="*/ 711495 h 1160647"/>
                <a:gd name="connsiteX141" fmla="*/ 902253 w 3079941"/>
                <a:gd name="connsiteY141" fmla="*/ 698254 h 1160647"/>
                <a:gd name="connsiteX142" fmla="*/ 903266 w 3079941"/>
                <a:gd name="connsiteY142" fmla="*/ 698254 h 1160647"/>
                <a:gd name="connsiteX143" fmla="*/ 910360 w 3079941"/>
                <a:gd name="connsiteY143" fmla="*/ 698254 h 1160647"/>
                <a:gd name="connsiteX144" fmla="*/ 910360 w 3079941"/>
                <a:gd name="connsiteY144" fmla="*/ 699876 h 1160647"/>
                <a:gd name="connsiteX145" fmla="*/ 910360 w 3079941"/>
                <a:gd name="connsiteY145" fmla="*/ 711225 h 1160647"/>
                <a:gd name="connsiteX146" fmla="*/ 911120 w 3079941"/>
                <a:gd name="connsiteY146" fmla="*/ 711225 h 1160647"/>
                <a:gd name="connsiteX147" fmla="*/ 916440 w 3079941"/>
                <a:gd name="connsiteY147" fmla="*/ 711225 h 1160647"/>
                <a:gd name="connsiteX148" fmla="*/ 965080 w 3079941"/>
                <a:gd name="connsiteY148" fmla="*/ 706902 h 1160647"/>
                <a:gd name="connsiteX149" fmla="*/ 965080 w 3079941"/>
                <a:gd name="connsiteY149" fmla="*/ 708253 h 1160647"/>
                <a:gd name="connsiteX150" fmla="*/ 965080 w 3079941"/>
                <a:gd name="connsiteY150" fmla="*/ 717710 h 1160647"/>
                <a:gd name="connsiteX151" fmla="*/ 965840 w 3079941"/>
                <a:gd name="connsiteY151" fmla="*/ 717710 h 1160647"/>
                <a:gd name="connsiteX152" fmla="*/ 971161 w 3079941"/>
                <a:gd name="connsiteY152" fmla="*/ 717710 h 1160647"/>
                <a:gd name="connsiteX153" fmla="*/ 971161 w 3079941"/>
                <a:gd name="connsiteY153" fmla="*/ 719872 h 1160647"/>
                <a:gd name="connsiteX154" fmla="*/ 971161 w 3079941"/>
                <a:gd name="connsiteY154" fmla="*/ 735005 h 1160647"/>
                <a:gd name="connsiteX155" fmla="*/ 973187 w 3079941"/>
                <a:gd name="connsiteY155" fmla="*/ 733654 h 1160647"/>
                <a:gd name="connsiteX156" fmla="*/ 987374 w 3079941"/>
                <a:gd name="connsiteY156" fmla="*/ 724196 h 1160647"/>
                <a:gd name="connsiteX157" fmla="*/ 993454 w 3079941"/>
                <a:gd name="connsiteY157" fmla="*/ 683122 h 1160647"/>
                <a:gd name="connsiteX158" fmla="*/ 994214 w 3079941"/>
                <a:gd name="connsiteY158" fmla="*/ 682852 h 1160647"/>
                <a:gd name="connsiteX159" fmla="*/ 999534 w 3079941"/>
                <a:gd name="connsiteY159" fmla="*/ 680960 h 1160647"/>
                <a:gd name="connsiteX160" fmla="*/ 1001561 w 3079941"/>
                <a:gd name="connsiteY160" fmla="*/ 611783 h 1160647"/>
                <a:gd name="connsiteX161" fmla="*/ 1003588 w 3079941"/>
                <a:gd name="connsiteY161" fmla="*/ 680960 h 1160647"/>
                <a:gd name="connsiteX162" fmla="*/ 1004348 w 3079941"/>
                <a:gd name="connsiteY162" fmla="*/ 681230 h 1160647"/>
                <a:gd name="connsiteX163" fmla="*/ 1009668 w 3079941"/>
                <a:gd name="connsiteY163" fmla="*/ 683122 h 1160647"/>
                <a:gd name="connsiteX164" fmla="*/ 1009668 w 3079941"/>
                <a:gd name="connsiteY164" fmla="*/ 596651 h 1160647"/>
                <a:gd name="connsiteX165" fmla="*/ 1013721 w 3079941"/>
                <a:gd name="connsiteY165" fmla="*/ 564224 h 1160647"/>
                <a:gd name="connsiteX166" fmla="*/ 1052228 w 3079941"/>
                <a:gd name="connsiteY166" fmla="*/ 564224 h 1160647"/>
                <a:gd name="connsiteX167" fmla="*/ 1052228 w 3079941"/>
                <a:gd name="connsiteY167" fmla="*/ 596651 h 1160647"/>
                <a:gd name="connsiteX168" fmla="*/ 1052988 w 3079941"/>
                <a:gd name="connsiteY168" fmla="*/ 596651 h 1160647"/>
                <a:gd name="connsiteX169" fmla="*/ 1058308 w 3079941"/>
                <a:gd name="connsiteY169" fmla="*/ 596651 h 1160647"/>
                <a:gd name="connsiteX170" fmla="*/ 1058308 w 3079941"/>
                <a:gd name="connsiteY170" fmla="*/ 514503 h 1160647"/>
                <a:gd name="connsiteX171" fmla="*/ 1060082 w 3079941"/>
                <a:gd name="connsiteY171" fmla="*/ 514503 h 1160647"/>
                <a:gd name="connsiteX172" fmla="*/ 1072495 w 3079941"/>
                <a:gd name="connsiteY172" fmla="*/ 514503 h 1160647"/>
                <a:gd name="connsiteX173" fmla="*/ 1072495 w 3079941"/>
                <a:gd name="connsiteY173" fmla="*/ 512612 h 1160647"/>
                <a:gd name="connsiteX174" fmla="*/ 1072495 w 3079941"/>
                <a:gd name="connsiteY174" fmla="*/ 499371 h 1160647"/>
                <a:gd name="connsiteX175" fmla="*/ 1094789 w 3079941"/>
                <a:gd name="connsiteY175" fmla="*/ 499371 h 1160647"/>
                <a:gd name="connsiteX176" fmla="*/ 1094789 w 3079941"/>
                <a:gd name="connsiteY176" fmla="*/ 498290 h 1160647"/>
                <a:gd name="connsiteX177" fmla="*/ 1094789 w 3079941"/>
                <a:gd name="connsiteY177" fmla="*/ 490724 h 1160647"/>
                <a:gd name="connsiteX178" fmla="*/ 1096562 w 3079941"/>
                <a:gd name="connsiteY178" fmla="*/ 490724 h 1160647"/>
                <a:gd name="connsiteX179" fmla="*/ 1108976 w 3079941"/>
                <a:gd name="connsiteY179" fmla="*/ 490724 h 1160647"/>
                <a:gd name="connsiteX180" fmla="*/ 1108976 w 3079941"/>
                <a:gd name="connsiteY180" fmla="*/ 491805 h 1160647"/>
                <a:gd name="connsiteX181" fmla="*/ 1108976 w 3079941"/>
                <a:gd name="connsiteY181" fmla="*/ 499371 h 1160647"/>
                <a:gd name="connsiteX182" fmla="*/ 1109736 w 3079941"/>
                <a:gd name="connsiteY182" fmla="*/ 499371 h 1160647"/>
                <a:gd name="connsiteX183" fmla="*/ 1115056 w 3079941"/>
                <a:gd name="connsiteY183" fmla="*/ 499371 h 1160647"/>
                <a:gd name="connsiteX184" fmla="*/ 1125189 w 3079941"/>
                <a:gd name="connsiteY184" fmla="*/ 495047 h 1160647"/>
                <a:gd name="connsiteX185" fmla="*/ 1129242 w 3079941"/>
                <a:gd name="connsiteY185" fmla="*/ 498290 h 1160647"/>
                <a:gd name="connsiteX186" fmla="*/ 1129242 w 3079941"/>
                <a:gd name="connsiteY186" fmla="*/ 490724 h 1160647"/>
                <a:gd name="connsiteX187" fmla="*/ 1131522 w 3079941"/>
                <a:gd name="connsiteY187" fmla="*/ 490724 h 1160647"/>
                <a:gd name="connsiteX188" fmla="*/ 1147483 w 3079941"/>
                <a:gd name="connsiteY188" fmla="*/ 490724 h 1160647"/>
                <a:gd name="connsiteX189" fmla="*/ 1147483 w 3079941"/>
                <a:gd name="connsiteY189" fmla="*/ 491805 h 1160647"/>
                <a:gd name="connsiteX190" fmla="*/ 1147483 w 3079941"/>
                <a:gd name="connsiteY190" fmla="*/ 499371 h 1160647"/>
                <a:gd name="connsiteX191" fmla="*/ 1177883 w 3079941"/>
                <a:gd name="connsiteY191" fmla="*/ 499371 h 1160647"/>
                <a:gd name="connsiteX192" fmla="*/ 1177883 w 3079941"/>
                <a:gd name="connsiteY192" fmla="*/ 500992 h 1160647"/>
                <a:gd name="connsiteX193" fmla="*/ 1177883 w 3079941"/>
                <a:gd name="connsiteY193" fmla="*/ 512342 h 1160647"/>
                <a:gd name="connsiteX194" fmla="*/ 1204230 w 3079941"/>
                <a:gd name="connsiteY194" fmla="*/ 512342 h 1160647"/>
                <a:gd name="connsiteX195" fmla="*/ 1204230 w 3079941"/>
                <a:gd name="connsiteY195" fmla="*/ 542606 h 1160647"/>
                <a:gd name="connsiteX196" fmla="*/ 1204990 w 3079941"/>
                <a:gd name="connsiteY196" fmla="*/ 542606 h 1160647"/>
                <a:gd name="connsiteX197" fmla="*/ 1210310 w 3079941"/>
                <a:gd name="connsiteY197" fmla="*/ 542606 h 1160647"/>
                <a:gd name="connsiteX198" fmla="*/ 1210310 w 3079941"/>
                <a:gd name="connsiteY198" fmla="*/ 543687 h 1160647"/>
                <a:gd name="connsiteX199" fmla="*/ 1210310 w 3079941"/>
                <a:gd name="connsiteY199" fmla="*/ 551254 h 1160647"/>
                <a:gd name="connsiteX200" fmla="*/ 1214364 w 3079941"/>
                <a:gd name="connsiteY200" fmla="*/ 581518 h 1160647"/>
                <a:gd name="connsiteX201" fmla="*/ 1215124 w 3079941"/>
                <a:gd name="connsiteY201" fmla="*/ 581518 h 1160647"/>
                <a:gd name="connsiteX202" fmla="*/ 1220444 w 3079941"/>
                <a:gd name="connsiteY202" fmla="*/ 581518 h 1160647"/>
                <a:gd name="connsiteX203" fmla="*/ 1220444 w 3079941"/>
                <a:gd name="connsiteY203" fmla="*/ 582329 h 1160647"/>
                <a:gd name="connsiteX204" fmla="*/ 1220444 w 3079941"/>
                <a:gd name="connsiteY204" fmla="*/ 588004 h 1160647"/>
                <a:gd name="connsiteX205" fmla="*/ 1221457 w 3079941"/>
                <a:gd name="connsiteY205" fmla="*/ 588004 h 1160647"/>
                <a:gd name="connsiteX206" fmla="*/ 1228550 w 3079941"/>
                <a:gd name="connsiteY206" fmla="*/ 588004 h 1160647"/>
                <a:gd name="connsiteX207" fmla="*/ 1228550 w 3079941"/>
                <a:gd name="connsiteY207" fmla="*/ 618269 h 1160647"/>
                <a:gd name="connsiteX208" fmla="*/ 1230577 w 3079941"/>
                <a:gd name="connsiteY208" fmla="*/ 618269 h 1160647"/>
                <a:gd name="connsiteX209" fmla="*/ 1244764 w 3079941"/>
                <a:gd name="connsiteY209" fmla="*/ 618269 h 1160647"/>
                <a:gd name="connsiteX210" fmla="*/ 1244764 w 3079941"/>
                <a:gd name="connsiteY210" fmla="*/ 642048 h 1160647"/>
                <a:gd name="connsiteX211" fmla="*/ 1246791 w 3079941"/>
                <a:gd name="connsiteY211" fmla="*/ 643669 h 1160647"/>
                <a:gd name="connsiteX212" fmla="*/ 1246791 w 3079941"/>
                <a:gd name="connsiteY212" fmla="*/ 655019 h 1160647"/>
                <a:gd name="connsiteX213" fmla="*/ 1247551 w 3079941"/>
                <a:gd name="connsiteY213" fmla="*/ 655019 h 1160647"/>
                <a:gd name="connsiteX214" fmla="*/ 1252871 w 3079941"/>
                <a:gd name="connsiteY214" fmla="*/ 655019 h 1160647"/>
                <a:gd name="connsiteX215" fmla="*/ 1252871 w 3079941"/>
                <a:gd name="connsiteY215" fmla="*/ 678798 h 1160647"/>
                <a:gd name="connsiteX216" fmla="*/ 1254137 w 3079941"/>
                <a:gd name="connsiteY216" fmla="*/ 678798 h 1160647"/>
                <a:gd name="connsiteX217" fmla="*/ 1263004 w 3079941"/>
                <a:gd name="connsiteY217" fmla="*/ 678798 h 1160647"/>
                <a:gd name="connsiteX218" fmla="*/ 1265031 w 3079941"/>
                <a:gd name="connsiteY218" fmla="*/ 682852 h 1160647"/>
                <a:gd name="connsiteX219" fmla="*/ 1265031 w 3079941"/>
                <a:gd name="connsiteY219" fmla="*/ 696093 h 1160647"/>
                <a:gd name="connsiteX220" fmla="*/ 1266551 w 3079941"/>
                <a:gd name="connsiteY220" fmla="*/ 694201 h 1160647"/>
                <a:gd name="connsiteX221" fmla="*/ 1277191 w 3079941"/>
                <a:gd name="connsiteY221" fmla="*/ 680960 h 1160647"/>
                <a:gd name="connsiteX222" fmla="*/ 1305565 w 3079941"/>
                <a:gd name="connsiteY222" fmla="*/ 680960 h 1160647"/>
                <a:gd name="connsiteX223" fmla="*/ 1305565 w 3079941"/>
                <a:gd name="connsiteY223" fmla="*/ 767431 h 1160647"/>
                <a:gd name="connsiteX224" fmla="*/ 1306325 w 3079941"/>
                <a:gd name="connsiteY224" fmla="*/ 767431 h 1160647"/>
                <a:gd name="connsiteX225" fmla="*/ 1311645 w 3079941"/>
                <a:gd name="connsiteY225" fmla="*/ 767431 h 1160647"/>
                <a:gd name="connsiteX226" fmla="*/ 1312405 w 3079941"/>
                <a:gd name="connsiteY226" fmla="*/ 766080 h 1160647"/>
                <a:gd name="connsiteX227" fmla="*/ 1317725 w 3079941"/>
                <a:gd name="connsiteY227" fmla="*/ 756622 h 1160647"/>
                <a:gd name="connsiteX228" fmla="*/ 1317725 w 3079941"/>
                <a:gd name="connsiteY228" fmla="*/ 758514 h 1160647"/>
                <a:gd name="connsiteX229" fmla="*/ 1317725 w 3079941"/>
                <a:gd name="connsiteY229" fmla="*/ 771755 h 1160647"/>
                <a:gd name="connsiteX230" fmla="*/ 1321778 w 3079941"/>
                <a:gd name="connsiteY230" fmla="*/ 726358 h 1160647"/>
                <a:gd name="connsiteX231" fmla="*/ 1322538 w 3079941"/>
                <a:gd name="connsiteY231" fmla="*/ 726358 h 1160647"/>
                <a:gd name="connsiteX232" fmla="*/ 1327858 w 3079941"/>
                <a:gd name="connsiteY232" fmla="*/ 726358 h 1160647"/>
                <a:gd name="connsiteX233" fmla="*/ 1327858 w 3079941"/>
                <a:gd name="connsiteY233" fmla="*/ 661504 h 1160647"/>
                <a:gd name="connsiteX234" fmla="*/ 1328872 w 3079941"/>
                <a:gd name="connsiteY234" fmla="*/ 661504 h 1160647"/>
                <a:gd name="connsiteX235" fmla="*/ 1335965 w 3079941"/>
                <a:gd name="connsiteY235" fmla="*/ 661504 h 1160647"/>
                <a:gd name="connsiteX236" fmla="*/ 1348125 w 3079941"/>
                <a:gd name="connsiteY236" fmla="*/ 618269 h 1160647"/>
                <a:gd name="connsiteX237" fmla="*/ 1349392 w 3079941"/>
                <a:gd name="connsiteY237" fmla="*/ 618269 h 1160647"/>
                <a:gd name="connsiteX238" fmla="*/ 1358259 w 3079941"/>
                <a:gd name="connsiteY238" fmla="*/ 618269 h 1160647"/>
                <a:gd name="connsiteX239" fmla="*/ 1368392 w 3079941"/>
                <a:gd name="connsiteY239" fmla="*/ 661504 h 1160647"/>
                <a:gd name="connsiteX240" fmla="*/ 1369405 w 3079941"/>
                <a:gd name="connsiteY240" fmla="*/ 661504 h 1160647"/>
                <a:gd name="connsiteX241" fmla="*/ 1376499 w 3079941"/>
                <a:gd name="connsiteY241" fmla="*/ 661504 h 1160647"/>
                <a:gd name="connsiteX242" fmla="*/ 1376499 w 3079941"/>
                <a:gd name="connsiteY242" fmla="*/ 700416 h 1160647"/>
                <a:gd name="connsiteX243" fmla="*/ 1378272 w 3079941"/>
                <a:gd name="connsiteY243" fmla="*/ 700416 h 1160647"/>
                <a:gd name="connsiteX244" fmla="*/ 1390686 w 3079941"/>
                <a:gd name="connsiteY244" fmla="*/ 700416 h 1160647"/>
                <a:gd name="connsiteX245" fmla="*/ 1390686 w 3079941"/>
                <a:gd name="connsiteY245" fmla="*/ 702578 h 1160647"/>
                <a:gd name="connsiteX246" fmla="*/ 1390686 w 3079941"/>
                <a:gd name="connsiteY246" fmla="*/ 717710 h 1160647"/>
                <a:gd name="connsiteX247" fmla="*/ 1394739 w 3079941"/>
                <a:gd name="connsiteY247" fmla="*/ 715549 h 1160647"/>
                <a:gd name="connsiteX248" fmla="*/ 1394739 w 3079941"/>
                <a:gd name="connsiteY248" fmla="*/ 700416 h 1160647"/>
                <a:gd name="connsiteX249" fmla="*/ 1396259 w 3079941"/>
                <a:gd name="connsiteY249" fmla="*/ 700416 h 1160647"/>
                <a:gd name="connsiteX250" fmla="*/ 1406899 w 3079941"/>
                <a:gd name="connsiteY250" fmla="*/ 700416 h 1160647"/>
                <a:gd name="connsiteX251" fmla="*/ 1406899 w 3079941"/>
                <a:gd name="connsiteY251" fmla="*/ 702037 h 1160647"/>
                <a:gd name="connsiteX252" fmla="*/ 1406899 w 3079941"/>
                <a:gd name="connsiteY252" fmla="*/ 713387 h 1160647"/>
                <a:gd name="connsiteX253" fmla="*/ 1437300 w 3079941"/>
                <a:gd name="connsiteY253" fmla="*/ 713387 h 1160647"/>
                <a:gd name="connsiteX254" fmla="*/ 1437300 w 3079941"/>
                <a:gd name="connsiteY254" fmla="*/ 676637 h 1160647"/>
                <a:gd name="connsiteX255" fmla="*/ 1438566 w 3079941"/>
                <a:gd name="connsiteY255" fmla="*/ 676637 h 1160647"/>
                <a:gd name="connsiteX256" fmla="*/ 1447433 w 3079941"/>
                <a:gd name="connsiteY256" fmla="*/ 676637 h 1160647"/>
                <a:gd name="connsiteX257" fmla="*/ 1447433 w 3079941"/>
                <a:gd name="connsiteY257" fmla="*/ 698254 h 1160647"/>
                <a:gd name="connsiteX258" fmla="*/ 1449460 w 3079941"/>
                <a:gd name="connsiteY258" fmla="*/ 665828 h 1160647"/>
                <a:gd name="connsiteX259" fmla="*/ 1471753 w 3079941"/>
                <a:gd name="connsiteY259" fmla="*/ 665828 h 1160647"/>
                <a:gd name="connsiteX260" fmla="*/ 1471753 w 3079941"/>
                <a:gd name="connsiteY260" fmla="*/ 664206 h 1160647"/>
                <a:gd name="connsiteX261" fmla="*/ 1471753 w 3079941"/>
                <a:gd name="connsiteY261" fmla="*/ 652857 h 1160647"/>
                <a:gd name="connsiteX262" fmla="*/ 1472513 w 3079941"/>
                <a:gd name="connsiteY262" fmla="*/ 652857 h 1160647"/>
                <a:gd name="connsiteX263" fmla="*/ 1477833 w 3079941"/>
                <a:gd name="connsiteY263" fmla="*/ 652857 h 1160647"/>
                <a:gd name="connsiteX264" fmla="*/ 1477833 w 3079941"/>
                <a:gd name="connsiteY264" fmla="*/ 650966 h 1160647"/>
                <a:gd name="connsiteX265" fmla="*/ 1477833 w 3079941"/>
                <a:gd name="connsiteY265" fmla="*/ 637725 h 1160647"/>
                <a:gd name="connsiteX266" fmla="*/ 1481887 w 3079941"/>
                <a:gd name="connsiteY266" fmla="*/ 644210 h 1160647"/>
                <a:gd name="connsiteX267" fmla="*/ 1484167 w 3079941"/>
                <a:gd name="connsiteY267" fmla="*/ 644210 h 1160647"/>
                <a:gd name="connsiteX268" fmla="*/ 1500127 w 3079941"/>
                <a:gd name="connsiteY268" fmla="*/ 644210 h 1160647"/>
                <a:gd name="connsiteX269" fmla="*/ 1500127 w 3079941"/>
                <a:gd name="connsiteY269" fmla="*/ 643399 h 1160647"/>
                <a:gd name="connsiteX270" fmla="*/ 1500127 w 3079941"/>
                <a:gd name="connsiteY270" fmla="*/ 637725 h 1160647"/>
                <a:gd name="connsiteX271" fmla="*/ 1500887 w 3079941"/>
                <a:gd name="connsiteY271" fmla="*/ 637725 h 1160647"/>
                <a:gd name="connsiteX272" fmla="*/ 1506207 w 3079941"/>
                <a:gd name="connsiteY272" fmla="*/ 637725 h 1160647"/>
                <a:gd name="connsiteX273" fmla="*/ 1506207 w 3079941"/>
                <a:gd name="connsiteY273" fmla="*/ 639076 h 1160647"/>
                <a:gd name="connsiteX274" fmla="*/ 1506207 w 3079941"/>
                <a:gd name="connsiteY274" fmla="*/ 648534 h 1160647"/>
                <a:gd name="connsiteX275" fmla="*/ 1544714 w 3079941"/>
                <a:gd name="connsiteY275" fmla="*/ 648534 h 1160647"/>
                <a:gd name="connsiteX276" fmla="*/ 1544714 w 3079941"/>
                <a:gd name="connsiteY276" fmla="*/ 786887 h 1160647"/>
                <a:gd name="connsiteX277" fmla="*/ 1546234 w 3079941"/>
                <a:gd name="connsiteY277" fmla="*/ 786887 h 1160647"/>
                <a:gd name="connsiteX278" fmla="*/ 1556874 w 3079941"/>
                <a:gd name="connsiteY278" fmla="*/ 786887 h 1160647"/>
                <a:gd name="connsiteX279" fmla="*/ 1556874 w 3079941"/>
                <a:gd name="connsiteY279" fmla="*/ 773917 h 1160647"/>
                <a:gd name="connsiteX280" fmla="*/ 1560928 w 3079941"/>
                <a:gd name="connsiteY280" fmla="*/ 773917 h 1160647"/>
                <a:gd name="connsiteX281" fmla="*/ 1560928 w 3079941"/>
                <a:gd name="connsiteY281" fmla="*/ 786887 h 1160647"/>
                <a:gd name="connsiteX282" fmla="*/ 1591328 w 3079941"/>
                <a:gd name="connsiteY282" fmla="*/ 786887 h 1160647"/>
                <a:gd name="connsiteX283" fmla="*/ 1591328 w 3079941"/>
                <a:gd name="connsiteY283" fmla="*/ 756622 h 1160647"/>
                <a:gd name="connsiteX284" fmla="*/ 1603488 w 3079941"/>
                <a:gd name="connsiteY284" fmla="*/ 756622 h 1160647"/>
                <a:gd name="connsiteX285" fmla="*/ 1615648 w 3079941"/>
                <a:gd name="connsiteY285" fmla="*/ 754461 h 1160647"/>
                <a:gd name="connsiteX286" fmla="*/ 1619702 w 3079941"/>
                <a:gd name="connsiteY286" fmla="*/ 756622 h 1160647"/>
                <a:gd name="connsiteX287" fmla="*/ 1629835 w 3079941"/>
                <a:gd name="connsiteY287" fmla="*/ 756622 h 1160647"/>
                <a:gd name="connsiteX288" fmla="*/ 1629835 w 3079941"/>
                <a:gd name="connsiteY288" fmla="*/ 786887 h 1160647"/>
                <a:gd name="connsiteX289" fmla="*/ 1637942 w 3079941"/>
                <a:gd name="connsiteY289" fmla="*/ 786887 h 1160647"/>
                <a:gd name="connsiteX290" fmla="*/ 1637942 w 3079941"/>
                <a:gd name="connsiteY290" fmla="*/ 804182 h 1160647"/>
                <a:gd name="connsiteX291" fmla="*/ 1647278 w 3079941"/>
                <a:gd name="connsiteY291" fmla="*/ 805087 h 1160647"/>
                <a:gd name="connsiteX292" fmla="*/ 1660236 w 3079941"/>
                <a:gd name="connsiteY292" fmla="*/ 805087 h 1160647"/>
                <a:gd name="connsiteX293" fmla="*/ 1660236 w 3079941"/>
                <a:gd name="connsiteY293" fmla="*/ 789049 h 1160647"/>
                <a:gd name="connsiteX294" fmla="*/ 1728192 w 3079941"/>
                <a:gd name="connsiteY294" fmla="*/ 789049 h 1160647"/>
                <a:gd name="connsiteX295" fmla="*/ 1728192 w 3079941"/>
                <a:gd name="connsiteY295" fmla="*/ 703796 h 1160647"/>
                <a:gd name="connsiteX296" fmla="*/ 1800200 w 3079941"/>
                <a:gd name="connsiteY296" fmla="*/ 703796 h 1160647"/>
                <a:gd name="connsiteX297" fmla="*/ 1800200 w 3079941"/>
                <a:gd name="connsiteY297" fmla="*/ 782564 h 1160647"/>
                <a:gd name="connsiteX298" fmla="*/ 1802104 w 3079941"/>
                <a:gd name="connsiteY298" fmla="*/ 782564 h 1160647"/>
                <a:gd name="connsiteX299" fmla="*/ 1803346 w 3079941"/>
                <a:gd name="connsiteY299" fmla="*/ 805087 h 1160647"/>
                <a:gd name="connsiteX300" fmla="*/ 1813022 w 3079941"/>
                <a:gd name="connsiteY300" fmla="*/ 805087 h 1160647"/>
                <a:gd name="connsiteX301" fmla="*/ 1814264 w 3079941"/>
                <a:gd name="connsiteY301" fmla="*/ 782564 h 1160647"/>
                <a:gd name="connsiteX302" fmla="*/ 1820344 w 3079941"/>
                <a:gd name="connsiteY302" fmla="*/ 782564 h 1160647"/>
                <a:gd name="connsiteX303" fmla="*/ 1821586 w 3079941"/>
                <a:gd name="connsiteY303" fmla="*/ 805087 h 1160647"/>
                <a:gd name="connsiteX304" fmla="*/ 1872208 w 3079941"/>
                <a:gd name="connsiteY304" fmla="*/ 805087 h 1160647"/>
                <a:gd name="connsiteX305" fmla="*/ 1872208 w 3079941"/>
                <a:gd name="connsiteY305" fmla="*/ 642059 h 1160647"/>
                <a:gd name="connsiteX306" fmla="*/ 2069535 w 3079941"/>
                <a:gd name="connsiteY306" fmla="*/ 642059 h 1160647"/>
                <a:gd name="connsiteX307" fmla="*/ 2069535 w 3079941"/>
                <a:gd name="connsiteY307" fmla="*/ 805087 h 1160647"/>
                <a:gd name="connsiteX308" fmla="*/ 2088232 w 3079941"/>
                <a:gd name="connsiteY308" fmla="*/ 805087 h 1160647"/>
                <a:gd name="connsiteX309" fmla="*/ 2088232 w 3079941"/>
                <a:gd name="connsiteY309" fmla="*/ 722394 h 1160647"/>
                <a:gd name="connsiteX310" fmla="*/ 2183352 w 3079941"/>
                <a:gd name="connsiteY310" fmla="*/ 722394 h 1160647"/>
                <a:gd name="connsiteX311" fmla="*/ 2195282 w 3079941"/>
                <a:gd name="connsiteY311" fmla="*/ 404253 h 1160647"/>
                <a:gd name="connsiteX312" fmla="*/ 2183122 w 3079941"/>
                <a:gd name="connsiteY312" fmla="*/ 382635 h 1160647"/>
                <a:gd name="connsiteX313" fmla="*/ 2177042 w 3079941"/>
                <a:gd name="connsiteY313" fmla="*/ 378311 h 1160647"/>
                <a:gd name="connsiteX314" fmla="*/ 2185149 w 3079941"/>
                <a:gd name="connsiteY314" fmla="*/ 354532 h 1160647"/>
                <a:gd name="connsiteX315" fmla="*/ 2185149 w 3079941"/>
                <a:gd name="connsiteY315" fmla="*/ 337238 h 1160647"/>
                <a:gd name="connsiteX316" fmla="*/ 2199336 w 3079941"/>
                <a:gd name="connsiteY316" fmla="*/ 337238 h 1160647"/>
                <a:gd name="connsiteX317" fmla="*/ 2199336 w 3079941"/>
                <a:gd name="connsiteY317" fmla="*/ 315620 h 1160647"/>
                <a:gd name="connsiteX318" fmla="*/ 2201362 w 3079941"/>
                <a:gd name="connsiteY318" fmla="*/ 311296 h 1160647"/>
                <a:gd name="connsiteX319" fmla="*/ 2201362 w 3079941"/>
                <a:gd name="connsiteY319" fmla="*/ 233472 h 1160647"/>
                <a:gd name="connsiteX320" fmla="*/ 2199336 w 3079941"/>
                <a:gd name="connsiteY320" fmla="*/ 226987 h 1160647"/>
                <a:gd name="connsiteX321" fmla="*/ 2205416 w 3079941"/>
                <a:gd name="connsiteY321" fmla="*/ 220501 h 1160647"/>
                <a:gd name="connsiteX322" fmla="*/ 2205416 w 3079941"/>
                <a:gd name="connsiteY322" fmla="*/ 162133 h 1160647"/>
                <a:gd name="connsiteX323" fmla="*/ 2207442 w 3079941"/>
                <a:gd name="connsiteY323" fmla="*/ 157810 h 1160647"/>
                <a:gd name="connsiteX324" fmla="*/ 2207442 w 3079941"/>
                <a:gd name="connsiteY324" fmla="*/ 101604 h 1160647"/>
                <a:gd name="connsiteX325" fmla="*/ 2209469 w 3079941"/>
                <a:gd name="connsiteY325" fmla="*/ 82148 h 1160647"/>
                <a:gd name="connsiteX326" fmla="*/ 2213523 w 3079941"/>
                <a:gd name="connsiteY326" fmla="*/ 99442 h 1160647"/>
                <a:gd name="connsiteX327" fmla="*/ 2215549 w 3079941"/>
                <a:gd name="connsiteY327" fmla="*/ 157810 h 1160647"/>
                <a:gd name="connsiteX328" fmla="*/ 2217576 w 3079941"/>
                <a:gd name="connsiteY328" fmla="*/ 220501 h 1160647"/>
                <a:gd name="connsiteX329" fmla="*/ 2223656 w 3079941"/>
                <a:gd name="connsiteY329" fmla="*/ 226987 h 1160647"/>
                <a:gd name="connsiteX330" fmla="*/ 2221629 w 3079941"/>
                <a:gd name="connsiteY330" fmla="*/ 233472 h 1160647"/>
                <a:gd name="connsiteX331" fmla="*/ 2221629 w 3079941"/>
                <a:gd name="connsiteY331" fmla="*/ 311296 h 1160647"/>
                <a:gd name="connsiteX332" fmla="*/ 2223656 w 3079941"/>
                <a:gd name="connsiteY332" fmla="*/ 315620 h 1160647"/>
                <a:gd name="connsiteX333" fmla="*/ 2223656 w 3079941"/>
                <a:gd name="connsiteY333" fmla="*/ 337238 h 1160647"/>
                <a:gd name="connsiteX334" fmla="*/ 2237843 w 3079941"/>
                <a:gd name="connsiteY334" fmla="*/ 337238 h 1160647"/>
                <a:gd name="connsiteX335" fmla="*/ 2237843 w 3079941"/>
                <a:gd name="connsiteY335" fmla="*/ 354532 h 1160647"/>
                <a:gd name="connsiteX336" fmla="*/ 2245950 w 3079941"/>
                <a:gd name="connsiteY336" fmla="*/ 378311 h 1160647"/>
                <a:gd name="connsiteX337" fmla="*/ 2239870 w 3079941"/>
                <a:gd name="connsiteY337" fmla="*/ 382635 h 1160647"/>
                <a:gd name="connsiteX338" fmla="*/ 2227709 w 3079941"/>
                <a:gd name="connsiteY338" fmla="*/ 404253 h 1160647"/>
                <a:gd name="connsiteX339" fmla="*/ 2235816 w 3079941"/>
                <a:gd name="connsiteY339" fmla="*/ 657181 h 1160647"/>
                <a:gd name="connsiteX340" fmla="*/ 2300670 w 3079941"/>
                <a:gd name="connsiteY340" fmla="*/ 657181 h 1160647"/>
                <a:gd name="connsiteX341" fmla="*/ 2300670 w 3079941"/>
                <a:gd name="connsiteY341" fmla="*/ 732843 h 1160647"/>
                <a:gd name="connsiteX342" fmla="*/ 2308777 w 3079941"/>
                <a:gd name="connsiteY342" fmla="*/ 732843 h 1160647"/>
                <a:gd name="connsiteX343" fmla="*/ 2310804 w 3079941"/>
                <a:gd name="connsiteY343" fmla="*/ 726358 h 1160647"/>
                <a:gd name="connsiteX344" fmla="*/ 2316884 w 3079941"/>
                <a:gd name="connsiteY344" fmla="*/ 726358 h 1160647"/>
                <a:gd name="connsiteX345" fmla="*/ 2318911 w 3079941"/>
                <a:gd name="connsiteY345" fmla="*/ 735005 h 1160647"/>
                <a:gd name="connsiteX346" fmla="*/ 2331071 w 3079941"/>
                <a:gd name="connsiteY346" fmla="*/ 735005 h 1160647"/>
                <a:gd name="connsiteX347" fmla="*/ 2331071 w 3079941"/>
                <a:gd name="connsiteY347" fmla="*/ 728519 h 1160647"/>
                <a:gd name="connsiteX348" fmla="*/ 2353364 w 3079941"/>
                <a:gd name="connsiteY348" fmla="*/ 728519 h 1160647"/>
                <a:gd name="connsiteX349" fmla="*/ 2353364 w 3079941"/>
                <a:gd name="connsiteY349" fmla="*/ 735005 h 1160647"/>
                <a:gd name="connsiteX350" fmla="*/ 2373631 w 3079941"/>
                <a:gd name="connsiteY350" fmla="*/ 735005 h 1160647"/>
                <a:gd name="connsiteX351" fmla="*/ 2373631 w 3079941"/>
                <a:gd name="connsiteY351" fmla="*/ 780402 h 1160647"/>
                <a:gd name="connsiteX352" fmla="*/ 2387818 w 3079941"/>
                <a:gd name="connsiteY352" fmla="*/ 780402 h 1160647"/>
                <a:gd name="connsiteX353" fmla="*/ 2387818 w 3079941"/>
                <a:gd name="connsiteY353" fmla="*/ 767431 h 1160647"/>
                <a:gd name="connsiteX354" fmla="*/ 2404032 w 3079941"/>
                <a:gd name="connsiteY354" fmla="*/ 767431 h 1160647"/>
                <a:gd name="connsiteX355" fmla="*/ 2404032 w 3079941"/>
                <a:gd name="connsiteY355" fmla="*/ 588004 h 1160647"/>
                <a:gd name="connsiteX356" fmla="*/ 2410112 w 3079941"/>
                <a:gd name="connsiteY356" fmla="*/ 581518 h 1160647"/>
                <a:gd name="connsiteX357" fmla="*/ 2483073 w 3079941"/>
                <a:gd name="connsiteY357" fmla="*/ 581518 h 1160647"/>
                <a:gd name="connsiteX358" fmla="*/ 2483073 w 3079941"/>
                <a:gd name="connsiteY358" fmla="*/ 590166 h 1160647"/>
                <a:gd name="connsiteX359" fmla="*/ 2493206 w 3079941"/>
                <a:gd name="connsiteY359" fmla="*/ 590166 h 1160647"/>
                <a:gd name="connsiteX360" fmla="*/ 2493206 w 3079941"/>
                <a:gd name="connsiteY360" fmla="*/ 704740 h 1160647"/>
                <a:gd name="connsiteX361" fmla="*/ 2515500 w 3079941"/>
                <a:gd name="connsiteY361" fmla="*/ 704740 h 1160647"/>
                <a:gd name="connsiteX362" fmla="*/ 2515500 w 3079941"/>
                <a:gd name="connsiteY362" fmla="*/ 637725 h 1160647"/>
                <a:gd name="connsiteX363" fmla="*/ 2541847 w 3079941"/>
                <a:gd name="connsiteY363" fmla="*/ 637725 h 1160647"/>
                <a:gd name="connsiteX364" fmla="*/ 2545900 w 3079941"/>
                <a:gd name="connsiteY364" fmla="*/ 633401 h 1160647"/>
                <a:gd name="connsiteX365" fmla="*/ 2554007 w 3079941"/>
                <a:gd name="connsiteY365" fmla="*/ 633401 h 1160647"/>
                <a:gd name="connsiteX366" fmla="*/ 2558060 w 3079941"/>
                <a:gd name="connsiteY366" fmla="*/ 637725 h 1160647"/>
                <a:gd name="connsiteX367" fmla="*/ 2580354 w 3079941"/>
                <a:gd name="connsiteY367" fmla="*/ 637725 h 1160647"/>
                <a:gd name="connsiteX368" fmla="*/ 2580354 w 3079941"/>
                <a:gd name="connsiteY368" fmla="*/ 520989 h 1160647"/>
                <a:gd name="connsiteX369" fmla="*/ 2637101 w 3079941"/>
                <a:gd name="connsiteY369" fmla="*/ 510180 h 1160647"/>
                <a:gd name="connsiteX370" fmla="*/ 2637101 w 3079941"/>
                <a:gd name="connsiteY370" fmla="*/ 511261 h 1160647"/>
                <a:gd name="connsiteX371" fmla="*/ 2637101 w 3079941"/>
                <a:gd name="connsiteY371" fmla="*/ 518827 h 1160647"/>
                <a:gd name="connsiteX372" fmla="*/ 2663448 w 3079941"/>
                <a:gd name="connsiteY372" fmla="*/ 518827 h 1160647"/>
                <a:gd name="connsiteX373" fmla="*/ 2663448 w 3079941"/>
                <a:gd name="connsiteY373" fmla="*/ 773917 h 1160647"/>
                <a:gd name="connsiteX374" fmla="*/ 2685742 w 3079941"/>
                <a:gd name="connsiteY374" fmla="*/ 773917 h 1160647"/>
                <a:gd name="connsiteX375" fmla="*/ 2685742 w 3079941"/>
                <a:gd name="connsiteY375" fmla="*/ 769593 h 1160647"/>
                <a:gd name="connsiteX376" fmla="*/ 2697902 w 3079941"/>
                <a:gd name="connsiteY376" fmla="*/ 769593 h 1160647"/>
                <a:gd name="connsiteX377" fmla="*/ 2697902 w 3079941"/>
                <a:gd name="connsiteY377" fmla="*/ 773917 h 1160647"/>
                <a:gd name="connsiteX378" fmla="*/ 2722222 w 3079941"/>
                <a:gd name="connsiteY378" fmla="*/ 773917 h 1160647"/>
                <a:gd name="connsiteX379" fmla="*/ 2722222 w 3079941"/>
                <a:gd name="connsiteY379" fmla="*/ 760946 h 1160647"/>
                <a:gd name="connsiteX380" fmla="*/ 2750596 w 3079941"/>
                <a:gd name="connsiteY380" fmla="*/ 760946 h 1160647"/>
                <a:gd name="connsiteX381" fmla="*/ 2762756 w 3079941"/>
                <a:gd name="connsiteY381" fmla="*/ 756622 h 1160647"/>
                <a:gd name="connsiteX382" fmla="*/ 2783023 w 3079941"/>
                <a:gd name="connsiteY382" fmla="*/ 760946 h 1160647"/>
                <a:gd name="connsiteX383" fmla="*/ 2783023 w 3079941"/>
                <a:gd name="connsiteY383" fmla="*/ 743652 h 1160647"/>
                <a:gd name="connsiteX384" fmla="*/ 2791130 w 3079941"/>
                <a:gd name="connsiteY384" fmla="*/ 743652 h 1160647"/>
                <a:gd name="connsiteX385" fmla="*/ 2791130 w 3079941"/>
                <a:gd name="connsiteY385" fmla="*/ 730681 h 1160647"/>
                <a:gd name="connsiteX386" fmla="*/ 2847877 w 3079941"/>
                <a:gd name="connsiteY386" fmla="*/ 730681 h 1160647"/>
                <a:gd name="connsiteX387" fmla="*/ 2847877 w 3079941"/>
                <a:gd name="connsiteY387" fmla="*/ 700416 h 1160647"/>
                <a:gd name="connsiteX388" fmla="*/ 2866117 w 3079941"/>
                <a:gd name="connsiteY388" fmla="*/ 700416 h 1160647"/>
                <a:gd name="connsiteX389" fmla="*/ 2866117 w 3079941"/>
                <a:gd name="connsiteY389" fmla="*/ 693931 h 1160647"/>
                <a:gd name="connsiteX390" fmla="*/ 2878277 w 3079941"/>
                <a:gd name="connsiteY390" fmla="*/ 693931 h 1160647"/>
                <a:gd name="connsiteX391" fmla="*/ 2878277 w 3079941"/>
                <a:gd name="connsiteY391" fmla="*/ 700416 h 1160647"/>
                <a:gd name="connsiteX392" fmla="*/ 2894491 w 3079941"/>
                <a:gd name="connsiteY392" fmla="*/ 700416 h 1160647"/>
                <a:gd name="connsiteX393" fmla="*/ 2894491 w 3079941"/>
                <a:gd name="connsiteY393" fmla="*/ 750137 h 1160647"/>
                <a:gd name="connsiteX394" fmla="*/ 2926918 w 3079941"/>
                <a:gd name="connsiteY394" fmla="*/ 750137 h 1160647"/>
                <a:gd name="connsiteX395" fmla="*/ 2926918 w 3079941"/>
                <a:gd name="connsiteY395" fmla="*/ 724196 h 1160647"/>
                <a:gd name="connsiteX396" fmla="*/ 2965425 w 3079941"/>
                <a:gd name="connsiteY396" fmla="*/ 724196 h 1160647"/>
                <a:gd name="connsiteX397" fmla="*/ 2965425 w 3079941"/>
                <a:gd name="connsiteY397" fmla="*/ 693931 h 1160647"/>
                <a:gd name="connsiteX398" fmla="*/ 3014066 w 3079941"/>
                <a:gd name="connsiteY398" fmla="*/ 693931 h 1160647"/>
                <a:gd name="connsiteX399" fmla="*/ 3014066 w 3079941"/>
                <a:gd name="connsiteY399" fmla="*/ 805087 h 1160647"/>
                <a:gd name="connsiteX400" fmla="*/ 3014066 w 3079941"/>
                <a:gd name="connsiteY400" fmla="*/ 818866 h 1160647"/>
                <a:gd name="connsiteX401" fmla="*/ 3079941 w 3079941"/>
                <a:gd name="connsiteY401" fmla="*/ 818866 h 1160647"/>
                <a:gd name="connsiteX402" fmla="*/ 3079941 w 3079941"/>
                <a:gd name="connsiteY402" fmla="*/ 924638 h 1160647"/>
                <a:gd name="connsiteX403" fmla="*/ 3079941 w 3079941"/>
                <a:gd name="connsiteY403" fmla="*/ 1030409 h 1160647"/>
                <a:gd name="connsiteX404" fmla="*/ 3079941 w 3079941"/>
                <a:gd name="connsiteY404" fmla="*/ 1160647 h 1160647"/>
                <a:gd name="connsiteX405" fmla="*/ 2842946 w 3079941"/>
                <a:gd name="connsiteY405" fmla="*/ 1160647 h 1160647"/>
                <a:gd name="connsiteX406" fmla="*/ 200958 w 3079941"/>
                <a:gd name="connsiteY406" fmla="*/ 1160647 h 1160647"/>
                <a:gd name="connsiteX407" fmla="*/ 200958 w 3079941"/>
                <a:gd name="connsiteY407" fmla="*/ 1126882 h 1160647"/>
                <a:gd name="connsiteX408" fmla="*/ 0 w 3079941"/>
                <a:gd name="connsiteY408" fmla="*/ 1126882 h 1160647"/>
                <a:gd name="connsiteX409" fmla="*/ 0 w 3079941"/>
                <a:gd name="connsiteY409" fmla="*/ 915339 h 1160647"/>
                <a:gd name="connsiteX410" fmla="*/ 103377 w 3079941"/>
                <a:gd name="connsiteY410" fmla="*/ 915339 h 1160647"/>
                <a:gd name="connsiteX411" fmla="*/ 103377 w 3079941"/>
                <a:gd name="connsiteY411" fmla="*/ 886329 h 1160647"/>
                <a:gd name="connsiteX412" fmla="*/ 55096 w 3079941"/>
                <a:gd name="connsiteY412" fmla="*/ 886329 h 1160647"/>
                <a:gd name="connsiteX413" fmla="*/ 55096 w 3079941"/>
                <a:gd name="connsiteY413" fmla="*/ 724196 h 1160647"/>
                <a:gd name="connsiteX414" fmla="*/ 75363 w 3079941"/>
                <a:gd name="connsiteY414" fmla="*/ 724196 h 1160647"/>
                <a:gd name="connsiteX415" fmla="*/ 75870 w 3079941"/>
                <a:gd name="connsiteY415" fmla="*/ 723115 h 1160647"/>
                <a:gd name="connsiteX416" fmla="*/ 79416 w 3079941"/>
                <a:gd name="connsiteY416" fmla="*/ 715549 h 1160647"/>
                <a:gd name="connsiteX417" fmla="*/ 81190 w 3079941"/>
                <a:gd name="connsiteY417" fmla="*/ 715819 h 1160647"/>
                <a:gd name="connsiteX418" fmla="*/ 93603 w 3079941"/>
                <a:gd name="connsiteY418" fmla="*/ 717710 h 1160647"/>
                <a:gd name="connsiteX419" fmla="*/ 94110 w 3079941"/>
                <a:gd name="connsiteY419" fmla="*/ 719062 h 1160647"/>
                <a:gd name="connsiteX420" fmla="*/ 97656 w 3079941"/>
                <a:gd name="connsiteY420" fmla="*/ 728519 h 1160647"/>
                <a:gd name="connsiteX421" fmla="*/ 124003 w 3079941"/>
                <a:gd name="connsiteY421" fmla="*/ 730681 h 1160647"/>
                <a:gd name="connsiteX422" fmla="*/ 124003 w 3079941"/>
                <a:gd name="connsiteY422" fmla="*/ 607460 h 1160647"/>
                <a:gd name="connsiteX423" fmla="*/ 126030 w 3079941"/>
                <a:gd name="connsiteY423" fmla="*/ 607460 h 1160647"/>
                <a:gd name="connsiteX424" fmla="*/ 140217 w 3079941"/>
                <a:gd name="connsiteY424" fmla="*/ 607460 h 1160647"/>
                <a:gd name="connsiteX425" fmla="*/ 140217 w 3079941"/>
                <a:gd name="connsiteY425" fmla="*/ 471268 h 1160647"/>
                <a:gd name="connsiteX426" fmla="*/ 141990 w 3079941"/>
                <a:gd name="connsiteY426" fmla="*/ 471268 h 1160647"/>
                <a:gd name="connsiteX427" fmla="*/ 154404 w 3079941"/>
                <a:gd name="connsiteY427" fmla="*/ 471268 h 1160647"/>
                <a:gd name="connsiteX428" fmla="*/ 154404 w 3079941"/>
                <a:gd name="connsiteY428" fmla="*/ 356694 h 1160647"/>
                <a:gd name="connsiteX429" fmla="*/ 158457 w 3079941"/>
                <a:gd name="connsiteY429" fmla="*/ 328590 h 1160647"/>
                <a:gd name="connsiteX430" fmla="*/ 160484 w 3079941"/>
                <a:gd name="connsiteY430" fmla="*/ 328590 h 1160647"/>
                <a:gd name="connsiteX431" fmla="*/ 174671 w 3079941"/>
                <a:gd name="connsiteY431" fmla="*/ 328590 h 1160647"/>
                <a:gd name="connsiteX432" fmla="*/ 211151 w 3079941"/>
                <a:gd name="connsiteY432" fmla="*/ 246443 h 1160647"/>
                <a:gd name="connsiteX433" fmla="*/ 215205 w 3079941"/>
                <a:gd name="connsiteY433" fmla="*/ 0 h 1160647"/>
                <a:gd name="connsiteX0-1" fmla="*/ 215205 w 3079941"/>
                <a:gd name="connsiteY0-2" fmla="*/ 0 h 1160647"/>
                <a:gd name="connsiteX1-3" fmla="*/ 217231 w 3079941"/>
                <a:gd name="connsiteY1-4" fmla="*/ 246443 h 1160647"/>
                <a:gd name="connsiteX2-5" fmla="*/ 255738 w 3079941"/>
                <a:gd name="connsiteY2-6" fmla="*/ 326429 h 1160647"/>
                <a:gd name="connsiteX3-7" fmla="*/ 257765 w 3079941"/>
                <a:gd name="connsiteY3-8" fmla="*/ 326429 h 1160647"/>
                <a:gd name="connsiteX4-9" fmla="*/ 271952 w 3079941"/>
                <a:gd name="connsiteY4-10" fmla="*/ 326429 h 1160647"/>
                <a:gd name="connsiteX5-11" fmla="*/ 271952 w 3079941"/>
                <a:gd name="connsiteY5-12" fmla="*/ 350208 h 1160647"/>
                <a:gd name="connsiteX6-13" fmla="*/ 272459 w 3079941"/>
                <a:gd name="connsiteY6-14" fmla="*/ 351019 h 1160647"/>
                <a:gd name="connsiteX7-15" fmla="*/ 276005 w 3079941"/>
                <a:gd name="connsiteY7-16" fmla="*/ 356694 h 1160647"/>
                <a:gd name="connsiteX8-17" fmla="*/ 276005 w 3079941"/>
                <a:gd name="connsiteY8-18" fmla="*/ 471268 h 1160647"/>
                <a:gd name="connsiteX9-19" fmla="*/ 278285 w 3079941"/>
                <a:gd name="connsiteY9-20" fmla="*/ 471268 h 1160647"/>
                <a:gd name="connsiteX10-21" fmla="*/ 294246 w 3079941"/>
                <a:gd name="connsiteY10-22" fmla="*/ 471268 h 1160647"/>
                <a:gd name="connsiteX11-23" fmla="*/ 294246 w 3079941"/>
                <a:gd name="connsiteY11-24" fmla="*/ 611783 h 1160647"/>
                <a:gd name="connsiteX12-25" fmla="*/ 295766 w 3079941"/>
                <a:gd name="connsiteY12-26" fmla="*/ 611513 h 1160647"/>
                <a:gd name="connsiteX13-27" fmla="*/ 306406 w 3079941"/>
                <a:gd name="connsiteY13-28" fmla="*/ 609622 h 1160647"/>
                <a:gd name="connsiteX14-29" fmla="*/ 304379 w 3079941"/>
                <a:gd name="connsiteY14-30" fmla="*/ 698254 h 1160647"/>
                <a:gd name="connsiteX15-31" fmla="*/ 305899 w 3079941"/>
                <a:gd name="connsiteY15-32" fmla="*/ 698525 h 1160647"/>
                <a:gd name="connsiteX16-33" fmla="*/ 316539 w 3079941"/>
                <a:gd name="connsiteY16-34" fmla="*/ 700416 h 1160647"/>
                <a:gd name="connsiteX17-35" fmla="*/ 316792 w 3079941"/>
                <a:gd name="connsiteY17-36" fmla="*/ 701227 h 1160647"/>
                <a:gd name="connsiteX18-37" fmla="*/ 318566 w 3079941"/>
                <a:gd name="connsiteY18-38" fmla="*/ 706902 h 1160647"/>
                <a:gd name="connsiteX19-39" fmla="*/ 319326 w 3079941"/>
                <a:gd name="connsiteY19-40" fmla="*/ 704470 h 1160647"/>
                <a:gd name="connsiteX20-41" fmla="*/ 324646 w 3079941"/>
                <a:gd name="connsiteY20-42" fmla="*/ 687446 h 1160647"/>
                <a:gd name="connsiteX21-43" fmla="*/ 326419 w 3079941"/>
                <a:gd name="connsiteY21-44" fmla="*/ 687446 h 1160647"/>
                <a:gd name="connsiteX22-45" fmla="*/ 338833 w 3079941"/>
                <a:gd name="connsiteY22-46" fmla="*/ 687446 h 1160647"/>
                <a:gd name="connsiteX23-47" fmla="*/ 338833 w 3079941"/>
                <a:gd name="connsiteY23-48" fmla="*/ 719872 h 1160647"/>
                <a:gd name="connsiteX24-49" fmla="*/ 339846 w 3079941"/>
                <a:gd name="connsiteY24-50" fmla="*/ 720413 h 1160647"/>
                <a:gd name="connsiteX25-51" fmla="*/ 346940 w 3079941"/>
                <a:gd name="connsiteY25-52" fmla="*/ 724196 h 1160647"/>
                <a:gd name="connsiteX26-53" fmla="*/ 346940 w 3079941"/>
                <a:gd name="connsiteY26-54" fmla="*/ 725547 h 1160647"/>
                <a:gd name="connsiteX27-55" fmla="*/ 346940 w 3079941"/>
                <a:gd name="connsiteY27-56" fmla="*/ 735005 h 1160647"/>
                <a:gd name="connsiteX28-57" fmla="*/ 391527 w 3079941"/>
                <a:gd name="connsiteY28-58" fmla="*/ 735005 h 1160647"/>
                <a:gd name="connsiteX29-59" fmla="*/ 391527 w 3079941"/>
                <a:gd name="connsiteY29-60" fmla="*/ 736086 h 1160647"/>
                <a:gd name="connsiteX30-61" fmla="*/ 391527 w 3079941"/>
                <a:gd name="connsiteY30-62" fmla="*/ 743652 h 1160647"/>
                <a:gd name="connsiteX31-63" fmla="*/ 393553 w 3079941"/>
                <a:gd name="connsiteY31-64" fmla="*/ 743652 h 1160647"/>
                <a:gd name="connsiteX32-65" fmla="*/ 407740 w 3079941"/>
                <a:gd name="connsiteY32-66" fmla="*/ 743652 h 1160647"/>
                <a:gd name="connsiteX33-67" fmla="*/ 407740 w 3079941"/>
                <a:gd name="connsiteY33-68" fmla="*/ 713387 h 1160647"/>
                <a:gd name="connsiteX34-69" fmla="*/ 452327 w 3079941"/>
                <a:gd name="connsiteY34-70" fmla="*/ 713387 h 1160647"/>
                <a:gd name="connsiteX35-71" fmla="*/ 452327 w 3079941"/>
                <a:gd name="connsiteY35-72" fmla="*/ 712036 h 1160647"/>
                <a:gd name="connsiteX36-73" fmla="*/ 452327 w 3079941"/>
                <a:gd name="connsiteY36-74" fmla="*/ 702578 h 1160647"/>
                <a:gd name="connsiteX37-75" fmla="*/ 453341 w 3079941"/>
                <a:gd name="connsiteY37-76" fmla="*/ 702578 h 1160647"/>
                <a:gd name="connsiteX38-77" fmla="*/ 460434 w 3079941"/>
                <a:gd name="connsiteY38-78" fmla="*/ 702578 h 1160647"/>
                <a:gd name="connsiteX39-79" fmla="*/ 460434 w 3079941"/>
                <a:gd name="connsiteY39-80" fmla="*/ 700687 h 1160647"/>
                <a:gd name="connsiteX40-81" fmla="*/ 460434 w 3079941"/>
                <a:gd name="connsiteY40-82" fmla="*/ 687446 h 1160647"/>
                <a:gd name="connsiteX41-83" fmla="*/ 461194 w 3079941"/>
                <a:gd name="connsiteY41-84" fmla="*/ 687446 h 1160647"/>
                <a:gd name="connsiteX42-85" fmla="*/ 466514 w 3079941"/>
                <a:gd name="connsiteY42-86" fmla="*/ 687446 h 1160647"/>
                <a:gd name="connsiteX43-87" fmla="*/ 466514 w 3079941"/>
                <a:gd name="connsiteY43-88" fmla="*/ 686365 h 1160647"/>
                <a:gd name="connsiteX44-89" fmla="*/ 466514 w 3079941"/>
                <a:gd name="connsiteY44-90" fmla="*/ 678798 h 1160647"/>
                <a:gd name="connsiteX45-91" fmla="*/ 468541 w 3079941"/>
                <a:gd name="connsiteY45-92" fmla="*/ 678798 h 1160647"/>
                <a:gd name="connsiteX46-93" fmla="*/ 482728 w 3079941"/>
                <a:gd name="connsiteY46-94" fmla="*/ 678798 h 1160647"/>
                <a:gd name="connsiteX47-95" fmla="*/ 482728 w 3079941"/>
                <a:gd name="connsiteY47-96" fmla="*/ 679879 h 1160647"/>
                <a:gd name="connsiteX48-97" fmla="*/ 482728 w 3079941"/>
                <a:gd name="connsiteY48-98" fmla="*/ 687446 h 1160647"/>
                <a:gd name="connsiteX49-99" fmla="*/ 505021 w 3079941"/>
                <a:gd name="connsiteY49-100" fmla="*/ 687446 h 1160647"/>
                <a:gd name="connsiteX50-101" fmla="*/ 505021 w 3079941"/>
                <a:gd name="connsiteY50-102" fmla="*/ 685554 h 1160647"/>
                <a:gd name="connsiteX51-103" fmla="*/ 505021 w 3079941"/>
                <a:gd name="connsiteY51-104" fmla="*/ 672313 h 1160647"/>
                <a:gd name="connsiteX52-105" fmla="*/ 506795 w 3079941"/>
                <a:gd name="connsiteY52-106" fmla="*/ 672313 h 1160647"/>
                <a:gd name="connsiteX53-107" fmla="*/ 519208 w 3079941"/>
                <a:gd name="connsiteY53-108" fmla="*/ 672313 h 1160647"/>
                <a:gd name="connsiteX54-109" fmla="*/ 519208 w 3079941"/>
                <a:gd name="connsiteY54-110" fmla="*/ 696093 h 1160647"/>
                <a:gd name="connsiteX55-111" fmla="*/ 520222 w 3079941"/>
                <a:gd name="connsiteY55-112" fmla="*/ 696093 h 1160647"/>
                <a:gd name="connsiteX56-113" fmla="*/ 527315 w 3079941"/>
                <a:gd name="connsiteY56-114" fmla="*/ 696093 h 1160647"/>
                <a:gd name="connsiteX57-115" fmla="*/ 527315 w 3079941"/>
                <a:gd name="connsiteY57-116" fmla="*/ 695012 h 1160647"/>
                <a:gd name="connsiteX58-117" fmla="*/ 527315 w 3079941"/>
                <a:gd name="connsiteY58-118" fmla="*/ 687446 h 1160647"/>
                <a:gd name="connsiteX59-119" fmla="*/ 529088 w 3079941"/>
                <a:gd name="connsiteY59-120" fmla="*/ 687446 h 1160647"/>
                <a:gd name="connsiteX60-121" fmla="*/ 541502 w 3079941"/>
                <a:gd name="connsiteY60-122" fmla="*/ 687446 h 1160647"/>
                <a:gd name="connsiteX61-123" fmla="*/ 541502 w 3079941"/>
                <a:gd name="connsiteY61-124" fmla="*/ 713387 h 1160647"/>
                <a:gd name="connsiteX62-125" fmla="*/ 543529 w 3079941"/>
                <a:gd name="connsiteY62-126" fmla="*/ 713387 h 1160647"/>
                <a:gd name="connsiteX63-127" fmla="*/ 557715 w 3079941"/>
                <a:gd name="connsiteY63-128" fmla="*/ 713387 h 1160647"/>
                <a:gd name="connsiteX64-129" fmla="*/ 557715 w 3079941"/>
                <a:gd name="connsiteY64-130" fmla="*/ 715008 h 1160647"/>
                <a:gd name="connsiteX65-131" fmla="*/ 557715 w 3079941"/>
                <a:gd name="connsiteY65-132" fmla="*/ 726358 h 1160647"/>
                <a:gd name="connsiteX66-133" fmla="*/ 558475 w 3079941"/>
                <a:gd name="connsiteY66-134" fmla="*/ 726358 h 1160647"/>
                <a:gd name="connsiteX67-135" fmla="*/ 563796 w 3079941"/>
                <a:gd name="connsiteY67-136" fmla="*/ 726358 h 1160647"/>
                <a:gd name="connsiteX68-137" fmla="*/ 563796 w 3079941"/>
                <a:gd name="connsiteY68-138" fmla="*/ 725547 h 1160647"/>
                <a:gd name="connsiteX69-139" fmla="*/ 563796 w 3079941"/>
                <a:gd name="connsiteY69-140" fmla="*/ 719872 h 1160647"/>
                <a:gd name="connsiteX70-141" fmla="*/ 594196 w 3079941"/>
                <a:gd name="connsiteY70-142" fmla="*/ 719872 h 1160647"/>
                <a:gd name="connsiteX71-143" fmla="*/ 594196 w 3079941"/>
                <a:gd name="connsiteY71-144" fmla="*/ 743652 h 1160647"/>
                <a:gd name="connsiteX72-145" fmla="*/ 595209 w 3079941"/>
                <a:gd name="connsiteY72-146" fmla="*/ 743652 h 1160647"/>
                <a:gd name="connsiteX73-147" fmla="*/ 602303 w 3079941"/>
                <a:gd name="connsiteY73-148" fmla="*/ 743652 h 1160647"/>
                <a:gd name="connsiteX74-149" fmla="*/ 602303 w 3079941"/>
                <a:gd name="connsiteY74-150" fmla="*/ 744733 h 1160647"/>
                <a:gd name="connsiteX75-151" fmla="*/ 602303 w 3079941"/>
                <a:gd name="connsiteY75-152" fmla="*/ 752299 h 1160647"/>
                <a:gd name="connsiteX76-153" fmla="*/ 603063 w 3079941"/>
                <a:gd name="connsiteY76-154" fmla="*/ 752299 h 1160647"/>
                <a:gd name="connsiteX77-155" fmla="*/ 608383 w 3079941"/>
                <a:gd name="connsiteY77-156" fmla="*/ 752299 h 1160647"/>
                <a:gd name="connsiteX78-157" fmla="*/ 608383 w 3079941"/>
                <a:gd name="connsiteY78-158" fmla="*/ 750137 h 1160647"/>
                <a:gd name="connsiteX79-159" fmla="*/ 608383 w 3079941"/>
                <a:gd name="connsiteY79-160" fmla="*/ 735005 h 1160647"/>
                <a:gd name="connsiteX80-161" fmla="*/ 609396 w 3079941"/>
                <a:gd name="connsiteY80-162" fmla="*/ 735005 h 1160647"/>
                <a:gd name="connsiteX81-163" fmla="*/ 616490 w 3079941"/>
                <a:gd name="connsiteY81-164" fmla="*/ 735005 h 1160647"/>
                <a:gd name="connsiteX82-165" fmla="*/ 616490 w 3079941"/>
                <a:gd name="connsiteY82-166" fmla="*/ 736086 h 1160647"/>
                <a:gd name="connsiteX83-167" fmla="*/ 616490 w 3079941"/>
                <a:gd name="connsiteY83-168" fmla="*/ 743652 h 1160647"/>
                <a:gd name="connsiteX84-169" fmla="*/ 621810 w 3079941"/>
                <a:gd name="connsiteY84-170" fmla="*/ 741659 h 1160647"/>
                <a:gd name="connsiteX85-171" fmla="*/ 622570 w 3079941"/>
                <a:gd name="connsiteY85-172" fmla="*/ 740679 h 1160647"/>
                <a:gd name="connsiteX86-173" fmla="*/ 622570 w 3079941"/>
                <a:gd name="connsiteY86-174" fmla="*/ 735005 h 1160647"/>
                <a:gd name="connsiteX87-175" fmla="*/ 661077 w 3079941"/>
                <a:gd name="connsiteY87-176" fmla="*/ 735005 h 1160647"/>
                <a:gd name="connsiteX88-177" fmla="*/ 661077 w 3079941"/>
                <a:gd name="connsiteY88-178" fmla="*/ 758784 h 1160647"/>
                <a:gd name="connsiteX89-179" fmla="*/ 663103 w 3079941"/>
                <a:gd name="connsiteY89-180" fmla="*/ 758784 h 1160647"/>
                <a:gd name="connsiteX90-181" fmla="*/ 677290 w 3079941"/>
                <a:gd name="connsiteY90-182" fmla="*/ 758784 h 1160647"/>
                <a:gd name="connsiteX91-183" fmla="*/ 677290 w 3079941"/>
                <a:gd name="connsiteY91-184" fmla="*/ 759865 h 1160647"/>
                <a:gd name="connsiteX92-185" fmla="*/ 677290 w 3079941"/>
                <a:gd name="connsiteY92-186" fmla="*/ 767431 h 1160647"/>
                <a:gd name="connsiteX93-187" fmla="*/ 679064 w 3079941"/>
                <a:gd name="connsiteY93-188" fmla="*/ 767431 h 1160647"/>
                <a:gd name="connsiteX94-189" fmla="*/ 691477 w 3079941"/>
                <a:gd name="connsiteY94-190" fmla="*/ 767431 h 1160647"/>
                <a:gd name="connsiteX95-191" fmla="*/ 691477 w 3079941"/>
                <a:gd name="connsiteY95-192" fmla="*/ 743652 h 1160647"/>
                <a:gd name="connsiteX96-193" fmla="*/ 692490 w 3079941"/>
                <a:gd name="connsiteY96-194" fmla="*/ 743652 h 1160647"/>
                <a:gd name="connsiteX97-195" fmla="*/ 699584 w 3079941"/>
                <a:gd name="connsiteY97-196" fmla="*/ 743652 h 1160647"/>
                <a:gd name="connsiteX98-197" fmla="*/ 699584 w 3079941"/>
                <a:gd name="connsiteY98-198" fmla="*/ 711225 h 1160647"/>
                <a:gd name="connsiteX99-199" fmla="*/ 700597 w 3079941"/>
                <a:gd name="connsiteY99-200" fmla="*/ 711225 h 1160647"/>
                <a:gd name="connsiteX100-201" fmla="*/ 707691 w 3079941"/>
                <a:gd name="connsiteY100-202" fmla="*/ 711225 h 1160647"/>
                <a:gd name="connsiteX101-203" fmla="*/ 707691 w 3079941"/>
                <a:gd name="connsiteY101-204" fmla="*/ 709334 h 1160647"/>
                <a:gd name="connsiteX102-205" fmla="*/ 707691 w 3079941"/>
                <a:gd name="connsiteY102-206" fmla="*/ 696093 h 1160647"/>
                <a:gd name="connsiteX103-207" fmla="*/ 706424 w 3079941"/>
                <a:gd name="connsiteY103-208" fmla="*/ 694471 h 1160647"/>
                <a:gd name="connsiteX104-209" fmla="*/ 711744 w 3079941"/>
                <a:gd name="connsiteY104-210" fmla="*/ 683122 h 1160647"/>
                <a:gd name="connsiteX105-211" fmla="*/ 719851 w 3079941"/>
                <a:gd name="connsiteY105-212" fmla="*/ 711225 h 1160647"/>
                <a:gd name="connsiteX106-213" fmla="*/ 720611 w 3079941"/>
                <a:gd name="connsiteY106-214" fmla="*/ 711225 h 1160647"/>
                <a:gd name="connsiteX107-215" fmla="*/ 725931 w 3079941"/>
                <a:gd name="connsiteY107-216" fmla="*/ 711225 h 1160647"/>
                <a:gd name="connsiteX108-217" fmla="*/ 725931 w 3079941"/>
                <a:gd name="connsiteY108-218" fmla="*/ 605298 h 1160647"/>
                <a:gd name="connsiteX109-219" fmla="*/ 727451 w 3079941"/>
                <a:gd name="connsiteY109-220" fmla="*/ 605298 h 1160647"/>
                <a:gd name="connsiteX110-221" fmla="*/ 738091 w 3079941"/>
                <a:gd name="connsiteY110-222" fmla="*/ 605298 h 1160647"/>
                <a:gd name="connsiteX111-223" fmla="*/ 738091 w 3079941"/>
                <a:gd name="connsiteY111-224" fmla="*/ 557739 h 1160647"/>
                <a:gd name="connsiteX112-225" fmla="*/ 764438 w 3079941"/>
                <a:gd name="connsiteY112-226" fmla="*/ 557739 h 1160647"/>
                <a:gd name="connsiteX113-227" fmla="*/ 764438 w 3079941"/>
                <a:gd name="connsiteY113-228" fmla="*/ 536121 h 1160647"/>
                <a:gd name="connsiteX114-229" fmla="*/ 798892 w 3079941"/>
                <a:gd name="connsiteY114-230" fmla="*/ 536121 h 1160647"/>
                <a:gd name="connsiteX115-231" fmla="*/ 798892 w 3079941"/>
                <a:gd name="connsiteY115-232" fmla="*/ 538553 h 1160647"/>
                <a:gd name="connsiteX116-233" fmla="*/ 798892 w 3079941"/>
                <a:gd name="connsiteY116-234" fmla="*/ 555577 h 1160647"/>
                <a:gd name="connsiteX117-235" fmla="*/ 801172 w 3079941"/>
                <a:gd name="connsiteY117-236" fmla="*/ 555577 h 1160647"/>
                <a:gd name="connsiteX118-237" fmla="*/ 817132 w 3079941"/>
                <a:gd name="connsiteY118-238" fmla="*/ 555577 h 1160647"/>
                <a:gd name="connsiteX119-239" fmla="*/ 817132 w 3079941"/>
                <a:gd name="connsiteY119-240" fmla="*/ 603136 h 1160647"/>
                <a:gd name="connsiteX120-241" fmla="*/ 818145 w 3079941"/>
                <a:gd name="connsiteY120-242" fmla="*/ 603136 h 1160647"/>
                <a:gd name="connsiteX121-243" fmla="*/ 825239 w 3079941"/>
                <a:gd name="connsiteY121-244" fmla="*/ 603136 h 1160647"/>
                <a:gd name="connsiteX122-245" fmla="*/ 839426 w 3079941"/>
                <a:gd name="connsiteY122-246" fmla="*/ 607460 h 1160647"/>
                <a:gd name="connsiteX123-247" fmla="*/ 839426 w 3079941"/>
                <a:gd name="connsiteY123-248" fmla="*/ 646372 h 1160647"/>
                <a:gd name="connsiteX124-249" fmla="*/ 840439 w 3079941"/>
                <a:gd name="connsiteY124-250" fmla="*/ 646372 h 1160647"/>
                <a:gd name="connsiteX125-251" fmla="*/ 847532 w 3079941"/>
                <a:gd name="connsiteY125-252" fmla="*/ 646372 h 1160647"/>
                <a:gd name="connsiteX126-253" fmla="*/ 847532 w 3079941"/>
                <a:gd name="connsiteY126-254" fmla="*/ 647993 h 1160647"/>
                <a:gd name="connsiteX127-255" fmla="*/ 847532 w 3079941"/>
                <a:gd name="connsiteY127-256" fmla="*/ 659342 h 1160647"/>
                <a:gd name="connsiteX128-257" fmla="*/ 849559 w 3079941"/>
                <a:gd name="connsiteY128-258" fmla="*/ 659342 h 1160647"/>
                <a:gd name="connsiteX129-259" fmla="*/ 863746 w 3079941"/>
                <a:gd name="connsiteY129-260" fmla="*/ 659342 h 1160647"/>
                <a:gd name="connsiteX130-261" fmla="*/ 869826 w 3079941"/>
                <a:gd name="connsiteY130-262" fmla="*/ 665828 h 1160647"/>
                <a:gd name="connsiteX131-263" fmla="*/ 869826 w 3079941"/>
                <a:gd name="connsiteY131-264" fmla="*/ 687446 h 1160647"/>
                <a:gd name="connsiteX132-265" fmla="*/ 872106 w 3079941"/>
                <a:gd name="connsiteY132-266" fmla="*/ 687446 h 1160647"/>
                <a:gd name="connsiteX133-267" fmla="*/ 888066 w 3079941"/>
                <a:gd name="connsiteY133-268" fmla="*/ 687446 h 1160647"/>
                <a:gd name="connsiteX134-269" fmla="*/ 888066 w 3079941"/>
                <a:gd name="connsiteY134-270" fmla="*/ 688526 h 1160647"/>
                <a:gd name="connsiteX135-271" fmla="*/ 888066 w 3079941"/>
                <a:gd name="connsiteY135-272" fmla="*/ 696093 h 1160647"/>
                <a:gd name="connsiteX136-273" fmla="*/ 889333 w 3079941"/>
                <a:gd name="connsiteY136-274" fmla="*/ 696093 h 1160647"/>
                <a:gd name="connsiteX137-275" fmla="*/ 898200 w 3079941"/>
                <a:gd name="connsiteY137-276" fmla="*/ 696093 h 1160647"/>
                <a:gd name="connsiteX138-277" fmla="*/ 898200 w 3079941"/>
                <a:gd name="connsiteY138-278" fmla="*/ 698254 h 1160647"/>
                <a:gd name="connsiteX139-279" fmla="*/ 898200 w 3079941"/>
                <a:gd name="connsiteY139-280" fmla="*/ 713387 h 1160647"/>
                <a:gd name="connsiteX140-281" fmla="*/ 902253 w 3079941"/>
                <a:gd name="connsiteY140-282" fmla="*/ 711495 h 1160647"/>
                <a:gd name="connsiteX141-283" fmla="*/ 902253 w 3079941"/>
                <a:gd name="connsiteY141-284" fmla="*/ 698254 h 1160647"/>
                <a:gd name="connsiteX142-285" fmla="*/ 903266 w 3079941"/>
                <a:gd name="connsiteY142-286" fmla="*/ 698254 h 1160647"/>
                <a:gd name="connsiteX143-287" fmla="*/ 910360 w 3079941"/>
                <a:gd name="connsiteY143-288" fmla="*/ 698254 h 1160647"/>
                <a:gd name="connsiteX144-289" fmla="*/ 910360 w 3079941"/>
                <a:gd name="connsiteY144-290" fmla="*/ 699876 h 1160647"/>
                <a:gd name="connsiteX145-291" fmla="*/ 910360 w 3079941"/>
                <a:gd name="connsiteY145-292" fmla="*/ 711225 h 1160647"/>
                <a:gd name="connsiteX146-293" fmla="*/ 911120 w 3079941"/>
                <a:gd name="connsiteY146-294" fmla="*/ 711225 h 1160647"/>
                <a:gd name="connsiteX147-295" fmla="*/ 916440 w 3079941"/>
                <a:gd name="connsiteY147-296" fmla="*/ 711225 h 1160647"/>
                <a:gd name="connsiteX148-297" fmla="*/ 965080 w 3079941"/>
                <a:gd name="connsiteY148-298" fmla="*/ 706902 h 1160647"/>
                <a:gd name="connsiteX149-299" fmla="*/ 965080 w 3079941"/>
                <a:gd name="connsiteY149-300" fmla="*/ 708253 h 1160647"/>
                <a:gd name="connsiteX150-301" fmla="*/ 965080 w 3079941"/>
                <a:gd name="connsiteY150-302" fmla="*/ 717710 h 1160647"/>
                <a:gd name="connsiteX151-303" fmla="*/ 965840 w 3079941"/>
                <a:gd name="connsiteY151-304" fmla="*/ 717710 h 1160647"/>
                <a:gd name="connsiteX152-305" fmla="*/ 971161 w 3079941"/>
                <a:gd name="connsiteY152-306" fmla="*/ 717710 h 1160647"/>
                <a:gd name="connsiteX153-307" fmla="*/ 971161 w 3079941"/>
                <a:gd name="connsiteY153-308" fmla="*/ 719872 h 1160647"/>
                <a:gd name="connsiteX154-309" fmla="*/ 971161 w 3079941"/>
                <a:gd name="connsiteY154-310" fmla="*/ 735005 h 1160647"/>
                <a:gd name="connsiteX155-311" fmla="*/ 973187 w 3079941"/>
                <a:gd name="connsiteY155-312" fmla="*/ 733654 h 1160647"/>
                <a:gd name="connsiteX156-313" fmla="*/ 987374 w 3079941"/>
                <a:gd name="connsiteY156-314" fmla="*/ 724196 h 1160647"/>
                <a:gd name="connsiteX157-315" fmla="*/ 993454 w 3079941"/>
                <a:gd name="connsiteY157-316" fmla="*/ 683122 h 1160647"/>
                <a:gd name="connsiteX158-317" fmla="*/ 994214 w 3079941"/>
                <a:gd name="connsiteY158-318" fmla="*/ 682852 h 1160647"/>
                <a:gd name="connsiteX159-319" fmla="*/ 999534 w 3079941"/>
                <a:gd name="connsiteY159-320" fmla="*/ 680960 h 1160647"/>
                <a:gd name="connsiteX160-321" fmla="*/ 1001561 w 3079941"/>
                <a:gd name="connsiteY160-322" fmla="*/ 611783 h 1160647"/>
                <a:gd name="connsiteX161-323" fmla="*/ 1003588 w 3079941"/>
                <a:gd name="connsiteY161-324" fmla="*/ 680960 h 1160647"/>
                <a:gd name="connsiteX162-325" fmla="*/ 1004348 w 3079941"/>
                <a:gd name="connsiteY162-326" fmla="*/ 681230 h 1160647"/>
                <a:gd name="connsiteX163-327" fmla="*/ 1009668 w 3079941"/>
                <a:gd name="connsiteY163-328" fmla="*/ 683122 h 1160647"/>
                <a:gd name="connsiteX164-329" fmla="*/ 1009668 w 3079941"/>
                <a:gd name="connsiteY164-330" fmla="*/ 596651 h 1160647"/>
                <a:gd name="connsiteX165-331" fmla="*/ 1013721 w 3079941"/>
                <a:gd name="connsiteY165-332" fmla="*/ 564224 h 1160647"/>
                <a:gd name="connsiteX166-333" fmla="*/ 1052228 w 3079941"/>
                <a:gd name="connsiteY166-334" fmla="*/ 564224 h 1160647"/>
                <a:gd name="connsiteX167-335" fmla="*/ 1052228 w 3079941"/>
                <a:gd name="connsiteY167-336" fmla="*/ 596651 h 1160647"/>
                <a:gd name="connsiteX168-337" fmla="*/ 1052988 w 3079941"/>
                <a:gd name="connsiteY168-338" fmla="*/ 596651 h 1160647"/>
                <a:gd name="connsiteX169-339" fmla="*/ 1058308 w 3079941"/>
                <a:gd name="connsiteY169-340" fmla="*/ 596651 h 1160647"/>
                <a:gd name="connsiteX170-341" fmla="*/ 1058308 w 3079941"/>
                <a:gd name="connsiteY170-342" fmla="*/ 514503 h 1160647"/>
                <a:gd name="connsiteX171-343" fmla="*/ 1060082 w 3079941"/>
                <a:gd name="connsiteY171-344" fmla="*/ 514503 h 1160647"/>
                <a:gd name="connsiteX172-345" fmla="*/ 1072495 w 3079941"/>
                <a:gd name="connsiteY172-346" fmla="*/ 514503 h 1160647"/>
                <a:gd name="connsiteX173-347" fmla="*/ 1072495 w 3079941"/>
                <a:gd name="connsiteY173-348" fmla="*/ 512612 h 1160647"/>
                <a:gd name="connsiteX174-349" fmla="*/ 1072495 w 3079941"/>
                <a:gd name="connsiteY174-350" fmla="*/ 499371 h 1160647"/>
                <a:gd name="connsiteX175-351" fmla="*/ 1094789 w 3079941"/>
                <a:gd name="connsiteY175-352" fmla="*/ 499371 h 1160647"/>
                <a:gd name="connsiteX176-353" fmla="*/ 1094789 w 3079941"/>
                <a:gd name="connsiteY176-354" fmla="*/ 498290 h 1160647"/>
                <a:gd name="connsiteX177-355" fmla="*/ 1094789 w 3079941"/>
                <a:gd name="connsiteY177-356" fmla="*/ 490724 h 1160647"/>
                <a:gd name="connsiteX178-357" fmla="*/ 1096562 w 3079941"/>
                <a:gd name="connsiteY178-358" fmla="*/ 490724 h 1160647"/>
                <a:gd name="connsiteX179-359" fmla="*/ 1108976 w 3079941"/>
                <a:gd name="connsiteY179-360" fmla="*/ 490724 h 1160647"/>
                <a:gd name="connsiteX180-361" fmla="*/ 1108976 w 3079941"/>
                <a:gd name="connsiteY180-362" fmla="*/ 491805 h 1160647"/>
                <a:gd name="connsiteX181-363" fmla="*/ 1108976 w 3079941"/>
                <a:gd name="connsiteY181-364" fmla="*/ 499371 h 1160647"/>
                <a:gd name="connsiteX182-365" fmla="*/ 1109736 w 3079941"/>
                <a:gd name="connsiteY182-366" fmla="*/ 499371 h 1160647"/>
                <a:gd name="connsiteX183-367" fmla="*/ 1115056 w 3079941"/>
                <a:gd name="connsiteY183-368" fmla="*/ 499371 h 1160647"/>
                <a:gd name="connsiteX184-369" fmla="*/ 1125189 w 3079941"/>
                <a:gd name="connsiteY184-370" fmla="*/ 495047 h 1160647"/>
                <a:gd name="connsiteX185-371" fmla="*/ 1129242 w 3079941"/>
                <a:gd name="connsiteY185-372" fmla="*/ 498290 h 1160647"/>
                <a:gd name="connsiteX186-373" fmla="*/ 1129242 w 3079941"/>
                <a:gd name="connsiteY186-374" fmla="*/ 490724 h 1160647"/>
                <a:gd name="connsiteX187-375" fmla="*/ 1131522 w 3079941"/>
                <a:gd name="connsiteY187-376" fmla="*/ 490724 h 1160647"/>
                <a:gd name="connsiteX188-377" fmla="*/ 1147483 w 3079941"/>
                <a:gd name="connsiteY188-378" fmla="*/ 490724 h 1160647"/>
                <a:gd name="connsiteX189-379" fmla="*/ 1147483 w 3079941"/>
                <a:gd name="connsiteY189-380" fmla="*/ 491805 h 1160647"/>
                <a:gd name="connsiteX190-381" fmla="*/ 1147483 w 3079941"/>
                <a:gd name="connsiteY190-382" fmla="*/ 499371 h 1160647"/>
                <a:gd name="connsiteX191-383" fmla="*/ 1177883 w 3079941"/>
                <a:gd name="connsiteY191-384" fmla="*/ 499371 h 1160647"/>
                <a:gd name="connsiteX192-385" fmla="*/ 1177883 w 3079941"/>
                <a:gd name="connsiteY192-386" fmla="*/ 500992 h 1160647"/>
                <a:gd name="connsiteX193-387" fmla="*/ 1177883 w 3079941"/>
                <a:gd name="connsiteY193-388" fmla="*/ 512342 h 1160647"/>
                <a:gd name="connsiteX194-389" fmla="*/ 1204230 w 3079941"/>
                <a:gd name="connsiteY194-390" fmla="*/ 512342 h 1160647"/>
                <a:gd name="connsiteX195-391" fmla="*/ 1204230 w 3079941"/>
                <a:gd name="connsiteY195-392" fmla="*/ 542606 h 1160647"/>
                <a:gd name="connsiteX196-393" fmla="*/ 1204990 w 3079941"/>
                <a:gd name="connsiteY196-394" fmla="*/ 542606 h 1160647"/>
                <a:gd name="connsiteX197-395" fmla="*/ 1210310 w 3079941"/>
                <a:gd name="connsiteY197-396" fmla="*/ 542606 h 1160647"/>
                <a:gd name="connsiteX198-397" fmla="*/ 1210310 w 3079941"/>
                <a:gd name="connsiteY198-398" fmla="*/ 543687 h 1160647"/>
                <a:gd name="connsiteX199-399" fmla="*/ 1210310 w 3079941"/>
                <a:gd name="connsiteY199-400" fmla="*/ 551254 h 1160647"/>
                <a:gd name="connsiteX200-401" fmla="*/ 1214364 w 3079941"/>
                <a:gd name="connsiteY200-402" fmla="*/ 581518 h 1160647"/>
                <a:gd name="connsiteX201-403" fmla="*/ 1215124 w 3079941"/>
                <a:gd name="connsiteY201-404" fmla="*/ 581518 h 1160647"/>
                <a:gd name="connsiteX202-405" fmla="*/ 1220444 w 3079941"/>
                <a:gd name="connsiteY202-406" fmla="*/ 581518 h 1160647"/>
                <a:gd name="connsiteX203-407" fmla="*/ 1220444 w 3079941"/>
                <a:gd name="connsiteY203-408" fmla="*/ 582329 h 1160647"/>
                <a:gd name="connsiteX204-409" fmla="*/ 1220444 w 3079941"/>
                <a:gd name="connsiteY204-410" fmla="*/ 588004 h 1160647"/>
                <a:gd name="connsiteX205-411" fmla="*/ 1221457 w 3079941"/>
                <a:gd name="connsiteY205-412" fmla="*/ 588004 h 1160647"/>
                <a:gd name="connsiteX206-413" fmla="*/ 1228550 w 3079941"/>
                <a:gd name="connsiteY206-414" fmla="*/ 588004 h 1160647"/>
                <a:gd name="connsiteX207-415" fmla="*/ 1228550 w 3079941"/>
                <a:gd name="connsiteY207-416" fmla="*/ 618269 h 1160647"/>
                <a:gd name="connsiteX208-417" fmla="*/ 1230577 w 3079941"/>
                <a:gd name="connsiteY208-418" fmla="*/ 618269 h 1160647"/>
                <a:gd name="connsiteX209-419" fmla="*/ 1244764 w 3079941"/>
                <a:gd name="connsiteY209-420" fmla="*/ 618269 h 1160647"/>
                <a:gd name="connsiteX210-421" fmla="*/ 1244764 w 3079941"/>
                <a:gd name="connsiteY210-422" fmla="*/ 642048 h 1160647"/>
                <a:gd name="connsiteX211-423" fmla="*/ 1246791 w 3079941"/>
                <a:gd name="connsiteY211-424" fmla="*/ 643669 h 1160647"/>
                <a:gd name="connsiteX212-425" fmla="*/ 1246791 w 3079941"/>
                <a:gd name="connsiteY212-426" fmla="*/ 655019 h 1160647"/>
                <a:gd name="connsiteX213-427" fmla="*/ 1247551 w 3079941"/>
                <a:gd name="connsiteY213-428" fmla="*/ 655019 h 1160647"/>
                <a:gd name="connsiteX214-429" fmla="*/ 1252871 w 3079941"/>
                <a:gd name="connsiteY214-430" fmla="*/ 655019 h 1160647"/>
                <a:gd name="connsiteX215-431" fmla="*/ 1252871 w 3079941"/>
                <a:gd name="connsiteY215-432" fmla="*/ 678798 h 1160647"/>
                <a:gd name="connsiteX216-433" fmla="*/ 1254137 w 3079941"/>
                <a:gd name="connsiteY216-434" fmla="*/ 678798 h 1160647"/>
                <a:gd name="connsiteX217-435" fmla="*/ 1263004 w 3079941"/>
                <a:gd name="connsiteY217-436" fmla="*/ 678798 h 1160647"/>
                <a:gd name="connsiteX218-437" fmla="*/ 1265031 w 3079941"/>
                <a:gd name="connsiteY218-438" fmla="*/ 682852 h 1160647"/>
                <a:gd name="connsiteX219-439" fmla="*/ 1265031 w 3079941"/>
                <a:gd name="connsiteY219-440" fmla="*/ 696093 h 1160647"/>
                <a:gd name="connsiteX220-441" fmla="*/ 1266551 w 3079941"/>
                <a:gd name="connsiteY220-442" fmla="*/ 694201 h 1160647"/>
                <a:gd name="connsiteX221-443" fmla="*/ 1277191 w 3079941"/>
                <a:gd name="connsiteY221-444" fmla="*/ 680960 h 1160647"/>
                <a:gd name="connsiteX222-445" fmla="*/ 1305565 w 3079941"/>
                <a:gd name="connsiteY222-446" fmla="*/ 680960 h 1160647"/>
                <a:gd name="connsiteX223-447" fmla="*/ 1305565 w 3079941"/>
                <a:gd name="connsiteY223-448" fmla="*/ 767431 h 1160647"/>
                <a:gd name="connsiteX224-449" fmla="*/ 1306325 w 3079941"/>
                <a:gd name="connsiteY224-450" fmla="*/ 767431 h 1160647"/>
                <a:gd name="connsiteX225-451" fmla="*/ 1311645 w 3079941"/>
                <a:gd name="connsiteY225-452" fmla="*/ 767431 h 1160647"/>
                <a:gd name="connsiteX226-453" fmla="*/ 1312405 w 3079941"/>
                <a:gd name="connsiteY226-454" fmla="*/ 766080 h 1160647"/>
                <a:gd name="connsiteX227-455" fmla="*/ 1317725 w 3079941"/>
                <a:gd name="connsiteY227-456" fmla="*/ 756622 h 1160647"/>
                <a:gd name="connsiteX228-457" fmla="*/ 1317725 w 3079941"/>
                <a:gd name="connsiteY228-458" fmla="*/ 758514 h 1160647"/>
                <a:gd name="connsiteX229-459" fmla="*/ 1317725 w 3079941"/>
                <a:gd name="connsiteY229-460" fmla="*/ 771755 h 1160647"/>
                <a:gd name="connsiteX230-461" fmla="*/ 1321778 w 3079941"/>
                <a:gd name="connsiteY230-462" fmla="*/ 726358 h 1160647"/>
                <a:gd name="connsiteX231-463" fmla="*/ 1322538 w 3079941"/>
                <a:gd name="connsiteY231-464" fmla="*/ 726358 h 1160647"/>
                <a:gd name="connsiteX232-465" fmla="*/ 1327858 w 3079941"/>
                <a:gd name="connsiteY232-466" fmla="*/ 726358 h 1160647"/>
                <a:gd name="connsiteX233-467" fmla="*/ 1327858 w 3079941"/>
                <a:gd name="connsiteY233-468" fmla="*/ 661504 h 1160647"/>
                <a:gd name="connsiteX234-469" fmla="*/ 1328872 w 3079941"/>
                <a:gd name="connsiteY234-470" fmla="*/ 661504 h 1160647"/>
                <a:gd name="connsiteX235-471" fmla="*/ 1335965 w 3079941"/>
                <a:gd name="connsiteY235-472" fmla="*/ 661504 h 1160647"/>
                <a:gd name="connsiteX236-473" fmla="*/ 1348125 w 3079941"/>
                <a:gd name="connsiteY236-474" fmla="*/ 618269 h 1160647"/>
                <a:gd name="connsiteX237-475" fmla="*/ 1349392 w 3079941"/>
                <a:gd name="connsiteY237-476" fmla="*/ 618269 h 1160647"/>
                <a:gd name="connsiteX238-477" fmla="*/ 1358259 w 3079941"/>
                <a:gd name="connsiteY238-478" fmla="*/ 618269 h 1160647"/>
                <a:gd name="connsiteX239-479" fmla="*/ 1368392 w 3079941"/>
                <a:gd name="connsiteY239-480" fmla="*/ 661504 h 1160647"/>
                <a:gd name="connsiteX240-481" fmla="*/ 1369405 w 3079941"/>
                <a:gd name="connsiteY240-482" fmla="*/ 661504 h 1160647"/>
                <a:gd name="connsiteX241-483" fmla="*/ 1376499 w 3079941"/>
                <a:gd name="connsiteY241-484" fmla="*/ 661504 h 1160647"/>
                <a:gd name="connsiteX242-485" fmla="*/ 1376499 w 3079941"/>
                <a:gd name="connsiteY242-486" fmla="*/ 700416 h 1160647"/>
                <a:gd name="connsiteX243-487" fmla="*/ 1378272 w 3079941"/>
                <a:gd name="connsiteY243-488" fmla="*/ 700416 h 1160647"/>
                <a:gd name="connsiteX244-489" fmla="*/ 1390686 w 3079941"/>
                <a:gd name="connsiteY244-490" fmla="*/ 700416 h 1160647"/>
                <a:gd name="connsiteX245-491" fmla="*/ 1390686 w 3079941"/>
                <a:gd name="connsiteY245-492" fmla="*/ 702578 h 1160647"/>
                <a:gd name="connsiteX246-493" fmla="*/ 1390686 w 3079941"/>
                <a:gd name="connsiteY246-494" fmla="*/ 717710 h 1160647"/>
                <a:gd name="connsiteX247-495" fmla="*/ 1394739 w 3079941"/>
                <a:gd name="connsiteY247-496" fmla="*/ 715549 h 1160647"/>
                <a:gd name="connsiteX248-497" fmla="*/ 1394739 w 3079941"/>
                <a:gd name="connsiteY248-498" fmla="*/ 700416 h 1160647"/>
                <a:gd name="connsiteX249-499" fmla="*/ 1396259 w 3079941"/>
                <a:gd name="connsiteY249-500" fmla="*/ 700416 h 1160647"/>
                <a:gd name="connsiteX250-501" fmla="*/ 1406899 w 3079941"/>
                <a:gd name="connsiteY250-502" fmla="*/ 700416 h 1160647"/>
                <a:gd name="connsiteX251-503" fmla="*/ 1406899 w 3079941"/>
                <a:gd name="connsiteY251-504" fmla="*/ 702037 h 1160647"/>
                <a:gd name="connsiteX252-505" fmla="*/ 1406899 w 3079941"/>
                <a:gd name="connsiteY252-506" fmla="*/ 713387 h 1160647"/>
                <a:gd name="connsiteX253-507" fmla="*/ 1437300 w 3079941"/>
                <a:gd name="connsiteY253-508" fmla="*/ 713387 h 1160647"/>
                <a:gd name="connsiteX254-509" fmla="*/ 1437300 w 3079941"/>
                <a:gd name="connsiteY254-510" fmla="*/ 676637 h 1160647"/>
                <a:gd name="connsiteX255-511" fmla="*/ 1438566 w 3079941"/>
                <a:gd name="connsiteY255-512" fmla="*/ 676637 h 1160647"/>
                <a:gd name="connsiteX256-513" fmla="*/ 1447433 w 3079941"/>
                <a:gd name="connsiteY256-514" fmla="*/ 676637 h 1160647"/>
                <a:gd name="connsiteX257-515" fmla="*/ 1447433 w 3079941"/>
                <a:gd name="connsiteY257-516" fmla="*/ 698254 h 1160647"/>
                <a:gd name="connsiteX258-517" fmla="*/ 1449460 w 3079941"/>
                <a:gd name="connsiteY258-518" fmla="*/ 665828 h 1160647"/>
                <a:gd name="connsiteX259-519" fmla="*/ 1471753 w 3079941"/>
                <a:gd name="connsiteY259-520" fmla="*/ 665828 h 1160647"/>
                <a:gd name="connsiteX260-521" fmla="*/ 1471753 w 3079941"/>
                <a:gd name="connsiteY260-522" fmla="*/ 664206 h 1160647"/>
                <a:gd name="connsiteX261-523" fmla="*/ 1471753 w 3079941"/>
                <a:gd name="connsiteY261-524" fmla="*/ 652857 h 1160647"/>
                <a:gd name="connsiteX262-525" fmla="*/ 1472513 w 3079941"/>
                <a:gd name="connsiteY262-526" fmla="*/ 652857 h 1160647"/>
                <a:gd name="connsiteX263-527" fmla="*/ 1477833 w 3079941"/>
                <a:gd name="connsiteY263-528" fmla="*/ 652857 h 1160647"/>
                <a:gd name="connsiteX264-529" fmla="*/ 1477833 w 3079941"/>
                <a:gd name="connsiteY264-530" fmla="*/ 650966 h 1160647"/>
                <a:gd name="connsiteX265-531" fmla="*/ 1477833 w 3079941"/>
                <a:gd name="connsiteY265-532" fmla="*/ 637725 h 1160647"/>
                <a:gd name="connsiteX266-533" fmla="*/ 1481887 w 3079941"/>
                <a:gd name="connsiteY266-534" fmla="*/ 644210 h 1160647"/>
                <a:gd name="connsiteX267-535" fmla="*/ 1484167 w 3079941"/>
                <a:gd name="connsiteY267-536" fmla="*/ 644210 h 1160647"/>
                <a:gd name="connsiteX268-537" fmla="*/ 1500127 w 3079941"/>
                <a:gd name="connsiteY268-538" fmla="*/ 644210 h 1160647"/>
                <a:gd name="connsiteX269-539" fmla="*/ 1500127 w 3079941"/>
                <a:gd name="connsiteY269-540" fmla="*/ 643399 h 1160647"/>
                <a:gd name="connsiteX270-541" fmla="*/ 1500127 w 3079941"/>
                <a:gd name="connsiteY270-542" fmla="*/ 637725 h 1160647"/>
                <a:gd name="connsiteX271-543" fmla="*/ 1500887 w 3079941"/>
                <a:gd name="connsiteY271-544" fmla="*/ 637725 h 1160647"/>
                <a:gd name="connsiteX272-545" fmla="*/ 1506207 w 3079941"/>
                <a:gd name="connsiteY272-546" fmla="*/ 637725 h 1160647"/>
                <a:gd name="connsiteX273-547" fmla="*/ 1506207 w 3079941"/>
                <a:gd name="connsiteY273-548" fmla="*/ 639076 h 1160647"/>
                <a:gd name="connsiteX274-549" fmla="*/ 1506207 w 3079941"/>
                <a:gd name="connsiteY274-550" fmla="*/ 648534 h 1160647"/>
                <a:gd name="connsiteX275-551" fmla="*/ 1544714 w 3079941"/>
                <a:gd name="connsiteY275-552" fmla="*/ 648534 h 1160647"/>
                <a:gd name="connsiteX276-553" fmla="*/ 1544714 w 3079941"/>
                <a:gd name="connsiteY276-554" fmla="*/ 786887 h 1160647"/>
                <a:gd name="connsiteX277-555" fmla="*/ 1546234 w 3079941"/>
                <a:gd name="connsiteY277-556" fmla="*/ 786887 h 1160647"/>
                <a:gd name="connsiteX278-557" fmla="*/ 1556874 w 3079941"/>
                <a:gd name="connsiteY278-558" fmla="*/ 786887 h 1160647"/>
                <a:gd name="connsiteX279-559" fmla="*/ 1556874 w 3079941"/>
                <a:gd name="connsiteY279-560" fmla="*/ 773917 h 1160647"/>
                <a:gd name="connsiteX280-561" fmla="*/ 1560928 w 3079941"/>
                <a:gd name="connsiteY280-562" fmla="*/ 773917 h 1160647"/>
                <a:gd name="connsiteX281-563" fmla="*/ 1560928 w 3079941"/>
                <a:gd name="connsiteY281-564" fmla="*/ 786887 h 1160647"/>
                <a:gd name="connsiteX282-565" fmla="*/ 1591328 w 3079941"/>
                <a:gd name="connsiteY282-566" fmla="*/ 786887 h 1160647"/>
                <a:gd name="connsiteX283-567" fmla="*/ 1591328 w 3079941"/>
                <a:gd name="connsiteY283-568" fmla="*/ 756622 h 1160647"/>
                <a:gd name="connsiteX284-569" fmla="*/ 1603488 w 3079941"/>
                <a:gd name="connsiteY284-570" fmla="*/ 756622 h 1160647"/>
                <a:gd name="connsiteX285-571" fmla="*/ 1615648 w 3079941"/>
                <a:gd name="connsiteY285-572" fmla="*/ 754461 h 1160647"/>
                <a:gd name="connsiteX286-573" fmla="*/ 1619702 w 3079941"/>
                <a:gd name="connsiteY286-574" fmla="*/ 756622 h 1160647"/>
                <a:gd name="connsiteX287-575" fmla="*/ 1629835 w 3079941"/>
                <a:gd name="connsiteY287-576" fmla="*/ 756622 h 1160647"/>
                <a:gd name="connsiteX288-577" fmla="*/ 1629835 w 3079941"/>
                <a:gd name="connsiteY288-578" fmla="*/ 786887 h 1160647"/>
                <a:gd name="connsiteX289-579" fmla="*/ 1637942 w 3079941"/>
                <a:gd name="connsiteY289-580" fmla="*/ 786887 h 1160647"/>
                <a:gd name="connsiteX290-581" fmla="*/ 1637942 w 3079941"/>
                <a:gd name="connsiteY290-582" fmla="*/ 804182 h 1160647"/>
                <a:gd name="connsiteX291-583" fmla="*/ 1647278 w 3079941"/>
                <a:gd name="connsiteY291-584" fmla="*/ 805087 h 1160647"/>
                <a:gd name="connsiteX292-585" fmla="*/ 1660236 w 3079941"/>
                <a:gd name="connsiteY292-586" fmla="*/ 805087 h 1160647"/>
                <a:gd name="connsiteX293-587" fmla="*/ 1660236 w 3079941"/>
                <a:gd name="connsiteY293-588" fmla="*/ 789049 h 1160647"/>
                <a:gd name="connsiteX294-589" fmla="*/ 1728192 w 3079941"/>
                <a:gd name="connsiteY294-590" fmla="*/ 789049 h 1160647"/>
                <a:gd name="connsiteX295-591" fmla="*/ 1728192 w 3079941"/>
                <a:gd name="connsiteY295-592" fmla="*/ 703796 h 1160647"/>
                <a:gd name="connsiteX296-593" fmla="*/ 1800200 w 3079941"/>
                <a:gd name="connsiteY296-594" fmla="*/ 703796 h 1160647"/>
                <a:gd name="connsiteX297-595" fmla="*/ 1800200 w 3079941"/>
                <a:gd name="connsiteY297-596" fmla="*/ 782564 h 1160647"/>
                <a:gd name="connsiteX298-597" fmla="*/ 1802104 w 3079941"/>
                <a:gd name="connsiteY298-598" fmla="*/ 782564 h 1160647"/>
                <a:gd name="connsiteX299-599" fmla="*/ 1803346 w 3079941"/>
                <a:gd name="connsiteY299-600" fmla="*/ 805087 h 1160647"/>
                <a:gd name="connsiteX300-601" fmla="*/ 1813022 w 3079941"/>
                <a:gd name="connsiteY300-602" fmla="*/ 805087 h 1160647"/>
                <a:gd name="connsiteX301-603" fmla="*/ 1814264 w 3079941"/>
                <a:gd name="connsiteY301-604" fmla="*/ 782564 h 1160647"/>
                <a:gd name="connsiteX302-605" fmla="*/ 1820344 w 3079941"/>
                <a:gd name="connsiteY302-606" fmla="*/ 782564 h 1160647"/>
                <a:gd name="connsiteX303-607" fmla="*/ 1821586 w 3079941"/>
                <a:gd name="connsiteY303-608" fmla="*/ 805087 h 1160647"/>
                <a:gd name="connsiteX304-609" fmla="*/ 1872208 w 3079941"/>
                <a:gd name="connsiteY304-610" fmla="*/ 805087 h 1160647"/>
                <a:gd name="connsiteX305-611" fmla="*/ 1872208 w 3079941"/>
                <a:gd name="connsiteY305-612" fmla="*/ 642059 h 1160647"/>
                <a:gd name="connsiteX306-613" fmla="*/ 2069535 w 3079941"/>
                <a:gd name="connsiteY306-614" fmla="*/ 642059 h 1160647"/>
                <a:gd name="connsiteX307-615" fmla="*/ 2069535 w 3079941"/>
                <a:gd name="connsiteY307-616" fmla="*/ 805087 h 1160647"/>
                <a:gd name="connsiteX308-617" fmla="*/ 2088232 w 3079941"/>
                <a:gd name="connsiteY308-618" fmla="*/ 805087 h 1160647"/>
                <a:gd name="connsiteX309-619" fmla="*/ 2088232 w 3079941"/>
                <a:gd name="connsiteY309-620" fmla="*/ 722394 h 1160647"/>
                <a:gd name="connsiteX310-621" fmla="*/ 2183352 w 3079941"/>
                <a:gd name="connsiteY310-622" fmla="*/ 722394 h 1160647"/>
                <a:gd name="connsiteX311-623" fmla="*/ 2195282 w 3079941"/>
                <a:gd name="connsiteY311-624" fmla="*/ 404253 h 1160647"/>
                <a:gd name="connsiteX312-625" fmla="*/ 2183122 w 3079941"/>
                <a:gd name="connsiteY312-626" fmla="*/ 382635 h 1160647"/>
                <a:gd name="connsiteX313-627" fmla="*/ 2177042 w 3079941"/>
                <a:gd name="connsiteY313-628" fmla="*/ 378311 h 1160647"/>
                <a:gd name="connsiteX314-629" fmla="*/ 2185149 w 3079941"/>
                <a:gd name="connsiteY314-630" fmla="*/ 354532 h 1160647"/>
                <a:gd name="connsiteX315-631" fmla="*/ 2185149 w 3079941"/>
                <a:gd name="connsiteY315-632" fmla="*/ 337238 h 1160647"/>
                <a:gd name="connsiteX316-633" fmla="*/ 2199336 w 3079941"/>
                <a:gd name="connsiteY316-634" fmla="*/ 337238 h 1160647"/>
                <a:gd name="connsiteX317-635" fmla="*/ 2199336 w 3079941"/>
                <a:gd name="connsiteY317-636" fmla="*/ 315620 h 1160647"/>
                <a:gd name="connsiteX318-637" fmla="*/ 2201362 w 3079941"/>
                <a:gd name="connsiteY318-638" fmla="*/ 311296 h 1160647"/>
                <a:gd name="connsiteX319-639" fmla="*/ 2201362 w 3079941"/>
                <a:gd name="connsiteY319-640" fmla="*/ 233472 h 1160647"/>
                <a:gd name="connsiteX320-641" fmla="*/ 2199336 w 3079941"/>
                <a:gd name="connsiteY320-642" fmla="*/ 226987 h 1160647"/>
                <a:gd name="connsiteX321-643" fmla="*/ 2205416 w 3079941"/>
                <a:gd name="connsiteY321-644" fmla="*/ 220501 h 1160647"/>
                <a:gd name="connsiteX322-645" fmla="*/ 2205416 w 3079941"/>
                <a:gd name="connsiteY322-646" fmla="*/ 162133 h 1160647"/>
                <a:gd name="connsiteX323-647" fmla="*/ 2207442 w 3079941"/>
                <a:gd name="connsiteY323-648" fmla="*/ 157810 h 1160647"/>
                <a:gd name="connsiteX324-649" fmla="*/ 2207442 w 3079941"/>
                <a:gd name="connsiteY324-650" fmla="*/ 101604 h 1160647"/>
                <a:gd name="connsiteX325-651" fmla="*/ 2209469 w 3079941"/>
                <a:gd name="connsiteY325-652" fmla="*/ 82148 h 1160647"/>
                <a:gd name="connsiteX326-653" fmla="*/ 2213523 w 3079941"/>
                <a:gd name="connsiteY326-654" fmla="*/ 99442 h 1160647"/>
                <a:gd name="connsiteX327-655" fmla="*/ 2215549 w 3079941"/>
                <a:gd name="connsiteY327-656" fmla="*/ 157810 h 1160647"/>
                <a:gd name="connsiteX328-657" fmla="*/ 2217576 w 3079941"/>
                <a:gd name="connsiteY328-658" fmla="*/ 220501 h 1160647"/>
                <a:gd name="connsiteX329-659" fmla="*/ 2223656 w 3079941"/>
                <a:gd name="connsiteY329-660" fmla="*/ 226987 h 1160647"/>
                <a:gd name="connsiteX330-661" fmla="*/ 2221629 w 3079941"/>
                <a:gd name="connsiteY330-662" fmla="*/ 233472 h 1160647"/>
                <a:gd name="connsiteX331-663" fmla="*/ 2221629 w 3079941"/>
                <a:gd name="connsiteY331-664" fmla="*/ 311296 h 1160647"/>
                <a:gd name="connsiteX332-665" fmla="*/ 2223656 w 3079941"/>
                <a:gd name="connsiteY332-666" fmla="*/ 315620 h 1160647"/>
                <a:gd name="connsiteX333-667" fmla="*/ 2223656 w 3079941"/>
                <a:gd name="connsiteY333-668" fmla="*/ 337238 h 1160647"/>
                <a:gd name="connsiteX334-669" fmla="*/ 2237843 w 3079941"/>
                <a:gd name="connsiteY334-670" fmla="*/ 337238 h 1160647"/>
                <a:gd name="connsiteX335-671" fmla="*/ 2237843 w 3079941"/>
                <a:gd name="connsiteY335-672" fmla="*/ 354532 h 1160647"/>
                <a:gd name="connsiteX336-673" fmla="*/ 2245950 w 3079941"/>
                <a:gd name="connsiteY336-674" fmla="*/ 378311 h 1160647"/>
                <a:gd name="connsiteX337-675" fmla="*/ 2239870 w 3079941"/>
                <a:gd name="connsiteY337-676" fmla="*/ 382635 h 1160647"/>
                <a:gd name="connsiteX338-677" fmla="*/ 2227709 w 3079941"/>
                <a:gd name="connsiteY338-678" fmla="*/ 404253 h 1160647"/>
                <a:gd name="connsiteX339-679" fmla="*/ 2235816 w 3079941"/>
                <a:gd name="connsiteY339-680" fmla="*/ 657181 h 1160647"/>
                <a:gd name="connsiteX340-681" fmla="*/ 2300670 w 3079941"/>
                <a:gd name="connsiteY340-682" fmla="*/ 657181 h 1160647"/>
                <a:gd name="connsiteX341-683" fmla="*/ 2300670 w 3079941"/>
                <a:gd name="connsiteY341-684" fmla="*/ 732843 h 1160647"/>
                <a:gd name="connsiteX342-685" fmla="*/ 2308777 w 3079941"/>
                <a:gd name="connsiteY342-686" fmla="*/ 732843 h 1160647"/>
                <a:gd name="connsiteX343-687" fmla="*/ 2310804 w 3079941"/>
                <a:gd name="connsiteY343-688" fmla="*/ 726358 h 1160647"/>
                <a:gd name="connsiteX344-689" fmla="*/ 2316884 w 3079941"/>
                <a:gd name="connsiteY344-690" fmla="*/ 726358 h 1160647"/>
                <a:gd name="connsiteX345-691" fmla="*/ 2318911 w 3079941"/>
                <a:gd name="connsiteY345-692" fmla="*/ 735005 h 1160647"/>
                <a:gd name="connsiteX346-693" fmla="*/ 2331071 w 3079941"/>
                <a:gd name="connsiteY346-694" fmla="*/ 735005 h 1160647"/>
                <a:gd name="connsiteX347-695" fmla="*/ 2331071 w 3079941"/>
                <a:gd name="connsiteY347-696" fmla="*/ 728519 h 1160647"/>
                <a:gd name="connsiteX348-697" fmla="*/ 2353364 w 3079941"/>
                <a:gd name="connsiteY348-698" fmla="*/ 728519 h 1160647"/>
                <a:gd name="connsiteX349-699" fmla="*/ 2353364 w 3079941"/>
                <a:gd name="connsiteY349-700" fmla="*/ 735005 h 1160647"/>
                <a:gd name="connsiteX350-701" fmla="*/ 2373631 w 3079941"/>
                <a:gd name="connsiteY350-702" fmla="*/ 735005 h 1160647"/>
                <a:gd name="connsiteX351-703" fmla="*/ 2373631 w 3079941"/>
                <a:gd name="connsiteY351-704" fmla="*/ 780402 h 1160647"/>
                <a:gd name="connsiteX352-705" fmla="*/ 2387818 w 3079941"/>
                <a:gd name="connsiteY352-706" fmla="*/ 780402 h 1160647"/>
                <a:gd name="connsiteX353-707" fmla="*/ 2387818 w 3079941"/>
                <a:gd name="connsiteY353-708" fmla="*/ 767431 h 1160647"/>
                <a:gd name="connsiteX354-709" fmla="*/ 2404032 w 3079941"/>
                <a:gd name="connsiteY354-710" fmla="*/ 767431 h 1160647"/>
                <a:gd name="connsiteX355-711" fmla="*/ 2404032 w 3079941"/>
                <a:gd name="connsiteY355-712" fmla="*/ 588004 h 1160647"/>
                <a:gd name="connsiteX356-713" fmla="*/ 2410112 w 3079941"/>
                <a:gd name="connsiteY356-714" fmla="*/ 581518 h 1160647"/>
                <a:gd name="connsiteX357-715" fmla="*/ 2483073 w 3079941"/>
                <a:gd name="connsiteY357-716" fmla="*/ 581518 h 1160647"/>
                <a:gd name="connsiteX358-717" fmla="*/ 2483073 w 3079941"/>
                <a:gd name="connsiteY358-718" fmla="*/ 590166 h 1160647"/>
                <a:gd name="connsiteX359-719" fmla="*/ 2493206 w 3079941"/>
                <a:gd name="connsiteY359-720" fmla="*/ 590166 h 1160647"/>
                <a:gd name="connsiteX360-721" fmla="*/ 2493206 w 3079941"/>
                <a:gd name="connsiteY360-722" fmla="*/ 704740 h 1160647"/>
                <a:gd name="connsiteX361-723" fmla="*/ 2515500 w 3079941"/>
                <a:gd name="connsiteY361-724" fmla="*/ 704740 h 1160647"/>
                <a:gd name="connsiteX362-725" fmla="*/ 2515500 w 3079941"/>
                <a:gd name="connsiteY362-726" fmla="*/ 637725 h 1160647"/>
                <a:gd name="connsiteX363-727" fmla="*/ 2541847 w 3079941"/>
                <a:gd name="connsiteY363-728" fmla="*/ 637725 h 1160647"/>
                <a:gd name="connsiteX364-729" fmla="*/ 2545900 w 3079941"/>
                <a:gd name="connsiteY364-730" fmla="*/ 633401 h 1160647"/>
                <a:gd name="connsiteX365-731" fmla="*/ 2554007 w 3079941"/>
                <a:gd name="connsiteY365-732" fmla="*/ 633401 h 1160647"/>
                <a:gd name="connsiteX366-733" fmla="*/ 2558060 w 3079941"/>
                <a:gd name="connsiteY366-734" fmla="*/ 637725 h 1160647"/>
                <a:gd name="connsiteX367-735" fmla="*/ 2580354 w 3079941"/>
                <a:gd name="connsiteY367-736" fmla="*/ 637725 h 1160647"/>
                <a:gd name="connsiteX368-737" fmla="*/ 2580354 w 3079941"/>
                <a:gd name="connsiteY368-738" fmla="*/ 520989 h 1160647"/>
                <a:gd name="connsiteX369-739" fmla="*/ 2637101 w 3079941"/>
                <a:gd name="connsiteY369-740" fmla="*/ 510180 h 1160647"/>
                <a:gd name="connsiteX370-741" fmla="*/ 2637101 w 3079941"/>
                <a:gd name="connsiteY370-742" fmla="*/ 511261 h 1160647"/>
                <a:gd name="connsiteX371-743" fmla="*/ 2637101 w 3079941"/>
                <a:gd name="connsiteY371-744" fmla="*/ 518827 h 1160647"/>
                <a:gd name="connsiteX372-745" fmla="*/ 2663448 w 3079941"/>
                <a:gd name="connsiteY372-746" fmla="*/ 518827 h 1160647"/>
                <a:gd name="connsiteX373-747" fmla="*/ 2663448 w 3079941"/>
                <a:gd name="connsiteY373-748" fmla="*/ 773917 h 1160647"/>
                <a:gd name="connsiteX374-749" fmla="*/ 2685742 w 3079941"/>
                <a:gd name="connsiteY374-750" fmla="*/ 773917 h 1160647"/>
                <a:gd name="connsiteX375-751" fmla="*/ 2685742 w 3079941"/>
                <a:gd name="connsiteY375-752" fmla="*/ 769593 h 1160647"/>
                <a:gd name="connsiteX376-753" fmla="*/ 2697902 w 3079941"/>
                <a:gd name="connsiteY376-754" fmla="*/ 769593 h 1160647"/>
                <a:gd name="connsiteX377-755" fmla="*/ 2697902 w 3079941"/>
                <a:gd name="connsiteY377-756" fmla="*/ 773917 h 1160647"/>
                <a:gd name="connsiteX378-757" fmla="*/ 2722222 w 3079941"/>
                <a:gd name="connsiteY378-758" fmla="*/ 773917 h 1160647"/>
                <a:gd name="connsiteX379-759" fmla="*/ 2722222 w 3079941"/>
                <a:gd name="connsiteY379-760" fmla="*/ 760946 h 1160647"/>
                <a:gd name="connsiteX380-761" fmla="*/ 2750596 w 3079941"/>
                <a:gd name="connsiteY380-762" fmla="*/ 760946 h 1160647"/>
                <a:gd name="connsiteX381-763" fmla="*/ 2762756 w 3079941"/>
                <a:gd name="connsiteY381-764" fmla="*/ 756622 h 1160647"/>
                <a:gd name="connsiteX382-765" fmla="*/ 2783023 w 3079941"/>
                <a:gd name="connsiteY382-766" fmla="*/ 760946 h 1160647"/>
                <a:gd name="connsiteX383-767" fmla="*/ 2783023 w 3079941"/>
                <a:gd name="connsiteY383-768" fmla="*/ 743652 h 1160647"/>
                <a:gd name="connsiteX384-769" fmla="*/ 2791130 w 3079941"/>
                <a:gd name="connsiteY384-770" fmla="*/ 743652 h 1160647"/>
                <a:gd name="connsiteX385-771" fmla="*/ 2791130 w 3079941"/>
                <a:gd name="connsiteY385-772" fmla="*/ 730681 h 1160647"/>
                <a:gd name="connsiteX386-773" fmla="*/ 2847877 w 3079941"/>
                <a:gd name="connsiteY386-774" fmla="*/ 730681 h 1160647"/>
                <a:gd name="connsiteX387-775" fmla="*/ 2847877 w 3079941"/>
                <a:gd name="connsiteY387-776" fmla="*/ 700416 h 1160647"/>
                <a:gd name="connsiteX388-777" fmla="*/ 2866117 w 3079941"/>
                <a:gd name="connsiteY388-778" fmla="*/ 700416 h 1160647"/>
                <a:gd name="connsiteX389-779" fmla="*/ 2866117 w 3079941"/>
                <a:gd name="connsiteY389-780" fmla="*/ 693931 h 1160647"/>
                <a:gd name="connsiteX390-781" fmla="*/ 2878277 w 3079941"/>
                <a:gd name="connsiteY390-782" fmla="*/ 693931 h 1160647"/>
                <a:gd name="connsiteX391-783" fmla="*/ 2878277 w 3079941"/>
                <a:gd name="connsiteY391-784" fmla="*/ 700416 h 1160647"/>
                <a:gd name="connsiteX392-785" fmla="*/ 2894491 w 3079941"/>
                <a:gd name="connsiteY392-786" fmla="*/ 700416 h 1160647"/>
                <a:gd name="connsiteX393-787" fmla="*/ 2894491 w 3079941"/>
                <a:gd name="connsiteY393-788" fmla="*/ 750137 h 1160647"/>
                <a:gd name="connsiteX394-789" fmla="*/ 2926918 w 3079941"/>
                <a:gd name="connsiteY394-790" fmla="*/ 750137 h 1160647"/>
                <a:gd name="connsiteX395-791" fmla="*/ 2926918 w 3079941"/>
                <a:gd name="connsiteY395-792" fmla="*/ 724196 h 1160647"/>
                <a:gd name="connsiteX396-793" fmla="*/ 2965425 w 3079941"/>
                <a:gd name="connsiteY396-794" fmla="*/ 724196 h 1160647"/>
                <a:gd name="connsiteX397-795" fmla="*/ 2965425 w 3079941"/>
                <a:gd name="connsiteY397-796" fmla="*/ 693931 h 1160647"/>
                <a:gd name="connsiteX398-797" fmla="*/ 3014066 w 3079941"/>
                <a:gd name="connsiteY398-798" fmla="*/ 693931 h 1160647"/>
                <a:gd name="connsiteX399-799" fmla="*/ 3014066 w 3079941"/>
                <a:gd name="connsiteY399-800" fmla="*/ 805087 h 1160647"/>
                <a:gd name="connsiteX400-801" fmla="*/ 3014066 w 3079941"/>
                <a:gd name="connsiteY400-802" fmla="*/ 818866 h 1160647"/>
                <a:gd name="connsiteX401-803" fmla="*/ 3079941 w 3079941"/>
                <a:gd name="connsiteY401-804" fmla="*/ 818866 h 1160647"/>
                <a:gd name="connsiteX402-805" fmla="*/ 3079941 w 3079941"/>
                <a:gd name="connsiteY402-806" fmla="*/ 924638 h 1160647"/>
                <a:gd name="connsiteX403-807" fmla="*/ 3079941 w 3079941"/>
                <a:gd name="connsiteY403-808" fmla="*/ 1030409 h 1160647"/>
                <a:gd name="connsiteX404-809" fmla="*/ 3079941 w 3079941"/>
                <a:gd name="connsiteY404-810" fmla="*/ 1160647 h 1160647"/>
                <a:gd name="connsiteX405-811" fmla="*/ 200958 w 3079941"/>
                <a:gd name="connsiteY405-812" fmla="*/ 1160647 h 1160647"/>
                <a:gd name="connsiteX406-813" fmla="*/ 200958 w 3079941"/>
                <a:gd name="connsiteY406-814" fmla="*/ 1126882 h 1160647"/>
                <a:gd name="connsiteX407-815" fmla="*/ 0 w 3079941"/>
                <a:gd name="connsiteY407-816" fmla="*/ 1126882 h 1160647"/>
                <a:gd name="connsiteX408-817" fmla="*/ 0 w 3079941"/>
                <a:gd name="connsiteY408-818" fmla="*/ 915339 h 1160647"/>
                <a:gd name="connsiteX409-819" fmla="*/ 103377 w 3079941"/>
                <a:gd name="connsiteY409-820" fmla="*/ 915339 h 1160647"/>
                <a:gd name="connsiteX410-821" fmla="*/ 103377 w 3079941"/>
                <a:gd name="connsiteY410-822" fmla="*/ 886329 h 1160647"/>
                <a:gd name="connsiteX411-823" fmla="*/ 55096 w 3079941"/>
                <a:gd name="connsiteY411-824" fmla="*/ 886329 h 1160647"/>
                <a:gd name="connsiteX412-825" fmla="*/ 55096 w 3079941"/>
                <a:gd name="connsiteY412-826" fmla="*/ 724196 h 1160647"/>
                <a:gd name="connsiteX413-827" fmla="*/ 75363 w 3079941"/>
                <a:gd name="connsiteY413-828" fmla="*/ 724196 h 1160647"/>
                <a:gd name="connsiteX414-829" fmla="*/ 75870 w 3079941"/>
                <a:gd name="connsiteY414-830" fmla="*/ 723115 h 1160647"/>
                <a:gd name="connsiteX415-831" fmla="*/ 79416 w 3079941"/>
                <a:gd name="connsiteY415-832" fmla="*/ 715549 h 1160647"/>
                <a:gd name="connsiteX416-833" fmla="*/ 81190 w 3079941"/>
                <a:gd name="connsiteY416-834" fmla="*/ 715819 h 1160647"/>
                <a:gd name="connsiteX417-835" fmla="*/ 93603 w 3079941"/>
                <a:gd name="connsiteY417-836" fmla="*/ 717710 h 1160647"/>
                <a:gd name="connsiteX418-837" fmla="*/ 94110 w 3079941"/>
                <a:gd name="connsiteY418-838" fmla="*/ 719062 h 1160647"/>
                <a:gd name="connsiteX419-839" fmla="*/ 97656 w 3079941"/>
                <a:gd name="connsiteY419-840" fmla="*/ 728519 h 1160647"/>
                <a:gd name="connsiteX420-841" fmla="*/ 124003 w 3079941"/>
                <a:gd name="connsiteY420-842" fmla="*/ 730681 h 1160647"/>
                <a:gd name="connsiteX421-843" fmla="*/ 124003 w 3079941"/>
                <a:gd name="connsiteY421-844" fmla="*/ 607460 h 1160647"/>
                <a:gd name="connsiteX422-845" fmla="*/ 126030 w 3079941"/>
                <a:gd name="connsiteY422-846" fmla="*/ 607460 h 1160647"/>
                <a:gd name="connsiteX423-847" fmla="*/ 140217 w 3079941"/>
                <a:gd name="connsiteY423-848" fmla="*/ 607460 h 1160647"/>
                <a:gd name="connsiteX424-849" fmla="*/ 140217 w 3079941"/>
                <a:gd name="connsiteY424-850" fmla="*/ 471268 h 1160647"/>
                <a:gd name="connsiteX425-851" fmla="*/ 141990 w 3079941"/>
                <a:gd name="connsiteY425-852" fmla="*/ 471268 h 1160647"/>
                <a:gd name="connsiteX426-853" fmla="*/ 154404 w 3079941"/>
                <a:gd name="connsiteY426-854" fmla="*/ 471268 h 1160647"/>
                <a:gd name="connsiteX427-855" fmla="*/ 154404 w 3079941"/>
                <a:gd name="connsiteY427-856" fmla="*/ 356694 h 1160647"/>
                <a:gd name="connsiteX428-857" fmla="*/ 158457 w 3079941"/>
                <a:gd name="connsiteY428-858" fmla="*/ 328590 h 1160647"/>
                <a:gd name="connsiteX429-859" fmla="*/ 160484 w 3079941"/>
                <a:gd name="connsiteY429-860" fmla="*/ 328590 h 1160647"/>
                <a:gd name="connsiteX430-861" fmla="*/ 174671 w 3079941"/>
                <a:gd name="connsiteY430-862" fmla="*/ 328590 h 1160647"/>
                <a:gd name="connsiteX431-863" fmla="*/ 211151 w 3079941"/>
                <a:gd name="connsiteY431-864" fmla="*/ 246443 h 1160647"/>
                <a:gd name="connsiteX432-865" fmla="*/ 215205 w 3079941"/>
                <a:gd name="connsiteY432-866" fmla="*/ 0 h 1160647"/>
                <a:gd name="connsiteX0-867" fmla="*/ 215205 w 3079941"/>
                <a:gd name="connsiteY0-868" fmla="*/ 0 h 1160647"/>
                <a:gd name="connsiteX1-869" fmla="*/ 217231 w 3079941"/>
                <a:gd name="connsiteY1-870" fmla="*/ 246443 h 1160647"/>
                <a:gd name="connsiteX2-871" fmla="*/ 255738 w 3079941"/>
                <a:gd name="connsiteY2-872" fmla="*/ 326429 h 1160647"/>
                <a:gd name="connsiteX3-873" fmla="*/ 257765 w 3079941"/>
                <a:gd name="connsiteY3-874" fmla="*/ 326429 h 1160647"/>
                <a:gd name="connsiteX4-875" fmla="*/ 271952 w 3079941"/>
                <a:gd name="connsiteY4-876" fmla="*/ 326429 h 1160647"/>
                <a:gd name="connsiteX5-877" fmla="*/ 271952 w 3079941"/>
                <a:gd name="connsiteY5-878" fmla="*/ 350208 h 1160647"/>
                <a:gd name="connsiteX6-879" fmla="*/ 272459 w 3079941"/>
                <a:gd name="connsiteY6-880" fmla="*/ 351019 h 1160647"/>
                <a:gd name="connsiteX7-881" fmla="*/ 276005 w 3079941"/>
                <a:gd name="connsiteY7-882" fmla="*/ 356694 h 1160647"/>
                <a:gd name="connsiteX8-883" fmla="*/ 276005 w 3079941"/>
                <a:gd name="connsiteY8-884" fmla="*/ 471268 h 1160647"/>
                <a:gd name="connsiteX9-885" fmla="*/ 278285 w 3079941"/>
                <a:gd name="connsiteY9-886" fmla="*/ 471268 h 1160647"/>
                <a:gd name="connsiteX10-887" fmla="*/ 294246 w 3079941"/>
                <a:gd name="connsiteY10-888" fmla="*/ 471268 h 1160647"/>
                <a:gd name="connsiteX11-889" fmla="*/ 294246 w 3079941"/>
                <a:gd name="connsiteY11-890" fmla="*/ 611783 h 1160647"/>
                <a:gd name="connsiteX12-891" fmla="*/ 295766 w 3079941"/>
                <a:gd name="connsiteY12-892" fmla="*/ 611513 h 1160647"/>
                <a:gd name="connsiteX13-893" fmla="*/ 306406 w 3079941"/>
                <a:gd name="connsiteY13-894" fmla="*/ 609622 h 1160647"/>
                <a:gd name="connsiteX14-895" fmla="*/ 304379 w 3079941"/>
                <a:gd name="connsiteY14-896" fmla="*/ 698254 h 1160647"/>
                <a:gd name="connsiteX15-897" fmla="*/ 305899 w 3079941"/>
                <a:gd name="connsiteY15-898" fmla="*/ 698525 h 1160647"/>
                <a:gd name="connsiteX16-899" fmla="*/ 316539 w 3079941"/>
                <a:gd name="connsiteY16-900" fmla="*/ 700416 h 1160647"/>
                <a:gd name="connsiteX17-901" fmla="*/ 316792 w 3079941"/>
                <a:gd name="connsiteY17-902" fmla="*/ 701227 h 1160647"/>
                <a:gd name="connsiteX18-903" fmla="*/ 318566 w 3079941"/>
                <a:gd name="connsiteY18-904" fmla="*/ 706902 h 1160647"/>
                <a:gd name="connsiteX19-905" fmla="*/ 319326 w 3079941"/>
                <a:gd name="connsiteY19-906" fmla="*/ 704470 h 1160647"/>
                <a:gd name="connsiteX20-907" fmla="*/ 324646 w 3079941"/>
                <a:gd name="connsiteY20-908" fmla="*/ 687446 h 1160647"/>
                <a:gd name="connsiteX21-909" fmla="*/ 326419 w 3079941"/>
                <a:gd name="connsiteY21-910" fmla="*/ 687446 h 1160647"/>
                <a:gd name="connsiteX22-911" fmla="*/ 338833 w 3079941"/>
                <a:gd name="connsiteY22-912" fmla="*/ 687446 h 1160647"/>
                <a:gd name="connsiteX23-913" fmla="*/ 338833 w 3079941"/>
                <a:gd name="connsiteY23-914" fmla="*/ 719872 h 1160647"/>
                <a:gd name="connsiteX24-915" fmla="*/ 339846 w 3079941"/>
                <a:gd name="connsiteY24-916" fmla="*/ 720413 h 1160647"/>
                <a:gd name="connsiteX25-917" fmla="*/ 346940 w 3079941"/>
                <a:gd name="connsiteY25-918" fmla="*/ 724196 h 1160647"/>
                <a:gd name="connsiteX26-919" fmla="*/ 346940 w 3079941"/>
                <a:gd name="connsiteY26-920" fmla="*/ 725547 h 1160647"/>
                <a:gd name="connsiteX27-921" fmla="*/ 346940 w 3079941"/>
                <a:gd name="connsiteY27-922" fmla="*/ 735005 h 1160647"/>
                <a:gd name="connsiteX28-923" fmla="*/ 391527 w 3079941"/>
                <a:gd name="connsiteY28-924" fmla="*/ 735005 h 1160647"/>
                <a:gd name="connsiteX29-925" fmla="*/ 391527 w 3079941"/>
                <a:gd name="connsiteY29-926" fmla="*/ 736086 h 1160647"/>
                <a:gd name="connsiteX30-927" fmla="*/ 391527 w 3079941"/>
                <a:gd name="connsiteY30-928" fmla="*/ 743652 h 1160647"/>
                <a:gd name="connsiteX31-929" fmla="*/ 393553 w 3079941"/>
                <a:gd name="connsiteY31-930" fmla="*/ 743652 h 1160647"/>
                <a:gd name="connsiteX32-931" fmla="*/ 407740 w 3079941"/>
                <a:gd name="connsiteY32-932" fmla="*/ 743652 h 1160647"/>
                <a:gd name="connsiteX33-933" fmla="*/ 407740 w 3079941"/>
                <a:gd name="connsiteY33-934" fmla="*/ 713387 h 1160647"/>
                <a:gd name="connsiteX34-935" fmla="*/ 452327 w 3079941"/>
                <a:gd name="connsiteY34-936" fmla="*/ 713387 h 1160647"/>
                <a:gd name="connsiteX35-937" fmla="*/ 452327 w 3079941"/>
                <a:gd name="connsiteY35-938" fmla="*/ 712036 h 1160647"/>
                <a:gd name="connsiteX36-939" fmla="*/ 452327 w 3079941"/>
                <a:gd name="connsiteY36-940" fmla="*/ 702578 h 1160647"/>
                <a:gd name="connsiteX37-941" fmla="*/ 453341 w 3079941"/>
                <a:gd name="connsiteY37-942" fmla="*/ 702578 h 1160647"/>
                <a:gd name="connsiteX38-943" fmla="*/ 460434 w 3079941"/>
                <a:gd name="connsiteY38-944" fmla="*/ 702578 h 1160647"/>
                <a:gd name="connsiteX39-945" fmla="*/ 460434 w 3079941"/>
                <a:gd name="connsiteY39-946" fmla="*/ 700687 h 1160647"/>
                <a:gd name="connsiteX40-947" fmla="*/ 460434 w 3079941"/>
                <a:gd name="connsiteY40-948" fmla="*/ 687446 h 1160647"/>
                <a:gd name="connsiteX41-949" fmla="*/ 461194 w 3079941"/>
                <a:gd name="connsiteY41-950" fmla="*/ 687446 h 1160647"/>
                <a:gd name="connsiteX42-951" fmla="*/ 466514 w 3079941"/>
                <a:gd name="connsiteY42-952" fmla="*/ 687446 h 1160647"/>
                <a:gd name="connsiteX43-953" fmla="*/ 466514 w 3079941"/>
                <a:gd name="connsiteY43-954" fmla="*/ 686365 h 1160647"/>
                <a:gd name="connsiteX44-955" fmla="*/ 466514 w 3079941"/>
                <a:gd name="connsiteY44-956" fmla="*/ 678798 h 1160647"/>
                <a:gd name="connsiteX45-957" fmla="*/ 468541 w 3079941"/>
                <a:gd name="connsiteY45-958" fmla="*/ 678798 h 1160647"/>
                <a:gd name="connsiteX46-959" fmla="*/ 482728 w 3079941"/>
                <a:gd name="connsiteY46-960" fmla="*/ 678798 h 1160647"/>
                <a:gd name="connsiteX47-961" fmla="*/ 482728 w 3079941"/>
                <a:gd name="connsiteY47-962" fmla="*/ 679879 h 1160647"/>
                <a:gd name="connsiteX48-963" fmla="*/ 482728 w 3079941"/>
                <a:gd name="connsiteY48-964" fmla="*/ 687446 h 1160647"/>
                <a:gd name="connsiteX49-965" fmla="*/ 505021 w 3079941"/>
                <a:gd name="connsiteY49-966" fmla="*/ 687446 h 1160647"/>
                <a:gd name="connsiteX50-967" fmla="*/ 505021 w 3079941"/>
                <a:gd name="connsiteY50-968" fmla="*/ 685554 h 1160647"/>
                <a:gd name="connsiteX51-969" fmla="*/ 505021 w 3079941"/>
                <a:gd name="connsiteY51-970" fmla="*/ 672313 h 1160647"/>
                <a:gd name="connsiteX52-971" fmla="*/ 506795 w 3079941"/>
                <a:gd name="connsiteY52-972" fmla="*/ 672313 h 1160647"/>
                <a:gd name="connsiteX53-973" fmla="*/ 519208 w 3079941"/>
                <a:gd name="connsiteY53-974" fmla="*/ 672313 h 1160647"/>
                <a:gd name="connsiteX54-975" fmla="*/ 519208 w 3079941"/>
                <a:gd name="connsiteY54-976" fmla="*/ 696093 h 1160647"/>
                <a:gd name="connsiteX55-977" fmla="*/ 520222 w 3079941"/>
                <a:gd name="connsiteY55-978" fmla="*/ 696093 h 1160647"/>
                <a:gd name="connsiteX56-979" fmla="*/ 527315 w 3079941"/>
                <a:gd name="connsiteY56-980" fmla="*/ 696093 h 1160647"/>
                <a:gd name="connsiteX57-981" fmla="*/ 527315 w 3079941"/>
                <a:gd name="connsiteY57-982" fmla="*/ 695012 h 1160647"/>
                <a:gd name="connsiteX58-983" fmla="*/ 527315 w 3079941"/>
                <a:gd name="connsiteY58-984" fmla="*/ 687446 h 1160647"/>
                <a:gd name="connsiteX59-985" fmla="*/ 529088 w 3079941"/>
                <a:gd name="connsiteY59-986" fmla="*/ 687446 h 1160647"/>
                <a:gd name="connsiteX60-987" fmla="*/ 541502 w 3079941"/>
                <a:gd name="connsiteY60-988" fmla="*/ 687446 h 1160647"/>
                <a:gd name="connsiteX61-989" fmla="*/ 541502 w 3079941"/>
                <a:gd name="connsiteY61-990" fmla="*/ 713387 h 1160647"/>
                <a:gd name="connsiteX62-991" fmla="*/ 543529 w 3079941"/>
                <a:gd name="connsiteY62-992" fmla="*/ 713387 h 1160647"/>
                <a:gd name="connsiteX63-993" fmla="*/ 557715 w 3079941"/>
                <a:gd name="connsiteY63-994" fmla="*/ 713387 h 1160647"/>
                <a:gd name="connsiteX64-995" fmla="*/ 557715 w 3079941"/>
                <a:gd name="connsiteY64-996" fmla="*/ 715008 h 1160647"/>
                <a:gd name="connsiteX65-997" fmla="*/ 557715 w 3079941"/>
                <a:gd name="connsiteY65-998" fmla="*/ 726358 h 1160647"/>
                <a:gd name="connsiteX66-999" fmla="*/ 558475 w 3079941"/>
                <a:gd name="connsiteY66-1000" fmla="*/ 726358 h 1160647"/>
                <a:gd name="connsiteX67-1001" fmla="*/ 563796 w 3079941"/>
                <a:gd name="connsiteY67-1002" fmla="*/ 726358 h 1160647"/>
                <a:gd name="connsiteX68-1003" fmla="*/ 563796 w 3079941"/>
                <a:gd name="connsiteY68-1004" fmla="*/ 725547 h 1160647"/>
                <a:gd name="connsiteX69-1005" fmla="*/ 563796 w 3079941"/>
                <a:gd name="connsiteY69-1006" fmla="*/ 719872 h 1160647"/>
                <a:gd name="connsiteX70-1007" fmla="*/ 594196 w 3079941"/>
                <a:gd name="connsiteY70-1008" fmla="*/ 719872 h 1160647"/>
                <a:gd name="connsiteX71-1009" fmla="*/ 594196 w 3079941"/>
                <a:gd name="connsiteY71-1010" fmla="*/ 743652 h 1160647"/>
                <a:gd name="connsiteX72-1011" fmla="*/ 595209 w 3079941"/>
                <a:gd name="connsiteY72-1012" fmla="*/ 743652 h 1160647"/>
                <a:gd name="connsiteX73-1013" fmla="*/ 602303 w 3079941"/>
                <a:gd name="connsiteY73-1014" fmla="*/ 743652 h 1160647"/>
                <a:gd name="connsiteX74-1015" fmla="*/ 602303 w 3079941"/>
                <a:gd name="connsiteY74-1016" fmla="*/ 744733 h 1160647"/>
                <a:gd name="connsiteX75-1017" fmla="*/ 602303 w 3079941"/>
                <a:gd name="connsiteY75-1018" fmla="*/ 752299 h 1160647"/>
                <a:gd name="connsiteX76-1019" fmla="*/ 603063 w 3079941"/>
                <a:gd name="connsiteY76-1020" fmla="*/ 752299 h 1160647"/>
                <a:gd name="connsiteX77-1021" fmla="*/ 608383 w 3079941"/>
                <a:gd name="connsiteY77-1022" fmla="*/ 752299 h 1160647"/>
                <a:gd name="connsiteX78-1023" fmla="*/ 608383 w 3079941"/>
                <a:gd name="connsiteY78-1024" fmla="*/ 750137 h 1160647"/>
                <a:gd name="connsiteX79-1025" fmla="*/ 608383 w 3079941"/>
                <a:gd name="connsiteY79-1026" fmla="*/ 735005 h 1160647"/>
                <a:gd name="connsiteX80-1027" fmla="*/ 609396 w 3079941"/>
                <a:gd name="connsiteY80-1028" fmla="*/ 735005 h 1160647"/>
                <a:gd name="connsiteX81-1029" fmla="*/ 616490 w 3079941"/>
                <a:gd name="connsiteY81-1030" fmla="*/ 735005 h 1160647"/>
                <a:gd name="connsiteX82-1031" fmla="*/ 616490 w 3079941"/>
                <a:gd name="connsiteY82-1032" fmla="*/ 736086 h 1160647"/>
                <a:gd name="connsiteX83-1033" fmla="*/ 616490 w 3079941"/>
                <a:gd name="connsiteY83-1034" fmla="*/ 743652 h 1160647"/>
                <a:gd name="connsiteX84-1035" fmla="*/ 621810 w 3079941"/>
                <a:gd name="connsiteY84-1036" fmla="*/ 741659 h 1160647"/>
                <a:gd name="connsiteX85-1037" fmla="*/ 622570 w 3079941"/>
                <a:gd name="connsiteY85-1038" fmla="*/ 740679 h 1160647"/>
                <a:gd name="connsiteX86-1039" fmla="*/ 622570 w 3079941"/>
                <a:gd name="connsiteY86-1040" fmla="*/ 735005 h 1160647"/>
                <a:gd name="connsiteX87-1041" fmla="*/ 661077 w 3079941"/>
                <a:gd name="connsiteY87-1042" fmla="*/ 735005 h 1160647"/>
                <a:gd name="connsiteX88-1043" fmla="*/ 661077 w 3079941"/>
                <a:gd name="connsiteY88-1044" fmla="*/ 758784 h 1160647"/>
                <a:gd name="connsiteX89-1045" fmla="*/ 663103 w 3079941"/>
                <a:gd name="connsiteY89-1046" fmla="*/ 758784 h 1160647"/>
                <a:gd name="connsiteX90-1047" fmla="*/ 677290 w 3079941"/>
                <a:gd name="connsiteY90-1048" fmla="*/ 758784 h 1160647"/>
                <a:gd name="connsiteX91-1049" fmla="*/ 677290 w 3079941"/>
                <a:gd name="connsiteY91-1050" fmla="*/ 759865 h 1160647"/>
                <a:gd name="connsiteX92-1051" fmla="*/ 677290 w 3079941"/>
                <a:gd name="connsiteY92-1052" fmla="*/ 767431 h 1160647"/>
                <a:gd name="connsiteX93-1053" fmla="*/ 679064 w 3079941"/>
                <a:gd name="connsiteY93-1054" fmla="*/ 767431 h 1160647"/>
                <a:gd name="connsiteX94-1055" fmla="*/ 691477 w 3079941"/>
                <a:gd name="connsiteY94-1056" fmla="*/ 767431 h 1160647"/>
                <a:gd name="connsiteX95-1057" fmla="*/ 691477 w 3079941"/>
                <a:gd name="connsiteY95-1058" fmla="*/ 743652 h 1160647"/>
                <a:gd name="connsiteX96-1059" fmla="*/ 692490 w 3079941"/>
                <a:gd name="connsiteY96-1060" fmla="*/ 743652 h 1160647"/>
                <a:gd name="connsiteX97-1061" fmla="*/ 699584 w 3079941"/>
                <a:gd name="connsiteY97-1062" fmla="*/ 743652 h 1160647"/>
                <a:gd name="connsiteX98-1063" fmla="*/ 699584 w 3079941"/>
                <a:gd name="connsiteY98-1064" fmla="*/ 711225 h 1160647"/>
                <a:gd name="connsiteX99-1065" fmla="*/ 700597 w 3079941"/>
                <a:gd name="connsiteY99-1066" fmla="*/ 711225 h 1160647"/>
                <a:gd name="connsiteX100-1067" fmla="*/ 707691 w 3079941"/>
                <a:gd name="connsiteY100-1068" fmla="*/ 711225 h 1160647"/>
                <a:gd name="connsiteX101-1069" fmla="*/ 707691 w 3079941"/>
                <a:gd name="connsiteY101-1070" fmla="*/ 709334 h 1160647"/>
                <a:gd name="connsiteX102-1071" fmla="*/ 707691 w 3079941"/>
                <a:gd name="connsiteY102-1072" fmla="*/ 696093 h 1160647"/>
                <a:gd name="connsiteX103-1073" fmla="*/ 706424 w 3079941"/>
                <a:gd name="connsiteY103-1074" fmla="*/ 694471 h 1160647"/>
                <a:gd name="connsiteX104-1075" fmla="*/ 711744 w 3079941"/>
                <a:gd name="connsiteY104-1076" fmla="*/ 683122 h 1160647"/>
                <a:gd name="connsiteX105-1077" fmla="*/ 719851 w 3079941"/>
                <a:gd name="connsiteY105-1078" fmla="*/ 711225 h 1160647"/>
                <a:gd name="connsiteX106-1079" fmla="*/ 720611 w 3079941"/>
                <a:gd name="connsiteY106-1080" fmla="*/ 711225 h 1160647"/>
                <a:gd name="connsiteX107-1081" fmla="*/ 725931 w 3079941"/>
                <a:gd name="connsiteY107-1082" fmla="*/ 711225 h 1160647"/>
                <a:gd name="connsiteX108-1083" fmla="*/ 725931 w 3079941"/>
                <a:gd name="connsiteY108-1084" fmla="*/ 605298 h 1160647"/>
                <a:gd name="connsiteX109-1085" fmla="*/ 727451 w 3079941"/>
                <a:gd name="connsiteY109-1086" fmla="*/ 605298 h 1160647"/>
                <a:gd name="connsiteX110-1087" fmla="*/ 738091 w 3079941"/>
                <a:gd name="connsiteY110-1088" fmla="*/ 605298 h 1160647"/>
                <a:gd name="connsiteX111-1089" fmla="*/ 738091 w 3079941"/>
                <a:gd name="connsiteY111-1090" fmla="*/ 557739 h 1160647"/>
                <a:gd name="connsiteX112-1091" fmla="*/ 764438 w 3079941"/>
                <a:gd name="connsiteY112-1092" fmla="*/ 557739 h 1160647"/>
                <a:gd name="connsiteX113-1093" fmla="*/ 764438 w 3079941"/>
                <a:gd name="connsiteY113-1094" fmla="*/ 536121 h 1160647"/>
                <a:gd name="connsiteX114-1095" fmla="*/ 798892 w 3079941"/>
                <a:gd name="connsiteY114-1096" fmla="*/ 536121 h 1160647"/>
                <a:gd name="connsiteX115-1097" fmla="*/ 798892 w 3079941"/>
                <a:gd name="connsiteY115-1098" fmla="*/ 538553 h 1160647"/>
                <a:gd name="connsiteX116-1099" fmla="*/ 798892 w 3079941"/>
                <a:gd name="connsiteY116-1100" fmla="*/ 555577 h 1160647"/>
                <a:gd name="connsiteX117-1101" fmla="*/ 801172 w 3079941"/>
                <a:gd name="connsiteY117-1102" fmla="*/ 555577 h 1160647"/>
                <a:gd name="connsiteX118-1103" fmla="*/ 817132 w 3079941"/>
                <a:gd name="connsiteY118-1104" fmla="*/ 555577 h 1160647"/>
                <a:gd name="connsiteX119-1105" fmla="*/ 817132 w 3079941"/>
                <a:gd name="connsiteY119-1106" fmla="*/ 603136 h 1160647"/>
                <a:gd name="connsiteX120-1107" fmla="*/ 818145 w 3079941"/>
                <a:gd name="connsiteY120-1108" fmla="*/ 603136 h 1160647"/>
                <a:gd name="connsiteX121-1109" fmla="*/ 825239 w 3079941"/>
                <a:gd name="connsiteY121-1110" fmla="*/ 603136 h 1160647"/>
                <a:gd name="connsiteX122-1111" fmla="*/ 839426 w 3079941"/>
                <a:gd name="connsiteY122-1112" fmla="*/ 607460 h 1160647"/>
                <a:gd name="connsiteX123-1113" fmla="*/ 839426 w 3079941"/>
                <a:gd name="connsiteY123-1114" fmla="*/ 646372 h 1160647"/>
                <a:gd name="connsiteX124-1115" fmla="*/ 840439 w 3079941"/>
                <a:gd name="connsiteY124-1116" fmla="*/ 646372 h 1160647"/>
                <a:gd name="connsiteX125-1117" fmla="*/ 847532 w 3079941"/>
                <a:gd name="connsiteY125-1118" fmla="*/ 646372 h 1160647"/>
                <a:gd name="connsiteX126-1119" fmla="*/ 847532 w 3079941"/>
                <a:gd name="connsiteY126-1120" fmla="*/ 647993 h 1160647"/>
                <a:gd name="connsiteX127-1121" fmla="*/ 847532 w 3079941"/>
                <a:gd name="connsiteY127-1122" fmla="*/ 659342 h 1160647"/>
                <a:gd name="connsiteX128-1123" fmla="*/ 849559 w 3079941"/>
                <a:gd name="connsiteY128-1124" fmla="*/ 659342 h 1160647"/>
                <a:gd name="connsiteX129-1125" fmla="*/ 863746 w 3079941"/>
                <a:gd name="connsiteY129-1126" fmla="*/ 659342 h 1160647"/>
                <a:gd name="connsiteX130-1127" fmla="*/ 869826 w 3079941"/>
                <a:gd name="connsiteY130-1128" fmla="*/ 665828 h 1160647"/>
                <a:gd name="connsiteX131-1129" fmla="*/ 869826 w 3079941"/>
                <a:gd name="connsiteY131-1130" fmla="*/ 687446 h 1160647"/>
                <a:gd name="connsiteX132-1131" fmla="*/ 872106 w 3079941"/>
                <a:gd name="connsiteY132-1132" fmla="*/ 687446 h 1160647"/>
                <a:gd name="connsiteX133-1133" fmla="*/ 888066 w 3079941"/>
                <a:gd name="connsiteY133-1134" fmla="*/ 687446 h 1160647"/>
                <a:gd name="connsiteX134-1135" fmla="*/ 888066 w 3079941"/>
                <a:gd name="connsiteY134-1136" fmla="*/ 688526 h 1160647"/>
                <a:gd name="connsiteX135-1137" fmla="*/ 888066 w 3079941"/>
                <a:gd name="connsiteY135-1138" fmla="*/ 696093 h 1160647"/>
                <a:gd name="connsiteX136-1139" fmla="*/ 889333 w 3079941"/>
                <a:gd name="connsiteY136-1140" fmla="*/ 696093 h 1160647"/>
                <a:gd name="connsiteX137-1141" fmla="*/ 898200 w 3079941"/>
                <a:gd name="connsiteY137-1142" fmla="*/ 696093 h 1160647"/>
                <a:gd name="connsiteX138-1143" fmla="*/ 898200 w 3079941"/>
                <a:gd name="connsiteY138-1144" fmla="*/ 698254 h 1160647"/>
                <a:gd name="connsiteX139-1145" fmla="*/ 898200 w 3079941"/>
                <a:gd name="connsiteY139-1146" fmla="*/ 713387 h 1160647"/>
                <a:gd name="connsiteX140-1147" fmla="*/ 902253 w 3079941"/>
                <a:gd name="connsiteY140-1148" fmla="*/ 711495 h 1160647"/>
                <a:gd name="connsiteX141-1149" fmla="*/ 902253 w 3079941"/>
                <a:gd name="connsiteY141-1150" fmla="*/ 698254 h 1160647"/>
                <a:gd name="connsiteX142-1151" fmla="*/ 903266 w 3079941"/>
                <a:gd name="connsiteY142-1152" fmla="*/ 698254 h 1160647"/>
                <a:gd name="connsiteX143-1153" fmla="*/ 910360 w 3079941"/>
                <a:gd name="connsiteY143-1154" fmla="*/ 698254 h 1160647"/>
                <a:gd name="connsiteX144-1155" fmla="*/ 910360 w 3079941"/>
                <a:gd name="connsiteY144-1156" fmla="*/ 699876 h 1160647"/>
                <a:gd name="connsiteX145-1157" fmla="*/ 910360 w 3079941"/>
                <a:gd name="connsiteY145-1158" fmla="*/ 711225 h 1160647"/>
                <a:gd name="connsiteX146-1159" fmla="*/ 911120 w 3079941"/>
                <a:gd name="connsiteY146-1160" fmla="*/ 711225 h 1160647"/>
                <a:gd name="connsiteX147-1161" fmla="*/ 916440 w 3079941"/>
                <a:gd name="connsiteY147-1162" fmla="*/ 711225 h 1160647"/>
                <a:gd name="connsiteX148-1163" fmla="*/ 965080 w 3079941"/>
                <a:gd name="connsiteY148-1164" fmla="*/ 706902 h 1160647"/>
                <a:gd name="connsiteX149-1165" fmla="*/ 965080 w 3079941"/>
                <a:gd name="connsiteY149-1166" fmla="*/ 708253 h 1160647"/>
                <a:gd name="connsiteX150-1167" fmla="*/ 965080 w 3079941"/>
                <a:gd name="connsiteY150-1168" fmla="*/ 717710 h 1160647"/>
                <a:gd name="connsiteX151-1169" fmla="*/ 965840 w 3079941"/>
                <a:gd name="connsiteY151-1170" fmla="*/ 717710 h 1160647"/>
                <a:gd name="connsiteX152-1171" fmla="*/ 971161 w 3079941"/>
                <a:gd name="connsiteY152-1172" fmla="*/ 717710 h 1160647"/>
                <a:gd name="connsiteX153-1173" fmla="*/ 971161 w 3079941"/>
                <a:gd name="connsiteY153-1174" fmla="*/ 719872 h 1160647"/>
                <a:gd name="connsiteX154-1175" fmla="*/ 971161 w 3079941"/>
                <a:gd name="connsiteY154-1176" fmla="*/ 735005 h 1160647"/>
                <a:gd name="connsiteX155-1177" fmla="*/ 973187 w 3079941"/>
                <a:gd name="connsiteY155-1178" fmla="*/ 733654 h 1160647"/>
                <a:gd name="connsiteX156-1179" fmla="*/ 987374 w 3079941"/>
                <a:gd name="connsiteY156-1180" fmla="*/ 724196 h 1160647"/>
                <a:gd name="connsiteX157-1181" fmla="*/ 993454 w 3079941"/>
                <a:gd name="connsiteY157-1182" fmla="*/ 683122 h 1160647"/>
                <a:gd name="connsiteX158-1183" fmla="*/ 994214 w 3079941"/>
                <a:gd name="connsiteY158-1184" fmla="*/ 682852 h 1160647"/>
                <a:gd name="connsiteX159-1185" fmla="*/ 999534 w 3079941"/>
                <a:gd name="connsiteY159-1186" fmla="*/ 680960 h 1160647"/>
                <a:gd name="connsiteX160-1187" fmla="*/ 1001561 w 3079941"/>
                <a:gd name="connsiteY160-1188" fmla="*/ 611783 h 1160647"/>
                <a:gd name="connsiteX161-1189" fmla="*/ 1003588 w 3079941"/>
                <a:gd name="connsiteY161-1190" fmla="*/ 680960 h 1160647"/>
                <a:gd name="connsiteX162-1191" fmla="*/ 1004348 w 3079941"/>
                <a:gd name="connsiteY162-1192" fmla="*/ 681230 h 1160647"/>
                <a:gd name="connsiteX163-1193" fmla="*/ 1009668 w 3079941"/>
                <a:gd name="connsiteY163-1194" fmla="*/ 683122 h 1160647"/>
                <a:gd name="connsiteX164-1195" fmla="*/ 1009668 w 3079941"/>
                <a:gd name="connsiteY164-1196" fmla="*/ 596651 h 1160647"/>
                <a:gd name="connsiteX165-1197" fmla="*/ 1013721 w 3079941"/>
                <a:gd name="connsiteY165-1198" fmla="*/ 564224 h 1160647"/>
                <a:gd name="connsiteX166-1199" fmla="*/ 1052228 w 3079941"/>
                <a:gd name="connsiteY166-1200" fmla="*/ 564224 h 1160647"/>
                <a:gd name="connsiteX167-1201" fmla="*/ 1052228 w 3079941"/>
                <a:gd name="connsiteY167-1202" fmla="*/ 596651 h 1160647"/>
                <a:gd name="connsiteX168-1203" fmla="*/ 1052988 w 3079941"/>
                <a:gd name="connsiteY168-1204" fmla="*/ 596651 h 1160647"/>
                <a:gd name="connsiteX169-1205" fmla="*/ 1058308 w 3079941"/>
                <a:gd name="connsiteY169-1206" fmla="*/ 596651 h 1160647"/>
                <a:gd name="connsiteX170-1207" fmla="*/ 1058308 w 3079941"/>
                <a:gd name="connsiteY170-1208" fmla="*/ 514503 h 1160647"/>
                <a:gd name="connsiteX171-1209" fmla="*/ 1060082 w 3079941"/>
                <a:gd name="connsiteY171-1210" fmla="*/ 514503 h 1160647"/>
                <a:gd name="connsiteX172-1211" fmla="*/ 1072495 w 3079941"/>
                <a:gd name="connsiteY172-1212" fmla="*/ 514503 h 1160647"/>
                <a:gd name="connsiteX173-1213" fmla="*/ 1072495 w 3079941"/>
                <a:gd name="connsiteY173-1214" fmla="*/ 512612 h 1160647"/>
                <a:gd name="connsiteX174-1215" fmla="*/ 1072495 w 3079941"/>
                <a:gd name="connsiteY174-1216" fmla="*/ 499371 h 1160647"/>
                <a:gd name="connsiteX175-1217" fmla="*/ 1094789 w 3079941"/>
                <a:gd name="connsiteY175-1218" fmla="*/ 499371 h 1160647"/>
                <a:gd name="connsiteX176-1219" fmla="*/ 1094789 w 3079941"/>
                <a:gd name="connsiteY176-1220" fmla="*/ 498290 h 1160647"/>
                <a:gd name="connsiteX177-1221" fmla="*/ 1094789 w 3079941"/>
                <a:gd name="connsiteY177-1222" fmla="*/ 490724 h 1160647"/>
                <a:gd name="connsiteX178-1223" fmla="*/ 1096562 w 3079941"/>
                <a:gd name="connsiteY178-1224" fmla="*/ 490724 h 1160647"/>
                <a:gd name="connsiteX179-1225" fmla="*/ 1108976 w 3079941"/>
                <a:gd name="connsiteY179-1226" fmla="*/ 490724 h 1160647"/>
                <a:gd name="connsiteX180-1227" fmla="*/ 1108976 w 3079941"/>
                <a:gd name="connsiteY180-1228" fmla="*/ 491805 h 1160647"/>
                <a:gd name="connsiteX181-1229" fmla="*/ 1108976 w 3079941"/>
                <a:gd name="connsiteY181-1230" fmla="*/ 499371 h 1160647"/>
                <a:gd name="connsiteX182-1231" fmla="*/ 1109736 w 3079941"/>
                <a:gd name="connsiteY182-1232" fmla="*/ 499371 h 1160647"/>
                <a:gd name="connsiteX183-1233" fmla="*/ 1115056 w 3079941"/>
                <a:gd name="connsiteY183-1234" fmla="*/ 499371 h 1160647"/>
                <a:gd name="connsiteX184-1235" fmla="*/ 1125189 w 3079941"/>
                <a:gd name="connsiteY184-1236" fmla="*/ 495047 h 1160647"/>
                <a:gd name="connsiteX185-1237" fmla="*/ 1129242 w 3079941"/>
                <a:gd name="connsiteY185-1238" fmla="*/ 498290 h 1160647"/>
                <a:gd name="connsiteX186-1239" fmla="*/ 1129242 w 3079941"/>
                <a:gd name="connsiteY186-1240" fmla="*/ 490724 h 1160647"/>
                <a:gd name="connsiteX187-1241" fmla="*/ 1131522 w 3079941"/>
                <a:gd name="connsiteY187-1242" fmla="*/ 490724 h 1160647"/>
                <a:gd name="connsiteX188-1243" fmla="*/ 1147483 w 3079941"/>
                <a:gd name="connsiteY188-1244" fmla="*/ 490724 h 1160647"/>
                <a:gd name="connsiteX189-1245" fmla="*/ 1147483 w 3079941"/>
                <a:gd name="connsiteY189-1246" fmla="*/ 491805 h 1160647"/>
                <a:gd name="connsiteX190-1247" fmla="*/ 1147483 w 3079941"/>
                <a:gd name="connsiteY190-1248" fmla="*/ 499371 h 1160647"/>
                <a:gd name="connsiteX191-1249" fmla="*/ 1177883 w 3079941"/>
                <a:gd name="connsiteY191-1250" fmla="*/ 499371 h 1160647"/>
                <a:gd name="connsiteX192-1251" fmla="*/ 1177883 w 3079941"/>
                <a:gd name="connsiteY192-1252" fmla="*/ 500992 h 1160647"/>
                <a:gd name="connsiteX193-1253" fmla="*/ 1177883 w 3079941"/>
                <a:gd name="connsiteY193-1254" fmla="*/ 512342 h 1160647"/>
                <a:gd name="connsiteX194-1255" fmla="*/ 1204230 w 3079941"/>
                <a:gd name="connsiteY194-1256" fmla="*/ 512342 h 1160647"/>
                <a:gd name="connsiteX195-1257" fmla="*/ 1204230 w 3079941"/>
                <a:gd name="connsiteY195-1258" fmla="*/ 542606 h 1160647"/>
                <a:gd name="connsiteX196-1259" fmla="*/ 1204990 w 3079941"/>
                <a:gd name="connsiteY196-1260" fmla="*/ 542606 h 1160647"/>
                <a:gd name="connsiteX197-1261" fmla="*/ 1210310 w 3079941"/>
                <a:gd name="connsiteY197-1262" fmla="*/ 542606 h 1160647"/>
                <a:gd name="connsiteX198-1263" fmla="*/ 1210310 w 3079941"/>
                <a:gd name="connsiteY198-1264" fmla="*/ 543687 h 1160647"/>
                <a:gd name="connsiteX199-1265" fmla="*/ 1210310 w 3079941"/>
                <a:gd name="connsiteY199-1266" fmla="*/ 551254 h 1160647"/>
                <a:gd name="connsiteX200-1267" fmla="*/ 1214364 w 3079941"/>
                <a:gd name="connsiteY200-1268" fmla="*/ 581518 h 1160647"/>
                <a:gd name="connsiteX201-1269" fmla="*/ 1215124 w 3079941"/>
                <a:gd name="connsiteY201-1270" fmla="*/ 581518 h 1160647"/>
                <a:gd name="connsiteX202-1271" fmla="*/ 1220444 w 3079941"/>
                <a:gd name="connsiteY202-1272" fmla="*/ 581518 h 1160647"/>
                <a:gd name="connsiteX203-1273" fmla="*/ 1220444 w 3079941"/>
                <a:gd name="connsiteY203-1274" fmla="*/ 582329 h 1160647"/>
                <a:gd name="connsiteX204-1275" fmla="*/ 1220444 w 3079941"/>
                <a:gd name="connsiteY204-1276" fmla="*/ 588004 h 1160647"/>
                <a:gd name="connsiteX205-1277" fmla="*/ 1221457 w 3079941"/>
                <a:gd name="connsiteY205-1278" fmla="*/ 588004 h 1160647"/>
                <a:gd name="connsiteX206-1279" fmla="*/ 1228550 w 3079941"/>
                <a:gd name="connsiteY206-1280" fmla="*/ 588004 h 1160647"/>
                <a:gd name="connsiteX207-1281" fmla="*/ 1228550 w 3079941"/>
                <a:gd name="connsiteY207-1282" fmla="*/ 618269 h 1160647"/>
                <a:gd name="connsiteX208-1283" fmla="*/ 1230577 w 3079941"/>
                <a:gd name="connsiteY208-1284" fmla="*/ 618269 h 1160647"/>
                <a:gd name="connsiteX209-1285" fmla="*/ 1244764 w 3079941"/>
                <a:gd name="connsiteY209-1286" fmla="*/ 618269 h 1160647"/>
                <a:gd name="connsiteX210-1287" fmla="*/ 1244764 w 3079941"/>
                <a:gd name="connsiteY210-1288" fmla="*/ 642048 h 1160647"/>
                <a:gd name="connsiteX211-1289" fmla="*/ 1246791 w 3079941"/>
                <a:gd name="connsiteY211-1290" fmla="*/ 643669 h 1160647"/>
                <a:gd name="connsiteX212-1291" fmla="*/ 1246791 w 3079941"/>
                <a:gd name="connsiteY212-1292" fmla="*/ 655019 h 1160647"/>
                <a:gd name="connsiteX213-1293" fmla="*/ 1247551 w 3079941"/>
                <a:gd name="connsiteY213-1294" fmla="*/ 655019 h 1160647"/>
                <a:gd name="connsiteX214-1295" fmla="*/ 1252871 w 3079941"/>
                <a:gd name="connsiteY214-1296" fmla="*/ 655019 h 1160647"/>
                <a:gd name="connsiteX215-1297" fmla="*/ 1252871 w 3079941"/>
                <a:gd name="connsiteY215-1298" fmla="*/ 678798 h 1160647"/>
                <a:gd name="connsiteX216-1299" fmla="*/ 1254137 w 3079941"/>
                <a:gd name="connsiteY216-1300" fmla="*/ 678798 h 1160647"/>
                <a:gd name="connsiteX217-1301" fmla="*/ 1263004 w 3079941"/>
                <a:gd name="connsiteY217-1302" fmla="*/ 678798 h 1160647"/>
                <a:gd name="connsiteX218-1303" fmla="*/ 1265031 w 3079941"/>
                <a:gd name="connsiteY218-1304" fmla="*/ 682852 h 1160647"/>
                <a:gd name="connsiteX219-1305" fmla="*/ 1265031 w 3079941"/>
                <a:gd name="connsiteY219-1306" fmla="*/ 696093 h 1160647"/>
                <a:gd name="connsiteX220-1307" fmla="*/ 1266551 w 3079941"/>
                <a:gd name="connsiteY220-1308" fmla="*/ 694201 h 1160647"/>
                <a:gd name="connsiteX221-1309" fmla="*/ 1277191 w 3079941"/>
                <a:gd name="connsiteY221-1310" fmla="*/ 680960 h 1160647"/>
                <a:gd name="connsiteX222-1311" fmla="*/ 1305565 w 3079941"/>
                <a:gd name="connsiteY222-1312" fmla="*/ 680960 h 1160647"/>
                <a:gd name="connsiteX223-1313" fmla="*/ 1305565 w 3079941"/>
                <a:gd name="connsiteY223-1314" fmla="*/ 767431 h 1160647"/>
                <a:gd name="connsiteX224-1315" fmla="*/ 1306325 w 3079941"/>
                <a:gd name="connsiteY224-1316" fmla="*/ 767431 h 1160647"/>
                <a:gd name="connsiteX225-1317" fmla="*/ 1311645 w 3079941"/>
                <a:gd name="connsiteY225-1318" fmla="*/ 767431 h 1160647"/>
                <a:gd name="connsiteX226-1319" fmla="*/ 1312405 w 3079941"/>
                <a:gd name="connsiteY226-1320" fmla="*/ 766080 h 1160647"/>
                <a:gd name="connsiteX227-1321" fmla="*/ 1317725 w 3079941"/>
                <a:gd name="connsiteY227-1322" fmla="*/ 756622 h 1160647"/>
                <a:gd name="connsiteX228-1323" fmla="*/ 1317725 w 3079941"/>
                <a:gd name="connsiteY228-1324" fmla="*/ 758514 h 1160647"/>
                <a:gd name="connsiteX229-1325" fmla="*/ 1317725 w 3079941"/>
                <a:gd name="connsiteY229-1326" fmla="*/ 771755 h 1160647"/>
                <a:gd name="connsiteX230-1327" fmla="*/ 1321778 w 3079941"/>
                <a:gd name="connsiteY230-1328" fmla="*/ 726358 h 1160647"/>
                <a:gd name="connsiteX231-1329" fmla="*/ 1322538 w 3079941"/>
                <a:gd name="connsiteY231-1330" fmla="*/ 726358 h 1160647"/>
                <a:gd name="connsiteX232-1331" fmla="*/ 1327858 w 3079941"/>
                <a:gd name="connsiteY232-1332" fmla="*/ 726358 h 1160647"/>
                <a:gd name="connsiteX233-1333" fmla="*/ 1327858 w 3079941"/>
                <a:gd name="connsiteY233-1334" fmla="*/ 661504 h 1160647"/>
                <a:gd name="connsiteX234-1335" fmla="*/ 1328872 w 3079941"/>
                <a:gd name="connsiteY234-1336" fmla="*/ 661504 h 1160647"/>
                <a:gd name="connsiteX235-1337" fmla="*/ 1335965 w 3079941"/>
                <a:gd name="connsiteY235-1338" fmla="*/ 661504 h 1160647"/>
                <a:gd name="connsiteX236-1339" fmla="*/ 1348125 w 3079941"/>
                <a:gd name="connsiteY236-1340" fmla="*/ 618269 h 1160647"/>
                <a:gd name="connsiteX237-1341" fmla="*/ 1349392 w 3079941"/>
                <a:gd name="connsiteY237-1342" fmla="*/ 618269 h 1160647"/>
                <a:gd name="connsiteX238-1343" fmla="*/ 1358259 w 3079941"/>
                <a:gd name="connsiteY238-1344" fmla="*/ 618269 h 1160647"/>
                <a:gd name="connsiteX239-1345" fmla="*/ 1368392 w 3079941"/>
                <a:gd name="connsiteY239-1346" fmla="*/ 661504 h 1160647"/>
                <a:gd name="connsiteX240-1347" fmla="*/ 1369405 w 3079941"/>
                <a:gd name="connsiteY240-1348" fmla="*/ 661504 h 1160647"/>
                <a:gd name="connsiteX241-1349" fmla="*/ 1376499 w 3079941"/>
                <a:gd name="connsiteY241-1350" fmla="*/ 661504 h 1160647"/>
                <a:gd name="connsiteX242-1351" fmla="*/ 1376499 w 3079941"/>
                <a:gd name="connsiteY242-1352" fmla="*/ 700416 h 1160647"/>
                <a:gd name="connsiteX243-1353" fmla="*/ 1378272 w 3079941"/>
                <a:gd name="connsiteY243-1354" fmla="*/ 700416 h 1160647"/>
                <a:gd name="connsiteX244-1355" fmla="*/ 1390686 w 3079941"/>
                <a:gd name="connsiteY244-1356" fmla="*/ 700416 h 1160647"/>
                <a:gd name="connsiteX245-1357" fmla="*/ 1390686 w 3079941"/>
                <a:gd name="connsiteY245-1358" fmla="*/ 702578 h 1160647"/>
                <a:gd name="connsiteX246-1359" fmla="*/ 1390686 w 3079941"/>
                <a:gd name="connsiteY246-1360" fmla="*/ 717710 h 1160647"/>
                <a:gd name="connsiteX247-1361" fmla="*/ 1394739 w 3079941"/>
                <a:gd name="connsiteY247-1362" fmla="*/ 715549 h 1160647"/>
                <a:gd name="connsiteX248-1363" fmla="*/ 1394739 w 3079941"/>
                <a:gd name="connsiteY248-1364" fmla="*/ 700416 h 1160647"/>
                <a:gd name="connsiteX249-1365" fmla="*/ 1396259 w 3079941"/>
                <a:gd name="connsiteY249-1366" fmla="*/ 700416 h 1160647"/>
                <a:gd name="connsiteX250-1367" fmla="*/ 1406899 w 3079941"/>
                <a:gd name="connsiteY250-1368" fmla="*/ 700416 h 1160647"/>
                <a:gd name="connsiteX251-1369" fmla="*/ 1406899 w 3079941"/>
                <a:gd name="connsiteY251-1370" fmla="*/ 702037 h 1160647"/>
                <a:gd name="connsiteX252-1371" fmla="*/ 1406899 w 3079941"/>
                <a:gd name="connsiteY252-1372" fmla="*/ 713387 h 1160647"/>
                <a:gd name="connsiteX253-1373" fmla="*/ 1437300 w 3079941"/>
                <a:gd name="connsiteY253-1374" fmla="*/ 713387 h 1160647"/>
                <a:gd name="connsiteX254-1375" fmla="*/ 1437300 w 3079941"/>
                <a:gd name="connsiteY254-1376" fmla="*/ 676637 h 1160647"/>
                <a:gd name="connsiteX255-1377" fmla="*/ 1438566 w 3079941"/>
                <a:gd name="connsiteY255-1378" fmla="*/ 676637 h 1160647"/>
                <a:gd name="connsiteX256-1379" fmla="*/ 1447433 w 3079941"/>
                <a:gd name="connsiteY256-1380" fmla="*/ 676637 h 1160647"/>
                <a:gd name="connsiteX257-1381" fmla="*/ 1447433 w 3079941"/>
                <a:gd name="connsiteY257-1382" fmla="*/ 698254 h 1160647"/>
                <a:gd name="connsiteX258-1383" fmla="*/ 1449460 w 3079941"/>
                <a:gd name="connsiteY258-1384" fmla="*/ 665828 h 1160647"/>
                <a:gd name="connsiteX259-1385" fmla="*/ 1471753 w 3079941"/>
                <a:gd name="connsiteY259-1386" fmla="*/ 665828 h 1160647"/>
                <a:gd name="connsiteX260-1387" fmla="*/ 1471753 w 3079941"/>
                <a:gd name="connsiteY260-1388" fmla="*/ 664206 h 1160647"/>
                <a:gd name="connsiteX261-1389" fmla="*/ 1471753 w 3079941"/>
                <a:gd name="connsiteY261-1390" fmla="*/ 652857 h 1160647"/>
                <a:gd name="connsiteX262-1391" fmla="*/ 1472513 w 3079941"/>
                <a:gd name="connsiteY262-1392" fmla="*/ 652857 h 1160647"/>
                <a:gd name="connsiteX263-1393" fmla="*/ 1477833 w 3079941"/>
                <a:gd name="connsiteY263-1394" fmla="*/ 652857 h 1160647"/>
                <a:gd name="connsiteX264-1395" fmla="*/ 1477833 w 3079941"/>
                <a:gd name="connsiteY264-1396" fmla="*/ 650966 h 1160647"/>
                <a:gd name="connsiteX265-1397" fmla="*/ 1477833 w 3079941"/>
                <a:gd name="connsiteY265-1398" fmla="*/ 637725 h 1160647"/>
                <a:gd name="connsiteX266-1399" fmla="*/ 1481887 w 3079941"/>
                <a:gd name="connsiteY266-1400" fmla="*/ 644210 h 1160647"/>
                <a:gd name="connsiteX267-1401" fmla="*/ 1484167 w 3079941"/>
                <a:gd name="connsiteY267-1402" fmla="*/ 644210 h 1160647"/>
                <a:gd name="connsiteX268-1403" fmla="*/ 1500127 w 3079941"/>
                <a:gd name="connsiteY268-1404" fmla="*/ 644210 h 1160647"/>
                <a:gd name="connsiteX269-1405" fmla="*/ 1500127 w 3079941"/>
                <a:gd name="connsiteY269-1406" fmla="*/ 643399 h 1160647"/>
                <a:gd name="connsiteX270-1407" fmla="*/ 1500127 w 3079941"/>
                <a:gd name="connsiteY270-1408" fmla="*/ 637725 h 1160647"/>
                <a:gd name="connsiteX271-1409" fmla="*/ 1500887 w 3079941"/>
                <a:gd name="connsiteY271-1410" fmla="*/ 637725 h 1160647"/>
                <a:gd name="connsiteX272-1411" fmla="*/ 1506207 w 3079941"/>
                <a:gd name="connsiteY272-1412" fmla="*/ 637725 h 1160647"/>
                <a:gd name="connsiteX273-1413" fmla="*/ 1506207 w 3079941"/>
                <a:gd name="connsiteY273-1414" fmla="*/ 639076 h 1160647"/>
                <a:gd name="connsiteX274-1415" fmla="*/ 1506207 w 3079941"/>
                <a:gd name="connsiteY274-1416" fmla="*/ 648534 h 1160647"/>
                <a:gd name="connsiteX275-1417" fmla="*/ 1544714 w 3079941"/>
                <a:gd name="connsiteY275-1418" fmla="*/ 648534 h 1160647"/>
                <a:gd name="connsiteX276-1419" fmla="*/ 1544714 w 3079941"/>
                <a:gd name="connsiteY276-1420" fmla="*/ 786887 h 1160647"/>
                <a:gd name="connsiteX277-1421" fmla="*/ 1546234 w 3079941"/>
                <a:gd name="connsiteY277-1422" fmla="*/ 786887 h 1160647"/>
                <a:gd name="connsiteX278-1423" fmla="*/ 1556874 w 3079941"/>
                <a:gd name="connsiteY278-1424" fmla="*/ 786887 h 1160647"/>
                <a:gd name="connsiteX279-1425" fmla="*/ 1556874 w 3079941"/>
                <a:gd name="connsiteY279-1426" fmla="*/ 773917 h 1160647"/>
                <a:gd name="connsiteX280-1427" fmla="*/ 1560928 w 3079941"/>
                <a:gd name="connsiteY280-1428" fmla="*/ 773917 h 1160647"/>
                <a:gd name="connsiteX281-1429" fmla="*/ 1560928 w 3079941"/>
                <a:gd name="connsiteY281-1430" fmla="*/ 786887 h 1160647"/>
                <a:gd name="connsiteX282-1431" fmla="*/ 1591328 w 3079941"/>
                <a:gd name="connsiteY282-1432" fmla="*/ 786887 h 1160647"/>
                <a:gd name="connsiteX283-1433" fmla="*/ 1591328 w 3079941"/>
                <a:gd name="connsiteY283-1434" fmla="*/ 756622 h 1160647"/>
                <a:gd name="connsiteX284-1435" fmla="*/ 1603488 w 3079941"/>
                <a:gd name="connsiteY284-1436" fmla="*/ 756622 h 1160647"/>
                <a:gd name="connsiteX285-1437" fmla="*/ 1615648 w 3079941"/>
                <a:gd name="connsiteY285-1438" fmla="*/ 754461 h 1160647"/>
                <a:gd name="connsiteX286-1439" fmla="*/ 1619702 w 3079941"/>
                <a:gd name="connsiteY286-1440" fmla="*/ 756622 h 1160647"/>
                <a:gd name="connsiteX287-1441" fmla="*/ 1629835 w 3079941"/>
                <a:gd name="connsiteY287-1442" fmla="*/ 756622 h 1160647"/>
                <a:gd name="connsiteX288-1443" fmla="*/ 1629835 w 3079941"/>
                <a:gd name="connsiteY288-1444" fmla="*/ 786887 h 1160647"/>
                <a:gd name="connsiteX289-1445" fmla="*/ 1637942 w 3079941"/>
                <a:gd name="connsiteY289-1446" fmla="*/ 786887 h 1160647"/>
                <a:gd name="connsiteX290-1447" fmla="*/ 1637942 w 3079941"/>
                <a:gd name="connsiteY290-1448" fmla="*/ 804182 h 1160647"/>
                <a:gd name="connsiteX291-1449" fmla="*/ 1647278 w 3079941"/>
                <a:gd name="connsiteY291-1450" fmla="*/ 805087 h 1160647"/>
                <a:gd name="connsiteX292-1451" fmla="*/ 1660236 w 3079941"/>
                <a:gd name="connsiteY292-1452" fmla="*/ 805087 h 1160647"/>
                <a:gd name="connsiteX293-1453" fmla="*/ 1660236 w 3079941"/>
                <a:gd name="connsiteY293-1454" fmla="*/ 789049 h 1160647"/>
                <a:gd name="connsiteX294-1455" fmla="*/ 1728192 w 3079941"/>
                <a:gd name="connsiteY294-1456" fmla="*/ 789049 h 1160647"/>
                <a:gd name="connsiteX295-1457" fmla="*/ 1728192 w 3079941"/>
                <a:gd name="connsiteY295-1458" fmla="*/ 703796 h 1160647"/>
                <a:gd name="connsiteX296-1459" fmla="*/ 1800200 w 3079941"/>
                <a:gd name="connsiteY296-1460" fmla="*/ 703796 h 1160647"/>
                <a:gd name="connsiteX297-1461" fmla="*/ 1800200 w 3079941"/>
                <a:gd name="connsiteY297-1462" fmla="*/ 782564 h 1160647"/>
                <a:gd name="connsiteX298-1463" fmla="*/ 1802104 w 3079941"/>
                <a:gd name="connsiteY298-1464" fmla="*/ 782564 h 1160647"/>
                <a:gd name="connsiteX299-1465" fmla="*/ 1803346 w 3079941"/>
                <a:gd name="connsiteY299-1466" fmla="*/ 805087 h 1160647"/>
                <a:gd name="connsiteX300-1467" fmla="*/ 1813022 w 3079941"/>
                <a:gd name="connsiteY300-1468" fmla="*/ 805087 h 1160647"/>
                <a:gd name="connsiteX301-1469" fmla="*/ 1814264 w 3079941"/>
                <a:gd name="connsiteY301-1470" fmla="*/ 782564 h 1160647"/>
                <a:gd name="connsiteX302-1471" fmla="*/ 1820344 w 3079941"/>
                <a:gd name="connsiteY302-1472" fmla="*/ 782564 h 1160647"/>
                <a:gd name="connsiteX303-1473" fmla="*/ 1821586 w 3079941"/>
                <a:gd name="connsiteY303-1474" fmla="*/ 805087 h 1160647"/>
                <a:gd name="connsiteX304-1475" fmla="*/ 1872208 w 3079941"/>
                <a:gd name="connsiteY304-1476" fmla="*/ 805087 h 1160647"/>
                <a:gd name="connsiteX305-1477" fmla="*/ 1872208 w 3079941"/>
                <a:gd name="connsiteY305-1478" fmla="*/ 642059 h 1160647"/>
                <a:gd name="connsiteX306-1479" fmla="*/ 2069535 w 3079941"/>
                <a:gd name="connsiteY306-1480" fmla="*/ 642059 h 1160647"/>
                <a:gd name="connsiteX307-1481" fmla="*/ 2069535 w 3079941"/>
                <a:gd name="connsiteY307-1482" fmla="*/ 805087 h 1160647"/>
                <a:gd name="connsiteX308-1483" fmla="*/ 2088232 w 3079941"/>
                <a:gd name="connsiteY308-1484" fmla="*/ 805087 h 1160647"/>
                <a:gd name="connsiteX309-1485" fmla="*/ 2088232 w 3079941"/>
                <a:gd name="connsiteY309-1486" fmla="*/ 722394 h 1160647"/>
                <a:gd name="connsiteX310-1487" fmla="*/ 2183352 w 3079941"/>
                <a:gd name="connsiteY310-1488" fmla="*/ 722394 h 1160647"/>
                <a:gd name="connsiteX311-1489" fmla="*/ 2195282 w 3079941"/>
                <a:gd name="connsiteY311-1490" fmla="*/ 404253 h 1160647"/>
                <a:gd name="connsiteX312-1491" fmla="*/ 2183122 w 3079941"/>
                <a:gd name="connsiteY312-1492" fmla="*/ 382635 h 1160647"/>
                <a:gd name="connsiteX313-1493" fmla="*/ 2177042 w 3079941"/>
                <a:gd name="connsiteY313-1494" fmla="*/ 378311 h 1160647"/>
                <a:gd name="connsiteX314-1495" fmla="*/ 2185149 w 3079941"/>
                <a:gd name="connsiteY314-1496" fmla="*/ 354532 h 1160647"/>
                <a:gd name="connsiteX315-1497" fmla="*/ 2185149 w 3079941"/>
                <a:gd name="connsiteY315-1498" fmla="*/ 337238 h 1160647"/>
                <a:gd name="connsiteX316-1499" fmla="*/ 2199336 w 3079941"/>
                <a:gd name="connsiteY316-1500" fmla="*/ 337238 h 1160647"/>
                <a:gd name="connsiteX317-1501" fmla="*/ 2199336 w 3079941"/>
                <a:gd name="connsiteY317-1502" fmla="*/ 315620 h 1160647"/>
                <a:gd name="connsiteX318-1503" fmla="*/ 2201362 w 3079941"/>
                <a:gd name="connsiteY318-1504" fmla="*/ 311296 h 1160647"/>
                <a:gd name="connsiteX319-1505" fmla="*/ 2201362 w 3079941"/>
                <a:gd name="connsiteY319-1506" fmla="*/ 233472 h 1160647"/>
                <a:gd name="connsiteX320-1507" fmla="*/ 2199336 w 3079941"/>
                <a:gd name="connsiteY320-1508" fmla="*/ 226987 h 1160647"/>
                <a:gd name="connsiteX321-1509" fmla="*/ 2205416 w 3079941"/>
                <a:gd name="connsiteY321-1510" fmla="*/ 220501 h 1160647"/>
                <a:gd name="connsiteX322-1511" fmla="*/ 2205416 w 3079941"/>
                <a:gd name="connsiteY322-1512" fmla="*/ 162133 h 1160647"/>
                <a:gd name="connsiteX323-1513" fmla="*/ 2207442 w 3079941"/>
                <a:gd name="connsiteY323-1514" fmla="*/ 157810 h 1160647"/>
                <a:gd name="connsiteX324-1515" fmla="*/ 2207442 w 3079941"/>
                <a:gd name="connsiteY324-1516" fmla="*/ 101604 h 1160647"/>
                <a:gd name="connsiteX325-1517" fmla="*/ 2209469 w 3079941"/>
                <a:gd name="connsiteY325-1518" fmla="*/ 82148 h 1160647"/>
                <a:gd name="connsiteX326-1519" fmla="*/ 2213523 w 3079941"/>
                <a:gd name="connsiteY326-1520" fmla="*/ 99442 h 1160647"/>
                <a:gd name="connsiteX327-1521" fmla="*/ 2215549 w 3079941"/>
                <a:gd name="connsiteY327-1522" fmla="*/ 157810 h 1160647"/>
                <a:gd name="connsiteX328-1523" fmla="*/ 2217576 w 3079941"/>
                <a:gd name="connsiteY328-1524" fmla="*/ 220501 h 1160647"/>
                <a:gd name="connsiteX329-1525" fmla="*/ 2223656 w 3079941"/>
                <a:gd name="connsiteY329-1526" fmla="*/ 226987 h 1160647"/>
                <a:gd name="connsiteX330-1527" fmla="*/ 2221629 w 3079941"/>
                <a:gd name="connsiteY330-1528" fmla="*/ 233472 h 1160647"/>
                <a:gd name="connsiteX331-1529" fmla="*/ 2221629 w 3079941"/>
                <a:gd name="connsiteY331-1530" fmla="*/ 311296 h 1160647"/>
                <a:gd name="connsiteX332-1531" fmla="*/ 2223656 w 3079941"/>
                <a:gd name="connsiteY332-1532" fmla="*/ 315620 h 1160647"/>
                <a:gd name="connsiteX333-1533" fmla="*/ 2223656 w 3079941"/>
                <a:gd name="connsiteY333-1534" fmla="*/ 337238 h 1160647"/>
                <a:gd name="connsiteX334-1535" fmla="*/ 2237843 w 3079941"/>
                <a:gd name="connsiteY334-1536" fmla="*/ 337238 h 1160647"/>
                <a:gd name="connsiteX335-1537" fmla="*/ 2237843 w 3079941"/>
                <a:gd name="connsiteY335-1538" fmla="*/ 354532 h 1160647"/>
                <a:gd name="connsiteX336-1539" fmla="*/ 2245950 w 3079941"/>
                <a:gd name="connsiteY336-1540" fmla="*/ 378311 h 1160647"/>
                <a:gd name="connsiteX337-1541" fmla="*/ 2239870 w 3079941"/>
                <a:gd name="connsiteY337-1542" fmla="*/ 382635 h 1160647"/>
                <a:gd name="connsiteX338-1543" fmla="*/ 2227709 w 3079941"/>
                <a:gd name="connsiteY338-1544" fmla="*/ 404253 h 1160647"/>
                <a:gd name="connsiteX339-1545" fmla="*/ 2235816 w 3079941"/>
                <a:gd name="connsiteY339-1546" fmla="*/ 657181 h 1160647"/>
                <a:gd name="connsiteX340-1547" fmla="*/ 2300670 w 3079941"/>
                <a:gd name="connsiteY340-1548" fmla="*/ 657181 h 1160647"/>
                <a:gd name="connsiteX341-1549" fmla="*/ 2300670 w 3079941"/>
                <a:gd name="connsiteY341-1550" fmla="*/ 732843 h 1160647"/>
                <a:gd name="connsiteX342-1551" fmla="*/ 2308777 w 3079941"/>
                <a:gd name="connsiteY342-1552" fmla="*/ 732843 h 1160647"/>
                <a:gd name="connsiteX343-1553" fmla="*/ 2310804 w 3079941"/>
                <a:gd name="connsiteY343-1554" fmla="*/ 726358 h 1160647"/>
                <a:gd name="connsiteX344-1555" fmla="*/ 2316884 w 3079941"/>
                <a:gd name="connsiteY344-1556" fmla="*/ 726358 h 1160647"/>
                <a:gd name="connsiteX345-1557" fmla="*/ 2318911 w 3079941"/>
                <a:gd name="connsiteY345-1558" fmla="*/ 735005 h 1160647"/>
                <a:gd name="connsiteX346-1559" fmla="*/ 2331071 w 3079941"/>
                <a:gd name="connsiteY346-1560" fmla="*/ 735005 h 1160647"/>
                <a:gd name="connsiteX347-1561" fmla="*/ 2331071 w 3079941"/>
                <a:gd name="connsiteY347-1562" fmla="*/ 728519 h 1160647"/>
                <a:gd name="connsiteX348-1563" fmla="*/ 2353364 w 3079941"/>
                <a:gd name="connsiteY348-1564" fmla="*/ 728519 h 1160647"/>
                <a:gd name="connsiteX349-1565" fmla="*/ 2353364 w 3079941"/>
                <a:gd name="connsiteY349-1566" fmla="*/ 735005 h 1160647"/>
                <a:gd name="connsiteX350-1567" fmla="*/ 2373631 w 3079941"/>
                <a:gd name="connsiteY350-1568" fmla="*/ 735005 h 1160647"/>
                <a:gd name="connsiteX351-1569" fmla="*/ 2373631 w 3079941"/>
                <a:gd name="connsiteY351-1570" fmla="*/ 780402 h 1160647"/>
                <a:gd name="connsiteX352-1571" fmla="*/ 2387818 w 3079941"/>
                <a:gd name="connsiteY352-1572" fmla="*/ 780402 h 1160647"/>
                <a:gd name="connsiteX353-1573" fmla="*/ 2387818 w 3079941"/>
                <a:gd name="connsiteY353-1574" fmla="*/ 767431 h 1160647"/>
                <a:gd name="connsiteX354-1575" fmla="*/ 2404032 w 3079941"/>
                <a:gd name="connsiteY354-1576" fmla="*/ 767431 h 1160647"/>
                <a:gd name="connsiteX355-1577" fmla="*/ 2404032 w 3079941"/>
                <a:gd name="connsiteY355-1578" fmla="*/ 588004 h 1160647"/>
                <a:gd name="connsiteX356-1579" fmla="*/ 2410112 w 3079941"/>
                <a:gd name="connsiteY356-1580" fmla="*/ 581518 h 1160647"/>
                <a:gd name="connsiteX357-1581" fmla="*/ 2483073 w 3079941"/>
                <a:gd name="connsiteY357-1582" fmla="*/ 581518 h 1160647"/>
                <a:gd name="connsiteX358-1583" fmla="*/ 2483073 w 3079941"/>
                <a:gd name="connsiteY358-1584" fmla="*/ 590166 h 1160647"/>
                <a:gd name="connsiteX359-1585" fmla="*/ 2493206 w 3079941"/>
                <a:gd name="connsiteY359-1586" fmla="*/ 590166 h 1160647"/>
                <a:gd name="connsiteX360-1587" fmla="*/ 2493206 w 3079941"/>
                <a:gd name="connsiteY360-1588" fmla="*/ 704740 h 1160647"/>
                <a:gd name="connsiteX361-1589" fmla="*/ 2515500 w 3079941"/>
                <a:gd name="connsiteY361-1590" fmla="*/ 704740 h 1160647"/>
                <a:gd name="connsiteX362-1591" fmla="*/ 2515500 w 3079941"/>
                <a:gd name="connsiteY362-1592" fmla="*/ 637725 h 1160647"/>
                <a:gd name="connsiteX363-1593" fmla="*/ 2541847 w 3079941"/>
                <a:gd name="connsiteY363-1594" fmla="*/ 637725 h 1160647"/>
                <a:gd name="connsiteX364-1595" fmla="*/ 2545900 w 3079941"/>
                <a:gd name="connsiteY364-1596" fmla="*/ 633401 h 1160647"/>
                <a:gd name="connsiteX365-1597" fmla="*/ 2554007 w 3079941"/>
                <a:gd name="connsiteY365-1598" fmla="*/ 633401 h 1160647"/>
                <a:gd name="connsiteX366-1599" fmla="*/ 2558060 w 3079941"/>
                <a:gd name="connsiteY366-1600" fmla="*/ 637725 h 1160647"/>
                <a:gd name="connsiteX367-1601" fmla="*/ 2580354 w 3079941"/>
                <a:gd name="connsiteY367-1602" fmla="*/ 637725 h 1160647"/>
                <a:gd name="connsiteX368-1603" fmla="*/ 2580354 w 3079941"/>
                <a:gd name="connsiteY368-1604" fmla="*/ 520989 h 1160647"/>
                <a:gd name="connsiteX369-1605" fmla="*/ 2637101 w 3079941"/>
                <a:gd name="connsiteY369-1606" fmla="*/ 510180 h 1160647"/>
                <a:gd name="connsiteX370-1607" fmla="*/ 2637101 w 3079941"/>
                <a:gd name="connsiteY370-1608" fmla="*/ 511261 h 1160647"/>
                <a:gd name="connsiteX371-1609" fmla="*/ 2637101 w 3079941"/>
                <a:gd name="connsiteY371-1610" fmla="*/ 518827 h 1160647"/>
                <a:gd name="connsiteX372-1611" fmla="*/ 2663448 w 3079941"/>
                <a:gd name="connsiteY372-1612" fmla="*/ 518827 h 1160647"/>
                <a:gd name="connsiteX373-1613" fmla="*/ 2663448 w 3079941"/>
                <a:gd name="connsiteY373-1614" fmla="*/ 773917 h 1160647"/>
                <a:gd name="connsiteX374-1615" fmla="*/ 2685742 w 3079941"/>
                <a:gd name="connsiteY374-1616" fmla="*/ 773917 h 1160647"/>
                <a:gd name="connsiteX375-1617" fmla="*/ 2685742 w 3079941"/>
                <a:gd name="connsiteY375-1618" fmla="*/ 769593 h 1160647"/>
                <a:gd name="connsiteX376-1619" fmla="*/ 2697902 w 3079941"/>
                <a:gd name="connsiteY376-1620" fmla="*/ 769593 h 1160647"/>
                <a:gd name="connsiteX377-1621" fmla="*/ 2697902 w 3079941"/>
                <a:gd name="connsiteY377-1622" fmla="*/ 773917 h 1160647"/>
                <a:gd name="connsiteX378-1623" fmla="*/ 2722222 w 3079941"/>
                <a:gd name="connsiteY378-1624" fmla="*/ 773917 h 1160647"/>
                <a:gd name="connsiteX379-1625" fmla="*/ 2722222 w 3079941"/>
                <a:gd name="connsiteY379-1626" fmla="*/ 760946 h 1160647"/>
                <a:gd name="connsiteX380-1627" fmla="*/ 2750596 w 3079941"/>
                <a:gd name="connsiteY380-1628" fmla="*/ 760946 h 1160647"/>
                <a:gd name="connsiteX381-1629" fmla="*/ 2762756 w 3079941"/>
                <a:gd name="connsiteY381-1630" fmla="*/ 756622 h 1160647"/>
                <a:gd name="connsiteX382-1631" fmla="*/ 2783023 w 3079941"/>
                <a:gd name="connsiteY382-1632" fmla="*/ 760946 h 1160647"/>
                <a:gd name="connsiteX383-1633" fmla="*/ 2783023 w 3079941"/>
                <a:gd name="connsiteY383-1634" fmla="*/ 743652 h 1160647"/>
                <a:gd name="connsiteX384-1635" fmla="*/ 2791130 w 3079941"/>
                <a:gd name="connsiteY384-1636" fmla="*/ 743652 h 1160647"/>
                <a:gd name="connsiteX385-1637" fmla="*/ 2791130 w 3079941"/>
                <a:gd name="connsiteY385-1638" fmla="*/ 730681 h 1160647"/>
                <a:gd name="connsiteX386-1639" fmla="*/ 2847877 w 3079941"/>
                <a:gd name="connsiteY386-1640" fmla="*/ 730681 h 1160647"/>
                <a:gd name="connsiteX387-1641" fmla="*/ 2847877 w 3079941"/>
                <a:gd name="connsiteY387-1642" fmla="*/ 700416 h 1160647"/>
                <a:gd name="connsiteX388-1643" fmla="*/ 2866117 w 3079941"/>
                <a:gd name="connsiteY388-1644" fmla="*/ 700416 h 1160647"/>
                <a:gd name="connsiteX389-1645" fmla="*/ 2866117 w 3079941"/>
                <a:gd name="connsiteY389-1646" fmla="*/ 693931 h 1160647"/>
                <a:gd name="connsiteX390-1647" fmla="*/ 2878277 w 3079941"/>
                <a:gd name="connsiteY390-1648" fmla="*/ 693931 h 1160647"/>
                <a:gd name="connsiteX391-1649" fmla="*/ 2878277 w 3079941"/>
                <a:gd name="connsiteY391-1650" fmla="*/ 700416 h 1160647"/>
                <a:gd name="connsiteX392-1651" fmla="*/ 2894491 w 3079941"/>
                <a:gd name="connsiteY392-1652" fmla="*/ 700416 h 1160647"/>
                <a:gd name="connsiteX393-1653" fmla="*/ 2894491 w 3079941"/>
                <a:gd name="connsiteY393-1654" fmla="*/ 750137 h 1160647"/>
                <a:gd name="connsiteX394-1655" fmla="*/ 2926918 w 3079941"/>
                <a:gd name="connsiteY394-1656" fmla="*/ 750137 h 1160647"/>
                <a:gd name="connsiteX395-1657" fmla="*/ 2926918 w 3079941"/>
                <a:gd name="connsiteY395-1658" fmla="*/ 724196 h 1160647"/>
                <a:gd name="connsiteX396-1659" fmla="*/ 2965425 w 3079941"/>
                <a:gd name="connsiteY396-1660" fmla="*/ 724196 h 1160647"/>
                <a:gd name="connsiteX397-1661" fmla="*/ 2965425 w 3079941"/>
                <a:gd name="connsiteY397-1662" fmla="*/ 693931 h 1160647"/>
                <a:gd name="connsiteX398-1663" fmla="*/ 3014066 w 3079941"/>
                <a:gd name="connsiteY398-1664" fmla="*/ 693931 h 1160647"/>
                <a:gd name="connsiteX399-1665" fmla="*/ 3014066 w 3079941"/>
                <a:gd name="connsiteY399-1666" fmla="*/ 805087 h 1160647"/>
                <a:gd name="connsiteX400-1667" fmla="*/ 3014066 w 3079941"/>
                <a:gd name="connsiteY400-1668" fmla="*/ 818866 h 1160647"/>
                <a:gd name="connsiteX401-1669" fmla="*/ 3079941 w 3079941"/>
                <a:gd name="connsiteY401-1670" fmla="*/ 818866 h 1160647"/>
                <a:gd name="connsiteX402-1671" fmla="*/ 3079941 w 3079941"/>
                <a:gd name="connsiteY402-1672" fmla="*/ 1030409 h 1160647"/>
                <a:gd name="connsiteX403-1673" fmla="*/ 3079941 w 3079941"/>
                <a:gd name="connsiteY403-1674" fmla="*/ 1160647 h 1160647"/>
                <a:gd name="connsiteX404-1675" fmla="*/ 200958 w 3079941"/>
                <a:gd name="connsiteY404-1676" fmla="*/ 1160647 h 1160647"/>
                <a:gd name="connsiteX405-1677" fmla="*/ 200958 w 3079941"/>
                <a:gd name="connsiteY405-1678" fmla="*/ 1126882 h 1160647"/>
                <a:gd name="connsiteX406-1679" fmla="*/ 0 w 3079941"/>
                <a:gd name="connsiteY406-1680" fmla="*/ 1126882 h 1160647"/>
                <a:gd name="connsiteX407-1681" fmla="*/ 0 w 3079941"/>
                <a:gd name="connsiteY407-1682" fmla="*/ 915339 h 1160647"/>
                <a:gd name="connsiteX408-1683" fmla="*/ 103377 w 3079941"/>
                <a:gd name="connsiteY408-1684" fmla="*/ 915339 h 1160647"/>
                <a:gd name="connsiteX409-1685" fmla="*/ 103377 w 3079941"/>
                <a:gd name="connsiteY409-1686" fmla="*/ 886329 h 1160647"/>
                <a:gd name="connsiteX410-1687" fmla="*/ 55096 w 3079941"/>
                <a:gd name="connsiteY410-1688" fmla="*/ 886329 h 1160647"/>
                <a:gd name="connsiteX411-1689" fmla="*/ 55096 w 3079941"/>
                <a:gd name="connsiteY411-1690" fmla="*/ 724196 h 1160647"/>
                <a:gd name="connsiteX412-1691" fmla="*/ 75363 w 3079941"/>
                <a:gd name="connsiteY412-1692" fmla="*/ 724196 h 1160647"/>
                <a:gd name="connsiteX413-1693" fmla="*/ 75870 w 3079941"/>
                <a:gd name="connsiteY413-1694" fmla="*/ 723115 h 1160647"/>
                <a:gd name="connsiteX414-1695" fmla="*/ 79416 w 3079941"/>
                <a:gd name="connsiteY414-1696" fmla="*/ 715549 h 1160647"/>
                <a:gd name="connsiteX415-1697" fmla="*/ 81190 w 3079941"/>
                <a:gd name="connsiteY415-1698" fmla="*/ 715819 h 1160647"/>
                <a:gd name="connsiteX416-1699" fmla="*/ 93603 w 3079941"/>
                <a:gd name="connsiteY416-1700" fmla="*/ 717710 h 1160647"/>
                <a:gd name="connsiteX417-1701" fmla="*/ 94110 w 3079941"/>
                <a:gd name="connsiteY417-1702" fmla="*/ 719062 h 1160647"/>
                <a:gd name="connsiteX418-1703" fmla="*/ 97656 w 3079941"/>
                <a:gd name="connsiteY418-1704" fmla="*/ 728519 h 1160647"/>
                <a:gd name="connsiteX419-1705" fmla="*/ 124003 w 3079941"/>
                <a:gd name="connsiteY419-1706" fmla="*/ 730681 h 1160647"/>
                <a:gd name="connsiteX420-1707" fmla="*/ 124003 w 3079941"/>
                <a:gd name="connsiteY420-1708" fmla="*/ 607460 h 1160647"/>
                <a:gd name="connsiteX421-1709" fmla="*/ 126030 w 3079941"/>
                <a:gd name="connsiteY421-1710" fmla="*/ 607460 h 1160647"/>
                <a:gd name="connsiteX422-1711" fmla="*/ 140217 w 3079941"/>
                <a:gd name="connsiteY422-1712" fmla="*/ 607460 h 1160647"/>
                <a:gd name="connsiteX423-1713" fmla="*/ 140217 w 3079941"/>
                <a:gd name="connsiteY423-1714" fmla="*/ 471268 h 1160647"/>
                <a:gd name="connsiteX424-1715" fmla="*/ 141990 w 3079941"/>
                <a:gd name="connsiteY424-1716" fmla="*/ 471268 h 1160647"/>
                <a:gd name="connsiteX425-1717" fmla="*/ 154404 w 3079941"/>
                <a:gd name="connsiteY425-1718" fmla="*/ 471268 h 1160647"/>
                <a:gd name="connsiteX426-1719" fmla="*/ 154404 w 3079941"/>
                <a:gd name="connsiteY426-1720" fmla="*/ 356694 h 1160647"/>
                <a:gd name="connsiteX427-1721" fmla="*/ 158457 w 3079941"/>
                <a:gd name="connsiteY427-1722" fmla="*/ 328590 h 1160647"/>
                <a:gd name="connsiteX428-1723" fmla="*/ 160484 w 3079941"/>
                <a:gd name="connsiteY428-1724" fmla="*/ 328590 h 1160647"/>
                <a:gd name="connsiteX429-1725" fmla="*/ 174671 w 3079941"/>
                <a:gd name="connsiteY429-1726" fmla="*/ 328590 h 1160647"/>
                <a:gd name="connsiteX430-1727" fmla="*/ 211151 w 3079941"/>
                <a:gd name="connsiteY430-1728" fmla="*/ 246443 h 1160647"/>
                <a:gd name="connsiteX431-1729" fmla="*/ 215205 w 3079941"/>
                <a:gd name="connsiteY431-1730" fmla="*/ 0 h 1160647"/>
                <a:gd name="connsiteX0-1731" fmla="*/ 215205 w 3079941"/>
                <a:gd name="connsiteY0-1732" fmla="*/ 0 h 1160647"/>
                <a:gd name="connsiteX1-1733" fmla="*/ 217231 w 3079941"/>
                <a:gd name="connsiteY1-1734" fmla="*/ 246443 h 1160647"/>
                <a:gd name="connsiteX2-1735" fmla="*/ 255738 w 3079941"/>
                <a:gd name="connsiteY2-1736" fmla="*/ 326429 h 1160647"/>
                <a:gd name="connsiteX3-1737" fmla="*/ 257765 w 3079941"/>
                <a:gd name="connsiteY3-1738" fmla="*/ 326429 h 1160647"/>
                <a:gd name="connsiteX4-1739" fmla="*/ 271952 w 3079941"/>
                <a:gd name="connsiteY4-1740" fmla="*/ 326429 h 1160647"/>
                <a:gd name="connsiteX5-1741" fmla="*/ 271952 w 3079941"/>
                <a:gd name="connsiteY5-1742" fmla="*/ 350208 h 1160647"/>
                <a:gd name="connsiteX6-1743" fmla="*/ 272459 w 3079941"/>
                <a:gd name="connsiteY6-1744" fmla="*/ 351019 h 1160647"/>
                <a:gd name="connsiteX7-1745" fmla="*/ 276005 w 3079941"/>
                <a:gd name="connsiteY7-1746" fmla="*/ 356694 h 1160647"/>
                <a:gd name="connsiteX8-1747" fmla="*/ 276005 w 3079941"/>
                <a:gd name="connsiteY8-1748" fmla="*/ 471268 h 1160647"/>
                <a:gd name="connsiteX9-1749" fmla="*/ 278285 w 3079941"/>
                <a:gd name="connsiteY9-1750" fmla="*/ 471268 h 1160647"/>
                <a:gd name="connsiteX10-1751" fmla="*/ 294246 w 3079941"/>
                <a:gd name="connsiteY10-1752" fmla="*/ 471268 h 1160647"/>
                <a:gd name="connsiteX11-1753" fmla="*/ 294246 w 3079941"/>
                <a:gd name="connsiteY11-1754" fmla="*/ 611783 h 1160647"/>
                <a:gd name="connsiteX12-1755" fmla="*/ 295766 w 3079941"/>
                <a:gd name="connsiteY12-1756" fmla="*/ 611513 h 1160647"/>
                <a:gd name="connsiteX13-1757" fmla="*/ 306406 w 3079941"/>
                <a:gd name="connsiteY13-1758" fmla="*/ 609622 h 1160647"/>
                <a:gd name="connsiteX14-1759" fmla="*/ 304379 w 3079941"/>
                <a:gd name="connsiteY14-1760" fmla="*/ 698254 h 1160647"/>
                <a:gd name="connsiteX15-1761" fmla="*/ 305899 w 3079941"/>
                <a:gd name="connsiteY15-1762" fmla="*/ 698525 h 1160647"/>
                <a:gd name="connsiteX16-1763" fmla="*/ 316539 w 3079941"/>
                <a:gd name="connsiteY16-1764" fmla="*/ 700416 h 1160647"/>
                <a:gd name="connsiteX17-1765" fmla="*/ 316792 w 3079941"/>
                <a:gd name="connsiteY17-1766" fmla="*/ 701227 h 1160647"/>
                <a:gd name="connsiteX18-1767" fmla="*/ 318566 w 3079941"/>
                <a:gd name="connsiteY18-1768" fmla="*/ 706902 h 1160647"/>
                <a:gd name="connsiteX19-1769" fmla="*/ 319326 w 3079941"/>
                <a:gd name="connsiteY19-1770" fmla="*/ 704470 h 1160647"/>
                <a:gd name="connsiteX20-1771" fmla="*/ 324646 w 3079941"/>
                <a:gd name="connsiteY20-1772" fmla="*/ 687446 h 1160647"/>
                <a:gd name="connsiteX21-1773" fmla="*/ 326419 w 3079941"/>
                <a:gd name="connsiteY21-1774" fmla="*/ 687446 h 1160647"/>
                <a:gd name="connsiteX22-1775" fmla="*/ 338833 w 3079941"/>
                <a:gd name="connsiteY22-1776" fmla="*/ 687446 h 1160647"/>
                <a:gd name="connsiteX23-1777" fmla="*/ 338833 w 3079941"/>
                <a:gd name="connsiteY23-1778" fmla="*/ 719872 h 1160647"/>
                <a:gd name="connsiteX24-1779" fmla="*/ 339846 w 3079941"/>
                <a:gd name="connsiteY24-1780" fmla="*/ 720413 h 1160647"/>
                <a:gd name="connsiteX25-1781" fmla="*/ 346940 w 3079941"/>
                <a:gd name="connsiteY25-1782" fmla="*/ 724196 h 1160647"/>
                <a:gd name="connsiteX26-1783" fmla="*/ 346940 w 3079941"/>
                <a:gd name="connsiteY26-1784" fmla="*/ 725547 h 1160647"/>
                <a:gd name="connsiteX27-1785" fmla="*/ 346940 w 3079941"/>
                <a:gd name="connsiteY27-1786" fmla="*/ 735005 h 1160647"/>
                <a:gd name="connsiteX28-1787" fmla="*/ 391527 w 3079941"/>
                <a:gd name="connsiteY28-1788" fmla="*/ 735005 h 1160647"/>
                <a:gd name="connsiteX29-1789" fmla="*/ 391527 w 3079941"/>
                <a:gd name="connsiteY29-1790" fmla="*/ 736086 h 1160647"/>
                <a:gd name="connsiteX30-1791" fmla="*/ 391527 w 3079941"/>
                <a:gd name="connsiteY30-1792" fmla="*/ 743652 h 1160647"/>
                <a:gd name="connsiteX31-1793" fmla="*/ 393553 w 3079941"/>
                <a:gd name="connsiteY31-1794" fmla="*/ 743652 h 1160647"/>
                <a:gd name="connsiteX32-1795" fmla="*/ 407740 w 3079941"/>
                <a:gd name="connsiteY32-1796" fmla="*/ 743652 h 1160647"/>
                <a:gd name="connsiteX33-1797" fmla="*/ 407740 w 3079941"/>
                <a:gd name="connsiteY33-1798" fmla="*/ 713387 h 1160647"/>
                <a:gd name="connsiteX34-1799" fmla="*/ 452327 w 3079941"/>
                <a:gd name="connsiteY34-1800" fmla="*/ 713387 h 1160647"/>
                <a:gd name="connsiteX35-1801" fmla="*/ 452327 w 3079941"/>
                <a:gd name="connsiteY35-1802" fmla="*/ 712036 h 1160647"/>
                <a:gd name="connsiteX36-1803" fmla="*/ 452327 w 3079941"/>
                <a:gd name="connsiteY36-1804" fmla="*/ 702578 h 1160647"/>
                <a:gd name="connsiteX37-1805" fmla="*/ 453341 w 3079941"/>
                <a:gd name="connsiteY37-1806" fmla="*/ 702578 h 1160647"/>
                <a:gd name="connsiteX38-1807" fmla="*/ 460434 w 3079941"/>
                <a:gd name="connsiteY38-1808" fmla="*/ 702578 h 1160647"/>
                <a:gd name="connsiteX39-1809" fmla="*/ 460434 w 3079941"/>
                <a:gd name="connsiteY39-1810" fmla="*/ 700687 h 1160647"/>
                <a:gd name="connsiteX40-1811" fmla="*/ 460434 w 3079941"/>
                <a:gd name="connsiteY40-1812" fmla="*/ 687446 h 1160647"/>
                <a:gd name="connsiteX41-1813" fmla="*/ 461194 w 3079941"/>
                <a:gd name="connsiteY41-1814" fmla="*/ 687446 h 1160647"/>
                <a:gd name="connsiteX42-1815" fmla="*/ 466514 w 3079941"/>
                <a:gd name="connsiteY42-1816" fmla="*/ 687446 h 1160647"/>
                <a:gd name="connsiteX43-1817" fmla="*/ 466514 w 3079941"/>
                <a:gd name="connsiteY43-1818" fmla="*/ 686365 h 1160647"/>
                <a:gd name="connsiteX44-1819" fmla="*/ 466514 w 3079941"/>
                <a:gd name="connsiteY44-1820" fmla="*/ 678798 h 1160647"/>
                <a:gd name="connsiteX45-1821" fmla="*/ 468541 w 3079941"/>
                <a:gd name="connsiteY45-1822" fmla="*/ 678798 h 1160647"/>
                <a:gd name="connsiteX46-1823" fmla="*/ 482728 w 3079941"/>
                <a:gd name="connsiteY46-1824" fmla="*/ 678798 h 1160647"/>
                <a:gd name="connsiteX47-1825" fmla="*/ 482728 w 3079941"/>
                <a:gd name="connsiteY47-1826" fmla="*/ 679879 h 1160647"/>
                <a:gd name="connsiteX48-1827" fmla="*/ 482728 w 3079941"/>
                <a:gd name="connsiteY48-1828" fmla="*/ 687446 h 1160647"/>
                <a:gd name="connsiteX49-1829" fmla="*/ 505021 w 3079941"/>
                <a:gd name="connsiteY49-1830" fmla="*/ 687446 h 1160647"/>
                <a:gd name="connsiteX50-1831" fmla="*/ 505021 w 3079941"/>
                <a:gd name="connsiteY50-1832" fmla="*/ 685554 h 1160647"/>
                <a:gd name="connsiteX51-1833" fmla="*/ 505021 w 3079941"/>
                <a:gd name="connsiteY51-1834" fmla="*/ 672313 h 1160647"/>
                <a:gd name="connsiteX52-1835" fmla="*/ 506795 w 3079941"/>
                <a:gd name="connsiteY52-1836" fmla="*/ 672313 h 1160647"/>
                <a:gd name="connsiteX53-1837" fmla="*/ 519208 w 3079941"/>
                <a:gd name="connsiteY53-1838" fmla="*/ 672313 h 1160647"/>
                <a:gd name="connsiteX54-1839" fmla="*/ 519208 w 3079941"/>
                <a:gd name="connsiteY54-1840" fmla="*/ 696093 h 1160647"/>
                <a:gd name="connsiteX55-1841" fmla="*/ 520222 w 3079941"/>
                <a:gd name="connsiteY55-1842" fmla="*/ 696093 h 1160647"/>
                <a:gd name="connsiteX56-1843" fmla="*/ 527315 w 3079941"/>
                <a:gd name="connsiteY56-1844" fmla="*/ 696093 h 1160647"/>
                <a:gd name="connsiteX57-1845" fmla="*/ 527315 w 3079941"/>
                <a:gd name="connsiteY57-1846" fmla="*/ 695012 h 1160647"/>
                <a:gd name="connsiteX58-1847" fmla="*/ 527315 w 3079941"/>
                <a:gd name="connsiteY58-1848" fmla="*/ 687446 h 1160647"/>
                <a:gd name="connsiteX59-1849" fmla="*/ 529088 w 3079941"/>
                <a:gd name="connsiteY59-1850" fmla="*/ 687446 h 1160647"/>
                <a:gd name="connsiteX60-1851" fmla="*/ 541502 w 3079941"/>
                <a:gd name="connsiteY60-1852" fmla="*/ 687446 h 1160647"/>
                <a:gd name="connsiteX61-1853" fmla="*/ 541502 w 3079941"/>
                <a:gd name="connsiteY61-1854" fmla="*/ 713387 h 1160647"/>
                <a:gd name="connsiteX62-1855" fmla="*/ 543529 w 3079941"/>
                <a:gd name="connsiteY62-1856" fmla="*/ 713387 h 1160647"/>
                <a:gd name="connsiteX63-1857" fmla="*/ 557715 w 3079941"/>
                <a:gd name="connsiteY63-1858" fmla="*/ 713387 h 1160647"/>
                <a:gd name="connsiteX64-1859" fmla="*/ 557715 w 3079941"/>
                <a:gd name="connsiteY64-1860" fmla="*/ 715008 h 1160647"/>
                <a:gd name="connsiteX65-1861" fmla="*/ 557715 w 3079941"/>
                <a:gd name="connsiteY65-1862" fmla="*/ 726358 h 1160647"/>
                <a:gd name="connsiteX66-1863" fmla="*/ 558475 w 3079941"/>
                <a:gd name="connsiteY66-1864" fmla="*/ 726358 h 1160647"/>
                <a:gd name="connsiteX67-1865" fmla="*/ 563796 w 3079941"/>
                <a:gd name="connsiteY67-1866" fmla="*/ 726358 h 1160647"/>
                <a:gd name="connsiteX68-1867" fmla="*/ 563796 w 3079941"/>
                <a:gd name="connsiteY68-1868" fmla="*/ 725547 h 1160647"/>
                <a:gd name="connsiteX69-1869" fmla="*/ 563796 w 3079941"/>
                <a:gd name="connsiteY69-1870" fmla="*/ 719872 h 1160647"/>
                <a:gd name="connsiteX70-1871" fmla="*/ 594196 w 3079941"/>
                <a:gd name="connsiteY70-1872" fmla="*/ 719872 h 1160647"/>
                <a:gd name="connsiteX71-1873" fmla="*/ 594196 w 3079941"/>
                <a:gd name="connsiteY71-1874" fmla="*/ 743652 h 1160647"/>
                <a:gd name="connsiteX72-1875" fmla="*/ 595209 w 3079941"/>
                <a:gd name="connsiteY72-1876" fmla="*/ 743652 h 1160647"/>
                <a:gd name="connsiteX73-1877" fmla="*/ 602303 w 3079941"/>
                <a:gd name="connsiteY73-1878" fmla="*/ 743652 h 1160647"/>
                <a:gd name="connsiteX74-1879" fmla="*/ 602303 w 3079941"/>
                <a:gd name="connsiteY74-1880" fmla="*/ 744733 h 1160647"/>
                <a:gd name="connsiteX75-1881" fmla="*/ 602303 w 3079941"/>
                <a:gd name="connsiteY75-1882" fmla="*/ 752299 h 1160647"/>
                <a:gd name="connsiteX76-1883" fmla="*/ 603063 w 3079941"/>
                <a:gd name="connsiteY76-1884" fmla="*/ 752299 h 1160647"/>
                <a:gd name="connsiteX77-1885" fmla="*/ 608383 w 3079941"/>
                <a:gd name="connsiteY77-1886" fmla="*/ 752299 h 1160647"/>
                <a:gd name="connsiteX78-1887" fmla="*/ 608383 w 3079941"/>
                <a:gd name="connsiteY78-1888" fmla="*/ 750137 h 1160647"/>
                <a:gd name="connsiteX79-1889" fmla="*/ 608383 w 3079941"/>
                <a:gd name="connsiteY79-1890" fmla="*/ 735005 h 1160647"/>
                <a:gd name="connsiteX80-1891" fmla="*/ 609396 w 3079941"/>
                <a:gd name="connsiteY80-1892" fmla="*/ 735005 h 1160647"/>
                <a:gd name="connsiteX81-1893" fmla="*/ 616490 w 3079941"/>
                <a:gd name="connsiteY81-1894" fmla="*/ 735005 h 1160647"/>
                <a:gd name="connsiteX82-1895" fmla="*/ 616490 w 3079941"/>
                <a:gd name="connsiteY82-1896" fmla="*/ 736086 h 1160647"/>
                <a:gd name="connsiteX83-1897" fmla="*/ 616490 w 3079941"/>
                <a:gd name="connsiteY83-1898" fmla="*/ 743652 h 1160647"/>
                <a:gd name="connsiteX84-1899" fmla="*/ 621810 w 3079941"/>
                <a:gd name="connsiteY84-1900" fmla="*/ 741659 h 1160647"/>
                <a:gd name="connsiteX85-1901" fmla="*/ 622570 w 3079941"/>
                <a:gd name="connsiteY85-1902" fmla="*/ 740679 h 1160647"/>
                <a:gd name="connsiteX86-1903" fmla="*/ 622570 w 3079941"/>
                <a:gd name="connsiteY86-1904" fmla="*/ 735005 h 1160647"/>
                <a:gd name="connsiteX87-1905" fmla="*/ 661077 w 3079941"/>
                <a:gd name="connsiteY87-1906" fmla="*/ 735005 h 1160647"/>
                <a:gd name="connsiteX88-1907" fmla="*/ 661077 w 3079941"/>
                <a:gd name="connsiteY88-1908" fmla="*/ 758784 h 1160647"/>
                <a:gd name="connsiteX89-1909" fmla="*/ 663103 w 3079941"/>
                <a:gd name="connsiteY89-1910" fmla="*/ 758784 h 1160647"/>
                <a:gd name="connsiteX90-1911" fmla="*/ 677290 w 3079941"/>
                <a:gd name="connsiteY90-1912" fmla="*/ 758784 h 1160647"/>
                <a:gd name="connsiteX91-1913" fmla="*/ 677290 w 3079941"/>
                <a:gd name="connsiteY91-1914" fmla="*/ 759865 h 1160647"/>
                <a:gd name="connsiteX92-1915" fmla="*/ 677290 w 3079941"/>
                <a:gd name="connsiteY92-1916" fmla="*/ 767431 h 1160647"/>
                <a:gd name="connsiteX93-1917" fmla="*/ 679064 w 3079941"/>
                <a:gd name="connsiteY93-1918" fmla="*/ 767431 h 1160647"/>
                <a:gd name="connsiteX94-1919" fmla="*/ 691477 w 3079941"/>
                <a:gd name="connsiteY94-1920" fmla="*/ 767431 h 1160647"/>
                <a:gd name="connsiteX95-1921" fmla="*/ 691477 w 3079941"/>
                <a:gd name="connsiteY95-1922" fmla="*/ 743652 h 1160647"/>
                <a:gd name="connsiteX96-1923" fmla="*/ 692490 w 3079941"/>
                <a:gd name="connsiteY96-1924" fmla="*/ 743652 h 1160647"/>
                <a:gd name="connsiteX97-1925" fmla="*/ 699584 w 3079941"/>
                <a:gd name="connsiteY97-1926" fmla="*/ 743652 h 1160647"/>
                <a:gd name="connsiteX98-1927" fmla="*/ 699584 w 3079941"/>
                <a:gd name="connsiteY98-1928" fmla="*/ 711225 h 1160647"/>
                <a:gd name="connsiteX99-1929" fmla="*/ 700597 w 3079941"/>
                <a:gd name="connsiteY99-1930" fmla="*/ 711225 h 1160647"/>
                <a:gd name="connsiteX100-1931" fmla="*/ 707691 w 3079941"/>
                <a:gd name="connsiteY100-1932" fmla="*/ 711225 h 1160647"/>
                <a:gd name="connsiteX101-1933" fmla="*/ 707691 w 3079941"/>
                <a:gd name="connsiteY101-1934" fmla="*/ 709334 h 1160647"/>
                <a:gd name="connsiteX102-1935" fmla="*/ 707691 w 3079941"/>
                <a:gd name="connsiteY102-1936" fmla="*/ 696093 h 1160647"/>
                <a:gd name="connsiteX103-1937" fmla="*/ 706424 w 3079941"/>
                <a:gd name="connsiteY103-1938" fmla="*/ 694471 h 1160647"/>
                <a:gd name="connsiteX104-1939" fmla="*/ 711744 w 3079941"/>
                <a:gd name="connsiteY104-1940" fmla="*/ 683122 h 1160647"/>
                <a:gd name="connsiteX105-1941" fmla="*/ 719851 w 3079941"/>
                <a:gd name="connsiteY105-1942" fmla="*/ 711225 h 1160647"/>
                <a:gd name="connsiteX106-1943" fmla="*/ 720611 w 3079941"/>
                <a:gd name="connsiteY106-1944" fmla="*/ 711225 h 1160647"/>
                <a:gd name="connsiteX107-1945" fmla="*/ 725931 w 3079941"/>
                <a:gd name="connsiteY107-1946" fmla="*/ 711225 h 1160647"/>
                <a:gd name="connsiteX108-1947" fmla="*/ 725931 w 3079941"/>
                <a:gd name="connsiteY108-1948" fmla="*/ 605298 h 1160647"/>
                <a:gd name="connsiteX109-1949" fmla="*/ 727451 w 3079941"/>
                <a:gd name="connsiteY109-1950" fmla="*/ 605298 h 1160647"/>
                <a:gd name="connsiteX110-1951" fmla="*/ 738091 w 3079941"/>
                <a:gd name="connsiteY110-1952" fmla="*/ 605298 h 1160647"/>
                <a:gd name="connsiteX111-1953" fmla="*/ 738091 w 3079941"/>
                <a:gd name="connsiteY111-1954" fmla="*/ 557739 h 1160647"/>
                <a:gd name="connsiteX112-1955" fmla="*/ 764438 w 3079941"/>
                <a:gd name="connsiteY112-1956" fmla="*/ 557739 h 1160647"/>
                <a:gd name="connsiteX113-1957" fmla="*/ 764438 w 3079941"/>
                <a:gd name="connsiteY113-1958" fmla="*/ 536121 h 1160647"/>
                <a:gd name="connsiteX114-1959" fmla="*/ 798892 w 3079941"/>
                <a:gd name="connsiteY114-1960" fmla="*/ 536121 h 1160647"/>
                <a:gd name="connsiteX115-1961" fmla="*/ 798892 w 3079941"/>
                <a:gd name="connsiteY115-1962" fmla="*/ 538553 h 1160647"/>
                <a:gd name="connsiteX116-1963" fmla="*/ 798892 w 3079941"/>
                <a:gd name="connsiteY116-1964" fmla="*/ 555577 h 1160647"/>
                <a:gd name="connsiteX117-1965" fmla="*/ 801172 w 3079941"/>
                <a:gd name="connsiteY117-1966" fmla="*/ 555577 h 1160647"/>
                <a:gd name="connsiteX118-1967" fmla="*/ 817132 w 3079941"/>
                <a:gd name="connsiteY118-1968" fmla="*/ 555577 h 1160647"/>
                <a:gd name="connsiteX119-1969" fmla="*/ 817132 w 3079941"/>
                <a:gd name="connsiteY119-1970" fmla="*/ 603136 h 1160647"/>
                <a:gd name="connsiteX120-1971" fmla="*/ 818145 w 3079941"/>
                <a:gd name="connsiteY120-1972" fmla="*/ 603136 h 1160647"/>
                <a:gd name="connsiteX121-1973" fmla="*/ 825239 w 3079941"/>
                <a:gd name="connsiteY121-1974" fmla="*/ 603136 h 1160647"/>
                <a:gd name="connsiteX122-1975" fmla="*/ 839426 w 3079941"/>
                <a:gd name="connsiteY122-1976" fmla="*/ 607460 h 1160647"/>
                <a:gd name="connsiteX123-1977" fmla="*/ 839426 w 3079941"/>
                <a:gd name="connsiteY123-1978" fmla="*/ 646372 h 1160647"/>
                <a:gd name="connsiteX124-1979" fmla="*/ 840439 w 3079941"/>
                <a:gd name="connsiteY124-1980" fmla="*/ 646372 h 1160647"/>
                <a:gd name="connsiteX125-1981" fmla="*/ 847532 w 3079941"/>
                <a:gd name="connsiteY125-1982" fmla="*/ 646372 h 1160647"/>
                <a:gd name="connsiteX126-1983" fmla="*/ 847532 w 3079941"/>
                <a:gd name="connsiteY126-1984" fmla="*/ 647993 h 1160647"/>
                <a:gd name="connsiteX127-1985" fmla="*/ 847532 w 3079941"/>
                <a:gd name="connsiteY127-1986" fmla="*/ 659342 h 1160647"/>
                <a:gd name="connsiteX128-1987" fmla="*/ 849559 w 3079941"/>
                <a:gd name="connsiteY128-1988" fmla="*/ 659342 h 1160647"/>
                <a:gd name="connsiteX129-1989" fmla="*/ 863746 w 3079941"/>
                <a:gd name="connsiteY129-1990" fmla="*/ 659342 h 1160647"/>
                <a:gd name="connsiteX130-1991" fmla="*/ 869826 w 3079941"/>
                <a:gd name="connsiteY130-1992" fmla="*/ 665828 h 1160647"/>
                <a:gd name="connsiteX131-1993" fmla="*/ 869826 w 3079941"/>
                <a:gd name="connsiteY131-1994" fmla="*/ 687446 h 1160647"/>
                <a:gd name="connsiteX132-1995" fmla="*/ 872106 w 3079941"/>
                <a:gd name="connsiteY132-1996" fmla="*/ 687446 h 1160647"/>
                <a:gd name="connsiteX133-1997" fmla="*/ 888066 w 3079941"/>
                <a:gd name="connsiteY133-1998" fmla="*/ 687446 h 1160647"/>
                <a:gd name="connsiteX134-1999" fmla="*/ 888066 w 3079941"/>
                <a:gd name="connsiteY134-2000" fmla="*/ 688526 h 1160647"/>
                <a:gd name="connsiteX135-2001" fmla="*/ 888066 w 3079941"/>
                <a:gd name="connsiteY135-2002" fmla="*/ 696093 h 1160647"/>
                <a:gd name="connsiteX136-2003" fmla="*/ 889333 w 3079941"/>
                <a:gd name="connsiteY136-2004" fmla="*/ 696093 h 1160647"/>
                <a:gd name="connsiteX137-2005" fmla="*/ 898200 w 3079941"/>
                <a:gd name="connsiteY137-2006" fmla="*/ 696093 h 1160647"/>
                <a:gd name="connsiteX138-2007" fmla="*/ 898200 w 3079941"/>
                <a:gd name="connsiteY138-2008" fmla="*/ 698254 h 1160647"/>
                <a:gd name="connsiteX139-2009" fmla="*/ 898200 w 3079941"/>
                <a:gd name="connsiteY139-2010" fmla="*/ 713387 h 1160647"/>
                <a:gd name="connsiteX140-2011" fmla="*/ 902253 w 3079941"/>
                <a:gd name="connsiteY140-2012" fmla="*/ 711495 h 1160647"/>
                <a:gd name="connsiteX141-2013" fmla="*/ 902253 w 3079941"/>
                <a:gd name="connsiteY141-2014" fmla="*/ 698254 h 1160647"/>
                <a:gd name="connsiteX142-2015" fmla="*/ 903266 w 3079941"/>
                <a:gd name="connsiteY142-2016" fmla="*/ 698254 h 1160647"/>
                <a:gd name="connsiteX143-2017" fmla="*/ 910360 w 3079941"/>
                <a:gd name="connsiteY143-2018" fmla="*/ 698254 h 1160647"/>
                <a:gd name="connsiteX144-2019" fmla="*/ 910360 w 3079941"/>
                <a:gd name="connsiteY144-2020" fmla="*/ 699876 h 1160647"/>
                <a:gd name="connsiteX145-2021" fmla="*/ 910360 w 3079941"/>
                <a:gd name="connsiteY145-2022" fmla="*/ 711225 h 1160647"/>
                <a:gd name="connsiteX146-2023" fmla="*/ 911120 w 3079941"/>
                <a:gd name="connsiteY146-2024" fmla="*/ 711225 h 1160647"/>
                <a:gd name="connsiteX147-2025" fmla="*/ 916440 w 3079941"/>
                <a:gd name="connsiteY147-2026" fmla="*/ 711225 h 1160647"/>
                <a:gd name="connsiteX148-2027" fmla="*/ 965080 w 3079941"/>
                <a:gd name="connsiteY148-2028" fmla="*/ 706902 h 1160647"/>
                <a:gd name="connsiteX149-2029" fmla="*/ 965080 w 3079941"/>
                <a:gd name="connsiteY149-2030" fmla="*/ 708253 h 1160647"/>
                <a:gd name="connsiteX150-2031" fmla="*/ 965080 w 3079941"/>
                <a:gd name="connsiteY150-2032" fmla="*/ 717710 h 1160647"/>
                <a:gd name="connsiteX151-2033" fmla="*/ 965840 w 3079941"/>
                <a:gd name="connsiteY151-2034" fmla="*/ 717710 h 1160647"/>
                <a:gd name="connsiteX152-2035" fmla="*/ 971161 w 3079941"/>
                <a:gd name="connsiteY152-2036" fmla="*/ 717710 h 1160647"/>
                <a:gd name="connsiteX153-2037" fmla="*/ 971161 w 3079941"/>
                <a:gd name="connsiteY153-2038" fmla="*/ 719872 h 1160647"/>
                <a:gd name="connsiteX154-2039" fmla="*/ 971161 w 3079941"/>
                <a:gd name="connsiteY154-2040" fmla="*/ 735005 h 1160647"/>
                <a:gd name="connsiteX155-2041" fmla="*/ 973187 w 3079941"/>
                <a:gd name="connsiteY155-2042" fmla="*/ 733654 h 1160647"/>
                <a:gd name="connsiteX156-2043" fmla="*/ 987374 w 3079941"/>
                <a:gd name="connsiteY156-2044" fmla="*/ 724196 h 1160647"/>
                <a:gd name="connsiteX157-2045" fmla="*/ 993454 w 3079941"/>
                <a:gd name="connsiteY157-2046" fmla="*/ 683122 h 1160647"/>
                <a:gd name="connsiteX158-2047" fmla="*/ 994214 w 3079941"/>
                <a:gd name="connsiteY158-2048" fmla="*/ 682852 h 1160647"/>
                <a:gd name="connsiteX159-2049" fmla="*/ 999534 w 3079941"/>
                <a:gd name="connsiteY159-2050" fmla="*/ 680960 h 1160647"/>
                <a:gd name="connsiteX160-2051" fmla="*/ 1001561 w 3079941"/>
                <a:gd name="connsiteY160-2052" fmla="*/ 611783 h 1160647"/>
                <a:gd name="connsiteX161-2053" fmla="*/ 1003588 w 3079941"/>
                <a:gd name="connsiteY161-2054" fmla="*/ 680960 h 1160647"/>
                <a:gd name="connsiteX162-2055" fmla="*/ 1004348 w 3079941"/>
                <a:gd name="connsiteY162-2056" fmla="*/ 681230 h 1160647"/>
                <a:gd name="connsiteX163-2057" fmla="*/ 1009668 w 3079941"/>
                <a:gd name="connsiteY163-2058" fmla="*/ 683122 h 1160647"/>
                <a:gd name="connsiteX164-2059" fmla="*/ 1009668 w 3079941"/>
                <a:gd name="connsiteY164-2060" fmla="*/ 596651 h 1160647"/>
                <a:gd name="connsiteX165-2061" fmla="*/ 1013721 w 3079941"/>
                <a:gd name="connsiteY165-2062" fmla="*/ 564224 h 1160647"/>
                <a:gd name="connsiteX166-2063" fmla="*/ 1052228 w 3079941"/>
                <a:gd name="connsiteY166-2064" fmla="*/ 564224 h 1160647"/>
                <a:gd name="connsiteX167-2065" fmla="*/ 1052228 w 3079941"/>
                <a:gd name="connsiteY167-2066" fmla="*/ 596651 h 1160647"/>
                <a:gd name="connsiteX168-2067" fmla="*/ 1052988 w 3079941"/>
                <a:gd name="connsiteY168-2068" fmla="*/ 596651 h 1160647"/>
                <a:gd name="connsiteX169-2069" fmla="*/ 1058308 w 3079941"/>
                <a:gd name="connsiteY169-2070" fmla="*/ 596651 h 1160647"/>
                <a:gd name="connsiteX170-2071" fmla="*/ 1058308 w 3079941"/>
                <a:gd name="connsiteY170-2072" fmla="*/ 514503 h 1160647"/>
                <a:gd name="connsiteX171-2073" fmla="*/ 1060082 w 3079941"/>
                <a:gd name="connsiteY171-2074" fmla="*/ 514503 h 1160647"/>
                <a:gd name="connsiteX172-2075" fmla="*/ 1072495 w 3079941"/>
                <a:gd name="connsiteY172-2076" fmla="*/ 514503 h 1160647"/>
                <a:gd name="connsiteX173-2077" fmla="*/ 1072495 w 3079941"/>
                <a:gd name="connsiteY173-2078" fmla="*/ 512612 h 1160647"/>
                <a:gd name="connsiteX174-2079" fmla="*/ 1072495 w 3079941"/>
                <a:gd name="connsiteY174-2080" fmla="*/ 499371 h 1160647"/>
                <a:gd name="connsiteX175-2081" fmla="*/ 1094789 w 3079941"/>
                <a:gd name="connsiteY175-2082" fmla="*/ 499371 h 1160647"/>
                <a:gd name="connsiteX176-2083" fmla="*/ 1094789 w 3079941"/>
                <a:gd name="connsiteY176-2084" fmla="*/ 498290 h 1160647"/>
                <a:gd name="connsiteX177-2085" fmla="*/ 1094789 w 3079941"/>
                <a:gd name="connsiteY177-2086" fmla="*/ 490724 h 1160647"/>
                <a:gd name="connsiteX178-2087" fmla="*/ 1096562 w 3079941"/>
                <a:gd name="connsiteY178-2088" fmla="*/ 490724 h 1160647"/>
                <a:gd name="connsiteX179-2089" fmla="*/ 1108976 w 3079941"/>
                <a:gd name="connsiteY179-2090" fmla="*/ 490724 h 1160647"/>
                <a:gd name="connsiteX180-2091" fmla="*/ 1108976 w 3079941"/>
                <a:gd name="connsiteY180-2092" fmla="*/ 491805 h 1160647"/>
                <a:gd name="connsiteX181-2093" fmla="*/ 1108976 w 3079941"/>
                <a:gd name="connsiteY181-2094" fmla="*/ 499371 h 1160647"/>
                <a:gd name="connsiteX182-2095" fmla="*/ 1109736 w 3079941"/>
                <a:gd name="connsiteY182-2096" fmla="*/ 499371 h 1160647"/>
                <a:gd name="connsiteX183-2097" fmla="*/ 1115056 w 3079941"/>
                <a:gd name="connsiteY183-2098" fmla="*/ 499371 h 1160647"/>
                <a:gd name="connsiteX184-2099" fmla="*/ 1125189 w 3079941"/>
                <a:gd name="connsiteY184-2100" fmla="*/ 495047 h 1160647"/>
                <a:gd name="connsiteX185-2101" fmla="*/ 1129242 w 3079941"/>
                <a:gd name="connsiteY185-2102" fmla="*/ 498290 h 1160647"/>
                <a:gd name="connsiteX186-2103" fmla="*/ 1129242 w 3079941"/>
                <a:gd name="connsiteY186-2104" fmla="*/ 490724 h 1160647"/>
                <a:gd name="connsiteX187-2105" fmla="*/ 1131522 w 3079941"/>
                <a:gd name="connsiteY187-2106" fmla="*/ 490724 h 1160647"/>
                <a:gd name="connsiteX188-2107" fmla="*/ 1147483 w 3079941"/>
                <a:gd name="connsiteY188-2108" fmla="*/ 490724 h 1160647"/>
                <a:gd name="connsiteX189-2109" fmla="*/ 1147483 w 3079941"/>
                <a:gd name="connsiteY189-2110" fmla="*/ 491805 h 1160647"/>
                <a:gd name="connsiteX190-2111" fmla="*/ 1147483 w 3079941"/>
                <a:gd name="connsiteY190-2112" fmla="*/ 499371 h 1160647"/>
                <a:gd name="connsiteX191-2113" fmla="*/ 1177883 w 3079941"/>
                <a:gd name="connsiteY191-2114" fmla="*/ 499371 h 1160647"/>
                <a:gd name="connsiteX192-2115" fmla="*/ 1177883 w 3079941"/>
                <a:gd name="connsiteY192-2116" fmla="*/ 500992 h 1160647"/>
                <a:gd name="connsiteX193-2117" fmla="*/ 1177883 w 3079941"/>
                <a:gd name="connsiteY193-2118" fmla="*/ 512342 h 1160647"/>
                <a:gd name="connsiteX194-2119" fmla="*/ 1204230 w 3079941"/>
                <a:gd name="connsiteY194-2120" fmla="*/ 512342 h 1160647"/>
                <a:gd name="connsiteX195-2121" fmla="*/ 1204230 w 3079941"/>
                <a:gd name="connsiteY195-2122" fmla="*/ 542606 h 1160647"/>
                <a:gd name="connsiteX196-2123" fmla="*/ 1204990 w 3079941"/>
                <a:gd name="connsiteY196-2124" fmla="*/ 542606 h 1160647"/>
                <a:gd name="connsiteX197-2125" fmla="*/ 1210310 w 3079941"/>
                <a:gd name="connsiteY197-2126" fmla="*/ 542606 h 1160647"/>
                <a:gd name="connsiteX198-2127" fmla="*/ 1210310 w 3079941"/>
                <a:gd name="connsiteY198-2128" fmla="*/ 543687 h 1160647"/>
                <a:gd name="connsiteX199-2129" fmla="*/ 1210310 w 3079941"/>
                <a:gd name="connsiteY199-2130" fmla="*/ 551254 h 1160647"/>
                <a:gd name="connsiteX200-2131" fmla="*/ 1214364 w 3079941"/>
                <a:gd name="connsiteY200-2132" fmla="*/ 581518 h 1160647"/>
                <a:gd name="connsiteX201-2133" fmla="*/ 1215124 w 3079941"/>
                <a:gd name="connsiteY201-2134" fmla="*/ 581518 h 1160647"/>
                <a:gd name="connsiteX202-2135" fmla="*/ 1220444 w 3079941"/>
                <a:gd name="connsiteY202-2136" fmla="*/ 581518 h 1160647"/>
                <a:gd name="connsiteX203-2137" fmla="*/ 1220444 w 3079941"/>
                <a:gd name="connsiteY203-2138" fmla="*/ 582329 h 1160647"/>
                <a:gd name="connsiteX204-2139" fmla="*/ 1220444 w 3079941"/>
                <a:gd name="connsiteY204-2140" fmla="*/ 588004 h 1160647"/>
                <a:gd name="connsiteX205-2141" fmla="*/ 1221457 w 3079941"/>
                <a:gd name="connsiteY205-2142" fmla="*/ 588004 h 1160647"/>
                <a:gd name="connsiteX206-2143" fmla="*/ 1228550 w 3079941"/>
                <a:gd name="connsiteY206-2144" fmla="*/ 588004 h 1160647"/>
                <a:gd name="connsiteX207-2145" fmla="*/ 1228550 w 3079941"/>
                <a:gd name="connsiteY207-2146" fmla="*/ 618269 h 1160647"/>
                <a:gd name="connsiteX208-2147" fmla="*/ 1230577 w 3079941"/>
                <a:gd name="connsiteY208-2148" fmla="*/ 618269 h 1160647"/>
                <a:gd name="connsiteX209-2149" fmla="*/ 1244764 w 3079941"/>
                <a:gd name="connsiteY209-2150" fmla="*/ 618269 h 1160647"/>
                <a:gd name="connsiteX210-2151" fmla="*/ 1244764 w 3079941"/>
                <a:gd name="connsiteY210-2152" fmla="*/ 642048 h 1160647"/>
                <a:gd name="connsiteX211-2153" fmla="*/ 1246791 w 3079941"/>
                <a:gd name="connsiteY211-2154" fmla="*/ 643669 h 1160647"/>
                <a:gd name="connsiteX212-2155" fmla="*/ 1246791 w 3079941"/>
                <a:gd name="connsiteY212-2156" fmla="*/ 655019 h 1160647"/>
                <a:gd name="connsiteX213-2157" fmla="*/ 1247551 w 3079941"/>
                <a:gd name="connsiteY213-2158" fmla="*/ 655019 h 1160647"/>
                <a:gd name="connsiteX214-2159" fmla="*/ 1252871 w 3079941"/>
                <a:gd name="connsiteY214-2160" fmla="*/ 655019 h 1160647"/>
                <a:gd name="connsiteX215-2161" fmla="*/ 1252871 w 3079941"/>
                <a:gd name="connsiteY215-2162" fmla="*/ 678798 h 1160647"/>
                <a:gd name="connsiteX216-2163" fmla="*/ 1254137 w 3079941"/>
                <a:gd name="connsiteY216-2164" fmla="*/ 678798 h 1160647"/>
                <a:gd name="connsiteX217-2165" fmla="*/ 1263004 w 3079941"/>
                <a:gd name="connsiteY217-2166" fmla="*/ 678798 h 1160647"/>
                <a:gd name="connsiteX218-2167" fmla="*/ 1265031 w 3079941"/>
                <a:gd name="connsiteY218-2168" fmla="*/ 682852 h 1160647"/>
                <a:gd name="connsiteX219-2169" fmla="*/ 1265031 w 3079941"/>
                <a:gd name="connsiteY219-2170" fmla="*/ 696093 h 1160647"/>
                <a:gd name="connsiteX220-2171" fmla="*/ 1266551 w 3079941"/>
                <a:gd name="connsiteY220-2172" fmla="*/ 694201 h 1160647"/>
                <a:gd name="connsiteX221-2173" fmla="*/ 1277191 w 3079941"/>
                <a:gd name="connsiteY221-2174" fmla="*/ 680960 h 1160647"/>
                <a:gd name="connsiteX222-2175" fmla="*/ 1305565 w 3079941"/>
                <a:gd name="connsiteY222-2176" fmla="*/ 680960 h 1160647"/>
                <a:gd name="connsiteX223-2177" fmla="*/ 1305565 w 3079941"/>
                <a:gd name="connsiteY223-2178" fmla="*/ 767431 h 1160647"/>
                <a:gd name="connsiteX224-2179" fmla="*/ 1306325 w 3079941"/>
                <a:gd name="connsiteY224-2180" fmla="*/ 767431 h 1160647"/>
                <a:gd name="connsiteX225-2181" fmla="*/ 1311645 w 3079941"/>
                <a:gd name="connsiteY225-2182" fmla="*/ 767431 h 1160647"/>
                <a:gd name="connsiteX226-2183" fmla="*/ 1312405 w 3079941"/>
                <a:gd name="connsiteY226-2184" fmla="*/ 766080 h 1160647"/>
                <a:gd name="connsiteX227-2185" fmla="*/ 1317725 w 3079941"/>
                <a:gd name="connsiteY227-2186" fmla="*/ 756622 h 1160647"/>
                <a:gd name="connsiteX228-2187" fmla="*/ 1317725 w 3079941"/>
                <a:gd name="connsiteY228-2188" fmla="*/ 758514 h 1160647"/>
                <a:gd name="connsiteX229-2189" fmla="*/ 1317725 w 3079941"/>
                <a:gd name="connsiteY229-2190" fmla="*/ 771755 h 1160647"/>
                <a:gd name="connsiteX230-2191" fmla="*/ 1321778 w 3079941"/>
                <a:gd name="connsiteY230-2192" fmla="*/ 726358 h 1160647"/>
                <a:gd name="connsiteX231-2193" fmla="*/ 1322538 w 3079941"/>
                <a:gd name="connsiteY231-2194" fmla="*/ 726358 h 1160647"/>
                <a:gd name="connsiteX232-2195" fmla="*/ 1327858 w 3079941"/>
                <a:gd name="connsiteY232-2196" fmla="*/ 726358 h 1160647"/>
                <a:gd name="connsiteX233-2197" fmla="*/ 1327858 w 3079941"/>
                <a:gd name="connsiteY233-2198" fmla="*/ 661504 h 1160647"/>
                <a:gd name="connsiteX234-2199" fmla="*/ 1328872 w 3079941"/>
                <a:gd name="connsiteY234-2200" fmla="*/ 661504 h 1160647"/>
                <a:gd name="connsiteX235-2201" fmla="*/ 1335965 w 3079941"/>
                <a:gd name="connsiteY235-2202" fmla="*/ 661504 h 1160647"/>
                <a:gd name="connsiteX236-2203" fmla="*/ 1348125 w 3079941"/>
                <a:gd name="connsiteY236-2204" fmla="*/ 618269 h 1160647"/>
                <a:gd name="connsiteX237-2205" fmla="*/ 1349392 w 3079941"/>
                <a:gd name="connsiteY237-2206" fmla="*/ 618269 h 1160647"/>
                <a:gd name="connsiteX238-2207" fmla="*/ 1358259 w 3079941"/>
                <a:gd name="connsiteY238-2208" fmla="*/ 618269 h 1160647"/>
                <a:gd name="connsiteX239-2209" fmla="*/ 1368392 w 3079941"/>
                <a:gd name="connsiteY239-2210" fmla="*/ 661504 h 1160647"/>
                <a:gd name="connsiteX240-2211" fmla="*/ 1369405 w 3079941"/>
                <a:gd name="connsiteY240-2212" fmla="*/ 661504 h 1160647"/>
                <a:gd name="connsiteX241-2213" fmla="*/ 1376499 w 3079941"/>
                <a:gd name="connsiteY241-2214" fmla="*/ 661504 h 1160647"/>
                <a:gd name="connsiteX242-2215" fmla="*/ 1376499 w 3079941"/>
                <a:gd name="connsiteY242-2216" fmla="*/ 700416 h 1160647"/>
                <a:gd name="connsiteX243-2217" fmla="*/ 1378272 w 3079941"/>
                <a:gd name="connsiteY243-2218" fmla="*/ 700416 h 1160647"/>
                <a:gd name="connsiteX244-2219" fmla="*/ 1390686 w 3079941"/>
                <a:gd name="connsiteY244-2220" fmla="*/ 700416 h 1160647"/>
                <a:gd name="connsiteX245-2221" fmla="*/ 1390686 w 3079941"/>
                <a:gd name="connsiteY245-2222" fmla="*/ 702578 h 1160647"/>
                <a:gd name="connsiteX246-2223" fmla="*/ 1390686 w 3079941"/>
                <a:gd name="connsiteY246-2224" fmla="*/ 717710 h 1160647"/>
                <a:gd name="connsiteX247-2225" fmla="*/ 1394739 w 3079941"/>
                <a:gd name="connsiteY247-2226" fmla="*/ 715549 h 1160647"/>
                <a:gd name="connsiteX248-2227" fmla="*/ 1394739 w 3079941"/>
                <a:gd name="connsiteY248-2228" fmla="*/ 700416 h 1160647"/>
                <a:gd name="connsiteX249-2229" fmla="*/ 1396259 w 3079941"/>
                <a:gd name="connsiteY249-2230" fmla="*/ 700416 h 1160647"/>
                <a:gd name="connsiteX250-2231" fmla="*/ 1406899 w 3079941"/>
                <a:gd name="connsiteY250-2232" fmla="*/ 700416 h 1160647"/>
                <a:gd name="connsiteX251-2233" fmla="*/ 1406899 w 3079941"/>
                <a:gd name="connsiteY251-2234" fmla="*/ 702037 h 1160647"/>
                <a:gd name="connsiteX252-2235" fmla="*/ 1406899 w 3079941"/>
                <a:gd name="connsiteY252-2236" fmla="*/ 713387 h 1160647"/>
                <a:gd name="connsiteX253-2237" fmla="*/ 1437300 w 3079941"/>
                <a:gd name="connsiteY253-2238" fmla="*/ 713387 h 1160647"/>
                <a:gd name="connsiteX254-2239" fmla="*/ 1437300 w 3079941"/>
                <a:gd name="connsiteY254-2240" fmla="*/ 676637 h 1160647"/>
                <a:gd name="connsiteX255-2241" fmla="*/ 1438566 w 3079941"/>
                <a:gd name="connsiteY255-2242" fmla="*/ 676637 h 1160647"/>
                <a:gd name="connsiteX256-2243" fmla="*/ 1447433 w 3079941"/>
                <a:gd name="connsiteY256-2244" fmla="*/ 676637 h 1160647"/>
                <a:gd name="connsiteX257-2245" fmla="*/ 1447433 w 3079941"/>
                <a:gd name="connsiteY257-2246" fmla="*/ 698254 h 1160647"/>
                <a:gd name="connsiteX258-2247" fmla="*/ 1449460 w 3079941"/>
                <a:gd name="connsiteY258-2248" fmla="*/ 665828 h 1160647"/>
                <a:gd name="connsiteX259-2249" fmla="*/ 1471753 w 3079941"/>
                <a:gd name="connsiteY259-2250" fmla="*/ 665828 h 1160647"/>
                <a:gd name="connsiteX260-2251" fmla="*/ 1471753 w 3079941"/>
                <a:gd name="connsiteY260-2252" fmla="*/ 664206 h 1160647"/>
                <a:gd name="connsiteX261-2253" fmla="*/ 1471753 w 3079941"/>
                <a:gd name="connsiteY261-2254" fmla="*/ 652857 h 1160647"/>
                <a:gd name="connsiteX262-2255" fmla="*/ 1472513 w 3079941"/>
                <a:gd name="connsiteY262-2256" fmla="*/ 652857 h 1160647"/>
                <a:gd name="connsiteX263-2257" fmla="*/ 1477833 w 3079941"/>
                <a:gd name="connsiteY263-2258" fmla="*/ 652857 h 1160647"/>
                <a:gd name="connsiteX264-2259" fmla="*/ 1477833 w 3079941"/>
                <a:gd name="connsiteY264-2260" fmla="*/ 650966 h 1160647"/>
                <a:gd name="connsiteX265-2261" fmla="*/ 1477833 w 3079941"/>
                <a:gd name="connsiteY265-2262" fmla="*/ 637725 h 1160647"/>
                <a:gd name="connsiteX266-2263" fmla="*/ 1481887 w 3079941"/>
                <a:gd name="connsiteY266-2264" fmla="*/ 644210 h 1160647"/>
                <a:gd name="connsiteX267-2265" fmla="*/ 1484167 w 3079941"/>
                <a:gd name="connsiteY267-2266" fmla="*/ 644210 h 1160647"/>
                <a:gd name="connsiteX268-2267" fmla="*/ 1500127 w 3079941"/>
                <a:gd name="connsiteY268-2268" fmla="*/ 644210 h 1160647"/>
                <a:gd name="connsiteX269-2269" fmla="*/ 1500127 w 3079941"/>
                <a:gd name="connsiteY269-2270" fmla="*/ 643399 h 1160647"/>
                <a:gd name="connsiteX270-2271" fmla="*/ 1500127 w 3079941"/>
                <a:gd name="connsiteY270-2272" fmla="*/ 637725 h 1160647"/>
                <a:gd name="connsiteX271-2273" fmla="*/ 1500887 w 3079941"/>
                <a:gd name="connsiteY271-2274" fmla="*/ 637725 h 1160647"/>
                <a:gd name="connsiteX272-2275" fmla="*/ 1506207 w 3079941"/>
                <a:gd name="connsiteY272-2276" fmla="*/ 637725 h 1160647"/>
                <a:gd name="connsiteX273-2277" fmla="*/ 1506207 w 3079941"/>
                <a:gd name="connsiteY273-2278" fmla="*/ 639076 h 1160647"/>
                <a:gd name="connsiteX274-2279" fmla="*/ 1506207 w 3079941"/>
                <a:gd name="connsiteY274-2280" fmla="*/ 648534 h 1160647"/>
                <a:gd name="connsiteX275-2281" fmla="*/ 1544714 w 3079941"/>
                <a:gd name="connsiteY275-2282" fmla="*/ 648534 h 1160647"/>
                <a:gd name="connsiteX276-2283" fmla="*/ 1544714 w 3079941"/>
                <a:gd name="connsiteY276-2284" fmla="*/ 786887 h 1160647"/>
                <a:gd name="connsiteX277-2285" fmla="*/ 1546234 w 3079941"/>
                <a:gd name="connsiteY277-2286" fmla="*/ 786887 h 1160647"/>
                <a:gd name="connsiteX278-2287" fmla="*/ 1556874 w 3079941"/>
                <a:gd name="connsiteY278-2288" fmla="*/ 786887 h 1160647"/>
                <a:gd name="connsiteX279-2289" fmla="*/ 1556874 w 3079941"/>
                <a:gd name="connsiteY279-2290" fmla="*/ 773917 h 1160647"/>
                <a:gd name="connsiteX280-2291" fmla="*/ 1560928 w 3079941"/>
                <a:gd name="connsiteY280-2292" fmla="*/ 773917 h 1160647"/>
                <a:gd name="connsiteX281-2293" fmla="*/ 1560928 w 3079941"/>
                <a:gd name="connsiteY281-2294" fmla="*/ 786887 h 1160647"/>
                <a:gd name="connsiteX282-2295" fmla="*/ 1591328 w 3079941"/>
                <a:gd name="connsiteY282-2296" fmla="*/ 786887 h 1160647"/>
                <a:gd name="connsiteX283-2297" fmla="*/ 1591328 w 3079941"/>
                <a:gd name="connsiteY283-2298" fmla="*/ 756622 h 1160647"/>
                <a:gd name="connsiteX284-2299" fmla="*/ 1603488 w 3079941"/>
                <a:gd name="connsiteY284-2300" fmla="*/ 756622 h 1160647"/>
                <a:gd name="connsiteX285-2301" fmla="*/ 1615648 w 3079941"/>
                <a:gd name="connsiteY285-2302" fmla="*/ 754461 h 1160647"/>
                <a:gd name="connsiteX286-2303" fmla="*/ 1619702 w 3079941"/>
                <a:gd name="connsiteY286-2304" fmla="*/ 756622 h 1160647"/>
                <a:gd name="connsiteX287-2305" fmla="*/ 1629835 w 3079941"/>
                <a:gd name="connsiteY287-2306" fmla="*/ 756622 h 1160647"/>
                <a:gd name="connsiteX288-2307" fmla="*/ 1629835 w 3079941"/>
                <a:gd name="connsiteY288-2308" fmla="*/ 786887 h 1160647"/>
                <a:gd name="connsiteX289-2309" fmla="*/ 1637942 w 3079941"/>
                <a:gd name="connsiteY289-2310" fmla="*/ 786887 h 1160647"/>
                <a:gd name="connsiteX290-2311" fmla="*/ 1637942 w 3079941"/>
                <a:gd name="connsiteY290-2312" fmla="*/ 804182 h 1160647"/>
                <a:gd name="connsiteX291-2313" fmla="*/ 1647278 w 3079941"/>
                <a:gd name="connsiteY291-2314" fmla="*/ 805087 h 1160647"/>
                <a:gd name="connsiteX292-2315" fmla="*/ 1660236 w 3079941"/>
                <a:gd name="connsiteY292-2316" fmla="*/ 805087 h 1160647"/>
                <a:gd name="connsiteX293-2317" fmla="*/ 1660236 w 3079941"/>
                <a:gd name="connsiteY293-2318" fmla="*/ 789049 h 1160647"/>
                <a:gd name="connsiteX294-2319" fmla="*/ 1728192 w 3079941"/>
                <a:gd name="connsiteY294-2320" fmla="*/ 789049 h 1160647"/>
                <a:gd name="connsiteX295-2321" fmla="*/ 1728192 w 3079941"/>
                <a:gd name="connsiteY295-2322" fmla="*/ 703796 h 1160647"/>
                <a:gd name="connsiteX296-2323" fmla="*/ 1800200 w 3079941"/>
                <a:gd name="connsiteY296-2324" fmla="*/ 703796 h 1160647"/>
                <a:gd name="connsiteX297-2325" fmla="*/ 1800200 w 3079941"/>
                <a:gd name="connsiteY297-2326" fmla="*/ 782564 h 1160647"/>
                <a:gd name="connsiteX298-2327" fmla="*/ 1802104 w 3079941"/>
                <a:gd name="connsiteY298-2328" fmla="*/ 782564 h 1160647"/>
                <a:gd name="connsiteX299-2329" fmla="*/ 1803346 w 3079941"/>
                <a:gd name="connsiteY299-2330" fmla="*/ 805087 h 1160647"/>
                <a:gd name="connsiteX300-2331" fmla="*/ 1813022 w 3079941"/>
                <a:gd name="connsiteY300-2332" fmla="*/ 805087 h 1160647"/>
                <a:gd name="connsiteX301-2333" fmla="*/ 1814264 w 3079941"/>
                <a:gd name="connsiteY301-2334" fmla="*/ 782564 h 1160647"/>
                <a:gd name="connsiteX302-2335" fmla="*/ 1820344 w 3079941"/>
                <a:gd name="connsiteY302-2336" fmla="*/ 782564 h 1160647"/>
                <a:gd name="connsiteX303-2337" fmla="*/ 1821586 w 3079941"/>
                <a:gd name="connsiteY303-2338" fmla="*/ 805087 h 1160647"/>
                <a:gd name="connsiteX304-2339" fmla="*/ 1872208 w 3079941"/>
                <a:gd name="connsiteY304-2340" fmla="*/ 805087 h 1160647"/>
                <a:gd name="connsiteX305-2341" fmla="*/ 1872208 w 3079941"/>
                <a:gd name="connsiteY305-2342" fmla="*/ 642059 h 1160647"/>
                <a:gd name="connsiteX306-2343" fmla="*/ 2069535 w 3079941"/>
                <a:gd name="connsiteY306-2344" fmla="*/ 642059 h 1160647"/>
                <a:gd name="connsiteX307-2345" fmla="*/ 2069535 w 3079941"/>
                <a:gd name="connsiteY307-2346" fmla="*/ 805087 h 1160647"/>
                <a:gd name="connsiteX308-2347" fmla="*/ 2088232 w 3079941"/>
                <a:gd name="connsiteY308-2348" fmla="*/ 805087 h 1160647"/>
                <a:gd name="connsiteX309-2349" fmla="*/ 2088232 w 3079941"/>
                <a:gd name="connsiteY309-2350" fmla="*/ 722394 h 1160647"/>
                <a:gd name="connsiteX310-2351" fmla="*/ 2183352 w 3079941"/>
                <a:gd name="connsiteY310-2352" fmla="*/ 722394 h 1160647"/>
                <a:gd name="connsiteX311-2353" fmla="*/ 2195282 w 3079941"/>
                <a:gd name="connsiteY311-2354" fmla="*/ 404253 h 1160647"/>
                <a:gd name="connsiteX312-2355" fmla="*/ 2183122 w 3079941"/>
                <a:gd name="connsiteY312-2356" fmla="*/ 382635 h 1160647"/>
                <a:gd name="connsiteX313-2357" fmla="*/ 2177042 w 3079941"/>
                <a:gd name="connsiteY313-2358" fmla="*/ 378311 h 1160647"/>
                <a:gd name="connsiteX314-2359" fmla="*/ 2185149 w 3079941"/>
                <a:gd name="connsiteY314-2360" fmla="*/ 354532 h 1160647"/>
                <a:gd name="connsiteX315-2361" fmla="*/ 2185149 w 3079941"/>
                <a:gd name="connsiteY315-2362" fmla="*/ 337238 h 1160647"/>
                <a:gd name="connsiteX316-2363" fmla="*/ 2199336 w 3079941"/>
                <a:gd name="connsiteY316-2364" fmla="*/ 337238 h 1160647"/>
                <a:gd name="connsiteX317-2365" fmla="*/ 2199336 w 3079941"/>
                <a:gd name="connsiteY317-2366" fmla="*/ 315620 h 1160647"/>
                <a:gd name="connsiteX318-2367" fmla="*/ 2201362 w 3079941"/>
                <a:gd name="connsiteY318-2368" fmla="*/ 311296 h 1160647"/>
                <a:gd name="connsiteX319-2369" fmla="*/ 2201362 w 3079941"/>
                <a:gd name="connsiteY319-2370" fmla="*/ 233472 h 1160647"/>
                <a:gd name="connsiteX320-2371" fmla="*/ 2199336 w 3079941"/>
                <a:gd name="connsiteY320-2372" fmla="*/ 226987 h 1160647"/>
                <a:gd name="connsiteX321-2373" fmla="*/ 2205416 w 3079941"/>
                <a:gd name="connsiteY321-2374" fmla="*/ 220501 h 1160647"/>
                <a:gd name="connsiteX322-2375" fmla="*/ 2205416 w 3079941"/>
                <a:gd name="connsiteY322-2376" fmla="*/ 162133 h 1160647"/>
                <a:gd name="connsiteX323-2377" fmla="*/ 2207442 w 3079941"/>
                <a:gd name="connsiteY323-2378" fmla="*/ 157810 h 1160647"/>
                <a:gd name="connsiteX324-2379" fmla="*/ 2207442 w 3079941"/>
                <a:gd name="connsiteY324-2380" fmla="*/ 101604 h 1160647"/>
                <a:gd name="connsiteX325-2381" fmla="*/ 2209469 w 3079941"/>
                <a:gd name="connsiteY325-2382" fmla="*/ 82148 h 1160647"/>
                <a:gd name="connsiteX326-2383" fmla="*/ 2213523 w 3079941"/>
                <a:gd name="connsiteY326-2384" fmla="*/ 99442 h 1160647"/>
                <a:gd name="connsiteX327-2385" fmla="*/ 2215549 w 3079941"/>
                <a:gd name="connsiteY327-2386" fmla="*/ 157810 h 1160647"/>
                <a:gd name="connsiteX328-2387" fmla="*/ 2217576 w 3079941"/>
                <a:gd name="connsiteY328-2388" fmla="*/ 220501 h 1160647"/>
                <a:gd name="connsiteX329-2389" fmla="*/ 2223656 w 3079941"/>
                <a:gd name="connsiteY329-2390" fmla="*/ 226987 h 1160647"/>
                <a:gd name="connsiteX330-2391" fmla="*/ 2221629 w 3079941"/>
                <a:gd name="connsiteY330-2392" fmla="*/ 233472 h 1160647"/>
                <a:gd name="connsiteX331-2393" fmla="*/ 2221629 w 3079941"/>
                <a:gd name="connsiteY331-2394" fmla="*/ 311296 h 1160647"/>
                <a:gd name="connsiteX332-2395" fmla="*/ 2223656 w 3079941"/>
                <a:gd name="connsiteY332-2396" fmla="*/ 315620 h 1160647"/>
                <a:gd name="connsiteX333-2397" fmla="*/ 2223656 w 3079941"/>
                <a:gd name="connsiteY333-2398" fmla="*/ 337238 h 1160647"/>
                <a:gd name="connsiteX334-2399" fmla="*/ 2237843 w 3079941"/>
                <a:gd name="connsiteY334-2400" fmla="*/ 337238 h 1160647"/>
                <a:gd name="connsiteX335-2401" fmla="*/ 2237843 w 3079941"/>
                <a:gd name="connsiteY335-2402" fmla="*/ 354532 h 1160647"/>
                <a:gd name="connsiteX336-2403" fmla="*/ 2245950 w 3079941"/>
                <a:gd name="connsiteY336-2404" fmla="*/ 378311 h 1160647"/>
                <a:gd name="connsiteX337-2405" fmla="*/ 2239870 w 3079941"/>
                <a:gd name="connsiteY337-2406" fmla="*/ 382635 h 1160647"/>
                <a:gd name="connsiteX338-2407" fmla="*/ 2227709 w 3079941"/>
                <a:gd name="connsiteY338-2408" fmla="*/ 404253 h 1160647"/>
                <a:gd name="connsiteX339-2409" fmla="*/ 2235816 w 3079941"/>
                <a:gd name="connsiteY339-2410" fmla="*/ 657181 h 1160647"/>
                <a:gd name="connsiteX340-2411" fmla="*/ 2300670 w 3079941"/>
                <a:gd name="connsiteY340-2412" fmla="*/ 657181 h 1160647"/>
                <a:gd name="connsiteX341-2413" fmla="*/ 2300670 w 3079941"/>
                <a:gd name="connsiteY341-2414" fmla="*/ 732843 h 1160647"/>
                <a:gd name="connsiteX342-2415" fmla="*/ 2308777 w 3079941"/>
                <a:gd name="connsiteY342-2416" fmla="*/ 732843 h 1160647"/>
                <a:gd name="connsiteX343-2417" fmla="*/ 2310804 w 3079941"/>
                <a:gd name="connsiteY343-2418" fmla="*/ 726358 h 1160647"/>
                <a:gd name="connsiteX344-2419" fmla="*/ 2316884 w 3079941"/>
                <a:gd name="connsiteY344-2420" fmla="*/ 726358 h 1160647"/>
                <a:gd name="connsiteX345-2421" fmla="*/ 2318911 w 3079941"/>
                <a:gd name="connsiteY345-2422" fmla="*/ 735005 h 1160647"/>
                <a:gd name="connsiteX346-2423" fmla="*/ 2331071 w 3079941"/>
                <a:gd name="connsiteY346-2424" fmla="*/ 735005 h 1160647"/>
                <a:gd name="connsiteX347-2425" fmla="*/ 2331071 w 3079941"/>
                <a:gd name="connsiteY347-2426" fmla="*/ 728519 h 1160647"/>
                <a:gd name="connsiteX348-2427" fmla="*/ 2353364 w 3079941"/>
                <a:gd name="connsiteY348-2428" fmla="*/ 728519 h 1160647"/>
                <a:gd name="connsiteX349-2429" fmla="*/ 2353364 w 3079941"/>
                <a:gd name="connsiteY349-2430" fmla="*/ 735005 h 1160647"/>
                <a:gd name="connsiteX350-2431" fmla="*/ 2373631 w 3079941"/>
                <a:gd name="connsiteY350-2432" fmla="*/ 735005 h 1160647"/>
                <a:gd name="connsiteX351-2433" fmla="*/ 2373631 w 3079941"/>
                <a:gd name="connsiteY351-2434" fmla="*/ 780402 h 1160647"/>
                <a:gd name="connsiteX352-2435" fmla="*/ 2387818 w 3079941"/>
                <a:gd name="connsiteY352-2436" fmla="*/ 780402 h 1160647"/>
                <a:gd name="connsiteX353-2437" fmla="*/ 2387818 w 3079941"/>
                <a:gd name="connsiteY353-2438" fmla="*/ 767431 h 1160647"/>
                <a:gd name="connsiteX354-2439" fmla="*/ 2404032 w 3079941"/>
                <a:gd name="connsiteY354-2440" fmla="*/ 767431 h 1160647"/>
                <a:gd name="connsiteX355-2441" fmla="*/ 2404032 w 3079941"/>
                <a:gd name="connsiteY355-2442" fmla="*/ 588004 h 1160647"/>
                <a:gd name="connsiteX356-2443" fmla="*/ 2410112 w 3079941"/>
                <a:gd name="connsiteY356-2444" fmla="*/ 581518 h 1160647"/>
                <a:gd name="connsiteX357-2445" fmla="*/ 2483073 w 3079941"/>
                <a:gd name="connsiteY357-2446" fmla="*/ 581518 h 1160647"/>
                <a:gd name="connsiteX358-2447" fmla="*/ 2483073 w 3079941"/>
                <a:gd name="connsiteY358-2448" fmla="*/ 590166 h 1160647"/>
                <a:gd name="connsiteX359-2449" fmla="*/ 2493206 w 3079941"/>
                <a:gd name="connsiteY359-2450" fmla="*/ 590166 h 1160647"/>
                <a:gd name="connsiteX360-2451" fmla="*/ 2493206 w 3079941"/>
                <a:gd name="connsiteY360-2452" fmla="*/ 704740 h 1160647"/>
                <a:gd name="connsiteX361-2453" fmla="*/ 2515500 w 3079941"/>
                <a:gd name="connsiteY361-2454" fmla="*/ 704740 h 1160647"/>
                <a:gd name="connsiteX362-2455" fmla="*/ 2515500 w 3079941"/>
                <a:gd name="connsiteY362-2456" fmla="*/ 637725 h 1160647"/>
                <a:gd name="connsiteX363-2457" fmla="*/ 2541847 w 3079941"/>
                <a:gd name="connsiteY363-2458" fmla="*/ 637725 h 1160647"/>
                <a:gd name="connsiteX364-2459" fmla="*/ 2545900 w 3079941"/>
                <a:gd name="connsiteY364-2460" fmla="*/ 633401 h 1160647"/>
                <a:gd name="connsiteX365-2461" fmla="*/ 2554007 w 3079941"/>
                <a:gd name="connsiteY365-2462" fmla="*/ 633401 h 1160647"/>
                <a:gd name="connsiteX366-2463" fmla="*/ 2558060 w 3079941"/>
                <a:gd name="connsiteY366-2464" fmla="*/ 637725 h 1160647"/>
                <a:gd name="connsiteX367-2465" fmla="*/ 2580354 w 3079941"/>
                <a:gd name="connsiteY367-2466" fmla="*/ 637725 h 1160647"/>
                <a:gd name="connsiteX368-2467" fmla="*/ 2580354 w 3079941"/>
                <a:gd name="connsiteY368-2468" fmla="*/ 520989 h 1160647"/>
                <a:gd name="connsiteX369-2469" fmla="*/ 2637101 w 3079941"/>
                <a:gd name="connsiteY369-2470" fmla="*/ 510180 h 1160647"/>
                <a:gd name="connsiteX370-2471" fmla="*/ 2637101 w 3079941"/>
                <a:gd name="connsiteY370-2472" fmla="*/ 511261 h 1160647"/>
                <a:gd name="connsiteX371-2473" fmla="*/ 2637101 w 3079941"/>
                <a:gd name="connsiteY371-2474" fmla="*/ 518827 h 1160647"/>
                <a:gd name="connsiteX372-2475" fmla="*/ 2663448 w 3079941"/>
                <a:gd name="connsiteY372-2476" fmla="*/ 518827 h 1160647"/>
                <a:gd name="connsiteX373-2477" fmla="*/ 2663448 w 3079941"/>
                <a:gd name="connsiteY373-2478" fmla="*/ 773917 h 1160647"/>
                <a:gd name="connsiteX374-2479" fmla="*/ 2685742 w 3079941"/>
                <a:gd name="connsiteY374-2480" fmla="*/ 773917 h 1160647"/>
                <a:gd name="connsiteX375-2481" fmla="*/ 2685742 w 3079941"/>
                <a:gd name="connsiteY375-2482" fmla="*/ 769593 h 1160647"/>
                <a:gd name="connsiteX376-2483" fmla="*/ 2697902 w 3079941"/>
                <a:gd name="connsiteY376-2484" fmla="*/ 769593 h 1160647"/>
                <a:gd name="connsiteX377-2485" fmla="*/ 2697902 w 3079941"/>
                <a:gd name="connsiteY377-2486" fmla="*/ 773917 h 1160647"/>
                <a:gd name="connsiteX378-2487" fmla="*/ 2722222 w 3079941"/>
                <a:gd name="connsiteY378-2488" fmla="*/ 773917 h 1160647"/>
                <a:gd name="connsiteX379-2489" fmla="*/ 2722222 w 3079941"/>
                <a:gd name="connsiteY379-2490" fmla="*/ 760946 h 1160647"/>
                <a:gd name="connsiteX380-2491" fmla="*/ 2750596 w 3079941"/>
                <a:gd name="connsiteY380-2492" fmla="*/ 760946 h 1160647"/>
                <a:gd name="connsiteX381-2493" fmla="*/ 2762756 w 3079941"/>
                <a:gd name="connsiteY381-2494" fmla="*/ 756622 h 1160647"/>
                <a:gd name="connsiteX382-2495" fmla="*/ 2783023 w 3079941"/>
                <a:gd name="connsiteY382-2496" fmla="*/ 760946 h 1160647"/>
                <a:gd name="connsiteX383-2497" fmla="*/ 2783023 w 3079941"/>
                <a:gd name="connsiteY383-2498" fmla="*/ 743652 h 1160647"/>
                <a:gd name="connsiteX384-2499" fmla="*/ 2791130 w 3079941"/>
                <a:gd name="connsiteY384-2500" fmla="*/ 743652 h 1160647"/>
                <a:gd name="connsiteX385-2501" fmla="*/ 2791130 w 3079941"/>
                <a:gd name="connsiteY385-2502" fmla="*/ 730681 h 1160647"/>
                <a:gd name="connsiteX386-2503" fmla="*/ 2847877 w 3079941"/>
                <a:gd name="connsiteY386-2504" fmla="*/ 730681 h 1160647"/>
                <a:gd name="connsiteX387-2505" fmla="*/ 2847877 w 3079941"/>
                <a:gd name="connsiteY387-2506" fmla="*/ 700416 h 1160647"/>
                <a:gd name="connsiteX388-2507" fmla="*/ 2866117 w 3079941"/>
                <a:gd name="connsiteY388-2508" fmla="*/ 700416 h 1160647"/>
                <a:gd name="connsiteX389-2509" fmla="*/ 2866117 w 3079941"/>
                <a:gd name="connsiteY389-2510" fmla="*/ 693931 h 1160647"/>
                <a:gd name="connsiteX390-2511" fmla="*/ 2878277 w 3079941"/>
                <a:gd name="connsiteY390-2512" fmla="*/ 693931 h 1160647"/>
                <a:gd name="connsiteX391-2513" fmla="*/ 2878277 w 3079941"/>
                <a:gd name="connsiteY391-2514" fmla="*/ 700416 h 1160647"/>
                <a:gd name="connsiteX392-2515" fmla="*/ 2894491 w 3079941"/>
                <a:gd name="connsiteY392-2516" fmla="*/ 700416 h 1160647"/>
                <a:gd name="connsiteX393-2517" fmla="*/ 2894491 w 3079941"/>
                <a:gd name="connsiteY393-2518" fmla="*/ 750137 h 1160647"/>
                <a:gd name="connsiteX394-2519" fmla="*/ 2926918 w 3079941"/>
                <a:gd name="connsiteY394-2520" fmla="*/ 750137 h 1160647"/>
                <a:gd name="connsiteX395-2521" fmla="*/ 2926918 w 3079941"/>
                <a:gd name="connsiteY395-2522" fmla="*/ 724196 h 1160647"/>
                <a:gd name="connsiteX396-2523" fmla="*/ 2965425 w 3079941"/>
                <a:gd name="connsiteY396-2524" fmla="*/ 724196 h 1160647"/>
                <a:gd name="connsiteX397-2525" fmla="*/ 2965425 w 3079941"/>
                <a:gd name="connsiteY397-2526" fmla="*/ 693931 h 1160647"/>
                <a:gd name="connsiteX398-2527" fmla="*/ 3014066 w 3079941"/>
                <a:gd name="connsiteY398-2528" fmla="*/ 693931 h 1160647"/>
                <a:gd name="connsiteX399-2529" fmla="*/ 3014066 w 3079941"/>
                <a:gd name="connsiteY399-2530" fmla="*/ 805087 h 1160647"/>
                <a:gd name="connsiteX400-2531" fmla="*/ 3014066 w 3079941"/>
                <a:gd name="connsiteY400-2532" fmla="*/ 818866 h 1160647"/>
                <a:gd name="connsiteX401-2533" fmla="*/ 3079941 w 3079941"/>
                <a:gd name="connsiteY401-2534" fmla="*/ 818866 h 1160647"/>
                <a:gd name="connsiteX402-2535" fmla="*/ 3079941 w 3079941"/>
                <a:gd name="connsiteY402-2536" fmla="*/ 1160647 h 1160647"/>
                <a:gd name="connsiteX403-2537" fmla="*/ 200958 w 3079941"/>
                <a:gd name="connsiteY403-2538" fmla="*/ 1160647 h 1160647"/>
                <a:gd name="connsiteX404-2539" fmla="*/ 200958 w 3079941"/>
                <a:gd name="connsiteY404-2540" fmla="*/ 1126882 h 1160647"/>
                <a:gd name="connsiteX405-2541" fmla="*/ 0 w 3079941"/>
                <a:gd name="connsiteY405-2542" fmla="*/ 1126882 h 1160647"/>
                <a:gd name="connsiteX406-2543" fmla="*/ 0 w 3079941"/>
                <a:gd name="connsiteY406-2544" fmla="*/ 915339 h 1160647"/>
                <a:gd name="connsiteX407-2545" fmla="*/ 103377 w 3079941"/>
                <a:gd name="connsiteY407-2546" fmla="*/ 915339 h 1160647"/>
                <a:gd name="connsiteX408-2547" fmla="*/ 103377 w 3079941"/>
                <a:gd name="connsiteY408-2548" fmla="*/ 886329 h 1160647"/>
                <a:gd name="connsiteX409-2549" fmla="*/ 55096 w 3079941"/>
                <a:gd name="connsiteY409-2550" fmla="*/ 886329 h 1160647"/>
                <a:gd name="connsiteX410-2551" fmla="*/ 55096 w 3079941"/>
                <a:gd name="connsiteY410-2552" fmla="*/ 724196 h 1160647"/>
                <a:gd name="connsiteX411-2553" fmla="*/ 75363 w 3079941"/>
                <a:gd name="connsiteY411-2554" fmla="*/ 724196 h 1160647"/>
                <a:gd name="connsiteX412-2555" fmla="*/ 75870 w 3079941"/>
                <a:gd name="connsiteY412-2556" fmla="*/ 723115 h 1160647"/>
                <a:gd name="connsiteX413-2557" fmla="*/ 79416 w 3079941"/>
                <a:gd name="connsiteY413-2558" fmla="*/ 715549 h 1160647"/>
                <a:gd name="connsiteX414-2559" fmla="*/ 81190 w 3079941"/>
                <a:gd name="connsiteY414-2560" fmla="*/ 715819 h 1160647"/>
                <a:gd name="connsiteX415-2561" fmla="*/ 93603 w 3079941"/>
                <a:gd name="connsiteY415-2562" fmla="*/ 717710 h 1160647"/>
                <a:gd name="connsiteX416-2563" fmla="*/ 94110 w 3079941"/>
                <a:gd name="connsiteY416-2564" fmla="*/ 719062 h 1160647"/>
                <a:gd name="connsiteX417-2565" fmla="*/ 97656 w 3079941"/>
                <a:gd name="connsiteY417-2566" fmla="*/ 728519 h 1160647"/>
                <a:gd name="connsiteX418-2567" fmla="*/ 124003 w 3079941"/>
                <a:gd name="connsiteY418-2568" fmla="*/ 730681 h 1160647"/>
                <a:gd name="connsiteX419-2569" fmla="*/ 124003 w 3079941"/>
                <a:gd name="connsiteY419-2570" fmla="*/ 607460 h 1160647"/>
                <a:gd name="connsiteX420-2571" fmla="*/ 126030 w 3079941"/>
                <a:gd name="connsiteY420-2572" fmla="*/ 607460 h 1160647"/>
                <a:gd name="connsiteX421-2573" fmla="*/ 140217 w 3079941"/>
                <a:gd name="connsiteY421-2574" fmla="*/ 607460 h 1160647"/>
                <a:gd name="connsiteX422-2575" fmla="*/ 140217 w 3079941"/>
                <a:gd name="connsiteY422-2576" fmla="*/ 471268 h 1160647"/>
                <a:gd name="connsiteX423-2577" fmla="*/ 141990 w 3079941"/>
                <a:gd name="connsiteY423-2578" fmla="*/ 471268 h 1160647"/>
                <a:gd name="connsiteX424-2579" fmla="*/ 154404 w 3079941"/>
                <a:gd name="connsiteY424-2580" fmla="*/ 471268 h 1160647"/>
                <a:gd name="connsiteX425-2581" fmla="*/ 154404 w 3079941"/>
                <a:gd name="connsiteY425-2582" fmla="*/ 356694 h 1160647"/>
                <a:gd name="connsiteX426-2583" fmla="*/ 158457 w 3079941"/>
                <a:gd name="connsiteY426-2584" fmla="*/ 328590 h 1160647"/>
                <a:gd name="connsiteX427-2585" fmla="*/ 160484 w 3079941"/>
                <a:gd name="connsiteY427-2586" fmla="*/ 328590 h 1160647"/>
                <a:gd name="connsiteX428-2587" fmla="*/ 174671 w 3079941"/>
                <a:gd name="connsiteY428-2588" fmla="*/ 328590 h 1160647"/>
                <a:gd name="connsiteX429-2589" fmla="*/ 211151 w 3079941"/>
                <a:gd name="connsiteY429-2590" fmla="*/ 246443 h 1160647"/>
                <a:gd name="connsiteX430-2591" fmla="*/ 215205 w 3079941"/>
                <a:gd name="connsiteY430-2592" fmla="*/ 0 h 1160647"/>
                <a:gd name="connsiteX0-2593" fmla="*/ 215205 w 3079941"/>
                <a:gd name="connsiteY0-2594" fmla="*/ 0 h 1160647"/>
                <a:gd name="connsiteX1-2595" fmla="*/ 217231 w 3079941"/>
                <a:gd name="connsiteY1-2596" fmla="*/ 246443 h 1160647"/>
                <a:gd name="connsiteX2-2597" fmla="*/ 255738 w 3079941"/>
                <a:gd name="connsiteY2-2598" fmla="*/ 326429 h 1160647"/>
                <a:gd name="connsiteX3-2599" fmla="*/ 257765 w 3079941"/>
                <a:gd name="connsiteY3-2600" fmla="*/ 326429 h 1160647"/>
                <a:gd name="connsiteX4-2601" fmla="*/ 271952 w 3079941"/>
                <a:gd name="connsiteY4-2602" fmla="*/ 326429 h 1160647"/>
                <a:gd name="connsiteX5-2603" fmla="*/ 271952 w 3079941"/>
                <a:gd name="connsiteY5-2604" fmla="*/ 350208 h 1160647"/>
                <a:gd name="connsiteX6-2605" fmla="*/ 272459 w 3079941"/>
                <a:gd name="connsiteY6-2606" fmla="*/ 351019 h 1160647"/>
                <a:gd name="connsiteX7-2607" fmla="*/ 276005 w 3079941"/>
                <a:gd name="connsiteY7-2608" fmla="*/ 356694 h 1160647"/>
                <a:gd name="connsiteX8-2609" fmla="*/ 276005 w 3079941"/>
                <a:gd name="connsiteY8-2610" fmla="*/ 471268 h 1160647"/>
                <a:gd name="connsiteX9-2611" fmla="*/ 278285 w 3079941"/>
                <a:gd name="connsiteY9-2612" fmla="*/ 471268 h 1160647"/>
                <a:gd name="connsiteX10-2613" fmla="*/ 294246 w 3079941"/>
                <a:gd name="connsiteY10-2614" fmla="*/ 471268 h 1160647"/>
                <a:gd name="connsiteX11-2615" fmla="*/ 294246 w 3079941"/>
                <a:gd name="connsiteY11-2616" fmla="*/ 611783 h 1160647"/>
                <a:gd name="connsiteX12-2617" fmla="*/ 295766 w 3079941"/>
                <a:gd name="connsiteY12-2618" fmla="*/ 611513 h 1160647"/>
                <a:gd name="connsiteX13-2619" fmla="*/ 306406 w 3079941"/>
                <a:gd name="connsiteY13-2620" fmla="*/ 609622 h 1160647"/>
                <a:gd name="connsiteX14-2621" fmla="*/ 304379 w 3079941"/>
                <a:gd name="connsiteY14-2622" fmla="*/ 698254 h 1160647"/>
                <a:gd name="connsiteX15-2623" fmla="*/ 305899 w 3079941"/>
                <a:gd name="connsiteY15-2624" fmla="*/ 698525 h 1160647"/>
                <a:gd name="connsiteX16-2625" fmla="*/ 316539 w 3079941"/>
                <a:gd name="connsiteY16-2626" fmla="*/ 700416 h 1160647"/>
                <a:gd name="connsiteX17-2627" fmla="*/ 316792 w 3079941"/>
                <a:gd name="connsiteY17-2628" fmla="*/ 701227 h 1160647"/>
                <a:gd name="connsiteX18-2629" fmla="*/ 318566 w 3079941"/>
                <a:gd name="connsiteY18-2630" fmla="*/ 706902 h 1160647"/>
                <a:gd name="connsiteX19-2631" fmla="*/ 319326 w 3079941"/>
                <a:gd name="connsiteY19-2632" fmla="*/ 704470 h 1160647"/>
                <a:gd name="connsiteX20-2633" fmla="*/ 324646 w 3079941"/>
                <a:gd name="connsiteY20-2634" fmla="*/ 687446 h 1160647"/>
                <a:gd name="connsiteX21-2635" fmla="*/ 326419 w 3079941"/>
                <a:gd name="connsiteY21-2636" fmla="*/ 687446 h 1160647"/>
                <a:gd name="connsiteX22-2637" fmla="*/ 338833 w 3079941"/>
                <a:gd name="connsiteY22-2638" fmla="*/ 687446 h 1160647"/>
                <a:gd name="connsiteX23-2639" fmla="*/ 338833 w 3079941"/>
                <a:gd name="connsiteY23-2640" fmla="*/ 719872 h 1160647"/>
                <a:gd name="connsiteX24-2641" fmla="*/ 339846 w 3079941"/>
                <a:gd name="connsiteY24-2642" fmla="*/ 720413 h 1160647"/>
                <a:gd name="connsiteX25-2643" fmla="*/ 346940 w 3079941"/>
                <a:gd name="connsiteY25-2644" fmla="*/ 724196 h 1160647"/>
                <a:gd name="connsiteX26-2645" fmla="*/ 346940 w 3079941"/>
                <a:gd name="connsiteY26-2646" fmla="*/ 725547 h 1160647"/>
                <a:gd name="connsiteX27-2647" fmla="*/ 346940 w 3079941"/>
                <a:gd name="connsiteY27-2648" fmla="*/ 735005 h 1160647"/>
                <a:gd name="connsiteX28-2649" fmla="*/ 391527 w 3079941"/>
                <a:gd name="connsiteY28-2650" fmla="*/ 735005 h 1160647"/>
                <a:gd name="connsiteX29-2651" fmla="*/ 391527 w 3079941"/>
                <a:gd name="connsiteY29-2652" fmla="*/ 736086 h 1160647"/>
                <a:gd name="connsiteX30-2653" fmla="*/ 391527 w 3079941"/>
                <a:gd name="connsiteY30-2654" fmla="*/ 743652 h 1160647"/>
                <a:gd name="connsiteX31-2655" fmla="*/ 393553 w 3079941"/>
                <a:gd name="connsiteY31-2656" fmla="*/ 743652 h 1160647"/>
                <a:gd name="connsiteX32-2657" fmla="*/ 407740 w 3079941"/>
                <a:gd name="connsiteY32-2658" fmla="*/ 743652 h 1160647"/>
                <a:gd name="connsiteX33-2659" fmla="*/ 407740 w 3079941"/>
                <a:gd name="connsiteY33-2660" fmla="*/ 713387 h 1160647"/>
                <a:gd name="connsiteX34-2661" fmla="*/ 452327 w 3079941"/>
                <a:gd name="connsiteY34-2662" fmla="*/ 713387 h 1160647"/>
                <a:gd name="connsiteX35-2663" fmla="*/ 452327 w 3079941"/>
                <a:gd name="connsiteY35-2664" fmla="*/ 712036 h 1160647"/>
                <a:gd name="connsiteX36-2665" fmla="*/ 452327 w 3079941"/>
                <a:gd name="connsiteY36-2666" fmla="*/ 702578 h 1160647"/>
                <a:gd name="connsiteX37-2667" fmla="*/ 453341 w 3079941"/>
                <a:gd name="connsiteY37-2668" fmla="*/ 702578 h 1160647"/>
                <a:gd name="connsiteX38-2669" fmla="*/ 460434 w 3079941"/>
                <a:gd name="connsiteY38-2670" fmla="*/ 702578 h 1160647"/>
                <a:gd name="connsiteX39-2671" fmla="*/ 460434 w 3079941"/>
                <a:gd name="connsiteY39-2672" fmla="*/ 700687 h 1160647"/>
                <a:gd name="connsiteX40-2673" fmla="*/ 460434 w 3079941"/>
                <a:gd name="connsiteY40-2674" fmla="*/ 687446 h 1160647"/>
                <a:gd name="connsiteX41-2675" fmla="*/ 461194 w 3079941"/>
                <a:gd name="connsiteY41-2676" fmla="*/ 687446 h 1160647"/>
                <a:gd name="connsiteX42-2677" fmla="*/ 466514 w 3079941"/>
                <a:gd name="connsiteY42-2678" fmla="*/ 687446 h 1160647"/>
                <a:gd name="connsiteX43-2679" fmla="*/ 466514 w 3079941"/>
                <a:gd name="connsiteY43-2680" fmla="*/ 686365 h 1160647"/>
                <a:gd name="connsiteX44-2681" fmla="*/ 466514 w 3079941"/>
                <a:gd name="connsiteY44-2682" fmla="*/ 678798 h 1160647"/>
                <a:gd name="connsiteX45-2683" fmla="*/ 468541 w 3079941"/>
                <a:gd name="connsiteY45-2684" fmla="*/ 678798 h 1160647"/>
                <a:gd name="connsiteX46-2685" fmla="*/ 482728 w 3079941"/>
                <a:gd name="connsiteY46-2686" fmla="*/ 678798 h 1160647"/>
                <a:gd name="connsiteX47-2687" fmla="*/ 482728 w 3079941"/>
                <a:gd name="connsiteY47-2688" fmla="*/ 679879 h 1160647"/>
                <a:gd name="connsiteX48-2689" fmla="*/ 482728 w 3079941"/>
                <a:gd name="connsiteY48-2690" fmla="*/ 687446 h 1160647"/>
                <a:gd name="connsiteX49-2691" fmla="*/ 505021 w 3079941"/>
                <a:gd name="connsiteY49-2692" fmla="*/ 687446 h 1160647"/>
                <a:gd name="connsiteX50-2693" fmla="*/ 505021 w 3079941"/>
                <a:gd name="connsiteY50-2694" fmla="*/ 685554 h 1160647"/>
                <a:gd name="connsiteX51-2695" fmla="*/ 505021 w 3079941"/>
                <a:gd name="connsiteY51-2696" fmla="*/ 672313 h 1160647"/>
                <a:gd name="connsiteX52-2697" fmla="*/ 506795 w 3079941"/>
                <a:gd name="connsiteY52-2698" fmla="*/ 672313 h 1160647"/>
                <a:gd name="connsiteX53-2699" fmla="*/ 519208 w 3079941"/>
                <a:gd name="connsiteY53-2700" fmla="*/ 672313 h 1160647"/>
                <a:gd name="connsiteX54-2701" fmla="*/ 519208 w 3079941"/>
                <a:gd name="connsiteY54-2702" fmla="*/ 696093 h 1160647"/>
                <a:gd name="connsiteX55-2703" fmla="*/ 520222 w 3079941"/>
                <a:gd name="connsiteY55-2704" fmla="*/ 696093 h 1160647"/>
                <a:gd name="connsiteX56-2705" fmla="*/ 527315 w 3079941"/>
                <a:gd name="connsiteY56-2706" fmla="*/ 696093 h 1160647"/>
                <a:gd name="connsiteX57-2707" fmla="*/ 527315 w 3079941"/>
                <a:gd name="connsiteY57-2708" fmla="*/ 695012 h 1160647"/>
                <a:gd name="connsiteX58-2709" fmla="*/ 527315 w 3079941"/>
                <a:gd name="connsiteY58-2710" fmla="*/ 687446 h 1160647"/>
                <a:gd name="connsiteX59-2711" fmla="*/ 529088 w 3079941"/>
                <a:gd name="connsiteY59-2712" fmla="*/ 687446 h 1160647"/>
                <a:gd name="connsiteX60-2713" fmla="*/ 541502 w 3079941"/>
                <a:gd name="connsiteY60-2714" fmla="*/ 687446 h 1160647"/>
                <a:gd name="connsiteX61-2715" fmla="*/ 541502 w 3079941"/>
                <a:gd name="connsiteY61-2716" fmla="*/ 713387 h 1160647"/>
                <a:gd name="connsiteX62-2717" fmla="*/ 543529 w 3079941"/>
                <a:gd name="connsiteY62-2718" fmla="*/ 713387 h 1160647"/>
                <a:gd name="connsiteX63-2719" fmla="*/ 557715 w 3079941"/>
                <a:gd name="connsiteY63-2720" fmla="*/ 713387 h 1160647"/>
                <a:gd name="connsiteX64-2721" fmla="*/ 557715 w 3079941"/>
                <a:gd name="connsiteY64-2722" fmla="*/ 715008 h 1160647"/>
                <a:gd name="connsiteX65-2723" fmla="*/ 557715 w 3079941"/>
                <a:gd name="connsiteY65-2724" fmla="*/ 726358 h 1160647"/>
                <a:gd name="connsiteX66-2725" fmla="*/ 558475 w 3079941"/>
                <a:gd name="connsiteY66-2726" fmla="*/ 726358 h 1160647"/>
                <a:gd name="connsiteX67-2727" fmla="*/ 563796 w 3079941"/>
                <a:gd name="connsiteY67-2728" fmla="*/ 726358 h 1160647"/>
                <a:gd name="connsiteX68-2729" fmla="*/ 563796 w 3079941"/>
                <a:gd name="connsiteY68-2730" fmla="*/ 725547 h 1160647"/>
                <a:gd name="connsiteX69-2731" fmla="*/ 563796 w 3079941"/>
                <a:gd name="connsiteY69-2732" fmla="*/ 719872 h 1160647"/>
                <a:gd name="connsiteX70-2733" fmla="*/ 594196 w 3079941"/>
                <a:gd name="connsiteY70-2734" fmla="*/ 719872 h 1160647"/>
                <a:gd name="connsiteX71-2735" fmla="*/ 594196 w 3079941"/>
                <a:gd name="connsiteY71-2736" fmla="*/ 743652 h 1160647"/>
                <a:gd name="connsiteX72-2737" fmla="*/ 595209 w 3079941"/>
                <a:gd name="connsiteY72-2738" fmla="*/ 743652 h 1160647"/>
                <a:gd name="connsiteX73-2739" fmla="*/ 602303 w 3079941"/>
                <a:gd name="connsiteY73-2740" fmla="*/ 743652 h 1160647"/>
                <a:gd name="connsiteX74-2741" fmla="*/ 602303 w 3079941"/>
                <a:gd name="connsiteY74-2742" fmla="*/ 744733 h 1160647"/>
                <a:gd name="connsiteX75-2743" fmla="*/ 602303 w 3079941"/>
                <a:gd name="connsiteY75-2744" fmla="*/ 752299 h 1160647"/>
                <a:gd name="connsiteX76-2745" fmla="*/ 603063 w 3079941"/>
                <a:gd name="connsiteY76-2746" fmla="*/ 752299 h 1160647"/>
                <a:gd name="connsiteX77-2747" fmla="*/ 608383 w 3079941"/>
                <a:gd name="connsiteY77-2748" fmla="*/ 752299 h 1160647"/>
                <a:gd name="connsiteX78-2749" fmla="*/ 608383 w 3079941"/>
                <a:gd name="connsiteY78-2750" fmla="*/ 750137 h 1160647"/>
                <a:gd name="connsiteX79-2751" fmla="*/ 608383 w 3079941"/>
                <a:gd name="connsiteY79-2752" fmla="*/ 735005 h 1160647"/>
                <a:gd name="connsiteX80-2753" fmla="*/ 609396 w 3079941"/>
                <a:gd name="connsiteY80-2754" fmla="*/ 735005 h 1160647"/>
                <a:gd name="connsiteX81-2755" fmla="*/ 616490 w 3079941"/>
                <a:gd name="connsiteY81-2756" fmla="*/ 735005 h 1160647"/>
                <a:gd name="connsiteX82-2757" fmla="*/ 616490 w 3079941"/>
                <a:gd name="connsiteY82-2758" fmla="*/ 736086 h 1160647"/>
                <a:gd name="connsiteX83-2759" fmla="*/ 616490 w 3079941"/>
                <a:gd name="connsiteY83-2760" fmla="*/ 743652 h 1160647"/>
                <a:gd name="connsiteX84-2761" fmla="*/ 621810 w 3079941"/>
                <a:gd name="connsiteY84-2762" fmla="*/ 741659 h 1160647"/>
                <a:gd name="connsiteX85-2763" fmla="*/ 622570 w 3079941"/>
                <a:gd name="connsiteY85-2764" fmla="*/ 740679 h 1160647"/>
                <a:gd name="connsiteX86-2765" fmla="*/ 622570 w 3079941"/>
                <a:gd name="connsiteY86-2766" fmla="*/ 735005 h 1160647"/>
                <a:gd name="connsiteX87-2767" fmla="*/ 661077 w 3079941"/>
                <a:gd name="connsiteY87-2768" fmla="*/ 735005 h 1160647"/>
                <a:gd name="connsiteX88-2769" fmla="*/ 661077 w 3079941"/>
                <a:gd name="connsiteY88-2770" fmla="*/ 758784 h 1160647"/>
                <a:gd name="connsiteX89-2771" fmla="*/ 663103 w 3079941"/>
                <a:gd name="connsiteY89-2772" fmla="*/ 758784 h 1160647"/>
                <a:gd name="connsiteX90-2773" fmla="*/ 677290 w 3079941"/>
                <a:gd name="connsiteY90-2774" fmla="*/ 758784 h 1160647"/>
                <a:gd name="connsiteX91-2775" fmla="*/ 677290 w 3079941"/>
                <a:gd name="connsiteY91-2776" fmla="*/ 759865 h 1160647"/>
                <a:gd name="connsiteX92-2777" fmla="*/ 677290 w 3079941"/>
                <a:gd name="connsiteY92-2778" fmla="*/ 767431 h 1160647"/>
                <a:gd name="connsiteX93-2779" fmla="*/ 679064 w 3079941"/>
                <a:gd name="connsiteY93-2780" fmla="*/ 767431 h 1160647"/>
                <a:gd name="connsiteX94-2781" fmla="*/ 691477 w 3079941"/>
                <a:gd name="connsiteY94-2782" fmla="*/ 767431 h 1160647"/>
                <a:gd name="connsiteX95-2783" fmla="*/ 691477 w 3079941"/>
                <a:gd name="connsiteY95-2784" fmla="*/ 743652 h 1160647"/>
                <a:gd name="connsiteX96-2785" fmla="*/ 692490 w 3079941"/>
                <a:gd name="connsiteY96-2786" fmla="*/ 743652 h 1160647"/>
                <a:gd name="connsiteX97-2787" fmla="*/ 699584 w 3079941"/>
                <a:gd name="connsiteY97-2788" fmla="*/ 743652 h 1160647"/>
                <a:gd name="connsiteX98-2789" fmla="*/ 699584 w 3079941"/>
                <a:gd name="connsiteY98-2790" fmla="*/ 711225 h 1160647"/>
                <a:gd name="connsiteX99-2791" fmla="*/ 700597 w 3079941"/>
                <a:gd name="connsiteY99-2792" fmla="*/ 711225 h 1160647"/>
                <a:gd name="connsiteX100-2793" fmla="*/ 707691 w 3079941"/>
                <a:gd name="connsiteY100-2794" fmla="*/ 711225 h 1160647"/>
                <a:gd name="connsiteX101-2795" fmla="*/ 707691 w 3079941"/>
                <a:gd name="connsiteY101-2796" fmla="*/ 709334 h 1160647"/>
                <a:gd name="connsiteX102-2797" fmla="*/ 707691 w 3079941"/>
                <a:gd name="connsiteY102-2798" fmla="*/ 696093 h 1160647"/>
                <a:gd name="connsiteX103-2799" fmla="*/ 706424 w 3079941"/>
                <a:gd name="connsiteY103-2800" fmla="*/ 694471 h 1160647"/>
                <a:gd name="connsiteX104-2801" fmla="*/ 711744 w 3079941"/>
                <a:gd name="connsiteY104-2802" fmla="*/ 683122 h 1160647"/>
                <a:gd name="connsiteX105-2803" fmla="*/ 719851 w 3079941"/>
                <a:gd name="connsiteY105-2804" fmla="*/ 711225 h 1160647"/>
                <a:gd name="connsiteX106-2805" fmla="*/ 720611 w 3079941"/>
                <a:gd name="connsiteY106-2806" fmla="*/ 711225 h 1160647"/>
                <a:gd name="connsiteX107-2807" fmla="*/ 725931 w 3079941"/>
                <a:gd name="connsiteY107-2808" fmla="*/ 711225 h 1160647"/>
                <a:gd name="connsiteX108-2809" fmla="*/ 725931 w 3079941"/>
                <a:gd name="connsiteY108-2810" fmla="*/ 605298 h 1160647"/>
                <a:gd name="connsiteX109-2811" fmla="*/ 727451 w 3079941"/>
                <a:gd name="connsiteY109-2812" fmla="*/ 605298 h 1160647"/>
                <a:gd name="connsiteX110-2813" fmla="*/ 738091 w 3079941"/>
                <a:gd name="connsiteY110-2814" fmla="*/ 605298 h 1160647"/>
                <a:gd name="connsiteX111-2815" fmla="*/ 738091 w 3079941"/>
                <a:gd name="connsiteY111-2816" fmla="*/ 557739 h 1160647"/>
                <a:gd name="connsiteX112-2817" fmla="*/ 764438 w 3079941"/>
                <a:gd name="connsiteY112-2818" fmla="*/ 557739 h 1160647"/>
                <a:gd name="connsiteX113-2819" fmla="*/ 764438 w 3079941"/>
                <a:gd name="connsiteY113-2820" fmla="*/ 536121 h 1160647"/>
                <a:gd name="connsiteX114-2821" fmla="*/ 798892 w 3079941"/>
                <a:gd name="connsiteY114-2822" fmla="*/ 536121 h 1160647"/>
                <a:gd name="connsiteX115-2823" fmla="*/ 798892 w 3079941"/>
                <a:gd name="connsiteY115-2824" fmla="*/ 538553 h 1160647"/>
                <a:gd name="connsiteX116-2825" fmla="*/ 798892 w 3079941"/>
                <a:gd name="connsiteY116-2826" fmla="*/ 555577 h 1160647"/>
                <a:gd name="connsiteX117-2827" fmla="*/ 801172 w 3079941"/>
                <a:gd name="connsiteY117-2828" fmla="*/ 555577 h 1160647"/>
                <a:gd name="connsiteX118-2829" fmla="*/ 817132 w 3079941"/>
                <a:gd name="connsiteY118-2830" fmla="*/ 555577 h 1160647"/>
                <a:gd name="connsiteX119-2831" fmla="*/ 817132 w 3079941"/>
                <a:gd name="connsiteY119-2832" fmla="*/ 603136 h 1160647"/>
                <a:gd name="connsiteX120-2833" fmla="*/ 818145 w 3079941"/>
                <a:gd name="connsiteY120-2834" fmla="*/ 603136 h 1160647"/>
                <a:gd name="connsiteX121-2835" fmla="*/ 825239 w 3079941"/>
                <a:gd name="connsiteY121-2836" fmla="*/ 603136 h 1160647"/>
                <a:gd name="connsiteX122-2837" fmla="*/ 839426 w 3079941"/>
                <a:gd name="connsiteY122-2838" fmla="*/ 607460 h 1160647"/>
                <a:gd name="connsiteX123-2839" fmla="*/ 839426 w 3079941"/>
                <a:gd name="connsiteY123-2840" fmla="*/ 646372 h 1160647"/>
                <a:gd name="connsiteX124-2841" fmla="*/ 840439 w 3079941"/>
                <a:gd name="connsiteY124-2842" fmla="*/ 646372 h 1160647"/>
                <a:gd name="connsiteX125-2843" fmla="*/ 847532 w 3079941"/>
                <a:gd name="connsiteY125-2844" fmla="*/ 646372 h 1160647"/>
                <a:gd name="connsiteX126-2845" fmla="*/ 847532 w 3079941"/>
                <a:gd name="connsiteY126-2846" fmla="*/ 647993 h 1160647"/>
                <a:gd name="connsiteX127-2847" fmla="*/ 847532 w 3079941"/>
                <a:gd name="connsiteY127-2848" fmla="*/ 659342 h 1160647"/>
                <a:gd name="connsiteX128-2849" fmla="*/ 849559 w 3079941"/>
                <a:gd name="connsiteY128-2850" fmla="*/ 659342 h 1160647"/>
                <a:gd name="connsiteX129-2851" fmla="*/ 863746 w 3079941"/>
                <a:gd name="connsiteY129-2852" fmla="*/ 659342 h 1160647"/>
                <a:gd name="connsiteX130-2853" fmla="*/ 869826 w 3079941"/>
                <a:gd name="connsiteY130-2854" fmla="*/ 665828 h 1160647"/>
                <a:gd name="connsiteX131-2855" fmla="*/ 869826 w 3079941"/>
                <a:gd name="connsiteY131-2856" fmla="*/ 687446 h 1160647"/>
                <a:gd name="connsiteX132-2857" fmla="*/ 872106 w 3079941"/>
                <a:gd name="connsiteY132-2858" fmla="*/ 687446 h 1160647"/>
                <a:gd name="connsiteX133-2859" fmla="*/ 888066 w 3079941"/>
                <a:gd name="connsiteY133-2860" fmla="*/ 687446 h 1160647"/>
                <a:gd name="connsiteX134-2861" fmla="*/ 888066 w 3079941"/>
                <a:gd name="connsiteY134-2862" fmla="*/ 688526 h 1160647"/>
                <a:gd name="connsiteX135-2863" fmla="*/ 888066 w 3079941"/>
                <a:gd name="connsiteY135-2864" fmla="*/ 696093 h 1160647"/>
                <a:gd name="connsiteX136-2865" fmla="*/ 889333 w 3079941"/>
                <a:gd name="connsiteY136-2866" fmla="*/ 696093 h 1160647"/>
                <a:gd name="connsiteX137-2867" fmla="*/ 898200 w 3079941"/>
                <a:gd name="connsiteY137-2868" fmla="*/ 696093 h 1160647"/>
                <a:gd name="connsiteX138-2869" fmla="*/ 898200 w 3079941"/>
                <a:gd name="connsiteY138-2870" fmla="*/ 698254 h 1160647"/>
                <a:gd name="connsiteX139-2871" fmla="*/ 898200 w 3079941"/>
                <a:gd name="connsiteY139-2872" fmla="*/ 713387 h 1160647"/>
                <a:gd name="connsiteX140-2873" fmla="*/ 902253 w 3079941"/>
                <a:gd name="connsiteY140-2874" fmla="*/ 711495 h 1160647"/>
                <a:gd name="connsiteX141-2875" fmla="*/ 902253 w 3079941"/>
                <a:gd name="connsiteY141-2876" fmla="*/ 698254 h 1160647"/>
                <a:gd name="connsiteX142-2877" fmla="*/ 903266 w 3079941"/>
                <a:gd name="connsiteY142-2878" fmla="*/ 698254 h 1160647"/>
                <a:gd name="connsiteX143-2879" fmla="*/ 910360 w 3079941"/>
                <a:gd name="connsiteY143-2880" fmla="*/ 698254 h 1160647"/>
                <a:gd name="connsiteX144-2881" fmla="*/ 910360 w 3079941"/>
                <a:gd name="connsiteY144-2882" fmla="*/ 699876 h 1160647"/>
                <a:gd name="connsiteX145-2883" fmla="*/ 910360 w 3079941"/>
                <a:gd name="connsiteY145-2884" fmla="*/ 711225 h 1160647"/>
                <a:gd name="connsiteX146-2885" fmla="*/ 911120 w 3079941"/>
                <a:gd name="connsiteY146-2886" fmla="*/ 711225 h 1160647"/>
                <a:gd name="connsiteX147-2887" fmla="*/ 916440 w 3079941"/>
                <a:gd name="connsiteY147-2888" fmla="*/ 711225 h 1160647"/>
                <a:gd name="connsiteX148-2889" fmla="*/ 965080 w 3079941"/>
                <a:gd name="connsiteY148-2890" fmla="*/ 706902 h 1160647"/>
                <a:gd name="connsiteX149-2891" fmla="*/ 965080 w 3079941"/>
                <a:gd name="connsiteY149-2892" fmla="*/ 708253 h 1160647"/>
                <a:gd name="connsiteX150-2893" fmla="*/ 965080 w 3079941"/>
                <a:gd name="connsiteY150-2894" fmla="*/ 717710 h 1160647"/>
                <a:gd name="connsiteX151-2895" fmla="*/ 965840 w 3079941"/>
                <a:gd name="connsiteY151-2896" fmla="*/ 717710 h 1160647"/>
                <a:gd name="connsiteX152-2897" fmla="*/ 971161 w 3079941"/>
                <a:gd name="connsiteY152-2898" fmla="*/ 717710 h 1160647"/>
                <a:gd name="connsiteX153-2899" fmla="*/ 971161 w 3079941"/>
                <a:gd name="connsiteY153-2900" fmla="*/ 719872 h 1160647"/>
                <a:gd name="connsiteX154-2901" fmla="*/ 971161 w 3079941"/>
                <a:gd name="connsiteY154-2902" fmla="*/ 735005 h 1160647"/>
                <a:gd name="connsiteX155-2903" fmla="*/ 973187 w 3079941"/>
                <a:gd name="connsiteY155-2904" fmla="*/ 733654 h 1160647"/>
                <a:gd name="connsiteX156-2905" fmla="*/ 987374 w 3079941"/>
                <a:gd name="connsiteY156-2906" fmla="*/ 724196 h 1160647"/>
                <a:gd name="connsiteX157-2907" fmla="*/ 993454 w 3079941"/>
                <a:gd name="connsiteY157-2908" fmla="*/ 683122 h 1160647"/>
                <a:gd name="connsiteX158-2909" fmla="*/ 994214 w 3079941"/>
                <a:gd name="connsiteY158-2910" fmla="*/ 682852 h 1160647"/>
                <a:gd name="connsiteX159-2911" fmla="*/ 999534 w 3079941"/>
                <a:gd name="connsiteY159-2912" fmla="*/ 680960 h 1160647"/>
                <a:gd name="connsiteX160-2913" fmla="*/ 1001561 w 3079941"/>
                <a:gd name="connsiteY160-2914" fmla="*/ 611783 h 1160647"/>
                <a:gd name="connsiteX161-2915" fmla="*/ 1003588 w 3079941"/>
                <a:gd name="connsiteY161-2916" fmla="*/ 680960 h 1160647"/>
                <a:gd name="connsiteX162-2917" fmla="*/ 1004348 w 3079941"/>
                <a:gd name="connsiteY162-2918" fmla="*/ 681230 h 1160647"/>
                <a:gd name="connsiteX163-2919" fmla="*/ 1009668 w 3079941"/>
                <a:gd name="connsiteY163-2920" fmla="*/ 683122 h 1160647"/>
                <a:gd name="connsiteX164-2921" fmla="*/ 1009668 w 3079941"/>
                <a:gd name="connsiteY164-2922" fmla="*/ 596651 h 1160647"/>
                <a:gd name="connsiteX165-2923" fmla="*/ 1013721 w 3079941"/>
                <a:gd name="connsiteY165-2924" fmla="*/ 564224 h 1160647"/>
                <a:gd name="connsiteX166-2925" fmla="*/ 1052228 w 3079941"/>
                <a:gd name="connsiteY166-2926" fmla="*/ 564224 h 1160647"/>
                <a:gd name="connsiteX167-2927" fmla="*/ 1052228 w 3079941"/>
                <a:gd name="connsiteY167-2928" fmla="*/ 596651 h 1160647"/>
                <a:gd name="connsiteX168-2929" fmla="*/ 1052988 w 3079941"/>
                <a:gd name="connsiteY168-2930" fmla="*/ 596651 h 1160647"/>
                <a:gd name="connsiteX169-2931" fmla="*/ 1058308 w 3079941"/>
                <a:gd name="connsiteY169-2932" fmla="*/ 596651 h 1160647"/>
                <a:gd name="connsiteX170-2933" fmla="*/ 1058308 w 3079941"/>
                <a:gd name="connsiteY170-2934" fmla="*/ 514503 h 1160647"/>
                <a:gd name="connsiteX171-2935" fmla="*/ 1060082 w 3079941"/>
                <a:gd name="connsiteY171-2936" fmla="*/ 514503 h 1160647"/>
                <a:gd name="connsiteX172-2937" fmla="*/ 1072495 w 3079941"/>
                <a:gd name="connsiteY172-2938" fmla="*/ 514503 h 1160647"/>
                <a:gd name="connsiteX173-2939" fmla="*/ 1072495 w 3079941"/>
                <a:gd name="connsiteY173-2940" fmla="*/ 512612 h 1160647"/>
                <a:gd name="connsiteX174-2941" fmla="*/ 1072495 w 3079941"/>
                <a:gd name="connsiteY174-2942" fmla="*/ 499371 h 1160647"/>
                <a:gd name="connsiteX175-2943" fmla="*/ 1094789 w 3079941"/>
                <a:gd name="connsiteY175-2944" fmla="*/ 499371 h 1160647"/>
                <a:gd name="connsiteX176-2945" fmla="*/ 1094789 w 3079941"/>
                <a:gd name="connsiteY176-2946" fmla="*/ 498290 h 1160647"/>
                <a:gd name="connsiteX177-2947" fmla="*/ 1094789 w 3079941"/>
                <a:gd name="connsiteY177-2948" fmla="*/ 490724 h 1160647"/>
                <a:gd name="connsiteX178-2949" fmla="*/ 1096562 w 3079941"/>
                <a:gd name="connsiteY178-2950" fmla="*/ 490724 h 1160647"/>
                <a:gd name="connsiteX179-2951" fmla="*/ 1108976 w 3079941"/>
                <a:gd name="connsiteY179-2952" fmla="*/ 490724 h 1160647"/>
                <a:gd name="connsiteX180-2953" fmla="*/ 1108976 w 3079941"/>
                <a:gd name="connsiteY180-2954" fmla="*/ 491805 h 1160647"/>
                <a:gd name="connsiteX181-2955" fmla="*/ 1108976 w 3079941"/>
                <a:gd name="connsiteY181-2956" fmla="*/ 499371 h 1160647"/>
                <a:gd name="connsiteX182-2957" fmla="*/ 1109736 w 3079941"/>
                <a:gd name="connsiteY182-2958" fmla="*/ 499371 h 1160647"/>
                <a:gd name="connsiteX183-2959" fmla="*/ 1115056 w 3079941"/>
                <a:gd name="connsiteY183-2960" fmla="*/ 499371 h 1160647"/>
                <a:gd name="connsiteX184-2961" fmla="*/ 1125189 w 3079941"/>
                <a:gd name="connsiteY184-2962" fmla="*/ 495047 h 1160647"/>
                <a:gd name="connsiteX185-2963" fmla="*/ 1129242 w 3079941"/>
                <a:gd name="connsiteY185-2964" fmla="*/ 498290 h 1160647"/>
                <a:gd name="connsiteX186-2965" fmla="*/ 1129242 w 3079941"/>
                <a:gd name="connsiteY186-2966" fmla="*/ 490724 h 1160647"/>
                <a:gd name="connsiteX187-2967" fmla="*/ 1131522 w 3079941"/>
                <a:gd name="connsiteY187-2968" fmla="*/ 490724 h 1160647"/>
                <a:gd name="connsiteX188-2969" fmla="*/ 1147483 w 3079941"/>
                <a:gd name="connsiteY188-2970" fmla="*/ 490724 h 1160647"/>
                <a:gd name="connsiteX189-2971" fmla="*/ 1147483 w 3079941"/>
                <a:gd name="connsiteY189-2972" fmla="*/ 491805 h 1160647"/>
                <a:gd name="connsiteX190-2973" fmla="*/ 1147483 w 3079941"/>
                <a:gd name="connsiteY190-2974" fmla="*/ 499371 h 1160647"/>
                <a:gd name="connsiteX191-2975" fmla="*/ 1177883 w 3079941"/>
                <a:gd name="connsiteY191-2976" fmla="*/ 499371 h 1160647"/>
                <a:gd name="connsiteX192-2977" fmla="*/ 1177883 w 3079941"/>
                <a:gd name="connsiteY192-2978" fmla="*/ 500992 h 1160647"/>
                <a:gd name="connsiteX193-2979" fmla="*/ 1177883 w 3079941"/>
                <a:gd name="connsiteY193-2980" fmla="*/ 512342 h 1160647"/>
                <a:gd name="connsiteX194-2981" fmla="*/ 1204230 w 3079941"/>
                <a:gd name="connsiteY194-2982" fmla="*/ 512342 h 1160647"/>
                <a:gd name="connsiteX195-2983" fmla="*/ 1204230 w 3079941"/>
                <a:gd name="connsiteY195-2984" fmla="*/ 542606 h 1160647"/>
                <a:gd name="connsiteX196-2985" fmla="*/ 1204990 w 3079941"/>
                <a:gd name="connsiteY196-2986" fmla="*/ 542606 h 1160647"/>
                <a:gd name="connsiteX197-2987" fmla="*/ 1210310 w 3079941"/>
                <a:gd name="connsiteY197-2988" fmla="*/ 542606 h 1160647"/>
                <a:gd name="connsiteX198-2989" fmla="*/ 1210310 w 3079941"/>
                <a:gd name="connsiteY198-2990" fmla="*/ 543687 h 1160647"/>
                <a:gd name="connsiteX199-2991" fmla="*/ 1210310 w 3079941"/>
                <a:gd name="connsiteY199-2992" fmla="*/ 551254 h 1160647"/>
                <a:gd name="connsiteX200-2993" fmla="*/ 1214364 w 3079941"/>
                <a:gd name="connsiteY200-2994" fmla="*/ 581518 h 1160647"/>
                <a:gd name="connsiteX201-2995" fmla="*/ 1215124 w 3079941"/>
                <a:gd name="connsiteY201-2996" fmla="*/ 581518 h 1160647"/>
                <a:gd name="connsiteX202-2997" fmla="*/ 1220444 w 3079941"/>
                <a:gd name="connsiteY202-2998" fmla="*/ 581518 h 1160647"/>
                <a:gd name="connsiteX203-2999" fmla="*/ 1220444 w 3079941"/>
                <a:gd name="connsiteY203-3000" fmla="*/ 582329 h 1160647"/>
                <a:gd name="connsiteX204-3001" fmla="*/ 1220444 w 3079941"/>
                <a:gd name="connsiteY204-3002" fmla="*/ 588004 h 1160647"/>
                <a:gd name="connsiteX205-3003" fmla="*/ 1221457 w 3079941"/>
                <a:gd name="connsiteY205-3004" fmla="*/ 588004 h 1160647"/>
                <a:gd name="connsiteX206-3005" fmla="*/ 1228550 w 3079941"/>
                <a:gd name="connsiteY206-3006" fmla="*/ 588004 h 1160647"/>
                <a:gd name="connsiteX207-3007" fmla="*/ 1228550 w 3079941"/>
                <a:gd name="connsiteY207-3008" fmla="*/ 618269 h 1160647"/>
                <a:gd name="connsiteX208-3009" fmla="*/ 1230577 w 3079941"/>
                <a:gd name="connsiteY208-3010" fmla="*/ 618269 h 1160647"/>
                <a:gd name="connsiteX209-3011" fmla="*/ 1244764 w 3079941"/>
                <a:gd name="connsiteY209-3012" fmla="*/ 618269 h 1160647"/>
                <a:gd name="connsiteX210-3013" fmla="*/ 1244764 w 3079941"/>
                <a:gd name="connsiteY210-3014" fmla="*/ 642048 h 1160647"/>
                <a:gd name="connsiteX211-3015" fmla="*/ 1246791 w 3079941"/>
                <a:gd name="connsiteY211-3016" fmla="*/ 643669 h 1160647"/>
                <a:gd name="connsiteX212-3017" fmla="*/ 1246791 w 3079941"/>
                <a:gd name="connsiteY212-3018" fmla="*/ 655019 h 1160647"/>
                <a:gd name="connsiteX213-3019" fmla="*/ 1247551 w 3079941"/>
                <a:gd name="connsiteY213-3020" fmla="*/ 655019 h 1160647"/>
                <a:gd name="connsiteX214-3021" fmla="*/ 1252871 w 3079941"/>
                <a:gd name="connsiteY214-3022" fmla="*/ 655019 h 1160647"/>
                <a:gd name="connsiteX215-3023" fmla="*/ 1252871 w 3079941"/>
                <a:gd name="connsiteY215-3024" fmla="*/ 678798 h 1160647"/>
                <a:gd name="connsiteX216-3025" fmla="*/ 1254137 w 3079941"/>
                <a:gd name="connsiteY216-3026" fmla="*/ 678798 h 1160647"/>
                <a:gd name="connsiteX217-3027" fmla="*/ 1263004 w 3079941"/>
                <a:gd name="connsiteY217-3028" fmla="*/ 678798 h 1160647"/>
                <a:gd name="connsiteX218-3029" fmla="*/ 1265031 w 3079941"/>
                <a:gd name="connsiteY218-3030" fmla="*/ 682852 h 1160647"/>
                <a:gd name="connsiteX219-3031" fmla="*/ 1265031 w 3079941"/>
                <a:gd name="connsiteY219-3032" fmla="*/ 696093 h 1160647"/>
                <a:gd name="connsiteX220-3033" fmla="*/ 1266551 w 3079941"/>
                <a:gd name="connsiteY220-3034" fmla="*/ 694201 h 1160647"/>
                <a:gd name="connsiteX221-3035" fmla="*/ 1277191 w 3079941"/>
                <a:gd name="connsiteY221-3036" fmla="*/ 680960 h 1160647"/>
                <a:gd name="connsiteX222-3037" fmla="*/ 1305565 w 3079941"/>
                <a:gd name="connsiteY222-3038" fmla="*/ 680960 h 1160647"/>
                <a:gd name="connsiteX223-3039" fmla="*/ 1305565 w 3079941"/>
                <a:gd name="connsiteY223-3040" fmla="*/ 767431 h 1160647"/>
                <a:gd name="connsiteX224-3041" fmla="*/ 1306325 w 3079941"/>
                <a:gd name="connsiteY224-3042" fmla="*/ 767431 h 1160647"/>
                <a:gd name="connsiteX225-3043" fmla="*/ 1311645 w 3079941"/>
                <a:gd name="connsiteY225-3044" fmla="*/ 767431 h 1160647"/>
                <a:gd name="connsiteX226-3045" fmla="*/ 1312405 w 3079941"/>
                <a:gd name="connsiteY226-3046" fmla="*/ 766080 h 1160647"/>
                <a:gd name="connsiteX227-3047" fmla="*/ 1317725 w 3079941"/>
                <a:gd name="connsiteY227-3048" fmla="*/ 756622 h 1160647"/>
                <a:gd name="connsiteX228-3049" fmla="*/ 1317725 w 3079941"/>
                <a:gd name="connsiteY228-3050" fmla="*/ 758514 h 1160647"/>
                <a:gd name="connsiteX229-3051" fmla="*/ 1317725 w 3079941"/>
                <a:gd name="connsiteY229-3052" fmla="*/ 771755 h 1160647"/>
                <a:gd name="connsiteX230-3053" fmla="*/ 1321778 w 3079941"/>
                <a:gd name="connsiteY230-3054" fmla="*/ 726358 h 1160647"/>
                <a:gd name="connsiteX231-3055" fmla="*/ 1322538 w 3079941"/>
                <a:gd name="connsiteY231-3056" fmla="*/ 726358 h 1160647"/>
                <a:gd name="connsiteX232-3057" fmla="*/ 1327858 w 3079941"/>
                <a:gd name="connsiteY232-3058" fmla="*/ 726358 h 1160647"/>
                <a:gd name="connsiteX233-3059" fmla="*/ 1327858 w 3079941"/>
                <a:gd name="connsiteY233-3060" fmla="*/ 661504 h 1160647"/>
                <a:gd name="connsiteX234-3061" fmla="*/ 1328872 w 3079941"/>
                <a:gd name="connsiteY234-3062" fmla="*/ 661504 h 1160647"/>
                <a:gd name="connsiteX235-3063" fmla="*/ 1335965 w 3079941"/>
                <a:gd name="connsiteY235-3064" fmla="*/ 661504 h 1160647"/>
                <a:gd name="connsiteX236-3065" fmla="*/ 1348125 w 3079941"/>
                <a:gd name="connsiteY236-3066" fmla="*/ 618269 h 1160647"/>
                <a:gd name="connsiteX237-3067" fmla="*/ 1349392 w 3079941"/>
                <a:gd name="connsiteY237-3068" fmla="*/ 618269 h 1160647"/>
                <a:gd name="connsiteX238-3069" fmla="*/ 1358259 w 3079941"/>
                <a:gd name="connsiteY238-3070" fmla="*/ 618269 h 1160647"/>
                <a:gd name="connsiteX239-3071" fmla="*/ 1368392 w 3079941"/>
                <a:gd name="connsiteY239-3072" fmla="*/ 661504 h 1160647"/>
                <a:gd name="connsiteX240-3073" fmla="*/ 1369405 w 3079941"/>
                <a:gd name="connsiteY240-3074" fmla="*/ 661504 h 1160647"/>
                <a:gd name="connsiteX241-3075" fmla="*/ 1376499 w 3079941"/>
                <a:gd name="connsiteY241-3076" fmla="*/ 661504 h 1160647"/>
                <a:gd name="connsiteX242-3077" fmla="*/ 1376499 w 3079941"/>
                <a:gd name="connsiteY242-3078" fmla="*/ 700416 h 1160647"/>
                <a:gd name="connsiteX243-3079" fmla="*/ 1378272 w 3079941"/>
                <a:gd name="connsiteY243-3080" fmla="*/ 700416 h 1160647"/>
                <a:gd name="connsiteX244-3081" fmla="*/ 1390686 w 3079941"/>
                <a:gd name="connsiteY244-3082" fmla="*/ 700416 h 1160647"/>
                <a:gd name="connsiteX245-3083" fmla="*/ 1390686 w 3079941"/>
                <a:gd name="connsiteY245-3084" fmla="*/ 702578 h 1160647"/>
                <a:gd name="connsiteX246-3085" fmla="*/ 1390686 w 3079941"/>
                <a:gd name="connsiteY246-3086" fmla="*/ 717710 h 1160647"/>
                <a:gd name="connsiteX247-3087" fmla="*/ 1394739 w 3079941"/>
                <a:gd name="connsiteY247-3088" fmla="*/ 715549 h 1160647"/>
                <a:gd name="connsiteX248-3089" fmla="*/ 1394739 w 3079941"/>
                <a:gd name="connsiteY248-3090" fmla="*/ 700416 h 1160647"/>
                <a:gd name="connsiteX249-3091" fmla="*/ 1396259 w 3079941"/>
                <a:gd name="connsiteY249-3092" fmla="*/ 700416 h 1160647"/>
                <a:gd name="connsiteX250-3093" fmla="*/ 1406899 w 3079941"/>
                <a:gd name="connsiteY250-3094" fmla="*/ 700416 h 1160647"/>
                <a:gd name="connsiteX251-3095" fmla="*/ 1406899 w 3079941"/>
                <a:gd name="connsiteY251-3096" fmla="*/ 702037 h 1160647"/>
                <a:gd name="connsiteX252-3097" fmla="*/ 1406899 w 3079941"/>
                <a:gd name="connsiteY252-3098" fmla="*/ 713387 h 1160647"/>
                <a:gd name="connsiteX253-3099" fmla="*/ 1437300 w 3079941"/>
                <a:gd name="connsiteY253-3100" fmla="*/ 713387 h 1160647"/>
                <a:gd name="connsiteX254-3101" fmla="*/ 1437300 w 3079941"/>
                <a:gd name="connsiteY254-3102" fmla="*/ 676637 h 1160647"/>
                <a:gd name="connsiteX255-3103" fmla="*/ 1438566 w 3079941"/>
                <a:gd name="connsiteY255-3104" fmla="*/ 676637 h 1160647"/>
                <a:gd name="connsiteX256-3105" fmla="*/ 1447433 w 3079941"/>
                <a:gd name="connsiteY256-3106" fmla="*/ 676637 h 1160647"/>
                <a:gd name="connsiteX257-3107" fmla="*/ 1447433 w 3079941"/>
                <a:gd name="connsiteY257-3108" fmla="*/ 698254 h 1160647"/>
                <a:gd name="connsiteX258-3109" fmla="*/ 1449460 w 3079941"/>
                <a:gd name="connsiteY258-3110" fmla="*/ 665828 h 1160647"/>
                <a:gd name="connsiteX259-3111" fmla="*/ 1471753 w 3079941"/>
                <a:gd name="connsiteY259-3112" fmla="*/ 665828 h 1160647"/>
                <a:gd name="connsiteX260-3113" fmla="*/ 1471753 w 3079941"/>
                <a:gd name="connsiteY260-3114" fmla="*/ 664206 h 1160647"/>
                <a:gd name="connsiteX261-3115" fmla="*/ 1471753 w 3079941"/>
                <a:gd name="connsiteY261-3116" fmla="*/ 652857 h 1160647"/>
                <a:gd name="connsiteX262-3117" fmla="*/ 1472513 w 3079941"/>
                <a:gd name="connsiteY262-3118" fmla="*/ 652857 h 1160647"/>
                <a:gd name="connsiteX263-3119" fmla="*/ 1477833 w 3079941"/>
                <a:gd name="connsiteY263-3120" fmla="*/ 652857 h 1160647"/>
                <a:gd name="connsiteX264-3121" fmla="*/ 1477833 w 3079941"/>
                <a:gd name="connsiteY264-3122" fmla="*/ 650966 h 1160647"/>
                <a:gd name="connsiteX265-3123" fmla="*/ 1477833 w 3079941"/>
                <a:gd name="connsiteY265-3124" fmla="*/ 637725 h 1160647"/>
                <a:gd name="connsiteX266-3125" fmla="*/ 1481887 w 3079941"/>
                <a:gd name="connsiteY266-3126" fmla="*/ 644210 h 1160647"/>
                <a:gd name="connsiteX267-3127" fmla="*/ 1484167 w 3079941"/>
                <a:gd name="connsiteY267-3128" fmla="*/ 644210 h 1160647"/>
                <a:gd name="connsiteX268-3129" fmla="*/ 1500127 w 3079941"/>
                <a:gd name="connsiteY268-3130" fmla="*/ 644210 h 1160647"/>
                <a:gd name="connsiteX269-3131" fmla="*/ 1500127 w 3079941"/>
                <a:gd name="connsiteY269-3132" fmla="*/ 643399 h 1160647"/>
                <a:gd name="connsiteX270-3133" fmla="*/ 1500127 w 3079941"/>
                <a:gd name="connsiteY270-3134" fmla="*/ 637725 h 1160647"/>
                <a:gd name="connsiteX271-3135" fmla="*/ 1500887 w 3079941"/>
                <a:gd name="connsiteY271-3136" fmla="*/ 637725 h 1160647"/>
                <a:gd name="connsiteX272-3137" fmla="*/ 1506207 w 3079941"/>
                <a:gd name="connsiteY272-3138" fmla="*/ 637725 h 1160647"/>
                <a:gd name="connsiteX273-3139" fmla="*/ 1506207 w 3079941"/>
                <a:gd name="connsiteY273-3140" fmla="*/ 639076 h 1160647"/>
                <a:gd name="connsiteX274-3141" fmla="*/ 1506207 w 3079941"/>
                <a:gd name="connsiteY274-3142" fmla="*/ 648534 h 1160647"/>
                <a:gd name="connsiteX275-3143" fmla="*/ 1544714 w 3079941"/>
                <a:gd name="connsiteY275-3144" fmla="*/ 648534 h 1160647"/>
                <a:gd name="connsiteX276-3145" fmla="*/ 1544714 w 3079941"/>
                <a:gd name="connsiteY276-3146" fmla="*/ 786887 h 1160647"/>
                <a:gd name="connsiteX277-3147" fmla="*/ 1546234 w 3079941"/>
                <a:gd name="connsiteY277-3148" fmla="*/ 786887 h 1160647"/>
                <a:gd name="connsiteX278-3149" fmla="*/ 1556874 w 3079941"/>
                <a:gd name="connsiteY278-3150" fmla="*/ 786887 h 1160647"/>
                <a:gd name="connsiteX279-3151" fmla="*/ 1556874 w 3079941"/>
                <a:gd name="connsiteY279-3152" fmla="*/ 773917 h 1160647"/>
                <a:gd name="connsiteX280-3153" fmla="*/ 1560928 w 3079941"/>
                <a:gd name="connsiteY280-3154" fmla="*/ 773917 h 1160647"/>
                <a:gd name="connsiteX281-3155" fmla="*/ 1560928 w 3079941"/>
                <a:gd name="connsiteY281-3156" fmla="*/ 786887 h 1160647"/>
                <a:gd name="connsiteX282-3157" fmla="*/ 1591328 w 3079941"/>
                <a:gd name="connsiteY282-3158" fmla="*/ 786887 h 1160647"/>
                <a:gd name="connsiteX283-3159" fmla="*/ 1591328 w 3079941"/>
                <a:gd name="connsiteY283-3160" fmla="*/ 756622 h 1160647"/>
                <a:gd name="connsiteX284-3161" fmla="*/ 1603488 w 3079941"/>
                <a:gd name="connsiteY284-3162" fmla="*/ 756622 h 1160647"/>
                <a:gd name="connsiteX285-3163" fmla="*/ 1615648 w 3079941"/>
                <a:gd name="connsiteY285-3164" fmla="*/ 754461 h 1160647"/>
                <a:gd name="connsiteX286-3165" fmla="*/ 1619702 w 3079941"/>
                <a:gd name="connsiteY286-3166" fmla="*/ 756622 h 1160647"/>
                <a:gd name="connsiteX287-3167" fmla="*/ 1629835 w 3079941"/>
                <a:gd name="connsiteY287-3168" fmla="*/ 756622 h 1160647"/>
                <a:gd name="connsiteX288-3169" fmla="*/ 1629835 w 3079941"/>
                <a:gd name="connsiteY288-3170" fmla="*/ 786887 h 1160647"/>
                <a:gd name="connsiteX289-3171" fmla="*/ 1637942 w 3079941"/>
                <a:gd name="connsiteY289-3172" fmla="*/ 786887 h 1160647"/>
                <a:gd name="connsiteX290-3173" fmla="*/ 1637942 w 3079941"/>
                <a:gd name="connsiteY290-3174" fmla="*/ 804182 h 1160647"/>
                <a:gd name="connsiteX291-3175" fmla="*/ 1647278 w 3079941"/>
                <a:gd name="connsiteY291-3176" fmla="*/ 805087 h 1160647"/>
                <a:gd name="connsiteX292-3177" fmla="*/ 1660236 w 3079941"/>
                <a:gd name="connsiteY292-3178" fmla="*/ 805087 h 1160647"/>
                <a:gd name="connsiteX293-3179" fmla="*/ 1660236 w 3079941"/>
                <a:gd name="connsiteY293-3180" fmla="*/ 789049 h 1160647"/>
                <a:gd name="connsiteX294-3181" fmla="*/ 1728192 w 3079941"/>
                <a:gd name="connsiteY294-3182" fmla="*/ 789049 h 1160647"/>
                <a:gd name="connsiteX295-3183" fmla="*/ 1728192 w 3079941"/>
                <a:gd name="connsiteY295-3184" fmla="*/ 703796 h 1160647"/>
                <a:gd name="connsiteX296-3185" fmla="*/ 1800200 w 3079941"/>
                <a:gd name="connsiteY296-3186" fmla="*/ 703796 h 1160647"/>
                <a:gd name="connsiteX297-3187" fmla="*/ 1800200 w 3079941"/>
                <a:gd name="connsiteY297-3188" fmla="*/ 782564 h 1160647"/>
                <a:gd name="connsiteX298-3189" fmla="*/ 1802104 w 3079941"/>
                <a:gd name="connsiteY298-3190" fmla="*/ 782564 h 1160647"/>
                <a:gd name="connsiteX299-3191" fmla="*/ 1803346 w 3079941"/>
                <a:gd name="connsiteY299-3192" fmla="*/ 805087 h 1160647"/>
                <a:gd name="connsiteX300-3193" fmla="*/ 1813022 w 3079941"/>
                <a:gd name="connsiteY300-3194" fmla="*/ 805087 h 1160647"/>
                <a:gd name="connsiteX301-3195" fmla="*/ 1814264 w 3079941"/>
                <a:gd name="connsiteY301-3196" fmla="*/ 782564 h 1160647"/>
                <a:gd name="connsiteX302-3197" fmla="*/ 1820344 w 3079941"/>
                <a:gd name="connsiteY302-3198" fmla="*/ 782564 h 1160647"/>
                <a:gd name="connsiteX303-3199" fmla="*/ 1821586 w 3079941"/>
                <a:gd name="connsiteY303-3200" fmla="*/ 805087 h 1160647"/>
                <a:gd name="connsiteX304-3201" fmla="*/ 1872208 w 3079941"/>
                <a:gd name="connsiteY304-3202" fmla="*/ 805087 h 1160647"/>
                <a:gd name="connsiteX305-3203" fmla="*/ 1872208 w 3079941"/>
                <a:gd name="connsiteY305-3204" fmla="*/ 642059 h 1160647"/>
                <a:gd name="connsiteX306-3205" fmla="*/ 2069535 w 3079941"/>
                <a:gd name="connsiteY306-3206" fmla="*/ 642059 h 1160647"/>
                <a:gd name="connsiteX307-3207" fmla="*/ 2069535 w 3079941"/>
                <a:gd name="connsiteY307-3208" fmla="*/ 805087 h 1160647"/>
                <a:gd name="connsiteX308-3209" fmla="*/ 2088232 w 3079941"/>
                <a:gd name="connsiteY308-3210" fmla="*/ 805087 h 1160647"/>
                <a:gd name="connsiteX309-3211" fmla="*/ 2088232 w 3079941"/>
                <a:gd name="connsiteY309-3212" fmla="*/ 722394 h 1160647"/>
                <a:gd name="connsiteX310-3213" fmla="*/ 2183352 w 3079941"/>
                <a:gd name="connsiteY310-3214" fmla="*/ 722394 h 1160647"/>
                <a:gd name="connsiteX311-3215" fmla="*/ 2195282 w 3079941"/>
                <a:gd name="connsiteY311-3216" fmla="*/ 404253 h 1160647"/>
                <a:gd name="connsiteX312-3217" fmla="*/ 2183122 w 3079941"/>
                <a:gd name="connsiteY312-3218" fmla="*/ 382635 h 1160647"/>
                <a:gd name="connsiteX313-3219" fmla="*/ 2177042 w 3079941"/>
                <a:gd name="connsiteY313-3220" fmla="*/ 378311 h 1160647"/>
                <a:gd name="connsiteX314-3221" fmla="*/ 2185149 w 3079941"/>
                <a:gd name="connsiteY314-3222" fmla="*/ 354532 h 1160647"/>
                <a:gd name="connsiteX315-3223" fmla="*/ 2185149 w 3079941"/>
                <a:gd name="connsiteY315-3224" fmla="*/ 337238 h 1160647"/>
                <a:gd name="connsiteX316-3225" fmla="*/ 2199336 w 3079941"/>
                <a:gd name="connsiteY316-3226" fmla="*/ 337238 h 1160647"/>
                <a:gd name="connsiteX317-3227" fmla="*/ 2199336 w 3079941"/>
                <a:gd name="connsiteY317-3228" fmla="*/ 315620 h 1160647"/>
                <a:gd name="connsiteX318-3229" fmla="*/ 2201362 w 3079941"/>
                <a:gd name="connsiteY318-3230" fmla="*/ 311296 h 1160647"/>
                <a:gd name="connsiteX319-3231" fmla="*/ 2201362 w 3079941"/>
                <a:gd name="connsiteY319-3232" fmla="*/ 233472 h 1160647"/>
                <a:gd name="connsiteX320-3233" fmla="*/ 2199336 w 3079941"/>
                <a:gd name="connsiteY320-3234" fmla="*/ 226987 h 1160647"/>
                <a:gd name="connsiteX321-3235" fmla="*/ 2205416 w 3079941"/>
                <a:gd name="connsiteY321-3236" fmla="*/ 220501 h 1160647"/>
                <a:gd name="connsiteX322-3237" fmla="*/ 2205416 w 3079941"/>
                <a:gd name="connsiteY322-3238" fmla="*/ 162133 h 1160647"/>
                <a:gd name="connsiteX323-3239" fmla="*/ 2207442 w 3079941"/>
                <a:gd name="connsiteY323-3240" fmla="*/ 157810 h 1160647"/>
                <a:gd name="connsiteX324-3241" fmla="*/ 2207442 w 3079941"/>
                <a:gd name="connsiteY324-3242" fmla="*/ 101604 h 1160647"/>
                <a:gd name="connsiteX325-3243" fmla="*/ 2209469 w 3079941"/>
                <a:gd name="connsiteY325-3244" fmla="*/ 82148 h 1160647"/>
                <a:gd name="connsiteX326-3245" fmla="*/ 2213523 w 3079941"/>
                <a:gd name="connsiteY326-3246" fmla="*/ 99442 h 1160647"/>
                <a:gd name="connsiteX327-3247" fmla="*/ 2215549 w 3079941"/>
                <a:gd name="connsiteY327-3248" fmla="*/ 157810 h 1160647"/>
                <a:gd name="connsiteX328-3249" fmla="*/ 2217576 w 3079941"/>
                <a:gd name="connsiteY328-3250" fmla="*/ 220501 h 1160647"/>
                <a:gd name="connsiteX329-3251" fmla="*/ 2223656 w 3079941"/>
                <a:gd name="connsiteY329-3252" fmla="*/ 226987 h 1160647"/>
                <a:gd name="connsiteX330-3253" fmla="*/ 2221629 w 3079941"/>
                <a:gd name="connsiteY330-3254" fmla="*/ 233472 h 1160647"/>
                <a:gd name="connsiteX331-3255" fmla="*/ 2221629 w 3079941"/>
                <a:gd name="connsiteY331-3256" fmla="*/ 311296 h 1160647"/>
                <a:gd name="connsiteX332-3257" fmla="*/ 2223656 w 3079941"/>
                <a:gd name="connsiteY332-3258" fmla="*/ 315620 h 1160647"/>
                <a:gd name="connsiteX333-3259" fmla="*/ 2223656 w 3079941"/>
                <a:gd name="connsiteY333-3260" fmla="*/ 337238 h 1160647"/>
                <a:gd name="connsiteX334-3261" fmla="*/ 2237843 w 3079941"/>
                <a:gd name="connsiteY334-3262" fmla="*/ 337238 h 1160647"/>
                <a:gd name="connsiteX335-3263" fmla="*/ 2237843 w 3079941"/>
                <a:gd name="connsiteY335-3264" fmla="*/ 354532 h 1160647"/>
                <a:gd name="connsiteX336-3265" fmla="*/ 2245950 w 3079941"/>
                <a:gd name="connsiteY336-3266" fmla="*/ 378311 h 1160647"/>
                <a:gd name="connsiteX337-3267" fmla="*/ 2239870 w 3079941"/>
                <a:gd name="connsiteY337-3268" fmla="*/ 382635 h 1160647"/>
                <a:gd name="connsiteX338-3269" fmla="*/ 2227709 w 3079941"/>
                <a:gd name="connsiteY338-3270" fmla="*/ 404253 h 1160647"/>
                <a:gd name="connsiteX339-3271" fmla="*/ 2235816 w 3079941"/>
                <a:gd name="connsiteY339-3272" fmla="*/ 657181 h 1160647"/>
                <a:gd name="connsiteX340-3273" fmla="*/ 2300670 w 3079941"/>
                <a:gd name="connsiteY340-3274" fmla="*/ 657181 h 1160647"/>
                <a:gd name="connsiteX341-3275" fmla="*/ 2300670 w 3079941"/>
                <a:gd name="connsiteY341-3276" fmla="*/ 732843 h 1160647"/>
                <a:gd name="connsiteX342-3277" fmla="*/ 2308777 w 3079941"/>
                <a:gd name="connsiteY342-3278" fmla="*/ 732843 h 1160647"/>
                <a:gd name="connsiteX343-3279" fmla="*/ 2310804 w 3079941"/>
                <a:gd name="connsiteY343-3280" fmla="*/ 726358 h 1160647"/>
                <a:gd name="connsiteX344-3281" fmla="*/ 2316884 w 3079941"/>
                <a:gd name="connsiteY344-3282" fmla="*/ 726358 h 1160647"/>
                <a:gd name="connsiteX345-3283" fmla="*/ 2318911 w 3079941"/>
                <a:gd name="connsiteY345-3284" fmla="*/ 735005 h 1160647"/>
                <a:gd name="connsiteX346-3285" fmla="*/ 2331071 w 3079941"/>
                <a:gd name="connsiteY346-3286" fmla="*/ 735005 h 1160647"/>
                <a:gd name="connsiteX347-3287" fmla="*/ 2331071 w 3079941"/>
                <a:gd name="connsiteY347-3288" fmla="*/ 728519 h 1160647"/>
                <a:gd name="connsiteX348-3289" fmla="*/ 2353364 w 3079941"/>
                <a:gd name="connsiteY348-3290" fmla="*/ 728519 h 1160647"/>
                <a:gd name="connsiteX349-3291" fmla="*/ 2353364 w 3079941"/>
                <a:gd name="connsiteY349-3292" fmla="*/ 735005 h 1160647"/>
                <a:gd name="connsiteX350-3293" fmla="*/ 2373631 w 3079941"/>
                <a:gd name="connsiteY350-3294" fmla="*/ 735005 h 1160647"/>
                <a:gd name="connsiteX351-3295" fmla="*/ 2373631 w 3079941"/>
                <a:gd name="connsiteY351-3296" fmla="*/ 780402 h 1160647"/>
                <a:gd name="connsiteX352-3297" fmla="*/ 2387818 w 3079941"/>
                <a:gd name="connsiteY352-3298" fmla="*/ 780402 h 1160647"/>
                <a:gd name="connsiteX353-3299" fmla="*/ 2387818 w 3079941"/>
                <a:gd name="connsiteY353-3300" fmla="*/ 767431 h 1160647"/>
                <a:gd name="connsiteX354-3301" fmla="*/ 2404032 w 3079941"/>
                <a:gd name="connsiteY354-3302" fmla="*/ 767431 h 1160647"/>
                <a:gd name="connsiteX355-3303" fmla="*/ 2404032 w 3079941"/>
                <a:gd name="connsiteY355-3304" fmla="*/ 588004 h 1160647"/>
                <a:gd name="connsiteX356-3305" fmla="*/ 2410112 w 3079941"/>
                <a:gd name="connsiteY356-3306" fmla="*/ 581518 h 1160647"/>
                <a:gd name="connsiteX357-3307" fmla="*/ 2483073 w 3079941"/>
                <a:gd name="connsiteY357-3308" fmla="*/ 581518 h 1160647"/>
                <a:gd name="connsiteX358-3309" fmla="*/ 2483073 w 3079941"/>
                <a:gd name="connsiteY358-3310" fmla="*/ 590166 h 1160647"/>
                <a:gd name="connsiteX359-3311" fmla="*/ 2493206 w 3079941"/>
                <a:gd name="connsiteY359-3312" fmla="*/ 590166 h 1160647"/>
                <a:gd name="connsiteX360-3313" fmla="*/ 2493206 w 3079941"/>
                <a:gd name="connsiteY360-3314" fmla="*/ 704740 h 1160647"/>
                <a:gd name="connsiteX361-3315" fmla="*/ 2515500 w 3079941"/>
                <a:gd name="connsiteY361-3316" fmla="*/ 704740 h 1160647"/>
                <a:gd name="connsiteX362-3317" fmla="*/ 2515500 w 3079941"/>
                <a:gd name="connsiteY362-3318" fmla="*/ 637725 h 1160647"/>
                <a:gd name="connsiteX363-3319" fmla="*/ 2541847 w 3079941"/>
                <a:gd name="connsiteY363-3320" fmla="*/ 637725 h 1160647"/>
                <a:gd name="connsiteX364-3321" fmla="*/ 2545900 w 3079941"/>
                <a:gd name="connsiteY364-3322" fmla="*/ 633401 h 1160647"/>
                <a:gd name="connsiteX365-3323" fmla="*/ 2554007 w 3079941"/>
                <a:gd name="connsiteY365-3324" fmla="*/ 633401 h 1160647"/>
                <a:gd name="connsiteX366-3325" fmla="*/ 2558060 w 3079941"/>
                <a:gd name="connsiteY366-3326" fmla="*/ 637725 h 1160647"/>
                <a:gd name="connsiteX367-3327" fmla="*/ 2580354 w 3079941"/>
                <a:gd name="connsiteY367-3328" fmla="*/ 637725 h 1160647"/>
                <a:gd name="connsiteX368-3329" fmla="*/ 2580354 w 3079941"/>
                <a:gd name="connsiteY368-3330" fmla="*/ 520989 h 1160647"/>
                <a:gd name="connsiteX369-3331" fmla="*/ 2637101 w 3079941"/>
                <a:gd name="connsiteY369-3332" fmla="*/ 510180 h 1160647"/>
                <a:gd name="connsiteX370-3333" fmla="*/ 2637101 w 3079941"/>
                <a:gd name="connsiteY370-3334" fmla="*/ 511261 h 1160647"/>
                <a:gd name="connsiteX371-3335" fmla="*/ 2637101 w 3079941"/>
                <a:gd name="connsiteY371-3336" fmla="*/ 518827 h 1160647"/>
                <a:gd name="connsiteX372-3337" fmla="*/ 2663448 w 3079941"/>
                <a:gd name="connsiteY372-3338" fmla="*/ 518827 h 1160647"/>
                <a:gd name="connsiteX373-3339" fmla="*/ 2663448 w 3079941"/>
                <a:gd name="connsiteY373-3340" fmla="*/ 773917 h 1160647"/>
                <a:gd name="connsiteX374-3341" fmla="*/ 2685742 w 3079941"/>
                <a:gd name="connsiteY374-3342" fmla="*/ 773917 h 1160647"/>
                <a:gd name="connsiteX375-3343" fmla="*/ 2685742 w 3079941"/>
                <a:gd name="connsiteY375-3344" fmla="*/ 769593 h 1160647"/>
                <a:gd name="connsiteX376-3345" fmla="*/ 2697902 w 3079941"/>
                <a:gd name="connsiteY376-3346" fmla="*/ 769593 h 1160647"/>
                <a:gd name="connsiteX377-3347" fmla="*/ 2697902 w 3079941"/>
                <a:gd name="connsiteY377-3348" fmla="*/ 773917 h 1160647"/>
                <a:gd name="connsiteX378-3349" fmla="*/ 2722222 w 3079941"/>
                <a:gd name="connsiteY378-3350" fmla="*/ 773917 h 1160647"/>
                <a:gd name="connsiteX379-3351" fmla="*/ 2722222 w 3079941"/>
                <a:gd name="connsiteY379-3352" fmla="*/ 760946 h 1160647"/>
                <a:gd name="connsiteX380-3353" fmla="*/ 2750596 w 3079941"/>
                <a:gd name="connsiteY380-3354" fmla="*/ 760946 h 1160647"/>
                <a:gd name="connsiteX381-3355" fmla="*/ 2762756 w 3079941"/>
                <a:gd name="connsiteY381-3356" fmla="*/ 756622 h 1160647"/>
                <a:gd name="connsiteX382-3357" fmla="*/ 2783023 w 3079941"/>
                <a:gd name="connsiteY382-3358" fmla="*/ 760946 h 1160647"/>
                <a:gd name="connsiteX383-3359" fmla="*/ 2783023 w 3079941"/>
                <a:gd name="connsiteY383-3360" fmla="*/ 743652 h 1160647"/>
                <a:gd name="connsiteX384-3361" fmla="*/ 2791130 w 3079941"/>
                <a:gd name="connsiteY384-3362" fmla="*/ 743652 h 1160647"/>
                <a:gd name="connsiteX385-3363" fmla="*/ 2791130 w 3079941"/>
                <a:gd name="connsiteY385-3364" fmla="*/ 730681 h 1160647"/>
                <a:gd name="connsiteX386-3365" fmla="*/ 2847877 w 3079941"/>
                <a:gd name="connsiteY386-3366" fmla="*/ 730681 h 1160647"/>
                <a:gd name="connsiteX387-3367" fmla="*/ 2847877 w 3079941"/>
                <a:gd name="connsiteY387-3368" fmla="*/ 700416 h 1160647"/>
                <a:gd name="connsiteX388-3369" fmla="*/ 2866117 w 3079941"/>
                <a:gd name="connsiteY388-3370" fmla="*/ 700416 h 1160647"/>
                <a:gd name="connsiteX389-3371" fmla="*/ 2866117 w 3079941"/>
                <a:gd name="connsiteY389-3372" fmla="*/ 693931 h 1160647"/>
                <a:gd name="connsiteX390-3373" fmla="*/ 2878277 w 3079941"/>
                <a:gd name="connsiteY390-3374" fmla="*/ 693931 h 1160647"/>
                <a:gd name="connsiteX391-3375" fmla="*/ 2878277 w 3079941"/>
                <a:gd name="connsiteY391-3376" fmla="*/ 700416 h 1160647"/>
                <a:gd name="connsiteX392-3377" fmla="*/ 2894491 w 3079941"/>
                <a:gd name="connsiteY392-3378" fmla="*/ 700416 h 1160647"/>
                <a:gd name="connsiteX393-3379" fmla="*/ 2894491 w 3079941"/>
                <a:gd name="connsiteY393-3380" fmla="*/ 750137 h 1160647"/>
                <a:gd name="connsiteX394-3381" fmla="*/ 2926918 w 3079941"/>
                <a:gd name="connsiteY394-3382" fmla="*/ 750137 h 1160647"/>
                <a:gd name="connsiteX395-3383" fmla="*/ 2926918 w 3079941"/>
                <a:gd name="connsiteY395-3384" fmla="*/ 724196 h 1160647"/>
                <a:gd name="connsiteX396-3385" fmla="*/ 2965425 w 3079941"/>
                <a:gd name="connsiteY396-3386" fmla="*/ 724196 h 1160647"/>
                <a:gd name="connsiteX397-3387" fmla="*/ 2965425 w 3079941"/>
                <a:gd name="connsiteY397-3388" fmla="*/ 693931 h 1160647"/>
                <a:gd name="connsiteX398-3389" fmla="*/ 3014066 w 3079941"/>
                <a:gd name="connsiteY398-3390" fmla="*/ 693931 h 1160647"/>
                <a:gd name="connsiteX399-3391" fmla="*/ 3014066 w 3079941"/>
                <a:gd name="connsiteY399-3392" fmla="*/ 805087 h 1160647"/>
                <a:gd name="connsiteX400-3393" fmla="*/ 3014066 w 3079941"/>
                <a:gd name="connsiteY400-3394" fmla="*/ 818866 h 1160647"/>
                <a:gd name="connsiteX401-3395" fmla="*/ 3079941 w 3079941"/>
                <a:gd name="connsiteY401-3396" fmla="*/ 818866 h 1160647"/>
                <a:gd name="connsiteX402-3397" fmla="*/ 3079941 w 3079941"/>
                <a:gd name="connsiteY402-3398" fmla="*/ 1160647 h 1160647"/>
                <a:gd name="connsiteX403-3399" fmla="*/ 200958 w 3079941"/>
                <a:gd name="connsiteY403-3400" fmla="*/ 1160647 h 1160647"/>
                <a:gd name="connsiteX404-3401" fmla="*/ 0 w 3079941"/>
                <a:gd name="connsiteY404-3402" fmla="*/ 1126882 h 1160647"/>
                <a:gd name="connsiteX405-3403" fmla="*/ 0 w 3079941"/>
                <a:gd name="connsiteY405-3404" fmla="*/ 915339 h 1160647"/>
                <a:gd name="connsiteX406-3405" fmla="*/ 103377 w 3079941"/>
                <a:gd name="connsiteY406-3406" fmla="*/ 915339 h 1160647"/>
                <a:gd name="connsiteX407-3407" fmla="*/ 103377 w 3079941"/>
                <a:gd name="connsiteY407-3408" fmla="*/ 886329 h 1160647"/>
                <a:gd name="connsiteX408-3409" fmla="*/ 55096 w 3079941"/>
                <a:gd name="connsiteY408-3410" fmla="*/ 886329 h 1160647"/>
                <a:gd name="connsiteX409-3411" fmla="*/ 55096 w 3079941"/>
                <a:gd name="connsiteY409-3412" fmla="*/ 724196 h 1160647"/>
                <a:gd name="connsiteX410-3413" fmla="*/ 75363 w 3079941"/>
                <a:gd name="connsiteY410-3414" fmla="*/ 724196 h 1160647"/>
                <a:gd name="connsiteX411-3415" fmla="*/ 75870 w 3079941"/>
                <a:gd name="connsiteY411-3416" fmla="*/ 723115 h 1160647"/>
                <a:gd name="connsiteX412-3417" fmla="*/ 79416 w 3079941"/>
                <a:gd name="connsiteY412-3418" fmla="*/ 715549 h 1160647"/>
                <a:gd name="connsiteX413-3419" fmla="*/ 81190 w 3079941"/>
                <a:gd name="connsiteY413-3420" fmla="*/ 715819 h 1160647"/>
                <a:gd name="connsiteX414-3421" fmla="*/ 93603 w 3079941"/>
                <a:gd name="connsiteY414-3422" fmla="*/ 717710 h 1160647"/>
                <a:gd name="connsiteX415-3423" fmla="*/ 94110 w 3079941"/>
                <a:gd name="connsiteY415-3424" fmla="*/ 719062 h 1160647"/>
                <a:gd name="connsiteX416-3425" fmla="*/ 97656 w 3079941"/>
                <a:gd name="connsiteY416-3426" fmla="*/ 728519 h 1160647"/>
                <a:gd name="connsiteX417-3427" fmla="*/ 124003 w 3079941"/>
                <a:gd name="connsiteY417-3428" fmla="*/ 730681 h 1160647"/>
                <a:gd name="connsiteX418-3429" fmla="*/ 124003 w 3079941"/>
                <a:gd name="connsiteY418-3430" fmla="*/ 607460 h 1160647"/>
                <a:gd name="connsiteX419-3431" fmla="*/ 126030 w 3079941"/>
                <a:gd name="connsiteY419-3432" fmla="*/ 607460 h 1160647"/>
                <a:gd name="connsiteX420-3433" fmla="*/ 140217 w 3079941"/>
                <a:gd name="connsiteY420-3434" fmla="*/ 607460 h 1160647"/>
                <a:gd name="connsiteX421-3435" fmla="*/ 140217 w 3079941"/>
                <a:gd name="connsiteY421-3436" fmla="*/ 471268 h 1160647"/>
                <a:gd name="connsiteX422-3437" fmla="*/ 141990 w 3079941"/>
                <a:gd name="connsiteY422-3438" fmla="*/ 471268 h 1160647"/>
                <a:gd name="connsiteX423-3439" fmla="*/ 154404 w 3079941"/>
                <a:gd name="connsiteY423-3440" fmla="*/ 471268 h 1160647"/>
                <a:gd name="connsiteX424-3441" fmla="*/ 154404 w 3079941"/>
                <a:gd name="connsiteY424-3442" fmla="*/ 356694 h 1160647"/>
                <a:gd name="connsiteX425-3443" fmla="*/ 158457 w 3079941"/>
                <a:gd name="connsiteY425-3444" fmla="*/ 328590 h 1160647"/>
                <a:gd name="connsiteX426-3445" fmla="*/ 160484 w 3079941"/>
                <a:gd name="connsiteY426-3446" fmla="*/ 328590 h 1160647"/>
                <a:gd name="connsiteX427-3447" fmla="*/ 174671 w 3079941"/>
                <a:gd name="connsiteY427-3448" fmla="*/ 328590 h 1160647"/>
                <a:gd name="connsiteX428-3449" fmla="*/ 211151 w 3079941"/>
                <a:gd name="connsiteY428-3450" fmla="*/ 246443 h 1160647"/>
                <a:gd name="connsiteX429-3451" fmla="*/ 215205 w 3079941"/>
                <a:gd name="connsiteY429-3452" fmla="*/ 0 h 1160647"/>
                <a:gd name="connsiteX0-3453" fmla="*/ 215205 w 3079941"/>
                <a:gd name="connsiteY0-3454" fmla="*/ 0 h 1160647"/>
                <a:gd name="connsiteX1-3455" fmla="*/ 217231 w 3079941"/>
                <a:gd name="connsiteY1-3456" fmla="*/ 246443 h 1160647"/>
                <a:gd name="connsiteX2-3457" fmla="*/ 255738 w 3079941"/>
                <a:gd name="connsiteY2-3458" fmla="*/ 326429 h 1160647"/>
                <a:gd name="connsiteX3-3459" fmla="*/ 257765 w 3079941"/>
                <a:gd name="connsiteY3-3460" fmla="*/ 326429 h 1160647"/>
                <a:gd name="connsiteX4-3461" fmla="*/ 271952 w 3079941"/>
                <a:gd name="connsiteY4-3462" fmla="*/ 326429 h 1160647"/>
                <a:gd name="connsiteX5-3463" fmla="*/ 271952 w 3079941"/>
                <a:gd name="connsiteY5-3464" fmla="*/ 350208 h 1160647"/>
                <a:gd name="connsiteX6-3465" fmla="*/ 272459 w 3079941"/>
                <a:gd name="connsiteY6-3466" fmla="*/ 351019 h 1160647"/>
                <a:gd name="connsiteX7-3467" fmla="*/ 276005 w 3079941"/>
                <a:gd name="connsiteY7-3468" fmla="*/ 356694 h 1160647"/>
                <a:gd name="connsiteX8-3469" fmla="*/ 276005 w 3079941"/>
                <a:gd name="connsiteY8-3470" fmla="*/ 471268 h 1160647"/>
                <a:gd name="connsiteX9-3471" fmla="*/ 278285 w 3079941"/>
                <a:gd name="connsiteY9-3472" fmla="*/ 471268 h 1160647"/>
                <a:gd name="connsiteX10-3473" fmla="*/ 294246 w 3079941"/>
                <a:gd name="connsiteY10-3474" fmla="*/ 471268 h 1160647"/>
                <a:gd name="connsiteX11-3475" fmla="*/ 294246 w 3079941"/>
                <a:gd name="connsiteY11-3476" fmla="*/ 611783 h 1160647"/>
                <a:gd name="connsiteX12-3477" fmla="*/ 295766 w 3079941"/>
                <a:gd name="connsiteY12-3478" fmla="*/ 611513 h 1160647"/>
                <a:gd name="connsiteX13-3479" fmla="*/ 306406 w 3079941"/>
                <a:gd name="connsiteY13-3480" fmla="*/ 609622 h 1160647"/>
                <a:gd name="connsiteX14-3481" fmla="*/ 304379 w 3079941"/>
                <a:gd name="connsiteY14-3482" fmla="*/ 698254 h 1160647"/>
                <a:gd name="connsiteX15-3483" fmla="*/ 305899 w 3079941"/>
                <a:gd name="connsiteY15-3484" fmla="*/ 698525 h 1160647"/>
                <a:gd name="connsiteX16-3485" fmla="*/ 316539 w 3079941"/>
                <a:gd name="connsiteY16-3486" fmla="*/ 700416 h 1160647"/>
                <a:gd name="connsiteX17-3487" fmla="*/ 316792 w 3079941"/>
                <a:gd name="connsiteY17-3488" fmla="*/ 701227 h 1160647"/>
                <a:gd name="connsiteX18-3489" fmla="*/ 318566 w 3079941"/>
                <a:gd name="connsiteY18-3490" fmla="*/ 706902 h 1160647"/>
                <a:gd name="connsiteX19-3491" fmla="*/ 319326 w 3079941"/>
                <a:gd name="connsiteY19-3492" fmla="*/ 704470 h 1160647"/>
                <a:gd name="connsiteX20-3493" fmla="*/ 324646 w 3079941"/>
                <a:gd name="connsiteY20-3494" fmla="*/ 687446 h 1160647"/>
                <a:gd name="connsiteX21-3495" fmla="*/ 326419 w 3079941"/>
                <a:gd name="connsiteY21-3496" fmla="*/ 687446 h 1160647"/>
                <a:gd name="connsiteX22-3497" fmla="*/ 338833 w 3079941"/>
                <a:gd name="connsiteY22-3498" fmla="*/ 687446 h 1160647"/>
                <a:gd name="connsiteX23-3499" fmla="*/ 338833 w 3079941"/>
                <a:gd name="connsiteY23-3500" fmla="*/ 719872 h 1160647"/>
                <a:gd name="connsiteX24-3501" fmla="*/ 339846 w 3079941"/>
                <a:gd name="connsiteY24-3502" fmla="*/ 720413 h 1160647"/>
                <a:gd name="connsiteX25-3503" fmla="*/ 346940 w 3079941"/>
                <a:gd name="connsiteY25-3504" fmla="*/ 724196 h 1160647"/>
                <a:gd name="connsiteX26-3505" fmla="*/ 346940 w 3079941"/>
                <a:gd name="connsiteY26-3506" fmla="*/ 725547 h 1160647"/>
                <a:gd name="connsiteX27-3507" fmla="*/ 346940 w 3079941"/>
                <a:gd name="connsiteY27-3508" fmla="*/ 735005 h 1160647"/>
                <a:gd name="connsiteX28-3509" fmla="*/ 391527 w 3079941"/>
                <a:gd name="connsiteY28-3510" fmla="*/ 735005 h 1160647"/>
                <a:gd name="connsiteX29-3511" fmla="*/ 391527 w 3079941"/>
                <a:gd name="connsiteY29-3512" fmla="*/ 736086 h 1160647"/>
                <a:gd name="connsiteX30-3513" fmla="*/ 391527 w 3079941"/>
                <a:gd name="connsiteY30-3514" fmla="*/ 743652 h 1160647"/>
                <a:gd name="connsiteX31-3515" fmla="*/ 393553 w 3079941"/>
                <a:gd name="connsiteY31-3516" fmla="*/ 743652 h 1160647"/>
                <a:gd name="connsiteX32-3517" fmla="*/ 407740 w 3079941"/>
                <a:gd name="connsiteY32-3518" fmla="*/ 743652 h 1160647"/>
                <a:gd name="connsiteX33-3519" fmla="*/ 407740 w 3079941"/>
                <a:gd name="connsiteY33-3520" fmla="*/ 713387 h 1160647"/>
                <a:gd name="connsiteX34-3521" fmla="*/ 452327 w 3079941"/>
                <a:gd name="connsiteY34-3522" fmla="*/ 713387 h 1160647"/>
                <a:gd name="connsiteX35-3523" fmla="*/ 452327 w 3079941"/>
                <a:gd name="connsiteY35-3524" fmla="*/ 712036 h 1160647"/>
                <a:gd name="connsiteX36-3525" fmla="*/ 452327 w 3079941"/>
                <a:gd name="connsiteY36-3526" fmla="*/ 702578 h 1160647"/>
                <a:gd name="connsiteX37-3527" fmla="*/ 453341 w 3079941"/>
                <a:gd name="connsiteY37-3528" fmla="*/ 702578 h 1160647"/>
                <a:gd name="connsiteX38-3529" fmla="*/ 460434 w 3079941"/>
                <a:gd name="connsiteY38-3530" fmla="*/ 702578 h 1160647"/>
                <a:gd name="connsiteX39-3531" fmla="*/ 460434 w 3079941"/>
                <a:gd name="connsiteY39-3532" fmla="*/ 700687 h 1160647"/>
                <a:gd name="connsiteX40-3533" fmla="*/ 460434 w 3079941"/>
                <a:gd name="connsiteY40-3534" fmla="*/ 687446 h 1160647"/>
                <a:gd name="connsiteX41-3535" fmla="*/ 461194 w 3079941"/>
                <a:gd name="connsiteY41-3536" fmla="*/ 687446 h 1160647"/>
                <a:gd name="connsiteX42-3537" fmla="*/ 466514 w 3079941"/>
                <a:gd name="connsiteY42-3538" fmla="*/ 687446 h 1160647"/>
                <a:gd name="connsiteX43-3539" fmla="*/ 466514 w 3079941"/>
                <a:gd name="connsiteY43-3540" fmla="*/ 686365 h 1160647"/>
                <a:gd name="connsiteX44-3541" fmla="*/ 466514 w 3079941"/>
                <a:gd name="connsiteY44-3542" fmla="*/ 678798 h 1160647"/>
                <a:gd name="connsiteX45-3543" fmla="*/ 468541 w 3079941"/>
                <a:gd name="connsiteY45-3544" fmla="*/ 678798 h 1160647"/>
                <a:gd name="connsiteX46-3545" fmla="*/ 482728 w 3079941"/>
                <a:gd name="connsiteY46-3546" fmla="*/ 678798 h 1160647"/>
                <a:gd name="connsiteX47-3547" fmla="*/ 482728 w 3079941"/>
                <a:gd name="connsiteY47-3548" fmla="*/ 679879 h 1160647"/>
                <a:gd name="connsiteX48-3549" fmla="*/ 482728 w 3079941"/>
                <a:gd name="connsiteY48-3550" fmla="*/ 687446 h 1160647"/>
                <a:gd name="connsiteX49-3551" fmla="*/ 505021 w 3079941"/>
                <a:gd name="connsiteY49-3552" fmla="*/ 687446 h 1160647"/>
                <a:gd name="connsiteX50-3553" fmla="*/ 505021 w 3079941"/>
                <a:gd name="connsiteY50-3554" fmla="*/ 685554 h 1160647"/>
                <a:gd name="connsiteX51-3555" fmla="*/ 505021 w 3079941"/>
                <a:gd name="connsiteY51-3556" fmla="*/ 672313 h 1160647"/>
                <a:gd name="connsiteX52-3557" fmla="*/ 506795 w 3079941"/>
                <a:gd name="connsiteY52-3558" fmla="*/ 672313 h 1160647"/>
                <a:gd name="connsiteX53-3559" fmla="*/ 519208 w 3079941"/>
                <a:gd name="connsiteY53-3560" fmla="*/ 672313 h 1160647"/>
                <a:gd name="connsiteX54-3561" fmla="*/ 519208 w 3079941"/>
                <a:gd name="connsiteY54-3562" fmla="*/ 696093 h 1160647"/>
                <a:gd name="connsiteX55-3563" fmla="*/ 520222 w 3079941"/>
                <a:gd name="connsiteY55-3564" fmla="*/ 696093 h 1160647"/>
                <a:gd name="connsiteX56-3565" fmla="*/ 527315 w 3079941"/>
                <a:gd name="connsiteY56-3566" fmla="*/ 696093 h 1160647"/>
                <a:gd name="connsiteX57-3567" fmla="*/ 527315 w 3079941"/>
                <a:gd name="connsiteY57-3568" fmla="*/ 695012 h 1160647"/>
                <a:gd name="connsiteX58-3569" fmla="*/ 527315 w 3079941"/>
                <a:gd name="connsiteY58-3570" fmla="*/ 687446 h 1160647"/>
                <a:gd name="connsiteX59-3571" fmla="*/ 529088 w 3079941"/>
                <a:gd name="connsiteY59-3572" fmla="*/ 687446 h 1160647"/>
                <a:gd name="connsiteX60-3573" fmla="*/ 541502 w 3079941"/>
                <a:gd name="connsiteY60-3574" fmla="*/ 687446 h 1160647"/>
                <a:gd name="connsiteX61-3575" fmla="*/ 541502 w 3079941"/>
                <a:gd name="connsiteY61-3576" fmla="*/ 713387 h 1160647"/>
                <a:gd name="connsiteX62-3577" fmla="*/ 543529 w 3079941"/>
                <a:gd name="connsiteY62-3578" fmla="*/ 713387 h 1160647"/>
                <a:gd name="connsiteX63-3579" fmla="*/ 557715 w 3079941"/>
                <a:gd name="connsiteY63-3580" fmla="*/ 713387 h 1160647"/>
                <a:gd name="connsiteX64-3581" fmla="*/ 557715 w 3079941"/>
                <a:gd name="connsiteY64-3582" fmla="*/ 715008 h 1160647"/>
                <a:gd name="connsiteX65-3583" fmla="*/ 557715 w 3079941"/>
                <a:gd name="connsiteY65-3584" fmla="*/ 726358 h 1160647"/>
                <a:gd name="connsiteX66-3585" fmla="*/ 558475 w 3079941"/>
                <a:gd name="connsiteY66-3586" fmla="*/ 726358 h 1160647"/>
                <a:gd name="connsiteX67-3587" fmla="*/ 563796 w 3079941"/>
                <a:gd name="connsiteY67-3588" fmla="*/ 726358 h 1160647"/>
                <a:gd name="connsiteX68-3589" fmla="*/ 563796 w 3079941"/>
                <a:gd name="connsiteY68-3590" fmla="*/ 725547 h 1160647"/>
                <a:gd name="connsiteX69-3591" fmla="*/ 563796 w 3079941"/>
                <a:gd name="connsiteY69-3592" fmla="*/ 719872 h 1160647"/>
                <a:gd name="connsiteX70-3593" fmla="*/ 594196 w 3079941"/>
                <a:gd name="connsiteY70-3594" fmla="*/ 719872 h 1160647"/>
                <a:gd name="connsiteX71-3595" fmla="*/ 594196 w 3079941"/>
                <a:gd name="connsiteY71-3596" fmla="*/ 743652 h 1160647"/>
                <a:gd name="connsiteX72-3597" fmla="*/ 595209 w 3079941"/>
                <a:gd name="connsiteY72-3598" fmla="*/ 743652 h 1160647"/>
                <a:gd name="connsiteX73-3599" fmla="*/ 602303 w 3079941"/>
                <a:gd name="connsiteY73-3600" fmla="*/ 743652 h 1160647"/>
                <a:gd name="connsiteX74-3601" fmla="*/ 602303 w 3079941"/>
                <a:gd name="connsiteY74-3602" fmla="*/ 744733 h 1160647"/>
                <a:gd name="connsiteX75-3603" fmla="*/ 602303 w 3079941"/>
                <a:gd name="connsiteY75-3604" fmla="*/ 752299 h 1160647"/>
                <a:gd name="connsiteX76-3605" fmla="*/ 603063 w 3079941"/>
                <a:gd name="connsiteY76-3606" fmla="*/ 752299 h 1160647"/>
                <a:gd name="connsiteX77-3607" fmla="*/ 608383 w 3079941"/>
                <a:gd name="connsiteY77-3608" fmla="*/ 752299 h 1160647"/>
                <a:gd name="connsiteX78-3609" fmla="*/ 608383 w 3079941"/>
                <a:gd name="connsiteY78-3610" fmla="*/ 750137 h 1160647"/>
                <a:gd name="connsiteX79-3611" fmla="*/ 608383 w 3079941"/>
                <a:gd name="connsiteY79-3612" fmla="*/ 735005 h 1160647"/>
                <a:gd name="connsiteX80-3613" fmla="*/ 609396 w 3079941"/>
                <a:gd name="connsiteY80-3614" fmla="*/ 735005 h 1160647"/>
                <a:gd name="connsiteX81-3615" fmla="*/ 616490 w 3079941"/>
                <a:gd name="connsiteY81-3616" fmla="*/ 735005 h 1160647"/>
                <a:gd name="connsiteX82-3617" fmla="*/ 616490 w 3079941"/>
                <a:gd name="connsiteY82-3618" fmla="*/ 736086 h 1160647"/>
                <a:gd name="connsiteX83-3619" fmla="*/ 616490 w 3079941"/>
                <a:gd name="connsiteY83-3620" fmla="*/ 743652 h 1160647"/>
                <a:gd name="connsiteX84-3621" fmla="*/ 621810 w 3079941"/>
                <a:gd name="connsiteY84-3622" fmla="*/ 741659 h 1160647"/>
                <a:gd name="connsiteX85-3623" fmla="*/ 622570 w 3079941"/>
                <a:gd name="connsiteY85-3624" fmla="*/ 740679 h 1160647"/>
                <a:gd name="connsiteX86-3625" fmla="*/ 622570 w 3079941"/>
                <a:gd name="connsiteY86-3626" fmla="*/ 735005 h 1160647"/>
                <a:gd name="connsiteX87-3627" fmla="*/ 661077 w 3079941"/>
                <a:gd name="connsiteY87-3628" fmla="*/ 735005 h 1160647"/>
                <a:gd name="connsiteX88-3629" fmla="*/ 661077 w 3079941"/>
                <a:gd name="connsiteY88-3630" fmla="*/ 758784 h 1160647"/>
                <a:gd name="connsiteX89-3631" fmla="*/ 663103 w 3079941"/>
                <a:gd name="connsiteY89-3632" fmla="*/ 758784 h 1160647"/>
                <a:gd name="connsiteX90-3633" fmla="*/ 677290 w 3079941"/>
                <a:gd name="connsiteY90-3634" fmla="*/ 758784 h 1160647"/>
                <a:gd name="connsiteX91-3635" fmla="*/ 677290 w 3079941"/>
                <a:gd name="connsiteY91-3636" fmla="*/ 759865 h 1160647"/>
                <a:gd name="connsiteX92-3637" fmla="*/ 677290 w 3079941"/>
                <a:gd name="connsiteY92-3638" fmla="*/ 767431 h 1160647"/>
                <a:gd name="connsiteX93-3639" fmla="*/ 679064 w 3079941"/>
                <a:gd name="connsiteY93-3640" fmla="*/ 767431 h 1160647"/>
                <a:gd name="connsiteX94-3641" fmla="*/ 691477 w 3079941"/>
                <a:gd name="connsiteY94-3642" fmla="*/ 767431 h 1160647"/>
                <a:gd name="connsiteX95-3643" fmla="*/ 691477 w 3079941"/>
                <a:gd name="connsiteY95-3644" fmla="*/ 743652 h 1160647"/>
                <a:gd name="connsiteX96-3645" fmla="*/ 692490 w 3079941"/>
                <a:gd name="connsiteY96-3646" fmla="*/ 743652 h 1160647"/>
                <a:gd name="connsiteX97-3647" fmla="*/ 699584 w 3079941"/>
                <a:gd name="connsiteY97-3648" fmla="*/ 743652 h 1160647"/>
                <a:gd name="connsiteX98-3649" fmla="*/ 699584 w 3079941"/>
                <a:gd name="connsiteY98-3650" fmla="*/ 711225 h 1160647"/>
                <a:gd name="connsiteX99-3651" fmla="*/ 700597 w 3079941"/>
                <a:gd name="connsiteY99-3652" fmla="*/ 711225 h 1160647"/>
                <a:gd name="connsiteX100-3653" fmla="*/ 707691 w 3079941"/>
                <a:gd name="connsiteY100-3654" fmla="*/ 711225 h 1160647"/>
                <a:gd name="connsiteX101-3655" fmla="*/ 707691 w 3079941"/>
                <a:gd name="connsiteY101-3656" fmla="*/ 709334 h 1160647"/>
                <a:gd name="connsiteX102-3657" fmla="*/ 707691 w 3079941"/>
                <a:gd name="connsiteY102-3658" fmla="*/ 696093 h 1160647"/>
                <a:gd name="connsiteX103-3659" fmla="*/ 706424 w 3079941"/>
                <a:gd name="connsiteY103-3660" fmla="*/ 694471 h 1160647"/>
                <a:gd name="connsiteX104-3661" fmla="*/ 711744 w 3079941"/>
                <a:gd name="connsiteY104-3662" fmla="*/ 683122 h 1160647"/>
                <a:gd name="connsiteX105-3663" fmla="*/ 719851 w 3079941"/>
                <a:gd name="connsiteY105-3664" fmla="*/ 711225 h 1160647"/>
                <a:gd name="connsiteX106-3665" fmla="*/ 720611 w 3079941"/>
                <a:gd name="connsiteY106-3666" fmla="*/ 711225 h 1160647"/>
                <a:gd name="connsiteX107-3667" fmla="*/ 725931 w 3079941"/>
                <a:gd name="connsiteY107-3668" fmla="*/ 711225 h 1160647"/>
                <a:gd name="connsiteX108-3669" fmla="*/ 725931 w 3079941"/>
                <a:gd name="connsiteY108-3670" fmla="*/ 605298 h 1160647"/>
                <a:gd name="connsiteX109-3671" fmla="*/ 727451 w 3079941"/>
                <a:gd name="connsiteY109-3672" fmla="*/ 605298 h 1160647"/>
                <a:gd name="connsiteX110-3673" fmla="*/ 738091 w 3079941"/>
                <a:gd name="connsiteY110-3674" fmla="*/ 605298 h 1160647"/>
                <a:gd name="connsiteX111-3675" fmla="*/ 738091 w 3079941"/>
                <a:gd name="connsiteY111-3676" fmla="*/ 557739 h 1160647"/>
                <a:gd name="connsiteX112-3677" fmla="*/ 764438 w 3079941"/>
                <a:gd name="connsiteY112-3678" fmla="*/ 557739 h 1160647"/>
                <a:gd name="connsiteX113-3679" fmla="*/ 764438 w 3079941"/>
                <a:gd name="connsiteY113-3680" fmla="*/ 536121 h 1160647"/>
                <a:gd name="connsiteX114-3681" fmla="*/ 798892 w 3079941"/>
                <a:gd name="connsiteY114-3682" fmla="*/ 536121 h 1160647"/>
                <a:gd name="connsiteX115-3683" fmla="*/ 798892 w 3079941"/>
                <a:gd name="connsiteY115-3684" fmla="*/ 538553 h 1160647"/>
                <a:gd name="connsiteX116-3685" fmla="*/ 798892 w 3079941"/>
                <a:gd name="connsiteY116-3686" fmla="*/ 555577 h 1160647"/>
                <a:gd name="connsiteX117-3687" fmla="*/ 801172 w 3079941"/>
                <a:gd name="connsiteY117-3688" fmla="*/ 555577 h 1160647"/>
                <a:gd name="connsiteX118-3689" fmla="*/ 817132 w 3079941"/>
                <a:gd name="connsiteY118-3690" fmla="*/ 555577 h 1160647"/>
                <a:gd name="connsiteX119-3691" fmla="*/ 817132 w 3079941"/>
                <a:gd name="connsiteY119-3692" fmla="*/ 603136 h 1160647"/>
                <a:gd name="connsiteX120-3693" fmla="*/ 818145 w 3079941"/>
                <a:gd name="connsiteY120-3694" fmla="*/ 603136 h 1160647"/>
                <a:gd name="connsiteX121-3695" fmla="*/ 825239 w 3079941"/>
                <a:gd name="connsiteY121-3696" fmla="*/ 603136 h 1160647"/>
                <a:gd name="connsiteX122-3697" fmla="*/ 839426 w 3079941"/>
                <a:gd name="connsiteY122-3698" fmla="*/ 607460 h 1160647"/>
                <a:gd name="connsiteX123-3699" fmla="*/ 839426 w 3079941"/>
                <a:gd name="connsiteY123-3700" fmla="*/ 646372 h 1160647"/>
                <a:gd name="connsiteX124-3701" fmla="*/ 840439 w 3079941"/>
                <a:gd name="connsiteY124-3702" fmla="*/ 646372 h 1160647"/>
                <a:gd name="connsiteX125-3703" fmla="*/ 847532 w 3079941"/>
                <a:gd name="connsiteY125-3704" fmla="*/ 646372 h 1160647"/>
                <a:gd name="connsiteX126-3705" fmla="*/ 847532 w 3079941"/>
                <a:gd name="connsiteY126-3706" fmla="*/ 647993 h 1160647"/>
                <a:gd name="connsiteX127-3707" fmla="*/ 847532 w 3079941"/>
                <a:gd name="connsiteY127-3708" fmla="*/ 659342 h 1160647"/>
                <a:gd name="connsiteX128-3709" fmla="*/ 849559 w 3079941"/>
                <a:gd name="connsiteY128-3710" fmla="*/ 659342 h 1160647"/>
                <a:gd name="connsiteX129-3711" fmla="*/ 863746 w 3079941"/>
                <a:gd name="connsiteY129-3712" fmla="*/ 659342 h 1160647"/>
                <a:gd name="connsiteX130-3713" fmla="*/ 869826 w 3079941"/>
                <a:gd name="connsiteY130-3714" fmla="*/ 665828 h 1160647"/>
                <a:gd name="connsiteX131-3715" fmla="*/ 869826 w 3079941"/>
                <a:gd name="connsiteY131-3716" fmla="*/ 687446 h 1160647"/>
                <a:gd name="connsiteX132-3717" fmla="*/ 872106 w 3079941"/>
                <a:gd name="connsiteY132-3718" fmla="*/ 687446 h 1160647"/>
                <a:gd name="connsiteX133-3719" fmla="*/ 888066 w 3079941"/>
                <a:gd name="connsiteY133-3720" fmla="*/ 687446 h 1160647"/>
                <a:gd name="connsiteX134-3721" fmla="*/ 888066 w 3079941"/>
                <a:gd name="connsiteY134-3722" fmla="*/ 688526 h 1160647"/>
                <a:gd name="connsiteX135-3723" fmla="*/ 888066 w 3079941"/>
                <a:gd name="connsiteY135-3724" fmla="*/ 696093 h 1160647"/>
                <a:gd name="connsiteX136-3725" fmla="*/ 889333 w 3079941"/>
                <a:gd name="connsiteY136-3726" fmla="*/ 696093 h 1160647"/>
                <a:gd name="connsiteX137-3727" fmla="*/ 898200 w 3079941"/>
                <a:gd name="connsiteY137-3728" fmla="*/ 696093 h 1160647"/>
                <a:gd name="connsiteX138-3729" fmla="*/ 898200 w 3079941"/>
                <a:gd name="connsiteY138-3730" fmla="*/ 698254 h 1160647"/>
                <a:gd name="connsiteX139-3731" fmla="*/ 898200 w 3079941"/>
                <a:gd name="connsiteY139-3732" fmla="*/ 713387 h 1160647"/>
                <a:gd name="connsiteX140-3733" fmla="*/ 902253 w 3079941"/>
                <a:gd name="connsiteY140-3734" fmla="*/ 711495 h 1160647"/>
                <a:gd name="connsiteX141-3735" fmla="*/ 902253 w 3079941"/>
                <a:gd name="connsiteY141-3736" fmla="*/ 698254 h 1160647"/>
                <a:gd name="connsiteX142-3737" fmla="*/ 903266 w 3079941"/>
                <a:gd name="connsiteY142-3738" fmla="*/ 698254 h 1160647"/>
                <a:gd name="connsiteX143-3739" fmla="*/ 910360 w 3079941"/>
                <a:gd name="connsiteY143-3740" fmla="*/ 698254 h 1160647"/>
                <a:gd name="connsiteX144-3741" fmla="*/ 910360 w 3079941"/>
                <a:gd name="connsiteY144-3742" fmla="*/ 699876 h 1160647"/>
                <a:gd name="connsiteX145-3743" fmla="*/ 910360 w 3079941"/>
                <a:gd name="connsiteY145-3744" fmla="*/ 711225 h 1160647"/>
                <a:gd name="connsiteX146-3745" fmla="*/ 911120 w 3079941"/>
                <a:gd name="connsiteY146-3746" fmla="*/ 711225 h 1160647"/>
                <a:gd name="connsiteX147-3747" fmla="*/ 916440 w 3079941"/>
                <a:gd name="connsiteY147-3748" fmla="*/ 711225 h 1160647"/>
                <a:gd name="connsiteX148-3749" fmla="*/ 965080 w 3079941"/>
                <a:gd name="connsiteY148-3750" fmla="*/ 706902 h 1160647"/>
                <a:gd name="connsiteX149-3751" fmla="*/ 965080 w 3079941"/>
                <a:gd name="connsiteY149-3752" fmla="*/ 708253 h 1160647"/>
                <a:gd name="connsiteX150-3753" fmla="*/ 965080 w 3079941"/>
                <a:gd name="connsiteY150-3754" fmla="*/ 717710 h 1160647"/>
                <a:gd name="connsiteX151-3755" fmla="*/ 965840 w 3079941"/>
                <a:gd name="connsiteY151-3756" fmla="*/ 717710 h 1160647"/>
                <a:gd name="connsiteX152-3757" fmla="*/ 971161 w 3079941"/>
                <a:gd name="connsiteY152-3758" fmla="*/ 717710 h 1160647"/>
                <a:gd name="connsiteX153-3759" fmla="*/ 971161 w 3079941"/>
                <a:gd name="connsiteY153-3760" fmla="*/ 719872 h 1160647"/>
                <a:gd name="connsiteX154-3761" fmla="*/ 971161 w 3079941"/>
                <a:gd name="connsiteY154-3762" fmla="*/ 735005 h 1160647"/>
                <a:gd name="connsiteX155-3763" fmla="*/ 973187 w 3079941"/>
                <a:gd name="connsiteY155-3764" fmla="*/ 733654 h 1160647"/>
                <a:gd name="connsiteX156-3765" fmla="*/ 987374 w 3079941"/>
                <a:gd name="connsiteY156-3766" fmla="*/ 724196 h 1160647"/>
                <a:gd name="connsiteX157-3767" fmla="*/ 993454 w 3079941"/>
                <a:gd name="connsiteY157-3768" fmla="*/ 683122 h 1160647"/>
                <a:gd name="connsiteX158-3769" fmla="*/ 994214 w 3079941"/>
                <a:gd name="connsiteY158-3770" fmla="*/ 682852 h 1160647"/>
                <a:gd name="connsiteX159-3771" fmla="*/ 999534 w 3079941"/>
                <a:gd name="connsiteY159-3772" fmla="*/ 680960 h 1160647"/>
                <a:gd name="connsiteX160-3773" fmla="*/ 1001561 w 3079941"/>
                <a:gd name="connsiteY160-3774" fmla="*/ 611783 h 1160647"/>
                <a:gd name="connsiteX161-3775" fmla="*/ 1003588 w 3079941"/>
                <a:gd name="connsiteY161-3776" fmla="*/ 680960 h 1160647"/>
                <a:gd name="connsiteX162-3777" fmla="*/ 1004348 w 3079941"/>
                <a:gd name="connsiteY162-3778" fmla="*/ 681230 h 1160647"/>
                <a:gd name="connsiteX163-3779" fmla="*/ 1009668 w 3079941"/>
                <a:gd name="connsiteY163-3780" fmla="*/ 683122 h 1160647"/>
                <a:gd name="connsiteX164-3781" fmla="*/ 1009668 w 3079941"/>
                <a:gd name="connsiteY164-3782" fmla="*/ 596651 h 1160647"/>
                <a:gd name="connsiteX165-3783" fmla="*/ 1013721 w 3079941"/>
                <a:gd name="connsiteY165-3784" fmla="*/ 564224 h 1160647"/>
                <a:gd name="connsiteX166-3785" fmla="*/ 1052228 w 3079941"/>
                <a:gd name="connsiteY166-3786" fmla="*/ 564224 h 1160647"/>
                <a:gd name="connsiteX167-3787" fmla="*/ 1052228 w 3079941"/>
                <a:gd name="connsiteY167-3788" fmla="*/ 596651 h 1160647"/>
                <a:gd name="connsiteX168-3789" fmla="*/ 1052988 w 3079941"/>
                <a:gd name="connsiteY168-3790" fmla="*/ 596651 h 1160647"/>
                <a:gd name="connsiteX169-3791" fmla="*/ 1058308 w 3079941"/>
                <a:gd name="connsiteY169-3792" fmla="*/ 596651 h 1160647"/>
                <a:gd name="connsiteX170-3793" fmla="*/ 1058308 w 3079941"/>
                <a:gd name="connsiteY170-3794" fmla="*/ 514503 h 1160647"/>
                <a:gd name="connsiteX171-3795" fmla="*/ 1060082 w 3079941"/>
                <a:gd name="connsiteY171-3796" fmla="*/ 514503 h 1160647"/>
                <a:gd name="connsiteX172-3797" fmla="*/ 1072495 w 3079941"/>
                <a:gd name="connsiteY172-3798" fmla="*/ 514503 h 1160647"/>
                <a:gd name="connsiteX173-3799" fmla="*/ 1072495 w 3079941"/>
                <a:gd name="connsiteY173-3800" fmla="*/ 512612 h 1160647"/>
                <a:gd name="connsiteX174-3801" fmla="*/ 1072495 w 3079941"/>
                <a:gd name="connsiteY174-3802" fmla="*/ 499371 h 1160647"/>
                <a:gd name="connsiteX175-3803" fmla="*/ 1094789 w 3079941"/>
                <a:gd name="connsiteY175-3804" fmla="*/ 499371 h 1160647"/>
                <a:gd name="connsiteX176-3805" fmla="*/ 1094789 w 3079941"/>
                <a:gd name="connsiteY176-3806" fmla="*/ 498290 h 1160647"/>
                <a:gd name="connsiteX177-3807" fmla="*/ 1094789 w 3079941"/>
                <a:gd name="connsiteY177-3808" fmla="*/ 490724 h 1160647"/>
                <a:gd name="connsiteX178-3809" fmla="*/ 1096562 w 3079941"/>
                <a:gd name="connsiteY178-3810" fmla="*/ 490724 h 1160647"/>
                <a:gd name="connsiteX179-3811" fmla="*/ 1108976 w 3079941"/>
                <a:gd name="connsiteY179-3812" fmla="*/ 490724 h 1160647"/>
                <a:gd name="connsiteX180-3813" fmla="*/ 1108976 w 3079941"/>
                <a:gd name="connsiteY180-3814" fmla="*/ 491805 h 1160647"/>
                <a:gd name="connsiteX181-3815" fmla="*/ 1108976 w 3079941"/>
                <a:gd name="connsiteY181-3816" fmla="*/ 499371 h 1160647"/>
                <a:gd name="connsiteX182-3817" fmla="*/ 1109736 w 3079941"/>
                <a:gd name="connsiteY182-3818" fmla="*/ 499371 h 1160647"/>
                <a:gd name="connsiteX183-3819" fmla="*/ 1115056 w 3079941"/>
                <a:gd name="connsiteY183-3820" fmla="*/ 499371 h 1160647"/>
                <a:gd name="connsiteX184-3821" fmla="*/ 1125189 w 3079941"/>
                <a:gd name="connsiteY184-3822" fmla="*/ 495047 h 1160647"/>
                <a:gd name="connsiteX185-3823" fmla="*/ 1129242 w 3079941"/>
                <a:gd name="connsiteY185-3824" fmla="*/ 498290 h 1160647"/>
                <a:gd name="connsiteX186-3825" fmla="*/ 1129242 w 3079941"/>
                <a:gd name="connsiteY186-3826" fmla="*/ 490724 h 1160647"/>
                <a:gd name="connsiteX187-3827" fmla="*/ 1131522 w 3079941"/>
                <a:gd name="connsiteY187-3828" fmla="*/ 490724 h 1160647"/>
                <a:gd name="connsiteX188-3829" fmla="*/ 1147483 w 3079941"/>
                <a:gd name="connsiteY188-3830" fmla="*/ 490724 h 1160647"/>
                <a:gd name="connsiteX189-3831" fmla="*/ 1147483 w 3079941"/>
                <a:gd name="connsiteY189-3832" fmla="*/ 491805 h 1160647"/>
                <a:gd name="connsiteX190-3833" fmla="*/ 1147483 w 3079941"/>
                <a:gd name="connsiteY190-3834" fmla="*/ 499371 h 1160647"/>
                <a:gd name="connsiteX191-3835" fmla="*/ 1177883 w 3079941"/>
                <a:gd name="connsiteY191-3836" fmla="*/ 499371 h 1160647"/>
                <a:gd name="connsiteX192-3837" fmla="*/ 1177883 w 3079941"/>
                <a:gd name="connsiteY192-3838" fmla="*/ 500992 h 1160647"/>
                <a:gd name="connsiteX193-3839" fmla="*/ 1177883 w 3079941"/>
                <a:gd name="connsiteY193-3840" fmla="*/ 512342 h 1160647"/>
                <a:gd name="connsiteX194-3841" fmla="*/ 1204230 w 3079941"/>
                <a:gd name="connsiteY194-3842" fmla="*/ 512342 h 1160647"/>
                <a:gd name="connsiteX195-3843" fmla="*/ 1204230 w 3079941"/>
                <a:gd name="connsiteY195-3844" fmla="*/ 542606 h 1160647"/>
                <a:gd name="connsiteX196-3845" fmla="*/ 1204990 w 3079941"/>
                <a:gd name="connsiteY196-3846" fmla="*/ 542606 h 1160647"/>
                <a:gd name="connsiteX197-3847" fmla="*/ 1210310 w 3079941"/>
                <a:gd name="connsiteY197-3848" fmla="*/ 542606 h 1160647"/>
                <a:gd name="connsiteX198-3849" fmla="*/ 1210310 w 3079941"/>
                <a:gd name="connsiteY198-3850" fmla="*/ 543687 h 1160647"/>
                <a:gd name="connsiteX199-3851" fmla="*/ 1210310 w 3079941"/>
                <a:gd name="connsiteY199-3852" fmla="*/ 551254 h 1160647"/>
                <a:gd name="connsiteX200-3853" fmla="*/ 1214364 w 3079941"/>
                <a:gd name="connsiteY200-3854" fmla="*/ 581518 h 1160647"/>
                <a:gd name="connsiteX201-3855" fmla="*/ 1215124 w 3079941"/>
                <a:gd name="connsiteY201-3856" fmla="*/ 581518 h 1160647"/>
                <a:gd name="connsiteX202-3857" fmla="*/ 1220444 w 3079941"/>
                <a:gd name="connsiteY202-3858" fmla="*/ 581518 h 1160647"/>
                <a:gd name="connsiteX203-3859" fmla="*/ 1220444 w 3079941"/>
                <a:gd name="connsiteY203-3860" fmla="*/ 582329 h 1160647"/>
                <a:gd name="connsiteX204-3861" fmla="*/ 1220444 w 3079941"/>
                <a:gd name="connsiteY204-3862" fmla="*/ 588004 h 1160647"/>
                <a:gd name="connsiteX205-3863" fmla="*/ 1221457 w 3079941"/>
                <a:gd name="connsiteY205-3864" fmla="*/ 588004 h 1160647"/>
                <a:gd name="connsiteX206-3865" fmla="*/ 1228550 w 3079941"/>
                <a:gd name="connsiteY206-3866" fmla="*/ 588004 h 1160647"/>
                <a:gd name="connsiteX207-3867" fmla="*/ 1228550 w 3079941"/>
                <a:gd name="connsiteY207-3868" fmla="*/ 618269 h 1160647"/>
                <a:gd name="connsiteX208-3869" fmla="*/ 1230577 w 3079941"/>
                <a:gd name="connsiteY208-3870" fmla="*/ 618269 h 1160647"/>
                <a:gd name="connsiteX209-3871" fmla="*/ 1244764 w 3079941"/>
                <a:gd name="connsiteY209-3872" fmla="*/ 618269 h 1160647"/>
                <a:gd name="connsiteX210-3873" fmla="*/ 1244764 w 3079941"/>
                <a:gd name="connsiteY210-3874" fmla="*/ 642048 h 1160647"/>
                <a:gd name="connsiteX211-3875" fmla="*/ 1246791 w 3079941"/>
                <a:gd name="connsiteY211-3876" fmla="*/ 643669 h 1160647"/>
                <a:gd name="connsiteX212-3877" fmla="*/ 1246791 w 3079941"/>
                <a:gd name="connsiteY212-3878" fmla="*/ 655019 h 1160647"/>
                <a:gd name="connsiteX213-3879" fmla="*/ 1247551 w 3079941"/>
                <a:gd name="connsiteY213-3880" fmla="*/ 655019 h 1160647"/>
                <a:gd name="connsiteX214-3881" fmla="*/ 1252871 w 3079941"/>
                <a:gd name="connsiteY214-3882" fmla="*/ 655019 h 1160647"/>
                <a:gd name="connsiteX215-3883" fmla="*/ 1252871 w 3079941"/>
                <a:gd name="connsiteY215-3884" fmla="*/ 678798 h 1160647"/>
                <a:gd name="connsiteX216-3885" fmla="*/ 1254137 w 3079941"/>
                <a:gd name="connsiteY216-3886" fmla="*/ 678798 h 1160647"/>
                <a:gd name="connsiteX217-3887" fmla="*/ 1263004 w 3079941"/>
                <a:gd name="connsiteY217-3888" fmla="*/ 678798 h 1160647"/>
                <a:gd name="connsiteX218-3889" fmla="*/ 1265031 w 3079941"/>
                <a:gd name="connsiteY218-3890" fmla="*/ 682852 h 1160647"/>
                <a:gd name="connsiteX219-3891" fmla="*/ 1265031 w 3079941"/>
                <a:gd name="connsiteY219-3892" fmla="*/ 696093 h 1160647"/>
                <a:gd name="connsiteX220-3893" fmla="*/ 1266551 w 3079941"/>
                <a:gd name="connsiteY220-3894" fmla="*/ 694201 h 1160647"/>
                <a:gd name="connsiteX221-3895" fmla="*/ 1277191 w 3079941"/>
                <a:gd name="connsiteY221-3896" fmla="*/ 680960 h 1160647"/>
                <a:gd name="connsiteX222-3897" fmla="*/ 1305565 w 3079941"/>
                <a:gd name="connsiteY222-3898" fmla="*/ 680960 h 1160647"/>
                <a:gd name="connsiteX223-3899" fmla="*/ 1305565 w 3079941"/>
                <a:gd name="connsiteY223-3900" fmla="*/ 767431 h 1160647"/>
                <a:gd name="connsiteX224-3901" fmla="*/ 1306325 w 3079941"/>
                <a:gd name="connsiteY224-3902" fmla="*/ 767431 h 1160647"/>
                <a:gd name="connsiteX225-3903" fmla="*/ 1311645 w 3079941"/>
                <a:gd name="connsiteY225-3904" fmla="*/ 767431 h 1160647"/>
                <a:gd name="connsiteX226-3905" fmla="*/ 1312405 w 3079941"/>
                <a:gd name="connsiteY226-3906" fmla="*/ 766080 h 1160647"/>
                <a:gd name="connsiteX227-3907" fmla="*/ 1317725 w 3079941"/>
                <a:gd name="connsiteY227-3908" fmla="*/ 756622 h 1160647"/>
                <a:gd name="connsiteX228-3909" fmla="*/ 1317725 w 3079941"/>
                <a:gd name="connsiteY228-3910" fmla="*/ 758514 h 1160647"/>
                <a:gd name="connsiteX229-3911" fmla="*/ 1317725 w 3079941"/>
                <a:gd name="connsiteY229-3912" fmla="*/ 771755 h 1160647"/>
                <a:gd name="connsiteX230-3913" fmla="*/ 1321778 w 3079941"/>
                <a:gd name="connsiteY230-3914" fmla="*/ 726358 h 1160647"/>
                <a:gd name="connsiteX231-3915" fmla="*/ 1322538 w 3079941"/>
                <a:gd name="connsiteY231-3916" fmla="*/ 726358 h 1160647"/>
                <a:gd name="connsiteX232-3917" fmla="*/ 1327858 w 3079941"/>
                <a:gd name="connsiteY232-3918" fmla="*/ 726358 h 1160647"/>
                <a:gd name="connsiteX233-3919" fmla="*/ 1327858 w 3079941"/>
                <a:gd name="connsiteY233-3920" fmla="*/ 661504 h 1160647"/>
                <a:gd name="connsiteX234-3921" fmla="*/ 1328872 w 3079941"/>
                <a:gd name="connsiteY234-3922" fmla="*/ 661504 h 1160647"/>
                <a:gd name="connsiteX235-3923" fmla="*/ 1335965 w 3079941"/>
                <a:gd name="connsiteY235-3924" fmla="*/ 661504 h 1160647"/>
                <a:gd name="connsiteX236-3925" fmla="*/ 1348125 w 3079941"/>
                <a:gd name="connsiteY236-3926" fmla="*/ 618269 h 1160647"/>
                <a:gd name="connsiteX237-3927" fmla="*/ 1349392 w 3079941"/>
                <a:gd name="connsiteY237-3928" fmla="*/ 618269 h 1160647"/>
                <a:gd name="connsiteX238-3929" fmla="*/ 1358259 w 3079941"/>
                <a:gd name="connsiteY238-3930" fmla="*/ 618269 h 1160647"/>
                <a:gd name="connsiteX239-3931" fmla="*/ 1368392 w 3079941"/>
                <a:gd name="connsiteY239-3932" fmla="*/ 661504 h 1160647"/>
                <a:gd name="connsiteX240-3933" fmla="*/ 1369405 w 3079941"/>
                <a:gd name="connsiteY240-3934" fmla="*/ 661504 h 1160647"/>
                <a:gd name="connsiteX241-3935" fmla="*/ 1376499 w 3079941"/>
                <a:gd name="connsiteY241-3936" fmla="*/ 661504 h 1160647"/>
                <a:gd name="connsiteX242-3937" fmla="*/ 1376499 w 3079941"/>
                <a:gd name="connsiteY242-3938" fmla="*/ 700416 h 1160647"/>
                <a:gd name="connsiteX243-3939" fmla="*/ 1378272 w 3079941"/>
                <a:gd name="connsiteY243-3940" fmla="*/ 700416 h 1160647"/>
                <a:gd name="connsiteX244-3941" fmla="*/ 1390686 w 3079941"/>
                <a:gd name="connsiteY244-3942" fmla="*/ 700416 h 1160647"/>
                <a:gd name="connsiteX245-3943" fmla="*/ 1390686 w 3079941"/>
                <a:gd name="connsiteY245-3944" fmla="*/ 702578 h 1160647"/>
                <a:gd name="connsiteX246-3945" fmla="*/ 1390686 w 3079941"/>
                <a:gd name="connsiteY246-3946" fmla="*/ 717710 h 1160647"/>
                <a:gd name="connsiteX247-3947" fmla="*/ 1394739 w 3079941"/>
                <a:gd name="connsiteY247-3948" fmla="*/ 715549 h 1160647"/>
                <a:gd name="connsiteX248-3949" fmla="*/ 1394739 w 3079941"/>
                <a:gd name="connsiteY248-3950" fmla="*/ 700416 h 1160647"/>
                <a:gd name="connsiteX249-3951" fmla="*/ 1396259 w 3079941"/>
                <a:gd name="connsiteY249-3952" fmla="*/ 700416 h 1160647"/>
                <a:gd name="connsiteX250-3953" fmla="*/ 1406899 w 3079941"/>
                <a:gd name="connsiteY250-3954" fmla="*/ 700416 h 1160647"/>
                <a:gd name="connsiteX251-3955" fmla="*/ 1406899 w 3079941"/>
                <a:gd name="connsiteY251-3956" fmla="*/ 702037 h 1160647"/>
                <a:gd name="connsiteX252-3957" fmla="*/ 1406899 w 3079941"/>
                <a:gd name="connsiteY252-3958" fmla="*/ 713387 h 1160647"/>
                <a:gd name="connsiteX253-3959" fmla="*/ 1437300 w 3079941"/>
                <a:gd name="connsiteY253-3960" fmla="*/ 713387 h 1160647"/>
                <a:gd name="connsiteX254-3961" fmla="*/ 1437300 w 3079941"/>
                <a:gd name="connsiteY254-3962" fmla="*/ 676637 h 1160647"/>
                <a:gd name="connsiteX255-3963" fmla="*/ 1438566 w 3079941"/>
                <a:gd name="connsiteY255-3964" fmla="*/ 676637 h 1160647"/>
                <a:gd name="connsiteX256-3965" fmla="*/ 1447433 w 3079941"/>
                <a:gd name="connsiteY256-3966" fmla="*/ 676637 h 1160647"/>
                <a:gd name="connsiteX257-3967" fmla="*/ 1447433 w 3079941"/>
                <a:gd name="connsiteY257-3968" fmla="*/ 698254 h 1160647"/>
                <a:gd name="connsiteX258-3969" fmla="*/ 1449460 w 3079941"/>
                <a:gd name="connsiteY258-3970" fmla="*/ 665828 h 1160647"/>
                <a:gd name="connsiteX259-3971" fmla="*/ 1471753 w 3079941"/>
                <a:gd name="connsiteY259-3972" fmla="*/ 665828 h 1160647"/>
                <a:gd name="connsiteX260-3973" fmla="*/ 1471753 w 3079941"/>
                <a:gd name="connsiteY260-3974" fmla="*/ 664206 h 1160647"/>
                <a:gd name="connsiteX261-3975" fmla="*/ 1471753 w 3079941"/>
                <a:gd name="connsiteY261-3976" fmla="*/ 652857 h 1160647"/>
                <a:gd name="connsiteX262-3977" fmla="*/ 1472513 w 3079941"/>
                <a:gd name="connsiteY262-3978" fmla="*/ 652857 h 1160647"/>
                <a:gd name="connsiteX263-3979" fmla="*/ 1477833 w 3079941"/>
                <a:gd name="connsiteY263-3980" fmla="*/ 652857 h 1160647"/>
                <a:gd name="connsiteX264-3981" fmla="*/ 1477833 w 3079941"/>
                <a:gd name="connsiteY264-3982" fmla="*/ 650966 h 1160647"/>
                <a:gd name="connsiteX265-3983" fmla="*/ 1477833 w 3079941"/>
                <a:gd name="connsiteY265-3984" fmla="*/ 637725 h 1160647"/>
                <a:gd name="connsiteX266-3985" fmla="*/ 1481887 w 3079941"/>
                <a:gd name="connsiteY266-3986" fmla="*/ 644210 h 1160647"/>
                <a:gd name="connsiteX267-3987" fmla="*/ 1484167 w 3079941"/>
                <a:gd name="connsiteY267-3988" fmla="*/ 644210 h 1160647"/>
                <a:gd name="connsiteX268-3989" fmla="*/ 1500127 w 3079941"/>
                <a:gd name="connsiteY268-3990" fmla="*/ 644210 h 1160647"/>
                <a:gd name="connsiteX269-3991" fmla="*/ 1500127 w 3079941"/>
                <a:gd name="connsiteY269-3992" fmla="*/ 643399 h 1160647"/>
                <a:gd name="connsiteX270-3993" fmla="*/ 1500127 w 3079941"/>
                <a:gd name="connsiteY270-3994" fmla="*/ 637725 h 1160647"/>
                <a:gd name="connsiteX271-3995" fmla="*/ 1500887 w 3079941"/>
                <a:gd name="connsiteY271-3996" fmla="*/ 637725 h 1160647"/>
                <a:gd name="connsiteX272-3997" fmla="*/ 1506207 w 3079941"/>
                <a:gd name="connsiteY272-3998" fmla="*/ 637725 h 1160647"/>
                <a:gd name="connsiteX273-3999" fmla="*/ 1506207 w 3079941"/>
                <a:gd name="connsiteY273-4000" fmla="*/ 639076 h 1160647"/>
                <a:gd name="connsiteX274-4001" fmla="*/ 1506207 w 3079941"/>
                <a:gd name="connsiteY274-4002" fmla="*/ 648534 h 1160647"/>
                <a:gd name="connsiteX275-4003" fmla="*/ 1544714 w 3079941"/>
                <a:gd name="connsiteY275-4004" fmla="*/ 648534 h 1160647"/>
                <a:gd name="connsiteX276-4005" fmla="*/ 1544714 w 3079941"/>
                <a:gd name="connsiteY276-4006" fmla="*/ 786887 h 1160647"/>
                <a:gd name="connsiteX277-4007" fmla="*/ 1546234 w 3079941"/>
                <a:gd name="connsiteY277-4008" fmla="*/ 786887 h 1160647"/>
                <a:gd name="connsiteX278-4009" fmla="*/ 1556874 w 3079941"/>
                <a:gd name="connsiteY278-4010" fmla="*/ 786887 h 1160647"/>
                <a:gd name="connsiteX279-4011" fmla="*/ 1556874 w 3079941"/>
                <a:gd name="connsiteY279-4012" fmla="*/ 773917 h 1160647"/>
                <a:gd name="connsiteX280-4013" fmla="*/ 1560928 w 3079941"/>
                <a:gd name="connsiteY280-4014" fmla="*/ 773917 h 1160647"/>
                <a:gd name="connsiteX281-4015" fmla="*/ 1560928 w 3079941"/>
                <a:gd name="connsiteY281-4016" fmla="*/ 786887 h 1160647"/>
                <a:gd name="connsiteX282-4017" fmla="*/ 1591328 w 3079941"/>
                <a:gd name="connsiteY282-4018" fmla="*/ 786887 h 1160647"/>
                <a:gd name="connsiteX283-4019" fmla="*/ 1591328 w 3079941"/>
                <a:gd name="connsiteY283-4020" fmla="*/ 756622 h 1160647"/>
                <a:gd name="connsiteX284-4021" fmla="*/ 1603488 w 3079941"/>
                <a:gd name="connsiteY284-4022" fmla="*/ 756622 h 1160647"/>
                <a:gd name="connsiteX285-4023" fmla="*/ 1615648 w 3079941"/>
                <a:gd name="connsiteY285-4024" fmla="*/ 754461 h 1160647"/>
                <a:gd name="connsiteX286-4025" fmla="*/ 1619702 w 3079941"/>
                <a:gd name="connsiteY286-4026" fmla="*/ 756622 h 1160647"/>
                <a:gd name="connsiteX287-4027" fmla="*/ 1629835 w 3079941"/>
                <a:gd name="connsiteY287-4028" fmla="*/ 756622 h 1160647"/>
                <a:gd name="connsiteX288-4029" fmla="*/ 1629835 w 3079941"/>
                <a:gd name="connsiteY288-4030" fmla="*/ 786887 h 1160647"/>
                <a:gd name="connsiteX289-4031" fmla="*/ 1637942 w 3079941"/>
                <a:gd name="connsiteY289-4032" fmla="*/ 786887 h 1160647"/>
                <a:gd name="connsiteX290-4033" fmla="*/ 1637942 w 3079941"/>
                <a:gd name="connsiteY290-4034" fmla="*/ 804182 h 1160647"/>
                <a:gd name="connsiteX291-4035" fmla="*/ 1647278 w 3079941"/>
                <a:gd name="connsiteY291-4036" fmla="*/ 805087 h 1160647"/>
                <a:gd name="connsiteX292-4037" fmla="*/ 1660236 w 3079941"/>
                <a:gd name="connsiteY292-4038" fmla="*/ 805087 h 1160647"/>
                <a:gd name="connsiteX293-4039" fmla="*/ 1660236 w 3079941"/>
                <a:gd name="connsiteY293-4040" fmla="*/ 789049 h 1160647"/>
                <a:gd name="connsiteX294-4041" fmla="*/ 1728192 w 3079941"/>
                <a:gd name="connsiteY294-4042" fmla="*/ 789049 h 1160647"/>
                <a:gd name="connsiteX295-4043" fmla="*/ 1728192 w 3079941"/>
                <a:gd name="connsiteY295-4044" fmla="*/ 703796 h 1160647"/>
                <a:gd name="connsiteX296-4045" fmla="*/ 1800200 w 3079941"/>
                <a:gd name="connsiteY296-4046" fmla="*/ 703796 h 1160647"/>
                <a:gd name="connsiteX297-4047" fmla="*/ 1800200 w 3079941"/>
                <a:gd name="connsiteY297-4048" fmla="*/ 782564 h 1160647"/>
                <a:gd name="connsiteX298-4049" fmla="*/ 1802104 w 3079941"/>
                <a:gd name="connsiteY298-4050" fmla="*/ 782564 h 1160647"/>
                <a:gd name="connsiteX299-4051" fmla="*/ 1803346 w 3079941"/>
                <a:gd name="connsiteY299-4052" fmla="*/ 805087 h 1160647"/>
                <a:gd name="connsiteX300-4053" fmla="*/ 1813022 w 3079941"/>
                <a:gd name="connsiteY300-4054" fmla="*/ 805087 h 1160647"/>
                <a:gd name="connsiteX301-4055" fmla="*/ 1814264 w 3079941"/>
                <a:gd name="connsiteY301-4056" fmla="*/ 782564 h 1160647"/>
                <a:gd name="connsiteX302-4057" fmla="*/ 1820344 w 3079941"/>
                <a:gd name="connsiteY302-4058" fmla="*/ 782564 h 1160647"/>
                <a:gd name="connsiteX303-4059" fmla="*/ 1821586 w 3079941"/>
                <a:gd name="connsiteY303-4060" fmla="*/ 805087 h 1160647"/>
                <a:gd name="connsiteX304-4061" fmla="*/ 1872208 w 3079941"/>
                <a:gd name="connsiteY304-4062" fmla="*/ 805087 h 1160647"/>
                <a:gd name="connsiteX305-4063" fmla="*/ 1872208 w 3079941"/>
                <a:gd name="connsiteY305-4064" fmla="*/ 642059 h 1160647"/>
                <a:gd name="connsiteX306-4065" fmla="*/ 2069535 w 3079941"/>
                <a:gd name="connsiteY306-4066" fmla="*/ 642059 h 1160647"/>
                <a:gd name="connsiteX307-4067" fmla="*/ 2069535 w 3079941"/>
                <a:gd name="connsiteY307-4068" fmla="*/ 805087 h 1160647"/>
                <a:gd name="connsiteX308-4069" fmla="*/ 2088232 w 3079941"/>
                <a:gd name="connsiteY308-4070" fmla="*/ 805087 h 1160647"/>
                <a:gd name="connsiteX309-4071" fmla="*/ 2088232 w 3079941"/>
                <a:gd name="connsiteY309-4072" fmla="*/ 722394 h 1160647"/>
                <a:gd name="connsiteX310-4073" fmla="*/ 2183352 w 3079941"/>
                <a:gd name="connsiteY310-4074" fmla="*/ 722394 h 1160647"/>
                <a:gd name="connsiteX311-4075" fmla="*/ 2195282 w 3079941"/>
                <a:gd name="connsiteY311-4076" fmla="*/ 404253 h 1160647"/>
                <a:gd name="connsiteX312-4077" fmla="*/ 2183122 w 3079941"/>
                <a:gd name="connsiteY312-4078" fmla="*/ 382635 h 1160647"/>
                <a:gd name="connsiteX313-4079" fmla="*/ 2177042 w 3079941"/>
                <a:gd name="connsiteY313-4080" fmla="*/ 378311 h 1160647"/>
                <a:gd name="connsiteX314-4081" fmla="*/ 2185149 w 3079941"/>
                <a:gd name="connsiteY314-4082" fmla="*/ 354532 h 1160647"/>
                <a:gd name="connsiteX315-4083" fmla="*/ 2185149 w 3079941"/>
                <a:gd name="connsiteY315-4084" fmla="*/ 337238 h 1160647"/>
                <a:gd name="connsiteX316-4085" fmla="*/ 2199336 w 3079941"/>
                <a:gd name="connsiteY316-4086" fmla="*/ 337238 h 1160647"/>
                <a:gd name="connsiteX317-4087" fmla="*/ 2199336 w 3079941"/>
                <a:gd name="connsiteY317-4088" fmla="*/ 315620 h 1160647"/>
                <a:gd name="connsiteX318-4089" fmla="*/ 2201362 w 3079941"/>
                <a:gd name="connsiteY318-4090" fmla="*/ 311296 h 1160647"/>
                <a:gd name="connsiteX319-4091" fmla="*/ 2201362 w 3079941"/>
                <a:gd name="connsiteY319-4092" fmla="*/ 233472 h 1160647"/>
                <a:gd name="connsiteX320-4093" fmla="*/ 2199336 w 3079941"/>
                <a:gd name="connsiteY320-4094" fmla="*/ 226987 h 1160647"/>
                <a:gd name="connsiteX321-4095" fmla="*/ 2205416 w 3079941"/>
                <a:gd name="connsiteY321-4096" fmla="*/ 220501 h 1160647"/>
                <a:gd name="connsiteX322-4097" fmla="*/ 2205416 w 3079941"/>
                <a:gd name="connsiteY322-4098" fmla="*/ 162133 h 1160647"/>
                <a:gd name="connsiteX323-4099" fmla="*/ 2207442 w 3079941"/>
                <a:gd name="connsiteY323-4100" fmla="*/ 157810 h 1160647"/>
                <a:gd name="connsiteX324-4101" fmla="*/ 2207442 w 3079941"/>
                <a:gd name="connsiteY324-4102" fmla="*/ 101604 h 1160647"/>
                <a:gd name="connsiteX325-4103" fmla="*/ 2209469 w 3079941"/>
                <a:gd name="connsiteY325-4104" fmla="*/ 82148 h 1160647"/>
                <a:gd name="connsiteX326-4105" fmla="*/ 2213523 w 3079941"/>
                <a:gd name="connsiteY326-4106" fmla="*/ 99442 h 1160647"/>
                <a:gd name="connsiteX327-4107" fmla="*/ 2215549 w 3079941"/>
                <a:gd name="connsiteY327-4108" fmla="*/ 157810 h 1160647"/>
                <a:gd name="connsiteX328-4109" fmla="*/ 2217576 w 3079941"/>
                <a:gd name="connsiteY328-4110" fmla="*/ 220501 h 1160647"/>
                <a:gd name="connsiteX329-4111" fmla="*/ 2223656 w 3079941"/>
                <a:gd name="connsiteY329-4112" fmla="*/ 226987 h 1160647"/>
                <a:gd name="connsiteX330-4113" fmla="*/ 2221629 w 3079941"/>
                <a:gd name="connsiteY330-4114" fmla="*/ 233472 h 1160647"/>
                <a:gd name="connsiteX331-4115" fmla="*/ 2221629 w 3079941"/>
                <a:gd name="connsiteY331-4116" fmla="*/ 311296 h 1160647"/>
                <a:gd name="connsiteX332-4117" fmla="*/ 2223656 w 3079941"/>
                <a:gd name="connsiteY332-4118" fmla="*/ 315620 h 1160647"/>
                <a:gd name="connsiteX333-4119" fmla="*/ 2223656 w 3079941"/>
                <a:gd name="connsiteY333-4120" fmla="*/ 337238 h 1160647"/>
                <a:gd name="connsiteX334-4121" fmla="*/ 2237843 w 3079941"/>
                <a:gd name="connsiteY334-4122" fmla="*/ 337238 h 1160647"/>
                <a:gd name="connsiteX335-4123" fmla="*/ 2237843 w 3079941"/>
                <a:gd name="connsiteY335-4124" fmla="*/ 354532 h 1160647"/>
                <a:gd name="connsiteX336-4125" fmla="*/ 2245950 w 3079941"/>
                <a:gd name="connsiteY336-4126" fmla="*/ 378311 h 1160647"/>
                <a:gd name="connsiteX337-4127" fmla="*/ 2239870 w 3079941"/>
                <a:gd name="connsiteY337-4128" fmla="*/ 382635 h 1160647"/>
                <a:gd name="connsiteX338-4129" fmla="*/ 2227709 w 3079941"/>
                <a:gd name="connsiteY338-4130" fmla="*/ 404253 h 1160647"/>
                <a:gd name="connsiteX339-4131" fmla="*/ 2235816 w 3079941"/>
                <a:gd name="connsiteY339-4132" fmla="*/ 657181 h 1160647"/>
                <a:gd name="connsiteX340-4133" fmla="*/ 2300670 w 3079941"/>
                <a:gd name="connsiteY340-4134" fmla="*/ 657181 h 1160647"/>
                <a:gd name="connsiteX341-4135" fmla="*/ 2300670 w 3079941"/>
                <a:gd name="connsiteY341-4136" fmla="*/ 732843 h 1160647"/>
                <a:gd name="connsiteX342-4137" fmla="*/ 2308777 w 3079941"/>
                <a:gd name="connsiteY342-4138" fmla="*/ 732843 h 1160647"/>
                <a:gd name="connsiteX343-4139" fmla="*/ 2310804 w 3079941"/>
                <a:gd name="connsiteY343-4140" fmla="*/ 726358 h 1160647"/>
                <a:gd name="connsiteX344-4141" fmla="*/ 2316884 w 3079941"/>
                <a:gd name="connsiteY344-4142" fmla="*/ 726358 h 1160647"/>
                <a:gd name="connsiteX345-4143" fmla="*/ 2318911 w 3079941"/>
                <a:gd name="connsiteY345-4144" fmla="*/ 735005 h 1160647"/>
                <a:gd name="connsiteX346-4145" fmla="*/ 2331071 w 3079941"/>
                <a:gd name="connsiteY346-4146" fmla="*/ 735005 h 1160647"/>
                <a:gd name="connsiteX347-4147" fmla="*/ 2331071 w 3079941"/>
                <a:gd name="connsiteY347-4148" fmla="*/ 728519 h 1160647"/>
                <a:gd name="connsiteX348-4149" fmla="*/ 2353364 w 3079941"/>
                <a:gd name="connsiteY348-4150" fmla="*/ 728519 h 1160647"/>
                <a:gd name="connsiteX349-4151" fmla="*/ 2353364 w 3079941"/>
                <a:gd name="connsiteY349-4152" fmla="*/ 735005 h 1160647"/>
                <a:gd name="connsiteX350-4153" fmla="*/ 2373631 w 3079941"/>
                <a:gd name="connsiteY350-4154" fmla="*/ 735005 h 1160647"/>
                <a:gd name="connsiteX351-4155" fmla="*/ 2373631 w 3079941"/>
                <a:gd name="connsiteY351-4156" fmla="*/ 780402 h 1160647"/>
                <a:gd name="connsiteX352-4157" fmla="*/ 2387818 w 3079941"/>
                <a:gd name="connsiteY352-4158" fmla="*/ 780402 h 1160647"/>
                <a:gd name="connsiteX353-4159" fmla="*/ 2387818 w 3079941"/>
                <a:gd name="connsiteY353-4160" fmla="*/ 767431 h 1160647"/>
                <a:gd name="connsiteX354-4161" fmla="*/ 2404032 w 3079941"/>
                <a:gd name="connsiteY354-4162" fmla="*/ 767431 h 1160647"/>
                <a:gd name="connsiteX355-4163" fmla="*/ 2404032 w 3079941"/>
                <a:gd name="connsiteY355-4164" fmla="*/ 588004 h 1160647"/>
                <a:gd name="connsiteX356-4165" fmla="*/ 2410112 w 3079941"/>
                <a:gd name="connsiteY356-4166" fmla="*/ 581518 h 1160647"/>
                <a:gd name="connsiteX357-4167" fmla="*/ 2483073 w 3079941"/>
                <a:gd name="connsiteY357-4168" fmla="*/ 581518 h 1160647"/>
                <a:gd name="connsiteX358-4169" fmla="*/ 2483073 w 3079941"/>
                <a:gd name="connsiteY358-4170" fmla="*/ 590166 h 1160647"/>
                <a:gd name="connsiteX359-4171" fmla="*/ 2493206 w 3079941"/>
                <a:gd name="connsiteY359-4172" fmla="*/ 590166 h 1160647"/>
                <a:gd name="connsiteX360-4173" fmla="*/ 2493206 w 3079941"/>
                <a:gd name="connsiteY360-4174" fmla="*/ 704740 h 1160647"/>
                <a:gd name="connsiteX361-4175" fmla="*/ 2515500 w 3079941"/>
                <a:gd name="connsiteY361-4176" fmla="*/ 704740 h 1160647"/>
                <a:gd name="connsiteX362-4177" fmla="*/ 2515500 w 3079941"/>
                <a:gd name="connsiteY362-4178" fmla="*/ 637725 h 1160647"/>
                <a:gd name="connsiteX363-4179" fmla="*/ 2541847 w 3079941"/>
                <a:gd name="connsiteY363-4180" fmla="*/ 637725 h 1160647"/>
                <a:gd name="connsiteX364-4181" fmla="*/ 2545900 w 3079941"/>
                <a:gd name="connsiteY364-4182" fmla="*/ 633401 h 1160647"/>
                <a:gd name="connsiteX365-4183" fmla="*/ 2554007 w 3079941"/>
                <a:gd name="connsiteY365-4184" fmla="*/ 633401 h 1160647"/>
                <a:gd name="connsiteX366-4185" fmla="*/ 2558060 w 3079941"/>
                <a:gd name="connsiteY366-4186" fmla="*/ 637725 h 1160647"/>
                <a:gd name="connsiteX367-4187" fmla="*/ 2580354 w 3079941"/>
                <a:gd name="connsiteY367-4188" fmla="*/ 637725 h 1160647"/>
                <a:gd name="connsiteX368-4189" fmla="*/ 2580354 w 3079941"/>
                <a:gd name="connsiteY368-4190" fmla="*/ 520989 h 1160647"/>
                <a:gd name="connsiteX369-4191" fmla="*/ 2637101 w 3079941"/>
                <a:gd name="connsiteY369-4192" fmla="*/ 510180 h 1160647"/>
                <a:gd name="connsiteX370-4193" fmla="*/ 2637101 w 3079941"/>
                <a:gd name="connsiteY370-4194" fmla="*/ 511261 h 1160647"/>
                <a:gd name="connsiteX371-4195" fmla="*/ 2637101 w 3079941"/>
                <a:gd name="connsiteY371-4196" fmla="*/ 518827 h 1160647"/>
                <a:gd name="connsiteX372-4197" fmla="*/ 2663448 w 3079941"/>
                <a:gd name="connsiteY372-4198" fmla="*/ 518827 h 1160647"/>
                <a:gd name="connsiteX373-4199" fmla="*/ 2663448 w 3079941"/>
                <a:gd name="connsiteY373-4200" fmla="*/ 773917 h 1160647"/>
                <a:gd name="connsiteX374-4201" fmla="*/ 2685742 w 3079941"/>
                <a:gd name="connsiteY374-4202" fmla="*/ 773917 h 1160647"/>
                <a:gd name="connsiteX375-4203" fmla="*/ 2685742 w 3079941"/>
                <a:gd name="connsiteY375-4204" fmla="*/ 769593 h 1160647"/>
                <a:gd name="connsiteX376-4205" fmla="*/ 2697902 w 3079941"/>
                <a:gd name="connsiteY376-4206" fmla="*/ 769593 h 1160647"/>
                <a:gd name="connsiteX377-4207" fmla="*/ 2697902 w 3079941"/>
                <a:gd name="connsiteY377-4208" fmla="*/ 773917 h 1160647"/>
                <a:gd name="connsiteX378-4209" fmla="*/ 2722222 w 3079941"/>
                <a:gd name="connsiteY378-4210" fmla="*/ 773917 h 1160647"/>
                <a:gd name="connsiteX379-4211" fmla="*/ 2722222 w 3079941"/>
                <a:gd name="connsiteY379-4212" fmla="*/ 760946 h 1160647"/>
                <a:gd name="connsiteX380-4213" fmla="*/ 2750596 w 3079941"/>
                <a:gd name="connsiteY380-4214" fmla="*/ 760946 h 1160647"/>
                <a:gd name="connsiteX381-4215" fmla="*/ 2762756 w 3079941"/>
                <a:gd name="connsiteY381-4216" fmla="*/ 756622 h 1160647"/>
                <a:gd name="connsiteX382-4217" fmla="*/ 2783023 w 3079941"/>
                <a:gd name="connsiteY382-4218" fmla="*/ 760946 h 1160647"/>
                <a:gd name="connsiteX383-4219" fmla="*/ 2783023 w 3079941"/>
                <a:gd name="connsiteY383-4220" fmla="*/ 743652 h 1160647"/>
                <a:gd name="connsiteX384-4221" fmla="*/ 2791130 w 3079941"/>
                <a:gd name="connsiteY384-4222" fmla="*/ 743652 h 1160647"/>
                <a:gd name="connsiteX385-4223" fmla="*/ 2791130 w 3079941"/>
                <a:gd name="connsiteY385-4224" fmla="*/ 730681 h 1160647"/>
                <a:gd name="connsiteX386-4225" fmla="*/ 2847877 w 3079941"/>
                <a:gd name="connsiteY386-4226" fmla="*/ 730681 h 1160647"/>
                <a:gd name="connsiteX387-4227" fmla="*/ 2847877 w 3079941"/>
                <a:gd name="connsiteY387-4228" fmla="*/ 700416 h 1160647"/>
                <a:gd name="connsiteX388-4229" fmla="*/ 2866117 w 3079941"/>
                <a:gd name="connsiteY388-4230" fmla="*/ 700416 h 1160647"/>
                <a:gd name="connsiteX389-4231" fmla="*/ 2866117 w 3079941"/>
                <a:gd name="connsiteY389-4232" fmla="*/ 693931 h 1160647"/>
                <a:gd name="connsiteX390-4233" fmla="*/ 2878277 w 3079941"/>
                <a:gd name="connsiteY390-4234" fmla="*/ 693931 h 1160647"/>
                <a:gd name="connsiteX391-4235" fmla="*/ 2878277 w 3079941"/>
                <a:gd name="connsiteY391-4236" fmla="*/ 700416 h 1160647"/>
                <a:gd name="connsiteX392-4237" fmla="*/ 2894491 w 3079941"/>
                <a:gd name="connsiteY392-4238" fmla="*/ 700416 h 1160647"/>
                <a:gd name="connsiteX393-4239" fmla="*/ 2894491 w 3079941"/>
                <a:gd name="connsiteY393-4240" fmla="*/ 750137 h 1160647"/>
                <a:gd name="connsiteX394-4241" fmla="*/ 2926918 w 3079941"/>
                <a:gd name="connsiteY394-4242" fmla="*/ 750137 h 1160647"/>
                <a:gd name="connsiteX395-4243" fmla="*/ 2926918 w 3079941"/>
                <a:gd name="connsiteY395-4244" fmla="*/ 724196 h 1160647"/>
                <a:gd name="connsiteX396-4245" fmla="*/ 2965425 w 3079941"/>
                <a:gd name="connsiteY396-4246" fmla="*/ 724196 h 1160647"/>
                <a:gd name="connsiteX397-4247" fmla="*/ 2965425 w 3079941"/>
                <a:gd name="connsiteY397-4248" fmla="*/ 693931 h 1160647"/>
                <a:gd name="connsiteX398-4249" fmla="*/ 3014066 w 3079941"/>
                <a:gd name="connsiteY398-4250" fmla="*/ 693931 h 1160647"/>
                <a:gd name="connsiteX399-4251" fmla="*/ 3014066 w 3079941"/>
                <a:gd name="connsiteY399-4252" fmla="*/ 805087 h 1160647"/>
                <a:gd name="connsiteX400-4253" fmla="*/ 3014066 w 3079941"/>
                <a:gd name="connsiteY400-4254" fmla="*/ 818866 h 1160647"/>
                <a:gd name="connsiteX401-4255" fmla="*/ 3079941 w 3079941"/>
                <a:gd name="connsiteY401-4256" fmla="*/ 818866 h 1160647"/>
                <a:gd name="connsiteX402-4257" fmla="*/ 3079941 w 3079941"/>
                <a:gd name="connsiteY402-4258" fmla="*/ 1160647 h 1160647"/>
                <a:gd name="connsiteX403-4259" fmla="*/ 200958 w 3079941"/>
                <a:gd name="connsiteY403-4260" fmla="*/ 1160647 h 1160647"/>
                <a:gd name="connsiteX404-4261" fmla="*/ 0 w 3079941"/>
                <a:gd name="connsiteY404-4262" fmla="*/ 1126882 h 1160647"/>
                <a:gd name="connsiteX405-4263" fmla="*/ 0 w 3079941"/>
                <a:gd name="connsiteY405-4264" fmla="*/ 915339 h 1160647"/>
                <a:gd name="connsiteX406-4265" fmla="*/ 103377 w 3079941"/>
                <a:gd name="connsiteY406-4266" fmla="*/ 915339 h 1160647"/>
                <a:gd name="connsiteX407-4267" fmla="*/ 55096 w 3079941"/>
                <a:gd name="connsiteY407-4268" fmla="*/ 886329 h 1160647"/>
                <a:gd name="connsiteX408-4269" fmla="*/ 55096 w 3079941"/>
                <a:gd name="connsiteY408-4270" fmla="*/ 724196 h 1160647"/>
                <a:gd name="connsiteX409-4271" fmla="*/ 75363 w 3079941"/>
                <a:gd name="connsiteY409-4272" fmla="*/ 724196 h 1160647"/>
                <a:gd name="connsiteX410-4273" fmla="*/ 75870 w 3079941"/>
                <a:gd name="connsiteY410-4274" fmla="*/ 723115 h 1160647"/>
                <a:gd name="connsiteX411-4275" fmla="*/ 79416 w 3079941"/>
                <a:gd name="connsiteY411-4276" fmla="*/ 715549 h 1160647"/>
                <a:gd name="connsiteX412-4277" fmla="*/ 81190 w 3079941"/>
                <a:gd name="connsiteY412-4278" fmla="*/ 715819 h 1160647"/>
                <a:gd name="connsiteX413-4279" fmla="*/ 93603 w 3079941"/>
                <a:gd name="connsiteY413-4280" fmla="*/ 717710 h 1160647"/>
                <a:gd name="connsiteX414-4281" fmla="*/ 94110 w 3079941"/>
                <a:gd name="connsiteY414-4282" fmla="*/ 719062 h 1160647"/>
                <a:gd name="connsiteX415-4283" fmla="*/ 97656 w 3079941"/>
                <a:gd name="connsiteY415-4284" fmla="*/ 728519 h 1160647"/>
                <a:gd name="connsiteX416-4285" fmla="*/ 124003 w 3079941"/>
                <a:gd name="connsiteY416-4286" fmla="*/ 730681 h 1160647"/>
                <a:gd name="connsiteX417-4287" fmla="*/ 124003 w 3079941"/>
                <a:gd name="connsiteY417-4288" fmla="*/ 607460 h 1160647"/>
                <a:gd name="connsiteX418-4289" fmla="*/ 126030 w 3079941"/>
                <a:gd name="connsiteY418-4290" fmla="*/ 607460 h 1160647"/>
                <a:gd name="connsiteX419-4291" fmla="*/ 140217 w 3079941"/>
                <a:gd name="connsiteY419-4292" fmla="*/ 607460 h 1160647"/>
                <a:gd name="connsiteX420-4293" fmla="*/ 140217 w 3079941"/>
                <a:gd name="connsiteY420-4294" fmla="*/ 471268 h 1160647"/>
                <a:gd name="connsiteX421-4295" fmla="*/ 141990 w 3079941"/>
                <a:gd name="connsiteY421-4296" fmla="*/ 471268 h 1160647"/>
                <a:gd name="connsiteX422-4297" fmla="*/ 154404 w 3079941"/>
                <a:gd name="connsiteY422-4298" fmla="*/ 471268 h 1160647"/>
                <a:gd name="connsiteX423-4299" fmla="*/ 154404 w 3079941"/>
                <a:gd name="connsiteY423-4300" fmla="*/ 356694 h 1160647"/>
                <a:gd name="connsiteX424-4301" fmla="*/ 158457 w 3079941"/>
                <a:gd name="connsiteY424-4302" fmla="*/ 328590 h 1160647"/>
                <a:gd name="connsiteX425-4303" fmla="*/ 160484 w 3079941"/>
                <a:gd name="connsiteY425-4304" fmla="*/ 328590 h 1160647"/>
                <a:gd name="connsiteX426-4305" fmla="*/ 174671 w 3079941"/>
                <a:gd name="connsiteY426-4306" fmla="*/ 328590 h 1160647"/>
                <a:gd name="connsiteX427-4307" fmla="*/ 211151 w 3079941"/>
                <a:gd name="connsiteY427-4308" fmla="*/ 246443 h 1160647"/>
                <a:gd name="connsiteX428-4309" fmla="*/ 215205 w 3079941"/>
                <a:gd name="connsiteY428-4310" fmla="*/ 0 h 1160647"/>
                <a:gd name="connsiteX0-4311" fmla="*/ 215205 w 3079941"/>
                <a:gd name="connsiteY0-4312" fmla="*/ 0 h 1160647"/>
                <a:gd name="connsiteX1-4313" fmla="*/ 217231 w 3079941"/>
                <a:gd name="connsiteY1-4314" fmla="*/ 246443 h 1160647"/>
                <a:gd name="connsiteX2-4315" fmla="*/ 255738 w 3079941"/>
                <a:gd name="connsiteY2-4316" fmla="*/ 326429 h 1160647"/>
                <a:gd name="connsiteX3-4317" fmla="*/ 257765 w 3079941"/>
                <a:gd name="connsiteY3-4318" fmla="*/ 326429 h 1160647"/>
                <a:gd name="connsiteX4-4319" fmla="*/ 271952 w 3079941"/>
                <a:gd name="connsiteY4-4320" fmla="*/ 326429 h 1160647"/>
                <a:gd name="connsiteX5-4321" fmla="*/ 271952 w 3079941"/>
                <a:gd name="connsiteY5-4322" fmla="*/ 350208 h 1160647"/>
                <a:gd name="connsiteX6-4323" fmla="*/ 272459 w 3079941"/>
                <a:gd name="connsiteY6-4324" fmla="*/ 351019 h 1160647"/>
                <a:gd name="connsiteX7-4325" fmla="*/ 276005 w 3079941"/>
                <a:gd name="connsiteY7-4326" fmla="*/ 356694 h 1160647"/>
                <a:gd name="connsiteX8-4327" fmla="*/ 276005 w 3079941"/>
                <a:gd name="connsiteY8-4328" fmla="*/ 471268 h 1160647"/>
                <a:gd name="connsiteX9-4329" fmla="*/ 278285 w 3079941"/>
                <a:gd name="connsiteY9-4330" fmla="*/ 471268 h 1160647"/>
                <a:gd name="connsiteX10-4331" fmla="*/ 294246 w 3079941"/>
                <a:gd name="connsiteY10-4332" fmla="*/ 471268 h 1160647"/>
                <a:gd name="connsiteX11-4333" fmla="*/ 294246 w 3079941"/>
                <a:gd name="connsiteY11-4334" fmla="*/ 611783 h 1160647"/>
                <a:gd name="connsiteX12-4335" fmla="*/ 295766 w 3079941"/>
                <a:gd name="connsiteY12-4336" fmla="*/ 611513 h 1160647"/>
                <a:gd name="connsiteX13-4337" fmla="*/ 306406 w 3079941"/>
                <a:gd name="connsiteY13-4338" fmla="*/ 609622 h 1160647"/>
                <a:gd name="connsiteX14-4339" fmla="*/ 304379 w 3079941"/>
                <a:gd name="connsiteY14-4340" fmla="*/ 698254 h 1160647"/>
                <a:gd name="connsiteX15-4341" fmla="*/ 305899 w 3079941"/>
                <a:gd name="connsiteY15-4342" fmla="*/ 698525 h 1160647"/>
                <a:gd name="connsiteX16-4343" fmla="*/ 316539 w 3079941"/>
                <a:gd name="connsiteY16-4344" fmla="*/ 700416 h 1160647"/>
                <a:gd name="connsiteX17-4345" fmla="*/ 316792 w 3079941"/>
                <a:gd name="connsiteY17-4346" fmla="*/ 701227 h 1160647"/>
                <a:gd name="connsiteX18-4347" fmla="*/ 318566 w 3079941"/>
                <a:gd name="connsiteY18-4348" fmla="*/ 706902 h 1160647"/>
                <a:gd name="connsiteX19-4349" fmla="*/ 319326 w 3079941"/>
                <a:gd name="connsiteY19-4350" fmla="*/ 704470 h 1160647"/>
                <a:gd name="connsiteX20-4351" fmla="*/ 324646 w 3079941"/>
                <a:gd name="connsiteY20-4352" fmla="*/ 687446 h 1160647"/>
                <a:gd name="connsiteX21-4353" fmla="*/ 326419 w 3079941"/>
                <a:gd name="connsiteY21-4354" fmla="*/ 687446 h 1160647"/>
                <a:gd name="connsiteX22-4355" fmla="*/ 338833 w 3079941"/>
                <a:gd name="connsiteY22-4356" fmla="*/ 687446 h 1160647"/>
                <a:gd name="connsiteX23-4357" fmla="*/ 338833 w 3079941"/>
                <a:gd name="connsiteY23-4358" fmla="*/ 719872 h 1160647"/>
                <a:gd name="connsiteX24-4359" fmla="*/ 339846 w 3079941"/>
                <a:gd name="connsiteY24-4360" fmla="*/ 720413 h 1160647"/>
                <a:gd name="connsiteX25-4361" fmla="*/ 346940 w 3079941"/>
                <a:gd name="connsiteY25-4362" fmla="*/ 724196 h 1160647"/>
                <a:gd name="connsiteX26-4363" fmla="*/ 346940 w 3079941"/>
                <a:gd name="connsiteY26-4364" fmla="*/ 725547 h 1160647"/>
                <a:gd name="connsiteX27-4365" fmla="*/ 346940 w 3079941"/>
                <a:gd name="connsiteY27-4366" fmla="*/ 735005 h 1160647"/>
                <a:gd name="connsiteX28-4367" fmla="*/ 391527 w 3079941"/>
                <a:gd name="connsiteY28-4368" fmla="*/ 735005 h 1160647"/>
                <a:gd name="connsiteX29-4369" fmla="*/ 391527 w 3079941"/>
                <a:gd name="connsiteY29-4370" fmla="*/ 736086 h 1160647"/>
                <a:gd name="connsiteX30-4371" fmla="*/ 391527 w 3079941"/>
                <a:gd name="connsiteY30-4372" fmla="*/ 743652 h 1160647"/>
                <a:gd name="connsiteX31-4373" fmla="*/ 393553 w 3079941"/>
                <a:gd name="connsiteY31-4374" fmla="*/ 743652 h 1160647"/>
                <a:gd name="connsiteX32-4375" fmla="*/ 407740 w 3079941"/>
                <a:gd name="connsiteY32-4376" fmla="*/ 743652 h 1160647"/>
                <a:gd name="connsiteX33-4377" fmla="*/ 407740 w 3079941"/>
                <a:gd name="connsiteY33-4378" fmla="*/ 713387 h 1160647"/>
                <a:gd name="connsiteX34-4379" fmla="*/ 452327 w 3079941"/>
                <a:gd name="connsiteY34-4380" fmla="*/ 713387 h 1160647"/>
                <a:gd name="connsiteX35-4381" fmla="*/ 452327 w 3079941"/>
                <a:gd name="connsiteY35-4382" fmla="*/ 712036 h 1160647"/>
                <a:gd name="connsiteX36-4383" fmla="*/ 452327 w 3079941"/>
                <a:gd name="connsiteY36-4384" fmla="*/ 702578 h 1160647"/>
                <a:gd name="connsiteX37-4385" fmla="*/ 453341 w 3079941"/>
                <a:gd name="connsiteY37-4386" fmla="*/ 702578 h 1160647"/>
                <a:gd name="connsiteX38-4387" fmla="*/ 460434 w 3079941"/>
                <a:gd name="connsiteY38-4388" fmla="*/ 702578 h 1160647"/>
                <a:gd name="connsiteX39-4389" fmla="*/ 460434 w 3079941"/>
                <a:gd name="connsiteY39-4390" fmla="*/ 700687 h 1160647"/>
                <a:gd name="connsiteX40-4391" fmla="*/ 460434 w 3079941"/>
                <a:gd name="connsiteY40-4392" fmla="*/ 687446 h 1160647"/>
                <a:gd name="connsiteX41-4393" fmla="*/ 461194 w 3079941"/>
                <a:gd name="connsiteY41-4394" fmla="*/ 687446 h 1160647"/>
                <a:gd name="connsiteX42-4395" fmla="*/ 466514 w 3079941"/>
                <a:gd name="connsiteY42-4396" fmla="*/ 687446 h 1160647"/>
                <a:gd name="connsiteX43-4397" fmla="*/ 466514 w 3079941"/>
                <a:gd name="connsiteY43-4398" fmla="*/ 686365 h 1160647"/>
                <a:gd name="connsiteX44-4399" fmla="*/ 466514 w 3079941"/>
                <a:gd name="connsiteY44-4400" fmla="*/ 678798 h 1160647"/>
                <a:gd name="connsiteX45-4401" fmla="*/ 468541 w 3079941"/>
                <a:gd name="connsiteY45-4402" fmla="*/ 678798 h 1160647"/>
                <a:gd name="connsiteX46-4403" fmla="*/ 482728 w 3079941"/>
                <a:gd name="connsiteY46-4404" fmla="*/ 678798 h 1160647"/>
                <a:gd name="connsiteX47-4405" fmla="*/ 482728 w 3079941"/>
                <a:gd name="connsiteY47-4406" fmla="*/ 679879 h 1160647"/>
                <a:gd name="connsiteX48-4407" fmla="*/ 482728 w 3079941"/>
                <a:gd name="connsiteY48-4408" fmla="*/ 687446 h 1160647"/>
                <a:gd name="connsiteX49-4409" fmla="*/ 505021 w 3079941"/>
                <a:gd name="connsiteY49-4410" fmla="*/ 687446 h 1160647"/>
                <a:gd name="connsiteX50-4411" fmla="*/ 505021 w 3079941"/>
                <a:gd name="connsiteY50-4412" fmla="*/ 685554 h 1160647"/>
                <a:gd name="connsiteX51-4413" fmla="*/ 505021 w 3079941"/>
                <a:gd name="connsiteY51-4414" fmla="*/ 672313 h 1160647"/>
                <a:gd name="connsiteX52-4415" fmla="*/ 506795 w 3079941"/>
                <a:gd name="connsiteY52-4416" fmla="*/ 672313 h 1160647"/>
                <a:gd name="connsiteX53-4417" fmla="*/ 519208 w 3079941"/>
                <a:gd name="connsiteY53-4418" fmla="*/ 672313 h 1160647"/>
                <a:gd name="connsiteX54-4419" fmla="*/ 519208 w 3079941"/>
                <a:gd name="connsiteY54-4420" fmla="*/ 696093 h 1160647"/>
                <a:gd name="connsiteX55-4421" fmla="*/ 520222 w 3079941"/>
                <a:gd name="connsiteY55-4422" fmla="*/ 696093 h 1160647"/>
                <a:gd name="connsiteX56-4423" fmla="*/ 527315 w 3079941"/>
                <a:gd name="connsiteY56-4424" fmla="*/ 696093 h 1160647"/>
                <a:gd name="connsiteX57-4425" fmla="*/ 527315 w 3079941"/>
                <a:gd name="connsiteY57-4426" fmla="*/ 695012 h 1160647"/>
                <a:gd name="connsiteX58-4427" fmla="*/ 527315 w 3079941"/>
                <a:gd name="connsiteY58-4428" fmla="*/ 687446 h 1160647"/>
                <a:gd name="connsiteX59-4429" fmla="*/ 529088 w 3079941"/>
                <a:gd name="connsiteY59-4430" fmla="*/ 687446 h 1160647"/>
                <a:gd name="connsiteX60-4431" fmla="*/ 541502 w 3079941"/>
                <a:gd name="connsiteY60-4432" fmla="*/ 687446 h 1160647"/>
                <a:gd name="connsiteX61-4433" fmla="*/ 541502 w 3079941"/>
                <a:gd name="connsiteY61-4434" fmla="*/ 713387 h 1160647"/>
                <a:gd name="connsiteX62-4435" fmla="*/ 543529 w 3079941"/>
                <a:gd name="connsiteY62-4436" fmla="*/ 713387 h 1160647"/>
                <a:gd name="connsiteX63-4437" fmla="*/ 557715 w 3079941"/>
                <a:gd name="connsiteY63-4438" fmla="*/ 713387 h 1160647"/>
                <a:gd name="connsiteX64-4439" fmla="*/ 557715 w 3079941"/>
                <a:gd name="connsiteY64-4440" fmla="*/ 715008 h 1160647"/>
                <a:gd name="connsiteX65-4441" fmla="*/ 557715 w 3079941"/>
                <a:gd name="connsiteY65-4442" fmla="*/ 726358 h 1160647"/>
                <a:gd name="connsiteX66-4443" fmla="*/ 558475 w 3079941"/>
                <a:gd name="connsiteY66-4444" fmla="*/ 726358 h 1160647"/>
                <a:gd name="connsiteX67-4445" fmla="*/ 563796 w 3079941"/>
                <a:gd name="connsiteY67-4446" fmla="*/ 726358 h 1160647"/>
                <a:gd name="connsiteX68-4447" fmla="*/ 563796 w 3079941"/>
                <a:gd name="connsiteY68-4448" fmla="*/ 725547 h 1160647"/>
                <a:gd name="connsiteX69-4449" fmla="*/ 563796 w 3079941"/>
                <a:gd name="connsiteY69-4450" fmla="*/ 719872 h 1160647"/>
                <a:gd name="connsiteX70-4451" fmla="*/ 594196 w 3079941"/>
                <a:gd name="connsiteY70-4452" fmla="*/ 719872 h 1160647"/>
                <a:gd name="connsiteX71-4453" fmla="*/ 594196 w 3079941"/>
                <a:gd name="connsiteY71-4454" fmla="*/ 743652 h 1160647"/>
                <a:gd name="connsiteX72-4455" fmla="*/ 595209 w 3079941"/>
                <a:gd name="connsiteY72-4456" fmla="*/ 743652 h 1160647"/>
                <a:gd name="connsiteX73-4457" fmla="*/ 602303 w 3079941"/>
                <a:gd name="connsiteY73-4458" fmla="*/ 743652 h 1160647"/>
                <a:gd name="connsiteX74-4459" fmla="*/ 602303 w 3079941"/>
                <a:gd name="connsiteY74-4460" fmla="*/ 744733 h 1160647"/>
                <a:gd name="connsiteX75-4461" fmla="*/ 602303 w 3079941"/>
                <a:gd name="connsiteY75-4462" fmla="*/ 752299 h 1160647"/>
                <a:gd name="connsiteX76-4463" fmla="*/ 603063 w 3079941"/>
                <a:gd name="connsiteY76-4464" fmla="*/ 752299 h 1160647"/>
                <a:gd name="connsiteX77-4465" fmla="*/ 608383 w 3079941"/>
                <a:gd name="connsiteY77-4466" fmla="*/ 752299 h 1160647"/>
                <a:gd name="connsiteX78-4467" fmla="*/ 608383 w 3079941"/>
                <a:gd name="connsiteY78-4468" fmla="*/ 750137 h 1160647"/>
                <a:gd name="connsiteX79-4469" fmla="*/ 608383 w 3079941"/>
                <a:gd name="connsiteY79-4470" fmla="*/ 735005 h 1160647"/>
                <a:gd name="connsiteX80-4471" fmla="*/ 609396 w 3079941"/>
                <a:gd name="connsiteY80-4472" fmla="*/ 735005 h 1160647"/>
                <a:gd name="connsiteX81-4473" fmla="*/ 616490 w 3079941"/>
                <a:gd name="connsiteY81-4474" fmla="*/ 735005 h 1160647"/>
                <a:gd name="connsiteX82-4475" fmla="*/ 616490 w 3079941"/>
                <a:gd name="connsiteY82-4476" fmla="*/ 736086 h 1160647"/>
                <a:gd name="connsiteX83-4477" fmla="*/ 616490 w 3079941"/>
                <a:gd name="connsiteY83-4478" fmla="*/ 743652 h 1160647"/>
                <a:gd name="connsiteX84-4479" fmla="*/ 621810 w 3079941"/>
                <a:gd name="connsiteY84-4480" fmla="*/ 741659 h 1160647"/>
                <a:gd name="connsiteX85-4481" fmla="*/ 622570 w 3079941"/>
                <a:gd name="connsiteY85-4482" fmla="*/ 740679 h 1160647"/>
                <a:gd name="connsiteX86-4483" fmla="*/ 622570 w 3079941"/>
                <a:gd name="connsiteY86-4484" fmla="*/ 735005 h 1160647"/>
                <a:gd name="connsiteX87-4485" fmla="*/ 661077 w 3079941"/>
                <a:gd name="connsiteY87-4486" fmla="*/ 735005 h 1160647"/>
                <a:gd name="connsiteX88-4487" fmla="*/ 661077 w 3079941"/>
                <a:gd name="connsiteY88-4488" fmla="*/ 758784 h 1160647"/>
                <a:gd name="connsiteX89-4489" fmla="*/ 663103 w 3079941"/>
                <a:gd name="connsiteY89-4490" fmla="*/ 758784 h 1160647"/>
                <a:gd name="connsiteX90-4491" fmla="*/ 677290 w 3079941"/>
                <a:gd name="connsiteY90-4492" fmla="*/ 758784 h 1160647"/>
                <a:gd name="connsiteX91-4493" fmla="*/ 677290 w 3079941"/>
                <a:gd name="connsiteY91-4494" fmla="*/ 759865 h 1160647"/>
                <a:gd name="connsiteX92-4495" fmla="*/ 677290 w 3079941"/>
                <a:gd name="connsiteY92-4496" fmla="*/ 767431 h 1160647"/>
                <a:gd name="connsiteX93-4497" fmla="*/ 679064 w 3079941"/>
                <a:gd name="connsiteY93-4498" fmla="*/ 767431 h 1160647"/>
                <a:gd name="connsiteX94-4499" fmla="*/ 691477 w 3079941"/>
                <a:gd name="connsiteY94-4500" fmla="*/ 767431 h 1160647"/>
                <a:gd name="connsiteX95-4501" fmla="*/ 691477 w 3079941"/>
                <a:gd name="connsiteY95-4502" fmla="*/ 743652 h 1160647"/>
                <a:gd name="connsiteX96-4503" fmla="*/ 692490 w 3079941"/>
                <a:gd name="connsiteY96-4504" fmla="*/ 743652 h 1160647"/>
                <a:gd name="connsiteX97-4505" fmla="*/ 699584 w 3079941"/>
                <a:gd name="connsiteY97-4506" fmla="*/ 743652 h 1160647"/>
                <a:gd name="connsiteX98-4507" fmla="*/ 699584 w 3079941"/>
                <a:gd name="connsiteY98-4508" fmla="*/ 711225 h 1160647"/>
                <a:gd name="connsiteX99-4509" fmla="*/ 700597 w 3079941"/>
                <a:gd name="connsiteY99-4510" fmla="*/ 711225 h 1160647"/>
                <a:gd name="connsiteX100-4511" fmla="*/ 707691 w 3079941"/>
                <a:gd name="connsiteY100-4512" fmla="*/ 711225 h 1160647"/>
                <a:gd name="connsiteX101-4513" fmla="*/ 707691 w 3079941"/>
                <a:gd name="connsiteY101-4514" fmla="*/ 709334 h 1160647"/>
                <a:gd name="connsiteX102-4515" fmla="*/ 707691 w 3079941"/>
                <a:gd name="connsiteY102-4516" fmla="*/ 696093 h 1160647"/>
                <a:gd name="connsiteX103-4517" fmla="*/ 706424 w 3079941"/>
                <a:gd name="connsiteY103-4518" fmla="*/ 694471 h 1160647"/>
                <a:gd name="connsiteX104-4519" fmla="*/ 711744 w 3079941"/>
                <a:gd name="connsiteY104-4520" fmla="*/ 683122 h 1160647"/>
                <a:gd name="connsiteX105-4521" fmla="*/ 719851 w 3079941"/>
                <a:gd name="connsiteY105-4522" fmla="*/ 711225 h 1160647"/>
                <a:gd name="connsiteX106-4523" fmla="*/ 720611 w 3079941"/>
                <a:gd name="connsiteY106-4524" fmla="*/ 711225 h 1160647"/>
                <a:gd name="connsiteX107-4525" fmla="*/ 725931 w 3079941"/>
                <a:gd name="connsiteY107-4526" fmla="*/ 711225 h 1160647"/>
                <a:gd name="connsiteX108-4527" fmla="*/ 725931 w 3079941"/>
                <a:gd name="connsiteY108-4528" fmla="*/ 605298 h 1160647"/>
                <a:gd name="connsiteX109-4529" fmla="*/ 727451 w 3079941"/>
                <a:gd name="connsiteY109-4530" fmla="*/ 605298 h 1160647"/>
                <a:gd name="connsiteX110-4531" fmla="*/ 738091 w 3079941"/>
                <a:gd name="connsiteY110-4532" fmla="*/ 605298 h 1160647"/>
                <a:gd name="connsiteX111-4533" fmla="*/ 738091 w 3079941"/>
                <a:gd name="connsiteY111-4534" fmla="*/ 557739 h 1160647"/>
                <a:gd name="connsiteX112-4535" fmla="*/ 764438 w 3079941"/>
                <a:gd name="connsiteY112-4536" fmla="*/ 557739 h 1160647"/>
                <a:gd name="connsiteX113-4537" fmla="*/ 764438 w 3079941"/>
                <a:gd name="connsiteY113-4538" fmla="*/ 536121 h 1160647"/>
                <a:gd name="connsiteX114-4539" fmla="*/ 798892 w 3079941"/>
                <a:gd name="connsiteY114-4540" fmla="*/ 536121 h 1160647"/>
                <a:gd name="connsiteX115-4541" fmla="*/ 798892 w 3079941"/>
                <a:gd name="connsiteY115-4542" fmla="*/ 538553 h 1160647"/>
                <a:gd name="connsiteX116-4543" fmla="*/ 798892 w 3079941"/>
                <a:gd name="connsiteY116-4544" fmla="*/ 555577 h 1160647"/>
                <a:gd name="connsiteX117-4545" fmla="*/ 801172 w 3079941"/>
                <a:gd name="connsiteY117-4546" fmla="*/ 555577 h 1160647"/>
                <a:gd name="connsiteX118-4547" fmla="*/ 817132 w 3079941"/>
                <a:gd name="connsiteY118-4548" fmla="*/ 555577 h 1160647"/>
                <a:gd name="connsiteX119-4549" fmla="*/ 817132 w 3079941"/>
                <a:gd name="connsiteY119-4550" fmla="*/ 603136 h 1160647"/>
                <a:gd name="connsiteX120-4551" fmla="*/ 818145 w 3079941"/>
                <a:gd name="connsiteY120-4552" fmla="*/ 603136 h 1160647"/>
                <a:gd name="connsiteX121-4553" fmla="*/ 825239 w 3079941"/>
                <a:gd name="connsiteY121-4554" fmla="*/ 603136 h 1160647"/>
                <a:gd name="connsiteX122-4555" fmla="*/ 839426 w 3079941"/>
                <a:gd name="connsiteY122-4556" fmla="*/ 607460 h 1160647"/>
                <a:gd name="connsiteX123-4557" fmla="*/ 839426 w 3079941"/>
                <a:gd name="connsiteY123-4558" fmla="*/ 646372 h 1160647"/>
                <a:gd name="connsiteX124-4559" fmla="*/ 840439 w 3079941"/>
                <a:gd name="connsiteY124-4560" fmla="*/ 646372 h 1160647"/>
                <a:gd name="connsiteX125-4561" fmla="*/ 847532 w 3079941"/>
                <a:gd name="connsiteY125-4562" fmla="*/ 646372 h 1160647"/>
                <a:gd name="connsiteX126-4563" fmla="*/ 847532 w 3079941"/>
                <a:gd name="connsiteY126-4564" fmla="*/ 647993 h 1160647"/>
                <a:gd name="connsiteX127-4565" fmla="*/ 847532 w 3079941"/>
                <a:gd name="connsiteY127-4566" fmla="*/ 659342 h 1160647"/>
                <a:gd name="connsiteX128-4567" fmla="*/ 849559 w 3079941"/>
                <a:gd name="connsiteY128-4568" fmla="*/ 659342 h 1160647"/>
                <a:gd name="connsiteX129-4569" fmla="*/ 863746 w 3079941"/>
                <a:gd name="connsiteY129-4570" fmla="*/ 659342 h 1160647"/>
                <a:gd name="connsiteX130-4571" fmla="*/ 869826 w 3079941"/>
                <a:gd name="connsiteY130-4572" fmla="*/ 665828 h 1160647"/>
                <a:gd name="connsiteX131-4573" fmla="*/ 869826 w 3079941"/>
                <a:gd name="connsiteY131-4574" fmla="*/ 687446 h 1160647"/>
                <a:gd name="connsiteX132-4575" fmla="*/ 872106 w 3079941"/>
                <a:gd name="connsiteY132-4576" fmla="*/ 687446 h 1160647"/>
                <a:gd name="connsiteX133-4577" fmla="*/ 888066 w 3079941"/>
                <a:gd name="connsiteY133-4578" fmla="*/ 687446 h 1160647"/>
                <a:gd name="connsiteX134-4579" fmla="*/ 888066 w 3079941"/>
                <a:gd name="connsiteY134-4580" fmla="*/ 688526 h 1160647"/>
                <a:gd name="connsiteX135-4581" fmla="*/ 888066 w 3079941"/>
                <a:gd name="connsiteY135-4582" fmla="*/ 696093 h 1160647"/>
                <a:gd name="connsiteX136-4583" fmla="*/ 889333 w 3079941"/>
                <a:gd name="connsiteY136-4584" fmla="*/ 696093 h 1160647"/>
                <a:gd name="connsiteX137-4585" fmla="*/ 898200 w 3079941"/>
                <a:gd name="connsiteY137-4586" fmla="*/ 696093 h 1160647"/>
                <a:gd name="connsiteX138-4587" fmla="*/ 898200 w 3079941"/>
                <a:gd name="connsiteY138-4588" fmla="*/ 698254 h 1160647"/>
                <a:gd name="connsiteX139-4589" fmla="*/ 898200 w 3079941"/>
                <a:gd name="connsiteY139-4590" fmla="*/ 713387 h 1160647"/>
                <a:gd name="connsiteX140-4591" fmla="*/ 902253 w 3079941"/>
                <a:gd name="connsiteY140-4592" fmla="*/ 711495 h 1160647"/>
                <a:gd name="connsiteX141-4593" fmla="*/ 902253 w 3079941"/>
                <a:gd name="connsiteY141-4594" fmla="*/ 698254 h 1160647"/>
                <a:gd name="connsiteX142-4595" fmla="*/ 903266 w 3079941"/>
                <a:gd name="connsiteY142-4596" fmla="*/ 698254 h 1160647"/>
                <a:gd name="connsiteX143-4597" fmla="*/ 910360 w 3079941"/>
                <a:gd name="connsiteY143-4598" fmla="*/ 698254 h 1160647"/>
                <a:gd name="connsiteX144-4599" fmla="*/ 910360 w 3079941"/>
                <a:gd name="connsiteY144-4600" fmla="*/ 699876 h 1160647"/>
                <a:gd name="connsiteX145-4601" fmla="*/ 910360 w 3079941"/>
                <a:gd name="connsiteY145-4602" fmla="*/ 711225 h 1160647"/>
                <a:gd name="connsiteX146-4603" fmla="*/ 911120 w 3079941"/>
                <a:gd name="connsiteY146-4604" fmla="*/ 711225 h 1160647"/>
                <a:gd name="connsiteX147-4605" fmla="*/ 916440 w 3079941"/>
                <a:gd name="connsiteY147-4606" fmla="*/ 711225 h 1160647"/>
                <a:gd name="connsiteX148-4607" fmla="*/ 965080 w 3079941"/>
                <a:gd name="connsiteY148-4608" fmla="*/ 706902 h 1160647"/>
                <a:gd name="connsiteX149-4609" fmla="*/ 965080 w 3079941"/>
                <a:gd name="connsiteY149-4610" fmla="*/ 708253 h 1160647"/>
                <a:gd name="connsiteX150-4611" fmla="*/ 965080 w 3079941"/>
                <a:gd name="connsiteY150-4612" fmla="*/ 717710 h 1160647"/>
                <a:gd name="connsiteX151-4613" fmla="*/ 965840 w 3079941"/>
                <a:gd name="connsiteY151-4614" fmla="*/ 717710 h 1160647"/>
                <a:gd name="connsiteX152-4615" fmla="*/ 971161 w 3079941"/>
                <a:gd name="connsiteY152-4616" fmla="*/ 717710 h 1160647"/>
                <a:gd name="connsiteX153-4617" fmla="*/ 971161 w 3079941"/>
                <a:gd name="connsiteY153-4618" fmla="*/ 719872 h 1160647"/>
                <a:gd name="connsiteX154-4619" fmla="*/ 971161 w 3079941"/>
                <a:gd name="connsiteY154-4620" fmla="*/ 735005 h 1160647"/>
                <a:gd name="connsiteX155-4621" fmla="*/ 973187 w 3079941"/>
                <a:gd name="connsiteY155-4622" fmla="*/ 733654 h 1160647"/>
                <a:gd name="connsiteX156-4623" fmla="*/ 987374 w 3079941"/>
                <a:gd name="connsiteY156-4624" fmla="*/ 724196 h 1160647"/>
                <a:gd name="connsiteX157-4625" fmla="*/ 993454 w 3079941"/>
                <a:gd name="connsiteY157-4626" fmla="*/ 683122 h 1160647"/>
                <a:gd name="connsiteX158-4627" fmla="*/ 994214 w 3079941"/>
                <a:gd name="connsiteY158-4628" fmla="*/ 682852 h 1160647"/>
                <a:gd name="connsiteX159-4629" fmla="*/ 999534 w 3079941"/>
                <a:gd name="connsiteY159-4630" fmla="*/ 680960 h 1160647"/>
                <a:gd name="connsiteX160-4631" fmla="*/ 1001561 w 3079941"/>
                <a:gd name="connsiteY160-4632" fmla="*/ 611783 h 1160647"/>
                <a:gd name="connsiteX161-4633" fmla="*/ 1003588 w 3079941"/>
                <a:gd name="connsiteY161-4634" fmla="*/ 680960 h 1160647"/>
                <a:gd name="connsiteX162-4635" fmla="*/ 1004348 w 3079941"/>
                <a:gd name="connsiteY162-4636" fmla="*/ 681230 h 1160647"/>
                <a:gd name="connsiteX163-4637" fmla="*/ 1009668 w 3079941"/>
                <a:gd name="connsiteY163-4638" fmla="*/ 683122 h 1160647"/>
                <a:gd name="connsiteX164-4639" fmla="*/ 1009668 w 3079941"/>
                <a:gd name="connsiteY164-4640" fmla="*/ 596651 h 1160647"/>
                <a:gd name="connsiteX165-4641" fmla="*/ 1013721 w 3079941"/>
                <a:gd name="connsiteY165-4642" fmla="*/ 564224 h 1160647"/>
                <a:gd name="connsiteX166-4643" fmla="*/ 1052228 w 3079941"/>
                <a:gd name="connsiteY166-4644" fmla="*/ 564224 h 1160647"/>
                <a:gd name="connsiteX167-4645" fmla="*/ 1052228 w 3079941"/>
                <a:gd name="connsiteY167-4646" fmla="*/ 596651 h 1160647"/>
                <a:gd name="connsiteX168-4647" fmla="*/ 1052988 w 3079941"/>
                <a:gd name="connsiteY168-4648" fmla="*/ 596651 h 1160647"/>
                <a:gd name="connsiteX169-4649" fmla="*/ 1058308 w 3079941"/>
                <a:gd name="connsiteY169-4650" fmla="*/ 596651 h 1160647"/>
                <a:gd name="connsiteX170-4651" fmla="*/ 1058308 w 3079941"/>
                <a:gd name="connsiteY170-4652" fmla="*/ 514503 h 1160647"/>
                <a:gd name="connsiteX171-4653" fmla="*/ 1060082 w 3079941"/>
                <a:gd name="connsiteY171-4654" fmla="*/ 514503 h 1160647"/>
                <a:gd name="connsiteX172-4655" fmla="*/ 1072495 w 3079941"/>
                <a:gd name="connsiteY172-4656" fmla="*/ 514503 h 1160647"/>
                <a:gd name="connsiteX173-4657" fmla="*/ 1072495 w 3079941"/>
                <a:gd name="connsiteY173-4658" fmla="*/ 512612 h 1160647"/>
                <a:gd name="connsiteX174-4659" fmla="*/ 1072495 w 3079941"/>
                <a:gd name="connsiteY174-4660" fmla="*/ 499371 h 1160647"/>
                <a:gd name="connsiteX175-4661" fmla="*/ 1094789 w 3079941"/>
                <a:gd name="connsiteY175-4662" fmla="*/ 499371 h 1160647"/>
                <a:gd name="connsiteX176-4663" fmla="*/ 1094789 w 3079941"/>
                <a:gd name="connsiteY176-4664" fmla="*/ 498290 h 1160647"/>
                <a:gd name="connsiteX177-4665" fmla="*/ 1094789 w 3079941"/>
                <a:gd name="connsiteY177-4666" fmla="*/ 490724 h 1160647"/>
                <a:gd name="connsiteX178-4667" fmla="*/ 1096562 w 3079941"/>
                <a:gd name="connsiteY178-4668" fmla="*/ 490724 h 1160647"/>
                <a:gd name="connsiteX179-4669" fmla="*/ 1108976 w 3079941"/>
                <a:gd name="connsiteY179-4670" fmla="*/ 490724 h 1160647"/>
                <a:gd name="connsiteX180-4671" fmla="*/ 1108976 w 3079941"/>
                <a:gd name="connsiteY180-4672" fmla="*/ 491805 h 1160647"/>
                <a:gd name="connsiteX181-4673" fmla="*/ 1108976 w 3079941"/>
                <a:gd name="connsiteY181-4674" fmla="*/ 499371 h 1160647"/>
                <a:gd name="connsiteX182-4675" fmla="*/ 1109736 w 3079941"/>
                <a:gd name="connsiteY182-4676" fmla="*/ 499371 h 1160647"/>
                <a:gd name="connsiteX183-4677" fmla="*/ 1115056 w 3079941"/>
                <a:gd name="connsiteY183-4678" fmla="*/ 499371 h 1160647"/>
                <a:gd name="connsiteX184-4679" fmla="*/ 1125189 w 3079941"/>
                <a:gd name="connsiteY184-4680" fmla="*/ 495047 h 1160647"/>
                <a:gd name="connsiteX185-4681" fmla="*/ 1129242 w 3079941"/>
                <a:gd name="connsiteY185-4682" fmla="*/ 498290 h 1160647"/>
                <a:gd name="connsiteX186-4683" fmla="*/ 1129242 w 3079941"/>
                <a:gd name="connsiteY186-4684" fmla="*/ 490724 h 1160647"/>
                <a:gd name="connsiteX187-4685" fmla="*/ 1131522 w 3079941"/>
                <a:gd name="connsiteY187-4686" fmla="*/ 490724 h 1160647"/>
                <a:gd name="connsiteX188-4687" fmla="*/ 1147483 w 3079941"/>
                <a:gd name="connsiteY188-4688" fmla="*/ 490724 h 1160647"/>
                <a:gd name="connsiteX189-4689" fmla="*/ 1147483 w 3079941"/>
                <a:gd name="connsiteY189-4690" fmla="*/ 491805 h 1160647"/>
                <a:gd name="connsiteX190-4691" fmla="*/ 1147483 w 3079941"/>
                <a:gd name="connsiteY190-4692" fmla="*/ 499371 h 1160647"/>
                <a:gd name="connsiteX191-4693" fmla="*/ 1177883 w 3079941"/>
                <a:gd name="connsiteY191-4694" fmla="*/ 499371 h 1160647"/>
                <a:gd name="connsiteX192-4695" fmla="*/ 1177883 w 3079941"/>
                <a:gd name="connsiteY192-4696" fmla="*/ 500992 h 1160647"/>
                <a:gd name="connsiteX193-4697" fmla="*/ 1177883 w 3079941"/>
                <a:gd name="connsiteY193-4698" fmla="*/ 512342 h 1160647"/>
                <a:gd name="connsiteX194-4699" fmla="*/ 1204230 w 3079941"/>
                <a:gd name="connsiteY194-4700" fmla="*/ 512342 h 1160647"/>
                <a:gd name="connsiteX195-4701" fmla="*/ 1204230 w 3079941"/>
                <a:gd name="connsiteY195-4702" fmla="*/ 542606 h 1160647"/>
                <a:gd name="connsiteX196-4703" fmla="*/ 1204990 w 3079941"/>
                <a:gd name="connsiteY196-4704" fmla="*/ 542606 h 1160647"/>
                <a:gd name="connsiteX197-4705" fmla="*/ 1210310 w 3079941"/>
                <a:gd name="connsiteY197-4706" fmla="*/ 542606 h 1160647"/>
                <a:gd name="connsiteX198-4707" fmla="*/ 1210310 w 3079941"/>
                <a:gd name="connsiteY198-4708" fmla="*/ 543687 h 1160647"/>
                <a:gd name="connsiteX199-4709" fmla="*/ 1210310 w 3079941"/>
                <a:gd name="connsiteY199-4710" fmla="*/ 551254 h 1160647"/>
                <a:gd name="connsiteX200-4711" fmla="*/ 1214364 w 3079941"/>
                <a:gd name="connsiteY200-4712" fmla="*/ 581518 h 1160647"/>
                <a:gd name="connsiteX201-4713" fmla="*/ 1215124 w 3079941"/>
                <a:gd name="connsiteY201-4714" fmla="*/ 581518 h 1160647"/>
                <a:gd name="connsiteX202-4715" fmla="*/ 1220444 w 3079941"/>
                <a:gd name="connsiteY202-4716" fmla="*/ 581518 h 1160647"/>
                <a:gd name="connsiteX203-4717" fmla="*/ 1220444 w 3079941"/>
                <a:gd name="connsiteY203-4718" fmla="*/ 582329 h 1160647"/>
                <a:gd name="connsiteX204-4719" fmla="*/ 1220444 w 3079941"/>
                <a:gd name="connsiteY204-4720" fmla="*/ 588004 h 1160647"/>
                <a:gd name="connsiteX205-4721" fmla="*/ 1221457 w 3079941"/>
                <a:gd name="connsiteY205-4722" fmla="*/ 588004 h 1160647"/>
                <a:gd name="connsiteX206-4723" fmla="*/ 1228550 w 3079941"/>
                <a:gd name="connsiteY206-4724" fmla="*/ 588004 h 1160647"/>
                <a:gd name="connsiteX207-4725" fmla="*/ 1228550 w 3079941"/>
                <a:gd name="connsiteY207-4726" fmla="*/ 618269 h 1160647"/>
                <a:gd name="connsiteX208-4727" fmla="*/ 1230577 w 3079941"/>
                <a:gd name="connsiteY208-4728" fmla="*/ 618269 h 1160647"/>
                <a:gd name="connsiteX209-4729" fmla="*/ 1244764 w 3079941"/>
                <a:gd name="connsiteY209-4730" fmla="*/ 618269 h 1160647"/>
                <a:gd name="connsiteX210-4731" fmla="*/ 1244764 w 3079941"/>
                <a:gd name="connsiteY210-4732" fmla="*/ 642048 h 1160647"/>
                <a:gd name="connsiteX211-4733" fmla="*/ 1246791 w 3079941"/>
                <a:gd name="connsiteY211-4734" fmla="*/ 643669 h 1160647"/>
                <a:gd name="connsiteX212-4735" fmla="*/ 1246791 w 3079941"/>
                <a:gd name="connsiteY212-4736" fmla="*/ 655019 h 1160647"/>
                <a:gd name="connsiteX213-4737" fmla="*/ 1247551 w 3079941"/>
                <a:gd name="connsiteY213-4738" fmla="*/ 655019 h 1160647"/>
                <a:gd name="connsiteX214-4739" fmla="*/ 1252871 w 3079941"/>
                <a:gd name="connsiteY214-4740" fmla="*/ 655019 h 1160647"/>
                <a:gd name="connsiteX215-4741" fmla="*/ 1252871 w 3079941"/>
                <a:gd name="connsiteY215-4742" fmla="*/ 678798 h 1160647"/>
                <a:gd name="connsiteX216-4743" fmla="*/ 1254137 w 3079941"/>
                <a:gd name="connsiteY216-4744" fmla="*/ 678798 h 1160647"/>
                <a:gd name="connsiteX217-4745" fmla="*/ 1263004 w 3079941"/>
                <a:gd name="connsiteY217-4746" fmla="*/ 678798 h 1160647"/>
                <a:gd name="connsiteX218-4747" fmla="*/ 1265031 w 3079941"/>
                <a:gd name="connsiteY218-4748" fmla="*/ 682852 h 1160647"/>
                <a:gd name="connsiteX219-4749" fmla="*/ 1265031 w 3079941"/>
                <a:gd name="connsiteY219-4750" fmla="*/ 696093 h 1160647"/>
                <a:gd name="connsiteX220-4751" fmla="*/ 1266551 w 3079941"/>
                <a:gd name="connsiteY220-4752" fmla="*/ 694201 h 1160647"/>
                <a:gd name="connsiteX221-4753" fmla="*/ 1277191 w 3079941"/>
                <a:gd name="connsiteY221-4754" fmla="*/ 680960 h 1160647"/>
                <a:gd name="connsiteX222-4755" fmla="*/ 1305565 w 3079941"/>
                <a:gd name="connsiteY222-4756" fmla="*/ 680960 h 1160647"/>
                <a:gd name="connsiteX223-4757" fmla="*/ 1305565 w 3079941"/>
                <a:gd name="connsiteY223-4758" fmla="*/ 767431 h 1160647"/>
                <a:gd name="connsiteX224-4759" fmla="*/ 1306325 w 3079941"/>
                <a:gd name="connsiteY224-4760" fmla="*/ 767431 h 1160647"/>
                <a:gd name="connsiteX225-4761" fmla="*/ 1311645 w 3079941"/>
                <a:gd name="connsiteY225-4762" fmla="*/ 767431 h 1160647"/>
                <a:gd name="connsiteX226-4763" fmla="*/ 1312405 w 3079941"/>
                <a:gd name="connsiteY226-4764" fmla="*/ 766080 h 1160647"/>
                <a:gd name="connsiteX227-4765" fmla="*/ 1317725 w 3079941"/>
                <a:gd name="connsiteY227-4766" fmla="*/ 756622 h 1160647"/>
                <a:gd name="connsiteX228-4767" fmla="*/ 1317725 w 3079941"/>
                <a:gd name="connsiteY228-4768" fmla="*/ 758514 h 1160647"/>
                <a:gd name="connsiteX229-4769" fmla="*/ 1317725 w 3079941"/>
                <a:gd name="connsiteY229-4770" fmla="*/ 771755 h 1160647"/>
                <a:gd name="connsiteX230-4771" fmla="*/ 1321778 w 3079941"/>
                <a:gd name="connsiteY230-4772" fmla="*/ 726358 h 1160647"/>
                <a:gd name="connsiteX231-4773" fmla="*/ 1322538 w 3079941"/>
                <a:gd name="connsiteY231-4774" fmla="*/ 726358 h 1160647"/>
                <a:gd name="connsiteX232-4775" fmla="*/ 1327858 w 3079941"/>
                <a:gd name="connsiteY232-4776" fmla="*/ 726358 h 1160647"/>
                <a:gd name="connsiteX233-4777" fmla="*/ 1327858 w 3079941"/>
                <a:gd name="connsiteY233-4778" fmla="*/ 661504 h 1160647"/>
                <a:gd name="connsiteX234-4779" fmla="*/ 1328872 w 3079941"/>
                <a:gd name="connsiteY234-4780" fmla="*/ 661504 h 1160647"/>
                <a:gd name="connsiteX235-4781" fmla="*/ 1335965 w 3079941"/>
                <a:gd name="connsiteY235-4782" fmla="*/ 661504 h 1160647"/>
                <a:gd name="connsiteX236-4783" fmla="*/ 1348125 w 3079941"/>
                <a:gd name="connsiteY236-4784" fmla="*/ 618269 h 1160647"/>
                <a:gd name="connsiteX237-4785" fmla="*/ 1349392 w 3079941"/>
                <a:gd name="connsiteY237-4786" fmla="*/ 618269 h 1160647"/>
                <a:gd name="connsiteX238-4787" fmla="*/ 1358259 w 3079941"/>
                <a:gd name="connsiteY238-4788" fmla="*/ 618269 h 1160647"/>
                <a:gd name="connsiteX239-4789" fmla="*/ 1368392 w 3079941"/>
                <a:gd name="connsiteY239-4790" fmla="*/ 661504 h 1160647"/>
                <a:gd name="connsiteX240-4791" fmla="*/ 1369405 w 3079941"/>
                <a:gd name="connsiteY240-4792" fmla="*/ 661504 h 1160647"/>
                <a:gd name="connsiteX241-4793" fmla="*/ 1376499 w 3079941"/>
                <a:gd name="connsiteY241-4794" fmla="*/ 661504 h 1160647"/>
                <a:gd name="connsiteX242-4795" fmla="*/ 1376499 w 3079941"/>
                <a:gd name="connsiteY242-4796" fmla="*/ 700416 h 1160647"/>
                <a:gd name="connsiteX243-4797" fmla="*/ 1378272 w 3079941"/>
                <a:gd name="connsiteY243-4798" fmla="*/ 700416 h 1160647"/>
                <a:gd name="connsiteX244-4799" fmla="*/ 1390686 w 3079941"/>
                <a:gd name="connsiteY244-4800" fmla="*/ 700416 h 1160647"/>
                <a:gd name="connsiteX245-4801" fmla="*/ 1390686 w 3079941"/>
                <a:gd name="connsiteY245-4802" fmla="*/ 702578 h 1160647"/>
                <a:gd name="connsiteX246-4803" fmla="*/ 1390686 w 3079941"/>
                <a:gd name="connsiteY246-4804" fmla="*/ 717710 h 1160647"/>
                <a:gd name="connsiteX247-4805" fmla="*/ 1394739 w 3079941"/>
                <a:gd name="connsiteY247-4806" fmla="*/ 715549 h 1160647"/>
                <a:gd name="connsiteX248-4807" fmla="*/ 1394739 w 3079941"/>
                <a:gd name="connsiteY248-4808" fmla="*/ 700416 h 1160647"/>
                <a:gd name="connsiteX249-4809" fmla="*/ 1396259 w 3079941"/>
                <a:gd name="connsiteY249-4810" fmla="*/ 700416 h 1160647"/>
                <a:gd name="connsiteX250-4811" fmla="*/ 1406899 w 3079941"/>
                <a:gd name="connsiteY250-4812" fmla="*/ 700416 h 1160647"/>
                <a:gd name="connsiteX251-4813" fmla="*/ 1406899 w 3079941"/>
                <a:gd name="connsiteY251-4814" fmla="*/ 702037 h 1160647"/>
                <a:gd name="connsiteX252-4815" fmla="*/ 1406899 w 3079941"/>
                <a:gd name="connsiteY252-4816" fmla="*/ 713387 h 1160647"/>
                <a:gd name="connsiteX253-4817" fmla="*/ 1437300 w 3079941"/>
                <a:gd name="connsiteY253-4818" fmla="*/ 713387 h 1160647"/>
                <a:gd name="connsiteX254-4819" fmla="*/ 1437300 w 3079941"/>
                <a:gd name="connsiteY254-4820" fmla="*/ 676637 h 1160647"/>
                <a:gd name="connsiteX255-4821" fmla="*/ 1438566 w 3079941"/>
                <a:gd name="connsiteY255-4822" fmla="*/ 676637 h 1160647"/>
                <a:gd name="connsiteX256-4823" fmla="*/ 1447433 w 3079941"/>
                <a:gd name="connsiteY256-4824" fmla="*/ 676637 h 1160647"/>
                <a:gd name="connsiteX257-4825" fmla="*/ 1447433 w 3079941"/>
                <a:gd name="connsiteY257-4826" fmla="*/ 698254 h 1160647"/>
                <a:gd name="connsiteX258-4827" fmla="*/ 1449460 w 3079941"/>
                <a:gd name="connsiteY258-4828" fmla="*/ 665828 h 1160647"/>
                <a:gd name="connsiteX259-4829" fmla="*/ 1471753 w 3079941"/>
                <a:gd name="connsiteY259-4830" fmla="*/ 665828 h 1160647"/>
                <a:gd name="connsiteX260-4831" fmla="*/ 1471753 w 3079941"/>
                <a:gd name="connsiteY260-4832" fmla="*/ 664206 h 1160647"/>
                <a:gd name="connsiteX261-4833" fmla="*/ 1471753 w 3079941"/>
                <a:gd name="connsiteY261-4834" fmla="*/ 652857 h 1160647"/>
                <a:gd name="connsiteX262-4835" fmla="*/ 1472513 w 3079941"/>
                <a:gd name="connsiteY262-4836" fmla="*/ 652857 h 1160647"/>
                <a:gd name="connsiteX263-4837" fmla="*/ 1477833 w 3079941"/>
                <a:gd name="connsiteY263-4838" fmla="*/ 652857 h 1160647"/>
                <a:gd name="connsiteX264-4839" fmla="*/ 1477833 w 3079941"/>
                <a:gd name="connsiteY264-4840" fmla="*/ 650966 h 1160647"/>
                <a:gd name="connsiteX265-4841" fmla="*/ 1477833 w 3079941"/>
                <a:gd name="connsiteY265-4842" fmla="*/ 637725 h 1160647"/>
                <a:gd name="connsiteX266-4843" fmla="*/ 1481887 w 3079941"/>
                <a:gd name="connsiteY266-4844" fmla="*/ 644210 h 1160647"/>
                <a:gd name="connsiteX267-4845" fmla="*/ 1484167 w 3079941"/>
                <a:gd name="connsiteY267-4846" fmla="*/ 644210 h 1160647"/>
                <a:gd name="connsiteX268-4847" fmla="*/ 1500127 w 3079941"/>
                <a:gd name="connsiteY268-4848" fmla="*/ 644210 h 1160647"/>
                <a:gd name="connsiteX269-4849" fmla="*/ 1500127 w 3079941"/>
                <a:gd name="connsiteY269-4850" fmla="*/ 643399 h 1160647"/>
                <a:gd name="connsiteX270-4851" fmla="*/ 1500127 w 3079941"/>
                <a:gd name="connsiteY270-4852" fmla="*/ 637725 h 1160647"/>
                <a:gd name="connsiteX271-4853" fmla="*/ 1500887 w 3079941"/>
                <a:gd name="connsiteY271-4854" fmla="*/ 637725 h 1160647"/>
                <a:gd name="connsiteX272-4855" fmla="*/ 1506207 w 3079941"/>
                <a:gd name="connsiteY272-4856" fmla="*/ 637725 h 1160647"/>
                <a:gd name="connsiteX273-4857" fmla="*/ 1506207 w 3079941"/>
                <a:gd name="connsiteY273-4858" fmla="*/ 639076 h 1160647"/>
                <a:gd name="connsiteX274-4859" fmla="*/ 1506207 w 3079941"/>
                <a:gd name="connsiteY274-4860" fmla="*/ 648534 h 1160647"/>
                <a:gd name="connsiteX275-4861" fmla="*/ 1544714 w 3079941"/>
                <a:gd name="connsiteY275-4862" fmla="*/ 648534 h 1160647"/>
                <a:gd name="connsiteX276-4863" fmla="*/ 1544714 w 3079941"/>
                <a:gd name="connsiteY276-4864" fmla="*/ 786887 h 1160647"/>
                <a:gd name="connsiteX277-4865" fmla="*/ 1546234 w 3079941"/>
                <a:gd name="connsiteY277-4866" fmla="*/ 786887 h 1160647"/>
                <a:gd name="connsiteX278-4867" fmla="*/ 1556874 w 3079941"/>
                <a:gd name="connsiteY278-4868" fmla="*/ 786887 h 1160647"/>
                <a:gd name="connsiteX279-4869" fmla="*/ 1556874 w 3079941"/>
                <a:gd name="connsiteY279-4870" fmla="*/ 773917 h 1160647"/>
                <a:gd name="connsiteX280-4871" fmla="*/ 1560928 w 3079941"/>
                <a:gd name="connsiteY280-4872" fmla="*/ 773917 h 1160647"/>
                <a:gd name="connsiteX281-4873" fmla="*/ 1560928 w 3079941"/>
                <a:gd name="connsiteY281-4874" fmla="*/ 786887 h 1160647"/>
                <a:gd name="connsiteX282-4875" fmla="*/ 1591328 w 3079941"/>
                <a:gd name="connsiteY282-4876" fmla="*/ 786887 h 1160647"/>
                <a:gd name="connsiteX283-4877" fmla="*/ 1591328 w 3079941"/>
                <a:gd name="connsiteY283-4878" fmla="*/ 756622 h 1160647"/>
                <a:gd name="connsiteX284-4879" fmla="*/ 1603488 w 3079941"/>
                <a:gd name="connsiteY284-4880" fmla="*/ 756622 h 1160647"/>
                <a:gd name="connsiteX285-4881" fmla="*/ 1615648 w 3079941"/>
                <a:gd name="connsiteY285-4882" fmla="*/ 754461 h 1160647"/>
                <a:gd name="connsiteX286-4883" fmla="*/ 1619702 w 3079941"/>
                <a:gd name="connsiteY286-4884" fmla="*/ 756622 h 1160647"/>
                <a:gd name="connsiteX287-4885" fmla="*/ 1629835 w 3079941"/>
                <a:gd name="connsiteY287-4886" fmla="*/ 756622 h 1160647"/>
                <a:gd name="connsiteX288-4887" fmla="*/ 1629835 w 3079941"/>
                <a:gd name="connsiteY288-4888" fmla="*/ 786887 h 1160647"/>
                <a:gd name="connsiteX289-4889" fmla="*/ 1637942 w 3079941"/>
                <a:gd name="connsiteY289-4890" fmla="*/ 786887 h 1160647"/>
                <a:gd name="connsiteX290-4891" fmla="*/ 1637942 w 3079941"/>
                <a:gd name="connsiteY290-4892" fmla="*/ 804182 h 1160647"/>
                <a:gd name="connsiteX291-4893" fmla="*/ 1647278 w 3079941"/>
                <a:gd name="connsiteY291-4894" fmla="*/ 805087 h 1160647"/>
                <a:gd name="connsiteX292-4895" fmla="*/ 1660236 w 3079941"/>
                <a:gd name="connsiteY292-4896" fmla="*/ 805087 h 1160647"/>
                <a:gd name="connsiteX293-4897" fmla="*/ 1660236 w 3079941"/>
                <a:gd name="connsiteY293-4898" fmla="*/ 789049 h 1160647"/>
                <a:gd name="connsiteX294-4899" fmla="*/ 1728192 w 3079941"/>
                <a:gd name="connsiteY294-4900" fmla="*/ 789049 h 1160647"/>
                <a:gd name="connsiteX295-4901" fmla="*/ 1728192 w 3079941"/>
                <a:gd name="connsiteY295-4902" fmla="*/ 703796 h 1160647"/>
                <a:gd name="connsiteX296-4903" fmla="*/ 1800200 w 3079941"/>
                <a:gd name="connsiteY296-4904" fmla="*/ 703796 h 1160647"/>
                <a:gd name="connsiteX297-4905" fmla="*/ 1800200 w 3079941"/>
                <a:gd name="connsiteY297-4906" fmla="*/ 782564 h 1160647"/>
                <a:gd name="connsiteX298-4907" fmla="*/ 1802104 w 3079941"/>
                <a:gd name="connsiteY298-4908" fmla="*/ 782564 h 1160647"/>
                <a:gd name="connsiteX299-4909" fmla="*/ 1803346 w 3079941"/>
                <a:gd name="connsiteY299-4910" fmla="*/ 805087 h 1160647"/>
                <a:gd name="connsiteX300-4911" fmla="*/ 1813022 w 3079941"/>
                <a:gd name="connsiteY300-4912" fmla="*/ 805087 h 1160647"/>
                <a:gd name="connsiteX301-4913" fmla="*/ 1814264 w 3079941"/>
                <a:gd name="connsiteY301-4914" fmla="*/ 782564 h 1160647"/>
                <a:gd name="connsiteX302-4915" fmla="*/ 1820344 w 3079941"/>
                <a:gd name="connsiteY302-4916" fmla="*/ 782564 h 1160647"/>
                <a:gd name="connsiteX303-4917" fmla="*/ 1821586 w 3079941"/>
                <a:gd name="connsiteY303-4918" fmla="*/ 805087 h 1160647"/>
                <a:gd name="connsiteX304-4919" fmla="*/ 1872208 w 3079941"/>
                <a:gd name="connsiteY304-4920" fmla="*/ 805087 h 1160647"/>
                <a:gd name="connsiteX305-4921" fmla="*/ 1872208 w 3079941"/>
                <a:gd name="connsiteY305-4922" fmla="*/ 642059 h 1160647"/>
                <a:gd name="connsiteX306-4923" fmla="*/ 2069535 w 3079941"/>
                <a:gd name="connsiteY306-4924" fmla="*/ 642059 h 1160647"/>
                <a:gd name="connsiteX307-4925" fmla="*/ 2069535 w 3079941"/>
                <a:gd name="connsiteY307-4926" fmla="*/ 805087 h 1160647"/>
                <a:gd name="connsiteX308-4927" fmla="*/ 2088232 w 3079941"/>
                <a:gd name="connsiteY308-4928" fmla="*/ 805087 h 1160647"/>
                <a:gd name="connsiteX309-4929" fmla="*/ 2088232 w 3079941"/>
                <a:gd name="connsiteY309-4930" fmla="*/ 722394 h 1160647"/>
                <a:gd name="connsiteX310-4931" fmla="*/ 2183352 w 3079941"/>
                <a:gd name="connsiteY310-4932" fmla="*/ 722394 h 1160647"/>
                <a:gd name="connsiteX311-4933" fmla="*/ 2195282 w 3079941"/>
                <a:gd name="connsiteY311-4934" fmla="*/ 404253 h 1160647"/>
                <a:gd name="connsiteX312-4935" fmla="*/ 2183122 w 3079941"/>
                <a:gd name="connsiteY312-4936" fmla="*/ 382635 h 1160647"/>
                <a:gd name="connsiteX313-4937" fmla="*/ 2177042 w 3079941"/>
                <a:gd name="connsiteY313-4938" fmla="*/ 378311 h 1160647"/>
                <a:gd name="connsiteX314-4939" fmla="*/ 2185149 w 3079941"/>
                <a:gd name="connsiteY314-4940" fmla="*/ 354532 h 1160647"/>
                <a:gd name="connsiteX315-4941" fmla="*/ 2185149 w 3079941"/>
                <a:gd name="connsiteY315-4942" fmla="*/ 337238 h 1160647"/>
                <a:gd name="connsiteX316-4943" fmla="*/ 2199336 w 3079941"/>
                <a:gd name="connsiteY316-4944" fmla="*/ 337238 h 1160647"/>
                <a:gd name="connsiteX317-4945" fmla="*/ 2199336 w 3079941"/>
                <a:gd name="connsiteY317-4946" fmla="*/ 315620 h 1160647"/>
                <a:gd name="connsiteX318-4947" fmla="*/ 2201362 w 3079941"/>
                <a:gd name="connsiteY318-4948" fmla="*/ 311296 h 1160647"/>
                <a:gd name="connsiteX319-4949" fmla="*/ 2201362 w 3079941"/>
                <a:gd name="connsiteY319-4950" fmla="*/ 233472 h 1160647"/>
                <a:gd name="connsiteX320-4951" fmla="*/ 2199336 w 3079941"/>
                <a:gd name="connsiteY320-4952" fmla="*/ 226987 h 1160647"/>
                <a:gd name="connsiteX321-4953" fmla="*/ 2205416 w 3079941"/>
                <a:gd name="connsiteY321-4954" fmla="*/ 220501 h 1160647"/>
                <a:gd name="connsiteX322-4955" fmla="*/ 2205416 w 3079941"/>
                <a:gd name="connsiteY322-4956" fmla="*/ 162133 h 1160647"/>
                <a:gd name="connsiteX323-4957" fmla="*/ 2207442 w 3079941"/>
                <a:gd name="connsiteY323-4958" fmla="*/ 157810 h 1160647"/>
                <a:gd name="connsiteX324-4959" fmla="*/ 2207442 w 3079941"/>
                <a:gd name="connsiteY324-4960" fmla="*/ 101604 h 1160647"/>
                <a:gd name="connsiteX325-4961" fmla="*/ 2209469 w 3079941"/>
                <a:gd name="connsiteY325-4962" fmla="*/ 82148 h 1160647"/>
                <a:gd name="connsiteX326-4963" fmla="*/ 2213523 w 3079941"/>
                <a:gd name="connsiteY326-4964" fmla="*/ 99442 h 1160647"/>
                <a:gd name="connsiteX327-4965" fmla="*/ 2215549 w 3079941"/>
                <a:gd name="connsiteY327-4966" fmla="*/ 157810 h 1160647"/>
                <a:gd name="connsiteX328-4967" fmla="*/ 2217576 w 3079941"/>
                <a:gd name="connsiteY328-4968" fmla="*/ 220501 h 1160647"/>
                <a:gd name="connsiteX329-4969" fmla="*/ 2223656 w 3079941"/>
                <a:gd name="connsiteY329-4970" fmla="*/ 226987 h 1160647"/>
                <a:gd name="connsiteX330-4971" fmla="*/ 2221629 w 3079941"/>
                <a:gd name="connsiteY330-4972" fmla="*/ 233472 h 1160647"/>
                <a:gd name="connsiteX331-4973" fmla="*/ 2221629 w 3079941"/>
                <a:gd name="connsiteY331-4974" fmla="*/ 311296 h 1160647"/>
                <a:gd name="connsiteX332-4975" fmla="*/ 2223656 w 3079941"/>
                <a:gd name="connsiteY332-4976" fmla="*/ 315620 h 1160647"/>
                <a:gd name="connsiteX333-4977" fmla="*/ 2223656 w 3079941"/>
                <a:gd name="connsiteY333-4978" fmla="*/ 337238 h 1160647"/>
                <a:gd name="connsiteX334-4979" fmla="*/ 2237843 w 3079941"/>
                <a:gd name="connsiteY334-4980" fmla="*/ 337238 h 1160647"/>
                <a:gd name="connsiteX335-4981" fmla="*/ 2237843 w 3079941"/>
                <a:gd name="connsiteY335-4982" fmla="*/ 354532 h 1160647"/>
                <a:gd name="connsiteX336-4983" fmla="*/ 2245950 w 3079941"/>
                <a:gd name="connsiteY336-4984" fmla="*/ 378311 h 1160647"/>
                <a:gd name="connsiteX337-4985" fmla="*/ 2239870 w 3079941"/>
                <a:gd name="connsiteY337-4986" fmla="*/ 382635 h 1160647"/>
                <a:gd name="connsiteX338-4987" fmla="*/ 2227709 w 3079941"/>
                <a:gd name="connsiteY338-4988" fmla="*/ 404253 h 1160647"/>
                <a:gd name="connsiteX339-4989" fmla="*/ 2235816 w 3079941"/>
                <a:gd name="connsiteY339-4990" fmla="*/ 657181 h 1160647"/>
                <a:gd name="connsiteX340-4991" fmla="*/ 2300670 w 3079941"/>
                <a:gd name="connsiteY340-4992" fmla="*/ 657181 h 1160647"/>
                <a:gd name="connsiteX341-4993" fmla="*/ 2300670 w 3079941"/>
                <a:gd name="connsiteY341-4994" fmla="*/ 732843 h 1160647"/>
                <a:gd name="connsiteX342-4995" fmla="*/ 2308777 w 3079941"/>
                <a:gd name="connsiteY342-4996" fmla="*/ 732843 h 1160647"/>
                <a:gd name="connsiteX343-4997" fmla="*/ 2310804 w 3079941"/>
                <a:gd name="connsiteY343-4998" fmla="*/ 726358 h 1160647"/>
                <a:gd name="connsiteX344-4999" fmla="*/ 2316884 w 3079941"/>
                <a:gd name="connsiteY344-5000" fmla="*/ 726358 h 1160647"/>
                <a:gd name="connsiteX345-5001" fmla="*/ 2318911 w 3079941"/>
                <a:gd name="connsiteY345-5002" fmla="*/ 735005 h 1160647"/>
                <a:gd name="connsiteX346-5003" fmla="*/ 2331071 w 3079941"/>
                <a:gd name="connsiteY346-5004" fmla="*/ 735005 h 1160647"/>
                <a:gd name="connsiteX347-5005" fmla="*/ 2331071 w 3079941"/>
                <a:gd name="connsiteY347-5006" fmla="*/ 728519 h 1160647"/>
                <a:gd name="connsiteX348-5007" fmla="*/ 2353364 w 3079941"/>
                <a:gd name="connsiteY348-5008" fmla="*/ 728519 h 1160647"/>
                <a:gd name="connsiteX349-5009" fmla="*/ 2353364 w 3079941"/>
                <a:gd name="connsiteY349-5010" fmla="*/ 735005 h 1160647"/>
                <a:gd name="connsiteX350-5011" fmla="*/ 2373631 w 3079941"/>
                <a:gd name="connsiteY350-5012" fmla="*/ 735005 h 1160647"/>
                <a:gd name="connsiteX351-5013" fmla="*/ 2373631 w 3079941"/>
                <a:gd name="connsiteY351-5014" fmla="*/ 780402 h 1160647"/>
                <a:gd name="connsiteX352-5015" fmla="*/ 2387818 w 3079941"/>
                <a:gd name="connsiteY352-5016" fmla="*/ 780402 h 1160647"/>
                <a:gd name="connsiteX353-5017" fmla="*/ 2387818 w 3079941"/>
                <a:gd name="connsiteY353-5018" fmla="*/ 767431 h 1160647"/>
                <a:gd name="connsiteX354-5019" fmla="*/ 2404032 w 3079941"/>
                <a:gd name="connsiteY354-5020" fmla="*/ 767431 h 1160647"/>
                <a:gd name="connsiteX355-5021" fmla="*/ 2404032 w 3079941"/>
                <a:gd name="connsiteY355-5022" fmla="*/ 588004 h 1160647"/>
                <a:gd name="connsiteX356-5023" fmla="*/ 2410112 w 3079941"/>
                <a:gd name="connsiteY356-5024" fmla="*/ 581518 h 1160647"/>
                <a:gd name="connsiteX357-5025" fmla="*/ 2483073 w 3079941"/>
                <a:gd name="connsiteY357-5026" fmla="*/ 581518 h 1160647"/>
                <a:gd name="connsiteX358-5027" fmla="*/ 2483073 w 3079941"/>
                <a:gd name="connsiteY358-5028" fmla="*/ 590166 h 1160647"/>
                <a:gd name="connsiteX359-5029" fmla="*/ 2493206 w 3079941"/>
                <a:gd name="connsiteY359-5030" fmla="*/ 590166 h 1160647"/>
                <a:gd name="connsiteX360-5031" fmla="*/ 2493206 w 3079941"/>
                <a:gd name="connsiteY360-5032" fmla="*/ 704740 h 1160647"/>
                <a:gd name="connsiteX361-5033" fmla="*/ 2515500 w 3079941"/>
                <a:gd name="connsiteY361-5034" fmla="*/ 704740 h 1160647"/>
                <a:gd name="connsiteX362-5035" fmla="*/ 2515500 w 3079941"/>
                <a:gd name="connsiteY362-5036" fmla="*/ 637725 h 1160647"/>
                <a:gd name="connsiteX363-5037" fmla="*/ 2541847 w 3079941"/>
                <a:gd name="connsiteY363-5038" fmla="*/ 637725 h 1160647"/>
                <a:gd name="connsiteX364-5039" fmla="*/ 2545900 w 3079941"/>
                <a:gd name="connsiteY364-5040" fmla="*/ 633401 h 1160647"/>
                <a:gd name="connsiteX365-5041" fmla="*/ 2554007 w 3079941"/>
                <a:gd name="connsiteY365-5042" fmla="*/ 633401 h 1160647"/>
                <a:gd name="connsiteX366-5043" fmla="*/ 2558060 w 3079941"/>
                <a:gd name="connsiteY366-5044" fmla="*/ 637725 h 1160647"/>
                <a:gd name="connsiteX367-5045" fmla="*/ 2580354 w 3079941"/>
                <a:gd name="connsiteY367-5046" fmla="*/ 637725 h 1160647"/>
                <a:gd name="connsiteX368-5047" fmla="*/ 2580354 w 3079941"/>
                <a:gd name="connsiteY368-5048" fmla="*/ 520989 h 1160647"/>
                <a:gd name="connsiteX369-5049" fmla="*/ 2637101 w 3079941"/>
                <a:gd name="connsiteY369-5050" fmla="*/ 510180 h 1160647"/>
                <a:gd name="connsiteX370-5051" fmla="*/ 2637101 w 3079941"/>
                <a:gd name="connsiteY370-5052" fmla="*/ 511261 h 1160647"/>
                <a:gd name="connsiteX371-5053" fmla="*/ 2637101 w 3079941"/>
                <a:gd name="connsiteY371-5054" fmla="*/ 518827 h 1160647"/>
                <a:gd name="connsiteX372-5055" fmla="*/ 2663448 w 3079941"/>
                <a:gd name="connsiteY372-5056" fmla="*/ 518827 h 1160647"/>
                <a:gd name="connsiteX373-5057" fmla="*/ 2663448 w 3079941"/>
                <a:gd name="connsiteY373-5058" fmla="*/ 773917 h 1160647"/>
                <a:gd name="connsiteX374-5059" fmla="*/ 2685742 w 3079941"/>
                <a:gd name="connsiteY374-5060" fmla="*/ 773917 h 1160647"/>
                <a:gd name="connsiteX375-5061" fmla="*/ 2685742 w 3079941"/>
                <a:gd name="connsiteY375-5062" fmla="*/ 769593 h 1160647"/>
                <a:gd name="connsiteX376-5063" fmla="*/ 2697902 w 3079941"/>
                <a:gd name="connsiteY376-5064" fmla="*/ 769593 h 1160647"/>
                <a:gd name="connsiteX377-5065" fmla="*/ 2697902 w 3079941"/>
                <a:gd name="connsiteY377-5066" fmla="*/ 773917 h 1160647"/>
                <a:gd name="connsiteX378-5067" fmla="*/ 2722222 w 3079941"/>
                <a:gd name="connsiteY378-5068" fmla="*/ 773917 h 1160647"/>
                <a:gd name="connsiteX379-5069" fmla="*/ 2722222 w 3079941"/>
                <a:gd name="connsiteY379-5070" fmla="*/ 760946 h 1160647"/>
                <a:gd name="connsiteX380-5071" fmla="*/ 2750596 w 3079941"/>
                <a:gd name="connsiteY380-5072" fmla="*/ 760946 h 1160647"/>
                <a:gd name="connsiteX381-5073" fmla="*/ 2762756 w 3079941"/>
                <a:gd name="connsiteY381-5074" fmla="*/ 756622 h 1160647"/>
                <a:gd name="connsiteX382-5075" fmla="*/ 2783023 w 3079941"/>
                <a:gd name="connsiteY382-5076" fmla="*/ 760946 h 1160647"/>
                <a:gd name="connsiteX383-5077" fmla="*/ 2783023 w 3079941"/>
                <a:gd name="connsiteY383-5078" fmla="*/ 743652 h 1160647"/>
                <a:gd name="connsiteX384-5079" fmla="*/ 2791130 w 3079941"/>
                <a:gd name="connsiteY384-5080" fmla="*/ 743652 h 1160647"/>
                <a:gd name="connsiteX385-5081" fmla="*/ 2791130 w 3079941"/>
                <a:gd name="connsiteY385-5082" fmla="*/ 730681 h 1160647"/>
                <a:gd name="connsiteX386-5083" fmla="*/ 2847877 w 3079941"/>
                <a:gd name="connsiteY386-5084" fmla="*/ 730681 h 1160647"/>
                <a:gd name="connsiteX387-5085" fmla="*/ 2847877 w 3079941"/>
                <a:gd name="connsiteY387-5086" fmla="*/ 700416 h 1160647"/>
                <a:gd name="connsiteX388-5087" fmla="*/ 2866117 w 3079941"/>
                <a:gd name="connsiteY388-5088" fmla="*/ 700416 h 1160647"/>
                <a:gd name="connsiteX389-5089" fmla="*/ 2866117 w 3079941"/>
                <a:gd name="connsiteY389-5090" fmla="*/ 693931 h 1160647"/>
                <a:gd name="connsiteX390-5091" fmla="*/ 2878277 w 3079941"/>
                <a:gd name="connsiteY390-5092" fmla="*/ 693931 h 1160647"/>
                <a:gd name="connsiteX391-5093" fmla="*/ 2878277 w 3079941"/>
                <a:gd name="connsiteY391-5094" fmla="*/ 700416 h 1160647"/>
                <a:gd name="connsiteX392-5095" fmla="*/ 2894491 w 3079941"/>
                <a:gd name="connsiteY392-5096" fmla="*/ 700416 h 1160647"/>
                <a:gd name="connsiteX393-5097" fmla="*/ 2894491 w 3079941"/>
                <a:gd name="connsiteY393-5098" fmla="*/ 750137 h 1160647"/>
                <a:gd name="connsiteX394-5099" fmla="*/ 2926918 w 3079941"/>
                <a:gd name="connsiteY394-5100" fmla="*/ 750137 h 1160647"/>
                <a:gd name="connsiteX395-5101" fmla="*/ 2926918 w 3079941"/>
                <a:gd name="connsiteY395-5102" fmla="*/ 724196 h 1160647"/>
                <a:gd name="connsiteX396-5103" fmla="*/ 2965425 w 3079941"/>
                <a:gd name="connsiteY396-5104" fmla="*/ 724196 h 1160647"/>
                <a:gd name="connsiteX397-5105" fmla="*/ 2965425 w 3079941"/>
                <a:gd name="connsiteY397-5106" fmla="*/ 693931 h 1160647"/>
                <a:gd name="connsiteX398-5107" fmla="*/ 3014066 w 3079941"/>
                <a:gd name="connsiteY398-5108" fmla="*/ 693931 h 1160647"/>
                <a:gd name="connsiteX399-5109" fmla="*/ 3014066 w 3079941"/>
                <a:gd name="connsiteY399-5110" fmla="*/ 805087 h 1160647"/>
                <a:gd name="connsiteX400-5111" fmla="*/ 3014066 w 3079941"/>
                <a:gd name="connsiteY400-5112" fmla="*/ 818866 h 1160647"/>
                <a:gd name="connsiteX401-5113" fmla="*/ 3079941 w 3079941"/>
                <a:gd name="connsiteY401-5114" fmla="*/ 818866 h 1160647"/>
                <a:gd name="connsiteX402-5115" fmla="*/ 3079941 w 3079941"/>
                <a:gd name="connsiteY402-5116" fmla="*/ 1160647 h 1160647"/>
                <a:gd name="connsiteX403-5117" fmla="*/ 200958 w 3079941"/>
                <a:gd name="connsiteY403-5118" fmla="*/ 1160647 h 1160647"/>
                <a:gd name="connsiteX404-5119" fmla="*/ 0 w 3079941"/>
                <a:gd name="connsiteY404-5120" fmla="*/ 1126882 h 1160647"/>
                <a:gd name="connsiteX405-5121" fmla="*/ 0 w 3079941"/>
                <a:gd name="connsiteY405-5122" fmla="*/ 915339 h 1160647"/>
                <a:gd name="connsiteX406-5123" fmla="*/ 55096 w 3079941"/>
                <a:gd name="connsiteY406-5124" fmla="*/ 886329 h 1160647"/>
                <a:gd name="connsiteX407-5125" fmla="*/ 55096 w 3079941"/>
                <a:gd name="connsiteY407-5126" fmla="*/ 724196 h 1160647"/>
                <a:gd name="connsiteX408-5127" fmla="*/ 75363 w 3079941"/>
                <a:gd name="connsiteY408-5128" fmla="*/ 724196 h 1160647"/>
                <a:gd name="connsiteX409-5129" fmla="*/ 75870 w 3079941"/>
                <a:gd name="connsiteY409-5130" fmla="*/ 723115 h 1160647"/>
                <a:gd name="connsiteX410-5131" fmla="*/ 79416 w 3079941"/>
                <a:gd name="connsiteY410-5132" fmla="*/ 715549 h 1160647"/>
                <a:gd name="connsiteX411-5133" fmla="*/ 81190 w 3079941"/>
                <a:gd name="connsiteY411-5134" fmla="*/ 715819 h 1160647"/>
                <a:gd name="connsiteX412-5135" fmla="*/ 93603 w 3079941"/>
                <a:gd name="connsiteY412-5136" fmla="*/ 717710 h 1160647"/>
                <a:gd name="connsiteX413-5137" fmla="*/ 94110 w 3079941"/>
                <a:gd name="connsiteY413-5138" fmla="*/ 719062 h 1160647"/>
                <a:gd name="connsiteX414-5139" fmla="*/ 97656 w 3079941"/>
                <a:gd name="connsiteY414-5140" fmla="*/ 728519 h 1160647"/>
                <a:gd name="connsiteX415-5141" fmla="*/ 124003 w 3079941"/>
                <a:gd name="connsiteY415-5142" fmla="*/ 730681 h 1160647"/>
                <a:gd name="connsiteX416-5143" fmla="*/ 124003 w 3079941"/>
                <a:gd name="connsiteY416-5144" fmla="*/ 607460 h 1160647"/>
                <a:gd name="connsiteX417-5145" fmla="*/ 126030 w 3079941"/>
                <a:gd name="connsiteY417-5146" fmla="*/ 607460 h 1160647"/>
                <a:gd name="connsiteX418-5147" fmla="*/ 140217 w 3079941"/>
                <a:gd name="connsiteY418-5148" fmla="*/ 607460 h 1160647"/>
                <a:gd name="connsiteX419-5149" fmla="*/ 140217 w 3079941"/>
                <a:gd name="connsiteY419-5150" fmla="*/ 471268 h 1160647"/>
                <a:gd name="connsiteX420-5151" fmla="*/ 141990 w 3079941"/>
                <a:gd name="connsiteY420-5152" fmla="*/ 471268 h 1160647"/>
                <a:gd name="connsiteX421-5153" fmla="*/ 154404 w 3079941"/>
                <a:gd name="connsiteY421-5154" fmla="*/ 471268 h 1160647"/>
                <a:gd name="connsiteX422-5155" fmla="*/ 154404 w 3079941"/>
                <a:gd name="connsiteY422-5156" fmla="*/ 356694 h 1160647"/>
                <a:gd name="connsiteX423-5157" fmla="*/ 158457 w 3079941"/>
                <a:gd name="connsiteY423-5158" fmla="*/ 328590 h 1160647"/>
                <a:gd name="connsiteX424-5159" fmla="*/ 160484 w 3079941"/>
                <a:gd name="connsiteY424-5160" fmla="*/ 328590 h 1160647"/>
                <a:gd name="connsiteX425-5161" fmla="*/ 174671 w 3079941"/>
                <a:gd name="connsiteY425-5162" fmla="*/ 328590 h 1160647"/>
                <a:gd name="connsiteX426-5163" fmla="*/ 211151 w 3079941"/>
                <a:gd name="connsiteY426-5164" fmla="*/ 246443 h 1160647"/>
                <a:gd name="connsiteX427-5165" fmla="*/ 215205 w 3079941"/>
                <a:gd name="connsiteY427-5166" fmla="*/ 0 h 1160647"/>
                <a:gd name="connsiteX0-5167" fmla="*/ 215205 w 3079941"/>
                <a:gd name="connsiteY0-5168" fmla="*/ 0 h 1160647"/>
                <a:gd name="connsiteX1-5169" fmla="*/ 217231 w 3079941"/>
                <a:gd name="connsiteY1-5170" fmla="*/ 246443 h 1160647"/>
                <a:gd name="connsiteX2-5171" fmla="*/ 255738 w 3079941"/>
                <a:gd name="connsiteY2-5172" fmla="*/ 326429 h 1160647"/>
                <a:gd name="connsiteX3-5173" fmla="*/ 257765 w 3079941"/>
                <a:gd name="connsiteY3-5174" fmla="*/ 326429 h 1160647"/>
                <a:gd name="connsiteX4-5175" fmla="*/ 271952 w 3079941"/>
                <a:gd name="connsiteY4-5176" fmla="*/ 326429 h 1160647"/>
                <a:gd name="connsiteX5-5177" fmla="*/ 271952 w 3079941"/>
                <a:gd name="connsiteY5-5178" fmla="*/ 350208 h 1160647"/>
                <a:gd name="connsiteX6-5179" fmla="*/ 272459 w 3079941"/>
                <a:gd name="connsiteY6-5180" fmla="*/ 351019 h 1160647"/>
                <a:gd name="connsiteX7-5181" fmla="*/ 276005 w 3079941"/>
                <a:gd name="connsiteY7-5182" fmla="*/ 356694 h 1160647"/>
                <a:gd name="connsiteX8-5183" fmla="*/ 276005 w 3079941"/>
                <a:gd name="connsiteY8-5184" fmla="*/ 471268 h 1160647"/>
                <a:gd name="connsiteX9-5185" fmla="*/ 278285 w 3079941"/>
                <a:gd name="connsiteY9-5186" fmla="*/ 471268 h 1160647"/>
                <a:gd name="connsiteX10-5187" fmla="*/ 294246 w 3079941"/>
                <a:gd name="connsiteY10-5188" fmla="*/ 471268 h 1160647"/>
                <a:gd name="connsiteX11-5189" fmla="*/ 294246 w 3079941"/>
                <a:gd name="connsiteY11-5190" fmla="*/ 611783 h 1160647"/>
                <a:gd name="connsiteX12-5191" fmla="*/ 295766 w 3079941"/>
                <a:gd name="connsiteY12-5192" fmla="*/ 611513 h 1160647"/>
                <a:gd name="connsiteX13-5193" fmla="*/ 306406 w 3079941"/>
                <a:gd name="connsiteY13-5194" fmla="*/ 609622 h 1160647"/>
                <a:gd name="connsiteX14-5195" fmla="*/ 304379 w 3079941"/>
                <a:gd name="connsiteY14-5196" fmla="*/ 698254 h 1160647"/>
                <a:gd name="connsiteX15-5197" fmla="*/ 305899 w 3079941"/>
                <a:gd name="connsiteY15-5198" fmla="*/ 698525 h 1160647"/>
                <a:gd name="connsiteX16-5199" fmla="*/ 316539 w 3079941"/>
                <a:gd name="connsiteY16-5200" fmla="*/ 700416 h 1160647"/>
                <a:gd name="connsiteX17-5201" fmla="*/ 316792 w 3079941"/>
                <a:gd name="connsiteY17-5202" fmla="*/ 701227 h 1160647"/>
                <a:gd name="connsiteX18-5203" fmla="*/ 318566 w 3079941"/>
                <a:gd name="connsiteY18-5204" fmla="*/ 706902 h 1160647"/>
                <a:gd name="connsiteX19-5205" fmla="*/ 319326 w 3079941"/>
                <a:gd name="connsiteY19-5206" fmla="*/ 704470 h 1160647"/>
                <a:gd name="connsiteX20-5207" fmla="*/ 324646 w 3079941"/>
                <a:gd name="connsiteY20-5208" fmla="*/ 687446 h 1160647"/>
                <a:gd name="connsiteX21-5209" fmla="*/ 326419 w 3079941"/>
                <a:gd name="connsiteY21-5210" fmla="*/ 687446 h 1160647"/>
                <a:gd name="connsiteX22-5211" fmla="*/ 338833 w 3079941"/>
                <a:gd name="connsiteY22-5212" fmla="*/ 687446 h 1160647"/>
                <a:gd name="connsiteX23-5213" fmla="*/ 338833 w 3079941"/>
                <a:gd name="connsiteY23-5214" fmla="*/ 719872 h 1160647"/>
                <a:gd name="connsiteX24-5215" fmla="*/ 339846 w 3079941"/>
                <a:gd name="connsiteY24-5216" fmla="*/ 720413 h 1160647"/>
                <a:gd name="connsiteX25-5217" fmla="*/ 346940 w 3079941"/>
                <a:gd name="connsiteY25-5218" fmla="*/ 724196 h 1160647"/>
                <a:gd name="connsiteX26-5219" fmla="*/ 346940 w 3079941"/>
                <a:gd name="connsiteY26-5220" fmla="*/ 725547 h 1160647"/>
                <a:gd name="connsiteX27-5221" fmla="*/ 346940 w 3079941"/>
                <a:gd name="connsiteY27-5222" fmla="*/ 735005 h 1160647"/>
                <a:gd name="connsiteX28-5223" fmla="*/ 391527 w 3079941"/>
                <a:gd name="connsiteY28-5224" fmla="*/ 735005 h 1160647"/>
                <a:gd name="connsiteX29-5225" fmla="*/ 391527 w 3079941"/>
                <a:gd name="connsiteY29-5226" fmla="*/ 736086 h 1160647"/>
                <a:gd name="connsiteX30-5227" fmla="*/ 391527 w 3079941"/>
                <a:gd name="connsiteY30-5228" fmla="*/ 743652 h 1160647"/>
                <a:gd name="connsiteX31-5229" fmla="*/ 393553 w 3079941"/>
                <a:gd name="connsiteY31-5230" fmla="*/ 743652 h 1160647"/>
                <a:gd name="connsiteX32-5231" fmla="*/ 407740 w 3079941"/>
                <a:gd name="connsiteY32-5232" fmla="*/ 743652 h 1160647"/>
                <a:gd name="connsiteX33-5233" fmla="*/ 407740 w 3079941"/>
                <a:gd name="connsiteY33-5234" fmla="*/ 713387 h 1160647"/>
                <a:gd name="connsiteX34-5235" fmla="*/ 452327 w 3079941"/>
                <a:gd name="connsiteY34-5236" fmla="*/ 713387 h 1160647"/>
                <a:gd name="connsiteX35-5237" fmla="*/ 452327 w 3079941"/>
                <a:gd name="connsiteY35-5238" fmla="*/ 712036 h 1160647"/>
                <a:gd name="connsiteX36-5239" fmla="*/ 452327 w 3079941"/>
                <a:gd name="connsiteY36-5240" fmla="*/ 702578 h 1160647"/>
                <a:gd name="connsiteX37-5241" fmla="*/ 453341 w 3079941"/>
                <a:gd name="connsiteY37-5242" fmla="*/ 702578 h 1160647"/>
                <a:gd name="connsiteX38-5243" fmla="*/ 460434 w 3079941"/>
                <a:gd name="connsiteY38-5244" fmla="*/ 702578 h 1160647"/>
                <a:gd name="connsiteX39-5245" fmla="*/ 460434 w 3079941"/>
                <a:gd name="connsiteY39-5246" fmla="*/ 700687 h 1160647"/>
                <a:gd name="connsiteX40-5247" fmla="*/ 460434 w 3079941"/>
                <a:gd name="connsiteY40-5248" fmla="*/ 687446 h 1160647"/>
                <a:gd name="connsiteX41-5249" fmla="*/ 461194 w 3079941"/>
                <a:gd name="connsiteY41-5250" fmla="*/ 687446 h 1160647"/>
                <a:gd name="connsiteX42-5251" fmla="*/ 466514 w 3079941"/>
                <a:gd name="connsiteY42-5252" fmla="*/ 687446 h 1160647"/>
                <a:gd name="connsiteX43-5253" fmla="*/ 466514 w 3079941"/>
                <a:gd name="connsiteY43-5254" fmla="*/ 686365 h 1160647"/>
                <a:gd name="connsiteX44-5255" fmla="*/ 466514 w 3079941"/>
                <a:gd name="connsiteY44-5256" fmla="*/ 678798 h 1160647"/>
                <a:gd name="connsiteX45-5257" fmla="*/ 468541 w 3079941"/>
                <a:gd name="connsiteY45-5258" fmla="*/ 678798 h 1160647"/>
                <a:gd name="connsiteX46-5259" fmla="*/ 482728 w 3079941"/>
                <a:gd name="connsiteY46-5260" fmla="*/ 678798 h 1160647"/>
                <a:gd name="connsiteX47-5261" fmla="*/ 482728 w 3079941"/>
                <a:gd name="connsiteY47-5262" fmla="*/ 679879 h 1160647"/>
                <a:gd name="connsiteX48-5263" fmla="*/ 482728 w 3079941"/>
                <a:gd name="connsiteY48-5264" fmla="*/ 687446 h 1160647"/>
                <a:gd name="connsiteX49-5265" fmla="*/ 505021 w 3079941"/>
                <a:gd name="connsiteY49-5266" fmla="*/ 687446 h 1160647"/>
                <a:gd name="connsiteX50-5267" fmla="*/ 505021 w 3079941"/>
                <a:gd name="connsiteY50-5268" fmla="*/ 685554 h 1160647"/>
                <a:gd name="connsiteX51-5269" fmla="*/ 505021 w 3079941"/>
                <a:gd name="connsiteY51-5270" fmla="*/ 672313 h 1160647"/>
                <a:gd name="connsiteX52-5271" fmla="*/ 506795 w 3079941"/>
                <a:gd name="connsiteY52-5272" fmla="*/ 672313 h 1160647"/>
                <a:gd name="connsiteX53-5273" fmla="*/ 519208 w 3079941"/>
                <a:gd name="connsiteY53-5274" fmla="*/ 672313 h 1160647"/>
                <a:gd name="connsiteX54-5275" fmla="*/ 519208 w 3079941"/>
                <a:gd name="connsiteY54-5276" fmla="*/ 696093 h 1160647"/>
                <a:gd name="connsiteX55-5277" fmla="*/ 520222 w 3079941"/>
                <a:gd name="connsiteY55-5278" fmla="*/ 696093 h 1160647"/>
                <a:gd name="connsiteX56-5279" fmla="*/ 527315 w 3079941"/>
                <a:gd name="connsiteY56-5280" fmla="*/ 696093 h 1160647"/>
                <a:gd name="connsiteX57-5281" fmla="*/ 527315 w 3079941"/>
                <a:gd name="connsiteY57-5282" fmla="*/ 695012 h 1160647"/>
                <a:gd name="connsiteX58-5283" fmla="*/ 527315 w 3079941"/>
                <a:gd name="connsiteY58-5284" fmla="*/ 687446 h 1160647"/>
                <a:gd name="connsiteX59-5285" fmla="*/ 529088 w 3079941"/>
                <a:gd name="connsiteY59-5286" fmla="*/ 687446 h 1160647"/>
                <a:gd name="connsiteX60-5287" fmla="*/ 541502 w 3079941"/>
                <a:gd name="connsiteY60-5288" fmla="*/ 687446 h 1160647"/>
                <a:gd name="connsiteX61-5289" fmla="*/ 541502 w 3079941"/>
                <a:gd name="connsiteY61-5290" fmla="*/ 713387 h 1160647"/>
                <a:gd name="connsiteX62-5291" fmla="*/ 543529 w 3079941"/>
                <a:gd name="connsiteY62-5292" fmla="*/ 713387 h 1160647"/>
                <a:gd name="connsiteX63-5293" fmla="*/ 557715 w 3079941"/>
                <a:gd name="connsiteY63-5294" fmla="*/ 713387 h 1160647"/>
                <a:gd name="connsiteX64-5295" fmla="*/ 557715 w 3079941"/>
                <a:gd name="connsiteY64-5296" fmla="*/ 715008 h 1160647"/>
                <a:gd name="connsiteX65-5297" fmla="*/ 557715 w 3079941"/>
                <a:gd name="connsiteY65-5298" fmla="*/ 726358 h 1160647"/>
                <a:gd name="connsiteX66-5299" fmla="*/ 558475 w 3079941"/>
                <a:gd name="connsiteY66-5300" fmla="*/ 726358 h 1160647"/>
                <a:gd name="connsiteX67-5301" fmla="*/ 563796 w 3079941"/>
                <a:gd name="connsiteY67-5302" fmla="*/ 726358 h 1160647"/>
                <a:gd name="connsiteX68-5303" fmla="*/ 563796 w 3079941"/>
                <a:gd name="connsiteY68-5304" fmla="*/ 725547 h 1160647"/>
                <a:gd name="connsiteX69-5305" fmla="*/ 563796 w 3079941"/>
                <a:gd name="connsiteY69-5306" fmla="*/ 719872 h 1160647"/>
                <a:gd name="connsiteX70-5307" fmla="*/ 594196 w 3079941"/>
                <a:gd name="connsiteY70-5308" fmla="*/ 719872 h 1160647"/>
                <a:gd name="connsiteX71-5309" fmla="*/ 594196 w 3079941"/>
                <a:gd name="connsiteY71-5310" fmla="*/ 743652 h 1160647"/>
                <a:gd name="connsiteX72-5311" fmla="*/ 595209 w 3079941"/>
                <a:gd name="connsiteY72-5312" fmla="*/ 743652 h 1160647"/>
                <a:gd name="connsiteX73-5313" fmla="*/ 602303 w 3079941"/>
                <a:gd name="connsiteY73-5314" fmla="*/ 743652 h 1160647"/>
                <a:gd name="connsiteX74-5315" fmla="*/ 602303 w 3079941"/>
                <a:gd name="connsiteY74-5316" fmla="*/ 744733 h 1160647"/>
                <a:gd name="connsiteX75-5317" fmla="*/ 602303 w 3079941"/>
                <a:gd name="connsiteY75-5318" fmla="*/ 752299 h 1160647"/>
                <a:gd name="connsiteX76-5319" fmla="*/ 603063 w 3079941"/>
                <a:gd name="connsiteY76-5320" fmla="*/ 752299 h 1160647"/>
                <a:gd name="connsiteX77-5321" fmla="*/ 608383 w 3079941"/>
                <a:gd name="connsiteY77-5322" fmla="*/ 752299 h 1160647"/>
                <a:gd name="connsiteX78-5323" fmla="*/ 608383 w 3079941"/>
                <a:gd name="connsiteY78-5324" fmla="*/ 750137 h 1160647"/>
                <a:gd name="connsiteX79-5325" fmla="*/ 608383 w 3079941"/>
                <a:gd name="connsiteY79-5326" fmla="*/ 735005 h 1160647"/>
                <a:gd name="connsiteX80-5327" fmla="*/ 609396 w 3079941"/>
                <a:gd name="connsiteY80-5328" fmla="*/ 735005 h 1160647"/>
                <a:gd name="connsiteX81-5329" fmla="*/ 616490 w 3079941"/>
                <a:gd name="connsiteY81-5330" fmla="*/ 735005 h 1160647"/>
                <a:gd name="connsiteX82-5331" fmla="*/ 616490 w 3079941"/>
                <a:gd name="connsiteY82-5332" fmla="*/ 736086 h 1160647"/>
                <a:gd name="connsiteX83-5333" fmla="*/ 616490 w 3079941"/>
                <a:gd name="connsiteY83-5334" fmla="*/ 743652 h 1160647"/>
                <a:gd name="connsiteX84-5335" fmla="*/ 621810 w 3079941"/>
                <a:gd name="connsiteY84-5336" fmla="*/ 741659 h 1160647"/>
                <a:gd name="connsiteX85-5337" fmla="*/ 622570 w 3079941"/>
                <a:gd name="connsiteY85-5338" fmla="*/ 740679 h 1160647"/>
                <a:gd name="connsiteX86-5339" fmla="*/ 622570 w 3079941"/>
                <a:gd name="connsiteY86-5340" fmla="*/ 735005 h 1160647"/>
                <a:gd name="connsiteX87-5341" fmla="*/ 661077 w 3079941"/>
                <a:gd name="connsiteY87-5342" fmla="*/ 735005 h 1160647"/>
                <a:gd name="connsiteX88-5343" fmla="*/ 661077 w 3079941"/>
                <a:gd name="connsiteY88-5344" fmla="*/ 758784 h 1160647"/>
                <a:gd name="connsiteX89-5345" fmla="*/ 663103 w 3079941"/>
                <a:gd name="connsiteY89-5346" fmla="*/ 758784 h 1160647"/>
                <a:gd name="connsiteX90-5347" fmla="*/ 677290 w 3079941"/>
                <a:gd name="connsiteY90-5348" fmla="*/ 758784 h 1160647"/>
                <a:gd name="connsiteX91-5349" fmla="*/ 677290 w 3079941"/>
                <a:gd name="connsiteY91-5350" fmla="*/ 759865 h 1160647"/>
                <a:gd name="connsiteX92-5351" fmla="*/ 677290 w 3079941"/>
                <a:gd name="connsiteY92-5352" fmla="*/ 767431 h 1160647"/>
                <a:gd name="connsiteX93-5353" fmla="*/ 679064 w 3079941"/>
                <a:gd name="connsiteY93-5354" fmla="*/ 767431 h 1160647"/>
                <a:gd name="connsiteX94-5355" fmla="*/ 691477 w 3079941"/>
                <a:gd name="connsiteY94-5356" fmla="*/ 767431 h 1160647"/>
                <a:gd name="connsiteX95-5357" fmla="*/ 691477 w 3079941"/>
                <a:gd name="connsiteY95-5358" fmla="*/ 743652 h 1160647"/>
                <a:gd name="connsiteX96-5359" fmla="*/ 692490 w 3079941"/>
                <a:gd name="connsiteY96-5360" fmla="*/ 743652 h 1160647"/>
                <a:gd name="connsiteX97-5361" fmla="*/ 699584 w 3079941"/>
                <a:gd name="connsiteY97-5362" fmla="*/ 743652 h 1160647"/>
                <a:gd name="connsiteX98-5363" fmla="*/ 699584 w 3079941"/>
                <a:gd name="connsiteY98-5364" fmla="*/ 711225 h 1160647"/>
                <a:gd name="connsiteX99-5365" fmla="*/ 700597 w 3079941"/>
                <a:gd name="connsiteY99-5366" fmla="*/ 711225 h 1160647"/>
                <a:gd name="connsiteX100-5367" fmla="*/ 707691 w 3079941"/>
                <a:gd name="connsiteY100-5368" fmla="*/ 711225 h 1160647"/>
                <a:gd name="connsiteX101-5369" fmla="*/ 707691 w 3079941"/>
                <a:gd name="connsiteY101-5370" fmla="*/ 709334 h 1160647"/>
                <a:gd name="connsiteX102-5371" fmla="*/ 707691 w 3079941"/>
                <a:gd name="connsiteY102-5372" fmla="*/ 696093 h 1160647"/>
                <a:gd name="connsiteX103-5373" fmla="*/ 706424 w 3079941"/>
                <a:gd name="connsiteY103-5374" fmla="*/ 694471 h 1160647"/>
                <a:gd name="connsiteX104-5375" fmla="*/ 711744 w 3079941"/>
                <a:gd name="connsiteY104-5376" fmla="*/ 683122 h 1160647"/>
                <a:gd name="connsiteX105-5377" fmla="*/ 719851 w 3079941"/>
                <a:gd name="connsiteY105-5378" fmla="*/ 711225 h 1160647"/>
                <a:gd name="connsiteX106-5379" fmla="*/ 720611 w 3079941"/>
                <a:gd name="connsiteY106-5380" fmla="*/ 711225 h 1160647"/>
                <a:gd name="connsiteX107-5381" fmla="*/ 725931 w 3079941"/>
                <a:gd name="connsiteY107-5382" fmla="*/ 711225 h 1160647"/>
                <a:gd name="connsiteX108-5383" fmla="*/ 725931 w 3079941"/>
                <a:gd name="connsiteY108-5384" fmla="*/ 605298 h 1160647"/>
                <a:gd name="connsiteX109-5385" fmla="*/ 727451 w 3079941"/>
                <a:gd name="connsiteY109-5386" fmla="*/ 605298 h 1160647"/>
                <a:gd name="connsiteX110-5387" fmla="*/ 738091 w 3079941"/>
                <a:gd name="connsiteY110-5388" fmla="*/ 605298 h 1160647"/>
                <a:gd name="connsiteX111-5389" fmla="*/ 738091 w 3079941"/>
                <a:gd name="connsiteY111-5390" fmla="*/ 557739 h 1160647"/>
                <a:gd name="connsiteX112-5391" fmla="*/ 764438 w 3079941"/>
                <a:gd name="connsiteY112-5392" fmla="*/ 557739 h 1160647"/>
                <a:gd name="connsiteX113-5393" fmla="*/ 764438 w 3079941"/>
                <a:gd name="connsiteY113-5394" fmla="*/ 536121 h 1160647"/>
                <a:gd name="connsiteX114-5395" fmla="*/ 798892 w 3079941"/>
                <a:gd name="connsiteY114-5396" fmla="*/ 536121 h 1160647"/>
                <a:gd name="connsiteX115-5397" fmla="*/ 798892 w 3079941"/>
                <a:gd name="connsiteY115-5398" fmla="*/ 538553 h 1160647"/>
                <a:gd name="connsiteX116-5399" fmla="*/ 798892 w 3079941"/>
                <a:gd name="connsiteY116-5400" fmla="*/ 555577 h 1160647"/>
                <a:gd name="connsiteX117-5401" fmla="*/ 801172 w 3079941"/>
                <a:gd name="connsiteY117-5402" fmla="*/ 555577 h 1160647"/>
                <a:gd name="connsiteX118-5403" fmla="*/ 817132 w 3079941"/>
                <a:gd name="connsiteY118-5404" fmla="*/ 555577 h 1160647"/>
                <a:gd name="connsiteX119-5405" fmla="*/ 817132 w 3079941"/>
                <a:gd name="connsiteY119-5406" fmla="*/ 603136 h 1160647"/>
                <a:gd name="connsiteX120-5407" fmla="*/ 818145 w 3079941"/>
                <a:gd name="connsiteY120-5408" fmla="*/ 603136 h 1160647"/>
                <a:gd name="connsiteX121-5409" fmla="*/ 825239 w 3079941"/>
                <a:gd name="connsiteY121-5410" fmla="*/ 603136 h 1160647"/>
                <a:gd name="connsiteX122-5411" fmla="*/ 839426 w 3079941"/>
                <a:gd name="connsiteY122-5412" fmla="*/ 607460 h 1160647"/>
                <a:gd name="connsiteX123-5413" fmla="*/ 839426 w 3079941"/>
                <a:gd name="connsiteY123-5414" fmla="*/ 646372 h 1160647"/>
                <a:gd name="connsiteX124-5415" fmla="*/ 840439 w 3079941"/>
                <a:gd name="connsiteY124-5416" fmla="*/ 646372 h 1160647"/>
                <a:gd name="connsiteX125-5417" fmla="*/ 847532 w 3079941"/>
                <a:gd name="connsiteY125-5418" fmla="*/ 646372 h 1160647"/>
                <a:gd name="connsiteX126-5419" fmla="*/ 847532 w 3079941"/>
                <a:gd name="connsiteY126-5420" fmla="*/ 647993 h 1160647"/>
                <a:gd name="connsiteX127-5421" fmla="*/ 847532 w 3079941"/>
                <a:gd name="connsiteY127-5422" fmla="*/ 659342 h 1160647"/>
                <a:gd name="connsiteX128-5423" fmla="*/ 849559 w 3079941"/>
                <a:gd name="connsiteY128-5424" fmla="*/ 659342 h 1160647"/>
                <a:gd name="connsiteX129-5425" fmla="*/ 863746 w 3079941"/>
                <a:gd name="connsiteY129-5426" fmla="*/ 659342 h 1160647"/>
                <a:gd name="connsiteX130-5427" fmla="*/ 869826 w 3079941"/>
                <a:gd name="connsiteY130-5428" fmla="*/ 665828 h 1160647"/>
                <a:gd name="connsiteX131-5429" fmla="*/ 869826 w 3079941"/>
                <a:gd name="connsiteY131-5430" fmla="*/ 687446 h 1160647"/>
                <a:gd name="connsiteX132-5431" fmla="*/ 872106 w 3079941"/>
                <a:gd name="connsiteY132-5432" fmla="*/ 687446 h 1160647"/>
                <a:gd name="connsiteX133-5433" fmla="*/ 888066 w 3079941"/>
                <a:gd name="connsiteY133-5434" fmla="*/ 687446 h 1160647"/>
                <a:gd name="connsiteX134-5435" fmla="*/ 888066 w 3079941"/>
                <a:gd name="connsiteY134-5436" fmla="*/ 688526 h 1160647"/>
                <a:gd name="connsiteX135-5437" fmla="*/ 888066 w 3079941"/>
                <a:gd name="connsiteY135-5438" fmla="*/ 696093 h 1160647"/>
                <a:gd name="connsiteX136-5439" fmla="*/ 889333 w 3079941"/>
                <a:gd name="connsiteY136-5440" fmla="*/ 696093 h 1160647"/>
                <a:gd name="connsiteX137-5441" fmla="*/ 898200 w 3079941"/>
                <a:gd name="connsiteY137-5442" fmla="*/ 696093 h 1160647"/>
                <a:gd name="connsiteX138-5443" fmla="*/ 898200 w 3079941"/>
                <a:gd name="connsiteY138-5444" fmla="*/ 698254 h 1160647"/>
                <a:gd name="connsiteX139-5445" fmla="*/ 898200 w 3079941"/>
                <a:gd name="connsiteY139-5446" fmla="*/ 713387 h 1160647"/>
                <a:gd name="connsiteX140-5447" fmla="*/ 902253 w 3079941"/>
                <a:gd name="connsiteY140-5448" fmla="*/ 711495 h 1160647"/>
                <a:gd name="connsiteX141-5449" fmla="*/ 902253 w 3079941"/>
                <a:gd name="connsiteY141-5450" fmla="*/ 698254 h 1160647"/>
                <a:gd name="connsiteX142-5451" fmla="*/ 903266 w 3079941"/>
                <a:gd name="connsiteY142-5452" fmla="*/ 698254 h 1160647"/>
                <a:gd name="connsiteX143-5453" fmla="*/ 910360 w 3079941"/>
                <a:gd name="connsiteY143-5454" fmla="*/ 698254 h 1160647"/>
                <a:gd name="connsiteX144-5455" fmla="*/ 910360 w 3079941"/>
                <a:gd name="connsiteY144-5456" fmla="*/ 699876 h 1160647"/>
                <a:gd name="connsiteX145-5457" fmla="*/ 910360 w 3079941"/>
                <a:gd name="connsiteY145-5458" fmla="*/ 711225 h 1160647"/>
                <a:gd name="connsiteX146-5459" fmla="*/ 911120 w 3079941"/>
                <a:gd name="connsiteY146-5460" fmla="*/ 711225 h 1160647"/>
                <a:gd name="connsiteX147-5461" fmla="*/ 916440 w 3079941"/>
                <a:gd name="connsiteY147-5462" fmla="*/ 711225 h 1160647"/>
                <a:gd name="connsiteX148-5463" fmla="*/ 965080 w 3079941"/>
                <a:gd name="connsiteY148-5464" fmla="*/ 706902 h 1160647"/>
                <a:gd name="connsiteX149-5465" fmla="*/ 965080 w 3079941"/>
                <a:gd name="connsiteY149-5466" fmla="*/ 708253 h 1160647"/>
                <a:gd name="connsiteX150-5467" fmla="*/ 965080 w 3079941"/>
                <a:gd name="connsiteY150-5468" fmla="*/ 717710 h 1160647"/>
                <a:gd name="connsiteX151-5469" fmla="*/ 965840 w 3079941"/>
                <a:gd name="connsiteY151-5470" fmla="*/ 717710 h 1160647"/>
                <a:gd name="connsiteX152-5471" fmla="*/ 971161 w 3079941"/>
                <a:gd name="connsiteY152-5472" fmla="*/ 717710 h 1160647"/>
                <a:gd name="connsiteX153-5473" fmla="*/ 971161 w 3079941"/>
                <a:gd name="connsiteY153-5474" fmla="*/ 719872 h 1160647"/>
                <a:gd name="connsiteX154-5475" fmla="*/ 971161 w 3079941"/>
                <a:gd name="connsiteY154-5476" fmla="*/ 735005 h 1160647"/>
                <a:gd name="connsiteX155-5477" fmla="*/ 973187 w 3079941"/>
                <a:gd name="connsiteY155-5478" fmla="*/ 733654 h 1160647"/>
                <a:gd name="connsiteX156-5479" fmla="*/ 987374 w 3079941"/>
                <a:gd name="connsiteY156-5480" fmla="*/ 724196 h 1160647"/>
                <a:gd name="connsiteX157-5481" fmla="*/ 993454 w 3079941"/>
                <a:gd name="connsiteY157-5482" fmla="*/ 683122 h 1160647"/>
                <a:gd name="connsiteX158-5483" fmla="*/ 994214 w 3079941"/>
                <a:gd name="connsiteY158-5484" fmla="*/ 682852 h 1160647"/>
                <a:gd name="connsiteX159-5485" fmla="*/ 999534 w 3079941"/>
                <a:gd name="connsiteY159-5486" fmla="*/ 680960 h 1160647"/>
                <a:gd name="connsiteX160-5487" fmla="*/ 1001561 w 3079941"/>
                <a:gd name="connsiteY160-5488" fmla="*/ 611783 h 1160647"/>
                <a:gd name="connsiteX161-5489" fmla="*/ 1003588 w 3079941"/>
                <a:gd name="connsiteY161-5490" fmla="*/ 680960 h 1160647"/>
                <a:gd name="connsiteX162-5491" fmla="*/ 1004348 w 3079941"/>
                <a:gd name="connsiteY162-5492" fmla="*/ 681230 h 1160647"/>
                <a:gd name="connsiteX163-5493" fmla="*/ 1009668 w 3079941"/>
                <a:gd name="connsiteY163-5494" fmla="*/ 683122 h 1160647"/>
                <a:gd name="connsiteX164-5495" fmla="*/ 1009668 w 3079941"/>
                <a:gd name="connsiteY164-5496" fmla="*/ 596651 h 1160647"/>
                <a:gd name="connsiteX165-5497" fmla="*/ 1013721 w 3079941"/>
                <a:gd name="connsiteY165-5498" fmla="*/ 564224 h 1160647"/>
                <a:gd name="connsiteX166-5499" fmla="*/ 1052228 w 3079941"/>
                <a:gd name="connsiteY166-5500" fmla="*/ 564224 h 1160647"/>
                <a:gd name="connsiteX167-5501" fmla="*/ 1052228 w 3079941"/>
                <a:gd name="connsiteY167-5502" fmla="*/ 596651 h 1160647"/>
                <a:gd name="connsiteX168-5503" fmla="*/ 1052988 w 3079941"/>
                <a:gd name="connsiteY168-5504" fmla="*/ 596651 h 1160647"/>
                <a:gd name="connsiteX169-5505" fmla="*/ 1058308 w 3079941"/>
                <a:gd name="connsiteY169-5506" fmla="*/ 596651 h 1160647"/>
                <a:gd name="connsiteX170-5507" fmla="*/ 1058308 w 3079941"/>
                <a:gd name="connsiteY170-5508" fmla="*/ 514503 h 1160647"/>
                <a:gd name="connsiteX171-5509" fmla="*/ 1060082 w 3079941"/>
                <a:gd name="connsiteY171-5510" fmla="*/ 514503 h 1160647"/>
                <a:gd name="connsiteX172-5511" fmla="*/ 1072495 w 3079941"/>
                <a:gd name="connsiteY172-5512" fmla="*/ 514503 h 1160647"/>
                <a:gd name="connsiteX173-5513" fmla="*/ 1072495 w 3079941"/>
                <a:gd name="connsiteY173-5514" fmla="*/ 512612 h 1160647"/>
                <a:gd name="connsiteX174-5515" fmla="*/ 1072495 w 3079941"/>
                <a:gd name="connsiteY174-5516" fmla="*/ 499371 h 1160647"/>
                <a:gd name="connsiteX175-5517" fmla="*/ 1094789 w 3079941"/>
                <a:gd name="connsiteY175-5518" fmla="*/ 499371 h 1160647"/>
                <a:gd name="connsiteX176-5519" fmla="*/ 1094789 w 3079941"/>
                <a:gd name="connsiteY176-5520" fmla="*/ 498290 h 1160647"/>
                <a:gd name="connsiteX177-5521" fmla="*/ 1094789 w 3079941"/>
                <a:gd name="connsiteY177-5522" fmla="*/ 490724 h 1160647"/>
                <a:gd name="connsiteX178-5523" fmla="*/ 1096562 w 3079941"/>
                <a:gd name="connsiteY178-5524" fmla="*/ 490724 h 1160647"/>
                <a:gd name="connsiteX179-5525" fmla="*/ 1108976 w 3079941"/>
                <a:gd name="connsiteY179-5526" fmla="*/ 490724 h 1160647"/>
                <a:gd name="connsiteX180-5527" fmla="*/ 1108976 w 3079941"/>
                <a:gd name="connsiteY180-5528" fmla="*/ 491805 h 1160647"/>
                <a:gd name="connsiteX181-5529" fmla="*/ 1108976 w 3079941"/>
                <a:gd name="connsiteY181-5530" fmla="*/ 499371 h 1160647"/>
                <a:gd name="connsiteX182-5531" fmla="*/ 1109736 w 3079941"/>
                <a:gd name="connsiteY182-5532" fmla="*/ 499371 h 1160647"/>
                <a:gd name="connsiteX183-5533" fmla="*/ 1115056 w 3079941"/>
                <a:gd name="connsiteY183-5534" fmla="*/ 499371 h 1160647"/>
                <a:gd name="connsiteX184-5535" fmla="*/ 1125189 w 3079941"/>
                <a:gd name="connsiteY184-5536" fmla="*/ 495047 h 1160647"/>
                <a:gd name="connsiteX185-5537" fmla="*/ 1129242 w 3079941"/>
                <a:gd name="connsiteY185-5538" fmla="*/ 498290 h 1160647"/>
                <a:gd name="connsiteX186-5539" fmla="*/ 1129242 w 3079941"/>
                <a:gd name="connsiteY186-5540" fmla="*/ 490724 h 1160647"/>
                <a:gd name="connsiteX187-5541" fmla="*/ 1131522 w 3079941"/>
                <a:gd name="connsiteY187-5542" fmla="*/ 490724 h 1160647"/>
                <a:gd name="connsiteX188-5543" fmla="*/ 1147483 w 3079941"/>
                <a:gd name="connsiteY188-5544" fmla="*/ 490724 h 1160647"/>
                <a:gd name="connsiteX189-5545" fmla="*/ 1147483 w 3079941"/>
                <a:gd name="connsiteY189-5546" fmla="*/ 491805 h 1160647"/>
                <a:gd name="connsiteX190-5547" fmla="*/ 1147483 w 3079941"/>
                <a:gd name="connsiteY190-5548" fmla="*/ 499371 h 1160647"/>
                <a:gd name="connsiteX191-5549" fmla="*/ 1177883 w 3079941"/>
                <a:gd name="connsiteY191-5550" fmla="*/ 499371 h 1160647"/>
                <a:gd name="connsiteX192-5551" fmla="*/ 1177883 w 3079941"/>
                <a:gd name="connsiteY192-5552" fmla="*/ 500992 h 1160647"/>
                <a:gd name="connsiteX193-5553" fmla="*/ 1177883 w 3079941"/>
                <a:gd name="connsiteY193-5554" fmla="*/ 512342 h 1160647"/>
                <a:gd name="connsiteX194-5555" fmla="*/ 1204230 w 3079941"/>
                <a:gd name="connsiteY194-5556" fmla="*/ 512342 h 1160647"/>
                <a:gd name="connsiteX195-5557" fmla="*/ 1204230 w 3079941"/>
                <a:gd name="connsiteY195-5558" fmla="*/ 542606 h 1160647"/>
                <a:gd name="connsiteX196-5559" fmla="*/ 1204990 w 3079941"/>
                <a:gd name="connsiteY196-5560" fmla="*/ 542606 h 1160647"/>
                <a:gd name="connsiteX197-5561" fmla="*/ 1210310 w 3079941"/>
                <a:gd name="connsiteY197-5562" fmla="*/ 542606 h 1160647"/>
                <a:gd name="connsiteX198-5563" fmla="*/ 1210310 w 3079941"/>
                <a:gd name="connsiteY198-5564" fmla="*/ 543687 h 1160647"/>
                <a:gd name="connsiteX199-5565" fmla="*/ 1210310 w 3079941"/>
                <a:gd name="connsiteY199-5566" fmla="*/ 551254 h 1160647"/>
                <a:gd name="connsiteX200-5567" fmla="*/ 1214364 w 3079941"/>
                <a:gd name="connsiteY200-5568" fmla="*/ 581518 h 1160647"/>
                <a:gd name="connsiteX201-5569" fmla="*/ 1215124 w 3079941"/>
                <a:gd name="connsiteY201-5570" fmla="*/ 581518 h 1160647"/>
                <a:gd name="connsiteX202-5571" fmla="*/ 1220444 w 3079941"/>
                <a:gd name="connsiteY202-5572" fmla="*/ 581518 h 1160647"/>
                <a:gd name="connsiteX203-5573" fmla="*/ 1220444 w 3079941"/>
                <a:gd name="connsiteY203-5574" fmla="*/ 582329 h 1160647"/>
                <a:gd name="connsiteX204-5575" fmla="*/ 1220444 w 3079941"/>
                <a:gd name="connsiteY204-5576" fmla="*/ 588004 h 1160647"/>
                <a:gd name="connsiteX205-5577" fmla="*/ 1221457 w 3079941"/>
                <a:gd name="connsiteY205-5578" fmla="*/ 588004 h 1160647"/>
                <a:gd name="connsiteX206-5579" fmla="*/ 1228550 w 3079941"/>
                <a:gd name="connsiteY206-5580" fmla="*/ 588004 h 1160647"/>
                <a:gd name="connsiteX207-5581" fmla="*/ 1228550 w 3079941"/>
                <a:gd name="connsiteY207-5582" fmla="*/ 618269 h 1160647"/>
                <a:gd name="connsiteX208-5583" fmla="*/ 1230577 w 3079941"/>
                <a:gd name="connsiteY208-5584" fmla="*/ 618269 h 1160647"/>
                <a:gd name="connsiteX209-5585" fmla="*/ 1244764 w 3079941"/>
                <a:gd name="connsiteY209-5586" fmla="*/ 618269 h 1160647"/>
                <a:gd name="connsiteX210-5587" fmla="*/ 1244764 w 3079941"/>
                <a:gd name="connsiteY210-5588" fmla="*/ 642048 h 1160647"/>
                <a:gd name="connsiteX211-5589" fmla="*/ 1246791 w 3079941"/>
                <a:gd name="connsiteY211-5590" fmla="*/ 643669 h 1160647"/>
                <a:gd name="connsiteX212-5591" fmla="*/ 1246791 w 3079941"/>
                <a:gd name="connsiteY212-5592" fmla="*/ 655019 h 1160647"/>
                <a:gd name="connsiteX213-5593" fmla="*/ 1247551 w 3079941"/>
                <a:gd name="connsiteY213-5594" fmla="*/ 655019 h 1160647"/>
                <a:gd name="connsiteX214-5595" fmla="*/ 1252871 w 3079941"/>
                <a:gd name="connsiteY214-5596" fmla="*/ 655019 h 1160647"/>
                <a:gd name="connsiteX215-5597" fmla="*/ 1252871 w 3079941"/>
                <a:gd name="connsiteY215-5598" fmla="*/ 678798 h 1160647"/>
                <a:gd name="connsiteX216-5599" fmla="*/ 1254137 w 3079941"/>
                <a:gd name="connsiteY216-5600" fmla="*/ 678798 h 1160647"/>
                <a:gd name="connsiteX217-5601" fmla="*/ 1263004 w 3079941"/>
                <a:gd name="connsiteY217-5602" fmla="*/ 678798 h 1160647"/>
                <a:gd name="connsiteX218-5603" fmla="*/ 1265031 w 3079941"/>
                <a:gd name="connsiteY218-5604" fmla="*/ 682852 h 1160647"/>
                <a:gd name="connsiteX219-5605" fmla="*/ 1265031 w 3079941"/>
                <a:gd name="connsiteY219-5606" fmla="*/ 696093 h 1160647"/>
                <a:gd name="connsiteX220-5607" fmla="*/ 1266551 w 3079941"/>
                <a:gd name="connsiteY220-5608" fmla="*/ 694201 h 1160647"/>
                <a:gd name="connsiteX221-5609" fmla="*/ 1277191 w 3079941"/>
                <a:gd name="connsiteY221-5610" fmla="*/ 680960 h 1160647"/>
                <a:gd name="connsiteX222-5611" fmla="*/ 1305565 w 3079941"/>
                <a:gd name="connsiteY222-5612" fmla="*/ 680960 h 1160647"/>
                <a:gd name="connsiteX223-5613" fmla="*/ 1305565 w 3079941"/>
                <a:gd name="connsiteY223-5614" fmla="*/ 767431 h 1160647"/>
                <a:gd name="connsiteX224-5615" fmla="*/ 1306325 w 3079941"/>
                <a:gd name="connsiteY224-5616" fmla="*/ 767431 h 1160647"/>
                <a:gd name="connsiteX225-5617" fmla="*/ 1311645 w 3079941"/>
                <a:gd name="connsiteY225-5618" fmla="*/ 767431 h 1160647"/>
                <a:gd name="connsiteX226-5619" fmla="*/ 1312405 w 3079941"/>
                <a:gd name="connsiteY226-5620" fmla="*/ 766080 h 1160647"/>
                <a:gd name="connsiteX227-5621" fmla="*/ 1317725 w 3079941"/>
                <a:gd name="connsiteY227-5622" fmla="*/ 756622 h 1160647"/>
                <a:gd name="connsiteX228-5623" fmla="*/ 1317725 w 3079941"/>
                <a:gd name="connsiteY228-5624" fmla="*/ 758514 h 1160647"/>
                <a:gd name="connsiteX229-5625" fmla="*/ 1317725 w 3079941"/>
                <a:gd name="connsiteY229-5626" fmla="*/ 771755 h 1160647"/>
                <a:gd name="connsiteX230-5627" fmla="*/ 1321778 w 3079941"/>
                <a:gd name="connsiteY230-5628" fmla="*/ 726358 h 1160647"/>
                <a:gd name="connsiteX231-5629" fmla="*/ 1322538 w 3079941"/>
                <a:gd name="connsiteY231-5630" fmla="*/ 726358 h 1160647"/>
                <a:gd name="connsiteX232-5631" fmla="*/ 1327858 w 3079941"/>
                <a:gd name="connsiteY232-5632" fmla="*/ 726358 h 1160647"/>
                <a:gd name="connsiteX233-5633" fmla="*/ 1327858 w 3079941"/>
                <a:gd name="connsiteY233-5634" fmla="*/ 661504 h 1160647"/>
                <a:gd name="connsiteX234-5635" fmla="*/ 1328872 w 3079941"/>
                <a:gd name="connsiteY234-5636" fmla="*/ 661504 h 1160647"/>
                <a:gd name="connsiteX235-5637" fmla="*/ 1335965 w 3079941"/>
                <a:gd name="connsiteY235-5638" fmla="*/ 661504 h 1160647"/>
                <a:gd name="connsiteX236-5639" fmla="*/ 1348125 w 3079941"/>
                <a:gd name="connsiteY236-5640" fmla="*/ 618269 h 1160647"/>
                <a:gd name="connsiteX237-5641" fmla="*/ 1349392 w 3079941"/>
                <a:gd name="connsiteY237-5642" fmla="*/ 618269 h 1160647"/>
                <a:gd name="connsiteX238-5643" fmla="*/ 1358259 w 3079941"/>
                <a:gd name="connsiteY238-5644" fmla="*/ 618269 h 1160647"/>
                <a:gd name="connsiteX239-5645" fmla="*/ 1368392 w 3079941"/>
                <a:gd name="connsiteY239-5646" fmla="*/ 661504 h 1160647"/>
                <a:gd name="connsiteX240-5647" fmla="*/ 1369405 w 3079941"/>
                <a:gd name="connsiteY240-5648" fmla="*/ 661504 h 1160647"/>
                <a:gd name="connsiteX241-5649" fmla="*/ 1376499 w 3079941"/>
                <a:gd name="connsiteY241-5650" fmla="*/ 661504 h 1160647"/>
                <a:gd name="connsiteX242-5651" fmla="*/ 1376499 w 3079941"/>
                <a:gd name="connsiteY242-5652" fmla="*/ 700416 h 1160647"/>
                <a:gd name="connsiteX243-5653" fmla="*/ 1378272 w 3079941"/>
                <a:gd name="connsiteY243-5654" fmla="*/ 700416 h 1160647"/>
                <a:gd name="connsiteX244-5655" fmla="*/ 1390686 w 3079941"/>
                <a:gd name="connsiteY244-5656" fmla="*/ 700416 h 1160647"/>
                <a:gd name="connsiteX245-5657" fmla="*/ 1390686 w 3079941"/>
                <a:gd name="connsiteY245-5658" fmla="*/ 702578 h 1160647"/>
                <a:gd name="connsiteX246-5659" fmla="*/ 1390686 w 3079941"/>
                <a:gd name="connsiteY246-5660" fmla="*/ 717710 h 1160647"/>
                <a:gd name="connsiteX247-5661" fmla="*/ 1394739 w 3079941"/>
                <a:gd name="connsiteY247-5662" fmla="*/ 715549 h 1160647"/>
                <a:gd name="connsiteX248-5663" fmla="*/ 1394739 w 3079941"/>
                <a:gd name="connsiteY248-5664" fmla="*/ 700416 h 1160647"/>
                <a:gd name="connsiteX249-5665" fmla="*/ 1396259 w 3079941"/>
                <a:gd name="connsiteY249-5666" fmla="*/ 700416 h 1160647"/>
                <a:gd name="connsiteX250-5667" fmla="*/ 1406899 w 3079941"/>
                <a:gd name="connsiteY250-5668" fmla="*/ 700416 h 1160647"/>
                <a:gd name="connsiteX251-5669" fmla="*/ 1406899 w 3079941"/>
                <a:gd name="connsiteY251-5670" fmla="*/ 702037 h 1160647"/>
                <a:gd name="connsiteX252-5671" fmla="*/ 1406899 w 3079941"/>
                <a:gd name="connsiteY252-5672" fmla="*/ 713387 h 1160647"/>
                <a:gd name="connsiteX253-5673" fmla="*/ 1437300 w 3079941"/>
                <a:gd name="connsiteY253-5674" fmla="*/ 713387 h 1160647"/>
                <a:gd name="connsiteX254-5675" fmla="*/ 1437300 w 3079941"/>
                <a:gd name="connsiteY254-5676" fmla="*/ 676637 h 1160647"/>
                <a:gd name="connsiteX255-5677" fmla="*/ 1438566 w 3079941"/>
                <a:gd name="connsiteY255-5678" fmla="*/ 676637 h 1160647"/>
                <a:gd name="connsiteX256-5679" fmla="*/ 1447433 w 3079941"/>
                <a:gd name="connsiteY256-5680" fmla="*/ 676637 h 1160647"/>
                <a:gd name="connsiteX257-5681" fmla="*/ 1447433 w 3079941"/>
                <a:gd name="connsiteY257-5682" fmla="*/ 698254 h 1160647"/>
                <a:gd name="connsiteX258-5683" fmla="*/ 1449460 w 3079941"/>
                <a:gd name="connsiteY258-5684" fmla="*/ 665828 h 1160647"/>
                <a:gd name="connsiteX259-5685" fmla="*/ 1471753 w 3079941"/>
                <a:gd name="connsiteY259-5686" fmla="*/ 665828 h 1160647"/>
                <a:gd name="connsiteX260-5687" fmla="*/ 1471753 w 3079941"/>
                <a:gd name="connsiteY260-5688" fmla="*/ 664206 h 1160647"/>
                <a:gd name="connsiteX261-5689" fmla="*/ 1471753 w 3079941"/>
                <a:gd name="connsiteY261-5690" fmla="*/ 652857 h 1160647"/>
                <a:gd name="connsiteX262-5691" fmla="*/ 1472513 w 3079941"/>
                <a:gd name="connsiteY262-5692" fmla="*/ 652857 h 1160647"/>
                <a:gd name="connsiteX263-5693" fmla="*/ 1477833 w 3079941"/>
                <a:gd name="connsiteY263-5694" fmla="*/ 652857 h 1160647"/>
                <a:gd name="connsiteX264-5695" fmla="*/ 1477833 w 3079941"/>
                <a:gd name="connsiteY264-5696" fmla="*/ 650966 h 1160647"/>
                <a:gd name="connsiteX265-5697" fmla="*/ 1477833 w 3079941"/>
                <a:gd name="connsiteY265-5698" fmla="*/ 637725 h 1160647"/>
                <a:gd name="connsiteX266-5699" fmla="*/ 1481887 w 3079941"/>
                <a:gd name="connsiteY266-5700" fmla="*/ 644210 h 1160647"/>
                <a:gd name="connsiteX267-5701" fmla="*/ 1484167 w 3079941"/>
                <a:gd name="connsiteY267-5702" fmla="*/ 644210 h 1160647"/>
                <a:gd name="connsiteX268-5703" fmla="*/ 1500127 w 3079941"/>
                <a:gd name="connsiteY268-5704" fmla="*/ 644210 h 1160647"/>
                <a:gd name="connsiteX269-5705" fmla="*/ 1500127 w 3079941"/>
                <a:gd name="connsiteY269-5706" fmla="*/ 643399 h 1160647"/>
                <a:gd name="connsiteX270-5707" fmla="*/ 1500127 w 3079941"/>
                <a:gd name="connsiteY270-5708" fmla="*/ 637725 h 1160647"/>
                <a:gd name="connsiteX271-5709" fmla="*/ 1500887 w 3079941"/>
                <a:gd name="connsiteY271-5710" fmla="*/ 637725 h 1160647"/>
                <a:gd name="connsiteX272-5711" fmla="*/ 1506207 w 3079941"/>
                <a:gd name="connsiteY272-5712" fmla="*/ 637725 h 1160647"/>
                <a:gd name="connsiteX273-5713" fmla="*/ 1506207 w 3079941"/>
                <a:gd name="connsiteY273-5714" fmla="*/ 639076 h 1160647"/>
                <a:gd name="connsiteX274-5715" fmla="*/ 1506207 w 3079941"/>
                <a:gd name="connsiteY274-5716" fmla="*/ 648534 h 1160647"/>
                <a:gd name="connsiteX275-5717" fmla="*/ 1544714 w 3079941"/>
                <a:gd name="connsiteY275-5718" fmla="*/ 648534 h 1160647"/>
                <a:gd name="connsiteX276-5719" fmla="*/ 1544714 w 3079941"/>
                <a:gd name="connsiteY276-5720" fmla="*/ 786887 h 1160647"/>
                <a:gd name="connsiteX277-5721" fmla="*/ 1546234 w 3079941"/>
                <a:gd name="connsiteY277-5722" fmla="*/ 786887 h 1160647"/>
                <a:gd name="connsiteX278-5723" fmla="*/ 1556874 w 3079941"/>
                <a:gd name="connsiteY278-5724" fmla="*/ 786887 h 1160647"/>
                <a:gd name="connsiteX279-5725" fmla="*/ 1556874 w 3079941"/>
                <a:gd name="connsiteY279-5726" fmla="*/ 773917 h 1160647"/>
                <a:gd name="connsiteX280-5727" fmla="*/ 1560928 w 3079941"/>
                <a:gd name="connsiteY280-5728" fmla="*/ 773917 h 1160647"/>
                <a:gd name="connsiteX281-5729" fmla="*/ 1560928 w 3079941"/>
                <a:gd name="connsiteY281-5730" fmla="*/ 786887 h 1160647"/>
                <a:gd name="connsiteX282-5731" fmla="*/ 1591328 w 3079941"/>
                <a:gd name="connsiteY282-5732" fmla="*/ 786887 h 1160647"/>
                <a:gd name="connsiteX283-5733" fmla="*/ 1591328 w 3079941"/>
                <a:gd name="connsiteY283-5734" fmla="*/ 756622 h 1160647"/>
                <a:gd name="connsiteX284-5735" fmla="*/ 1603488 w 3079941"/>
                <a:gd name="connsiteY284-5736" fmla="*/ 756622 h 1160647"/>
                <a:gd name="connsiteX285-5737" fmla="*/ 1615648 w 3079941"/>
                <a:gd name="connsiteY285-5738" fmla="*/ 754461 h 1160647"/>
                <a:gd name="connsiteX286-5739" fmla="*/ 1619702 w 3079941"/>
                <a:gd name="connsiteY286-5740" fmla="*/ 756622 h 1160647"/>
                <a:gd name="connsiteX287-5741" fmla="*/ 1629835 w 3079941"/>
                <a:gd name="connsiteY287-5742" fmla="*/ 756622 h 1160647"/>
                <a:gd name="connsiteX288-5743" fmla="*/ 1629835 w 3079941"/>
                <a:gd name="connsiteY288-5744" fmla="*/ 786887 h 1160647"/>
                <a:gd name="connsiteX289-5745" fmla="*/ 1637942 w 3079941"/>
                <a:gd name="connsiteY289-5746" fmla="*/ 786887 h 1160647"/>
                <a:gd name="connsiteX290-5747" fmla="*/ 1637942 w 3079941"/>
                <a:gd name="connsiteY290-5748" fmla="*/ 804182 h 1160647"/>
                <a:gd name="connsiteX291-5749" fmla="*/ 1647278 w 3079941"/>
                <a:gd name="connsiteY291-5750" fmla="*/ 805087 h 1160647"/>
                <a:gd name="connsiteX292-5751" fmla="*/ 1660236 w 3079941"/>
                <a:gd name="connsiteY292-5752" fmla="*/ 805087 h 1160647"/>
                <a:gd name="connsiteX293-5753" fmla="*/ 1660236 w 3079941"/>
                <a:gd name="connsiteY293-5754" fmla="*/ 789049 h 1160647"/>
                <a:gd name="connsiteX294-5755" fmla="*/ 1728192 w 3079941"/>
                <a:gd name="connsiteY294-5756" fmla="*/ 789049 h 1160647"/>
                <a:gd name="connsiteX295-5757" fmla="*/ 1728192 w 3079941"/>
                <a:gd name="connsiteY295-5758" fmla="*/ 703796 h 1160647"/>
                <a:gd name="connsiteX296-5759" fmla="*/ 1800200 w 3079941"/>
                <a:gd name="connsiteY296-5760" fmla="*/ 703796 h 1160647"/>
                <a:gd name="connsiteX297-5761" fmla="*/ 1800200 w 3079941"/>
                <a:gd name="connsiteY297-5762" fmla="*/ 782564 h 1160647"/>
                <a:gd name="connsiteX298-5763" fmla="*/ 1802104 w 3079941"/>
                <a:gd name="connsiteY298-5764" fmla="*/ 782564 h 1160647"/>
                <a:gd name="connsiteX299-5765" fmla="*/ 1803346 w 3079941"/>
                <a:gd name="connsiteY299-5766" fmla="*/ 805087 h 1160647"/>
                <a:gd name="connsiteX300-5767" fmla="*/ 1813022 w 3079941"/>
                <a:gd name="connsiteY300-5768" fmla="*/ 805087 h 1160647"/>
                <a:gd name="connsiteX301-5769" fmla="*/ 1814264 w 3079941"/>
                <a:gd name="connsiteY301-5770" fmla="*/ 782564 h 1160647"/>
                <a:gd name="connsiteX302-5771" fmla="*/ 1820344 w 3079941"/>
                <a:gd name="connsiteY302-5772" fmla="*/ 782564 h 1160647"/>
                <a:gd name="connsiteX303-5773" fmla="*/ 1821586 w 3079941"/>
                <a:gd name="connsiteY303-5774" fmla="*/ 805087 h 1160647"/>
                <a:gd name="connsiteX304-5775" fmla="*/ 1872208 w 3079941"/>
                <a:gd name="connsiteY304-5776" fmla="*/ 805087 h 1160647"/>
                <a:gd name="connsiteX305-5777" fmla="*/ 1872208 w 3079941"/>
                <a:gd name="connsiteY305-5778" fmla="*/ 642059 h 1160647"/>
                <a:gd name="connsiteX306-5779" fmla="*/ 2069535 w 3079941"/>
                <a:gd name="connsiteY306-5780" fmla="*/ 642059 h 1160647"/>
                <a:gd name="connsiteX307-5781" fmla="*/ 2069535 w 3079941"/>
                <a:gd name="connsiteY307-5782" fmla="*/ 805087 h 1160647"/>
                <a:gd name="connsiteX308-5783" fmla="*/ 2088232 w 3079941"/>
                <a:gd name="connsiteY308-5784" fmla="*/ 805087 h 1160647"/>
                <a:gd name="connsiteX309-5785" fmla="*/ 2088232 w 3079941"/>
                <a:gd name="connsiteY309-5786" fmla="*/ 722394 h 1160647"/>
                <a:gd name="connsiteX310-5787" fmla="*/ 2183352 w 3079941"/>
                <a:gd name="connsiteY310-5788" fmla="*/ 722394 h 1160647"/>
                <a:gd name="connsiteX311-5789" fmla="*/ 2195282 w 3079941"/>
                <a:gd name="connsiteY311-5790" fmla="*/ 404253 h 1160647"/>
                <a:gd name="connsiteX312-5791" fmla="*/ 2183122 w 3079941"/>
                <a:gd name="connsiteY312-5792" fmla="*/ 382635 h 1160647"/>
                <a:gd name="connsiteX313-5793" fmla="*/ 2177042 w 3079941"/>
                <a:gd name="connsiteY313-5794" fmla="*/ 378311 h 1160647"/>
                <a:gd name="connsiteX314-5795" fmla="*/ 2185149 w 3079941"/>
                <a:gd name="connsiteY314-5796" fmla="*/ 354532 h 1160647"/>
                <a:gd name="connsiteX315-5797" fmla="*/ 2185149 w 3079941"/>
                <a:gd name="connsiteY315-5798" fmla="*/ 337238 h 1160647"/>
                <a:gd name="connsiteX316-5799" fmla="*/ 2199336 w 3079941"/>
                <a:gd name="connsiteY316-5800" fmla="*/ 337238 h 1160647"/>
                <a:gd name="connsiteX317-5801" fmla="*/ 2199336 w 3079941"/>
                <a:gd name="connsiteY317-5802" fmla="*/ 315620 h 1160647"/>
                <a:gd name="connsiteX318-5803" fmla="*/ 2201362 w 3079941"/>
                <a:gd name="connsiteY318-5804" fmla="*/ 311296 h 1160647"/>
                <a:gd name="connsiteX319-5805" fmla="*/ 2201362 w 3079941"/>
                <a:gd name="connsiteY319-5806" fmla="*/ 233472 h 1160647"/>
                <a:gd name="connsiteX320-5807" fmla="*/ 2199336 w 3079941"/>
                <a:gd name="connsiteY320-5808" fmla="*/ 226987 h 1160647"/>
                <a:gd name="connsiteX321-5809" fmla="*/ 2205416 w 3079941"/>
                <a:gd name="connsiteY321-5810" fmla="*/ 220501 h 1160647"/>
                <a:gd name="connsiteX322-5811" fmla="*/ 2205416 w 3079941"/>
                <a:gd name="connsiteY322-5812" fmla="*/ 162133 h 1160647"/>
                <a:gd name="connsiteX323-5813" fmla="*/ 2207442 w 3079941"/>
                <a:gd name="connsiteY323-5814" fmla="*/ 157810 h 1160647"/>
                <a:gd name="connsiteX324-5815" fmla="*/ 2207442 w 3079941"/>
                <a:gd name="connsiteY324-5816" fmla="*/ 101604 h 1160647"/>
                <a:gd name="connsiteX325-5817" fmla="*/ 2209469 w 3079941"/>
                <a:gd name="connsiteY325-5818" fmla="*/ 82148 h 1160647"/>
                <a:gd name="connsiteX326-5819" fmla="*/ 2213523 w 3079941"/>
                <a:gd name="connsiteY326-5820" fmla="*/ 99442 h 1160647"/>
                <a:gd name="connsiteX327-5821" fmla="*/ 2215549 w 3079941"/>
                <a:gd name="connsiteY327-5822" fmla="*/ 157810 h 1160647"/>
                <a:gd name="connsiteX328-5823" fmla="*/ 2217576 w 3079941"/>
                <a:gd name="connsiteY328-5824" fmla="*/ 220501 h 1160647"/>
                <a:gd name="connsiteX329-5825" fmla="*/ 2223656 w 3079941"/>
                <a:gd name="connsiteY329-5826" fmla="*/ 226987 h 1160647"/>
                <a:gd name="connsiteX330-5827" fmla="*/ 2221629 w 3079941"/>
                <a:gd name="connsiteY330-5828" fmla="*/ 233472 h 1160647"/>
                <a:gd name="connsiteX331-5829" fmla="*/ 2221629 w 3079941"/>
                <a:gd name="connsiteY331-5830" fmla="*/ 311296 h 1160647"/>
                <a:gd name="connsiteX332-5831" fmla="*/ 2223656 w 3079941"/>
                <a:gd name="connsiteY332-5832" fmla="*/ 315620 h 1160647"/>
                <a:gd name="connsiteX333-5833" fmla="*/ 2223656 w 3079941"/>
                <a:gd name="connsiteY333-5834" fmla="*/ 337238 h 1160647"/>
                <a:gd name="connsiteX334-5835" fmla="*/ 2237843 w 3079941"/>
                <a:gd name="connsiteY334-5836" fmla="*/ 337238 h 1160647"/>
                <a:gd name="connsiteX335-5837" fmla="*/ 2237843 w 3079941"/>
                <a:gd name="connsiteY335-5838" fmla="*/ 354532 h 1160647"/>
                <a:gd name="connsiteX336-5839" fmla="*/ 2245950 w 3079941"/>
                <a:gd name="connsiteY336-5840" fmla="*/ 378311 h 1160647"/>
                <a:gd name="connsiteX337-5841" fmla="*/ 2239870 w 3079941"/>
                <a:gd name="connsiteY337-5842" fmla="*/ 382635 h 1160647"/>
                <a:gd name="connsiteX338-5843" fmla="*/ 2227709 w 3079941"/>
                <a:gd name="connsiteY338-5844" fmla="*/ 404253 h 1160647"/>
                <a:gd name="connsiteX339-5845" fmla="*/ 2235816 w 3079941"/>
                <a:gd name="connsiteY339-5846" fmla="*/ 657181 h 1160647"/>
                <a:gd name="connsiteX340-5847" fmla="*/ 2300670 w 3079941"/>
                <a:gd name="connsiteY340-5848" fmla="*/ 657181 h 1160647"/>
                <a:gd name="connsiteX341-5849" fmla="*/ 2300670 w 3079941"/>
                <a:gd name="connsiteY341-5850" fmla="*/ 732843 h 1160647"/>
                <a:gd name="connsiteX342-5851" fmla="*/ 2308777 w 3079941"/>
                <a:gd name="connsiteY342-5852" fmla="*/ 732843 h 1160647"/>
                <a:gd name="connsiteX343-5853" fmla="*/ 2310804 w 3079941"/>
                <a:gd name="connsiteY343-5854" fmla="*/ 726358 h 1160647"/>
                <a:gd name="connsiteX344-5855" fmla="*/ 2316884 w 3079941"/>
                <a:gd name="connsiteY344-5856" fmla="*/ 726358 h 1160647"/>
                <a:gd name="connsiteX345-5857" fmla="*/ 2318911 w 3079941"/>
                <a:gd name="connsiteY345-5858" fmla="*/ 735005 h 1160647"/>
                <a:gd name="connsiteX346-5859" fmla="*/ 2331071 w 3079941"/>
                <a:gd name="connsiteY346-5860" fmla="*/ 735005 h 1160647"/>
                <a:gd name="connsiteX347-5861" fmla="*/ 2331071 w 3079941"/>
                <a:gd name="connsiteY347-5862" fmla="*/ 728519 h 1160647"/>
                <a:gd name="connsiteX348-5863" fmla="*/ 2353364 w 3079941"/>
                <a:gd name="connsiteY348-5864" fmla="*/ 728519 h 1160647"/>
                <a:gd name="connsiteX349-5865" fmla="*/ 2353364 w 3079941"/>
                <a:gd name="connsiteY349-5866" fmla="*/ 735005 h 1160647"/>
                <a:gd name="connsiteX350-5867" fmla="*/ 2373631 w 3079941"/>
                <a:gd name="connsiteY350-5868" fmla="*/ 735005 h 1160647"/>
                <a:gd name="connsiteX351-5869" fmla="*/ 2373631 w 3079941"/>
                <a:gd name="connsiteY351-5870" fmla="*/ 780402 h 1160647"/>
                <a:gd name="connsiteX352-5871" fmla="*/ 2387818 w 3079941"/>
                <a:gd name="connsiteY352-5872" fmla="*/ 780402 h 1160647"/>
                <a:gd name="connsiteX353-5873" fmla="*/ 2387818 w 3079941"/>
                <a:gd name="connsiteY353-5874" fmla="*/ 767431 h 1160647"/>
                <a:gd name="connsiteX354-5875" fmla="*/ 2404032 w 3079941"/>
                <a:gd name="connsiteY354-5876" fmla="*/ 767431 h 1160647"/>
                <a:gd name="connsiteX355-5877" fmla="*/ 2404032 w 3079941"/>
                <a:gd name="connsiteY355-5878" fmla="*/ 588004 h 1160647"/>
                <a:gd name="connsiteX356-5879" fmla="*/ 2410112 w 3079941"/>
                <a:gd name="connsiteY356-5880" fmla="*/ 581518 h 1160647"/>
                <a:gd name="connsiteX357-5881" fmla="*/ 2483073 w 3079941"/>
                <a:gd name="connsiteY357-5882" fmla="*/ 581518 h 1160647"/>
                <a:gd name="connsiteX358-5883" fmla="*/ 2483073 w 3079941"/>
                <a:gd name="connsiteY358-5884" fmla="*/ 590166 h 1160647"/>
                <a:gd name="connsiteX359-5885" fmla="*/ 2493206 w 3079941"/>
                <a:gd name="connsiteY359-5886" fmla="*/ 590166 h 1160647"/>
                <a:gd name="connsiteX360-5887" fmla="*/ 2493206 w 3079941"/>
                <a:gd name="connsiteY360-5888" fmla="*/ 704740 h 1160647"/>
                <a:gd name="connsiteX361-5889" fmla="*/ 2515500 w 3079941"/>
                <a:gd name="connsiteY361-5890" fmla="*/ 704740 h 1160647"/>
                <a:gd name="connsiteX362-5891" fmla="*/ 2515500 w 3079941"/>
                <a:gd name="connsiteY362-5892" fmla="*/ 637725 h 1160647"/>
                <a:gd name="connsiteX363-5893" fmla="*/ 2541847 w 3079941"/>
                <a:gd name="connsiteY363-5894" fmla="*/ 637725 h 1160647"/>
                <a:gd name="connsiteX364-5895" fmla="*/ 2545900 w 3079941"/>
                <a:gd name="connsiteY364-5896" fmla="*/ 633401 h 1160647"/>
                <a:gd name="connsiteX365-5897" fmla="*/ 2554007 w 3079941"/>
                <a:gd name="connsiteY365-5898" fmla="*/ 633401 h 1160647"/>
                <a:gd name="connsiteX366-5899" fmla="*/ 2558060 w 3079941"/>
                <a:gd name="connsiteY366-5900" fmla="*/ 637725 h 1160647"/>
                <a:gd name="connsiteX367-5901" fmla="*/ 2580354 w 3079941"/>
                <a:gd name="connsiteY367-5902" fmla="*/ 637725 h 1160647"/>
                <a:gd name="connsiteX368-5903" fmla="*/ 2580354 w 3079941"/>
                <a:gd name="connsiteY368-5904" fmla="*/ 520989 h 1160647"/>
                <a:gd name="connsiteX369-5905" fmla="*/ 2637101 w 3079941"/>
                <a:gd name="connsiteY369-5906" fmla="*/ 510180 h 1160647"/>
                <a:gd name="connsiteX370-5907" fmla="*/ 2637101 w 3079941"/>
                <a:gd name="connsiteY370-5908" fmla="*/ 511261 h 1160647"/>
                <a:gd name="connsiteX371-5909" fmla="*/ 2637101 w 3079941"/>
                <a:gd name="connsiteY371-5910" fmla="*/ 518827 h 1160647"/>
                <a:gd name="connsiteX372-5911" fmla="*/ 2663448 w 3079941"/>
                <a:gd name="connsiteY372-5912" fmla="*/ 518827 h 1160647"/>
                <a:gd name="connsiteX373-5913" fmla="*/ 2663448 w 3079941"/>
                <a:gd name="connsiteY373-5914" fmla="*/ 773917 h 1160647"/>
                <a:gd name="connsiteX374-5915" fmla="*/ 2685742 w 3079941"/>
                <a:gd name="connsiteY374-5916" fmla="*/ 773917 h 1160647"/>
                <a:gd name="connsiteX375-5917" fmla="*/ 2685742 w 3079941"/>
                <a:gd name="connsiteY375-5918" fmla="*/ 769593 h 1160647"/>
                <a:gd name="connsiteX376-5919" fmla="*/ 2697902 w 3079941"/>
                <a:gd name="connsiteY376-5920" fmla="*/ 769593 h 1160647"/>
                <a:gd name="connsiteX377-5921" fmla="*/ 2697902 w 3079941"/>
                <a:gd name="connsiteY377-5922" fmla="*/ 773917 h 1160647"/>
                <a:gd name="connsiteX378-5923" fmla="*/ 2722222 w 3079941"/>
                <a:gd name="connsiteY378-5924" fmla="*/ 773917 h 1160647"/>
                <a:gd name="connsiteX379-5925" fmla="*/ 2722222 w 3079941"/>
                <a:gd name="connsiteY379-5926" fmla="*/ 760946 h 1160647"/>
                <a:gd name="connsiteX380-5927" fmla="*/ 2750596 w 3079941"/>
                <a:gd name="connsiteY380-5928" fmla="*/ 760946 h 1160647"/>
                <a:gd name="connsiteX381-5929" fmla="*/ 2762756 w 3079941"/>
                <a:gd name="connsiteY381-5930" fmla="*/ 756622 h 1160647"/>
                <a:gd name="connsiteX382-5931" fmla="*/ 2783023 w 3079941"/>
                <a:gd name="connsiteY382-5932" fmla="*/ 760946 h 1160647"/>
                <a:gd name="connsiteX383-5933" fmla="*/ 2783023 w 3079941"/>
                <a:gd name="connsiteY383-5934" fmla="*/ 743652 h 1160647"/>
                <a:gd name="connsiteX384-5935" fmla="*/ 2791130 w 3079941"/>
                <a:gd name="connsiteY384-5936" fmla="*/ 743652 h 1160647"/>
                <a:gd name="connsiteX385-5937" fmla="*/ 2791130 w 3079941"/>
                <a:gd name="connsiteY385-5938" fmla="*/ 730681 h 1160647"/>
                <a:gd name="connsiteX386-5939" fmla="*/ 2847877 w 3079941"/>
                <a:gd name="connsiteY386-5940" fmla="*/ 730681 h 1160647"/>
                <a:gd name="connsiteX387-5941" fmla="*/ 2847877 w 3079941"/>
                <a:gd name="connsiteY387-5942" fmla="*/ 700416 h 1160647"/>
                <a:gd name="connsiteX388-5943" fmla="*/ 2866117 w 3079941"/>
                <a:gd name="connsiteY388-5944" fmla="*/ 700416 h 1160647"/>
                <a:gd name="connsiteX389-5945" fmla="*/ 2866117 w 3079941"/>
                <a:gd name="connsiteY389-5946" fmla="*/ 693931 h 1160647"/>
                <a:gd name="connsiteX390-5947" fmla="*/ 2878277 w 3079941"/>
                <a:gd name="connsiteY390-5948" fmla="*/ 693931 h 1160647"/>
                <a:gd name="connsiteX391-5949" fmla="*/ 2878277 w 3079941"/>
                <a:gd name="connsiteY391-5950" fmla="*/ 700416 h 1160647"/>
                <a:gd name="connsiteX392-5951" fmla="*/ 2894491 w 3079941"/>
                <a:gd name="connsiteY392-5952" fmla="*/ 700416 h 1160647"/>
                <a:gd name="connsiteX393-5953" fmla="*/ 2894491 w 3079941"/>
                <a:gd name="connsiteY393-5954" fmla="*/ 750137 h 1160647"/>
                <a:gd name="connsiteX394-5955" fmla="*/ 2926918 w 3079941"/>
                <a:gd name="connsiteY394-5956" fmla="*/ 750137 h 1160647"/>
                <a:gd name="connsiteX395-5957" fmla="*/ 2926918 w 3079941"/>
                <a:gd name="connsiteY395-5958" fmla="*/ 724196 h 1160647"/>
                <a:gd name="connsiteX396-5959" fmla="*/ 2965425 w 3079941"/>
                <a:gd name="connsiteY396-5960" fmla="*/ 724196 h 1160647"/>
                <a:gd name="connsiteX397-5961" fmla="*/ 2965425 w 3079941"/>
                <a:gd name="connsiteY397-5962" fmla="*/ 693931 h 1160647"/>
                <a:gd name="connsiteX398-5963" fmla="*/ 3014066 w 3079941"/>
                <a:gd name="connsiteY398-5964" fmla="*/ 693931 h 1160647"/>
                <a:gd name="connsiteX399-5965" fmla="*/ 3014066 w 3079941"/>
                <a:gd name="connsiteY399-5966" fmla="*/ 805087 h 1160647"/>
                <a:gd name="connsiteX400-5967" fmla="*/ 3014066 w 3079941"/>
                <a:gd name="connsiteY400-5968" fmla="*/ 818866 h 1160647"/>
                <a:gd name="connsiteX401-5969" fmla="*/ 3079941 w 3079941"/>
                <a:gd name="connsiteY401-5970" fmla="*/ 818866 h 1160647"/>
                <a:gd name="connsiteX402-5971" fmla="*/ 3079941 w 3079941"/>
                <a:gd name="connsiteY402-5972" fmla="*/ 1160647 h 1160647"/>
                <a:gd name="connsiteX403-5973" fmla="*/ 200958 w 3079941"/>
                <a:gd name="connsiteY403-5974" fmla="*/ 1160647 h 1160647"/>
                <a:gd name="connsiteX404-5975" fmla="*/ 0 w 3079941"/>
                <a:gd name="connsiteY404-5976" fmla="*/ 1126882 h 1160647"/>
                <a:gd name="connsiteX405-5977" fmla="*/ 55096 w 3079941"/>
                <a:gd name="connsiteY405-5978" fmla="*/ 886329 h 1160647"/>
                <a:gd name="connsiteX406-5979" fmla="*/ 55096 w 3079941"/>
                <a:gd name="connsiteY406-5980" fmla="*/ 724196 h 1160647"/>
                <a:gd name="connsiteX407-5981" fmla="*/ 75363 w 3079941"/>
                <a:gd name="connsiteY407-5982" fmla="*/ 724196 h 1160647"/>
                <a:gd name="connsiteX408-5983" fmla="*/ 75870 w 3079941"/>
                <a:gd name="connsiteY408-5984" fmla="*/ 723115 h 1160647"/>
                <a:gd name="connsiteX409-5985" fmla="*/ 79416 w 3079941"/>
                <a:gd name="connsiteY409-5986" fmla="*/ 715549 h 1160647"/>
                <a:gd name="connsiteX410-5987" fmla="*/ 81190 w 3079941"/>
                <a:gd name="connsiteY410-5988" fmla="*/ 715819 h 1160647"/>
                <a:gd name="connsiteX411-5989" fmla="*/ 93603 w 3079941"/>
                <a:gd name="connsiteY411-5990" fmla="*/ 717710 h 1160647"/>
                <a:gd name="connsiteX412-5991" fmla="*/ 94110 w 3079941"/>
                <a:gd name="connsiteY412-5992" fmla="*/ 719062 h 1160647"/>
                <a:gd name="connsiteX413-5993" fmla="*/ 97656 w 3079941"/>
                <a:gd name="connsiteY413-5994" fmla="*/ 728519 h 1160647"/>
                <a:gd name="connsiteX414-5995" fmla="*/ 124003 w 3079941"/>
                <a:gd name="connsiteY414-5996" fmla="*/ 730681 h 1160647"/>
                <a:gd name="connsiteX415-5997" fmla="*/ 124003 w 3079941"/>
                <a:gd name="connsiteY415-5998" fmla="*/ 607460 h 1160647"/>
                <a:gd name="connsiteX416-5999" fmla="*/ 126030 w 3079941"/>
                <a:gd name="connsiteY416-6000" fmla="*/ 607460 h 1160647"/>
                <a:gd name="connsiteX417-6001" fmla="*/ 140217 w 3079941"/>
                <a:gd name="connsiteY417-6002" fmla="*/ 607460 h 1160647"/>
                <a:gd name="connsiteX418-6003" fmla="*/ 140217 w 3079941"/>
                <a:gd name="connsiteY418-6004" fmla="*/ 471268 h 1160647"/>
                <a:gd name="connsiteX419-6005" fmla="*/ 141990 w 3079941"/>
                <a:gd name="connsiteY419-6006" fmla="*/ 471268 h 1160647"/>
                <a:gd name="connsiteX420-6007" fmla="*/ 154404 w 3079941"/>
                <a:gd name="connsiteY420-6008" fmla="*/ 471268 h 1160647"/>
                <a:gd name="connsiteX421-6009" fmla="*/ 154404 w 3079941"/>
                <a:gd name="connsiteY421-6010" fmla="*/ 356694 h 1160647"/>
                <a:gd name="connsiteX422-6011" fmla="*/ 158457 w 3079941"/>
                <a:gd name="connsiteY422-6012" fmla="*/ 328590 h 1160647"/>
                <a:gd name="connsiteX423-6013" fmla="*/ 160484 w 3079941"/>
                <a:gd name="connsiteY423-6014" fmla="*/ 328590 h 1160647"/>
                <a:gd name="connsiteX424-6015" fmla="*/ 174671 w 3079941"/>
                <a:gd name="connsiteY424-6016" fmla="*/ 328590 h 1160647"/>
                <a:gd name="connsiteX425-6017" fmla="*/ 211151 w 3079941"/>
                <a:gd name="connsiteY425-6018" fmla="*/ 246443 h 1160647"/>
                <a:gd name="connsiteX426-6019" fmla="*/ 215205 w 3079941"/>
                <a:gd name="connsiteY426-6020" fmla="*/ 0 h 1160647"/>
                <a:gd name="connsiteX0-6021" fmla="*/ 215205 w 3079941"/>
                <a:gd name="connsiteY0-6022" fmla="*/ 0 h 1160647"/>
                <a:gd name="connsiteX1-6023" fmla="*/ 217231 w 3079941"/>
                <a:gd name="connsiteY1-6024" fmla="*/ 246443 h 1160647"/>
                <a:gd name="connsiteX2-6025" fmla="*/ 255738 w 3079941"/>
                <a:gd name="connsiteY2-6026" fmla="*/ 326429 h 1160647"/>
                <a:gd name="connsiteX3-6027" fmla="*/ 257765 w 3079941"/>
                <a:gd name="connsiteY3-6028" fmla="*/ 326429 h 1160647"/>
                <a:gd name="connsiteX4-6029" fmla="*/ 271952 w 3079941"/>
                <a:gd name="connsiteY4-6030" fmla="*/ 326429 h 1160647"/>
                <a:gd name="connsiteX5-6031" fmla="*/ 271952 w 3079941"/>
                <a:gd name="connsiteY5-6032" fmla="*/ 350208 h 1160647"/>
                <a:gd name="connsiteX6-6033" fmla="*/ 272459 w 3079941"/>
                <a:gd name="connsiteY6-6034" fmla="*/ 351019 h 1160647"/>
                <a:gd name="connsiteX7-6035" fmla="*/ 276005 w 3079941"/>
                <a:gd name="connsiteY7-6036" fmla="*/ 356694 h 1160647"/>
                <a:gd name="connsiteX8-6037" fmla="*/ 276005 w 3079941"/>
                <a:gd name="connsiteY8-6038" fmla="*/ 471268 h 1160647"/>
                <a:gd name="connsiteX9-6039" fmla="*/ 278285 w 3079941"/>
                <a:gd name="connsiteY9-6040" fmla="*/ 471268 h 1160647"/>
                <a:gd name="connsiteX10-6041" fmla="*/ 294246 w 3079941"/>
                <a:gd name="connsiteY10-6042" fmla="*/ 471268 h 1160647"/>
                <a:gd name="connsiteX11-6043" fmla="*/ 294246 w 3079941"/>
                <a:gd name="connsiteY11-6044" fmla="*/ 611783 h 1160647"/>
                <a:gd name="connsiteX12-6045" fmla="*/ 295766 w 3079941"/>
                <a:gd name="connsiteY12-6046" fmla="*/ 611513 h 1160647"/>
                <a:gd name="connsiteX13-6047" fmla="*/ 306406 w 3079941"/>
                <a:gd name="connsiteY13-6048" fmla="*/ 609622 h 1160647"/>
                <a:gd name="connsiteX14-6049" fmla="*/ 304379 w 3079941"/>
                <a:gd name="connsiteY14-6050" fmla="*/ 698254 h 1160647"/>
                <a:gd name="connsiteX15-6051" fmla="*/ 305899 w 3079941"/>
                <a:gd name="connsiteY15-6052" fmla="*/ 698525 h 1160647"/>
                <a:gd name="connsiteX16-6053" fmla="*/ 316539 w 3079941"/>
                <a:gd name="connsiteY16-6054" fmla="*/ 700416 h 1160647"/>
                <a:gd name="connsiteX17-6055" fmla="*/ 316792 w 3079941"/>
                <a:gd name="connsiteY17-6056" fmla="*/ 701227 h 1160647"/>
                <a:gd name="connsiteX18-6057" fmla="*/ 318566 w 3079941"/>
                <a:gd name="connsiteY18-6058" fmla="*/ 706902 h 1160647"/>
                <a:gd name="connsiteX19-6059" fmla="*/ 319326 w 3079941"/>
                <a:gd name="connsiteY19-6060" fmla="*/ 704470 h 1160647"/>
                <a:gd name="connsiteX20-6061" fmla="*/ 324646 w 3079941"/>
                <a:gd name="connsiteY20-6062" fmla="*/ 687446 h 1160647"/>
                <a:gd name="connsiteX21-6063" fmla="*/ 326419 w 3079941"/>
                <a:gd name="connsiteY21-6064" fmla="*/ 687446 h 1160647"/>
                <a:gd name="connsiteX22-6065" fmla="*/ 338833 w 3079941"/>
                <a:gd name="connsiteY22-6066" fmla="*/ 687446 h 1160647"/>
                <a:gd name="connsiteX23-6067" fmla="*/ 338833 w 3079941"/>
                <a:gd name="connsiteY23-6068" fmla="*/ 719872 h 1160647"/>
                <a:gd name="connsiteX24-6069" fmla="*/ 339846 w 3079941"/>
                <a:gd name="connsiteY24-6070" fmla="*/ 720413 h 1160647"/>
                <a:gd name="connsiteX25-6071" fmla="*/ 346940 w 3079941"/>
                <a:gd name="connsiteY25-6072" fmla="*/ 724196 h 1160647"/>
                <a:gd name="connsiteX26-6073" fmla="*/ 346940 w 3079941"/>
                <a:gd name="connsiteY26-6074" fmla="*/ 725547 h 1160647"/>
                <a:gd name="connsiteX27-6075" fmla="*/ 346940 w 3079941"/>
                <a:gd name="connsiteY27-6076" fmla="*/ 735005 h 1160647"/>
                <a:gd name="connsiteX28-6077" fmla="*/ 391527 w 3079941"/>
                <a:gd name="connsiteY28-6078" fmla="*/ 735005 h 1160647"/>
                <a:gd name="connsiteX29-6079" fmla="*/ 391527 w 3079941"/>
                <a:gd name="connsiteY29-6080" fmla="*/ 736086 h 1160647"/>
                <a:gd name="connsiteX30-6081" fmla="*/ 391527 w 3079941"/>
                <a:gd name="connsiteY30-6082" fmla="*/ 743652 h 1160647"/>
                <a:gd name="connsiteX31-6083" fmla="*/ 393553 w 3079941"/>
                <a:gd name="connsiteY31-6084" fmla="*/ 743652 h 1160647"/>
                <a:gd name="connsiteX32-6085" fmla="*/ 407740 w 3079941"/>
                <a:gd name="connsiteY32-6086" fmla="*/ 743652 h 1160647"/>
                <a:gd name="connsiteX33-6087" fmla="*/ 407740 w 3079941"/>
                <a:gd name="connsiteY33-6088" fmla="*/ 713387 h 1160647"/>
                <a:gd name="connsiteX34-6089" fmla="*/ 452327 w 3079941"/>
                <a:gd name="connsiteY34-6090" fmla="*/ 713387 h 1160647"/>
                <a:gd name="connsiteX35-6091" fmla="*/ 452327 w 3079941"/>
                <a:gd name="connsiteY35-6092" fmla="*/ 712036 h 1160647"/>
                <a:gd name="connsiteX36-6093" fmla="*/ 452327 w 3079941"/>
                <a:gd name="connsiteY36-6094" fmla="*/ 702578 h 1160647"/>
                <a:gd name="connsiteX37-6095" fmla="*/ 453341 w 3079941"/>
                <a:gd name="connsiteY37-6096" fmla="*/ 702578 h 1160647"/>
                <a:gd name="connsiteX38-6097" fmla="*/ 460434 w 3079941"/>
                <a:gd name="connsiteY38-6098" fmla="*/ 702578 h 1160647"/>
                <a:gd name="connsiteX39-6099" fmla="*/ 460434 w 3079941"/>
                <a:gd name="connsiteY39-6100" fmla="*/ 700687 h 1160647"/>
                <a:gd name="connsiteX40-6101" fmla="*/ 460434 w 3079941"/>
                <a:gd name="connsiteY40-6102" fmla="*/ 687446 h 1160647"/>
                <a:gd name="connsiteX41-6103" fmla="*/ 461194 w 3079941"/>
                <a:gd name="connsiteY41-6104" fmla="*/ 687446 h 1160647"/>
                <a:gd name="connsiteX42-6105" fmla="*/ 466514 w 3079941"/>
                <a:gd name="connsiteY42-6106" fmla="*/ 687446 h 1160647"/>
                <a:gd name="connsiteX43-6107" fmla="*/ 466514 w 3079941"/>
                <a:gd name="connsiteY43-6108" fmla="*/ 686365 h 1160647"/>
                <a:gd name="connsiteX44-6109" fmla="*/ 466514 w 3079941"/>
                <a:gd name="connsiteY44-6110" fmla="*/ 678798 h 1160647"/>
                <a:gd name="connsiteX45-6111" fmla="*/ 468541 w 3079941"/>
                <a:gd name="connsiteY45-6112" fmla="*/ 678798 h 1160647"/>
                <a:gd name="connsiteX46-6113" fmla="*/ 482728 w 3079941"/>
                <a:gd name="connsiteY46-6114" fmla="*/ 678798 h 1160647"/>
                <a:gd name="connsiteX47-6115" fmla="*/ 482728 w 3079941"/>
                <a:gd name="connsiteY47-6116" fmla="*/ 679879 h 1160647"/>
                <a:gd name="connsiteX48-6117" fmla="*/ 482728 w 3079941"/>
                <a:gd name="connsiteY48-6118" fmla="*/ 687446 h 1160647"/>
                <a:gd name="connsiteX49-6119" fmla="*/ 505021 w 3079941"/>
                <a:gd name="connsiteY49-6120" fmla="*/ 687446 h 1160647"/>
                <a:gd name="connsiteX50-6121" fmla="*/ 505021 w 3079941"/>
                <a:gd name="connsiteY50-6122" fmla="*/ 685554 h 1160647"/>
                <a:gd name="connsiteX51-6123" fmla="*/ 505021 w 3079941"/>
                <a:gd name="connsiteY51-6124" fmla="*/ 672313 h 1160647"/>
                <a:gd name="connsiteX52-6125" fmla="*/ 506795 w 3079941"/>
                <a:gd name="connsiteY52-6126" fmla="*/ 672313 h 1160647"/>
                <a:gd name="connsiteX53-6127" fmla="*/ 519208 w 3079941"/>
                <a:gd name="connsiteY53-6128" fmla="*/ 672313 h 1160647"/>
                <a:gd name="connsiteX54-6129" fmla="*/ 519208 w 3079941"/>
                <a:gd name="connsiteY54-6130" fmla="*/ 696093 h 1160647"/>
                <a:gd name="connsiteX55-6131" fmla="*/ 520222 w 3079941"/>
                <a:gd name="connsiteY55-6132" fmla="*/ 696093 h 1160647"/>
                <a:gd name="connsiteX56-6133" fmla="*/ 527315 w 3079941"/>
                <a:gd name="connsiteY56-6134" fmla="*/ 696093 h 1160647"/>
                <a:gd name="connsiteX57-6135" fmla="*/ 527315 w 3079941"/>
                <a:gd name="connsiteY57-6136" fmla="*/ 695012 h 1160647"/>
                <a:gd name="connsiteX58-6137" fmla="*/ 527315 w 3079941"/>
                <a:gd name="connsiteY58-6138" fmla="*/ 687446 h 1160647"/>
                <a:gd name="connsiteX59-6139" fmla="*/ 529088 w 3079941"/>
                <a:gd name="connsiteY59-6140" fmla="*/ 687446 h 1160647"/>
                <a:gd name="connsiteX60-6141" fmla="*/ 541502 w 3079941"/>
                <a:gd name="connsiteY60-6142" fmla="*/ 687446 h 1160647"/>
                <a:gd name="connsiteX61-6143" fmla="*/ 541502 w 3079941"/>
                <a:gd name="connsiteY61-6144" fmla="*/ 713387 h 1160647"/>
                <a:gd name="connsiteX62-6145" fmla="*/ 543529 w 3079941"/>
                <a:gd name="connsiteY62-6146" fmla="*/ 713387 h 1160647"/>
                <a:gd name="connsiteX63-6147" fmla="*/ 557715 w 3079941"/>
                <a:gd name="connsiteY63-6148" fmla="*/ 713387 h 1160647"/>
                <a:gd name="connsiteX64-6149" fmla="*/ 557715 w 3079941"/>
                <a:gd name="connsiteY64-6150" fmla="*/ 715008 h 1160647"/>
                <a:gd name="connsiteX65-6151" fmla="*/ 557715 w 3079941"/>
                <a:gd name="connsiteY65-6152" fmla="*/ 726358 h 1160647"/>
                <a:gd name="connsiteX66-6153" fmla="*/ 558475 w 3079941"/>
                <a:gd name="connsiteY66-6154" fmla="*/ 726358 h 1160647"/>
                <a:gd name="connsiteX67-6155" fmla="*/ 563796 w 3079941"/>
                <a:gd name="connsiteY67-6156" fmla="*/ 726358 h 1160647"/>
                <a:gd name="connsiteX68-6157" fmla="*/ 563796 w 3079941"/>
                <a:gd name="connsiteY68-6158" fmla="*/ 725547 h 1160647"/>
                <a:gd name="connsiteX69-6159" fmla="*/ 563796 w 3079941"/>
                <a:gd name="connsiteY69-6160" fmla="*/ 719872 h 1160647"/>
                <a:gd name="connsiteX70-6161" fmla="*/ 594196 w 3079941"/>
                <a:gd name="connsiteY70-6162" fmla="*/ 719872 h 1160647"/>
                <a:gd name="connsiteX71-6163" fmla="*/ 594196 w 3079941"/>
                <a:gd name="connsiteY71-6164" fmla="*/ 743652 h 1160647"/>
                <a:gd name="connsiteX72-6165" fmla="*/ 595209 w 3079941"/>
                <a:gd name="connsiteY72-6166" fmla="*/ 743652 h 1160647"/>
                <a:gd name="connsiteX73-6167" fmla="*/ 602303 w 3079941"/>
                <a:gd name="connsiteY73-6168" fmla="*/ 743652 h 1160647"/>
                <a:gd name="connsiteX74-6169" fmla="*/ 602303 w 3079941"/>
                <a:gd name="connsiteY74-6170" fmla="*/ 744733 h 1160647"/>
                <a:gd name="connsiteX75-6171" fmla="*/ 602303 w 3079941"/>
                <a:gd name="connsiteY75-6172" fmla="*/ 752299 h 1160647"/>
                <a:gd name="connsiteX76-6173" fmla="*/ 603063 w 3079941"/>
                <a:gd name="connsiteY76-6174" fmla="*/ 752299 h 1160647"/>
                <a:gd name="connsiteX77-6175" fmla="*/ 608383 w 3079941"/>
                <a:gd name="connsiteY77-6176" fmla="*/ 752299 h 1160647"/>
                <a:gd name="connsiteX78-6177" fmla="*/ 608383 w 3079941"/>
                <a:gd name="connsiteY78-6178" fmla="*/ 750137 h 1160647"/>
                <a:gd name="connsiteX79-6179" fmla="*/ 608383 w 3079941"/>
                <a:gd name="connsiteY79-6180" fmla="*/ 735005 h 1160647"/>
                <a:gd name="connsiteX80-6181" fmla="*/ 609396 w 3079941"/>
                <a:gd name="connsiteY80-6182" fmla="*/ 735005 h 1160647"/>
                <a:gd name="connsiteX81-6183" fmla="*/ 616490 w 3079941"/>
                <a:gd name="connsiteY81-6184" fmla="*/ 735005 h 1160647"/>
                <a:gd name="connsiteX82-6185" fmla="*/ 616490 w 3079941"/>
                <a:gd name="connsiteY82-6186" fmla="*/ 736086 h 1160647"/>
                <a:gd name="connsiteX83-6187" fmla="*/ 616490 w 3079941"/>
                <a:gd name="connsiteY83-6188" fmla="*/ 743652 h 1160647"/>
                <a:gd name="connsiteX84-6189" fmla="*/ 621810 w 3079941"/>
                <a:gd name="connsiteY84-6190" fmla="*/ 741659 h 1160647"/>
                <a:gd name="connsiteX85-6191" fmla="*/ 622570 w 3079941"/>
                <a:gd name="connsiteY85-6192" fmla="*/ 740679 h 1160647"/>
                <a:gd name="connsiteX86-6193" fmla="*/ 622570 w 3079941"/>
                <a:gd name="connsiteY86-6194" fmla="*/ 735005 h 1160647"/>
                <a:gd name="connsiteX87-6195" fmla="*/ 661077 w 3079941"/>
                <a:gd name="connsiteY87-6196" fmla="*/ 735005 h 1160647"/>
                <a:gd name="connsiteX88-6197" fmla="*/ 661077 w 3079941"/>
                <a:gd name="connsiteY88-6198" fmla="*/ 758784 h 1160647"/>
                <a:gd name="connsiteX89-6199" fmla="*/ 663103 w 3079941"/>
                <a:gd name="connsiteY89-6200" fmla="*/ 758784 h 1160647"/>
                <a:gd name="connsiteX90-6201" fmla="*/ 677290 w 3079941"/>
                <a:gd name="connsiteY90-6202" fmla="*/ 758784 h 1160647"/>
                <a:gd name="connsiteX91-6203" fmla="*/ 677290 w 3079941"/>
                <a:gd name="connsiteY91-6204" fmla="*/ 759865 h 1160647"/>
                <a:gd name="connsiteX92-6205" fmla="*/ 677290 w 3079941"/>
                <a:gd name="connsiteY92-6206" fmla="*/ 767431 h 1160647"/>
                <a:gd name="connsiteX93-6207" fmla="*/ 679064 w 3079941"/>
                <a:gd name="connsiteY93-6208" fmla="*/ 767431 h 1160647"/>
                <a:gd name="connsiteX94-6209" fmla="*/ 691477 w 3079941"/>
                <a:gd name="connsiteY94-6210" fmla="*/ 767431 h 1160647"/>
                <a:gd name="connsiteX95-6211" fmla="*/ 691477 w 3079941"/>
                <a:gd name="connsiteY95-6212" fmla="*/ 743652 h 1160647"/>
                <a:gd name="connsiteX96-6213" fmla="*/ 692490 w 3079941"/>
                <a:gd name="connsiteY96-6214" fmla="*/ 743652 h 1160647"/>
                <a:gd name="connsiteX97-6215" fmla="*/ 699584 w 3079941"/>
                <a:gd name="connsiteY97-6216" fmla="*/ 743652 h 1160647"/>
                <a:gd name="connsiteX98-6217" fmla="*/ 699584 w 3079941"/>
                <a:gd name="connsiteY98-6218" fmla="*/ 711225 h 1160647"/>
                <a:gd name="connsiteX99-6219" fmla="*/ 700597 w 3079941"/>
                <a:gd name="connsiteY99-6220" fmla="*/ 711225 h 1160647"/>
                <a:gd name="connsiteX100-6221" fmla="*/ 707691 w 3079941"/>
                <a:gd name="connsiteY100-6222" fmla="*/ 711225 h 1160647"/>
                <a:gd name="connsiteX101-6223" fmla="*/ 707691 w 3079941"/>
                <a:gd name="connsiteY101-6224" fmla="*/ 709334 h 1160647"/>
                <a:gd name="connsiteX102-6225" fmla="*/ 707691 w 3079941"/>
                <a:gd name="connsiteY102-6226" fmla="*/ 696093 h 1160647"/>
                <a:gd name="connsiteX103-6227" fmla="*/ 706424 w 3079941"/>
                <a:gd name="connsiteY103-6228" fmla="*/ 694471 h 1160647"/>
                <a:gd name="connsiteX104-6229" fmla="*/ 711744 w 3079941"/>
                <a:gd name="connsiteY104-6230" fmla="*/ 683122 h 1160647"/>
                <a:gd name="connsiteX105-6231" fmla="*/ 719851 w 3079941"/>
                <a:gd name="connsiteY105-6232" fmla="*/ 711225 h 1160647"/>
                <a:gd name="connsiteX106-6233" fmla="*/ 720611 w 3079941"/>
                <a:gd name="connsiteY106-6234" fmla="*/ 711225 h 1160647"/>
                <a:gd name="connsiteX107-6235" fmla="*/ 725931 w 3079941"/>
                <a:gd name="connsiteY107-6236" fmla="*/ 711225 h 1160647"/>
                <a:gd name="connsiteX108-6237" fmla="*/ 725931 w 3079941"/>
                <a:gd name="connsiteY108-6238" fmla="*/ 605298 h 1160647"/>
                <a:gd name="connsiteX109-6239" fmla="*/ 727451 w 3079941"/>
                <a:gd name="connsiteY109-6240" fmla="*/ 605298 h 1160647"/>
                <a:gd name="connsiteX110-6241" fmla="*/ 738091 w 3079941"/>
                <a:gd name="connsiteY110-6242" fmla="*/ 605298 h 1160647"/>
                <a:gd name="connsiteX111-6243" fmla="*/ 738091 w 3079941"/>
                <a:gd name="connsiteY111-6244" fmla="*/ 557739 h 1160647"/>
                <a:gd name="connsiteX112-6245" fmla="*/ 764438 w 3079941"/>
                <a:gd name="connsiteY112-6246" fmla="*/ 557739 h 1160647"/>
                <a:gd name="connsiteX113-6247" fmla="*/ 764438 w 3079941"/>
                <a:gd name="connsiteY113-6248" fmla="*/ 536121 h 1160647"/>
                <a:gd name="connsiteX114-6249" fmla="*/ 798892 w 3079941"/>
                <a:gd name="connsiteY114-6250" fmla="*/ 536121 h 1160647"/>
                <a:gd name="connsiteX115-6251" fmla="*/ 798892 w 3079941"/>
                <a:gd name="connsiteY115-6252" fmla="*/ 538553 h 1160647"/>
                <a:gd name="connsiteX116-6253" fmla="*/ 798892 w 3079941"/>
                <a:gd name="connsiteY116-6254" fmla="*/ 555577 h 1160647"/>
                <a:gd name="connsiteX117-6255" fmla="*/ 801172 w 3079941"/>
                <a:gd name="connsiteY117-6256" fmla="*/ 555577 h 1160647"/>
                <a:gd name="connsiteX118-6257" fmla="*/ 817132 w 3079941"/>
                <a:gd name="connsiteY118-6258" fmla="*/ 555577 h 1160647"/>
                <a:gd name="connsiteX119-6259" fmla="*/ 817132 w 3079941"/>
                <a:gd name="connsiteY119-6260" fmla="*/ 603136 h 1160647"/>
                <a:gd name="connsiteX120-6261" fmla="*/ 818145 w 3079941"/>
                <a:gd name="connsiteY120-6262" fmla="*/ 603136 h 1160647"/>
                <a:gd name="connsiteX121-6263" fmla="*/ 825239 w 3079941"/>
                <a:gd name="connsiteY121-6264" fmla="*/ 603136 h 1160647"/>
                <a:gd name="connsiteX122-6265" fmla="*/ 839426 w 3079941"/>
                <a:gd name="connsiteY122-6266" fmla="*/ 607460 h 1160647"/>
                <a:gd name="connsiteX123-6267" fmla="*/ 839426 w 3079941"/>
                <a:gd name="connsiteY123-6268" fmla="*/ 646372 h 1160647"/>
                <a:gd name="connsiteX124-6269" fmla="*/ 840439 w 3079941"/>
                <a:gd name="connsiteY124-6270" fmla="*/ 646372 h 1160647"/>
                <a:gd name="connsiteX125-6271" fmla="*/ 847532 w 3079941"/>
                <a:gd name="connsiteY125-6272" fmla="*/ 646372 h 1160647"/>
                <a:gd name="connsiteX126-6273" fmla="*/ 847532 w 3079941"/>
                <a:gd name="connsiteY126-6274" fmla="*/ 647993 h 1160647"/>
                <a:gd name="connsiteX127-6275" fmla="*/ 847532 w 3079941"/>
                <a:gd name="connsiteY127-6276" fmla="*/ 659342 h 1160647"/>
                <a:gd name="connsiteX128-6277" fmla="*/ 849559 w 3079941"/>
                <a:gd name="connsiteY128-6278" fmla="*/ 659342 h 1160647"/>
                <a:gd name="connsiteX129-6279" fmla="*/ 863746 w 3079941"/>
                <a:gd name="connsiteY129-6280" fmla="*/ 659342 h 1160647"/>
                <a:gd name="connsiteX130-6281" fmla="*/ 869826 w 3079941"/>
                <a:gd name="connsiteY130-6282" fmla="*/ 665828 h 1160647"/>
                <a:gd name="connsiteX131-6283" fmla="*/ 869826 w 3079941"/>
                <a:gd name="connsiteY131-6284" fmla="*/ 687446 h 1160647"/>
                <a:gd name="connsiteX132-6285" fmla="*/ 872106 w 3079941"/>
                <a:gd name="connsiteY132-6286" fmla="*/ 687446 h 1160647"/>
                <a:gd name="connsiteX133-6287" fmla="*/ 888066 w 3079941"/>
                <a:gd name="connsiteY133-6288" fmla="*/ 687446 h 1160647"/>
                <a:gd name="connsiteX134-6289" fmla="*/ 888066 w 3079941"/>
                <a:gd name="connsiteY134-6290" fmla="*/ 688526 h 1160647"/>
                <a:gd name="connsiteX135-6291" fmla="*/ 888066 w 3079941"/>
                <a:gd name="connsiteY135-6292" fmla="*/ 696093 h 1160647"/>
                <a:gd name="connsiteX136-6293" fmla="*/ 889333 w 3079941"/>
                <a:gd name="connsiteY136-6294" fmla="*/ 696093 h 1160647"/>
                <a:gd name="connsiteX137-6295" fmla="*/ 898200 w 3079941"/>
                <a:gd name="connsiteY137-6296" fmla="*/ 696093 h 1160647"/>
                <a:gd name="connsiteX138-6297" fmla="*/ 898200 w 3079941"/>
                <a:gd name="connsiteY138-6298" fmla="*/ 698254 h 1160647"/>
                <a:gd name="connsiteX139-6299" fmla="*/ 898200 w 3079941"/>
                <a:gd name="connsiteY139-6300" fmla="*/ 713387 h 1160647"/>
                <a:gd name="connsiteX140-6301" fmla="*/ 902253 w 3079941"/>
                <a:gd name="connsiteY140-6302" fmla="*/ 711495 h 1160647"/>
                <a:gd name="connsiteX141-6303" fmla="*/ 902253 w 3079941"/>
                <a:gd name="connsiteY141-6304" fmla="*/ 698254 h 1160647"/>
                <a:gd name="connsiteX142-6305" fmla="*/ 903266 w 3079941"/>
                <a:gd name="connsiteY142-6306" fmla="*/ 698254 h 1160647"/>
                <a:gd name="connsiteX143-6307" fmla="*/ 910360 w 3079941"/>
                <a:gd name="connsiteY143-6308" fmla="*/ 698254 h 1160647"/>
                <a:gd name="connsiteX144-6309" fmla="*/ 910360 w 3079941"/>
                <a:gd name="connsiteY144-6310" fmla="*/ 699876 h 1160647"/>
                <a:gd name="connsiteX145-6311" fmla="*/ 910360 w 3079941"/>
                <a:gd name="connsiteY145-6312" fmla="*/ 711225 h 1160647"/>
                <a:gd name="connsiteX146-6313" fmla="*/ 911120 w 3079941"/>
                <a:gd name="connsiteY146-6314" fmla="*/ 711225 h 1160647"/>
                <a:gd name="connsiteX147-6315" fmla="*/ 916440 w 3079941"/>
                <a:gd name="connsiteY147-6316" fmla="*/ 711225 h 1160647"/>
                <a:gd name="connsiteX148-6317" fmla="*/ 965080 w 3079941"/>
                <a:gd name="connsiteY148-6318" fmla="*/ 706902 h 1160647"/>
                <a:gd name="connsiteX149-6319" fmla="*/ 965080 w 3079941"/>
                <a:gd name="connsiteY149-6320" fmla="*/ 708253 h 1160647"/>
                <a:gd name="connsiteX150-6321" fmla="*/ 965080 w 3079941"/>
                <a:gd name="connsiteY150-6322" fmla="*/ 717710 h 1160647"/>
                <a:gd name="connsiteX151-6323" fmla="*/ 965840 w 3079941"/>
                <a:gd name="connsiteY151-6324" fmla="*/ 717710 h 1160647"/>
                <a:gd name="connsiteX152-6325" fmla="*/ 971161 w 3079941"/>
                <a:gd name="connsiteY152-6326" fmla="*/ 717710 h 1160647"/>
                <a:gd name="connsiteX153-6327" fmla="*/ 971161 w 3079941"/>
                <a:gd name="connsiteY153-6328" fmla="*/ 719872 h 1160647"/>
                <a:gd name="connsiteX154-6329" fmla="*/ 971161 w 3079941"/>
                <a:gd name="connsiteY154-6330" fmla="*/ 735005 h 1160647"/>
                <a:gd name="connsiteX155-6331" fmla="*/ 973187 w 3079941"/>
                <a:gd name="connsiteY155-6332" fmla="*/ 733654 h 1160647"/>
                <a:gd name="connsiteX156-6333" fmla="*/ 987374 w 3079941"/>
                <a:gd name="connsiteY156-6334" fmla="*/ 724196 h 1160647"/>
                <a:gd name="connsiteX157-6335" fmla="*/ 993454 w 3079941"/>
                <a:gd name="connsiteY157-6336" fmla="*/ 683122 h 1160647"/>
                <a:gd name="connsiteX158-6337" fmla="*/ 994214 w 3079941"/>
                <a:gd name="connsiteY158-6338" fmla="*/ 682852 h 1160647"/>
                <a:gd name="connsiteX159-6339" fmla="*/ 999534 w 3079941"/>
                <a:gd name="connsiteY159-6340" fmla="*/ 680960 h 1160647"/>
                <a:gd name="connsiteX160-6341" fmla="*/ 1001561 w 3079941"/>
                <a:gd name="connsiteY160-6342" fmla="*/ 611783 h 1160647"/>
                <a:gd name="connsiteX161-6343" fmla="*/ 1003588 w 3079941"/>
                <a:gd name="connsiteY161-6344" fmla="*/ 680960 h 1160647"/>
                <a:gd name="connsiteX162-6345" fmla="*/ 1004348 w 3079941"/>
                <a:gd name="connsiteY162-6346" fmla="*/ 681230 h 1160647"/>
                <a:gd name="connsiteX163-6347" fmla="*/ 1009668 w 3079941"/>
                <a:gd name="connsiteY163-6348" fmla="*/ 683122 h 1160647"/>
                <a:gd name="connsiteX164-6349" fmla="*/ 1009668 w 3079941"/>
                <a:gd name="connsiteY164-6350" fmla="*/ 596651 h 1160647"/>
                <a:gd name="connsiteX165-6351" fmla="*/ 1013721 w 3079941"/>
                <a:gd name="connsiteY165-6352" fmla="*/ 564224 h 1160647"/>
                <a:gd name="connsiteX166-6353" fmla="*/ 1052228 w 3079941"/>
                <a:gd name="connsiteY166-6354" fmla="*/ 564224 h 1160647"/>
                <a:gd name="connsiteX167-6355" fmla="*/ 1052228 w 3079941"/>
                <a:gd name="connsiteY167-6356" fmla="*/ 596651 h 1160647"/>
                <a:gd name="connsiteX168-6357" fmla="*/ 1052988 w 3079941"/>
                <a:gd name="connsiteY168-6358" fmla="*/ 596651 h 1160647"/>
                <a:gd name="connsiteX169-6359" fmla="*/ 1058308 w 3079941"/>
                <a:gd name="connsiteY169-6360" fmla="*/ 596651 h 1160647"/>
                <a:gd name="connsiteX170-6361" fmla="*/ 1058308 w 3079941"/>
                <a:gd name="connsiteY170-6362" fmla="*/ 514503 h 1160647"/>
                <a:gd name="connsiteX171-6363" fmla="*/ 1060082 w 3079941"/>
                <a:gd name="connsiteY171-6364" fmla="*/ 514503 h 1160647"/>
                <a:gd name="connsiteX172-6365" fmla="*/ 1072495 w 3079941"/>
                <a:gd name="connsiteY172-6366" fmla="*/ 514503 h 1160647"/>
                <a:gd name="connsiteX173-6367" fmla="*/ 1072495 w 3079941"/>
                <a:gd name="connsiteY173-6368" fmla="*/ 512612 h 1160647"/>
                <a:gd name="connsiteX174-6369" fmla="*/ 1072495 w 3079941"/>
                <a:gd name="connsiteY174-6370" fmla="*/ 499371 h 1160647"/>
                <a:gd name="connsiteX175-6371" fmla="*/ 1094789 w 3079941"/>
                <a:gd name="connsiteY175-6372" fmla="*/ 499371 h 1160647"/>
                <a:gd name="connsiteX176-6373" fmla="*/ 1094789 w 3079941"/>
                <a:gd name="connsiteY176-6374" fmla="*/ 498290 h 1160647"/>
                <a:gd name="connsiteX177-6375" fmla="*/ 1094789 w 3079941"/>
                <a:gd name="connsiteY177-6376" fmla="*/ 490724 h 1160647"/>
                <a:gd name="connsiteX178-6377" fmla="*/ 1096562 w 3079941"/>
                <a:gd name="connsiteY178-6378" fmla="*/ 490724 h 1160647"/>
                <a:gd name="connsiteX179-6379" fmla="*/ 1108976 w 3079941"/>
                <a:gd name="connsiteY179-6380" fmla="*/ 490724 h 1160647"/>
                <a:gd name="connsiteX180-6381" fmla="*/ 1108976 w 3079941"/>
                <a:gd name="connsiteY180-6382" fmla="*/ 491805 h 1160647"/>
                <a:gd name="connsiteX181-6383" fmla="*/ 1108976 w 3079941"/>
                <a:gd name="connsiteY181-6384" fmla="*/ 499371 h 1160647"/>
                <a:gd name="connsiteX182-6385" fmla="*/ 1109736 w 3079941"/>
                <a:gd name="connsiteY182-6386" fmla="*/ 499371 h 1160647"/>
                <a:gd name="connsiteX183-6387" fmla="*/ 1115056 w 3079941"/>
                <a:gd name="connsiteY183-6388" fmla="*/ 499371 h 1160647"/>
                <a:gd name="connsiteX184-6389" fmla="*/ 1125189 w 3079941"/>
                <a:gd name="connsiteY184-6390" fmla="*/ 495047 h 1160647"/>
                <a:gd name="connsiteX185-6391" fmla="*/ 1129242 w 3079941"/>
                <a:gd name="connsiteY185-6392" fmla="*/ 498290 h 1160647"/>
                <a:gd name="connsiteX186-6393" fmla="*/ 1129242 w 3079941"/>
                <a:gd name="connsiteY186-6394" fmla="*/ 490724 h 1160647"/>
                <a:gd name="connsiteX187-6395" fmla="*/ 1131522 w 3079941"/>
                <a:gd name="connsiteY187-6396" fmla="*/ 490724 h 1160647"/>
                <a:gd name="connsiteX188-6397" fmla="*/ 1147483 w 3079941"/>
                <a:gd name="connsiteY188-6398" fmla="*/ 490724 h 1160647"/>
                <a:gd name="connsiteX189-6399" fmla="*/ 1147483 w 3079941"/>
                <a:gd name="connsiteY189-6400" fmla="*/ 491805 h 1160647"/>
                <a:gd name="connsiteX190-6401" fmla="*/ 1147483 w 3079941"/>
                <a:gd name="connsiteY190-6402" fmla="*/ 499371 h 1160647"/>
                <a:gd name="connsiteX191-6403" fmla="*/ 1177883 w 3079941"/>
                <a:gd name="connsiteY191-6404" fmla="*/ 499371 h 1160647"/>
                <a:gd name="connsiteX192-6405" fmla="*/ 1177883 w 3079941"/>
                <a:gd name="connsiteY192-6406" fmla="*/ 500992 h 1160647"/>
                <a:gd name="connsiteX193-6407" fmla="*/ 1177883 w 3079941"/>
                <a:gd name="connsiteY193-6408" fmla="*/ 512342 h 1160647"/>
                <a:gd name="connsiteX194-6409" fmla="*/ 1204230 w 3079941"/>
                <a:gd name="connsiteY194-6410" fmla="*/ 512342 h 1160647"/>
                <a:gd name="connsiteX195-6411" fmla="*/ 1204230 w 3079941"/>
                <a:gd name="connsiteY195-6412" fmla="*/ 542606 h 1160647"/>
                <a:gd name="connsiteX196-6413" fmla="*/ 1204990 w 3079941"/>
                <a:gd name="connsiteY196-6414" fmla="*/ 542606 h 1160647"/>
                <a:gd name="connsiteX197-6415" fmla="*/ 1210310 w 3079941"/>
                <a:gd name="connsiteY197-6416" fmla="*/ 542606 h 1160647"/>
                <a:gd name="connsiteX198-6417" fmla="*/ 1210310 w 3079941"/>
                <a:gd name="connsiteY198-6418" fmla="*/ 543687 h 1160647"/>
                <a:gd name="connsiteX199-6419" fmla="*/ 1210310 w 3079941"/>
                <a:gd name="connsiteY199-6420" fmla="*/ 551254 h 1160647"/>
                <a:gd name="connsiteX200-6421" fmla="*/ 1214364 w 3079941"/>
                <a:gd name="connsiteY200-6422" fmla="*/ 581518 h 1160647"/>
                <a:gd name="connsiteX201-6423" fmla="*/ 1215124 w 3079941"/>
                <a:gd name="connsiteY201-6424" fmla="*/ 581518 h 1160647"/>
                <a:gd name="connsiteX202-6425" fmla="*/ 1220444 w 3079941"/>
                <a:gd name="connsiteY202-6426" fmla="*/ 581518 h 1160647"/>
                <a:gd name="connsiteX203-6427" fmla="*/ 1220444 w 3079941"/>
                <a:gd name="connsiteY203-6428" fmla="*/ 582329 h 1160647"/>
                <a:gd name="connsiteX204-6429" fmla="*/ 1220444 w 3079941"/>
                <a:gd name="connsiteY204-6430" fmla="*/ 588004 h 1160647"/>
                <a:gd name="connsiteX205-6431" fmla="*/ 1221457 w 3079941"/>
                <a:gd name="connsiteY205-6432" fmla="*/ 588004 h 1160647"/>
                <a:gd name="connsiteX206-6433" fmla="*/ 1228550 w 3079941"/>
                <a:gd name="connsiteY206-6434" fmla="*/ 588004 h 1160647"/>
                <a:gd name="connsiteX207-6435" fmla="*/ 1228550 w 3079941"/>
                <a:gd name="connsiteY207-6436" fmla="*/ 618269 h 1160647"/>
                <a:gd name="connsiteX208-6437" fmla="*/ 1230577 w 3079941"/>
                <a:gd name="connsiteY208-6438" fmla="*/ 618269 h 1160647"/>
                <a:gd name="connsiteX209-6439" fmla="*/ 1244764 w 3079941"/>
                <a:gd name="connsiteY209-6440" fmla="*/ 618269 h 1160647"/>
                <a:gd name="connsiteX210-6441" fmla="*/ 1244764 w 3079941"/>
                <a:gd name="connsiteY210-6442" fmla="*/ 642048 h 1160647"/>
                <a:gd name="connsiteX211-6443" fmla="*/ 1246791 w 3079941"/>
                <a:gd name="connsiteY211-6444" fmla="*/ 643669 h 1160647"/>
                <a:gd name="connsiteX212-6445" fmla="*/ 1246791 w 3079941"/>
                <a:gd name="connsiteY212-6446" fmla="*/ 655019 h 1160647"/>
                <a:gd name="connsiteX213-6447" fmla="*/ 1247551 w 3079941"/>
                <a:gd name="connsiteY213-6448" fmla="*/ 655019 h 1160647"/>
                <a:gd name="connsiteX214-6449" fmla="*/ 1252871 w 3079941"/>
                <a:gd name="connsiteY214-6450" fmla="*/ 655019 h 1160647"/>
                <a:gd name="connsiteX215-6451" fmla="*/ 1252871 w 3079941"/>
                <a:gd name="connsiteY215-6452" fmla="*/ 678798 h 1160647"/>
                <a:gd name="connsiteX216-6453" fmla="*/ 1254137 w 3079941"/>
                <a:gd name="connsiteY216-6454" fmla="*/ 678798 h 1160647"/>
                <a:gd name="connsiteX217-6455" fmla="*/ 1263004 w 3079941"/>
                <a:gd name="connsiteY217-6456" fmla="*/ 678798 h 1160647"/>
                <a:gd name="connsiteX218-6457" fmla="*/ 1265031 w 3079941"/>
                <a:gd name="connsiteY218-6458" fmla="*/ 682852 h 1160647"/>
                <a:gd name="connsiteX219-6459" fmla="*/ 1265031 w 3079941"/>
                <a:gd name="connsiteY219-6460" fmla="*/ 696093 h 1160647"/>
                <a:gd name="connsiteX220-6461" fmla="*/ 1266551 w 3079941"/>
                <a:gd name="connsiteY220-6462" fmla="*/ 694201 h 1160647"/>
                <a:gd name="connsiteX221-6463" fmla="*/ 1277191 w 3079941"/>
                <a:gd name="connsiteY221-6464" fmla="*/ 680960 h 1160647"/>
                <a:gd name="connsiteX222-6465" fmla="*/ 1305565 w 3079941"/>
                <a:gd name="connsiteY222-6466" fmla="*/ 680960 h 1160647"/>
                <a:gd name="connsiteX223-6467" fmla="*/ 1305565 w 3079941"/>
                <a:gd name="connsiteY223-6468" fmla="*/ 767431 h 1160647"/>
                <a:gd name="connsiteX224-6469" fmla="*/ 1306325 w 3079941"/>
                <a:gd name="connsiteY224-6470" fmla="*/ 767431 h 1160647"/>
                <a:gd name="connsiteX225-6471" fmla="*/ 1311645 w 3079941"/>
                <a:gd name="connsiteY225-6472" fmla="*/ 767431 h 1160647"/>
                <a:gd name="connsiteX226-6473" fmla="*/ 1312405 w 3079941"/>
                <a:gd name="connsiteY226-6474" fmla="*/ 766080 h 1160647"/>
                <a:gd name="connsiteX227-6475" fmla="*/ 1317725 w 3079941"/>
                <a:gd name="connsiteY227-6476" fmla="*/ 756622 h 1160647"/>
                <a:gd name="connsiteX228-6477" fmla="*/ 1317725 w 3079941"/>
                <a:gd name="connsiteY228-6478" fmla="*/ 758514 h 1160647"/>
                <a:gd name="connsiteX229-6479" fmla="*/ 1317725 w 3079941"/>
                <a:gd name="connsiteY229-6480" fmla="*/ 771755 h 1160647"/>
                <a:gd name="connsiteX230-6481" fmla="*/ 1321778 w 3079941"/>
                <a:gd name="connsiteY230-6482" fmla="*/ 726358 h 1160647"/>
                <a:gd name="connsiteX231-6483" fmla="*/ 1322538 w 3079941"/>
                <a:gd name="connsiteY231-6484" fmla="*/ 726358 h 1160647"/>
                <a:gd name="connsiteX232-6485" fmla="*/ 1327858 w 3079941"/>
                <a:gd name="connsiteY232-6486" fmla="*/ 726358 h 1160647"/>
                <a:gd name="connsiteX233-6487" fmla="*/ 1327858 w 3079941"/>
                <a:gd name="connsiteY233-6488" fmla="*/ 661504 h 1160647"/>
                <a:gd name="connsiteX234-6489" fmla="*/ 1328872 w 3079941"/>
                <a:gd name="connsiteY234-6490" fmla="*/ 661504 h 1160647"/>
                <a:gd name="connsiteX235-6491" fmla="*/ 1335965 w 3079941"/>
                <a:gd name="connsiteY235-6492" fmla="*/ 661504 h 1160647"/>
                <a:gd name="connsiteX236-6493" fmla="*/ 1348125 w 3079941"/>
                <a:gd name="connsiteY236-6494" fmla="*/ 618269 h 1160647"/>
                <a:gd name="connsiteX237-6495" fmla="*/ 1349392 w 3079941"/>
                <a:gd name="connsiteY237-6496" fmla="*/ 618269 h 1160647"/>
                <a:gd name="connsiteX238-6497" fmla="*/ 1358259 w 3079941"/>
                <a:gd name="connsiteY238-6498" fmla="*/ 618269 h 1160647"/>
                <a:gd name="connsiteX239-6499" fmla="*/ 1368392 w 3079941"/>
                <a:gd name="connsiteY239-6500" fmla="*/ 661504 h 1160647"/>
                <a:gd name="connsiteX240-6501" fmla="*/ 1369405 w 3079941"/>
                <a:gd name="connsiteY240-6502" fmla="*/ 661504 h 1160647"/>
                <a:gd name="connsiteX241-6503" fmla="*/ 1376499 w 3079941"/>
                <a:gd name="connsiteY241-6504" fmla="*/ 661504 h 1160647"/>
                <a:gd name="connsiteX242-6505" fmla="*/ 1376499 w 3079941"/>
                <a:gd name="connsiteY242-6506" fmla="*/ 700416 h 1160647"/>
                <a:gd name="connsiteX243-6507" fmla="*/ 1378272 w 3079941"/>
                <a:gd name="connsiteY243-6508" fmla="*/ 700416 h 1160647"/>
                <a:gd name="connsiteX244-6509" fmla="*/ 1390686 w 3079941"/>
                <a:gd name="connsiteY244-6510" fmla="*/ 700416 h 1160647"/>
                <a:gd name="connsiteX245-6511" fmla="*/ 1390686 w 3079941"/>
                <a:gd name="connsiteY245-6512" fmla="*/ 702578 h 1160647"/>
                <a:gd name="connsiteX246-6513" fmla="*/ 1390686 w 3079941"/>
                <a:gd name="connsiteY246-6514" fmla="*/ 717710 h 1160647"/>
                <a:gd name="connsiteX247-6515" fmla="*/ 1394739 w 3079941"/>
                <a:gd name="connsiteY247-6516" fmla="*/ 715549 h 1160647"/>
                <a:gd name="connsiteX248-6517" fmla="*/ 1394739 w 3079941"/>
                <a:gd name="connsiteY248-6518" fmla="*/ 700416 h 1160647"/>
                <a:gd name="connsiteX249-6519" fmla="*/ 1396259 w 3079941"/>
                <a:gd name="connsiteY249-6520" fmla="*/ 700416 h 1160647"/>
                <a:gd name="connsiteX250-6521" fmla="*/ 1406899 w 3079941"/>
                <a:gd name="connsiteY250-6522" fmla="*/ 700416 h 1160647"/>
                <a:gd name="connsiteX251-6523" fmla="*/ 1406899 w 3079941"/>
                <a:gd name="connsiteY251-6524" fmla="*/ 702037 h 1160647"/>
                <a:gd name="connsiteX252-6525" fmla="*/ 1406899 w 3079941"/>
                <a:gd name="connsiteY252-6526" fmla="*/ 713387 h 1160647"/>
                <a:gd name="connsiteX253-6527" fmla="*/ 1437300 w 3079941"/>
                <a:gd name="connsiteY253-6528" fmla="*/ 713387 h 1160647"/>
                <a:gd name="connsiteX254-6529" fmla="*/ 1437300 w 3079941"/>
                <a:gd name="connsiteY254-6530" fmla="*/ 676637 h 1160647"/>
                <a:gd name="connsiteX255-6531" fmla="*/ 1438566 w 3079941"/>
                <a:gd name="connsiteY255-6532" fmla="*/ 676637 h 1160647"/>
                <a:gd name="connsiteX256-6533" fmla="*/ 1447433 w 3079941"/>
                <a:gd name="connsiteY256-6534" fmla="*/ 676637 h 1160647"/>
                <a:gd name="connsiteX257-6535" fmla="*/ 1447433 w 3079941"/>
                <a:gd name="connsiteY257-6536" fmla="*/ 698254 h 1160647"/>
                <a:gd name="connsiteX258-6537" fmla="*/ 1449460 w 3079941"/>
                <a:gd name="connsiteY258-6538" fmla="*/ 665828 h 1160647"/>
                <a:gd name="connsiteX259-6539" fmla="*/ 1471753 w 3079941"/>
                <a:gd name="connsiteY259-6540" fmla="*/ 665828 h 1160647"/>
                <a:gd name="connsiteX260-6541" fmla="*/ 1471753 w 3079941"/>
                <a:gd name="connsiteY260-6542" fmla="*/ 664206 h 1160647"/>
                <a:gd name="connsiteX261-6543" fmla="*/ 1471753 w 3079941"/>
                <a:gd name="connsiteY261-6544" fmla="*/ 652857 h 1160647"/>
                <a:gd name="connsiteX262-6545" fmla="*/ 1472513 w 3079941"/>
                <a:gd name="connsiteY262-6546" fmla="*/ 652857 h 1160647"/>
                <a:gd name="connsiteX263-6547" fmla="*/ 1477833 w 3079941"/>
                <a:gd name="connsiteY263-6548" fmla="*/ 652857 h 1160647"/>
                <a:gd name="connsiteX264-6549" fmla="*/ 1477833 w 3079941"/>
                <a:gd name="connsiteY264-6550" fmla="*/ 650966 h 1160647"/>
                <a:gd name="connsiteX265-6551" fmla="*/ 1477833 w 3079941"/>
                <a:gd name="connsiteY265-6552" fmla="*/ 637725 h 1160647"/>
                <a:gd name="connsiteX266-6553" fmla="*/ 1481887 w 3079941"/>
                <a:gd name="connsiteY266-6554" fmla="*/ 644210 h 1160647"/>
                <a:gd name="connsiteX267-6555" fmla="*/ 1484167 w 3079941"/>
                <a:gd name="connsiteY267-6556" fmla="*/ 644210 h 1160647"/>
                <a:gd name="connsiteX268-6557" fmla="*/ 1500127 w 3079941"/>
                <a:gd name="connsiteY268-6558" fmla="*/ 644210 h 1160647"/>
                <a:gd name="connsiteX269-6559" fmla="*/ 1500127 w 3079941"/>
                <a:gd name="connsiteY269-6560" fmla="*/ 643399 h 1160647"/>
                <a:gd name="connsiteX270-6561" fmla="*/ 1500127 w 3079941"/>
                <a:gd name="connsiteY270-6562" fmla="*/ 637725 h 1160647"/>
                <a:gd name="connsiteX271-6563" fmla="*/ 1500887 w 3079941"/>
                <a:gd name="connsiteY271-6564" fmla="*/ 637725 h 1160647"/>
                <a:gd name="connsiteX272-6565" fmla="*/ 1506207 w 3079941"/>
                <a:gd name="connsiteY272-6566" fmla="*/ 637725 h 1160647"/>
                <a:gd name="connsiteX273-6567" fmla="*/ 1506207 w 3079941"/>
                <a:gd name="connsiteY273-6568" fmla="*/ 639076 h 1160647"/>
                <a:gd name="connsiteX274-6569" fmla="*/ 1506207 w 3079941"/>
                <a:gd name="connsiteY274-6570" fmla="*/ 648534 h 1160647"/>
                <a:gd name="connsiteX275-6571" fmla="*/ 1544714 w 3079941"/>
                <a:gd name="connsiteY275-6572" fmla="*/ 648534 h 1160647"/>
                <a:gd name="connsiteX276-6573" fmla="*/ 1544714 w 3079941"/>
                <a:gd name="connsiteY276-6574" fmla="*/ 786887 h 1160647"/>
                <a:gd name="connsiteX277-6575" fmla="*/ 1546234 w 3079941"/>
                <a:gd name="connsiteY277-6576" fmla="*/ 786887 h 1160647"/>
                <a:gd name="connsiteX278-6577" fmla="*/ 1556874 w 3079941"/>
                <a:gd name="connsiteY278-6578" fmla="*/ 786887 h 1160647"/>
                <a:gd name="connsiteX279-6579" fmla="*/ 1556874 w 3079941"/>
                <a:gd name="connsiteY279-6580" fmla="*/ 773917 h 1160647"/>
                <a:gd name="connsiteX280-6581" fmla="*/ 1560928 w 3079941"/>
                <a:gd name="connsiteY280-6582" fmla="*/ 773917 h 1160647"/>
                <a:gd name="connsiteX281-6583" fmla="*/ 1560928 w 3079941"/>
                <a:gd name="connsiteY281-6584" fmla="*/ 786887 h 1160647"/>
                <a:gd name="connsiteX282-6585" fmla="*/ 1591328 w 3079941"/>
                <a:gd name="connsiteY282-6586" fmla="*/ 786887 h 1160647"/>
                <a:gd name="connsiteX283-6587" fmla="*/ 1591328 w 3079941"/>
                <a:gd name="connsiteY283-6588" fmla="*/ 756622 h 1160647"/>
                <a:gd name="connsiteX284-6589" fmla="*/ 1603488 w 3079941"/>
                <a:gd name="connsiteY284-6590" fmla="*/ 756622 h 1160647"/>
                <a:gd name="connsiteX285-6591" fmla="*/ 1615648 w 3079941"/>
                <a:gd name="connsiteY285-6592" fmla="*/ 754461 h 1160647"/>
                <a:gd name="connsiteX286-6593" fmla="*/ 1619702 w 3079941"/>
                <a:gd name="connsiteY286-6594" fmla="*/ 756622 h 1160647"/>
                <a:gd name="connsiteX287-6595" fmla="*/ 1629835 w 3079941"/>
                <a:gd name="connsiteY287-6596" fmla="*/ 756622 h 1160647"/>
                <a:gd name="connsiteX288-6597" fmla="*/ 1629835 w 3079941"/>
                <a:gd name="connsiteY288-6598" fmla="*/ 786887 h 1160647"/>
                <a:gd name="connsiteX289-6599" fmla="*/ 1637942 w 3079941"/>
                <a:gd name="connsiteY289-6600" fmla="*/ 786887 h 1160647"/>
                <a:gd name="connsiteX290-6601" fmla="*/ 1637942 w 3079941"/>
                <a:gd name="connsiteY290-6602" fmla="*/ 804182 h 1160647"/>
                <a:gd name="connsiteX291-6603" fmla="*/ 1647278 w 3079941"/>
                <a:gd name="connsiteY291-6604" fmla="*/ 805087 h 1160647"/>
                <a:gd name="connsiteX292-6605" fmla="*/ 1660236 w 3079941"/>
                <a:gd name="connsiteY292-6606" fmla="*/ 805087 h 1160647"/>
                <a:gd name="connsiteX293-6607" fmla="*/ 1660236 w 3079941"/>
                <a:gd name="connsiteY293-6608" fmla="*/ 789049 h 1160647"/>
                <a:gd name="connsiteX294-6609" fmla="*/ 1728192 w 3079941"/>
                <a:gd name="connsiteY294-6610" fmla="*/ 789049 h 1160647"/>
                <a:gd name="connsiteX295-6611" fmla="*/ 1728192 w 3079941"/>
                <a:gd name="connsiteY295-6612" fmla="*/ 703796 h 1160647"/>
                <a:gd name="connsiteX296-6613" fmla="*/ 1800200 w 3079941"/>
                <a:gd name="connsiteY296-6614" fmla="*/ 703796 h 1160647"/>
                <a:gd name="connsiteX297-6615" fmla="*/ 1800200 w 3079941"/>
                <a:gd name="connsiteY297-6616" fmla="*/ 782564 h 1160647"/>
                <a:gd name="connsiteX298-6617" fmla="*/ 1802104 w 3079941"/>
                <a:gd name="connsiteY298-6618" fmla="*/ 782564 h 1160647"/>
                <a:gd name="connsiteX299-6619" fmla="*/ 1803346 w 3079941"/>
                <a:gd name="connsiteY299-6620" fmla="*/ 805087 h 1160647"/>
                <a:gd name="connsiteX300-6621" fmla="*/ 1813022 w 3079941"/>
                <a:gd name="connsiteY300-6622" fmla="*/ 805087 h 1160647"/>
                <a:gd name="connsiteX301-6623" fmla="*/ 1814264 w 3079941"/>
                <a:gd name="connsiteY301-6624" fmla="*/ 782564 h 1160647"/>
                <a:gd name="connsiteX302-6625" fmla="*/ 1820344 w 3079941"/>
                <a:gd name="connsiteY302-6626" fmla="*/ 782564 h 1160647"/>
                <a:gd name="connsiteX303-6627" fmla="*/ 1821586 w 3079941"/>
                <a:gd name="connsiteY303-6628" fmla="*/ 805087 h 1160647"/>
                <a:gd name="connsiteX304-6629" fmla="*/ 1872208 w 3079941"/>
                <a:gd name="connsiteY304-6630" fmla="*/ 805087 h 1160647"/>
                <a:gd name="connsiteX305-6631" fmla="*/ 1872208 w 3079941"/>
                <a:gd name="connsiteY305-6632" fmla="*/ 642059 h 1160647"/>
                <a:gd name="connsiteX306-6633" fmla="*/ 2069535 w 3079941"/>
                <a:gd name="connsiteY306-6634" fmla="*/ 642059 h 1160647"/>
                <a:gd name="connsiteX307-6635" fmla="*/ 2069535 w 3079941"/>
                <a:gd name="connsiteY307-6636" fmla="*/ 805087 h 1160647"/>
                <a:gd name="connsiteX308-6637" fmla="*/ 2088232 w 3079941"/>
                <a:gd name="connsiteY308-6638" fmla="*/ 805087 h 1160647"/>
                <a:gd name="connsiteX309-6639" fmla="*/ 2088232 w 3079941"/>
                <a:gd name="connsiteY309-6640" fmla="*/ 722394 h 1160647"/>
                <a:gd name="connsiteX310-6641" fmla="*/ 2183352 w 3079941"/>
                <a:gd name="connsiteY310-6642" fmla="*/ 722394 h 1160647"/>
                <a:gd name="connsiteX311-6643" fmla="*/ 2195282 w 3079941"/>
                <a:gd name="connsiteY311-6644" fmla="*/ 404253 h 1160647"/>
                <a:gd name="connsiteX312-6645" fmla="*/ 2183122 w 3079941"/>
                <a:gd name="connsiteY312-6646" fmla="*/ 382635 h 1160647"/>
                <a:gd name="connsiteX313-6647" fmla="*/ 2177042 w 3079941"/>
                <a:gd name="connsiteY313-6648" fmla="*/ 378311 h 1160647"/>
                <a:gd name="connsiteX314-6649" fmla="*/ 2185149 w 3079941"/>
                <a:gd name="connsiteY314-6650" fmla="*/ 354532 h 1160647"/>
                <a:gd name="connsiteX315-6651" fmla="*/ 2185149 w 3079941"/>
                <a:gd name="connsiteY315-6652" fmla="*/ 337238 h 1160647"/>
                <a:gd name="connsiteX316-6653" fmla="*/ 2199336 w 3079941"/>
                <a:gd name="connsiteY316-6654" fmla="*/ 337238 h 1160647"/>
                <a:gd name="connsiteX317-6655" fmla="*/ 2199336 w 3079941"/>
                <a:gd name="connsiteY317-6656" fmla="*/ 315620 h 1160647"/>
                <a:gd name="connsiteX318-6657" fmla="*/ 2201362 w 3079941"/>
                <a:gd name="connsiteY318-6658" fmla="*/ 311296 h 1160647"/>
                <a:gd name="connsiteX319-6659" fmla="*/ 2201362 w 3079941"/>
                <a:gd name="connsiteY319-6660" fmla="*/ 233472 h 1160647"/>
                <a:gd name="connsiteX320-6661" fmla="*/ 2199336 w 3079941"/>
                <a:gd name="connsiteY320-6662" fmla="*/ 226987 h 1160647"/>
                <a:gd name="connsiteX321-6663" fmla="*/ 2205416 w 3079941"/>
                <a:gd name="connsiteY321-6664" fmla="*/ 220501 h 1160647"/>
                <a:gd name="connsiteX322-6665" fmla="*/ 2205416 w 3079941"/>
                <a:gd name="connsiteY322-6666" fmla="*/ 162133 h 1160647"/>
                <a:gd name="connsiteX323-6667" fmla="*/ 2207442 w 3079941"/>
                <a:gd name="connsiteY323-6668" fmla="*/ 157810 h 1160647"/>
                <a:gd name="connsiteX324-6669" fmla="*/ 2207442 w 3079941"/>
                <a:gd name="connsiteY324-6670" fmla="*/ 101604 h 1160647"/>
                <a:gd name="connsiteX325-6671" fmla="*/ 2209469 w 3079941"/>
                <a:gd name="connsiteY325-6672" fmla="*/ 82148 h 1160647"/>
                <a:gd name="connsiteX326-6673" fmla="*/ 2213523 w 3079941"/>
                <a:gd name="connsiteY326-6674" fmla="*/ 99442 h 1160647"/>
                <a:gd name="connsiteX327-6675" fmla="*/ 2215549 w 3079941"/>
                <a:gd name="connsiteY327-6676" fmla="*/ 157810 h 1160647"/>
                <a:gd name="connsiteX328-6677" fmla="*/ 2217576 w 3079941"/>
                <a:gd name="connsiteY328-6678" fmla="*/ 220501 h 1160647"/>
                <a:gd name="connsiteX329-6679" fmla="*/ 2223656 w 3079941"/>
                <a:gd name="connsiteY329-6680" fmla="*/ 226987 h 1160647"/>
                <a:gd name="connsiteX330-6681" fmla="*/ 2221629 w 3079941"/>
                <a:gd name="connsiteY330-6682" fmla="*/ 233472 h 1160647"/>
                <a:gd name="connsiteX331-6683" fmla="*/ 2221629 w 3079941"/>
                <a:gd name="connsiteY331-6684" fmla="*/ 311296 h 1160647"/>
                <a:gd name="connsiteX332-6685" fmla="*/ 2223656 w 3079941"/>
                <a:gd name="connsiteY332-6686" fmla="*/ 315620 h 1160647"/>
                <a:gd name="connsiteX333-6687" fmla="*/ 2223656 w 3079941"/>
                <a:gd name="connsiteY333-6688" fmla="*/ 337238 h 1160647"/>
                <a:gd name="connsiteX334-6689" fmla="*/ 2237843 w 3079941"/>
                <a:gd name="connsiteY334-6690" fmla="*/ 337238 h 1160647"/>
                <a:gd name="connsiteX335-6691" fmla="*/ 2237843 w 3079941"/>
                <a:gd name="connsiteY335-6692" fmla="*/ 354532 h 1160647"/>
                <a:gd name="connsiteX336-6693" fmla="*/ 2245950 w 3079941"/>
                <a:gd name="connsiteY336-6694" fmla="*/ 378311 h 1160647"/>
                <a:gd name="connsiteX337-6695" fmla="*/ 2239870 w 3079941"/>
                <a:gd name="connsiteY337-6696" fmla="*/ 382635 h 1160647"/>
                <a:gd name="connsiteX338-6697" fmla="*/ 2227709 w 3079941"/>
                <a:gd name="connsiteY338-6698" fmla="*/ 404253 h 1160647"/>
                <a:gd name="connsiteX339-6699" fmla="*/ 2235816 w 3079941"/>
                <a:gd name="connsiteY339-6700" fmla="*/ 657181 h 1160647"/>
                <a:gd name="connsiteX340-6701" fmla="*/ 2300670 w 3079941"/>
                <a:gd name="connsiteY340-6702" fmla="*/ 657181 h 1160647"/>
                <a:gd name="connsiteX341-6703" fmla="*/ 2300670 w 3079941"/>
                <a:gd name="connsiteY341-6704" fmla="*/ 732843 h 1160647"/>
                <a:gd name="connsiteX342-6705" fmla="*/ 2308777 w 3079941"/>
                <a:gd name="connsiteY342-6706" fmla="*/ 732843 h 1160647"/>
                <a:gd name="connsiteX343-6707" fmla="*/ 2310804 w 3079941"/>
                <a:gd name="connsiteY343-6708" fmla="*/ 726358 h 1160647"/>
                <a:gd name="connsiteX344-6709" fmla="*/ 2316884 w 3079941"/>
                <a:gd name="connsiteY344-6710" fmla="*/ 726358 h 1160647"/>
                <a:gd name="connsiteX345-6711" fmla="*/ 2318911 w 3079941"/>
                <a:gd name="connsiteY345-6712" fmla="*/ 735005 h 1160647"/>
                <a:gd name="connsiteX346-6713" fmla="*/ 2331071 w 3079941"/>
                <a:gd name="connsiteY346-6714" fmla="*/ 735005 h 1160647"/>
                <a:gd name="connsiteX347-6715" fmla="*/ 2331071 w 3079941"/>
                <a:gd name="connsiteY347-6716" fmla="*/ 728519 h 1160647"/>
                <a:gd name="connsiteX348-6717" fmla="*/ 2353364 w 3079941"/>
                <a:gd name="connsiteY348-6718" fmla="*/ 728519 h 1160647"/>
                <a:gd name="connsiteX349-6719" fmla="*/ 2353364 w 3079941"/>
                <a:gd name="connsiteY349-6720" fmla="*/ 735005 h 1160647"/>
                <a:gd name="connsiteX350-6721" fmla="*/ 2373631 w 3079941"/>
                <a:gd name="connsiteY350-6722" fmla="*/ 735005 h 1160647"/>
                <a:gd name="connsiteX351-6723" fmla="*/ 2373631 w 3079941"/>
                <a:gd name="connsiteY351-6724" fmla="*/ 780402 h 1160647"/>
                <a:gd name="connsiteX352-6725" fmla="*/ 2387818 w 3079941"/>
                <a:gd name="connsiteY352-6726" fmla="*/ 780402 h 1160647"/>
                <a:gd name="connsiteX353-6727" fmla="*/ 2387818 w 3079941"/>
                <a:gd name="connsiteY353-6728" fmla="*/ 767431 h 1160647"/>
                <a:gd name="connsiteX354-6729" fmla="*/ 2404032 w 3079941"/>
                <a:gd name="connsiteY354-6730" fmla="*/ 767431 h 1160647"/>
                <a:gd name="connsiteX355-6731" fmla="*/ 2404032 w 3079941"/>
                <a:gd name="connsiteY355-6732" fmla="*/ 588004 h 1160647"/>
                <a:gd name="connsiteX356-6733" fmla="*/ 2410112 w 3079941"/>
                <a:gd name="connsiteY356-6734" fmla="*/ 581518 h 1160647"/>
                <a:gd name="connsiteX357-6735" fmla="*/ 2483073 w 3079941"/>
                <a:gd name="connsiteY357-6736" fmla="*/ 581518 h 1160647"/>
                <a:gd name="connsiteX358-6737" fmla="*/ 2483073 w 3079941"/>
                <a:gd name="connsiteY358-6738" fmla="*/ 590166 h 1160647"/>
                <a:gd name="connsiteX359-6739" fmla="*/ 2493206 w 3079941"/>
                <a:gd name="connsiteY359-6740" fmla="*/ 590166 h 1160647"/>
                <a:gd name="connsiteX360-6741" fmla="*/ 2493206 w 3079941"/>
                <a:gd name="connsiteY360-6742" fmla="*/ 704740 h 1160647"/>
                <a:gd name="connsiteX361-6743" fmla="*/ 2515500 w 3079941"/>
                <a:gd name="connsiteY361-6744" fmla="*/ 704740 h 1160647"/>
                <a:gd name="connsiteX362-6745" fmla="*/ 2515500 w 3079941"/>
                <a:gd name="connsiteY362-6746" fmla="*/ 637725 h 1160647"/>
                <a:gd name="connsiteX363-6747" fmla="*/ 2541847 w 3079941"/>
                <a:gd name="connsiteY363-6748" fmla="*/ 637725 h 1160647"/>
                <a:gd name="connsiteX364-6749" fmla="*/ 2545900 w 3079941"/>
                <a:gd name="connsiteY364-6750" fmla="*/ 633401 h 1160647"/>
                <a:gd name="connsiteX365-6751" fmla="*/ 2554007 w 3079941"/>
                <a:gd name="connsiteY365-6752" fmla="*/ 633401 h 1160647"/>
                <a:gd name="connsiteX366-6753" fmla="*/ 2558060 w 3079941"/>
                <a:gd name="connsiteY366-6754" fmla="*/ 637725 h 1160647"/>
                <a:gd name="connsiteX367-6755" fmla="*/ 2580354 w 3079941"/>
                <a:gd name="connsiteY367-6756" fmla="*/ 637725 h 1160647"/>
                <a:gd name="connsiteX368-6757" fmla="*/ 2580354 w 3079941"/>
                <a:gd name="connsiteY368-6758" fmla="*/ 520989 h 1160647"/>
                <a:gd name="connsiteX369-6759" fmla="*/ 2637101 w 3079941"/>
                <a:gd name="connsiteY369-6760" fmla="*/ 510180 h 1160647"/>
                <a:gd name="connsiteX370-6761" fmla="*/ 2637101 w 3079941"/>
                <a:gd name="connsiteY370-6762" fmla="*/ 511261 h 1160647"/>
                <a:gd name="connsiteX371-6763" fmla="*/ 2637101 w 3079941"/>
                <a:gd name="connsiteY371-6764" fmla="*/ 518827 h 1160647"/>
                <a:gd name="connsiteX372-6765" fmla="*/ 2663448 w 3079941"/>
                <a:gd name="connsiteY372-6766" fmla="*/ 518827 h 1160647"/>
                <a:gd name="connsiteX373-6767" fmla="*/ 2663448 w 3079941"/>
                <a:gd name="connsiteY373-6768" fmla="*/ 773917 h 1160647"/>
                <a:gd name="connsiteX374-6769" fmla="*/ 2685742 w 3079941"/>
                <a:gd name="connsiteY374-6770" fmla="*/ 773917 h 1160647"/>
                <a:gd name="connsiteX375-6771" fmla="*/ 2685742 w 3079941"/>
                <a:gd name="connsiteY375-6772" fmla="*/ 769593 h 1160647"/>
                <a:gd name="connsiteX376-6773" fmla="*/ 2697902 w 3079941"/>
                <a:gd name="connsiteY376-6774" fmla="*/ 769593 h 1160647"/>
                <a:gd name="connsiteX377-6775" fmla="*/ 2697902 w 3079941"/>
                <a:gd name="connsiteY377-6776" fmla="*/ 773917 h 1160647"/>
                <a:gd name="connsiteX378-6777" fmla="*/ 2722222 w 3079941"/>
                <a:gd name="connsiteY378-6778" fmla="*/ 773917 h 1160647"/>
                <a:gd name="connsiteX379-6779" fmla="*/ 2722222 w 3079941"/>
                <a:gd name="connsiteY379-6780" fmla="*/ 760946 h 1160647"/>
                <a:gd name="connsiteX380-6781" fmla="*/ 2750596 w 3079941"/>
                <a:gd name="connsiteY380-6782" fmla="*/ 760946 h 1160647"/>
                <a:gd name="connsiteX381-6783" fmla="*/ 2762756 w 3079941"/>
                <a:gd name="connsiteY381-6784" fmla="*/ 756622 h 1160647"/>
                <a:gd name="connsiteX382-6785" fmla="*/ 2783023 w 3079941"/>
                <a:gd name="connsiteY382-6786" fmla="*/ 760946 h 1160647"/>
                <a:gd name="connsiteX383-6787" fmla="*/ 2783023 w 3079941"/>
                <a:gd name="connsiteY383-6788" fmla="*/ 743652 h 1160647"/>
                <a:gd name="connsiteX384-6789" fmla="*/ 2791130 w 3079941"/>
                <a:gd name="connsiteY384-6790" fmla="*/ 743652 h 1160647"/>
                <a:gd name="connsiteX385-6791" fmla="*/ 2791130 w 3079941"/>
                <a:gd name="connsiteY385-6792" fmla="*/ 730681 h 1160647"/>
                <a:gd name="connsiteX386-6793" fmla="*/ 2847877 w 3079941"/>
                <a:gd name="connsiteY386-6794" fmla="*/ 730681 h 1160647"/>
                <a:gd name="connsiteX387-6795" fmla="*/ 2847877 w 3079941"/>
                <a:gd name="connsiteY387-6796" fmla="*/ 700416 h 1160647"/>
                <a:gd name="connsiteX388-6797" fmla="*/ 2866117 w 3079941"/>
                <a:gd name="connsiteY388-6798" fmla="*/ 700416 h 1160647"/>
                <a:gd name="connsiteX389-6799" fmla="*/ 2866117 w 3079941"/>
                <a:gd name="connsiteY389-6800" fmla="*/ 693931 h 1160647"/>
                <a:gd name="connsiteX390-6801" fmla="*/ 2878277 w 3079941"/>
                <a:gd name="connsiteY390-6802" fmla="*/ 693931 h 1160647"/>
                <a:gd name="connsiteX391-6803" fmla="*/ 2878277 w 3079941"/>
                <a:gd name="connsiteY391-6804" fmla="*/ 700416 h 1160647"/>
                <a:gd name="connsiteX392-6805" fmla="*/ 2894491 w 3079941"/>
                <a:gd name="connsiteY392-6806" fmla="*/ 700416 h 1160647"/>
                <a:gd name="connsiteX393-6807" fmla="*/ 2894491 w 3079941"/>
                <a:gd name="connsiteY393-6808" fmla="*/ 750137 h 1160647"/>
                <a:gd name="connsiteX394-6809" fmla="*/ 2926918 w 3079941"/>
                <a:gd name="connsiteY394-6810" fmla="*/ 750137 h 1160647"/>
                <a:gd name="connsiteX395-6811" fmla="*/ 2926918 w 3079941"/>
                <a:gd name="connsiteY395-6812" fmla="*/ 724196 h 1160647"/>
                <a:gd name="connsiteX396-6813" fmla="*/ 2965425 w 3079941"/>
                <a:gd name="connsiteY396-6814" fmla="*/ 724196 h 1160647"/>
                <a:gd name="connsiteX397-6815" fmla="*/ 2965425 w 3079941"/>
                <a:gd name="connsiteY397-6816" fmla="*/ 693931 h 1160647"/>
                <a:gd name="connsiteX398-6817" fmla="*/ 3014066 w 3079941"/>
                <a:gd name="connsiteY398-6818" fmla="*/ 693931 h 1160647"/>
                <a:gd name="connsiteX399-6819" fmla="*/ 3014066 w 3079941"/>
                <a:gd name="connsiteY399-6820" fmla="*/ 805087 h 1160647"/>
                <a:gd name="connsiteX400-6821" fmla="*/ 3014066 w 3079941"/>
                <a:gd name="connsiteY400-6822" fmla="*/ 818866 h 1160647"/>
                <a:gd name="connsiteX401-6823" fmla="*/ 3079941 w 3079941"/>
                <a:gd name="connsiteY401-6824" fmla="*/ 818866 h 1160647"/>
                <a:gd name="connsiteX402-6825" fmla="*/ 3079941 w 3079941"/>
                <a:gd name="connsiteY402-6826" fmla="*/ 1160647 h 1160647"/>
                <a:gd name="connsiteX403-6827" fmla="*/ 200958 w 3079941"/>
                <a:gd name="connsiteY403-6828" fmla="*/ 1160647 h 1160647"/>
                <a:gd name="connsiteX404-6829" fmla="*/ 0 w 3079941"/>
                <a:gd name="connsiteY404-6830" fmla="*/ 1126882 h 1160647"/>
                <a:gd name="connsiteX405-6831" fmla="*/ 55096 w 3079941"/>
                <a:gd name="connsiteY405-6832" fmla="*/ 724196 h 1160647"/>
                <a:gd name="connsiteX406-6833" fmla="*/ 75363 w 3079941"/>
                <a:gd name="connsiteY406-6834" fmla="*/ 724196 h 1160647"/>
                <a:gd name="connsiteX407-6835" fmla="*/ 75870 w 3079941"/>
                <a:gd name="connsiteY407-6836" fmla="*/ 723115 h 1160647"/>
                <a:gd name="connsiteX408-6837" fmla="*/ 79416 w 3079941"/>
                <a:gd name="connsiteY408-6838" fmla="*/ 715549 h 1160647"/>
                <a:gd name="connsiteX409-6839" fmla="*/ 81190 w 3079941"/>
                <a:gd name="connsiteY409-6840" fmla="*/ 715819 h 1160647"/>
                <a:gd name="connsiteX410-6841" fmla="*/ 93603 w 3079941"/>
                <a:gd name="connsiteY410-6842" fmla="*/ 717710 h 1160647"/>
                <a:gd name="connsiteX411-6843" fmla="*/ 94110 w 3079941"/>
                <a:gd name="connsiteY411-6844" fmla="*/ 719062 h 1160647"/>
                <a:gd name="connsiteX412-6845" fmla="*/ 97656 w 3079941"/>
                <a:gd name="connsiteY412-6846" fmla="*/ 728519 h 1160647"/>
                <a:gd name="connsiteX413-6847" fmla="*/ 124003 w 3079941"/>
                <a:gd name="connsiteY413-6848" fmla="*/ 730681 h 1160647"/>
                <a:gd name="connsiteX414-6849" fmla="*/ 124003 w 3079941"/>
                <a:gd name="connsiteY414-6850" fmla="*/ 607460 h 1160647"/>
                <a:gd name="connsiteX415-6851" fmla="*/ 126030 w 3079941"/>
                <a:gd name="connsiteY415-6852" fmla="*/ 607460 h 1160647"/>
                <a:gd name="connsiteX416-6853" fmla="*/ 140217 w 3079941"/>
                <a:gd name="connsiteY416-6854" fmla="*/ 607460 h 1160647"/>
                <a:gd name="connsiteX417-6855" fmla="*/ 140217 w 3079941"/>
                <a:gd name="connsiteY417-6856" fmla="*/ 471268 h 1160647"/>
                <a:gd name="connsiteX418-6857" fmla="*/ 141990 w 3079941"/>
                <a:gd name="connsiteY418-6858" fmla="*/ 471268 h 1160647"/>
                <a:gd name="connsiteX419-6859" fmla="*/ 154404 w 3079941"/>
                <a:gd name="connsiteY419-6860" fmla="*/ 471268 h 1160647"/>
                <a:gd name="connsiteX420-6861" fmla="*/ 154404 w 3079941"/>
                <a:gd name="connsiteY420-6862" fmla="*/ 356694 h 1160647"/>
                <a:gd name="connsiteX421-6863" fmla="*/ 158457 w 3079941"/>
                <a:gd name="connsiteY421-6864" fmla="*/ 328590 h 1160647"/>
                <a:gd name="connsiteX422-6865" fmla="*/ 160484 w 3079941"/>
                <a:gd name="connsiteY422-6866" fmla="*/ 328590 h 1160647"/>
                <a:gd name="connsiteX423-6867" fmla="*/ 174671 w 3079941"/>
                <a:gd name="connsiteY423-6868" fmla="*/ 328590 h 1160647"/>
                <a:gd name="connsiteX424-6869" fmla="*/ 211151 w 3079941"/>
                <a:gd name="connsiteY424-6870" fmla="*/ 246443 h 1160647"/>
                <a:gd name="connsiteX425-6871" fmla="*/ 215205 w 3079941"/>
                <a:gd name="connsiteY425-6872" fmla="*/ 0 h 1160647"/>
                <a:gd name="connsiteX0-6873" fmla="*/ 160109 w 3024845"/>
                <a:gd name="connsiteY0-6874" fmla="*/ 0 h 1166887"/>
                <a:gd name="connsiteX1-6875" fmla="*/ 162135 w 3024845"/>
                <a:gd name="connsiteY1-6876" fmla="*/ 246443 h 1166887"/>
                <a:gd name="connsiteX2-6877" fmla="*/ 200642 w 3024845"/>
                <a:gd name="connsiteY2-6878" fmla="*/ 326429 h 1166887"/>
                <a:gd name="connsiteX3-6879" fmla="*/ 202669 w 3024845"/>
                <a:gd name="connsiteY3-6880" fmla="*/ 326429 h 1166887"/>
                <a:gd name="connsiteX4-6881" fmla="*/ 216856 w 3024845"/>
                <a:gd name="connsiteY4-6882" fmla="*/ 326429 h 1166887"/>
                <a:gd name="connsiteX5-6883" fmla="*/ 216856 w 3024845"/>
                <a:gd name="connsiteY5-6884" fmla="*/ 350208 h 1166887"/>
                <a:gd name="connsiteX6-6885" fmla="*/ 217363 w 3024845"/>
                <a:gd name="connsiteY6-6886" fmla="*/ 351019 h 1166887"/>
                <a:gd name="connsiteX7-6887" fmla="*/ 220909 w 3024845"/>
                <a:gd name="connsiteY7-6888" fmla="*/ 356694 h 1166887"/>
                <a:gd name="connsiteX8-6889" fmla="*/ 220909 w 3024845"/>
                <a:gd name="connsiteY8-6890" fmla="*/ 471268 h 1166887"/>
                <a:gd name="connsiteX9-6891" fmla="*/ 223189 w 3024845"/>
                <a:gd name="connsiteY9-6892" fmla="*/ 471268 h 1166887"/>
                <a:gd name="connsiteX10-6893" fmla="*/ 239150 w 3024845"/>
                <a:gd name="connsiteY10-6894" fmla="*/ 471268 h 1166887"/>
                <a:gd name="connsiteX11-6895" fmla="*/ 239150 w 3024845"/>
                <a:gd name="connsiteY11-6896" fmla="*/ 611783 h 1166887"/>
                <a:gd name="connsiteX12-6897" fmla="*/ 240670 w 3024845"/>
                <a:gd name="connsiteY12-6898" fmla="*/ 611513 h 1166887"/>
                <a:gd name="connsiteX13-6899" fmla="*/ 251310 w 3024845"/>
                <a:gd name="connsiteY13-6900" fmla="*/ 609622 h 1166887"/>
                <a:gd name="connsiteX14-6901" fmla="*/ 249283 w 3024845"/>
                <a:gd name="connsiteY14-6902" fmla="*/ 698254 h 1166887"/>
                <a:gd name="connsiteX15-6903" fmla="*/ 250803 w 3024845"/>
                <a:gd name="connsiteY15-6904" fmla="*/ 698525 h 1166887"/>
                <a:gd name="connsiteX16-6905" fmla="*/ 261443 w 3024845"/>
                <a:gd name="connsiteY16-6906" fmla="*/ 700416 h 1166887"/>
                <a:gd name="connsiteX17-6907" fmla="*/ 261696 w 3024845"/>
                <a:gd name="connsiteY17-6908" fmla="*/ 701227 h 1166887"/>
                <a:gd name="connsiteX18-6909" fmla="*/ 263470 w 3024845"/>
                <a:gd name="connsiteY18-6910" fmla="*/ 706902 h 1166887"/>
                <a:gd name="connsiteX19-6911" fmla="*/ 264230 w 3024845"/>
                <a:gd name="connsiteY19-6912" fmla="*/ 704470 h 1166887"/>
                <a:gd name="connsiteX20-6913" fmla="*/ 269550 w 3024845"/>
                <a:gd name="connsiteY20-6914" fmla="*/ 687446 h 1166887"/>
                <a:gd name="connsiteX21-6915" fmla="*/ 271323 w 3024845"/>
                <a:gd name="connsiteY21-6916" fmla="*/ 687446 h 1166887"/>
                <a:gd name="connsiteX22-6917" fmla="*/ 283737 w 3024845"/>
                <a:gd name="connsiteY22-6918" fmla="*/ 687446 h 1166887"/>
                <a:gd name="connsiteX23-6919" fmla="*/ 283737 w 3024845"/>
                <a:gd name="connsiteY23-6920" fmla="*/ 719872 h 1166887"/>
                <a:gd name="connsiteX24-6921" fmla="*/ 284750 w 3024845"/>
                <a:gd name="connsiteY24-6922" fmla="*/ 720413 h 1166887"/>
                <a:gd name="connsiteX25-6923" fmla="*/ 291844 w 3024845"/>
                <a:gd name="connsiteY25-6924" fmla="*/ 724196 h 1166887"/>
                <a:gd name="connsiteX26-6925" fmla="*/ 291844 w 3024845"/>
                <a:gd name="connsiteY26-6926" fmla="*/ 725547 h 1166887"/>
                <a:gd name="connsiteX27-6927" fmla="*/ 291844 w 3024845"/>
                <a:gd name="connsiteY27-6928" fmla="*/ 735005 h 1166887"/>
                <a:gd name="connsiteX28-6929" fmla="*/ 336431 w 3024845"/>
                <a:gd name="connsiteY28-6930" fmla="*/ 735005 h 1166887"/>
                <a:gd name="connsiteX29-6931" fmla="*/ 336431 w 3024845"/>
                <a:gd name="connsiteY29-6932" fmla="*/ 736086 h 1166887"/>
                <a:gd name="connsiteX30-6933" fmla="*/ 336431 w 3024845"/>
                <a:gd name="connsiteY30-6934" fmla="*/ 743652 h 1166887"/>
                <a:gd name="connsiteX31-6935" fmla="*/ 338457 w 3024845"/>
                <a:gd name="connsiteY31-6936" fmla="*/ 743652 h 1166887"/>
                <a:gd name="connsiteX32-6937" fmla="*/ 352644 w 3024845"/>
                <a:gd name="connsiteY32-6938" fmla="*/ 743652 h 1166887"/>
                <a:gd name="connsiteX33-6939" fmla="*/ 352644 w 3024845"/>
                <a:gd name="connsiteY33-6940" fmla="*/ 713387 h 1166887"/>
                <a:gd name="connsiteX34-6941" fmla="*/ 397231 w 3024845"/>
                <a:gd name="connsiteY34-6942" fmla="*/ 713387 h 1166887"/>
                <a:gd name="connsiteX35-6943" fmla="*/ 397231 w 3024845"/>
                <a:gd name="connsiteY35-6944" fmla="*/ 712036 h 1166887"/>
                <a:gd name="connsiteX36-6945" fmla="*/ 397231 w 3024845"/>
                <a:gd name="connsiteY36-6946" fmla="*/ 702578 h 1166887"/>
                <a:gd name="connsiteX37-6947" fmla="*/ 398245 w 3024845"/>
                <a:gd name="connsiteY37-6948" fmla="*/ 702578 h 1166887"/>
                <a:gd name="connsiteX38-6949" fmla="*/ 405338 w 3024845"/>
                <a:gd name="connsiteY38-6950" fmla="*/ 702578 h 1166887"/>
                <a:gd name="connsiteX39-6951" fmla="*/ 405338 w 3024845"/>
                <a:gd name="connsiteY39-6952" fmla="*/ 700687 h 1166887"/>
                <a:gd name="connsiteX40-6953" fmla="*/ 405338 w 3024845"/>
                <a:gd name="connsiteY40-6954" fmla="*/ 687446 h 1166887"/>
                <a:gd name="connsiteX41-6955" fmla="*/ 406098 w 3024845"/>
                <a:gd name="connsiteY41-6956" fmla="*/ 687446 h 1166887"/>
                <a:gd name="connsiteX42-6957" fmla="*/ 411418 w 3024845"/>
                <a:gd name="connsiteY42-6958" fmla="*/ 687446 h 1166887"/>
                <a:gd name="connsiteX43-6959" fmla="*/ 411418 w 3024845"/>
                <a:gd name="connsiteY43-6960" fmla="*/ 686365 h 1166887"/>
                <a:gd name="connsiteX44-6961" fmla="*/ 411418 w 3024845"/>
                <a:gd name="connsiteY44-6962" fmla="*/ 678798 h 1166887"/>
                <a:gd name="connsiteX45-6963" fmla="*/ 413445 w 3024845"/>
                <a:gd name="connsiteY45-6964" fmla="*/ 678798 h 1166887"/>
                <a:gd name="connsiteX46-6965" fmla="*/ 427632 w 3024845"/>
                <a:gd name="connsiteY46-6966" fmla="*/ 678798 h 1166887"/>
                <a:gd name="connsiteX47-6967" fmla="*/ 427632 w 3024845"/>
                <a:gd name="connsiteY47-6968" fmla="*/ 679879 h 1166887"/>
                <a:gd name="connsiteX48-6969" fmla="*/ 427632 w 3024845"/>
                <a:gd name="connsiteY48-6970" fmla="*/ 687446 h 1166887"/>
                <a:gd name="connsiteX49-6971" fmla="*/ 449925 w 3024845"/>
                <a:gd name="connsiteY49-6972" fmla="*/ 687446 h 1166887"/>
                <a:gd name="connsiteX50-6973" fmla="*/ 449925 w 3024845"/>
                <a:gd name="connsiteY50-6974" fmla="*/ 685554 h 1166887"/>
                <a:gd name="connsiteX51-6975" fmla="*/ 449925 w 3024845"/>
                <a:gd name="connsiteY51-6976" fmla="*/ 672313 h 1166887"/>
                <a:gd name="connsiteX52-6977" fmla="*/ 451699 w 3024845"/>
                <a:gd name="connsiteY52-6978" fmla="*/ 672313 h 1166887"/>
                <a:gd name="connsiteX53-6979" fmla="*/ 464112 w 3024845"/>
                <a:gd name="connsiteY53-6980" fmla="*/ 672313 h 1166887"/>
                <a:gd name="connsiteX54-6981" fmla="*/ 464112 w 3024845"/>
                <a:gd name="connsiteY54-6982" fmla="*/ 696093 h 1166887"/>
                <a:gd name="connsiteX55-6983" fmla="*/ 465126 w 3024845"/>
                <a:gd name="connsiteY55-6984" fmla="*/ 696093 h 1166887"/>
                <a:gd name="connsiteX56-6985" fmla="*/ 472219 w 3024845"/>
                <a:gd name="connsiteY56-6986" fmla="*/ 696093 h 1166887"/>
                <a:gd name="connsiteX57-6987" fmla="*/ 472219 w 3024845"/>
                <a:gd name="connsiteY57-6988" fmla="*/ 695012 h 1166887"/>
                <a:gd name="connsiteX58-6989" fmla="*/ 472219 w 3024845"/>
                <a:gd name="connsiteY58-6990" fmla="*/ 687446 h 1166887"/>
                <a:gd name="connsiteX59-6991" fmla="*/ 473992 w 3024845"/>
                <a:gd name="connsiteY59-6992" fmla="*/ 687446 h 1166887"/>
                <a:gd name="connsiteX60-6993" fmla="*/ 486406 w 3024845"/>
                <a:gd name="connsiteY60-6994" fmla="*/ 687446 h 1166887"/>
                <a:gd name="connsiteX61-6995" fmla="*/ 486406 w 3024845"/>
                <a:gd name="connsiteY61-6996" fmla="*/ 713387 h 1166887"/>
                <a:gd name="connsiteX62-6997" fmla="*/ 488433 w 3024845"/>
                <a:gd name="connsiteY62-6998" fmla="*/ 713387 h 1166887"/>
                <a:gd name="connsiteX63-6999" fmla="*/ 502619 w 3024845"/>
                <a:gd name="connsiteY63-7000" fmla="*/ 713387 h 1166887"/>
                <a:gd name="connsiteX64-7001" fmla="*/ 502619 w 3024845"/>
                <a:gd name="connsiteY64-7002" fmla="*/ 715008 h 1166887"/>
                <a:gd name="connsiteX65-7003" fmla="*/ 502619 w 3024845"/>
                <a:gd name="connsiteY65-7004" fmla="*/ 726358 h 1166887"/>
                <a:gd name="connsiteX66-7005" fmla="*/ 503379 w 3024845"/>
                <a:gd name="connsiteY66-7006" fmla="*/ 726358 h 1166887"/>
                <a:gd name="connsiteX67-7007" fmla="*/ 508700 w 3024845"/>
                <a:gd name="connsiteY67-7008" fmla="*/ 726358 h 1166887"/>
                <a:gd name="connsiteX68-7009" fmla="*/ 508700 w 3024845"/>
                <a:gd name="connsiteY68-7010" fmla="*/ 725547 h 1166887"/>
                <a:gd name="connsiteX69-7011" fmla="*/ 508700 w 3024845"/>
                <a:gd name="connsiteY69-7012" fmla="*/ 719872 h 1166887"/>
                <a:gd name="connsiteX70-7013" fmla="*/ 539100 w 3024845"/>
                <a:gd name="connsiteY70-7014" fmla="*/ 719872 h 1166887"/>
                <a:gd name="connsiteX71-7015" fmla="*/ 539100 w 3024845"/>
                <a:gd name="connsiteY71-7016" fmla="*/ 743652 h 1166887"/>
                <a:gd name="connsiteX72-7017" fmla="*/ 540113 w 3024845"/>
                <a:gd name="connsiteY72-7018" fmla="*/ 743652 h 1166887"/>
                <a:gd name="connsiteX73-7019" fmla="*/ 547207 w 3024845"/>
                <a:gd name="connsiteY73-7020" fmla="*/ 743652 h 1166887"/>
                <a:gd name="connsiteX74-7021" fmla="*/ 547207 w 3024845"/>
                <a:gd name="connsiteY74-7022" fmla="*/ 744733 h 1166887"/>
                <a:gd name="connsiteX75-7023" fmla="*/ 547207 w 3024845"/>
                <a:gd name="connsiteY75-7024" fmla="*/ 752299 h 1166887"/>
                <a:gd name="connsiteX76-7025" fmla="*/ 547967 w 3024845"/>
                <a:gd name="connsiteY76-7026" fmla="*/ 752299 h 1166887"/>
                <a:gd name="connsiteX77-7027" fmla="*/ 553287 w 3024845"/>
                <a:gd name="connsiteY77-7028" fmla="*/ 752299 h 1166887"/>
                <a:gd name="connsiteX78-7029" fmla="*/ 553287 w 3024845"/>
                <a:gd name="connsiteY78-7030" fmla="*/ 750137 h 1166887"/>
                <a:gd name="connsiteX79-7031" fmla="*/ 553287 w 3024845"/>
                <a:gd name="connsiteY79-7032" fmla="*/ 735005 h 1166887"/>
                <a:gd name="connsiteX80-7033" fmla="*/ 554300 w 3024845"/>
                <a:gd name="connsiteY80-7034" fmla="*/ 735005 h 1166887"/>
                <a:gd name="connsiteX81-7035" fmla="*/ 561394 w 3024845"/>
                <a:gd name="connsiteY81-7036" fmla="*/ 735005 h 1166887"/>
                <a:gd name="connsiteX82-7037" fmla="*/ 561394 w 3024845"/>
                <a:gd name="connsiteY82-7038" fmla="*/ 736086 h 1166887"/>
                <a:gd name="connsiteX83-7039" fmla="*/ 561394 w 3024845"/>
                <a:gd name="connsiteY83-7040" fmla="*/ 743652 h 1166887"/>
                <a:gd name="connsiteX84-7041" fmla="*/ 566714 w 3024845"/>
                <a:gd name="connsiteY84-7042" fmla="*/ 741659 h 1166887"/>
                <a:gd name="connsiteX85-7043" fmla="*/ 567474 w 3024845"/>
                <a:gd name="connsiteY85-7044" fmla="*/ 740679 h 1166887"/>
                <a:gd name="connsiteX86-7045" fmla="*/ 567474 w 3024845"/>
                <a:gd name="connsiteY86-7046" fmla="*/ 735005 h 1166887"/>
                <a:gd name="connsiteX87-7047" fmla="*/ 605981 w 3024845"/>
                <a:gd name="connsiteY87-7048" fmla="*/ 735005 h 1166887"/>
                <a:gd name="connsiteX88-7049" fmla="*/ 605981 w 3024845"/>
                <a:gd name="connsiteY88-7050" fmla="*/ 758784 h 1166887"/>
                <a:gd name="connsiteX89-7051" fmla="*/ 608007 w 3024845"/>
                <a:gd name="connsiteY89-7052" fmla="*/ 758784 h 1166887"/>
                <a:gd name="connsiteX90-7053" fmla="*/ 622194 w 3024845"/>
                <a:gd name="connsiteY90-7054" fmla="*/ 758784 h 1166887"/>
                <a:gd name="connsiteX91-7055" fmla="*/ 622194 w 3024845"/>
                <a:gd name="connsiteY91-7056" fmla="*/ 759865 h 1166887"/>
                <a:gd name="connsiteX92-7057" fmla="*/ 622194 w 3024845"/>
                <a:gd name="connsiteY92-7058" fmla="*/ 767431 h 1166887"/>
                <a:gd name="connsiteX93-7059" fmla="*/ 623968 w 3024845"/>
                <a:gd name="connsiteY93-7060" fmla="*/ 767431 h 1166887"/>
                <a:gd name="connsiteX94-7061" fmla="*/ 636381 w 3024845"/>
                <a:gd name="connsiteY94-7062" fmla="*/ 767431 h 1166887"/>
                <a:gd name="connsiteX95-7063" fmla="*/ 636381 w 3024845"/>
                <a:gd name="connsiteY95-7064" fmla="*/ 743652 h 1166887"/>
                <a:gd name="connsiteX96-7065" fmla="*/ 637394 w 3024845"/>
                <a:gd name="connsiteY96-7066" fmla="*/ 743652 h 1166887"/>
                <a:gd name="connsiteX97-7067" fmla="*/ 644488 w 3024845"/>
                <a:gd name="connsiteY97-7068" fmla="*/ 743652 h 1166887"/>
                <a:gd name="connsiteX98-7069" fmla="*/ 644488 w 3024845"/>
                <a:gd name="connsiteY98-7070" fmla="*/ 711225 h 1166887"/>
                <a:gd name="connsiteX99-7071" fmla="*/ 645501 w 3024845"/>
                <a:gd name="connsiteY99-7072" fmla="*/ 711225 h 1166887"/>
                <a:gd name="connsiteX100-7073" fmla="*/ 652595 w 3024845"/>
                <a:gd name="connsiteY100-7074" fmla="*/ 711225 h 1166887"/>
                <a:gd name="connsiteX101-7075" fmla="*/ 652595 w 3024845"/>
                <a:gd name="connsiteY101-7076" fmla="*/ 709334 h 1166887"/>
                <a:gd name="connsiteX102-7077" fmla="*/ 652595 w 3024845"/>
                <a:gd name="connsiteY102-7078" fmla="*/ 696093 h 1166887"/>
                <a:gd name="connsiteX103-7079" fmla="*/ 651328 w 3024845"/>
                <a:gd name="connsiteY103-7080" fmla="*/ 694471 h 1166887"/>
                <a:gd name="connsiteX104-7081" fmla="*/ 656648 w 3024845"/>
                <a:gd name="connsiteY104-7082" fmla="*/ 683122 h 1166887"/>
                <a:gd name="connsiteX105-7083" fmla="*/ 664755 w 3024845"/>
                <a:gd name="connsiteY105-7084" fmla="*/ 711225 h 1166887"/>
                <a:gd name="connsiteX106-7085" fmla="*/ 665515 w 3024845"/>
                <a:gd name="connsiteY106-7086" fmla="*/ 711225 h 1166887"/>
                <a:gd name="connsiteX107-7087" fmla="*/ 670835 w 3024845"/>
                <a:gd name="connsiteY107-7088" fmla="*/ 711225 h 1166887"/>
                <a:gd name="connsiteX108-7089" fmla="*/ 670835 w 3024845"/>
                <a:gd name="connsiteY108-7090" fmla="*/ 605298 h 1166887"/>
                <a:gd name="connsiteX109-7091" fmla="*/ 672355 w 3024845"/>
                <a:gd name="connsiteY109-7092" fmla="*/ 605298 h 1166887"/>
                <a:gd name="connsiteX110-7093" fmla="*/ 682995 w 3024845"/>
                <a:gd name="connsiteY110-7094" fmla="*/ 605298 h 1166887"/>
                <a:gd name="connsiteX111-7095" fmla="*/ 682995 w 3024845"/>
                <a:gd name="connsiteY111-7096" fmla="*/ 557739 h 1166887"/>
                <a:gd name="connsiteX112-7097" fmla="*/ 709342 w 3024845"/>
                <a:gd name="connsiteY112-7098" fmla="*/ 557739 h 1166887"/>
                <a:gd name="connsiteX113-7099" fmla="*/ 709342 w 3024845"/>
                <a:gd name="connsiteY113-7100" fmla="*/ 536121 h 1166887"/>
                <a:gd name="connsiteX114-7101" fmla="*/ 743796 w 3024845"/>
                <a:gd name="connsiteY114-7102" fmla="*/ 536121 h 1166887"/>
                <a:gd name="connsiteX115-7103" fmla="*/ 743796 w 3024845"/>
                <a:gd name="connsiteY115-7104" fmla="*/ 538553 h 1166887"/>
                <a:gd name="connsiteX116-7105" fmla="*/ 743796 w 3024845"/>
                <a:gd name="connsiteY116-7106" fmla="*/ 555577 h 1166887"/>
                <a:gd name="connsiteX117-7107" fmla="*/ 746076 w 3024845"/>
                <a:gd name="connsiteY117-7108" fmla="*/ 555577 h 1166887"/>
                <a:gd name="connsiteX118-7109" fmla="*/ 762036 w 3024845"/>
                <a:gd name="connsiteY118-7110" fmla="*/ 555577 h 1166887"/>
                <a:gd name="connsiteX119-7111" fmla="*/ 762036 w 3024845"/>
                <a:gd name="connsiteY119-7112" fmla="*/ 603136 h 1166887"/>
                <a:gd name="connsiteX120-7113" fmla="*/ 763049 w 3024845"/>
                <a:gd name="connsiteY120-7114" fmla="*/ 603136 h 1166887"/>
                <a:gd name="connsiteX121-7115" fmla="*/ 770143 w 3024845"/>
                <a:gd name="connsiteY121-7116" fmla="*/ 603136 h 1166887"/>
                <a:gd name="connsiteX122-7117" fmla="*/ 784330 w 3024845"/>
                <a:gd name="connsiteY122-7118" fmla="*/ 607460 h 1166887"/>
                <a:gd name="connsiteX123-7119" fmla="*/ 784330 w 3024845"/>
                <a:gd name="connsiteY123-7120" fmla="*/ 646372 h 1166887"/>
                <a:gd name="connsiteX124-7121" fmla="*/ 785343 w 3024845"/>
                <a:gd name="connsiteY124-7122" fmla="*/ 646372 h 1166887"/>
                <a:gd name="connsiteX125-7123" fmla="*/ 792436 w 3024845"/>
                <a:gd name="connsiteY125-7124" fmla="*/ 646372 h 1166887"/>
                <a:gd name="connsiteX126-7125" fmla="*/ 792436 w 3024845"/>
                <a:gd name="connsiteY126-7126" fmla="*/ 647993 h 1166887"/>
                <a:gd name="connsiteX127-7127" fmla="*/ 792436 w 3024845"/>
                <a:gd name="connsiteY127-7128" fmla="*/ 659342 h 1166887"/>
                <a:gd name="connsiteX128-7129" fmla="*/ 794463 w 3024845"/>
                <a:gd name="connsiteY128-7130" fmla="*/ 659342 h 1166887"/>
                <a:gd name="connsiteX129-7131" fmla="*/ 808650 w 3024845"/>
                <a:gd name="connsiteY129-7132" fmla="*/ 659342 h 1166887"/>
                <a:gd name="connsiteX130-7133" fmla="*/ 814730 w 3024845"/>
                <a:gd name="connsiteY130-7134" fmla="*/ 665828 h 1166887"/>
                <a:gd name="connsiteX131-7135" fmla="*/ 814730 w 3024845"/>
                <a:gd name="connsiteY131-7136" fmla="*/ 687446 h 1166887"/>
                <a:gd name="connsiteX132-7137" fmla="*/ 817010 w 3024845"/>
                <a:gd name="connsiteY132-7138" fmla="*/ 687446 h 1166887"/>
                <a:gd name="connsiteX133-7139" fmla="*/ 832970 w 3024845"/>
                <a:gd name="connsiteY133-7140" fmla="*/ 687446 h 1166887"/>
                <a:gd name="connsiteX134-7141" fmla="*/ 832970 w 3024845"/>
                <a:gd name="connsiteY134-7142" fmla="*/ 688526 h 1166887"/>
                <a:gd name="connsiteX135-7143" fmla="*/ 832970 w 3024845"/>
                <a:gd name="connsiteY135-7144" fmla="*/ 696093 h 1166887"/>
                <a:gd name="connsiteX136-7145" fmla="*/ 834237 w 3024845"/>
                <a:gd name="connsiteY136-7146" fmla="*/ 696093 h 1166887"/>
                <a:gd name="connsiteX137-7147" fmla="*/ 843104 w 3024845"/>
                <a:gd name="connsiteY137-7148" fmla="*/ 696093 h 1166887"/>
                <a:gd name="connsiteX138-7149" fmla="*/ 843104 w 3024845"/>
                <a:gd name="connsiteY138-7150" fmla="*/ 698254 h 1166887"/>
                <a:gd name="connsiteX139-7151" fmla="*/ 843104 w 3024845"/>
                <a:gd name="connsiteY139-7152" fmla="*/ 713387 h 1166887"/>
                <a:gd name="connsiteX140-7153" fmla="*/ 847157 w 3024845"/>
                <a:gd name="connsiteY140-7154" fmla="*/ 711495 h 1166887"/>
                <a:gd name="connsiteX141-7155" fmla="*/ 847157 w 3024845"/>
                <a:gd name="connsiteY141-7156" fmla="*/ 698254 h 1166887"/>
                <a:gd name="connsiteX142-7157" fmla="*/ 848170 w 3024845"/>
                <a:gd name="connsiteY142-7158" fmla="*/ 698254 h 1166887"/>
                <a:gd name="connsiteX143-7159" fmla="*/ 855264 w 3024845"/>
                <a:gd name="connsiteY143-7160" fmla="*/ 698254 h 1166887"/>
                <a:gd name="connsiteX144-7161" fmla="*/ 855264 w 3024845"/>
                <a:gd name="connsiteY144-7162" fmla="*/ 699876 h 1166887"/>
                <a:gd name="connsiteX145-7163" fmla="*/ 855264 w 3024845"/>
                <a:gd name="connsiteY145-7164" fmla="*/ 711225 h 1166887"/>
                <a:gd name="connsiteX146-7165" fmla="*/ 856024 w 3024845"/>
                <a:gd name="connsiteY146-7166" fmla="*/ 711225 h 1166887"/>
                <a:gd name="connsiteX147-7167" fmla="*/ 861344 w 3024845"/>
                <a:gd name="connsiteY147-7168" fmla="*/ 711225 h 1166887"/>
                <a:gd name="connsiteX148-7169" fmla="*/ 909984 w 3024845"/>
                <a:gd name="connsiteY148-7170" fmla="*/ 706902 h 1166887"/>
                <a:gd name="connsiteX149-7171" fmla="*/ 909984 w 3024845"/>
                <a:gd name="connsiteY149-7172" fmla="*/ 708253 h 1166887"/>
                <a:gd name="connsiteX150-7173" fmla="*/ 909984 w 3024845"/>
                <a:gd name="connsiteY150-7174" fmla="*/ 717710 h 1166887"/>
                <a:gd name="connsiteX151-7175" fmla="*/ 910744 w 3024845"/>
                <a:gd name="connsiteY151-7176" fmla="*/ 717710 h 1166887"/>
                <a:gd name="connsiteX152-7177" fmla="*/ 916065 w 3024845"/>
                <a:gd name="connsiteY152-7178" fmla="*/ 717710 h 1166887"/>
                <a:gd name="connsiteX153-7179" fmla="*/ 916065 w 3024845"/>
                <a:gd name="connsiteY153-7180" fmla="*/ 719872 h 1166887"/>
                <a:gd name="connsiteX154-7181" fmla="*/ 916065 w 3024845"/>
                <a:gd name="connsiteY154-7182" fmla="*/ 735005 h 1166887"/>
                <a:gd name="connsiteX155-7183" fmla="*/ 918091 w 3024845"/>
                <a:gd name="connsiteY155-7184" fmla="*/ 733654 h 1166887"/>
                <a:gd name="connsiteX156-7185" fmla="*/ 932278 w 3024845"/>
                <a:gd name="connsiteY156-7186" fmla="*/ 724196 h 1166887"/>
                <a:gd name="connsiteX157-7187" fmla="*/ 938358 w 3024845"/>
                <a:gd name="connsiteY157-7188" fmla="*/ 683122 h 1166887"/>
                <a:gd name="connsiteX158-7189" fmla="*/ 939118 w 3024845"/>
                <a:gd name="connsiteY158-7190" fmla="*/ 682852 h 1166887"/>
                <a:gd name="connsiteX159-7191" fmla="*/ 944438 w 3024845"/>
                <a:gd name="connsiteY159-7192" fmla="*/ 680960 h 1166887"/>
                <a:gd name="connsiteX160-7193" fmla="*/ 946465 w 3024845"/>
                <a:gd name="connsiteY160-7194" fmla="*/ 611783 h 1166887"/>
                <a:gd name="connsiteX161-7195" fmla="*/ 948492 w 3024845"/>
                <a:gd name="connsiteY161-7196" fmla="*/ 680960 h 1166887"/>
                <a:gd name="connsiteX162-7197" fmla="*/ 949252 w 3024845"/>
                <a:gd name="connsiteY162-7198" fmla="*/ 681230 h 1166887"/>
                <a:gd name="connsiteX163-7199" fmla="*/ 954572 w 3024845"/>
                <a:gd name="connsiteY163-7200" fmla="*/ 683122 h 1166887"/>
                <a:gd name="connsiteX164-7201" fmla="*/ 954572 w 3024845"/>
                <a:gd name="connsiteY164-7202" fmla="*/ 596651 h 1166887"/>
                <a:gd name="connsiteX165-7203" fmla="*/ 958625 w 3024845"/>
                <a:gd name="connsiteY165-7204" fmla="*/ 564224 h 1166887"/>
                <a:gd name="connsiteX166-7205" fmla="*/ 997132 w 3024845"/>
                <a:gd name="connsiteY166-7206" fmla="*/ 564224 h 1166887"/>
                <a:gd name="connsiteX167-7207" fmla="*/ 997132 w 3024845"/>
                <a:gd name="connsiteY167-7208" fmla="*/ 596651 h 1166887"/>
                <a:gd name="connsiteX168-7209" fmla="*/ 997892 w 3024845"/>
                <a:gd name="connsiteY168-7210" fmla="*/ 596651 h 1166887"/>
                <a:gd name="connsiteX169-7211" fmla="*/ 1003212 w 3024845"/>
                <a:gd name="connsiteY169-7212" fmla="*/ 596651 h 1166887"/>
                <a:gd name="connsiteX170-7213" fmla="*/ 1003212 w 3024845"/>
                <a:gd name="connsiteY170-7214" fmla="*/ 514503 h 1166887"/>
                <a:gd name="connsiteX171-7215" fmla="*/ 1004986 w 3024845"/>
                <a:gd name="connsiteY171-7216" fmla="*/ 514503 h 1166887"/>
                <a:gd name="connsiteX172-7217" fmla="*/ 1017399 w 3024845"/>
                <a:gd name="connsiteY172-7218" fmla="*/ 514503 h 1166887"/>
                <a:gd name="connsiteX173-7219" fmla="*/ 1017399 w 3024845"/>
                <a:gd name="connsiteY173-7220" fmla="*/ 512612 h 1166887"/>
                <a:gd name="connsiteX174-7221" fmla="*/ 1017399 w 3024845"/>
                <a:gd name="connsiteY174-7222" fmla="*/ 499371 h 1166887"/>
                <a:gd name="connsiteX175-7223" fmla="*/ 1039693 w 3024845"/>
                <a:gd name="connsiteY175-7224" fmla="*/ 499371 h 1166887"/>
                <a:gd name="connsiteX176-7225" fmla="*/ 1039693 w 3024845"/>
                <a:gd name="connsiteY176-7226" fmla="*/ 498290 h 1166887"/>
                <a:gd name="connsiteX177-7227" fmla="*/ 1039693 w 3024845"/>
                <a:gd name="connsiteY177-7228" fmla="*/ 490724 h 1166887"/>
                <a:gd name="connsiteX178-7229" fmla="*/ 1041466 w 3024845"/>
                <a:gd name="connsiteY178-7230" fmla="*/ 490724 h 1166887"/>
                <a:gd name="connsiteX179-7231" fmla="*/ 1053880 w 3024845"/>
                <a:gd name="connsiteY179-7232" fmla="*/ 490724 h 1166887"/>
                <a:gd name="connsiteX180-7233" fmla="*/ 1053880 w 3024845"/>
                <a:gd name="connsiteY180-7234" fmla="*/ 491805 h 1166887"/>
                <a:gd name="connsiteX181-7235" fmla="*/ 1053880 w 3024845"/>
                <a:gd name="connsiteY181-7236" fmla="*/ 499371 h 1166887"/>
                <a:gd name="connsiteX182-7237" fmla="*/ 1054640 w 3024845"/>
                <a:gd name="connsiteY182-7238" fmla="*/ 499371 h 1166887"/>
                <a:gd name="connsiteX183-7239" fmla="*/ 1059960 w 3024845"/>
                <a:gd name="connsiteY183-7240" fmla="*/ 499371 h 1166887"/>
                <a:gd name="connsiteX184-7241" fmla="*/ 1070093 w 3024845"/>
                <a:gd name="connsiteY184-7242" fmla="*/ 495047 h 1166887"/>
                <a:gd name="connsiteX185-7243" fmla="*/ 1074146 w 3024845"/>
                <a:gd name="connsiteY185-7244" fmla="*/ 498290 h 1166887"/>
                <a:gd name="connsiteX186-7245" fmla="*/ 1074146 w 3024845"/>
                <a:gd name="connsiteY186-7246" fmla="*/ 490724 h 1166887"/>
                <a:gd name="connsiteX187-7247" fmla="*/ 1076426 w 3024845"/>
                <a:gd name="connsiteY187-7248" fmla="*/ 490724 h 1166887"/>
                <a:gd name="connsiteX188-7249" fmla="*/ 1092387 w 3024845"/>
                <a:gd name="connsiteY188-7250" fmla="*/ 490724 h 1166887"/>
                <a:gd name="connsiteX189-7251" fmla="*/ 1092387 w 3024845"/>
                <a:gd name="connsiteY189-7252" fmla="*/ 491805 h 1166887"/>
                <a:gd name="connsiteX190-7253" fmla="*/ 1092387 w 3024845"/>
                <a:gd name="connsiteY190-7254" fmla="*/ 499371 h 1166887"/>
                <a:gd name="connsiteX191-7255" fmla="*/ 1122787 w 3024845"/>
                <a:gd name="connsiteY191-7256" fmla="*/ 499371 h 1166887"/>
                <a:gd name="connsiteX192-7257" fmla="*/ 1122787 w 3024845"/>
                <a:gd name="connsiteY192-7258" fmla="*/ 500992 h 1166887"/>
                <a:gd name="connsiteX193-7259" fmla="*/ 1122787 w 3024845"/>
                <a:gd name="connsiteY193-7260" fmla="*/ 512342 h 1166887"/>
                <a:gd name="connsiteX194-7261" fmla="*/ 1149134 w 3024845"/>
                <a:gd name="connsiteY194-7262" fmla="*/ 512342 h 1166887"/>
                <a:gd name="connsiteX195-7263" fmla="*/ 1149134 w 3024845"/>
                <a:gd name="connsiteY195-7264" fmla="*/ 542606 h 1166887"/>
                <a:gd name="connsiteX196-7265" fmla="*/ 1149894 w 3024845"/>
                <a:gd name="connsiteY196-7266" fmla="*/ 542606 h 1166887"/>
                <a:gd name="connsiteX197-7267" fmla="*/ 1155214 w 3024845"/>
                <a:gd name="connsiteY197-7268" fmla="*/ 542606 h 1166887"/>
                <a:gd name="connsiteX198-7269" fmla="*/ 1155214 w 3024845"/>
                <a:gd name="connsiteY198-7270" fmla="*/ 543687 h 1166887"/>
                <a:gd name="connsiteX199-7271" fmla="*/ 1155214 w 3024845"/>
                <a:gd name="connsiteY199-7272" fmla="*/ 551254 h 1166887"/>
                <a:gd name="connsiteX200-7273" fmla="*/ 1159268 w 3024845"/>
                <a:gd name="connsiteY200-7274" fmla="*/ 581518 h 1166887"/>
                <a:gd name="connsiteX201-7275" fmla="*/ 1160028 w 3024845"/>
                <a:gd name="connsiteY201-7276" fmla="*/ 581518 h 1166887"/>
                <a:gd name="connsiteX202-7277" fmla="*/ 1165348 w 3024845"/>
                <a:gd name="connsiteY202-7278" fmla="*/ 581518 h 1166887"/>
                <a:gd name="connsiteX203-7279" fmla="*/ 1165348 w 3024845"/>
                <a:gd name="connsiteY203-7280" fmla="*/ 582329 h 1166887"/>
                <a:gd name="connsiteX204-7281" fmla="*/ 1165348 w 3024845"/>
                <a:gd name="connsiteY204-7282" fmla="*/ 588004 h 1166887"/>
                <a:gd name="connsiteX205-7283" fmla="*/ 1166361 w 3024845"/>
                <a:gd name="connsiteY205-7284" fmla="*/ 588004 h 1166887"/>
                <a:gd name="connsiteX206-7285" fmla="*/ 1173454 w 3024845"/>
                <a:gd name="connsiteY206-7286" fmla="*/ 588004 h 1166887"/>
                <a:gd name="connsiteX207-7287" fmla="*/ 1173454 w 3024845"/>
                <a:gd name="connsiteY207-7288" fmla="*/ 618269 h 1166887"/>
                <a:gd name="connsiteX208-7289" fmla="*/ 1175481 w 3024845"/>
                <a:gd name="connsiteY208-7290" fmla="*/ 618269 h 1166887"/>
                <a:gd name="connsiteX209-7291" fmla="*/ 1189668 w 3024845"/>
                <a:gd name="connsiteY209-7292" fmla="*/ 618269 h 1166887"/>
                <a:gd name="connsiteX210-7293" fmla="*/ 1189668 w 3024845"/>
                <a:gd name="connsiteY210-7294" fmla="*/ 642048 h 1166887"/>
                <a:gd name="connsiteX211-7295" fmla="*/ 1191695 w 3024845"/>
                <a:gd name="connsiteY211-7296" fmla="*/ 643669 h 1166887"/>
                <a:gd name="connsiteX212-7297" fmla="*/ 1191695 w 3024845"/>
                <a:gd name="connsiteY212-7298" fmla="*/ 655019 h 1166887"/>
                <a:gd name="connsiteX213-7299" fmla="*/ 1192455 w 3024845"/>
                <a:gd name="connsiteY213-7300" fmla="*/ 655019 h 1166887"/>
                <a:gd name="connsiteX214-7301" fmla="*/ 1197775 w 3024845"/>
                <a:gd name="connsiteY214-7302" fmla="*/ 655019 h 1166887"/>
                <a:gd name="connsiteX215-7303" fmla="*/ 1197775 w 3024845"/>
                <a:gd name="connsiteY215-7304" fmla="*/ 678798 h 1166887"/>
                <a:gd name="connsiteX216-7305" fmla="*/ 1199041 w 3024845"/>
                <a:gd name="connsiteY216-7306" fmla="*/ 678798 h 1166887"/>
                <a:gd name="connsiteX217-7307" fmla="*/ 1207908 w 3024845"/>
                <a:gd name="connsiteY217-7308" fmla="*/ 678798 h 1166887"/>
                <a:gd name="connsiteX218-7309" fmla="*/ 1209935 w 3024845"/>
                <a:gd name="connsiteY218-7310" fmla="*/ 682852 h 1166887"/>
                <a:gd name="connsiteX219-7311" fmla="*/ 1209935 w 3024845"/>
                <a:gd name="connsiteY219-7312" fmla="*/ 696093 h 1166887"/>
                <a:gd name="connsiteX220-7313" fmla="*/ 1211455 w 3024845"/>
                <a:gd name="connsiteY220-7314" fmla="*/ 694201 h 1166887"/>
                <a:gd name="connsiteX221-7315" fmla="*/ 1222095 w 3024845"/>
                <a:gd name="connsiteY221-7316" fmla="*/ 680960 h 1166887"/>
                <a:gd name="connsiteX222-7317" fmla="*/ 1250469 w 3024845"/>
                <a:gd name="connsiteY222-7318" fmla="*/ 680960 h 1166887"/>
                <a:gd name="connsiteX223-7319" fmla="*/ 1250469 w 3024845"/>
                <a:gd name="connsiteY223-7320" fmla="*/ 767431 h 1166887"/>
                <a:gd name="connsiteX224-7321" fmla="*/ 1251229 w 3024845"/>
                <a:gd name="connsiteY224-7322" fmla="*/ 767431 h 1166887"/>
                <a:gd name="connsiteX225-7323" fmla="*/ 1256549 w 3024845"/>
                <a:gd name="connsiteY225-7324" fmla="*/ 767431 h 1166887"/>
                <a:gd name="connsiteX226-7325" fmla="*/ 1257309 w 3024845"/>
                <a:gd name="connsiteY226-7326" fmla="*/ 766080 h 1166887"/>
                <a:gd name="connsiteX227-7327" fmla="*/ 1262629 w 3024845"/>
                <a:gd name="connsiteY227-7328" fmla="*/ 756622 h 1166887"/>
                <a:gd name="connsiteX228-7329" fmla="*/ 1262629 w 3024845"/>
                <a:gd name="connsiteY228-7330" fmla="*/ 758514 h 1166887"/>
                <a:gd name="connsiteX229-7331" fmla="*/ 1262629 w 3024845"/>
                <a:gd name="connsiteY229-7332" fmla="*/ 771755 h 1166887"/>
                <a:gd name="connsiteX230-7333" fmla="*/ 1266682 w 3024845"/>
                <a:gd name="connsiteY230-7334" fmla="*/ 726358 h 1166887"/>
                <a:gd name="connsiteX231-7335" fmla="*/ 1267442 w 3024845"/>
                <a:gd name="connsiteY231-7336" fmla="*/ 726358 h 1166887"/>
                <a:gd name="connsiteX232-7337" fmla="*/ 1272762 w 3024845"/>
                <a:gd name="connsiteY232-7338" fmla="*/ 726358 h 1166887"/>
                <a:gd name="connsiteX233-7339" fmla="*/ 1272762 w 3024845"/>
                <a:gd name="connsiteY233-7340" fmla="*/ 661504 h 1166887"/>
                <a:gd name="connsiteX234-7341" fmla="*/ 1273776 w 3024845"/>
                <a:gd name="connsiteY234-7342" fmla="*/ 661504 h 1166887"/>
                <a:gd name="connsiteX235-7343" fmla="*/ 1280869 w 3024845"/>
                <a:gd name="connsiteY235-7344" fmla="*/ 661504 h 1166887"/>
                <a:gd name="connsiteX236-7345" fmla="*/ 1293029 w 3024845"/>
                <a:gd name="connsiteY236-7346" fmla="*/ 618269 h 1166887"/>
                <a:gd name="connsiteX237-7347" fmla="*/ 1294296 w 3024845"/>
                <a:gd name="connsiteY237-7348" fmla="*/ 618269 h 1166887"/>
                <a:gd name="connsiteX238-7349" fmla="*/ 1303163 w 3024845"/>
                <a:gd name="connsiteY238-7350" fmla="*/ 618269 h 1166887"/>
                <a:gd name="connsiteX239-7351" fmla="*/ 1313296 w 3024845"/>
                <a:gd name="connsiteY239-7352" fmla="*/ 661504 h 1166887"/>
                <a:gd name="connsiteX240-7353" fmla="*/ 1314309 w 3024845"/>
                <a:gd name="connsiteY240-7354" fmla="*/ 661504 h 1166887"/>
                <a:gd name="connsiteX241-7355" fmla="*/ 1321403 w 3024845"/>
                <a:gd name="connsiteY241-7356" fmla="*/ 661504 h 1166887"/>
                <a:gd name="connsiteX242-7357" fmla="*/ 1321403 w 3024845"/>
                <a:gd name="connsiteY242-7358" fmla="*/ 700416 h 1166887"/>
                <a:gd name="connsiteX243-7359" fmla="*/ 1323176 w 3024845"/>
                <a:gd name="connsiteY243-7360" fmla="*/ 700416 h 1166887"/>
                <a:gd name="connsiteX244-7361" fmla="*/ 1335590 w 3024845"/>
                <a:gd name="connsiteY244-7362" fmla="*/ 700416 h 1166887"/>
                <a:gd name="connsiteX245-7363" fmla="*/ 1335590 w 3024845"/>
                <a:gd name="connsiteY245-7364" fmla="*/ 702578 h 1166887"/>
                <a:gd name="connsiteX246-7365" fmla="*/ 1335590 w 3024845"/>
                <a:gd name="connsiteY246-7366" fmla="*/ 717710 h 1166887"/>
                <a:gd name="connsiteX247-7367" fmla="*/ 1339643 w 3024845"/>
                <a:gd name="connsiteY247-7368" fmla="*/ 715549 h 1166887"/>
                <a:gd name="connsiteX248-7369" fmla="*/ 1339643 w 3024845"/>
                <a:gd name="connsiteY248-7370" fmla="*/ 700416 h 1166887"/>
                <a:gd name="connsiteX249-7371" fmla="*/ 1341163 w 3024845"/>
                <a:gd name="connsiteY249-7372" fmla="*/ 700416 h 1166887"/>
                <a:gd name="connsiteX250-7373" fmla="*/ 1351803 w 3024845"/>
                <a:gd name="connsiteY250-7374" fmla="*/ 700416 h 1166887"/>
                <a:gd name="connsiteX251-7375" fmla="*/ 1351803 w 3024845"/>
                <a:gd name="connsiteY251-7376" fmla="*/ 702037 h 1166887"/>
                <a:gd name="connsiteX252-7377" fmla="*/ 1351803 w 3024845"/>
                <a:gd name="connsiteY252-7378" fmla="*/ 713387 h 1166887"/>
                <a:gd name="connsiteX253-7379" fmla="*/ 1382204 w 3024845"/>
                <a:gd name="connsiteY253-7380" fmla="*/ 713387 h 1166887"/>
                <a:gd name="connsiteX254-7381" fmla="*/ 1382204 w 3024845"/>
                <a:gd name="connsiteY254-7382" fmla="*/ 676637 h 1166887"/>
                <a:gd name="connsiteX255-7383" fmla="*/ 1383470 w 3024845"/>
                <a:gd name="connsiteY255-7384" fmla="*/ 676637 h 1166887"/>
                <a:gd name="connsiteX256-7385" fmla="*/ 1392337 w 3024845"/>
                <a:gd name="connsiteY256-7386" fmla="*/ 676637 h 1166887"/>
                <a:gd name="connsiteX257-7387" fmla="*/ 1392337 w 3024845"/>
                <a:gd name="connsiteY257-7388" fmla="*/ 698254 h 1166887"/>
                <a:gd name="connsiteX258-7389" fmla="*/ 1394364 w 3024845"/>
                <a:gd name="connsiteY258-7390" fmla="*/ 665828 h 1166887"/>
                <a:gd name="connsiteX259-7391" fmla="*/ 1416657 w 3024845"/>
                <a:gd name="connsiteY259-7392" fmla="*/ 665828 h 1166887"/>
                <a:gd name="connsiteX260-7393" fmla="*/ 1416657 w 3024845"/>
                <a:gd name="connsiteY260-7394" fmla="*/ 664206 h 1166887"/>
                <a:gd name="connsiteX261-7395" fmla="*/ 1416657 w 3024845"/>
                <a:gd name="connsiteY261-7396" fmla="*/ 652857 h 1166887"/>
                <a:gd name="connsiteX262-7397" fmla="*/ 1417417 w 3024845"/>
                <a:gd name="connsiteY262-7398" fmla="*/ 652857 h 1166887"/>
                <a:gd name="connsiteX263-7399" fmla="*/ 1422737 w 3024845"/>
                <a:gd name="connsiteY263-7400" fmla="*/ 652857 h 1166887"/>
                <a:gd name="connsiteX264-7401" fmla="*/ 1422737 w 3024845"/>
                <a:gd name="connsiteY264-7402" fmla="*/ 650966 h 1166887"/>
                <a:gd name="connsiteX265-7403" fmla="*/ 1422737 w 3024845"/>
                <a:gd name="connsiteY265-7404" fmla="*/ 637725 h 1166887"/>
                <a:gd name="connsiteX266-7405" fmla="*/ 1426791 w 3024845"/>
                <a:gd name="connsiteY266-7406" fmla="*/ 644210 h 1166887"/>
                <a:gd name="connsiteX267-7407" fmla="*/ 1429071 w 3024845"/>
                <a:gd name="connsiteY267-7408" fmla="*/ 644210 h 1166887"/>
                <a:gd name="connsiteX268-7409" fmla="*/ 1445031 w 3024845"/>
                <a:gd name="connsiteY268-7410" fmla="*/ 644210 h 1166887"/>
                <a:gd name="connsiteX269-7411" fmla="*/ 1445031 w 3024845"/>
                <a:gd name="connsiteY269-7412" fmla="*/ 643399 h 1166887"/>
                <a:gd name="connsiteX270-7413" fmla="*/ 1445031 w 3024845"/>
                <a:gd name="connsiteY270-7414" fmla="*/ 637725 h 1166887"/>
                <a:gd name="connsiteX271-7415" fmla="*/ 1445791 w 3024845"/>
                <a:gd name="connsiteY271-7416" fmla="*/ 637725 h 1166887"/>
                <a:gd name="connsiteX272-7417" fmla="*/ 1451111 w 3024845"/>
                <a:gd name="connsiteY272-7418" fmla="*/ 637725 h 1166887"/>
                <a:gd name="connsiteX273-7419" fmla="*/ 1451111 w 3024845"/>
                <a:gd name="connsiteY273-7420" fmla="*/ 639076 h 1166887"/>
                <a:gd name="connsiteX274-7421" fmla="*/ 1451111 w 3024845"/>
                <a:gd name="connsiteY274-7422" fmla="*/ 648534 h 1166887"/>
                <a:gd name="connsiteX275-7423" fmla="*/ 1489618 w 3024845"/>
                <a:gd name="connsiteY275-7424" fmla="*/ 648534 h 1166887"/>
                <a:gd name="connsiteX276-7425" fmla="*/ 1489618 w 3024845"/>
                <a:gd name="connsiteY276-7426" fmla="*/ 786887 h 1166887"/>
                <a:gd name="connsiteX277-7427" fmla="*/ 1491138 w 3024845"/>
                <a:gd name="connsiteY277-7428" fmla="*/ 786887 h 1166887"/>
                <a:gd name="connsiteX278-7429" fmla="*/ 1501778 w 3024845"/>
                <a:gd name="connsiteY278-7430" fmla="*/ 786887 h 1166887"/>
                <a:gd name="connsiteX279-7431" fmla="*/ 1501778 w 3024845"/>
                <a:gd name="connsiteY279-7432" fmla="*/ 773917 h 1166887"/>
                <a:gd name="connsiteX280-7433" fmla="*/ 1505832 w 3024845"/>
                <a:gd name="connsiteY280-7434" fmla="*/ 773917 h 1166887"/>
                <a:gd name="connsiteX281-7435" fmla="*/ 1505832 w 3024845"/>
                <a:gd name="connsiteY281-7436" fmla="*/ 786887 h 1166887"/>
                <a:gd name="connsiteX282-7437" fmla="*/ 1536232 w 3024845"/>
                <a:gd name="connsiteY282-7438" fmla="*/ 786887 h 1166887"/>
                <a:gd name="connsiteX283-7439" fmla="*/ 1536232 w 3024845"/>
                <a:gd name="connsiteY283-7440" fmla="*/ 756622 h 1166887"/>
                <a:gd name="connsiteX284-7441" fmla="*/ 1548392 w 3024845"/>
                <a:gd name="connsiteY284-7442" fmla="*/ 756622 h 1166887"/>
                <a:gd name="connsiteX285-7443" fmla="*/ 1560552 w 3024845"/>
                <a:gd name="connsiteY285-7444" fmla="*/ 754461 h 1166887"/>
                <a:gd name="connsiteX286-7445" fmla="*/ 1564606 w 3024845"/>
                <a:gd name="connsiteY286-7446" fmla="*/ 756622 h 1166887"/>
                <a:gd name="connsiteX287-7447" fmla="*/ 1574739 w 3024845"/>
                <a:gd name="connsiteY287-7448" fmla="*/ 756622 h 1166887"/>
                <a:gd name="connsiteX288-7449" fmla="*/ 1574739 w 3024845"/>
                <a:gd name="connsiteY288-7450" fmla="*/ 786887 h 1166887"/>
                <a:gd name="connsiteX289-7451" fmla="*/ 1582846 w 3024845"/>
                <a:gd name="connsiteY289-7452" fmla="*/ 786887 h 1166887"/>
                <a:gd name="connsiteX290-7453" fmla="*/ 1582846 w 3024845"/>
                <a:gd name="connsiteY290-7454" fmla="*/ 804182 h 1166887"/>
                <a:gd name="connsiteX291-7455" fmla="*/ 1592182 w 3024845"/>
                <a:gd name="connsiteY291-7456" fmla="*/ 805087 h 1166887"/>
                <a:gd name="connsiteX292-7457" fmla="*/ 1605140 w 3024845"/>
                <a:gd name="connsiteY292-7458" fmla="*/ 805087 h 1166887"/>
                <a:gd name="connsiteX293-7459" fmla="*/ 1605140 w 3024845"/>
                <a:gd name="connsiteY293-7460" fmla="*/ 789049 h 1166887"/>
                <a:gd name="connsiteX294-7461" fmla="*/ 1673096 w 3024845"/>
                <a:gd name="connsiteY294-7462" fmla="*/ 789049 h 1166887"/>
                <a:gd name="connsiteX295-7463" fmla="*/ 1673096 w 3024845"/>
                <a:gd name="connsiteY295-7464" fmla="*/ 703796 h 1166887"/>
                <a:gd name="connsiteX296-7465" fmla="*/ 1745104 w 3024845"/>
                <a:gd name="connsiteY296-7466" fmla="*/ 703796 h 1166887"/>
                <a:gd name="connsiteX297-7467" fmla="*/ 1745104 w 3024845"/>
                <a:gd name="connsiteY297-7468" fmla="*/ 782564 h 1166887"/>
                <a:gd name="connsiteX298-7469" fmla="*/ 1747008 w 3024845"/>
                <a:gd name="connsiteY298-7470" fmla="*/ 782564 h 1166887"/>
                <a:gd name="connsiteX299-7471" fmla="*/ 1748250 w 3024845"/>
                <a:gd name="connsiteY299-7472" fmla="*/ 805087 h 1166887"/>
                <a:gd name="connsiteX300-7473" fmla="*/ 1757926 w 3024845"/>
                <a:gd name="connsiteY300-7474" fmla="*/ 805087 h 1166887"/>
                <a:gd name="connsiteX301-7475" fmla="*/ 1759168 w 3024845"/>
                <a:gd name="connsiteY301-7476" fmla="*/ 782564 h 1166887"/>
                <a:gd name="connsiteX302-7477" fmla="*/ 1765248 w 3024845"/>
                <a:gd name="connsiteY302-7478" fmla="*/ 782564 h 1166887"/>
                <a:gd name="connsiteX303-7479" fmla="*/ 1766490 w 3024845"/>
                <a:gd name="connsiteY303-7480" fmla="*/ 805087 h 1166887"/>
                <a:gd name="connsiteX304-7481" fmla="*/ 1817112 w 3024845"/>
                <a:gd name="connsiteY304-7482" fmla="*/ 805087 h 1166887"/>
                <a:gd name="connsiteX305-7483" fmla="*/ 1817112 w 3024845"/>
                <a:gd name="connsiteY305-7484" fmla="*/ 642059 h 1166887"/>
                <a:gd name="connsiteX306-7485" fmla="*/ 2014439 w 3024845"/>
                <a:gd name="connsiteY306-7486" fmla="*/ 642059 h 1166887"/>
                <a:gd name="connsiteX307-7487" fmla="*/ 2014439 w 3024845"/>
                <a:gd name="connsiteY307-7488" fmla="*/ 805087 h 1166887"/>
                <a:gd name="connsiteX308-7489" fmla="*/ 2033136 w 3024845"/>
                <a:gd name="connsiteY308-7490" fmla="*/ 805087 h 1166887"/>
                <a:gd name="connsiteX309-7491" fmla="*/ 2033136 w 3024845"/>
                <a:gd name="connsiteY309-7492" fmla="*/ 722394 h 1166887"/>
                <a:gd name="connsiteX310-7493" fmla="*/ 2128256 w 3024845"/>
                <a:gd name="connsiteY310-7494" fmla="*/ 722394 h 1166887"/>
                <a:gd name="connsiteX311-7495" fmla="*/ 2140186 w 3024845"/>
                <a:gd name="connsiteY311-7496" fmla="*/ 404253 h 1166887"/>
                <a:gd name="connsiteX312-7497" fmla="*/ 2128026 w 3024845"/>
                <a:gd name="connsiteY312-7498" fmla="*/ 382635 h 1166887"/>
                <a:gd name="connsiteX313-7499" fmla="*/ 2121946 w 3024845"/>
                <a:gd name="connsiteY313-7500" fmla="*/ 378311 h 1166887"/>
                <a:gd name="connsiteX314-7501" fmla="*/ 2130053 w 3024845"/>
                <a:gd name="connsiteY314-7502" fmla="*/ 354532 h 1166887"/>
                <a:gd name="connsiteX315-7503" fmla="*/ 2130053 w 3024845"/>
                <a:gd name="connsiteY315-7504" fmla="*/ 337238 h 1166887"/>
                <a:gd name="connsiteX316-7505" fmla="*/ 2144240 w 3024845"/>
                <a:gd name="connsiteY316-7506" fmla="*/ 337238 h 1166887"/>
                <a:gd name="connsiteX317-7507" fmla="*/ 2144240 w 3024845"/>
                <a:gd name="connsiteY317-7508" fmla="*/ 315620 h 1166887"/>
                <a:gd name="connsiteX318-7509" fmla="*/ 2146266 w 3024845"/>
                <a:gd name="connsiteY318-7510" fmla="*/ 311296 h 1166887"/>
                <a:gd name="connsiteX319-7511" fmla="*/ 2146266 w 3024845"/>
                <a:gd name="connsiteY319-7512" fmla="*/ 233472 h 1166887"/>
                <a:gd name="connsiteX320-7513" fmla="*/ 2144240 w 3024845"/>
                <a:gd name="connsiteY320-7514" fmla="*/ 226987 h 1166887"/>
                <a:gd name="connsiteX321-7515" fmla="*/ 2150320 w 3024845"/>
                <a:gd name="connsiteY321-7516" fmla="*/ 220501 h 1166887"/>
                <a:gd name="connsiteX322-7517" fmla="*/ 2150320 w 3024845"/>
                <a:gd name="connsiteY322-7518" fmla="*/ 162133 h 1166887"/>
                <a:gd name="connsiteX323-7519" fmla="*/ 2152346 w 3024845"/>
                <a:gd name="connsiteY323-7520" fmla="*/ 157810 h 1166887"/>
                <a:gd name="connsiteX324-7521" fmla="*/ 2152346 w 3024845"/>
                <a:gd name="connsiteY324-7522" fmla="*/ 101604 h 1166887"/>
                <a:gd name="connsiteX325-7523" fmla="*/ 2154373 w 3024845"/>
                <a:gd name="connsiteY325-7524" fmla="*/ 82148 h 1166887"/>
                <a:gd name="connsiteX326-7525" fmla="*/ 2158427 w 3024845"/>
                <a:gd name="connsiteY326-7526" fmla="*/ 99442 h 1166887"/>
                <a:gd name="connsiteX327-7527" fmla="*/ 2160453 w 3024845"/>
                <a:gd name="connsiteY327-7528" fmla="*/ 157810 h 1166887"/>
                <a:gd name="connsiteX328-7529" fmla="*/ 2162480 w 3024845"/>
                <a:gd name="connsiteY328-7530" fmla="*/ 220501 h 1166887"/>
                <a:gd name="connsiteX329-7531" fmla="*/ 2168560 w 3024845"/>
                <a:gd name="connsiteY329-7532" fmla="*/ 226987 h 1166887"/>
                <a:gd name="connsiteX330-7533" fmla="*/ 2166533 w 3024845"/>
                <a:gd name="connsiteY330-7534" fmla="*/ 233472 h 1166887"/>
                <a:gd name="connsiteX331-7535" fmla="*/ 2166533 w 3024845"/>
                <a:gd name="connsiteY331-7536" fmla="*/ 311296 h 1166887"/>
                <a:gd name="connsiteX332-7537" fmla="*/ 2168560 w 3024845"/>
                <a:gd name="connsiteY332-7538" fmla="*/ 315620 h 1166887"/>
                <a:gd name="connsiteX333-7539" fmla="*/ 2168560 w 3024845"/>
                <a:gd name="connsiteY333-7540" fmla="*/ 337238 h 1166887"/>
                <a:gd name="connsiteX334-7541" fmla="*/ 2182747 w 3024845"/>
                <a:gd name="connsiteY334-7542" fmla="*/ 337238 h 1166887"/>
                <a:gd name="connsiteX335-7543" fmla="*/ 2182747 w 3024845"/>
                <a:gd name="connsiteY335-7544" fmla="*/ 354532 h 1166887"/>
                <a:gd name="connsiteX336-7545" fmla="*/ 2190854 w 3024845"/>
                <a:gd name="connsiteY336-7546" fmla="*/ 378311 h 1166887"/>
                <a:gd name="connsiteX337-7547" fmla="*/ 2184774 w 3024845"/>
                <a:gd name="connsiteY337-7548" fmla="*/ 382635 h 1166887"/>
                <a:gd name="connsiteX338-7549" fmla="*/ 2172613 w 3024845"/>
                <a:gd name="connsiteY338-7550" fmla="*/ 404253 h 1166887"/>
                <a:gd name="connsiteX339-7551" fmla="*/ 2180720 w 3024845"/>
                <a:gd name="connsiteY339-7552" fmla="*/ 657181 h 1166887"/>
                <a:gd name="connsiteX340-7553" fmla="*/ 2245574 w 3024845"/>
                <a:gd name="connsiteY340-7554" fmla="*/ 657181 h 1166887"/>
                <a:gd name="connsiteX341-7555" fmla="*/ 2245574 w 3024845"/>
                <a:gd name="connsiteY341-7556" fmla="*/ 732843 h 1166887"/>
                <a:gd name="connsiteX342-7557" fmla="*/ 2253681 w 3024845"/>
                <a:gd name="connsiteY342-7558" fmla="*/ 732843 h 1166887"/>
                <a:gd name="connsiteX343-7559" fmla="*/ 2255708 w 3024845"/>
                <a:gd name="connsiteY343-7560" fmla="*/ 726358 h 1166887"/>
                <a:gd name="connsiteX344-7561" fmla="*/ 2261788 w 3024845"/>
                <a:gd name="connsiteY344-7562" fmla="*/ 726358 h 1166887"/>
                <a:gd name="connsiteX345-7563" fmla="*/ 2263815 w 3024845"/>
                <a:gd name="connsiteY345-7564" fmla="*/ 735005 h 1166887"/>
                <a:gd name="connsiteX346-7565" fmla="*/ 2275975 w 3024845"/>
                <a:gd name="connsiteY346-7566" fmla="*/ 735005 h 1166887"/>
                <a:gd name="connsiteX347-7567" fmla="*/ 2275975 w 3024845"/>
                <a:gd name="connsiteY347-7568" fmla="*/ 728519 h 1166887"/>
                <a:gd name="connsiteX348-7569" fmla="*/ 2298268 w 3024845"/>
                <a:gd name="connsiteY348-7570" fmla="*/ 728519 h 1166887"/>
                <a:gd name="connsiteX349-7571" fmla="*/ 2298268 w 3024845"/>
                <a:gd name="connsiteY349-7572" fmla="*/ 735005 h 1166887"/>
                <a:gd name="connsiteX350-7573" fmla="*/ 2318535 w 3024845"/>
                <a:gd name="connsiteY350-7574" fmla="*/ 735005 h 1166887"/>
                <a:gd name="connsiteX351-7575" fmla="*/ 2318535 w 3024845"/>
                <a:gd name="connsiteY351-7576" fmla="*/ 780402 h 1166887"/>
                <a:gd name="connsiteX352-7577" fmla="*/ 2332722 w 3024845"/>
                <a:gd name="connsiteY352-7578" fmla="*/ 780402 h 1166887"/>
                <a:gd name="connsiteX353-7579" fmla="*/ 2332722 w 3024845"/>
                <a:gd name="connsiteY353-7580" fmla="*/ 767431 h 1166887"/>
                <a:gd name="connsiteX354-7581" fmla="*/ 2348936 w 3024845"/>
                <a:gd name="connsiteY354-7582" fmla="*/ 767431 h 1166887"/>
                <a:gd name="connsiteX355-7583" fmla="*/ 2348936 w 3024845"/>
                <a:gd name="connsiteY355-7584" fmla="*/ 588004 h 1166887"/>
                <a:gd name="connsiteX356-7585" fmla="*/ 2355016 w 3024845"/>
                <a:gd name="connsiteY356-7586" fmla="*/ 581518 h 1166887"/>
                <a:gd name="connsiteX357-7587" fmla="*/ 2427977 w 3024845"/>
                <a:gd name="connsiteY357-7588" fmla="*/ 581518 h 1166887"/>
                <a:gd name="connsiteX358-7589" fmla="*/ 2427977 w 3024845"/>
                <a:gd name="connsiteY358-7590" fmla="*/ 590166 h 1166887"/>
                <a:gd name="connsiteX359-7591" fmla="*/ 2438110 w 3024845"/>
                <a:gd name="connsiteY359-7592" fmla="*/ 590166 h 1166887"/>
                <a:gd name="connsiteX360-7593" fmla="*/ 2438110 w 3024845"/>
                <a:gd name="connsiteY360-7594" fmla="*/ 704740 h 1166887"/>
                <a:gd name="connsiteX361-7595" fmla="*/ 2460404 w 3024845"/>
                <a:gd name="connsiteY361-7596" fmla="*/ 704740 h 1166887"/>
                <a:gd name="connsiteX362-7597" fmla="*/ 2460404 w 3024845"/>
                <a:gd name="connsiteY362-7598" fmla="*/ 637725 h 1166887"/>
                <a:gd name="connsiteX363-7599" fmla="*/ 2486751 w 3024845"/>
                <a:gd name="connsiteY363-7600" fmla="*/ 637725 h 1166887"/>
                <a:gd name="connsiteX364-7601" fmla="*/ 2490804 w 3024845"/>
                <a:gd name="connsiteY364-7602" fmla="*/ 633401 h 1166887"/>
                <a:gd name="connsiteX365-7603" fmla="*/ 2498911 w 3024845"/>
                <a:gd name="connsiteY365-7604" fmla="*/ 633401 h 1166887"/>
                <a:gd name="connsiteX366-7605" fmla="*/ 2502964 w 3024845"/>
                <a:gd name="connsiteY366-7606" fmla="*/ 637725 h 1166887"/>
                <a:gd name="connsiteX367-7607" fmla="*/ 2525258 w 3024845"/>
                <a:gd name="connsiteY367-7608" fmla="*/ 637725 h 1166887"/>
                <a:gd name="connsiteX368-7609" fmla="*/ 2525258 w 3024845"/>
                <a:gd name="connsiteY368-7610" fmla="*/ 520989 h 1166887"/>
                <a:gd name="connsiteX369-7611" fmla="*/ 2582005 w 3024845"/>
                <a:gd name="connsiteY369-7612" fmla="*/ 510180 h 1166887"/>
                <a:gd name="connsiteX370-7613" fmla="*/ 2582005 w 3024845"/>
                <a:gd name="connsiteY370-7614" fmla="*/ 511261 h 1166887"/>
                <a:gd name="connsiteX371-7615" fmla="*/ 2582005 w 3024845"/>
                <a:gd name="connsiteY371-7616" fmla="*/ 518827 h 1166887"/>
                <a:gd name="connsiteX372-7617" fmla="*/ 2608352 w 3024845"/>
                <a:gd name="connsiteY372-7618" fmla="*/ 518827 h 1166887"/>
                <a:gd name="connsiteX373-7619" fmla="*/ 2608352 w 3024845"/>
                <a:gd name="connsiteY373-7620" fmla="*/ 773917 h 1166887"/>
                <a:gd name="connsiteX374-7621" fmla="*/ 2630646 w 3024845"/>
                <a:gd name="connsiteY374-7622" fmla="*/ 773917 h 1166887"/>
                <a:gd name="connsiteX375-7623" fmla="*/ 2630646 w 3024845"/>
                <a:gd name="connsiteY375-7624" fmla="*/ 769593 h 1166887"/>
                <a:gd name="connsiteX376-7625" fmla="*/ 2642806 w 3024845"/>
                <a:gd name="connsiteY376-7626" fmla="*/ 769593 h 1166887"/>
                <a:gd name="connsiteX377-7627" fmla="*/ 2642806 w 3024845"/>
                <a:gd name="connsiteY377-7628" fmla="*/ 773917 h 1166887"/>
                <a:gd name="connsiteX378-7629" fmla="*/ 2667126 w 3024845"/>
                <a:gd name="connsiteY378-7630" fmla="*/ 773917 h 1166887"/>
                <a:gd name="connsiteX379-7631" fmla="*/ 2667126 w 3024845"/>
                <a:gd name="connsiteY379-7632" fmla="*/ 760946 h 1166887"/>
                <a:gd name="connsiteX380-7633" fmla="*/ 2695500 w 3024845"/>
                <a:gd name="connsiteY380-7634" fmla="*/ 760946 h 1166887"/>
                <a:gd name="connsiteX381-7635" fmla="*/ 2707660 w 3024845"/>
                <a:gd name="connsiteY381-7636" fmla="*/ 756622 h 1166887"/>
                <a:gd name="connsiteX382-7637" fmla="*/ 2727927 w 3024845"/>
                <a:gd name="connsiteY382-7638" fmla="*/ 760946 h 1166887"/>
                <a:gd name="connsiteX383-7639" fmla="*/ 2727927 w 3024845"/>
                <a:gd name="connsiteY383-7640" fmla="*/ 743652 h 1166887"/>
                <a:gd name="connsiteX384-7641" fmla="*/ 2736034 w 3024845"/>
                <a:gd name="connsiteY384-7642" fmla="*/ 743652 h 1166887"/>
                <a:gd name="connsiteX385-7643" fmla="*/ 2736034 w 3024845"/>
                <a:gd name="connsiteY385-7644" fmla="*/ 730681 h 1166887"/>
                <a:gd name="connsiteX386-7645" fmla="*/ 2792781 w 3024845"/>
                <a:gd name="connsiteY386-7646" fmla="*/ 730681 h 1166887"/>
                <a:gd name="connsiteX387-7647" fmla="*/ 2792781 w 3024845"/>
                <a:gd name="connsiteY387-7648" fmla="*/ 700416 h 1166887"/>
                <a:gd name="connsiteX388-7649" fmla="*/ 2811021 w 3024845"/>
                <a:gd name="connsiteY388-7650" fmla="*/ 700416 h 1166887"/>
                <a:gd name="connsiteX389-7651" fmla="*/ 2811021 w 3024845"/>
                <a:gd name="connsiteY389-7652" fmla="*/ 693931 h 1166887"/>
                <a:gd name="connsiteX390-7653" fmla="*/ 2823181 w 3024845"/>
                <a:gd name="connsiteY390-7654" fmla="*/ 693931 h 1166887"/>
                <a:gd name="connsiteX391-7655" fmla="*/ 2823181 w 3024845"/>
                <a:gd name="connsiteY391-7656" fmla="*/ 700416 h 1166887"/>
                <a:gd name="connsiteX392-7657" fmla="*/ 2839395 w 3024845"/>
                <a:gd name="connsiteY392-7658" fmla="*/ 700416 h 1166887"/>
                <a:gd name="connsiteX393-7659" fmla="*/ 2839395 w 3024845"/>
                <a:gd name="connsiteY393-7660" fmla="*/ 750137 h 1166887"/>
                <a:gd name="connsiteX394-7661" fmla="*/ 2871822 w 3024845"/>
                <a:gd name="connsiteY394-7662" fmla="*/ 750137 h 1166887"/>
                <a:gd name="connsiteX395-7663" fmla="*/ 2871822 w 3024845"/>
                <a:gd name="connsiteY395-7664" fmla="*/ 724196 h 1166887"/>
                <a:gd name="connsiteX396-7665" fmla="*/ 2910329 w 3024845"/>
                <a:gd name="connsiteY396-7666" fmla="*/ 724196 h 1166887"/>
                <a:gd name="connsiteX397-7667" fmla="*/ 2910329 w 3024845"/>
                <a:gd name="connsiteY397-7668" fmla="*/ 693931 h 1166887"/>
                <a:gd name="connsiteX398-7669" fmla="*/ 2958970 w 3024845"/>
                <a:gd name="connsiteY398-7670" fmla="*/ 693931 h 1166887"/>
                <a:gd name="connsiteX399-7671" fmla="*/ 2958970 w 3024845"/>
                <a:gd name="connsiteY399-7672" fmla="*/ 805087 h 1166887"/>
                <a:gd name="connsiteX400-7673" fmla="*/ 2958970 w 3024845"/>
                <a:gd name="connsiteY400-7674" fmla="*/ 818866 h 1166887"/>
                <a:gd name="connsiteX401-7675" fmla="*/ 3024845 w 3024845"/>
                <a:gd name="connsiteY401-7676" fmla="*/ 818866 h 1166887"/>
                <a:gd name="connsiteX402-7677" fmla="*/ 3024845 w 3024845"/>
                <a:gd name="connsiteY402-7678" fmla="*/ 1160647 h 1166887"/>
                <a:gd name="connsiteX403-7679" fmla="*/ 145862 w 3024845"/>
                <a:gd name="connsiteY403-7680" fmla="*/ 1160647 h 1166887"/>
                <a:gd name="connsiteX404-7681" fmla="*/ 2054 w 3024845"/>
                <a:gd name="connsiteY404-7682" fmla="*/ 1166887 h 1166887"/>
                <a:gd name="connsiteX405-7683" fmla="*/ 0 w 3024845"/>
                <a:gd name="connsiteY405-7684" fmla="*/ 724196 h 1166887"/>
                <a:gd name="connsiteX406-7685" fmla="*/ 20267 w 3024845"/>
                <a:gd name="connsiteY406-7686" fmla="*/ 724196 h 1166887"/>
                <a:gd name="connsiteX407-7687" fmla="*/ 20774 w 3024845"/>
                <a:gd name="connsiteY407-7688" fmla="*/ 723115 h 1166887"/>
                <a:gd name="connsiteX408-7689" fmla="*/ 24320 w 3024845"/>
                <a:gd name="connsiteY408-7690" fmla="*/ 715549 h 1166887"/>
                <a:gd name="connsiteX409-7691" fmla="*/ 26094 w 3024845"/>
                <a:gd name="connsiteY409-7692" fmla="*/ 715819 h 1166887"/>
                <a:gd name="connsiteX410-7693" fmla="*/ 38507 w 3024845"/>
                <a:gd name="connsiteY410-7694" fmla="*/ 717710 h 1166887"/>
                <a:gd name="connsiteX411-7695" fmla="*/ 39014 w 3024845"/>
                <a:gd name="connsiteY411-7696" fmla="*/ 719062 h 1166887"/>
                <a:gd name="connsiteX412-7697" fmla="*/ 42560 w 3024845"/>
                <a:gd name="connsiteY412-7698" fmla="*/ 728519 h 1166887"/>
                <a:gd name="connsiteX413-7699" fmla="*/ 68907 w 3024845"/>
                <a:gd name="connsiteY413-7700" fmla="*/ 730681 h 1166887"/>
                <a:gd name="connsiteX414-7701" fmla="*/ 68907 w 3024845"/>
                <a:gd name="connsiteY414-7702" fmla="*/ 607460 h 1166887"/>
                <a:gd name="connsiteX415-7703" fmla="*/ 70934 w 3024845"/>
                <a:gd name="connsiteY415-7704" fmla="*/ 607460 h 1166887"/>
                <a:gd name="connsiteX416-7705" fmla="*/ 85121 w 3024845"/>
                <a:gd name="connsiteY416-7706" fmla="*/ 607460 h 1166887"/>
                <a:gd name="connsiteX417-7707" fmla="*/ 85121 w 3024845"/>
                <a:gd name="connsiteY417-7708" fmla="*/ 471268 h 1166887"/>
                <a:gd name="connsiteX418-7709" fmla="*/ 86894 w 3024845"/>
                <a:gd name="connsiteY418-7710" fmla="*/ 471268 h 1166887"/>
                <a:gd name="connsiteX419-7711" fmla="*/ 99308 w 3024845"/>
                <a:gd name="connsiteY419-7712" fmla="*/ 471268 h 1166887"/>
                <a:gd name="connsiteX420-7713" fmla="*/ 99308 w 3024845"/>
                <a:gd name="connsiteY420-7714" fmla="*/ 356694 h 1166887"/>
                <a:gd name="connsiteX421-7715" fmla="*/ 103361 w 3024845"/>
                <a:gd name="connsiteY421-7716" fmla="*/ 328590 h 1166887"/>
                <a:gd name="connsiteX422-7717" fmla="*/ 105388 w 3024845"/>
                <a:gd name="connsiteY422-7718" fmla="*/ 328590 h 1166887"/>
                <a:gd name="connsiteX423-7719" fmla="*/ 119575 w 3024845"/>
                <a:gd name="connsiteY423-7720" fmla="*/ 328590 h 1166887"/>
                <a:gd name="connsiteX424-7721" fmla="*/ 156055 w 3024845"/>
                <a:gd name="connsiteY424-7722" fmla="*/ 246443 h 1166887"/>
                <a:gd name="connsiteX425-7723" fmla="*/ 160109 w 3024845"/>
                <a:gd name="connsiteY425-7724" fmla="*/ 0 h 1166887"/>
                <a:gd name="connsiteX0-7725" fmla="*/ 160109 w 3024845"/>
                <a:gd name="connsiteY0-7726" fmla="*/ 0 h 1160647"/>
                <a:gd name="connsiteX1-7727" fmla="*/ 162135 w 3024845"/>
                <a:gd name="connsiteY1-7728" fmla="*/ 246443 h 1160647"/>
                <a:gd name="connsiteX2-7729" fmla="*/ 200642 w 3024845"/>
                <a:gd name="connsiteY2-7730" fmla="*/ 326429 h 1160647"/>
                <a:gd name="connsiteX3-7731" fmla="*/ 202669 w 3024845"/>
                <a:gd name="connsiteY3-7732" fmla="*/ 326429 h 1160647"/>
                <a:gd name="connsiteX4-7733" fmla="*/ 216856 w 3024845"/>
                <a:gd name="connsiteY4-7734" fmla="*/ 326429 h 1160647"/>
                <a:gd name="connsiteX5-7735" fmla="*/ 216856 w 3024845"/>
                <a:gd name="connsiteY5-7736" fmla="*/ 350208 h 1160647"/>
                <a:gd name="connsiteX6-7737" fmla="*/ 217363 w 3024845"/>
                <a:gd name="connsiteY6-7738" fmla="*/ 351019 h 1160647"/>
                <a:gd name="connsiteX7-7739" fmla="*/ 220909 w 3024845"/>
                <a:gd name="connsiteY7-7740" fmla="*/ 356694 h 1160647"/>
                <a:gd name="connsiteX8-7741" fmla="*/ 220909 w 3024845"/>
                <a:gd name="connsiteY8-7742" fmla="*/ 471268 h 1160647"/>
                <a:gd name="connsiteX9-7743" fmla="*/ 223189 w 3024845"/>
                <a:gd name="connsiteY9-7744" fmla="*/ 471268 h 1160647"/>
                <a:gd name="connsiteX10-7745" fmla="*/ 239150 w 3024845"/>
                <a:gd name="connsiteY10-7746" fmla="*/ 471268 h 1160647"/>
                <a:gd name="connsiteX11-7747" fmla="*/ 239150 w 3024845"/>
                <a:gd name="connsiteY11-7748" fmla="*/ 611783 h 1160647"/>
                <a:gd name="connsiteX12-7749" fmla="*/ 240670 w 3024845"/>
                <a:gd name="connsiteY12-7750" fmla="*/ 611513 h 1160647"/>
                <a:gd name="connsiteX13-7751" fmla="*/ 251310 w 3024845"/>
                <a:gd name="connsiteY13-7752" fmla="*/ 609622 h 1160647"/>
                <a:gd name="connsiteX14-7753" fmla="*/ 249283 w 3024845"/>
                <a:gd name="connsiteY14-7754" fmla="*/ 698254 h 1160647"/>
                <a:gd name="connsiteX15-7755" fmla="*/ 250803 w 3024845"/>
                <a:gd name="connsiteY15-7756" fmla="*/ 698525 h 1160647"/>
                <a:gd name="connsiteX16-7757" fmla="*/ 261443 w 3024845"/>
                <a:gd name="connsiteY16-7758" fmla="*/ 700416 h 1160647"/>
                <a:gd name="connsiteX17-7759" fmla="*/ 261696 w 3024845"/>
                <a:gd name="connsiteY17-7760" fmla="*/ 701227 h 1160647"/>
                <a:gd name="connsiteX18-7761" fmla="*/ 263470 w 3024845"/>
                <a:gd name="connsiteY18-7762" fmla="*/ 706902 h 1160647"/>
                <a:gd name="connsiteX19-7763" fmla="*/ 264230 w 3024845"/>
                <a:gd name="connsiteY19-7764" fmla="*/ 704470 h 1160647"/>
                <a:gd name="connsiteX20-7765" fmla="*/ 269550 w 3024845"/>
                <a:gd name="connsiteY20-7766" fmla="*/ 687446 h 1160647"/>
                <a:gd name="connsiteX21-7767" fmla="*/ 271323 w 3024845"/>
                <a:gd name="connsiteY21-7768" fmla="*/ 687446 h 1160647"/>
                <a:gd name="connsiteX22-7769" fmla="*/ 283737 w 3024845"/>
                <a:gd name="connsiteY22-7770" fmla="*/ 687446 h 1160647"/>
                <a:gd name="connsiteX23-7771" fmla="*/ 283737 w 3024845"/>
                <a:gd name="connsiteY23-7772" fmla="*/ 719872 h 1160647"/>
                <a:gd name="connsiteX24-7773" fmla="*/ 284750 w 3024845"/>
                <a:gd name="connsiteY24-7774" fmla="*/ 720413 h 1160647"/>
                <a:gd name="connsiteX25-7775" fmla="*/ 291844 w 3024845"/>
                <a:gd name="connsiteY25-7776" fmla="*/ 724196 h 1160647"/>
                <a:gd name="connsiteX26-7777" fmla="*/ 291844 w 3024845"/>
                <a:gd name="connsiteY26-7778" fmla="*/ 725547 h 1160647"/>
                <a:gd name="connsiteX27-7779" fmla="*/ 291844 w 3024845"/>
                <a:gd name="connsiteY27-7780" fmla="*/ 735005 h 1160647"/>
                <a:gd name="connsiteX28-7781" fmla="*/ 336431 w 3024845"/>
                <a:gd name="connsiteY28-7782" fmla="*/ 735005 h 1160647"/>
                <a:gd name="connsiteX29-7783" fmla="*/ 336431 w 3024845"/>
                <a:gd name="connsiteY29-7784" fmla="*/ 736086 h 1160647"/>
                <a:gd name="connsiteX30-7785" fmla="*/ 336431 w 3024845"/>
                <a:gd name="connsiteY30-7786" fmla="*/ 743652 h 1160647"/>
                <a:gd name="connsiteX31-7787" fmla="*/ 338457 w 3024845"/>
                <a:gd name="connsiteY31-7788" fmla="*/ 743652 h 1160647"/>
                <a:gd name="connsiteX32-7789" fmla="*/ 352644 w 3024845"/>
                <a:gd name="connsiteY32-7790" fmla="*/ 743652 h 1160647"/>
                <a:gd name="connsiteX33-7791" fmla="*/ 352644 w 3024845"/>
                <a:gd name="connsiteY33-7792" fmla="*/ 713387 h 1160647"/>
                <a:gd name="connsiteX34-7793" fmla="*/ 397231 w 3024845"/>
                <a:gd name="connsiteY34-7794" fmla="*/ 713387 h 1160647"/>
                <a:gd name="connsiteX35-7795" fmla="*/ 397231 w 3024845"/>
                <a:gd name="connsiteY35-7796" fmla="*/ 712036 h 1160647"/>
                <a:gd name="connsiteX36-7797" fmla="*/ 397231 w 3024845"/>
                <a:gd name="connsiteY36-7798" fmla="*/ 702578 h 1160647"/>
                <a:gd name="connsiteX37-7799" fmla="*/ 398245 w 3024845"/>
                <a:gd name="connsiteY37-7800" fmla="*/ 702578 h 1160647"/>
                <a:gd name="connsiteX38-7801" fmla="*/ 405338 w 3024845"/>
                <a:gd name="connsiteY38-7802" fmla="*/ 702578 h 1160647"/>
                <a:gd name="connsiteX39-7803" fmla="*/ 405338 w 3024845"/>
                <a:gd name="connsiteY39-7804" fmla="*/ 700687 h 1160647"/>
                <a:gd name="connsiteX40-7805" fmla="*/ 405338 w 3024845"/>
                <a:gd name="connsiteY40-7806" fmla="*/ 687446 h 1160647"/>
                <a:gd name="connsiteX41-7807" fmla="*/ 406098 w 3024845"/>
                <a:gd name="connsiteY41-7808" fmla="*/ 687446 h 1160647"/>
                <a:gd name="connsiteX42-7809" fmla="*/ 411418 w 3024845"/>
                <a:gd name="connsiteY42-7810" fmla="*/ 687446 h 1160647"/>
                <a:gd name="connsiteX43-7811" fmla="*/ 411418 w 3024845"/>
                <a:gd name="connsiteY43-7812" fmla="*/ 686365 h 1160647"/>
                <a:gd name="connsiteX44-7813" fmla="*/ 411418 w 3024845"/>
                <a:gd name="connsiteY44-7814" fmla="*/ 678798 h 1160647"/>
                <a:gd name="connsiteX45-7815" fmla="*/ 413445 w 3024845"/>
                <a:gd name="connsiteY45-7816" fmla="*/ 678798 h 1160647"/>
                <a:gd name="connsiteX46-7817" fmla="*/ 427632 w 3024845"/>
                <a:gd name="connsiteY46-7818" fmla="*/ 678798 h 1160647"/>
                <a:gd name="connsiteX47-7819" fmla="*/ 427632 w 3024845"/>
                <a:gd name="connsiteY47-7820" fmla="*/ 679879 h 1160647"/>
                <a:gd name="connsiteX48-7821" fmla="*/ 427632 w 3024845"/>
                <a:gd name="connsiteY48-7822" fmla="*/ 687446 h 1160647"/>
                <a:gd name="connsiteX49-7823" fmla="*/ 449925 w 3024845"/>
                <a:gd name="connsiteY49-7824" fmla="*/ 687446 h 1160647"/>
                <a:gd name="connsiteX50-7825" fmla="*/ 449925 w 3024845"/>
                <a:gd name="connsiteY50-7826" fmla="*/ 685554 h 1160647"/>
                <a:gd name="connsiteX51-7827" fmla="*/ 449925 w 3024845"/>
                <a:gd name="connsiteY51-7828" fmla="*/ 672313 h 1160647"/>
                <a:gd name="connsiteX52-7829" fmla="*/ 451699 w 3024845"/>
                <a:gd name="connsiteY52-7830" fmla="*/ 672313 h 1160647"/>
                <a:gd name="connsiteX53-7831" fmla="*/ 464112 w 3024845"/>
                <a:gd name="connsiteY53-7832" fmla="*/ 672313 h 1160647"/>
                <a:gd name="connsiteX54-7833" fmla="*/ 464112 w 3024845"/>
                <a:gd name="connsiteY54-7834" fmla="*/ 696093 h 1160647"/>
                <a:gd name="connsiteX55-7835" fmla="*/ 465126 w 3024845"/>
                <a:gd name="connsiteY55-7836" fmla="*/ 696093 h 1160647"/>
                <a:gd name="connsiteX56-7837" fmla="*/ 472219 w 3024845"/>
                <a:gd name="connsiteY56-7838" fmla="*/ 696093 h 1160647"/>
                <a:gd name="connsiteX57-7839" fmla="*/ 472219 w 3024845"/>
                <a:gd name="connsiteY57-7840" fmla="*/ 695012 h 1160647"/>
                <a:gd name="connsiteX58-7841" fmla="*/ 472219 w 3024845"/>
                <a:gd name="connsiteY58-7842" fmla="*/ 687446 h 1160647"/>
                <a:gd name="connsiteX59-7843" fmla="*/ 473992 w 3024845"/>
                <a:gd name="connsiteY59-7844" fmla="*/ 687446 h 1160647"/>
                <a:gd name="connsiteX60-7845" fmla="*/ 486406 w 3024845"/>
                <a:gd name="connsiteY60-7846" fmla="*/ 687446 h 1160647"/>
                <a:gd name="connsiteX61-7847" fmla="*/ 486406 w 3024845"/>
                <a:gd name="connsiteY61-7848" fmla="*/ 713387 h 1160647"/>
                <a:gd name="connsiteX62-7849" fmla="*/ 488433 w 3024845"/>
                <a:gd name="connsiteY62-7850" fmla="*/ 713387 h 1160647"/>
                <a:gd name="connsiteX63-7851" fmla="*/ 502619 w 3024845"/>
                <a:gd name="connsiteY63-7852" fmla="*/ 713387 h 1160647"/>
                <a:gd name="connsiteX64-7853" fmla="*/ 502619 w 3024845"/>
                <a:gd name="connsiteY64-7854" fmla="*/ 715008 h 1160647"/>
                <a:gd name="connsiteX65-7855" fmla="*/ 502619 w 3024845"/>
                <a:gd name="connsiteY65-7856" fmla="*/ 726358 h 1160647"/>
                <a:gd name="connsiteX66-7857" fmla="*/ 503379 w 3024845"/>
                <a:gd name="connsiteY66-7858" fmla="*/ 726358 h 1160647"/>
                <a:gd name="connsiteX67-7859" fmla="*/ 508700 w 3024845"/>
                <a:gd name="connsiteY67-7860" fmla="*/ 726358 h 1160647"/>
                <a:gd name="connsiteX68-7861" fmla="*/ 508700 w 3024845"/>
                <a:gd name="connsiteY68-7862" fmla="*/ 725547 h 1160647"/>
                <a:gd name="connsiteX69-7863" fmla="*/ 508700 w 3024845"/>
                <a:gd name="connsiteY69-7864" fmla="*/ 719872 h 1160647"/>
                <a:gd name="connsiteX70-7865" fmla="*/ 539100 w 3024845"/>
                <a:gd name="connsiteY70-7866" fmla="*/ 719872 h 1160647"/>
                <a:gd name="connsiteX71-7867" fmla="*/ 539100 w 3024845"/>
                <a:gd name="connsiteY71-7868" fmla="*/ 743652 h 1160647"/>
                <a:gd name="connsiteX72-7869" fmla="*/ 540113 w 3024845"/>
                <a:gd name="connsiteY72-7870" fmla="*/ 743652 h 1160647"/>
                <a:gd name="connsiteX73-7871" fmla="*/ 547207 w 3024845"/>
                <a:gd name="connsiteY73-7872" fmla="*/ 743652 h 1160647"/>
                <a:gd name="connsiteX74-7873" fmla="*/ 547207 w 3024845"/>
                <a:gd name="connsiteY74-7874" fmla="*/ 744733 h 1160647"/>
                <a:gd name="connsiteX75-7875" fmla="*/ 547207 w 3024845"/>
                <a:gd name="connsiteY75-7876" fmla="*/ 752299 h 1160647"/>
                <a:gd name="connsiteX76-7877" fmla="*/ 547967 w 3024845"/>
                <a:gd name="connsiteY76-7878" fmla="*/ 752299 h 1160647"/>
                <a:gd name="connsiteX77-7879" fmla="*/ 553287 w 3024845"/>
                <a:gd name="connsiteY77-7880" fmla="*/ 752299 h 1160647"/>
                <a:gd name="connsiteX78-7881" fmla="*/ 553287 w 3024845"/>
                <a:gd name="connsiteY78-7882" fmla="*/ 750137 h 1160647"/>
                <a:gd name="connsiteX79-7883" fmla="*/ 553287 w 3024845"/>
                <a:gd name="connsiteY79-7884" fmla="*/ 735005 h 1160647"/>
                <a:gd name="connsiteX80-7885" fmla="*/ 554300 w 3024845"/>
                <a:gd name="connsiteY80-7886" fmla="*/ 735005 h 1160647"/>
                <a:gd name="connsiteX81-7887" fmla="*/ 561394 w 3024845"/>
                <a:gd name="connsiteY81-7888" fmla="*/ 735005 h 1160647"/>
                <a:gd name="connsiteX82-7889" fmla="*/ 561394 w 3024845"/>
                <a:gd name="connsiteY82-7890" fmla="*/ 736086 h 1160647"/>
                <a:gd name="connsiteX83-7891" fmla="*/ 561394 w 3024845"/>
                <a:gd name="connsiteY83-7892" fmla="*/ 743652 h 1160647"/>
                <a:gd name="connsiteX84-7893" fmla="*/ 566714 w 3024845"/>
                <a:gd name="connsiteY84-7894" fmla="*/ 741659 h 1160647"/>
                <a:gd name="connsiteX85-7895" fmla="*/ 567474 w 3024845"/>
                <a:gd name="connsiteY85-7896" fmla="*/ 740679 h 1160647"/>
                <a:gd name="connsiteX86-7897" fmla="*/ 567474 w 3024845"/>
                <a:gd name="connsiteY86-7898" fmla="*/ 735005 h 1160647"/>
                <a:gd name="connsiteX87-7899" fmla="*/ 605981 w 3024845"/>
                <a:gd name="connsiteY87-7900" fmla="*/ 735005 h 1160647"/>
                <a:gd name="connsiteX88-7901" fmla="*/ 605981 w 3024845"/>
                <a:gd name="connsiteY88-7902" fmla="*/ 758784 h 1160647"/>
                <a:gd name="connsiteX89-7903" fmla="*/ 608007 w 3024845"/>
                <a:gd name="connsiteY89-7904" fmla="*/ 758784 h 1160647"/>
                <a:gd name="connsiteX90-7905" fmla="*/ 622194 w 3024845"/>
                <a:gd name="connsiteY90-7906" fmla="*/ 758784 h 1160647"/>
                <a:gd name="connsiteX91-7907" fmla="*/ 622194 w 3024845"/>
                <a:gd name="connsiteY91-7908" fmla="*/ 759865 h 1160647"/>
                <a:gd name="connsiteX92-7909" fmla="*/ 622194 w 3024845"/>
                <a:gd name="connsiteY92-7910" fmla="*/ 767431 h 1160647"/>
                <a:gd name="connsiteX93-7911" fmla="*/ 623968 w 3024845"/>
                <a:gd name="connsiteY93-7912" fmla="*/ 767431 h 1160647"/>
                <a:gd name="connsiteX94-7913" fmla="*/ 636381 w 3024845"/>
                <a:gd name="connsiteY94-7914" fmla="*/ 767431 h 1160647"/>
                <a:gd name="connsiteX95-7915" fmla="*/ 636381 w 3024845"/>
                <a:gd name="connsiteY95-7916" fmla="*/ 743652 h 1160647"/>
                <a:gd name="connsiteX96-7917" fmla="*/ 637394 w 3024845"/>
                <a:gd name="connsiteY96-7918" fmla="*/ 743652 h 1160647"/>
                <a:gd name="connsiteX97-7919" fmla="*/ 644488 w 3024845"/>
                <a:gd name="connsiteY97-7920" fmla="*/ 743652 h 1160647"/>
                <a:gd name="connsiteX98-7921" fmla="*/ 644488 w 3024845"/>
                <a:gd name="connsiteY98-7922" fmla="*/ 711225 h 1160647"/>
                <a:gd name="connsiteX99-7923" fmla="*/ 645501 w 3024845"/>
                <a:gd name="connsiteY99-7924" fmla="*/ 711225 h 1160647"/>
                <a:gd name="connsiteX100-7925" fmla="*/ 652595 w 3024845"/>
                <a:gd name="connsiteY100-7926" fmla="*/ 711225 h 1160647"/>
                <a:gd name="connsiteX101-7927" fmla="*/ 652595 w 3024845"/>
                <a:gd name="connsiteY101-7928" fmla="*/ 709334 h 1160647"/>
                <a:gd name="connsiteX102-7929" fmla="*/ 652595 w 3024845"/>
                <a:gd name="connsiteY102-7930" fmla="*/ 696093 h 1160647"/>
                <a:gd name="connsiteX103-7931" fmla="*/ 651328 w 3024845"/>
                <a:gd name="connsiteY103-7932" fmla="*/ 694471 h 1160647"/>
                <a:gd name="connsiteX104-7933" fmla="*/ 656648 w 3024845"/>
                <a:gd name="connsiteY104-7934" fmla="*/ 683122 h 1160647"/>
                <a:gd name="connsiteX105-7935" fmla="*/ 664755 w 3024845"/>
                <a:gd name="connsiteY105-7936" fmla="*/ 711225 h 1160647"/>
                <a:gd name="connsiteX106-7937" fmla="*/ 665515 w 3024845"/>
                <a:gd name="connsiteY106-7938" fmla="*/ 711225 h 1160647"/>
                <a:gd name="connsiteX107-7939" fmla="*/ 670835 w 3024845"/>
                <a:gd name="connsiteY107-7940" fmla="*/ 711225 h 1160647"/>
                <a:gd name="connsiteX108-7941" fmla="*/ 670835 w 3024845"/>
                <a:gd name="connsiteY108-7942" fmla="*/ 605298 h 1160647"/>
                <a:gd name="connsiteX109-7943" fmla="*/ 672355 w 3024845"/>
                <a:gd name="connsiteY109-7944" fmla="*/ 605298 h 1160647"/>
                <a:gd name="connsiteX110-7945" fmla="*/ 682995 w 3024845"/>
                <a:gd name="connsiteY110-7946" fmla="*/ 605298 h 1160647"/>
                <a:gd name="connsiteX111-7947" fmla="*/ 682995 w 3024845"/>
                <a:gd name="connsiteY111-7948" fmla="*/ 557739 h 1160647"/>
                <a:gd name="connsiteX112-7949" fmla="*/ 709342 w 3024845"/>
                <a:gd name="connsiteY112-7950" fmla="*/ 557739 h 1160647"/>
                <a:gd name="connsiteX113-7951" fmla="*/ 709342 w 3024845"/>
                <a:gd name="connsiteY113-7952" fmla="*/ 536121 h 1160647"/>
                <a:gd name="connsiteX114-7953" fmla="*/ 743796 w 3024845"/>
                <a:gd name="connsiteY114-7954" fmla="*/ 536121 h 1160647"/>
                <a:gd name="connsiteX115-7955" fmla="*/ 743796 w 3024845"/>
                <a:gd name="connsiteY115-7956" fmla="*/ 538553 h 1160647"/>
                <a:gd name="connsiteX116-7957" fmla="*/ 743796 w 3024845"/>
                <a:gd name="connsiteY116-7958" fmla="*/ 555577 h 1160647"/>
                <a:gd name="connsiteX117-7959" fmla="*/ 746076 w 3024845"/>
                <a:gd name="connsiteY117-7960" fmla="*/ 555577 h 1160647"/>
                <a:gd name="connsiteX118-7961" fmla="*/ 762036 w 3024845"/>
                <a:gd name="connsiteY118-7962" fmla="*/ 555577 h 1160647"/>
                <a:gd name="connsiteX119-7963" fmla="*/ 762036 w 3024845"/>
                <a:gd name="connsiteY119-7964" fmla="*/ 603136 h 1160647"/>
                <a:gd name="connsiteX120-7965" fmla="*/ 763049 w 3024845"/>
                <a:gd name="connsiteY120-7966" fmla="*/ 603136 h 1160647"/>
                <a:gd name="connsiteX121-7967" fmla="*/ 770143 w 3024845"/>
                <a:gd name="connsiteY121-7968" fmla="*/ 603136 h 1160647"/>
                <a:gd name="connsiteX122-7969" fmla="*/ 784330 w 3024845"/>
                <a:gd name="connsiteY122-7970" fmla="*/ 607460 h 1160647"/>
                <a:gd name="connsiteX123-7971" fmla="*/ 784330 w 3024845"/>
                <a:gd name="connsiteY123-7972" fmla="*/ 646372 h 1160647"/>
                <a:gd name="connsiteX124-7973" fmla="*/ 785343 w 3024845"/>
                <a:gd name="connsiteY124-7974" fmla="*/ 646372 h 1160647"/>
                <a:gd name="connsiteX125-7975" fmla="*/ 792436 w 3024845"/>
                <a:gd name="connsiteY125-7976" fmla="*/ 646372 h 1160647"/>
                <a:gd name="connsiteX126-7977" fmla="*/ 792436 w 3024845"/>
                <a:gd name="connsiteY126-7978" fmla="*/ 647993 h 1160647"/>
                <a:gd name="connsiteX127-7979" fmla="*/ 792436 w 3024845"/>
                <a:gd name="connsiteY127-7980" fmla="*/ 659342 h 1160647"/>
                <a:gd name="connsiteX128-7981" fmla="*/ 794463 w 3024845"/>
                <a:gd name="connsiteY128-7982" fmla="*/ 659342 h 1160647"/>
                <a:gd name="connsiteX129-7983" fmla="*/ 808650 w 3024845"/>
                <a:gd name="connsiteY129-7984" fmla="*/ 659342 h 1160647"/>
                <a:gd name="connsiteX130-7985" fmla="*/ 814730 w 3024845"/>
                <a:gd name="connsiteY130-7986" fmla="*/ 665828 h 1160647"/>
                <a:gd name="connsiteX131-7987" fmla="*/ 814730 w 3024845"/>
                <a:gd name="connsiteY131-7988" fmla="*/ 687446 h 1160647"/>
                <a:gd name="connsiteX132-7989" fmla="*/ 817010 w 3024845"/>
                <a:gd name="connsiteY132-7990" fmla="*/ 687446 h 1160647"/>
                <a:gd name="connsiteX133-7991" fmla="*/ 832970 w 3024845"/>
                <a:gd name="connsiteY133-7992" fmla="*/ 687446 h 1160647"/>
                <a:gd name="connsiteX134-7993" fmla="*/ 832970 w 3024845"/>
                <a:gd name="connsiteY134-7994" fmla="*/ 688526 h 1160647"/>
                <a:gd name="connsiteX135-7995" fmla="*/ 832970 w 3024845"/>
                <a:gd name="connsiteY135-7996" fmla="*/ 696093 h 1160647"/>
                <a:gd name="connsiteX136-7997" fmla="*/ 834237 w 3024845"/>
                <a:gd name="connsiteY136-7998" fmla="*/ 696093 h 1160647"/>
                <a:gd name="connsiteX137-7999" fmla="*/ 843104 w 3024845"/>
                <a:gd name="connsiteY137-8000" fmla="*/ 696093 h 1160647"/>
                <a:gd name="connsiteX138-8001" fmla="*/ 843104 w 3024845"/>
                <a:gd name="connsiteY138-8002" fmla="*/ 698254 h 1160647"/>
                <a:gd name="connsiteX139-8003" fmla="*/ 843104 w 3024845"/>
                <a:gd name="connsiteY139-8004" fmla="*/ 713387 h 1160647"/>
                <a:gd name="connsiteX140-8005" fmla="*/ 847157 w 3024845"/>
                <a:gd name="connsiteY140-8006" fmla="*/ 711495 h 1160647"/>
                <a:gd name="connsiteX141-8007" fmla="*/ 847157 w 3024845"/>
                <a:gd name="connsiteY141-8008" fmla="*/ 698254 h 1160647"/>
                <a:gd name="connsiteX142-8009" fmla="*/ 848170 w 3024845"/>
                <a:gd name="connsiteY142-8010" fmla="*/ 698254 h 1160647"/>
                <a:gd name="connsiteX143-8011" fmla="*/ 855264 w 3024845"/>
                <a:gd name="connsiteY143-8012" fmla="*/ 698254 h 1160647"/>
                <a:gd name="connsiteX144-8013" fmla="*/ 855264 w 3024845"/>
                <a:gd name="connsiteY144-8014" fmla="*/ 699876 h 1160647"/>
                <a:gd name="connsiteX145-8015" fmla="*/ 855264 w 3024845"/>
                <a:gd name="connsiteY145-8016" fmla="*/ 711225 h 1160647"/>
                <a:gd name="connsiteX146-8017" fmla="*/ 856024 w 3024845"/>
                <a:gd name="connsiteY146-8018" fmla="*/ 711225 h 1160647"/>
                <a:gd name="connsiteX147-8019" fmla="*/ 861344 w 3024845"/>
                <a:gd name="connsiteY147-8020" fmla="*/ 711225 h 1160647"/>
                <a:gd name="connsiteX148-8021" fmla="*/ 909984 w 3024845"/>
                <a:gd name="connsiteY148-8022" fmla="*/ 706902 h 1160647"/>
                <a:gd name="connsiteX149-8023" fmla="*/ 909984 w 3024845"/>
                <a:gd name="connsiteY149-8024" fmla="*/ 708253 h 1160647"/>
                <a:gd name="connsiteX150-8025" fmla="*/ 909984 w 3024845"/>
                <a:gd name="connsiteY150-8026" fmla="*/ 717710 h 1160647"/>
                <a:gd name="connsiteX151-8027" fmla="*/ 910744 w 3024845"/>
                <a:gd name="connsiteY151-8028" fmla="*/ 717710 h 1160647"/>
                <a:gd name="connsiteX152-8029" fmla="*/ 916065 w 3024845"/>
                <a:gd name="connsiteY152-8030" fmla="*/ 717710 h 1160647"/>
                <a:gd name="connsiteX153-8031" fmla="*/ 916065 w 3024845"/>
                <a:gd name="connsiteY153-8032" fmla="*/ 719872 h 1160647"/>
                <a:gd name="connsiteX154-8033" fmla="*/ 916065 w 3024845"/>
                <a:gd name="connsiteY154-8034" fmla="*/ 735005 h 1160647"/>
                <a:gd name="connsiteX155-8035" fmla="*/ 918091 w 3024845"/>
                <a:gd name="connsiteY155-8036" fmla="*/ 733654 h 1160647"/>
                <a:gd name="connsiteX156-8037" fmla="*/ 932278 w 3024845"/>
                <a:gd name="connsiteY156-8038" fmla="*/ 724196 h 1160647"/>
                <a:gd name="connsiteX157-8039" fmla="*/ 938358 w 3024845"/>
                <a:gd name="connsiteY157-8040" fmla="*/ 683122 h 1160647"/>
                <a:gd name="connsiteX158-8041" fmla="*/ 939118 w 3024845"/>
                <a:gd name="connsiteY158-8042" fmla="*/ 682852 h 1160647"/>
                <a:gd name="connsiteX159-8043" fmla="*/ 944438 w 3024845"/>
                <a:gd name="connsiteY159-8044" fmla="*/ 680960 h 1160647"/>
                <a:gd name="connsiteX160-8045" fmla="*/ 946465 w 3024845"/>
                <a:gd name="connsiteY160-8046" fmla="*/ 611783 h 1160647"/>
                <a:gd name="connsiteX161-8047" fmla="*/ 948492 w 3024845"/>
                <a:gd name="connsiteY161-8048" fmla="*/ 680960 h 1160647"/>
                <a:gd name="connsiteX162-8049" fmla="*/ 949252 w 3024845"/>
                <a:gd name="connsiteY162-8050" fmla="*/ 681230 h 1160647"/>
                <a:gd name="connsiteX163-8051" fmla="*/ 954572 w 3024845"/>
                <a:gd name="connsiteY163-8052" fmla="*/ 683122 h 1160647"/>
                <a:gd name="connsiteX164-8053" fmla="*/ 954572 w 3024845"/>
                <a:gd name="connsiteY164-8054" fmla="*/ 596651 h 1160647"/>
                <a:gd name="connsiteX165-8055" fmla="*/ 958625 w 3024845"/>
                <a:gd name="connsiteY165-8056" fmla="*/ 564224 h 1160647"/>
                <a:gd name="connsiteX166-8057" fmla="*/ 997132 w 3024845"/>
                <a:gd name="connsiteY166-8058" fmla="*/ 564224 h 1160647"/>
                <a:gd name="connsiteX167-8059" fmla="*/ 997132 w 3024845"/>
                <a:gd name="connsiteY167-8060" fmla="*/ 596651 h 1160647"/>
                <a:gd name="connsiteX168-8061" fmla="*/ 997892 w 3024845"/>
                <a:gd name="connsiteY168-8062" fmla="*/ 596651 h 1160647"/>
                <a:gd name="connsiteX169-8063" fmla="*/ 1003212 w 3024845"/>
                <a:gd name="connsiteY169-8064" fmla="*/ 596651 h 1160647"/>
                <a:gd name="connsiteX170-8065" fmla="*/ 1003212 w 3024845"/>
                <a:gd name="connsiteY170-8066" fmla="*/ 514503 h 1160647"/>
                <a:gd name="connsiteX171-8067" fmla="*/ 1004986 w 3024845"/>
                <a:gd name="connsiteY171-8068" fmla="*/ 514503 h 1160647"/>
                <a:gd name="connsiteX172-8069" fmla="*/ 1017399 w 3024845"/>
                <a:gd name="connsiteY172-8070" fmla="*/ 514503 h 1160647"/>
                <a:gd name="connsiteX173-8071" fmla="*/ 1017399 w 3024845"/>
                <a:gd name="connsiteY173-8072" fmla="*/ 512612 h 1160647"/>
                <a:gd name="connsiteX174-8073" fmla="*/ 1017399 w 3024845"/>
                <a:gd name="connsiteY174-8074" fmla="*/ 499371 h 1160647"/>
                <a:gd name="connsiteX175-8075" fmla="*/ 1039693 w 3024845"/>
                <a:gd name="connsiteY175-8076" fmla="*/ 499371 h 1160647"/>
                <a:gd name="connsiteX176-8077" fmla="*/ 1039693 w 3024845"/>
                <a:gd name="connsiteY176-8078" fmla="*/ 498290 h 1160647"/>
                <a:gd name="connsiteX177-8079" fmla="*/ 1039693 w 3024845"/>
                <a:gd name="connsiteY177-8080" fmla="*/ 490724 h 1160647"/>
                <a:gd name="connsiteX178-8081" fmla="*/ 1041466 w 3024845"/>
                <a:gd name="connsiteY178-8082" fmla="*/ 490724 h 1160647"/>
                <a:gd name="connsiteX179-8083" fmla="*/ 1053880 w 3024845"/>
                <a:gd name="connsiteY179-8084" fmla="*/ 490724 h 1160647"/>
                <a:gd name="connsiteX180-8085" fmla="*/ 1053880 w 3024845"/>
                <a:gd name="connsiteY180-8086" fmla="*/ 491805 h 1160647"/>
                <a:gd name="connsiteX181-8087" fmla="*/ 1053880 w 3024845"/>
                <a:gd name="connsiteY181-8088" fmla="*/ 499371 h 1160647"/>
                <a:gd name="connsiteX182-8089" fmla="*/ 1054640 w 3024845"/>
                <a:gd name="connsiteY182-8090" fmla="*/ 499371 h 1160647"/>
                <a:gd name="connsiteX183-8091" fmla="*/ 1059960 w 3024845"/>
                <a:gd name="connsiteY183-8092" fmla="*/ 499371 h 1160647"/>
                <a:gd name="connsiteX184-8093" fmla="*/ 1070093 w 3024845"/>
                <a:gd name="connsiteY184-8094" fmla="*/ 495047 h 1160647"/>
                <a:gd name="connsiteX185-8095" fmla="*/ 1074146 w 3024845"/>
                <a:gd name="connsiteY185-8096" fmla="*/ 498290 h 1160647"/>
                <a:gd name="connsiteX186-8097" fmla="*/ 1074146 w 3024845"/>
                <a:gd name="connsiteY186-8098" fmla="*/ 490724 h 1160647"/>
                <a:gd name="connsiteX187-8099" fmla="*/ 1076426 w 3024845"/>
                <a:gd name="connsiteY187-8100" fmla="*/ 490724 h 1160647"/>
                <a:gd name="connsiteX188-8101" fmla="*/ 1092387 w 3024845"/>
                <a:gd name="connsiteY188-8102" fmla="*/ 490724 h 1160647"/>
                <a:gd name="connsiteX189-8103" fmla="*/ 1092387 w 3024845"/>
                <a:gd name="connsiteY189-8104" fmla="*/ 491805 h 1160647"/>
                <a:gd name="connsiteX190-8105" fmla="*/ 1092387 w 3024845"/>
                <a:gd name="connsiteY190-8106" fmla="*/ 499371 h 1160647"/>
                <a:gd name="connsiteX191-8107" fmla="*/ 1122787 w 3024845"/>
                <a:gd name="connsiteY191-8108" fmla="*/ 499371 h 1160647"/>
                <a:gd name="connsiteX192-8109" fmla="*/ 1122787 w 3024845"/>
                <a:gd name="connsiteY192-8110" fmla="*/ 500992 h 1160647"/>
                <a:gd name="connsiteX193-8111" fmla="*/ 1122787 w 3024845"/>
                <a:gd name="connsiteY193-8112" fmla="*/ 512342 h 1160647"/>
                <a:gd name="connsiteX194-8113" fmla="*/ 1149134 w 3024845"/>
                <a:gd name="connsiteY194-8114" fmla="*/ 512342 h 1160647"/>
                <a:gd name="connsiteX195-8115" fmla="*/ 1149134 w 3024845"/>
                <a:gd name="connsiteY195-8116" fmla="*/ 542606 h 1160647"/>
                <a:gd name="connsiteX196-8117" fmla="*/ 1149894 w 3024845"/>
                <a:gd name="connsiteY196-8118" fmla="*/ 542606 h 1160647"/>
                <a:gd name="connsiteX197-8119" fmla="*/ 1155214 w 3024845"/>
                <a:gd name="connsiteY197-8120" fmla="*/ 542606 h 1160647"/>
                <a:gd name="connsiteX198-8121" fmla="*/ 1155214 w 3024845"/>
                <a:gd name="connsiteY198-8122" fmla="*/ 543687 h 1160647"/>
                <a:gd name="connsiteX199-8123" fmla="*/ 1155214 w 3024845"/>
                <a:gd name="connsiteY199-8124" fmla="*/ 551254 h 1160647"/>
                <a:gd name="connsiteX200-8125" fmla="*/ 1159268 w 3024845"/>
                <a:gd name="connsiteY200-8126" fmla="*/ 581518 h 1160647"/>
                <a:gd name="connsiteX201-8127" fmla="*/ 1160028 w 3024845"/>
                <a:gd name="connsiteY201-8128" fmla="*/ 581518 h 1160647"/>
                <a:gd name="connsiteX202-8129" fmla="*/ 1165348 w 3024845"/>
                <a:gd name="connsiteY202-8130" fmla="*/ 581518 h 1160647"/>
                <a:gd name="connsiteX203-8131" fmla="*/ 1165348 w 3024845"/>
                <a:gd name="connsiteY203-8132" fmla="*/ 582329 h 1160647"/>
                <a:gd name="connsiteX204-8133" fmla="*/ 1165348 w 3024845"/>
                <a:gd name="connsiteY204-8134" fmla="*/ 588004 h 1160647"/>
                <a:gd name="connsiteX205-8135" fmla="*/ 1166361 w 3024845"/>
                <a:gd name="connsiteY205-8136" fmla="*/ 588004 h 1160647"/>
                <a:gd name="connsiteX206-8137" fmla="*/ 1173454 w 3024845"/>
                <a:gd name="connsiteY206-8138" fmla="*/ 588004 h 1160647"/>
                <a:gd name="connsiteX207-8139" fmla="*/ 1173454 w 3024845"/>
                <a:gd name="connsiteY207-8140" fmla="*/ 618269 h 1160647"/>
                <a:gd name="connsiteX208-8141" fmla="*/ 1175481 w 3024845"/>
                <a:gd name="connsiteY208-8142" fmla="*/ 618269 h 1160647"/>
                <a:gd name="connsiteX209-8143" fmla="*/ 1189668 w 3024845"/>
                <a:gd name="connsiteY209-8144" fmla="*/ 618269 h 1160647"/>
                <a:gd name="connsiteX210-8145" fmla="*/ 1189668 w 3024845"/>
                <a:gd name="connsiteY210-8146" fmla="*/ 642048 h 1160647"/>
                <a:gd name="connsiteX211-8147" fmla="*/ 1191695 w 3024845"/>
                <a:gd name="connsiteY211-8148" fmla="*/ 643669 h 1160647"/>
                <a:gd name="connsiteX212-8149" fmla="*/ 1191695 w 3024845"/>
                <a:gd name="connsiteY212-8150" fmla="*/ 655019 h 1160647"/>
                <a:gd name="connsiteX213-8151" fmla="*/ 1192455 w 3024845"/>
                <a:gd name="connsiteY213-8152" fmla="*/ 655019 h 1160647"/>
                <a:gd name="connsiteX214-8153" fmla="*/ 1197775 w 3024845"/>
                <a:gd name="connsiteY214-8154" fmla="*/ 655019 h 1160647"/>
                <a:gd name="connsiteX215-8155" fmla="*/ 1197775 w 3024845"/>
                <a:gd name="connsiteY215-8156" fmla="*/ 678798 h 1160647"/>
                <a:gd name="connsiteX216-8157" fmla="*/ 1199041 w 3024845"/>
                <a:gd name="connsiteY216-8158" fmla="*/ 678798 h 1160647"/>
                <a:gd name="connsiteX217-8159" fmla="*/ 1207908 w 3024845"/>
                <a:gd name="connsiteY217-8160" fmla="*/ 678798 h 1160647"/>
                <a:gd name="connsiteX218-8161" fmla="*/ 1209935 w 3024845"/>
                <a:gd name="connsiteY218-8162" fmla="*/ 682852 h 1160647"/>
                <a:gd name="connsiteX219-8163" fmla="*/ 1209935 w 3024845"/>
                <a:gd name="connsiteY219-8164" fmla="*/ 696093 h 1160647"/>
                <a:gd name="connsiteX220-8165" fmla="*/ 1211455 w 3024845"/>
                <a:gd name="connsiteY220-8166" fmla="*/ 694201 h 1160647"/>
                <a:gd name="connsiteX221-8167" fmla="*/ 1222095 w 3024845"/>
                <a:gd name="connsiteY221-8168" fmla="*/ 680960 h 1160647"/>
                <a:gd name="connsiteX222-8169" fmla="*/ 1250469 w 3024845"/>
                <a:gd name="connsiteY222-8170" fmla="*/ 680960 h 1160647"/>
                <a:gd name="connsiteX223-8171" fmla="*/ 1250469 w 3024845"/>
                <a:gd name="connsiteY223-8172" fmla="*/ 767431 h 1160647"/>
                <a:gd name="connsiteX224-8173" fmla="*/ 1251229 w 3024845"/>
                <a:gd name="connsiteY224-8174" fmla="*/ 767431 h 1160647"/>
                <a:gd name="connsiteX225-8175" fmla="*/ 1256549 w 3024845"/>
                <a:gd name="connsiteY225-8176" fmla="*/ 767431 h 1160647"/>
                <a:gd name="connsiteX226-8177" fmla="*/ 1257309 w 3024845"/>
                <a:gd name="connsiteY226-8178" fmla="*/ 766080 h 1160647"/>
                <a:gd name="connsiteX227-8179" fmla="*/ 1262629 w 3024845"/>
                <a:gd name="connsiteY227-8180" fmla="*/ 756622 h 1160647"/>
                <a:gd name="connsiteX228-8181" fmla="*/ 1262629 w 3024845"/>
                <a:gd name="connsiteY228-8182" fmla="*/ 758514 h 1160647"/>
                <a:gd name="connsiteX229-8183" fmla="*/ 1262629 w 3024845"/>
                <a:gd name="connsiteY229-8184" fmla="*/ 771755 h 1160647"/>
                <a:gd name="connsiteX230-8185" fmla="*/ 1266682 w 3024845"/>
                <a:gd name="connsiteY230-8186" fmla="*/ 726358 h 1160647"/>
                <a:gd name="connsiteX231-8187" fmla="*/ 1267442 w 3024845"/>
                <a:gd name="connsiteY231-8188" fmla="*/ 726358 h 1160647"/>
                <a:gd name="connsiteX232-8189" fmla="*/ 1272762 w 3024845"/>
                <a:gd name="connsiteY232-8190" fmla="*/ 726358 h 1160647"/>
                <a:gd name="connsiteX233-8191" fmla="*/ 1272762 w 3024845"/>
                <a:gd name="connsiteY233-8192" fmla="*/ 661504 h 1160647"/>
                <a:gd name="connsiteX234-8193" fmla="*/ 1273776 w 3024845"/>
                <a:gd name="connsiteY234-8194" fmla="*/ 661504 h 1160647"/>
                <a:gd name="connsiteX235-8195" fmla="*/ 1280869 w 3024845"/>
                <a:gd name="connsiteY235-8196" fmla="*/ 661504 h 1160647"/>
                <a:gd name="connsiteX236-8197" fmla="*/ 1293029 w 3024845"/>
                <a:gd name="connsiteY236-8198" fmla="*/ 618269 h 1160647"/>
                <a:gd name="connsiteX237-8199" fmla="*/ 1294296 w 3024845"/>
                <a:gd name="connsiteY237-8200" fmla="*/ 618269 h 1160647"/>
                <a:gd name="connsiteX238-8201" fmla="*/ 1303163 w 3024845"/>
                <a:gd name="connsiteY238-8202" fmla="*/ 618269 h 1160647"/>
                <a:gd name="connsiteX239-8203" fmla="*/ 1313296 w 3024845"/>
                <a:gd name="connsiteY239-8204" fmla="*/ 661504 h 1160647"/>
                <a:gd name="connsiteX240-8205" fmla="*/ 1314309 w 3024845"/>
                <a:gd name="connsiteY240-8206" fmla="*/ 661504 h 1160647"/>
                <a:gd name="connsiteX241-8207" fmla="*/ 1321403 w 3024845"/>
                <a:gd name="connsiteY241-8208" fmla="*/ 661504 h 1160647"/>
                <a:gd name="connsiteX242-8209" fmla="*/ 1321403 w 3024845"/>
                <a:gd name="connsiteY242-8210" fmla="*/ 700416 h 1160647"/>
                <a:gd name="connsiteX243-8211" fmla="*/ 1323176 w 3024845"/>
                <a:gd name="connsiteY243-8212" fmla="*/ 700416 h 1160647"/>
                <a:gd name="connsiteX244-8213" fmla="*/ 1335590 w 3024845"/>
                <a:gd name="connsiteY244-8214" fmla="*/ 700416 h 1160647"/>
                <a:gd name="connsiteX245-8215" fmla="*/ 1335590 w 3024845"/>
                <a:gd name="connsiteY245-8216" fmla="*/ 702578 h 1160647"/>
                <a:gd name="connsiteX246-8217" fmla="*/ 1335590 w 3024845"/>
                <a:gd name="connsiteY246-8218" fmla="*/ 717710 h 1160647"/>
                <a:gd name="connsiteX247-8219" fmla="*/ 1339643 w 3024845"/>
                <a:gd name="connsiteY247-8220" fmla="*/ 715549 h 1160647"/>
                <a:gd name="connsiteX248-8221" fmla="*/ 1339643 w 3024845"/>
                <a:gd name="connsiteY248-8222" fmla="*/ 700416 h 1160647"/>
                <a:gd name="connsiteX249-8223" fmla="*/ 1341163 w 3024845"/>
                <a:gd name="connsiteY249-8224" fmla="*/ 700416 h 1160647"/>
                <a:gd name="connsiteX250-8225" fmla="*/ 1351803 w 3024845"/>
                <a:gd name="connsiteY250-8226" fmla="*/ 700416 h 1160647"/>
                <a:gd name="connsiteX251-8227" fmla="*/ 1351803 w 3024845"/>
                <a:gd name="connsiteY251-8228" fmla="*/ 702037 h 1160647"/>
                <a:gd name="connsiteX252-8229" fmla="*/ 1351803 w 3024845"/>
                <a:gd name="connsiteY252-8230" fmla="*/ 713387 h 1160647"/>
                <a:gd name="connsiteX253-8231" fmla="*/ 1382204 w 3024845"/>
                <a:gd name="connsiteY253-8232" fmla="*/ 713387 h 1160647"/>
                <a:gd name="connsiteX254-8233" fmla="*/ 1382204 w 3024845"/>
                <a:gd name="connsiteY254-8234" fmla="*/ 676637 h 1160647"/>
                <a:gd name="connsiteX255-8235" fmla="*/ 1383470 w 3024845"/>
                <a:gd name="connsiteY255-8236" fmla="*/ 676637 h 1160647"/>
                <a:gd name="connsiteX256-8237" fmla="*/ 1392337 w 3024845"/>
                <a:gd name="connsiteY256-8238" fmla="*/ 676637 h 1160647"/>
                <a:gd name="connsiteX257-8239" fmla="*/ 1392337 w 3024845"/>
                <a:gd name="connsiteY257-8240" fmla="*/ 698254 h 1160647"/>
                <a:gd name="connsiteX258-8241" fmla="*/ 1394364 w 3024845"/>
                <a:gd name="connsiteY258-8242" fmla="*/ 665828 h 1160647"/>
                <a:gd name="connsiteX259-8243" fmla="*/ 1416657 w 3024845"/>
                <a:gd name="connsiteY259-8244" fmla="*/ 665828 h 1160647"/>
                <a:gd name="connsiteX260-8245" fmla="*/ 1416657 w 3024845"/>
                <a:gd name="connsiteY260-8246" fmla="*/ 664206 h 1160647"/>
                <a:gd name="connsiteX261-8247" fmla="*/ 1416657 w 3024845"/>
                <a:gd name="connsiteY261-8248" fmla="*/ 652857 h 1160647"/>
                <a:gd name="connsiteX262-8249" fmla="*/ 1417417 w 3024845"/>
                <a:gd name="connsiteY262-8250" fmla="*/ 652857 h 1160647"/>
                <a:gd name="connsiteX263-8251" fmla="*/ 1422737 w 3024845"/>
                <a:gd name="connsiteY263-8252" fmla="*/ 652857 h 1160647"/>
                <a:gd name="connsiteX264-8253" fmla="*/ 1422737 w 3024845"/>
                <a:gd name="connsiteY264-8254" fmla="*/ 650966 h 1160647"/>
                <a:gd name="connsiteX265-8255" fmla="*/ 1422737 w 3024845"/>
                <a:gd name="connsiteY265-8256" fmla="*/ 637725 h 1160647"/>
                <a:gd name="connsiteX266-8257" fmla="*/ 1426791 w 3024845"/>
                <a:gd name="connsiteY266-8258" fmla="*/ 644210 h 1160647"/>
                <a:gd name="connsiteX267-8259" fmla="*/ 1429071 w 3024845"/>
                <a:gd name="connsiteY267-8260" fmla="*/ 644210 h 1160647"/>
                <a:gd name="connsiteX268-8261" fmla="*/ 1445031 w 3024845"/>
                <a:gd name="connsiteY268-8262" fmla="*/ 644210 h 1160647"/>
                <a:gd name="connsiteX269-8263" fmla="*/ 1445031 w 3024845"/>
                <a:gd name="connsiteY269-8264" fmla="*/ 643399 h 1160647"/>
                <a:gd name="connsiteX270-8265" fmla="*/ 1445031 w 3024845"/>
                <a:gd name="connsiteY270-8266" fmla="*/ 637725 h 1160647"/>
                <a:gd name="connsiteX271-8267" fmla="*/ 1445791 w 3024845"/>
                <a:gd name="connsiteY271-8268" fmla="*/ 637725 h 1160647"/>
                <a:gd name="connsiteX272-8269" fmla="*/ 1451111 w 3024845"/>
                <a:gd name="connsiteY272-8270" fmla="*/ 637725 h 1160647"/>
                <a:gd name="connsiteX273-8271" fmla="*/ 1451111 w 3024845"/>
                <a:gd name="connsiteY273-8272" fmla="*/ 639076 h 1160647"/>
                <a:gd name="connsiteX274-8273" fmla="*/ 1451111 w 3024845"/>
                <a:gd name="connsiteY274-8274" fmla="*/ 648534 h 1160647"/>
                <a:gd name="connsiteX275-8275" fmla="*/ 1489618 w 3024845"/>
                <a:gd name="connsiteY275-8276" fmla="*/ 648534 h 1160647"/>
                <a:gd name="connsiteX276-8277" fmla="*/ 1489618 w 3024845"/>
                <a:gd name="connsiteY276-8278" fmla="*/ 786887 h 1160647"/>
                <a:gd name="connsiteX277-8279" fmla="*/ 1491138 w 3024845"/>
                <a:gd name="connsiteY277-8280" fmla="*/ 786887 h 1160647"/>
                <a:gd name="connsiteX278-8281" fmla="*/ 1501778 w 3024845"/>
                <a:gd name="connsiteY278-8282" fmla="*/ 786887 h 1160647"/>
                <a:gd name="connsiteX279-8283" fmla="*/ 1501778 w 3024845"/>
                <a:gd name="connsiteY279-8284" fmla="*/ 773917 h 1160647"/>
                <a:gd name="connsiteX280-8285" fmla="*/ 1505832 w 3024845"/>
                <a:gd name="connsiteY280-8286" fmla="*/ 773917 h 1160647"/>
                <a:gd name="connsiteX281-8287" fmla="*/ 1505832 w 3024845"/>
                <a:gd name="connsiteY281-8288" fmla="*/ 786887 h 1160647"/>
                <a:gd name="connsiteX282-8289" fmla="*/ 1536232 w 3024845"/>
                <a:gd name="connsiteY282-8290" fmla="*/ 786887 h 1160647"/>
                <a:gd name="connsiteX283-8291" fmla="*/ 1536232 w 3024845"/>
                <a:gd name="connsiteY283-8292" fmla="*/ 756622 h 1160647"/>
                <a:gd name="connsiteX284-8293" fmla="*/ 1548392 w 3024845"/>
                <a:gd name="connsiteY284-8294" fmla="*/ 756622 h 1160647"/>
                <a:gd name="connsiteX285-8295" fmla="*/ 1560552 w 3024845"/>
                <a:gd name="connsiteY285-8296" fmla="*/ 754461 h 1160647"/>
                <a:gd name="connsiteX286-8297" fmla="*/ 1564606 w 3024845"/>
                <a:gd name="connsiteY286-8298" fmla="*/ 756622 h 1160647"/>
                <a:gd name="connsiteX287-8299" fmla="*/ 1574739 w 3024845"/>
                <a:gd name="connsiteY287-8300" fmla="*/ 756622 h 1160647"/>
                <a:gd name="connsiteX288-8301" fmla="*/ 1574739 w 3024845"/>
                <a:gd name="connsiteY288-8302" fmla="*/ 786887 h 1160647"/>
                <a:gd name="connsiteX289-8303" fmla="*/ 1582846 w 3024845"/>
                <a:gd name="connsiteY289-8304" fmla="*/ 786887 h 1160647"/>
                <a:gd name="connsiteX290-8305" fmla="*/ 1582846 w 3024845"/>
                <a:gd name="connsiteY290-8306" fmla="*/ 804182 h 1160647"/>
                <a:gd name="connsiteX291-8307" fmla="*/ 1592182 w 3024845"/>
                <a:gd name="connsiteY291-8308" fmla="*/ 805087 h 1160647"/>
                <a:gd name="connsiteX292-8309" fmla="*/ 1605140 w 3024845"/>
                <a:gd name="connsiteY292-8310" fmla="*/ 805087 h 1160647"/>
                <a:gd name="connsiteX293-8311" fmla="*/ 1605140 w 3024845"/>
                <a:gd name="connsiteY293-8312" fmla="*/ 789049 h 1160647"/>
                <a:gd name="connsiteX294-8313" fmla="*/ 1673096 w 3024845"/>
                <a:gd name="connsiteY294-8314" fmla="*/ 789049 h 1160647"/>
                <a:gd name="connsiteX295-8315" fmla="*/ 1673096 w 3024845"/>
                <a:gd name="connsiteY295-8316" fmla="*/ 703796 h 1160647"/>
                <a:gd name="connsiteX296-8317" fmla="*/ 1745104 w 3024845"/>
                <a:gd name="connsiteY296-8318" fmla="*/ 703796 h 1160647"/>
                <a:gd name="connsiteX297-8319" fmla="*/ 1745104 w 3024845"/>
                <a:gd name="connsiteY297-8320" fmla="*/ 782564 h 1160647"/>
                <a:gd name="connsiteX298-8321" fmla="*/ 1747008 w 3024845"/>
                <a:gd name="connsiteY298-8322" fmla="*/ 782564 h 1160647"/>
                <a:gd name="connsiteX299-8323" fmla="*/ 1748250 w 3024845"/>
                <a:gd name="connsiteY299-8324" fmla="*/ 805087 h 1160647"/>
                <a:gd name="connsiteX300-8325" fmla="*/ 1757926 w 3024845"/>
                <a:gd name="connsiteY300-8326" fmla="*/ 805087 h 1160647"/>
                <a:gd name="connsiteX301-8327" fmla="*/ 1759168 w 3024845"/>
                <a:gd name="connsiteY301-8328" fmla="*/ 782564 h 1160647"/>
                <a:gd name="connsiteX302-8329" fmla="*/ 1765248 w 3024845"/>
                <a:gd name="connsiteY302-8330" fmla="*/ 782564 h 1160647"/>
                <a:gd name="connsiteX303-8331" fmla="*/ 1766490 w 3024845"/>
                <a:gd name="connsiteY303-8332" fmla="*/ 805087 h 1160647"/>
                <a:gd name="connsiteX304-8333" fmla="*/ 1817112 w 3024845"/>
                <a:gd name="connsiteY304-8334" fmla="*/ 805087 h 1160647"/>
                <a:gd name="connsiteX305-8335" fmla="*/ 1817112 w 3024845"/>
                <a:gd name="connsiteY305-8336" fmla="*/ 642059 h 1160647"/>
                <a:gd name="connsiteX306-8337" fmla="*/ 2014439 w 3024845"/>
                <a:gd name="connsiteY306-8338" fmla="*/ 642059 h 1160647"/>
                <a:gd name="connsiteX307-8339" fmla="*/ 2014439 w 3024845"/>
                <a:gd name="connsiteY307-8340" fmla="*/ 805087 h 1160647"/>
                <a:gd name="connsiteX308-8341" fmla="*/ 2033136 w 3024845"/>
                <a:gd name="connsiteY308-8342" fmla="*/ 805087 h 1160647"/>
                <a:gd name="connsiteX309-8343" fmla="*/ 2033136 w 3024845"/>
                <a:gd name="connsiteY309-8344" fmla="*/ 722394 h 1160647"/>
                <a:gd name="connsiteX310-8345" fmla="*/ 2128256 w 3024845"/>
                <a:gd name="connsiteY310-8346" fmla="*/ 722394 h 1160647"/>
                <a:gd name="connsiteX311-8347" fmla="*/ 2140186 w 3024845"/>
                <a:gd name="connsiteY311-8348" fmla="*/ 404253 h 1160647"/>
                <a:gd name="connsiteX312-8349" fmla="*/ 2128026 w 3024845"/>
                <a:gd name="connsiteY312-8350" fmla="*/ 382635 h 1160647"/>
                <a:gd name="connsiteX313-8351" fmla="*/ 2121946 w 3024845"/>
                <a:gd name="connsiteY313-8352" fmla="*/ 378311 h 1160647"/>
                <a:gd name="connsiteX314-8353" fmla="*/ 2130053 w 3024845"/>
                <a:gd name="connsiteY314-8354" fmla="*/ 354532 h 1160647"/>
                <a:gd name="connsiteX315-8355" fmla="*/ 2130053 w 3024845"/>
                <a:gd name="connsiteY315-8356" fmla="*/ 337238 h 1160647"/>
                <a:gd name="connsiteX316-8357" fmla="*/ 2144240 w 3024845"/>
                <a:gd name="connsiteY316-8358" fmla="*/ 337238 h 1160647"/>
                <a:gd name="connsiteX317-8359" fmla="*/ 2144240 w 3024845"/>
                <a:gd name="connsiteY317-8360" fmla="*/ 315620 h 1160647"/>
                <a:gd name="connsiteX318-8361" fmla="*/ 2146266 w 3024845"/>
                <a:gd name="connsiteY318-8362" fmla="*/ 311296 h 1160647"/>
                <a:gd name="connsiteX319-8363" fmla="*/ 2146266 w 3024845"/>
                <a:gd name="connsiteY319-8364" fmla="*/ 233472 h 1160647"/>
                <a:gd name="connsiteX320-8365" fmla="*/ 2144240 w 3024845"/>
                <a:gd name="connsiteY320-8366" fmla="*/ 226987 h 1160647"/>
                <a:gd name="connsiteX321-8367" fmla="*/ 2150320 w 3024845"/>
                <a:gd name="connsiteY321-8368" fmla="*/ 220501 h 1160647"/>
                <a:gd name="connsiteX322-8369" fmla="*/ 2150320 w 3024845"/>
                <a:gd name="connsiteY322-8370" fmla="*/ 162133 h 1160647"/>
                <a:gd name="connsiteX323-8371" fmla="*/ 2152346 w 3024845"/>
                <a:gd name="connsiteY323-8372" fmla="*/ 157810 h 1160647"/>
                <a:gd name="connsiteX324-8373" fmla="*/ 2152346 w 3024845"/>
                <a:gd name="connsiteY324-8374" fmla="*/ 101604 h 1160647"/>
                <a:gd name="connsiteX325-8375" fmla="*/ 2154373 w 3024845"/>
                <a:gd name="connsiteY325-8376" fmla="*/ 82148 h 1160647"/>
                <a:gd name="connsiteX326-8377" fmla="*/ 2158427 w 3024845"/>
                <a:gd name="connsiteY326-8378" fmla="*/ 99442 h 1160647"/>
                <a:gd name="connsiteX327-8379" fmla="*/ 2160453 w 3024845"/>
                <a:gd name="connsiteY327-8380" fmla="*/ 157810 h 1160647"/>
                <a:gd name="connsiteX328-8381" fmla="*/ 2162480 w 3024845"/>
                <a:gd name="connsiteY328-8382" fmla="*/ 220501 h 1160647"/>
                <a:gd name="connsiteX329-8383" fmla="*/ 2168560 w 3024845"/>
                <a:gd name="connsiteY329-8384" fmla="*/ 226987 h 1160647"/>
                <a:gd name="connsiteX330-8385" fmla="*/ 2166533 w 3024845"/>
                <a:gd name="connsiteY330-8386" fmla="*/ 233472 h 1160647"/>
                <a:gd name="connsiteX331-8387" fmla="*/ 2166533 w 3024845"/>
                <a:gd name="connsiteY331-8388" fmla="*/ 311296 h 1160647"/>
                <a:gd name="connsiteX332-8389" fmla="*/ 2168560 w 3024845"/>
                <a:gd name="connsiteY332-8390" fmla="*/ 315620 h 1160647"/>
                <a:gd name="connsiteX333-8391" fmla="*/ 2168560 w 3024845"/>
                <a:gd name="connsiteY333-8392" fmla="*/ 337238 h 1160647"/>
                <a:gd name="connsiteX334-8393" fmla="*/ 2182747 w 3024845"/>
                <a:gd name="connsiteY334-8394" fmla="*/ 337238 h 1160647"/>
                <a:gd name="connsiteX335-8395" fmla="*/ 2182747 w 3024845"/>
                <a:gd name="connsiteY335-8396" fmla="*/ 354532 h 1160647"/>
                <a:gd name="connsiteX336-8397" fmla="*/ 2190854 w 3024845"/>
                <a:gd name="connsiteY336-8398" fmla="*/ 378311 h 1160647"/>
                <a:gd name="connsiteX337-8399" fmla="*/ 2184774 w 3024845"/>
                <a:gd name="connsiteY337-8400" fmla="*/ 382635 h 1160647"/>
                <a:gd name="connsiteX338-8401" fmla="*/ 2172613 w 3024845"/>
                <a:gd name="connsiteY338-8402" fmla="*/ 404253 h 1160647"/>
                <a:gd name="connsiteX339-8403" fmla="*/ 2180720 w 3024845"/>
                <a:gd name="connsiteY339-8404" fmla="*/ 657181 h 1160647"/>
                <a:gd name="connsiteX340-8405" fmla="*/ 2245574 w 3024845"/>
                <a:gd name="connsiteY340-8406" fmla="*/ 657181 h 1160647"/>
                <a:gd name="connsiteX341-8407" fmla="*/ 2245574 w 3024845"/>
                <a:gd name="connsiteY341-8408" fmla="*/ 732843 h 1160647"/>
                <a:gd name="connsiteX342-8409" fmla="*/ 2253681 w 3024845"/>
                <a:gd name="connsiteY342-8410" fmla="*/ 732843 h 1160647"/>
                <a:gd name="connsiteX343-8411" fmla="*/ 2255708 w 3024845"/>
                <a:gd name="connsiteY343-8412" fmla="*/ 726358 h 1160647"/>
                <a:gd name="connsiteX344-8413" fmla="*/ 2261788 w 3024845"/>
                <a:gd name="connsiteY344-8414" fmla="*/ 726358 h 1160647"/>
                <a:gd name="connsiteX345-8415" fmla="*/ 2263815 w 3024845"/>
                <a:gd name="connsiteY345-8416" fmla="*/ 735005 h 1160647"/>
                <a:gd name="connsiteX346-8417" fmla="*/ 2275975 w 3024845"/>
                <a:gd name="connsiteY346-8418" fmla="*/ 735005 h 1160647"/>
                <a:gd name="connsiteX347-8419" fmla="*/ 2275975 w 3024845"/>
                <a:gd name="connsiteY347-8420" fmla="*/ 728519 h 1160647"/>
                <a:gd name="connsiteX348-8421" fmla="*/ 2298268 w 3024845"/>
                <a:gd name="connsiteY348-8422" fmla="*/ 728519 h 1160647"/>
                <a:gd name="connsiteX349-8423" fmla="*/ 2298268 w 3024845"/>
                <a:gd name="connsiteY349-8424" fmla="*/ 735005 h 1160647"/>
                <a:gd name="connsiteX350-8425" fmla="*/ 2318535 w 3024845"/>
                <a:gd name="connsiteY350-8426" fmla="*/ 735005 h 1160647"/>
                <a:gd name="connsiteX351-8427" fmla="*/ 2318535 w 3024845"/>
                <a:gd name="connsiteY351-8428" fmla="*/ 780402 h 1160647"/>
                <a:gd name="connsiteX352-8429" fmla="*/ 2332722 w 3024845"/>
                <a:gd name="connsiteY352-8430" fmla="*/ 780402 h 1160647"/>
                <a:gd name="connsiteX353-8431" fmla="*/ 2332722 w 3024845"/>
                <a:gd name="connsiteY353-8432" fmla="*/ 767431 h 1160647"/>
                <a:gd name="connsiteX354-8433" fmla="*/ 2348936 w 3024845"/>
                <a:gd name="connsiteY354-8434" fmla="*/ 767431 h 1160647"/>
                <a:gd name="connsiteX355-8435" fmla="*/ 2348936 w 3024845"/>
                <a:gd name="connsiteY355-8436" fmla="*/ 588004 h 1160647"/>
                <a:gd name="connsiteX356-8437" fmla="*/ 2355016 w 3024845"/>
                <a:gd name="connsiteY356-8438" fmla="*/ 581518 h 1160647"/>
                <a:gd name="connsiteX357-8439" fmla="*/ 2427977 w 3024845"/>
                <a:gd name="connsiteY357-8440" fmla="*/ 581518 h 1160647"/>
                <a:gd name="connsiteX358-8441" fmla="*/ 2427977 w 3024845"/>
                <a:gd name="connsiteY358-8442" fmla="*/ 590166 h 1160647"/>
                <a:gd name="connsiteX359-8443" fmla="*/ 2438110 w 3024845"/>
                <a:gd name="connsiteY359-8444" fmla="*/ 590166 h 1160647"/>
                <a:gd name="connsiteX360-8445" fmla="*/ 2438110 w 3024845"/>
                <a:gd name="connsiteY360-8446" fmla="*/ 704740 h 1160647"/>
                <a:gd name="connsiteX361-8447" fmla="*/ 2460404 w 3024845"/>
                <a:gd name="connsiteY361-8448" fmla="*/ 704740 h 1160647"/>
                <a:gd name="connsiteX362-8449" fmla="*/ 2460404 w 3024845"/>
                <a:gd name="connsiteY362-8450" fmla="*/ 637725 h 1160647"/>
                <a:gd name="connsiteX363-8451" fmla="*/ 2486751 w 3024845"/>
                <a:gd name="connsiteY363-8452" fmla="*/ 637725 h 1160647"/>
                <a:gd name="connsiteX364-8453" fmla="*/ 2490804 w 3024845"/>
                <a:gd name="connsiteY364-8454" fmla="*/ 633401 h 1160647"/>
                <a:gd name="connsiteX365-8455" fmla="*/ 2498911 w 3024845"/>
                <a:gd name="connsiteY365-8456" fmla="*/ 633401 h 1160647"/>
                <a:gd name="connsiteX366-8457" fmla="*/ 2502964 w 3024845"/>
                <a:gd name="connsiteY366-8458" fmla="*/ 637725 h 1160647"/>
                <a:gd name="connsiteX367-8459" fmla="*/ 2525258 w 3024845"/>
                <a:gd name="connsiteY367-8460" fmla="*/ 637725 h 1160647"/>
                <a:gd name="connsiteX368-8461" fmla="*/ 2525258 w 3024845"/>
                <a:gd name="connsiteY368-8462" fmla="*/ 520989 h 1160647"/>
                <a:gd name="connsiteX369-8463" fmla="*/ 2582005 w 3024845"/>
                <a:gd name="connsiteY369-8464" fmla="*/ 510180 h 1160647"/>
                <a:gd name="connsiteX370-8465" fmla="*/ 2582005 w 3024845"/>
                <a:gd name="connsiteY370-8466" fmla="*/ 511261 h 1160647"/>
                <a:gd name="connsiteX371-8467" fmla="*/ 2582005 w 3024845"/>
                <a:gd name="connsiteY371-8468" fmla="*/ 518827 h 1160647"/>
                <a:gd name="connsiteX372-8469" fmla="*/ 2608352 w 3024845"/>
                <a:gd name="connsiteY372-8470" fmla="*/ 518827 h 1160647"/>
                <a:gd name="connsiteX373-8471" fmla="*/ 2608352 w 3024845"/>
                <a:gd name="connsiteY373-8472" fmla="*/ 773917 h 1160647"/>
                <a:gd name="connsiteX374-8473" fmla="*/ 2630646 w 3024845"/>
                <a:gd name="connsiteY374-8474" fmla="*/ 773917 h 1160647"/>
                <a:gd name="connsiteX375-8475" fmla="*/ 2630646 w 3024845"/>
                <a:gd name="connsiteY375-8476" fmla="*/ 769593 h 1160647"/>
                <a:gd name="connsiteX376-8477" fmla="*/ 2642806 w 3024845"/>
                <a:gd name="connsiteY376-8478" fmla="*/ 769593 h 1160647"/>
                <a:gd name="connsiteX377-8479" fmla="*/ 2642806 w 3024845"/>
                <a:gd name="connsiteY377-8480" fmla="*/ 773917 h 1160647"/>
                <a:gd name="connsiteX378-8481" fmla="*/ 2667126 w 3024845"/>
                <a:gd name="connsiteY378-8482" fmla="*/ 773917 h 1160647"/>
                <a:gd name="connsiteX379-8483" fmla="*/ 2667126 w 3024845"/>
                <a:gd name="connsiteY379-8484" fmla="*/ 760946 h 1160647"/>
                <a:gd name="connsiteX380-8485" fmla="*/ 2695500 w 3024845"/>
                <a:gd name="connsiteY380-8486" fmla="*/ 760946 h 1160647"/>
                <a:gd name="connsiteX381-8487" fmla="*/ 2707660 w 3024845"/>
                <a:gd name="connsiteY381-8488" fmla="*/ 756622 h 1160647"/>
                <a:gd name="connsiteX382-8489" fmla="*/ 2727927 w 3024845"/>
                <a:gd name="connsiteY382-8490" fmla="*/ 760946 h 1160647"/>
                <a:gd name="connsiteX383-8491" fmla="*/ 2727927 w 3024845"/>
                <a:gd name="connsiteY383-8492" fmla="*/ 743652 h 1160647"/>
                <a:gd name="connsiteX384-8493" fmla="*/ 2736034 w 3024845"/>
                <a:gd name="connsiteY384-8494" fmla="*/ 743652 h 1160647"/>
                <a:gd name="connsiteX385-8495" fmla="*/ 2736034 w 3024845"/>
                <a:gd name="connsiteY385-8496" fmla="*/ 730681 h 1160647"/>
                <a:gd name="connsiteX386-8497" fmla="*/ 2792781 w 3024845"/>
                <a:gd name="connsiteY386-8498" fmla="*/ 730681 h 1160647"/>
                <a:gd name="connsiteX387-8499" fmla="*/ 2792781 w 3024845"/>
                <a:gd name="connsiteY387-8500" fmla="*/ 700416 h 1160647"/>
                <a:gd name="connsiteX388-8501" fmla="*/ 2811021 w 3024845"/>
                <a:gd name="connsiteY388-8502" fmla="*/ 700416 h 1160647"/>
                <a:gd name="connsiteX389-8503" fmla="*/ 2811021 w 3024845"/>
                <a:gd name="connsiteY389-8504" fmla="*/ 693931 h 1160647"/>
                <a:gd name="connsiteX390-8505" fmla="*/ 2823181 w 3024845"/>
                <a:gd name="connsiteY390-8506" fmla="*/ 693931 h 1160647"/>
                <a:gd name="connsiteX391-8507" fmla="*/ 2823181 w 3024845"/>
                <a:gd name="connsiteY391-8508" fmla="*/ 700416 h 1160647"/>
                <a:gd name="connsiteX392-8509" fmla="*/ 2839395 w 3024845"/>
                <a:gd name="connsiteY392-8510" fmla="*/ 700416 h 1160647"/>
                <a:gd name="connsiteX393-8511" fmla="*/ 2839395 w 3024845"/>
                <a:gd name="connsiteY393-8512" fmla="*/ 750137 h 1160647"/>
                <a:gd name="connsiteX394-8513" fmla="*/ 2871822 w 3024845"/>
                <a:gd name="connsiteY394-8514" fmla="*/ 750137 h 1160647"/>
                <a:gd name="connsiteX395-8515" fmla="*/ 2871822 w 3024845"/>
                <a:gd name="connsiteY395-8516" fmla="*/ 724196 h 1160647"/>
                <a:gd name="connsiteX396-8517" fmla="*/ 2910329 w 3024845"/>
                <a:gd name="connsiteY396-8518" fmla="*/ 724196 h 1160647"/>
                <a:gd name="connsiteX397-8519" fmla="*/ 2910329 w 3024845"/>
                <a:gd name="connsiteY397-8520" fmla="*/ 693931 h 1160647"/>
                <a:gd name="connsiteX398-8521" fmla="*/ 2958970 w 3024845"/>
                <a:gd name="connsiteY398-8522" fmla="*/ 693931 h 1160647"/>
                <a:gd name="connsiteX399-8523" fmla="*/ 2958970 w 3024845"/>
                <a:gd name="connsiteY399-8524" fmla="*/ 805087 h 1160647"/>
                <a:gd name="connsiteX400-8525" fmla="*/ 2958970 w 3024845"/>
                <a:gd name="connsiteY400-8526" fmla="*/ 818866 h 1160647"/>
                <a:gd name="connsiteX401-8527" fmla="*/ 3024845 w 3024845"/>
                <a:gd name="connsiteY401-8528" fmla="*/ 818866 h 1160647"/>
                <a:gd name="connsiteX402-8529" fmla="*/ 3024845 w 3024845"/>
                <a:gd name="connsiteY402-8530" fmla="*/ 1160647 h 1160647"/>
                <a:gd name="connsiteX403-8531" fmla="*/ 145862 w 3024845"/>
                <a:gd name="connsiteY403-8532" fmla="*/ 1160647 h 1160647"/>
                <a:gd name="connsiteX404-8533" fmla="*/ 2054 w 3024845"/>
                <a:gd name="connsiteY404-8534" fmla="*/ 1158314 h 1160647"/>
                <a:gd name="connsiteX405-8535" fmla="*/ 0 w 3024845"/>
                <a:gd name="connsiteY405-8536" fmla="*/ 724196 h 1160647"/>
                <a:gd name="connsiteX406-8537" fmla="*/ 20267 w 3024845"/>
                <a:gd name="connsiteY406-8538" fmla="*/ 724196 h 1160647"/>
                <a:gd name="connsiteX407-8539" fmla="*/ 20774 w 3024845"/>
                <a:gd name="connsiteY407-8540" fmla="*/ 723115 h 1160647"/>
                <a:gd name="connsiteX408-8541" fmla="*/ 24320 w 3024845"/>
                <a:gd name="connsiteY408-8542" fmla="*/ 715549 h 1160647"/>
                <a:gd name="connsiteX409-8543" fmla="*/ 26094 w 3024845"/>
                <a:gd name="connsiteY409-8544" fmla="*/ 715819 h 1160647"/>
                <a:gd name="connsiteX410-8545" fmla="*/ 38507 w 3024845"/>
                <a:gd name="connsiteY410-8546" fmla="*/ 717710 h 1160647"/>
                <a:gd name="connsiteX411-8547" fmla="*/ 39014 w 3024845"/>
                <a:gd name="connsiteY411-8548" fmla="*/ 719062 h 1160647"/>
                <a:gd name="connsiteX412-8549" fmla="*/ 42560 w 3024845"/>
                <a:gd name="connsiteY412-8550" fmla="*/ 728519 h 1160647"/>
                <a:gd name="connsiteX413-8551" fmla="*/ 68907 w 3024845"/>
                <a:gd name="connsiteY413-8552" fmla="*/ 730681 h 1160647"/>
                <a:gd name="connsiteX414-8553" fmla="*/ 68907 w 3024845"/>
                <a:gd name="connsiteY414-8554" fmla="*/ 607460 h 1160647"/>
                <a:gd name="connsiteX415-8555" fmla="*/ 70934 w 3024845"/>
                <a:gd name="connsiteY415-8556" fmla="*/ 607460 h 1160647"/>
                <a:gd name="connsiteX416-8557" fmla="*/ 85121 w 3024845"/>
                <a:gd name="connsiteY416-8558" fmla="*/ 607460 h 1160647"/>
                <a:gd name="connsiteX417-8559" fmla="*/ 85121 w 3024845"/>
                <a:gd name="connsiteY417-8560" fmla="*/ 471268 h 1160647"/>
                <a:gd name="connsiteX418-8561" fmla="*/ 86894 w 3024845"/>
                <a:gd name="connsiteY418-8562" fmla="*/ 471268 h 1160647"/>
                <a:gd name="connsiteX419-8563" fmla="*/ 99308 w 3024845"/>
                <a:gd name="connsiteY419-8564" fmla="*/ 471268 h 1160647"/>
                <a:gd name="connsiteX420-8565" fmla="*/ 99308 w 3024845"/>
                <a:gd name="connsiteY420-8566" fmla="*/ 356694 h 1160647"/>
                <a:gd name="connsiteX421-8567" fmla="*/ 103361 w 3024845"/>
                <a:gd name="connsiteY421-8568" fmla="*/ 328590 h 1160647"/>
                <a:gd name="connsiteX422-8569" fmla="*/ 105388 w 3024845"/>
                <a:gd name="connsiteY422-8570" fmla="*/ 328590 h 1160647"/>
                <a:gd name="connsiteX423-8571" fmla="*/ 119575 w 3024845"/>
                <a:gd name="connsiteY423-8572" fmla="*/ 328590 h 1160647"/>
                <a:gd name="connsiteX424-8573" fmla="*/ 156055 w 3024845"/>
                <a:gd name="connsiteY424-8574" fmla="*/ 246443 h 1160647"/>
                <a:gd name="connsiteX425-8575" fmla="*/ 160109 w 3024845"/>
                <a:gd name="connsiteY425-8576" fmla="*/ 0 h 1160647"/>
                <a:gd name="connsiteX0-8577" fmla="*/ 160109 w 3024845"/>
                <a:gd name="connsiteY0-8578" fmla="*/ 0 h 1160647"/>
                <a:gd name="connsiteX1-8579" fmla="*/ 162135 w 3024845"/>
                <a:gd name="connsiteY1-8580" fmla="*/ 246443 h 1160647"/>
                <a:gd name="connsiteX2-8581" fmla="*/ 200642 w 3024845"/>
                <a:gd name="connsiteY2-8582" fmla="*/ 326429 h 1160647"/>
                <a:gd name="connsiteX3-8583" fmla="*/ 202669 w 3024845"/>
                <a:gd name="connsiteY3-8584" fmla="*/ 326429 h 1160647"/>
                <a:gd name="connsiteX4-8585" fmla="*/ 216856 w 3024845"/>
                <a:gd name="connsiteY4-8586" fmla="*/ 326429 h 1160647"/>
                <a:gd name="connsiteX5-8587" fmla="*/ 216856 w 3024845"/>
                <a:gd name="connsiteY5-8588" fmla="*/ 350208 h 1160647"/>
                <a:gd name="connsiteX6-8589" fmla="*/ 217363 w 3024845"/>
                <a:gd name="connsiteY6-8590" fmla="*/ 351019 h 1160647"/>
                <a:gd name="connsiteX7-8591" fmla="*/ 220909 w 3024845"/>
                <a:gd name="connsiteY7-8592" fmla="*/ 356694 h 1160647"/>
                <a:gd name="connsiteX8-8593" fmla="*/ 220909 w 3024845"/>
                <a:gd name="connsiteY8-8594" fmla="*/ 471268 h 1160647"/>
                <a:gd name="connsiteX9-8595" fmla="*/ 223189 w 3024845"/>
                <a:gd name="connsiteY9-8596" fmla="*/ 471268 h 1160647"/>
                <a:gd name="connsiteX10-8597" fmla="*/ 239150 w 3024845"/>
                <a:gd name="connsiteY10-8598" fmla="*/ 471268 h 1160647"/>
                <a:gd name="connsiteX11-8599" fmla="*/ 239150 w 3024845"/>
                <a:gd name="connsiteY11-8600" fmla="*/ 611783 h 1160647"/>
                <a:gd name="connsiteX12-8601" fmla="*/ 240670 w 3024845"/>
                <a:gd name="connsiteY12-8602" fmla="*/ 611513 h 1160647"/>
                <a:gd name="connsiteX13-8603" fmla="*/ 251310 w 3024845"/>
                <a:gd name="connsiteY13-8604" fmla="*/ 609622 h 1160647"/>
                <a:gd name="connsiteX14-8605" fmla="*/ 249283 w 3024845"/>
                <a:gd name="connsiteY14-8606" fmla="*/ 698254 h 1160647"/>
                <a:gd name="connsiteX15-8607" fmla="*/ 250803 w 3024845"/>
                <a:gd name="connsiteY15-8608" fmla="*/ 698525 h 1160647"/>
                <a:gd name="connsiteX16-8609" fmla="*/ 261443 w 3024845"/>
                <a:gd name="connsiteY16-8610" fmla="*/ 700416 h 1160647"/>
                <a:gd name="connsiteX17-8611" fmla="*/ 261696 w 3024845"/>
                <a:gd name="connsiteY17-8612" fmla="*/ 701227 h 1160647"/>
                <a:gd name="connsiteX18-8613" fmla="*/ 263470 w 3024845"/>
                <a:gd name="connsiteY18-8614" fmla="*/ 706902 h 1160647"/>
                <a:gd name="connsiteX19-8615" fmla="*/ 264230 w 3024845"/>
                <a:gd name="connsiteY19-8616" fmla="*/ 704470 h 1160647"/>
                <a:gd name="connsiteX20-8617" fmla="*/ 269550 w 3024845"/>
                <a:gd name="connsiteY20-8618" fmla="*/ 687446 h 1160647"/>
                <a:gd name="connsiteX21-8619" fmla="*/ 271323 w 3024845"/>
                <a:gd name="connsiteY21-8620" fmla="*/ 687446 h 1160647"/>
                <a:gd name="connsiteX22-8621" fmla="*/ 283737 w 3024845"/>
                <a:gd name="connsiteY22-8622" fmla="*/ 687446 h 1160647"/>
                <a:gd name="connsiteX23-8623" fmla="*/ 283737 w 3024845"/>
                <a:gd name="connsiteY23-8624" fmla="*/ 719872 h 1160647"/>
                <a:gd name="connsiteX24-8625" fmla="*/ 284750 w 3024845"/>
                <a:gd name="connsiteY24-8626" fmla="*/ 720413 h 1160647"/>
                <a:gd name="connsiteX25-8627" fmla="*/ 291844 w 3024845"/>
                <a:gd name="connsiteY25-8628" fmla="*/ 724196 h 1160647"/>
                <a:gd name="connsiteX26-8629" fmla="*/ 291844 w 3024845"/>
                <a:gd name="connsiteY26-8630" fmla="*/ 725547 h 1160647"/>
                <a:gd name="connsiteX27-8631" fmla="*/ 291844 w 3024845"/>
                <a:gd name="connsiteY27-8632" fmla="*/ 735005 h 1160647"/>
                <a:gd name="connsiteX28-8633" fmla="*/ 336431 w 3024845"/>
                <a:gd name="connsiteY28-8634" fmla="*/ 735005 h 1160647"/>
                <a:gd name="connsiteX29-8635" fmla="*/ 336431 w 3024845"/>
                <a:gd name="connsiteY29-8636" fmla="*/ 736086 h 1160647"/>
                <a:gd name="connsiteX30-8637" fmla="*/ 336431 w 3024845"/>
                <a:gd name="connsiteY30-8638" fmla="*/ 743652 h 1160647"/>
                <a:gd name="connsiteX31-8639" fmla="*/ 338457 w 3024845"/>
                <a:gd name="connsiteY31-8640" fmla="*/ 743652 h 1160647"/>
                <a:gd name="connsiteX32-8641" fmla="*/ 352644 w 3024845"/>
                <a:gd name="connsiteY32-8642" fmla="*/ 743652 h 1160647"/>
                <a:gd name="connsiteX33-8643" fmla="*/ 352644 w 3024845"/>
                <a:gd name="connsiteY33-8644" fmla="*/ 713387 h 1160647"/>
                <a:gd name="connsiteX34-8645" fmla="*/ 397231 w 3024845"/>
                <a:gd name="connsiteY34-8646" fmla="*/ 713387 h 1160647"/>
                <a:gd name="connsiteX35-8647" fmla="*/ 397231 w 3024845"/>
                <a:gd name="connsiteY35-8648" fmla="*/ 712036 h 1160647"/>
                <a:gd name="connsiteX36-8649" fmla="*/ 397231 w 3024845"/>
                <a:gd name="connsiteY36-8650" fmla="*/ 702578 h 1160647"/>
                <a:gd name="connsiteX37-8651" fmla="*/ 398245 w 3024845"/>
                <a:gd name="connsiteY37-8652" fmla="*/ 702578 h 1160647"/>
                <a:gd name="connsiteX38-8653" fmla="*/ 405338 w 3024845"/>
                <a:gd name="connsiteY38-8654" fmla="*/ 702578 h 1160647"/>
                <a:gd name="connsiteX39-8655" fmla="*/ 405338 w 3024845"/>
                <a:gd name="connsiteY39-8656" fmla="*/ 700687 h 1160647"/>
                <a:gd name="connsiteX40-8657" fmla="*/ 405338 w 3024845"/>
                <a:gd name="connsiteY40-8658" fmla="*/ 687446 h 1160647"/>
                <a:gd name="connsiteX41-8659" fmla="*/ 406098 w 3024845"/>
                <a:gd name="connsiteY41-8660" fmla="*/ 687446 h 1160647"/>
                <a:gd name="connsiteX42-8661" fmla="*/ 411418 w 3024845"/>
                <a:gd name="connsiteY42-8662" fmla="*/ 687446 h 1160647"/>
                <a:gd name="connsiteX43-8663" fmla="*/ 411418 w 3024845"/>
                <a:gd name="connsiteY43-8664" fmla="*/ 686365 h 1160647"/>
                <a:gd name="connsiteX44-8665" fmla="*/ 411418 w 3024845"/>
                <a:gd name="connsiteY44-8666" fmla="*/ 678798 h 1160647"/>
                <a:gd name="connsiteX45-8667" fmla="*/ 413445 w 3024845"/>
                <a:gd name="connsiteY45-8668" fmla="*/ 678798 h 1160647"/>
                <a:gd name="connsiteX46-8669" fmla="*/ 427632 w 3024845"/>
                <a:gd name="connsiteY46-8670" fmla="*/ 678798 h 1160647"/>
                <a:gd name="connsiteX47-8671" fmla="*/ 427632 w 3024845"/>
                <a:gd name="connsiteY47-8672" fmla="*/ 679879 h 1160647"/>
                <a:gd name="connsiteX48-8673" fmla="*/ 427632 w 3024845"/>
                <a:gd name="connsiteY48-8674" fmla="*/ 687446 h 1160647"/>
                <a:gd name="connsiteX49-8675" fmla="*/ 449925 w 3024845"/>
                <a:gd name="connsiteY49-8676" fmla="*/ 687446 h 1160647"/>
                <a:gd name="connsiteX50-8677" fmla="*/ 449925 w 3024845"/>
                <a:gd name="connsiteY50-8678" fmla="*/ 685554 h 1160647"/>
                <a:gd name="connsiteX51-8679" fmla="*/ 449925 w 3024845"/>
                <a:gd name="connsiteY51-8680" fmla="*/ 672313 h 1160647"/>
                <a:gd name="connsiteX52-8681" fmla="*/ 451699 w 3024845"/>
                <a:gd name="connsiteY52-8682" fmla="*/ 672313 h 1160647"/>
                <a:gd name="connsiteX53-8683" fmla="*/ 464112 w 3024845"/>
                <a:gd name="connsiteY53-8684" fmla="*/ 672313 h 1160647"/>
                <a:gd name="connsiteX54-8685" fmla="*/ 464112 w 3024845"/>
                <a:gd name="connsiteY54-8686" fmla="*/ 696093 h 1160647"/>
                <a:gd name="connsiteX55-8687" fmla="*/ 465126 w 3024845"/>
                <a:gd name="connsiteY55-8688" fmla="*/ 696093 h 1160647"/>
                <a:gd name="connsiteX56-8689" fmla="*/ 472219 w 3024845"/>
                <a:gd name="connsiteY56-8690" fmla="*/ 696093 h 1160647"/>
                <a:gd name="connsiteX57-8691" fmla="*/ 472219 w 3024845"/>
                <a:gd name="connsiteY57-8692" fmla="*/ 695012 h 1160647"/>
                <a:gd name="connsiteX58-8693" fmla="*/ 472219 w 3024845"/>
                <a:gd name="connsiteY58-8694" fmla="*/ 687446 h 1160647"/>
                <a:gd name="connsiteX59-8695" fmla="*/ 473992 w 3024845"/>
                <a:gd name="connsiteY59-8696" fmla="*/ 687446 h 1160647"/>
                <a:gd name="connsiteX60-8697" fmla="*/ 486406 w 3024845"/>
                <a:gd name="connsiteY60-8698" fmla="*/ 687446 h 1160647"/>
                <a:gd name="connsiteX61-8699" fmla="*/ 486406 w 3024845"/>
                <a:gd name="connsiteY61-8700" fmla="*/ 713387 h 1160647"/>
                <a:gd name="connsiteX62-8701" fmla="*/ 488433 w 3024845"/>
                <a:gd name="connsiteY62-8702" fmla="*/ 713387 h 1160647"/>
                <a:gd name="connsiteX63-8703" fmla="*/ 502619 w 3024845"/>
                <a:gd name="connsiteY63-8704" fmla="*/ 713387 h 1160647"/>
                <a:gd name="connsiteX64-8705" fmla="*/ 502619 w 3024845"/>
                <a:gd name="connsiteY64-8706" fmla="*/ 715008 h 1160647"/>
                <a:gd name="connsiteX65-8707" fmla="*/ 502619 w 3024845"/>
                <a:gd name="connsiteY65-8708" fmla="*/ 726358 h 1160647"/>
                <a:gd name="connsiteX66-8709" fmla="*/ 503379 w 3024845"/>
                <a:gd name="connsiteY66-8710" fmla="*/ 726358 h 1160647"/>
                <a:gd name="connsiteX67-8711" fmla="*/ 508700 w 3024845"/>
                <a:gd name="connsiteY67-8712" fmla="*/ 726358 h 1160647"/>
                <a:gd name="connsiteX68-8713" fmla="*/ 508700 w 3024845"/>
                <a:gd name="connsiteY68-8714" fmla="*/ 725547 h 1160647"/>
                <a:gd name="connsiteX69-8715" fmla="*/ 508700 w 3024845"/>
                <a:gd name="connsiteY69-8716" fmla="*/ 719872 h 1160647"/>
                <a:gd name="connsiteX70-8717" fmla="*/ 539100 w 3024845"/>
                <a:gd name="connsiteY70-8718" fmla="*/ 719872 h 1160647"/>
                <a:gd name="connsiteX71-8719" fmla="*/ 539100 w 3024845"/>
                <a:gd name="connsiteY71-8720" fmla="*/ 743652 h 1160647"/>
                <a:gd name="connsiteX72-8721" fmla="*/ 540113 w 3024845"/>
                <a:gd name="connsiteY72-8722" fmla="*/ 743652 h 1160647"/>
                <a:gd name="connsiteX73-8723" fmla="*/ 547207 w 3024845"/>
                <a:gd name="connsiteY73-8724" fmla="*/ 743652 h 1160647"/>
                <a:gd name="connsiteX74-8725" fmla="*/ 547207 w 3024845"/>
                <a:gd name="connsiteY74-8726" fmla="*/ 744733 h 1160647"/>
                <a:gd name="connsiteX75-8727" fmla="*/ 547207 w 3024845"/>
                <a:gd name="connsiteY75-8728" fmla="*/ 752299 h 1160647"/>
                <a:gd name="connsiteX76-8729" fmla="*/ 547967 w 3024845"/>
                <a:gd name="connsiteY76-8730" fmla="*/ 752299 h 1160647"/>
                <a:gd name="connsiteX77-8731" fmla="*/ 553287 w 3024845"/>
                <a:gd name="connsiteY77-8732" fmla="*/ 752299 h 1160647"/>
                <a:gd name="connsiteX78-8733" fmla="*/ 553287 w 3024845"/>
                <a:gd name="connsiteY78-8734" fmla="*/ 750137 h 1160647"/>
                <a:gd name="connsiteX79-8735" fmla="*/ 553287 w 3024845"/>
                <a:gd name="connsiteY79-8736" fmla="*/ 735005 h 1160647"/>
                <a:gd name="connsiteX80-8737" fmla="*/ 554300 w 3024845"/>
                <a:gd name="connsiteY80-8738" fmla="*/ 735005 h 1160647"/>
                <a:gd name="connsiteX81-8739" fmla="*/ 561394 w 3024845"/>
                <a:gd name="connsiteY81-8740" fmla="*/ 735005 h 1160647"/>
                <a:gd name="connsiteX82-8741" fmla="*/ 561394 w 3024845"/>
                <a:gd name="connsiteY82-8742" fmla="*/ 736086 h 1160647"/>
                <a:gd name="connsiteX83-8743" fmla="*/ 561394 w 3024845"/>
                <a:gd name="connsiteY83-8744" fmla="*/ 743652 h 1160647"/>
                <a:gd name="connsiteX84-8745" fmla="*/ 566714 w 3024845"/>
                <a:gd name="connsiteY84-8746" fmla="*/ 741659 h 1160647"/>
                <a:gd name="connsiteX85-8747" fmla="*/ 567474 w 3024845"/>
                <a:gd name="connsiteY85-8748" fmla="*/ 740679 h 1160647"/>
                <a:gd name="connsiteX86-8749" fmla="*/ 567474 w 3024845"/>
                <a:gd name="connsiteY86-8750" fmla="*/ 735005 h 1160647"/>
                <a:gd name="connsiteX87-8751" fmla="*/ 605981 w 3024845"/>
                <a:gd name="connsiteY87-8752" fmla="*/ 735005 h 1160647"/>
                <a:gd name="connsiteX88-8753" fmla="*/ 605981 w 3024845"/>
                <a:gd name="connsiteY88-8754" fmla="*/ 758784 h 1160647"/>
                <a:gd name="connsiteX89-8755" fmla="*/ 608007 w 3024845"/>
                <a:gd name="connsiteY89-8756" fmla="*/ 758784 h 1160647"/>
                <a:gd name="connsiteX90-8757" fmla="*/ 622194 w 3024845"/>
                <a:gd name="connsiteY90-8758" fmla="*/ 758784 h 1160647"/>
                <a:gd name="connsiteX91-8759" fmla="*/ 622194 w 3024845"/>
                <a:gd name="connsiteY91-8760" fmla="*/ 759865 h 1160647"/>
                <a:gd name="connsiteX92-8761" fmla="*/ 622194 w 3024845"/>
                <a:gd name="connsiteY92-8762" fmla="*/ 767431 h 1160647"/>
                <a:gd name="connsiteX93-8763" fmla="*/ 623968 w 3024845"/>
                <a:gd name="connsiteY93-8764" fmla="*/ 767431 h 1160647"/>
                <a:gd name="connsiteX94-8765" fmla="*/ 636381 w 3024845"/>
                <a:gd name="connsiteY94-8766" fmla="*/ 767431 h 1160647"/>
                <a:gd name="connsiteX95-8767" fmla="*/ 636381 w 3024845"/>
                <a:gd name="connsiteY95-8768" fmla="*/ 743652 h 1160647"/>
                <a:gd name="connsiteX96-8769" fmla="*/ 637394 w 3024845"/>
                <a:gd name="connsiteY96-8770" fmla="*/ 743652 h 1160647"/>
                <a:gd name="connsiteX97-8771" fmla="*/ 644488 w 3024845"/>
                <a:gd name="connsiteY97-8772" fmla="*/ 743652 h 1160647"/>
                <a:gd name="connsiteX98-8773" fmla="*/ 644488 w 3024845"/>
                <a:gd name="connsiteY98-8774" fmla="*/ 711225 h 1160647"/>
                <a:gd name="connsiteX99-8775" fmla="*/ 645501 w 3024845"/>
                <a:gd name="connsiteY99-8776" fmla="*/ 711225 h 1160647"/>
                <a:gd name="connsiteX100-8777" fmla="*/ 652595 w 3024845"/>
                <a:gd name="connsiteY100-8778" fmla="*/ 711225 h 1160647"/>
                <a:gd name="connsiteX101-8779" fmla="*/ 652595 w 3024845"/>
                <a:gd name="connsiteY101-8780" fmla="*/ 709334 h 1160647"/>
                <a:gd name="connsiteX102-8781" fmla="*/ 652595 w 3024845"/>
                <a:gd name="connsiteY102-8782" fmla="*/ 696093 h 1160647"/>
                <a:gd name="connsiteX103-8783" fmla="*/ 651328 w 3024845"/>
                <a:gd name="connsiteY103-8784" fmla="*/ 694471 h 1160647"/>
                <a:gd name="connsiteX104-8785" fmla="*/ 656648 w 3024845"/>
                <a:gd name="connsiteY104-8786" fmla="*/ 683122 h 1160647"/>
                <a:gd name="connsiteX105-8787" fmla="*/ 664755 w 3024845"/>
                <a:gd name="connsiteY105-8788" fmla="*/ 711225 h 1160647"/>
                <a:gd name="connsiteX106-8789" fmla="*/ 665515 w 3024845"/>
                <a:gd name="connsiteY106-8790" fmla="*/ 711225 h 1160647"/>
                <a:gd name="connsiteX107-8791" fmla="*/ 670835 w 3024845"/>
                <a:gd name="connsiteY107-8792" fmla="*/ 711225 h 1160647"/>
                <a:gd name="connsiteX108-8793" fmla="*/ 670835 w 3024845"/>
                <a:gd name="connsiteY108-8794" fmla="*/ 605298 h 1160647"/>
                <a:gd name="connsiteX109-8795" fmla="*/ 672355 w 3024845"/>
                <a:gd name="connsiteY109-8796" fmla="*/ 605298 h 1160647"/>
                <a:gd name="connsiteX110-8797" fmla="*/ 682995 w 3024845"/>
                <a:gd name="connsiteY110-8798" fmla="*/ 605298 h 1160647"/>
                <a:gd name="connsiteX111-8799" fmla="*/ 682995 w 3024845"/>
                <a:gd name="connsiteY111-8800" fmla="*/ 557739 h 1160647"/>
                <a:gd name="connsiteX112-8801" fmla="*/ 709342 w 3024845"/>
                <a:gd name="connsiteY112-8802" fmla="*/ 557739 h 1160647"/>
                <a:gd name="connsiteX113-8803" fmla="*/ 709342 w 3024845"/>
                <a:gd name="connsiteY113-8804" fmla="*/ 536121 h 1160647"/>
                <a:gd name="connsiteX114-8805" fmla="*/ 743796 w 3024845"/>
                <a:gd name="connsiteY114-8806" fmla="*/ 536121 h 1160647"/>
                <a:gd name="connsiteX115-8807" fmla="*/ 743796 w 3024845"/>
                <a:gd name="connsiteY115-8808" fmla="*/ 538553 h 1160647"/>
                <a:gd name="connsiteX116-8809" fmla="*/ 743796 w 3024845"/>
                <a:gd name="connsiteY116-8810" fmla="*/ 555577 h 1160647"/>
                <a:gd name="connsiteX117-8811" fmla="*/ 746076 w 3024845"/>
                <a:gd name="connsiteY117-8812" fmla="*/ 555577 h 1160647"/>
                <a:gd name="connsiteX118-8813" fmla="*/ 762036 w 3024845"/>
                <a:gd name="connsiteY118-8814" fmla="*/ 555577 h 1160647"/>
                <a:gd name="connsiteX119-8815" fmla="*/ 762036 w 3024845"/>
                <a:gd name="connsiteY119-8816" fmla="*/ 603136 h 1160647"/>
                <a:gd name="connsiteX120-8817" fmla="*/ 763049 w 3024845"/>
                <a:gd name="connsiteY120-8818" fmla="*/ 603136 h 1160647"/>
                <a:gd name="connsiteX121-8819" fmla="*/ 770143 w 3024845"/>
                <a:gd name="connsiteY121-8820" fmla="*/ 603136 h 1160647"/>
                <a:gd name="connsiteX122-8821" fmla="*/ 784330 w 3024845"/>
                <a:gd name="connsiteY122-8822" fmla="*/ 607460 h 1160647"/>
                <a:gd name="connsiteX123-8823" fmla="*/ 784330 w 3024845"/>
                <a:gd name="connsiteY123-8824" fmla="*/ 646372 h 1160647"/>
                <a:gd name="connsiteX124-8825" fmla="*/ 785343 w 3024845"/>
                <a:gd name="connsiteY124-8826" fmla="*/ 646372 h 1160647"/>
                <a:gd name="connsiteX125-8827" fmla="*/ 792436 w 3024845"/>
                <a:gd name="connsiteY125-8828" fmla="*/ 646372 h 1160647"/>
                <a:gd name="connsiteX126-8829" fmla="*/ 792436 w 3024845"/>
                <a:gd name="connsiteY126-8830" fmla="*/ 647993 h 1160647"/>
                <a:gd name="connsiteX127-8831" fmla="*/ 792436 w 3024845"/>
                <a:gd name="connsiteY127-8832" fmla="*/ 659342 h 1160647"/>
                <a:gd name="connsiteX128-8833" fmla="*/ 794463 w 3024845"/>
                <a:gd name="connsiteY128-8834" fmla="*/ 659342 h 1160647"/>
                <a:gd name="connsiteX129-8835" fmla="*/ 808650 w 3024845"/>
                <a:gd name="connsiteY129-8836" fmla="*/ 659342 h 1160647"/>
                <a:gd name="connsiteX130-8837" fmla="*/ 814730 w 3024845"/>
                <a:gd name="connsiteY130-8838" fmla="*/ 665828 h 1160647"/>
                <a:gd name="connsiteX131-8839" fmla="*/ 814730 w 3024845"/>
                <a:gd name="connsiteY131-8840" fmla="*/ 687446 h 1160647"/>
                <a:gd name="connsiteX132-8841" fmla="*/ 817010 w 3024845"/>
                <a:gd name="connsiteY132-8842" fmla="*/ 687446 h 1160647"/>
                <a:gd name="connsiteX133-8843" fmla="*/ 832970 w 3024845"/>
                <a:gd name="connsiteY133-8844" fmla="*/ 687446 h 1160647"/>
                <a:gd name="connsiteX134-8845" fmla="*/ 832970 w 3024845"/>
                <a:gd name="connsiteY134-8846" fmla="*/ 688526 h 1160647"/>
                <a:gd name="connsiteX135-8847" fmla="*/ 832970 w 3024845"/>
                <a:gd name="connsiteY135-8848" fmla="*/ 696093 h 1160647"/>
                <a:gd name="connsiteX136-8849" fmla="*/ 834237 w 3024845"/>
                <a:gd name="connsiteY136-8850" fmla="*/ 696093 h 1160647"/>
                <a:gd name="connsiteX137-8851" fmla="*/ 843104 w 3024845"/>
                <a:gd name="connsiteY137-8852" fmla="*/ 696093 h 1160647"/>
                <a:gd name="connsiteX138-8853" fmla="*/ 843104 w 3024845"/>
                <a:gd name="connsiteY138-8854" fmla="*/ 698254 h 1160647"/>
                <a:gd name="connsiteX139-8855" fmla="*/ 843104 w 3024845"/>
                <a:gd name="connsiteY139-8856" fmla="*/ 713387 h 1160647"/>
                <a:gd name="connsiteX140-8857" fmla="*/ 847157 w 3024845"/>
                <a:gd name="connsiteY140-8858" fmla="*/ 711495 h 1160647"/>
                <a:gd name="connsiteX141-8859" fmla="*/ 847157 w 3024845"/>
                <a:gd name="connsiteY141-8860" fmla="*/ 698254 h 1160647"/>
                <a:gd name="connsiteX142-8861" fmla="*/ 848170 w 3024845"/>
                <a:gd name="connsiteY142-8862" fmla="*/ 698254 h 1160647"/>
                <a:gd name="connsiteX143-8863" fmla="*/ 855264 w 3024845"/>
                <a:gd name="connsiteY143-8864" fmla="*/ 698254 h 1160647"/>
                <a:gd name="connsiteX144-8865" fmla="*/ 855264 w 3024845"/>
                <a:gd name="connsiteY144-8866" fmla="*/ 699876 h 1160647"/>
                <a:gd name="connsiteX145-8867" fmla="*/ 855264 w 3024845"/>
                <a:gd name="connsiteY145-8868" fmla="*/ 711225 h 1160647"/>
                <a:gd name="connsiteX146-8869" fmla="*/ 856024 w 3024845"/>
                <a:gd name="connsiteY146-8870" fmla="*/ 711225 h 1160647"/>
                <a:gd name="connsiteX147-8871" fmla="*/ 861344 w 3024845"/>
                <a:gd name="connsiteY147-8872" fmla="*/ 711225 h 1160647"/>
                <a:gd name="connsiteX148-8873" fmla="*/ 909984 w 3024845"/>
                <a:gd name="connsiteY148-8874" fmla="*/ 706902 h 1160647"/>
                <a:gd name="connsiteX149-8875" fmla="*/ 909984 w 3024845"/>
                <a:gd name="connsiteY149-8876" fmla="*/ 708253 h 1160647"/>
                <a:gd name="connsiteX150-8877" fmla="*/ 909984 w 3024845"/>
                <a:gd name="connsiteY150-8878" fmla="*/ 717710 h 1160647"/>
                <a:gd name="connsiteX151-8879" fmla="*/ 910744 w 3024845"/>
                <a:gd name="connsiteY151-8880" fmla="*/ 717710 h 1160647"/>
                <a:gd name="connsiteX152-8881" fmla="*/ 916065 w 3024845"/>
                <a:gd name="connsiteY152-8882" fmla="*/ 717710 h 1160647"/>
                <a:gd name="connsiteX153-8883" fmla="*/ 916065 w 3024845"/>
                <a:gd name="connsiteY153-8884" fmla="*/ 719872 h 1160647"/>
                <a:gd name="connsiteX154-8885" fmla="*/ 916065 w 3024845"/>
                <a:gd name="connsiteY154-8886" fmla="*/ 735005 h 1160647"/>
                <a:gd name="connsiteX155-8887" fmla="*/ 918091 w 3024845"/>
                <a:gd name="connsiteY155-8888" fmla="*/ 733654 h 1160647"/>
                <a:gd name="connsiteX156-8889" fmla="*/ 932278 w 3024845"/>
                <a:gd name="connsiteY156-8890" fmla="*/ 724196 h 1160647"/>
                <a:gd name="connsiteX157-8891" fmla="*/ 938358 w 3024845"/>
                <a:gd name="connsiteY157-8892" fmla="*/ 683122 h 1160647"/>
                <a:gd name="connsiteX158-8893" fmla="*/ 939118 w 3024845"/>
                <a:gd name="connsiteY158-8894" fmla="*/ 682852 h 1160647"/>
                <a:gd name="connsiteX159-8895" fmla="*/ 944438 w 3024845"/>
                <a:gd name="connsiteY159-8896" fmla="*/ 680960 h 1160647"/>
                <a:gd name="connsiteX160-8897" fmla="*/ 946465 w 3024845"/>
                <a:gd name="connsiteY160-8898" fmla="*/ 611783 h 1160647"/>
                <a:gd name="connsiteX161-8899" fmla="*/ 948492 w 3024845"/>
                <a:gd name="connsiteY161-8900" fmla="*/ 680960 h 1160647"/>
                <a:gd name="connsiteX162-8901" fmla="*/ 949252 w 3024845"/>
                <a:gd name="connsiteY162-8902" fmla="*/ 681230 h 1160647"/>
                <a:gd name="connsiteX163-8903" fmla="*/ 954572 w 3024845"/>
                <a:gd name="connsiteY163-8904" fmla="*/ 683122 h 1160647"/>
                <a:gd name="connsiteX164-8905" fmla="*/ 954572 w 3024845"/>
                <a:gd name="connsiteY164-8906" fmla="*/ 596651 h 1160647"/>
                <a:gd name="connsiteX165-8907" fmla="*/ 958625 w 3024845"/>
                <a:gd name="connsiteY165-8908" fmla="*/ 564224 h 1160647"/>
                <a:gd name="connsiteX166-8909" fmla="*/ 997132 w 3024845"/>
                <a:gd name="connsiteY166-8910" fmla="*/ 564224 h 1160647"/>
                <a:gd name="connsiteX167-8911" fmla="*/ 997132 w 3024845"/>
                <a:gd name="connsiteY167-8912" fmla="*/ 596651 h 1160647"/>
                <a:gd name="connsiteX168-8913" fmla="*/ 997892 w 3024845"/>
                <a:gd name="connsiteY168-8914" fmla="*/ 596651 h 1160647"/>
                <a:gd name="connsiteX169-8915" fmla="*/ 1003212 w 3024845"/>
                <a:gd name="connsiteY169-8916" fmla="*/ 596651 h 1160647"/>
                <a:gd name="connsiteX170-8917" fmla="*/ 1003212 w 3024845"/>
                <a:gd name="connsiteY170-8918" fmla="*/ 514503 h 1160647"/>
                <a:gd name="connsiteX171-8919" fmla="*/ 1004986 w 3024845"/>
                <a:gd name="connsiteY171-8920" fmla="*/ 514503 h 1160647"/>
                <a:gd name="connsiteX172-8921" fmla="*/ 1017399 w 3024845"/>
                <a:gd name="connsiteY172-8922" fmla="*/ 514503 h 1160647"/>
                <a:gd name="connsiteX173-8923" fmla="*/ 1017399 w 3024845"/>
                <a:gd name="connsiteY173-8924" fmla="*/ 512612 h 1160647"/>
                <a:gd name="connsiteX174-8925" fmla="*/ 1017399 w 3024845"/>
                <a:gd name="connsiteY174-8926" fmla="*/ 499371 h 1160647"/>
                <a:gd name="connsiteX175-8927" fmla="*/ 1039693 w 3024845"/>
                <a:gd name="connsiteY175-8928" fmla="*/ 499371 h 1160647"/>
                <a:gd name="connsiteX176-8929" fmla="*/ 1039693 w 3024845"/>
                <a:gd name="connsiteY176-8930" fmla="*/ 498290 h 1160647"/>
                <a:gd name="connsiteX177-8931" fmla="*/ 1039693 w 3024845"/>
                <a:gd name="connsiteY177-8932" fmla="*/ 490724 h 1160647"/>
                <a:gd name="connsiteX178-8933" fmla="*/ 1041466 w 3024845"/>
                <a:gd name="connsiteY178-8934" fmla="*/ 490724 h 1160647"/>
                <a:gd name="connsiteX179-8935" fmla="*/ 1053880 w 3024845"/>
                <a:gd name="connsiteY179-8936" fmla="*/ 490724 h 1160647"/>
                <a:gd name="connsiteX180-8937" fmla="*/ 1053880 w 3024845"/>
                <a:gd name="connsiteY180-8938" fmla="*/ 491805 h 1160647"/>
                <a:gd name="connsiteX181-8939" fmla="*/ 1053880 w 3024845"/>
                <a:gd name="connsiteY181-8940" fmla="*/ 499371 h 1160647"/>
                <a:gd name="connsiteX182-8941" fmla="*/ 1054640 w 3024845"/>
                <a:gd name="connsiteY182-8942" fmla="*/ 499371 h 1160647"/>
                <a:gd name="connsiteX183-8943" fmla="*/ 1059960 w 3024845"/>
                <a:gd name="connsiteY183-8944" fmla="*/ 499371 h 1160647"/>
                <a:gd name="connsiteX184-8945" fmla="*/ 1070093 w 3024845"/>
                <a:gd name="connsiteY184-8946" fmla="*/ 495047 h 1160647"/>
                <a:gd name="connsiteX185-8947" fmla="*/ 1074146 w 3024845"/>
                <a:gd name="connsiteY185-8948" fmla="*/ 498290 h 1160647"/>
                <a:gd name="connsiteX186-8949" fmla="*/ 1074146 w 3024845"/>
                <a:gd name="connsiteY186-8950" fmla="*/ 490724 h 1160647"/>
                <a:gd name="connsiteX187-8951" fmla="*/ 1076426 w 3024845"/>
                <a:gd name="connsiteY187-8952" fmla="*/ 490724 h 1160647"/>
                <a:gd name="connsiteX188-8953" fmla="*/ 1092387 w 3024845"/>
                <a:gd name="connsiteY188-8954" fmla="*/ 490724 h 1160647"/>
                <a:gd name="connsiteX189-8955" fmla="*/ 1092387 w 3024845"/>
                <a:gd name="connsiteY189-8956" fmla="*/ 491805 h 1160647"/>
                <a:gd name="connsiteX190-8957" fmla="*/ 1092387 w 3024845"/>
                <a:gd name="connsiteY190-8958" fmla="*/ 499371 h 1160647"/>
                <a:gd name="connsiteX191-8959" fmla="*/ 1122787 w 3024845"/>
                <a:gd name="connsiteY191-8960" fmla="*/ 499371 h 1160647"/>
                <a:gd name="connsiteX192-8961" fmla="*/ 1122787 w 3024845"/>
                <a:gd name="connsiteY192-8962" fmla="*/ 500992 h 1160647"/>
                <a:gd name="connsiteX193-8963" fmla="*/ 1122787 w 3024845"/>
                <a:gd name="connsiteY193-8964" fmla="*/ 512342 h 1160647"/>
                <a:gd name="connsiteX194-8965" fmla="*/ 1149134 w 3024845"/>
                <a:gd name="connsiteY194-8966" fmla="*/ 512342 h 1160647"/>
                <a:gd name="connsiteX195-8967" fmla="*/ 1149134 w 3024845"/>
                <a:gd name="connsiteY195-8968" fmla="*/ 542606 h 1160647"/>
                <a:gd name="connsiteX196-8969" fmla="*/ 1149894 w 3024845"/>
                <a:gd name="connsiteY196-8970" fmla="*/ 542606 h 1160647"/>
                <a:gd name="connsiteX197-8971" fmla="*/ 1155214 w 3024845"/>
                <a:gd name="connsiteY197-8972" fmla="*/ 542606 h 1160647"/>
                <a:gd name="connsiteX198-8973" fmla="*/ 1155214 w 3024845"/>
                <a:gd name="connsiteY198-8974" fmla="*/ 543687 h 1160647"/>
                <a:gd name="connsiteX199-8975" fmla="*/ 1155214 w 3024845"/>
                <a:gd name="connsiteY199-8976" fmla="*/ 551254 h 1160647"/>
                <a:gd name="connsiteX200-8977" fmla="*/ 1159268 w 3024845"/>
                <a:gd name="connsiteY200-8978" fmla="*/ 581518 h 1160647"/>
                <a:gd name="connsiteX201-8979" fmla="*/ 1160028 w 3024845"/>
                <a:gd name="connsiteY201-8980" fmla="*/ 581518 h 1160647"/>
                <a:gd name="connsiteX202-8981" fmla="*/ 1165348 w 3024845"/>
                <a:gd name="connsiteY202-8982" fmla="*/ 581518 h 1160647"/>
                <a:gd name="connsiteX203-8983" fmla="*/ 1165348 w 3024845"/>
                <a:gd name="connsiteY203-8984" fmla="*/ 582329 h 1160647"/>
                <a:gd name="connsiteX204-8985" fmla="*/ 1165348 w 3024845"/>
                <a:gd name="connsiteY204-8986" fmla="*/ 588004 h 1160647"/>
                <a:gd name="connsiteX205-8987" fmla="*/ 1166361 w 3024845"/>
                <a:gd name="connsiteY205-8988" fmla="*/ 588004 h 1160647"/>
                <a:gd name="connsiteX206-8989" fmla="*/ 1173454 w 3024845"/>
                <a:gd name="connsiteY206-8990" fmla="*/ 588004 h 1160647"/>
                <a:gd name="connsiteX207-8991" fmla="*/ 1173454 w 3024845"/>
                <a:gd name="connsiteY207-8992" fmla="*/ 618269 h 1160647"/>
                <a:gd name="connsiteX208-8993" fmla="*/ 1175481 w 3024845"/>
                <a:gd name="connsiteY208-8994" fmla="*/ 618269 h 1160647"/>
                <a:gd name="connsiteX209-8995" fmla="*/ 1189668 w 3024845"/>
                <a:gd name="connsiteY209-8996" fmla="*/ 618269 h 1160647"/>
                <a:gd name="connsiteX210-8997" fmla="*/ 1189668 w 3024845"/>
                <a:gd name="connsiteY210-8998" fmla="*/ 642048 h 1160647"/>
                <a:gd name="connsiteX211-8999" fmla="*/ 1191695 w 3024845"/>
                <a:gd name="connsiteY211-9000" fmla="*/ 643669 h 1160647"/>
                <a:gd name="connsiteX212-9001" fmla="*/ 1191695 w 3024845"/>
                <a:gd name="connsiteY212-9002" fmla="*/ 655019 h 1160647"/>
                <a:gd name="connsiteX213-9003" fmla="*/ 1192455 w 3024845"/>
                <a:gd name="connsiteY213-9004" fmla="*/ 655019 h 1160647"/>
                <a:gd name="connsiteX214-9005" fmla="*/ 1197775 w 3024845"/>
                <a:gd name="connsiteY214-9006" fmla="*/ 655019 h 1160647"/>
                <a:gd name="connsiteX215-9007" fmla="*/ 1197775 w 3024845"/>
                <a:gd name="connsiteY215-9008" fmla="*/ 678798 h 1160647"/>
                <a:gd name="connsiteX216-9009" fmla="*/ 1199041 w 3024845"/>
                <a:gd name="connsiteY216-9010" fmla="*/ 678798 h 1160647"/>
                <a:gd name="connsiteX217-9011" fmla="*/ 1207908 w 3024845"/>
                <a:gd name="connsiteY217-9012" fmla="*/ 678798 h 1160647"/>
                <a:gd name="connsiteX218-9013" fmla="*/ 1209935 w 3024845"/>
                <a:gd name="connsiteY218-9014" fmla="*/ 682852 h 1160647"/>
                <a:gd name="connsiteX219-9015" fmla="*/ 1209935 w 3024845"/>
                <a:gd name="connsiteY219-9016" fmla="*/ 696093 h 1160647"/>
                <a:gd name="connsiteX220-9017" fmla="*/ 1211455 w 3024845"/>
                <a:gd name="connsiteY220-9018" fmla="*/ 694201 h 1160647"/>
                <a:gd name="connsiteX221-9019" fmla="*/ 1222095 w 3024845"/>
                <a:gd name="connsiteY221-9020" fmla="*/ 680960 h 1160647"/>
                <a:gd name="connsiteX222-9021" fmla="*/ 1250469 w 3024845"/>
                <a:gd name="connsiteY222-9022" fmla="*/ 680960 h 1160647"/>
                <a:gd name="connsiteX223-9023" fmla="*/ 1250469 w 3024845"/>
                <a:gd name="connsiteY223-9024" fmla="*/ 767431 h 1160647"/>
                <a:gd name="connsiteX224-9025" fmla="*/ 1251229 w 3024845"/>
                <a:gd name="connsiteY224-9026" fmla="*/ 767431 h 1160647"/>
                <a:gd name="connsiteX225-9027" fmla="*/ 1256549 w 3024845"/>
                <a:gd name="connsiteY225-9028" fmla="*/ 767431 h 1160647"/>
                <a:gd name="connsiteX226-9029" fmla="*/ 1257309 w 3024845"/>
                <a:gd name="connsiteY226-9030" fmla="*/ 766080 h 1160647"/>
                <a:gd name="connsiteX227-9031" fmla="*/ 1262629 w 3024845"/>
                <a:gd name="connsiteY227-9032" fmla="*/ 756622 h 1160647"/>
                <a:gd name="connsiteX228-9033" fmla="*/ 1262629 w 3024845"/>
                <a:gd name="connsiteY228-9034" fmla="*/ 758514 h 1160647"/>
                <a:gd name="connsiteX229-9035" fmla="*/ 1262629 w 3024845"/>
                <a:gd name="connsiteY229-9036" fmla="*/ 771755 h 1160647"/>
                <a:gd name="connsiteX230-9037" fmla="*/ 1266682 w 3024845"/>
                <a:gd name="connsiteY230-9038" fmla="*/ 726358 h 1160647"/>
                <a:gd name="connsiteX231-9039" fmla="*/ 1267442 w 3024845"/>
                <a:gd name="connsiteY231-9040" fmla="*/ 726358 h 1160647"/>
                <a:gd name="connsiteX232-9041" fmla="*/ 1272762 w 3024845"/>
                <a:gd name="connsiteY232-9042" fmla="*/ 726358 h 1160647"/>
                <a:gd name="connsiteX233-9043" fmla="*/ 1272762 w 3024845"/>
                <a:gd name="connsiteY233-9044" fmla="*/ 661504 h 1160647"/>
                <a:gd name="connsiteX234-9045" fmla="*/ 1273776 w 3024845"/>
                <a:gd name="connsiteY234-9046" fmla="*/ 661504 h 1160647"/>
                <a:gd name="connsiteX235-9047" fmla="*/ 1280869 w 3024845"/>
                <a:gd name="connsiteY235-9048" fmla="*/ 661504 h 1160647"/>
                <a:gd name="connsiteX236-9049" fmla="*/ 1293029 w 3024845"/>
                <a:gd name="connsiteY236-9050" fmla="*/ 618269 h 1160647"/>
                <a:gd name="connsiteX237-9051" fmla="*/ 1294296 w 3024845"/>
                <a:gd name="connsiteY237-9052" fmla="*/ 618269 h 1160647"/>
                <a:gd name="connsiteX238-9053" fmla="*/ 1303163 w 3024845"/>
                <a:gd name="connsiteY238-9054" fmla="*/ 618269 h 1160647"/>
                <a:gd name="connsiteX239-9055" fmla="*/ 1313296 w 3024845"/>
                <a:gd name="connsiteY239-9056" fmla="*/ 661504 h 1160647"/>
                <a:gd name="connsiteX240-9057" fmla="*/ 1314309 w 3024845"/>
                <a:gd name="connsiteY240-9058" fmla="*/ 661504 h 1160647"/>
                <a:gd name="connsiteX241-9059" fmla="*/ 1321403 w 3024845"/>
                <a:gd name="connsiteY241-9060" fmla="*/ 661504 h 1160647"/>
                <a:gd name="connsiteX242-9061" fmla="*/ 1321403 w 3024845"/>
                <a:gd name="connsiteY242-9062" fmla="*/ 700416 h 1160647"/>
                <a:gd name="connsiteX243-9063" fmla="*/ 1323176 w 3024845"/>
                <a:gd name="connsiteY243-9064" fmla="*/ 700416 h 1160647"/>
                <a:gd name="connsiteX244-9065" fmla="*/ 1335590 w 3024845"/>
                <a:gd name="connsiteY244-9066" fmla="*/ 700416 h 1160647"/>
                <a:gd name="connsiteX245-9067" fmla="*/ 1335590 w 3024845"/>
                <a:gd name="connsiteY245-9068" fmla="*/ 702578 h 1160647"/>
                <a:gd name="connsiteX246-9069" fmla="*/ 1335590 w 3024845"/>
                <a:gd name="connsiteY246-9070" fmla="*/ 717710 h 1160647"/>
                <a:gd name="connsiteX247-9071" fmla="*/ 1339643 w 3024845"/>
                <a:gd name="connsiteY247-9072" fmla="*/ 715549 h 1160647"/>
                <a:gd name="connsiteX248-9073" fmla="*/ 1339643 w 3024845"/>
                <a:gd name="connsiteY248-9074" fmla="*/ 700416 h 1160647"/>
                <a:gd name="connsiteX249-9075" fmla="*/ 1341163 w 3024845"/>
                <a:gd name="connsiteY249-9076" fmla="*/ 700416 h 1160647"/>
                <a:gd name="connsiteX250-9077" fmla="*/ 1351803 w 3024845"/>
                <a:gd name="connsiteY250-9078" fmla="*/ 700416 h 1160647"/>
                <a:gd name="connsiteX251-9079" fmla="*/ 1351803 w 3024845"/>
                <a:gd name="connsiteY251-9080" fmla="*/ 702037 h 1160647"/>
                <a:gd name="connsiteX252-9081" fmla="*/ 1351803 w 3024845"/>
                <a:gd name="connsiteY252-9082" fmla="*/ 713387 h 1160647"/>
                <a:gd name="connsiteX253-9083" fmla="*/ 1382204 w 3024845"/>
                <a:gd name="connsiteY253-9084" fmla="*/ 713387 h 1160647"/>
                <a:gd name="connsiteX254-9085" fmla="*/ 1382204 w 3024845"/>
                <a:gd name="connsiteY254-9086" fmla="*/ 676637 h 1160647"/>
                <a:gd name="connsiteX255-9087" fmla="*/ 1383470 w 3024845"/>
                <a:gd name="connsiteY255-9088" fmla="*/ 676637 h 1160647"/>
                <a:gd name="connsiteX256-9089" fmla="*/ 1392337 w 3024845"/>
                <a:gd name="connsiteY256-9090" fmla="*/ 676637 h 1160647"/>
                <a:gd name="connsiteX257-9091" fmla="*/ 1392337 w 3024845"/>
                <a:gd name="connsiteY257-9092" fmla="*/ 698254 h 1160647"/>
                <a:gd name="connsiteX258-9093" fmla="*/ 1394364 w 3024845"/>
                <a:gd name="connsiteY258-9094" fmla="*/ 665828 h 1160647"/>
                <a:gd name="connsiteX259-9095" fmla="*/ 1416657 w 3024845"/>
                <a:gd name="connsiteY259-9096" fmla="*/ 665828 h 1160647"/>
                <a:gd name="connsiteX260-9097" fmla="*/ 1416657 w 3024845"/>
                <a:gd name="connsiteY260-9098" fmla="*/ 664206 h 1160647"/>
                <a:gd name="connsiteX261-9099" fmla="*/ 1416657 w 3024845"/>
                <a:gd name="connsiteY261-9100" fmla="*/ 652857 h 1160647"/>
                <a:gd name="connsiteX262-9101" fmla="*/ 1417417 w 3024845"/>
                <a:gd name="connsiteY262-9102" fmla="*/ 652857 h 1160647"/>
                <a:gd name="connsiteX263-9103" fmla="*/ 1422737 w 3024845"/>
                <a:gd name="connsiteY263-9104" fmla="*/ 652857 h 1160647"/>
                <a:gd name="connsiteX264-9105" fmla="*/ 1422737 w 3024845"/>
                <a:gd name="connsiteY264-9106" fmla="*/ 650966 h 1160647"/>
                <a:gd name="connsiteX265-9107" fmla="*/ 1422737 w 3024845"/>
                <a:gd name="connsiteY265-9108" fmla="*/ 637725 h 1160647"/>
                <a:gd name="connsiteX266-9109" fmla="*/ 1426791 w 3024845"/>
                <a:gd name="connsiteY266-9110" fmla="*/ 644210 h 1160647"/>
                <a:gd name="connsiteX267-9111" fmla="*/ 1429071 w 3024845"/>
                <a:gd name="connsiteY267-9112" fmla="*/ 644210 h 1160647"/>
                <a:gd name="connsiteX268-9113" fmla="*/ 1445031 w 3024845"/>
                <a:gd name="connsiteY268-9114" fmla="*/ 644210 h 1160647"/>
                <a:gd name="connsiteX269-9115" fmla="*/ 1445031 w 3024845"/>
                <a:gd name="connsiteY269-9116" fmla="*/ 643399 h 1160647"/>
                <a:gd name="connsiteX270-9117" fmla="*/ 1445031 w 3024845"/>
                <a:gd name="connsiteY270-9118" fmla="*/ 637725 h 1160647"/>
                <a:gd name="connsiteX271-9119" fmla="*/ 1445791 w 3024845"/>
                <a:gd name="connsiteY271-9120" fmla="*/ 637725 h 1160647"/>
                <a:gd name="connsiteX272-9121" fmla="*/ 1451111 w 3024845"/>
                <a:gd name="connsiteY272-9122" fmla="*/ 637725 h 1160647"/>
                <a:gd name="connsiteX273-9123" fmla="*/ 1451111 w 3024845"/>
                <a:gd name="connsiteY273-9124" fmla="*/ 639076 h 1160647"/>
                <a:gd name="connsiteX274-9125" fmla="*/ 1451111 w 3024845"/>
                <a:gd name="connsiteY274-9126" fmla="*/ 648534 h 1160647"/>
                <a:gd name="connsiteX275-9127" fmla="*/ 1489618 w 3024845"/>
                <a:gd name="connsiteY275-9128" fmla="*/ 648534 h 1160647"/>
                <a:gd name="connsiteX276-9129" fmla="*/ 1489618 w 3024845"/>
                <a:gd name="connsiteY276-9130" fmla="*/ 786887 h 1160647"/>
                <a:gd name="connsiteX277-9131" fmla="*/ 1491138 w 3024845"/>
                <a:gd name="connsiteY277-9132" fmla="*/ 786887 h 1160647"/>
                <a:gd name="connsiteX278-9133" fmla="*/ 1501778 w 3024845"/>
                <a:gd name="connsiteY278-9134" fmla="*/ 786887 h 1160647"/>
                <a:gd name="connsiteX279-9135" fmla="*/ 1501778 w 3024845"/>
                <a:gd name="connsiteY279-9136" fmla="*/ 773917 h 1160647"/>
                <a:gd name="connsiteX280-9137" fmla="*/ 1505832 w 3024845"/>
                <a:gd name="connsiteY280-9138" fmla="*/ 773917 h 1160647"/>
                <a:gd name="connsiteX281-9139" fmla="*/ 1505832 w 3024845"/>
                <a:gd name="connsiteY281-9140" fmla="*/ 786887 h 1160647"/>
                <a:gd name="connsiteX282-9141" fmla="*/ 1536232 w 3024845"/>
                <a:gd name="connsiteY282-9142" fmla="*/ 786887 h 1160647"/>
                <a:gd name="connsiteX283-9143" fmla="*/ 1536232 w 3024845"/>
                <a:gd name="connsiteY283-9144" fmla="*/ 756622 h 1160647"/>
                <a:gd name="connsiteX284-9145" fmla="*/ 1548392 w 3024845"/>
                <a:gd name="connsiteY284-9146" fmla="*/ 756622 h 1160647"/>
                <a:gd name="connsiteX285-9147" fmla="*/ 1560552 w 3024845"/>
                <a:gd name="connsiteY285-9148" fmla="*/ 754461 h 1160647"/>
                <a:gd name="connsiteX286-9149" fmla="*/ 1564606 w 3024845"/>
                <a:gd name="connsiteY286-9150" fmla="*/ 756622 h 1160647"/>
                <a:gd name="connsiteX287-9151" fmla="*/ 1574739 w 3024845"/>
                <a:gd name="connsiteY287-9152" fmla="*/ 756622 h 1160647"/>
                <a:gd name="connsiteX288-9153" fmla="*/ 1574739 w 3024845"/>
                <a:gd name="connsiteY288-9154" fmla="*/ 786887 h 1160647"/>
                <a:gd name="connsiteX289-9155" fmla="*/ 1582846 w 3024845"/>
                <a:gd name="connsiteY289-9156" fmla="*/ 786887 h 1160647"/>
                <a:gd name="connsiteX290-9157" fmla="*/ 1582846 w 3024845"/>
                <a:gd name="connsiteY290-9158" fmla="*/ 804182 h 1160647"/>
                <a:gd name="connsiteX291-9159" fmla="*/ 1592182 w 3024845"/>
                <a:gd name="connsiteY291-9160" fmla="*/ 805087 h 1160647"/>
                <a:gd name="connsiteX292-9161" fmla="*/ 1605140 w 3024845"/>
                <a:gd name="connsiteY292-9162" fmla="*/ 805087 h 1160647"/>
                <a:gd name="connsiteX293-9163" fmla="*/ 1605140 w 3024845"/>
                <a:gd name="connsiteY293-9164" fmla="*/ 789049 h 1160647"/>
                <a:gd name="connsiteX294-9165" fmla="*/ 1673096 w 3024845"/>
                <a:gd name="connsiteY294-9166" fmla="*/ 789049 h 1160647"/>
                <a:gd name="connsiteX295-9167" fmla="*/ 1673096 w 3024845"/>
                <a:gd name="connsiteY295-9168" fmla="*/ 703796 h 1160647"/>
                <a:gd name="connsiteX296-9169" fmla="*/ 1745104 w 3024845"/>
                <a:gd name="connsiteY296-9170" fmla="*/ 703796 h 1160647"/>
                <a:gd name="connsiteX297-9171" fmla="*/ 1745104 w 3024845"/>
                <a:gd name="connsiteY297-9172" fmla="*/ 782564 h 1160647"/>
                <a:gd name="connsiteX298-9173" fmla="*/ 1747008 w 3024845"/>
                <a:gd name="connsiteY298-9174" fmla="*/ 782564 h 1160647"/>
                <a:gd name="connsiteX299-9175" fmla="*/ 1748250 w 3024845"/>
                <a:gd name="connsiteY299-9176" fmla="*/ 805087 h 1160647"/>
                <a:gd name="connsiteX300-9177" fmla="*/ 1757926 w 3024845"/>
                <a:gd name="connsiteY300-9178" fmla="*/ 805087 h 1160647"/>
                <a:gd name="connsiteX301-9179" fmla="*/ 1759168 w 3024845"/>
                <a:gd name="connsiteY301-9180" fmla="*/ 782564 h 1160647"/>
                <a:gd name="connsiteX302-9181" fmla="*/ 1765248 w 3024845"/>
                <a:gd name="connsiteY302-9182" fmla="*/ 782564 h 1160647"/>
                <a:gd name="connsiteX303-9183" fmla="*/ 1766490 w 3024845"/>
                <a:gd name="connsiteY303-9184" fmla="*/ 805087 h 1160647"/>
                <a:gd name="connsiteX304-9185" fmla="*/ 1817112 w 3024845"/>
                <a:gd name="connsiteY304-9186" fmla="*/ 805087 h 1160647"/>
                <a:gd name="connsiteX305-9187" fmla="*/ 1817112 w 3024845"/>
                <a:gd name="connsiteY305-9188" fmla="*/ 642059 h 1160647"/>
                <a:gd name="connsiteX306-9189" fmla="*/ 2014439 w 3024845"/>
                <a:gd name="connsiteY306-9190" fmla="*/ 642059 h 1160647"/>
                <a:gd name="connsiteX307-9191" fmla="*/ 2014439 w 3024845"/>
                <a:gd name="connsiteY307-9192" fmla="*/ 805087 h 1160647"/>
                <a:gd name="connsiteX308-9193" fmla="*/ 2033136 w 3024845"/>
                <a:gd name="connsiteY308-9194" fmla="*/ 805087 h 1160647"/>
                <a:gd name="connsiteX309-9195" fmla="*/ 2033136 w 3024845"/>
                <a:gd name="connsiteY309-9196" fmla="*/ 722394 h 1160647"/>
                <a:gd name="connsiteX310-9197" fmla="*/ 2128256 w 3024845"/>
                <a:gd name="connsiteY310-9198" fmla="*/ 722394 h 1160647"/>
                <a:gd name="connsiteX311-9199" fmla="*/ 2140186 w 3024845"/>
                <a:gd name="connsiteY311-9200" fmla="*/ 404253 h 1160647"/>
                <a:gd name="connsiteX312-9201" fmla="*/ 2128026 w 3024845"/>
                <a:gd name="connsiteY312-9202" fmla="*/ 382635 h 1160647"/>
                <a:gd name="connsiteX313-9203" fmla="*/ 2121946 w 3024845"/>
                <a:gd name="connsiteY313-9204" fmla="*/ 378311 h 1160647"/>
                <a:gd name="connsiteX314-9205" fmla="*/ 2130053 w 3024845"/>
                <a:gd name="connsiteY314-9206" fmla="*/ 354532 h 1160647"/>
                <a:gd name="connsiteX315-9207" fmla="*/ 2130053 w 3024845"/>
                <a:gd name="connsiteY315-9208" fmla="*/ 337238 h 1160647"/>
                <a:gd name="connsiteX316-9209" fmla="*/ 2144240 w 3024845"/>
                <a:gd name="connsiteY316-9210" fmla="*/ 337238 h 1160647"/>
                <a:gd name="connsiteX317-9211" fmla="*/ 2144240 w 3024845"/>
                <a:gd name="connsiteY317-9212" fmla="*/ 315620 h 1160647"/>
                <a:gd name="connsiteX318-9213" fmla="*/ 2146266 w 3024845"/>
                <a:gd name="connsiteY318-9214" fmla="*/ 311296 h 1160647"/>
                <a:gd name="connsiteX319-9215" fmla="*/ 2146266 w 3024845"/>
                <a:gd name="connsiteY319-9216" fmla="*/ 233472 h 1160647"/>
                <a:gd name="connsiteX320-9217" fmla="*/ 2144240 w 3024845"/>
                <a:gd name="connsiteY320-9218" fmla="*/ 226987 h 1160647"/>
                <a:gd name="connsiteX321-9219" fmla="*/ 2150320 w 3024845"/>
                <a:gd name="connsiteY321-9220" fmla="*/ 220501 h 1160647"/>
                <a:gd name="connsiteX322-9221" fmla="*/ 2150320 w 3024845"/>
                <a:gd name="connsiteY322-9222" fmla="*/ 162133 h 1160647"/>
                <a:gd name="connsiteX323-9223" fmla="*/ 2152346 w 3024845"/>
                <a:gd name="connsiteY323-9224" fmla="*/ 157810 h 1160647"/>
                <a:gd name="connsiteX324-9225" fmla="*/ 2152346 w 3024845"/>
                <a:gd name="connsiteY324-9226" fmla="*/ 101604 h 1160647"/>
                <a:gd name="connsiteX325-9227" fmla="*/ 2154373 w 3024845"/>
                <a:gd name="connsiteY325-9228" fmla="*/ 82148 h 1160647"/>
                <a:gd name="connsiteX326-9229" fmla="*/ 2158427 w 3024845"/>
                <a:gd name="connsiteY326-9230" fmla="*/ 99442 h 1160647"/>
                <a:gd name="connsiteX327-9231" fmla="*/ 2160453 w 3024845"/>
                <a:gd name="connsiteY327-9232" fmla="*/ 157810 h 1160647"/>
                <a:gd name="connsiteX328-9233" fmla="*/ 2162480 w 3024845"/>
                <a:gd name="connsiteY328-9234" fmla="*/ 220501 h 1160647"/>
                <a:gd name="connsiteX329-9235" fmla="*/ 2168560 w 3024845"/>
                <a:gd name="connsiteY329-9236" fmla="*/ 226987 h 1160647"/>
                <a:gd name="connsiteX330-9237" fmla="*/ 2166533 w 3024845"/>
                <a:gd name="connsiteY330-9238" fmla="*/ 233472 h 1160647"/>
                <a:gd name="connsiteX331-9239" fmla="*/ 2166533 w 3024845"/>
                <a:gd name="connsiteY331-9240" fmla="*/ 311296 h 1160647"/>
                <a:gd name="connsiteX332-9241" fmla="*/ 2168560 w 3024845"/>
                <a:gd name="connsiteY332-9242" fmla="*/ 315620 h 1160647"/>
                <a:gd name="connsiteX333-9243" fmla="*/ 2168560 w 3024845"/>
                <a:gd name="connsiteY333-9244" fmla="*/ 337238 h 1160647"/>
                <a:gd name="connsiteX334-9245" fmla="*/ 2182747 w 3024845"/>
                <a:gd name="connsiteY334-9246" fmla="*/ 337238 h 1160647"/>
                <a:gd name="connsiteX335-9247" fmla="*/ 2182747 w 3024845"/>
                <a:gd name="connsiteY335-9248" fmla="*/ 354532 h 1160647"/>
                <a:gd name="connsiteX336-9249" fmla="*/ 2190854 w 3024845"/>
                <a:gd name="connsiteY336-9250" fmla="*/ 378311 h 1160647"/>
                <a:gd name="connsiteX337-9251" fmla="*/ 2184774 w 3024845"/>
                <a:gd name="connsiteY337-9252" fmla="*/ 382635 h 1160647"/>
                <a:gd name="connsiteX338-9253" fmla="*/ 2172613 w 3024845"/>
                <a:gd name="connsiteY338-9254" fmla="*/ 404253 h 1160647"/>
                <a:gd name="connsiteX339-9255" fmla="*/ 2180720 w 3024845"/>
                <a:gd name="connsiteY339-9256" fmla="*/ 657181 h 1160647"/>
                <a:gd name="connsiteX340-9257" fmla="*/ 2245574 w 3024845"/>
                <a:gd name="connsiteY340-9258" fmla="*/ 657181 h 1160647"/>
                <a:gd name="connsiteX341-9259" fmla="*/ 2245574 w 3024845"/>
                <a:gd name="connsiteY341-9260" fmla="*/ 732843 h 1160647"/>
                <a:gd name="connsiteX342-9261" fmla="*/ 2253681 w 3024845"/>
                <a:gd name="connsiteY342-9262" fmla="*/ 732843 h 1160647"/>
                <a:gd name="connsiteX343-9263" fmla="*/ 2255708 w 3024845"/>
                <a:gd name="connsiteY343-9264" fmla="*/ 726358 h 1160647"/>
                <a:gd name="connsiteX344-9265" fmla="*/ 2261788 w 3024845"/>
                <a:gd name="connsiteY344-9266" fmla="*/ 726358 h 1160647"/>
                <a:gd name="connsiteX345-9267" fmla="*/ 2263815 w 3024845"/>
                <a:gd name="connsiteY345-9268" fmla="*/ 735005 h 1160647"/>
                <a:gd name="connsiteX346-9269" fmla="*/ 2275975 w 3024845"/>
                <a:gd name="connsiteY346-9270" fmla="*/ 735005 h 1160647"/>
                <a:gd name="connsiteX347-9271" fmla="*/ 2275975 w 3024845"/>
                <a:gd name="connsiteY347-9272" fmla="*/ 728519 h 1160647"/>
                <a:gd name="connsiteX348-9273" fmla="*/ 2298268 w 3024845"/>
                <a:gd name="connsiteY348-9274" fmla="*/ 728519 h 1160647"/>
                <a:gd name="connsiteX349-9275" fmla="*/ 2298268 w 3024845"/>
                <a:gd name="connsiteY349-9276" fmla="*/ 735005 h 1160647"/>
                <a:gd name="connsiteX350-9277" fmla="*/ 2318535 w 3024845"/>
                <a:gd name="connsiteY350-9278" fmla="*/ 735005 h 1160647"/>
                <a:gd name="connsiteX351-9279" fmla="*/ 2318535 w 3024845"/>
                <a:gd name="connsiteY351-9280" fmla="*/ 780402 h 1160647"/>
                <a:gd name="connsiteX352-9281" fmla="*/ 2332722 w 3024845"/>
                <a:gd name="connsiteY352-9282" fmla="*/ 780402 h 1160647"/>
                <a:gd name="connsiteX353-9283" fmla="*/ 2332722 w 3024845"/>
                <a:gd name="connsiteY353-9284" fmla="*/ 767431 h 1160647"/>
                <a:gd name="connsiteX354-9285" fmla="*/ 2348936 w 3024845"/>
                <a:gd name="connsiteY354-9286" fmla="*/ 767431 h 1160647"/>
                <a:gd name="connsiteX355-9287" fmla="*/ 2348936 w 3024845"/>
                <a:gd name="connsiteY355-9288" fmla="*/ 588004 h 1160647"/>
                <a:gd name="connsiteX356-9289" fmla="*/ 2355016 w 3024845"/>
                <a:gd name="connsiteY356-9290" fmla="*/ 581518 h 1160647"/>
                <a:gd name="connsiteX357-9291" fmla="*/ 2427977 w 3024845"/>
                <a:gd name="connsiteY357-9292" fmla="*/ 581518 h 1160647"/>
                <a:gd name="connsiteX358-9293" fmla="*/ 2427977 w 3024845"/>
                <a:gd name="connsiteY358-9294" fmla="*/ 590166 h 1160647"/>
                <a:gd name="connsiteX359-9295" fmla="*/ 2438110 w 3024845"/>
                <a:gd name="connsiteY359-9296" fmla="*/ 590166 h 1160647"/>
                <a:gd name="connsiteX360-9297" fmla="*/ 2438110 w 3024845"/>
                <a:gd name="connsiteY360-9298" fmla="*/ 704740 h 1160647"/>
                <a:gd name="connsiteX361-9299" fmla="*/ 2460404 w 3024845"/>
                <a:gd name="connsiteY361-9300" fmla="*/ 704740 h 1160647"/>
                <a:gd name="connsiteX362-9301" fmla="*/ 2460404 w 3024845"/>
                <a:gd name="connsiteY362-9302" fmla="*/ 637725 h 1160647"/>
                <a:gd name="connsiteX363-9303" fmla="*/ 2486751 w 3024845"/>
                <a:gd name="connsiteY363-9304" fmla="*/ 637725 h 1160647"/>
                <a:gd name="connsiteX364-9305" fmla="*/ 2490804 w 3024845"/>
                <a:gd name="connsiteY364-9306" fmla="*/ 633401 h 1160647"/>
                <a:gd name="connsiteX365-9307" fmla="*/ 2498911 w 3024845"/>
                <a:gd name="connsiteY365-9308" fmla="*/ 633401 h 1160647"/>
                <a:gd name="connsiteX366-9309" fmla="*/ 2502964 w 3024845"/>
                <a:gd name="connsiteY366-9310" fmla="*/ 637725 h 1160647"/>
                <a:gd name="connsiteX367-9311" fmla="*/ 2525258 w 3024845"/>
                <a:gd name="connsiteY367-9312" fmla="*/ 637725 h 1160647"/>
                <a:gd name="connsiteX368-9313" fmla="*/ 2525258 w 3024845"/>
                <a:gd name="connsiteY368-9314" fmla="*/ 520989 h 1160647"/>
                <a:gd name="connsiteX369-9315" fmla="*/ 2582005 w 3024845"/>
                <a:gd name="connsiteY369-9316" fmla="*/ 510180 h 1160647"/>
                <a:gd name="connsiteX370-9317" fmla="*/ 2582005 w 3024845"/>
                <a:gd name="connsiteY370-9318" fmla="*/ 511261 h 1160647"/>
                <a:gd name="connsiteX371-9319" fmla="*/ 2582005 w 3024845"/>
                <a:gd name="connsiteY371-9320" fmla="*/ 518827 h 1160647"/>
                <a:gd name="connsiteX372-9321" fmla="*/ 2608352 w 3024845"/>
                <a:gd name="connsiteY372-9322" fmla="*/ 518827 h 1160647"/>
                <a:gd name="connsiteX373-9323" fmla="*/ 2608352 w 3024845"/>
                <a:gd name="connsiteY373-9324" fmla="*/ 773917 h 1160647"/>
                <a:gd name="connsiteX374-9325" fmla="*/ 2630646 w 3024845"/>
                <a:gd name="connsiteY374-9326" fmla="*/ 773917 h 1160647"/>
                <a:gd name="connsiteX375-9327" fmla="*/ 2630646 w 3024845"/>
                <a:gd name="connsiteY375-9328" fmla="*/ 769593 h 1160647"/>
                <a:gd name="connsiteX376-9329" fmla="*/ 2642806 w 3024845"/>
                <a:gd name="connsiteY376-9330" fmla="*/ 769593 h 1160647"/>
                <a:gd name="connsiteX377-9331" fmla="*/ 2642806 w 3024845"/>
                <a:gd name="connsiteY377-9332" fmla="*/ 773917 h 1160647"/>
                <a:gd name="connsiteX378-9333" fmla="*/ 2667126 w 3024845"/>
                <a:gd name="connsiteY378-9334" fmla="*/ 773917 h 1160647"/>
                <a:gd name="connsiteX379-9335" fmla="*/ 2667126 w 3024845"/>
                <a:gd name="connsiteY379-9336" fmla="*/ 760946 h 1160647"/>
                <a:gd name="connsiteX380-9337" fmla="*/ 2695500 w 3024845"/>
                <a:gd name="connsiteY380-9338" fmla="*/ 760946 h 1160647"/>
                <a:gd name="connsiteX381-9339" fmla="*/ 2707660 w 3024845"/>
                <a:gd name="connsiteY381-9340" fmla="*/ 756622 h 1160647"/>
                <a:gd name="connsiteX382-9341" fmla="*/ 2727927 w 3024845"/>
                <a:gd name="connsiteY382-9342" fmla="*/ 760946 h 1160647"/>
                <a:gd name="connsiteX383-9343" fmla="*/ 2727927 w 3024845"/>
                <a:gd name="connsiteY383-9344" fmla="*/ 743652 h 1160647"/>
                <a:gd name="connsiteX384-9345" fmla="*/ 2736034 w 3024845"/>
                <a:gd name="connsiteY384-9346" fmla="*/ 743652 h 1160647"/>
                <a:gd name="connsiteX385-9347" fmla="*/ 2736034 w 3024845"/>
                <a:gd name="connsiteY385-9348" fmla="*/ 730681 h 1160647"/>
                <a:gd name="connsiteX386-9349" fmla="*/ 2792781 w 3024845"/>
                <a:gd name="connsiteY386-9350" fmla="*/ 730681 h 1160647"/>
                <a:gd name="connsiteX387-9351" fmla="*/ 2792781 w 3024845"/>
                <a:gd name="connsiteY387-9352" fmla="*/ 700416 h 1160647"/>
                <a:gd name="connsiteX388-9353" fmla="*/ 2811021 w 3024845"/>
                <a:gd name="connsiteY388-9354" fmla="*/ 700416 h 1160647"/>
                <a:gd name="connsiteX389-9355" fmla="*/ 2811021 w 3024845"/>
                <a:gd name="connsiteY389-9356" fmla="*/ 693931 h 1160647"/>
                <a:gd name="connsiteX390-9357" fmla="*/ 2823181 w 3024845"/>
                <a:gd name="connsiteY390-9358" fmla="*/ 693931 h 1160647"/>
                <a:gd name="connsiteX391-9359" fmla="*/ 2823181 w 3024845"/>
                <a:gd name="connsiteY391-9360" fmla="*/ 700416 h 1160647"/>
                <a:gd name="connsiteX392-9361" fmla="*/ 2839395 w 3024845"/>
                <a:gd name="connsiteY392-9362" fmla="*/ 700416 h 1160647"/>
                <a:gd name="connsiteX393-9363" fmla="*/ 2839395 w 3024845"/>
                <a:gd name="connsiteY393-9364" fmla="*/ 750137 h 1160647"/>
                <a:gd name="connsiteX394-9365" fmla="*/ 2871822 w 3024845"/>
                <a:gd name="connsiteY394-9366" fmla="*/ 750137 h 1160647"/>
                <a:gd name="connsiteX395-9367" fmla="*/ 2871822 w 3024845"/>
                <a:gd name="connsiteY395-9368" fmla="*/ 724196 h 1160647"/>
                <a:gd name="connsiteX396-9369" fmla="*/ 2910329 w 3024845"/>
                <a:gd name="connsiteY396-9370" fmla="*/ 724196 h 1160647"/>
                <a:gd name="connsiteX397-9371" fmla="*/ 2910329 w 3024845"/>
                <a:gd name="connsiteY397-9372" fmla="*/ 693931 h 1160647"/>
                <a:gd name="connsiteX398-9373" fmla="*/ 2958970 w 3024845"/>
                <a:gd name="connsiteY398-9374" fmla="*/ 693931 h 1160647"/>
                <a:gd name="connsiteX399-9375" fmla="*/ 2958970 w 3024845"/>
                <a:gd name="connsiteY399-9376" fmla="*/ 805087 h 1160647"/>
                <a:gd name="connsiteX400-9377" fmla="*/ 2958970 w 3024845"/>
                <a:gd name="connsiteY400-9378" fmla="*/ 818866 h 1160647"/>
                <a:gd name="connsiteX401-9379" fmla="*/ 3024845 w 3024845"/>
                <a:gd name="connsiteY401-9380" fmla="*/ 818866 h 1160647"/>
                <a:gd name="connsiteX402-9381" fmla="*/ 3024845 w 3024845"/>
                <a:gd name="connsiteY402-9382" fmla="*/ 1160647 h 1160647"/>
                <a:gd name="connsiteX403-9383" fmla="*/ 145862 w 3024845"/>
                <a:gd name="connsiteY403-9384" fmla="*/ 1160647 h 1160647"/>
                <a:gd name="connsiteX404-9385" fmla="*/ 2054 w 3024845"/>
                <a:gd name="connsiteY404-9386" fmla="*/ 1158314 h 1160647"/>
                <a:gd name="connsiteX405-9387" fmla="*/ 0 w 3024845"/>
                <a:gd name="connsiteY405-9388" fmla="*/ 724196 h 1160647"/>
                <a:gd name="connsiteX406-9389" fmla="*/ 20267 w 3024845"/>
                <a:gd name="connsiteY406-9390" fmla="*/ 724196 h 1160647"/>
                <a:gd name="connsiteX407-9391" fmla="*/ 20774 w 3024845"/>
                <a:gd name="connsiteY407-9392" fmla="*/ 723115 h 1160647"/>
                <a:gd name="connsiteX408-9393" fmla="*/ 24320 w 3024845"/>
                <a:gd name="connsiteY408-9394" fmla="*/ 715549 h 1160647"/>
                <a:gd name="connsiteX409-9395" fmla="*/ 26094 w 3024845"/>
                <a:gd name="connsiteY409-9396" fmla="*/ 715819 h 1160647"/>
                <a:gd name="connsiteX410-9397" fmla="*/ 38507 w 3024845"/>
                <a:gd name="connsiteY410-9398" fmla="*/ 717710 h 1160647"/>
                <a:gd name="connsiteX411-9399" fmla="*/ 39014 w 3024845"/>
                <a:gd name="connsiteY411-9400" fmla="*/ 719062 h 1160647"/>
                <a:gd name="connsiteX412-9401" fmla="*/ 42560 w 3024845"/>
                <a:gd name="connsiteY412-9402" fmla="*/ 728519 h 1160647"/>
                <a:gd name="connsiteX413-9403" fmla="*/ 68907 w 3024845"/>
                <a:gd name="connsiteY413-9404" fmla="*/ 730681 h 1160647"/>
                <a:gd name="connsiteX414-9405" fmla="*/ 68907 w 3024845"/>
                <a:gd name="connsiteY414-9406" fmla="*/ 607460 h 1160647"/>
                <a:gd name="connsiteX415-9407" fmla="*/ 70934 w 3024845"/>
                <a:gd name="connsiteY415-9408" fmla="*/ 607460 h 1160647"/>
                <a:gd name="connsiteX416-9409" fmla="*/ 85121 w 3024845"/>
                <a:gd name="connsiteY416-9410" fmla="*/ 607460 h 1160647"/>
                <a:gd name="connsiteX417-9411" fmla="*/ 85121 w 3024845"/>
                <a:gd name="connsiteY417-9412" fmla="*/ 471268 h 1160647"/>
                <a:gd name="connsiteX418-9413" fmla="*/ 86894 w 3024845"/>
                <a:gd name="connsiteY418-9414" fmla="*/ 471268 h 1160647"/>
                <a:gd name="connsiteX419-9415" fmla="*/ 99308 w 3024845"/>
                <a:gd name="connsiteY419-9416" fmla="*/ 471268 h 1160647"/>
                <a:gd name="connsiteX420-9417" fmla="*/ 99308 w 3024845"/>
                <a:gd name="connsiteY420-9418" fmla="*/ 356694 h 1160647"/>
                <a:gd name="connsiteX421-9419" fmla="*/ 103361 w 3024845"/>
                <a:gd name="connsiteY421-9420" fmla="*/ 328590 h 1160647"/>
                <a:gd name="connsiteX422-9421" fmla="*/ 105388 w 3024845"/>
                <a:gd name="connsiteY422-9422" fmla="*/ 328590 h 1160647"/>
                <a:gd name="connsiteX423-9423" fmla="*/ 119575 w 3024845"/>
                <a:gd name="connsiteY423-9424" fmla="*/ 328590 h 1160647"/>
                <a:gd name="connsiteX424-9425" fmla="*/ 156055 w 3024845"/>
                <a:gd name="connsiteY424-9426" fmla="*/ 246443 h 1160647"/>
                <a:gd name="connsiteX425-9427" fmla="*/ 160109 w 3024845"/>
                <a:gd name="connsiteY425-9428" fmla="*/ 0 h 1160647"/>
                <a:gd name="connsiteX0-9429" fmla="*/ 160109 w 3024845"/>
                <a:gd name="connsiteY0-9430" fmla="*/ 0 h 1160647"/>
                <a:gd name="connsiteX1-9431" fmla="*/ 162135 w 3024845"/>
                <a:gd name="connsiteY1-9432" fmla="*/ 246443 h 1160647"/>
                <a:gd name="connsiteX2-9433" fmla="*/ 200642 w 3024845"/>
                <a:gd name="connsiteY2-9434" fmla="*/ 326429 h 1160647"/>
                <a:gd name="connsiteX3-9435" fmla="*/ 202669 w 3024845"/>
                <a:gd name="connsiteY3-9436" fmla="*/ 326429 h 1160647"/>
                <a:gd name="connsiteX4-9437" fmla="*/ 216856 w 3024845"/>
                <a:gd name="connsiteY4-9438" fmla="*/ 326429 h 1160647"/>
                <a:gd name="connsiteX5-9439" fmla="*/ 216856 w 3024845"/>
                <a:gd name="connsiteY5-9440" fmla="*/ 350208 h 1160647"/>
                <a:gd name="connsiteX6-9441" fmla="*/ 217363 w 3024845"/>
                <a:gd name="connsiteY6-9442" fmla="*/ 351019 h 1160647"/>
                <a:gd name="connsiteX7-9443" fmla="*/ 220909 w 3024845"/>
                <a:gd name="connsiteY7-9444" fmla="*/ 356694 h 1160647"/>
                <a:gd name="connsiteX8-9445" fmla="*/ 220909 w 3024845"/>
                <a:gd name="connsiteY8-9446" fmla="*/ 471268 h 1160647"/>
                <a:gd name="connsiteX9-9447" fmla="*/ 223189 w 3024845"/>
                <a:gd name="connsiteY9-9448" fmla="*/ 471268 h 1160647"/>
                <a:gd name="connsiteX10-9449" fmla="*/ 239150 w 3024845"/>
                <a:gd name="connsiteY10-9450" fmla="*/ 471268 h 1160647"/>
                <a:gd name="connsiteX11-9451" fmla="*/ 239150 w 3024845"/>
                <a:gd name="connsiteY11-9452" fmla="*/ 611783 h 1160647"/>
                <a:gd name="connsiteX12-9453" fmla="*/ 240670 w 3024845"/>
                <a:gd name="connsiteY12-9454" fmla="*/ 611513 h 1160647"/>
                <a:gd name="connsiteX13-9455" fmla="*/ 251310 w 3024845"/>
                <a:gd name="connsiteY13-9456" fmla="*/ 609622 h 1160647"/>
                <a:gd name="connsiteX14-9457" fmla="*/ 249283 w 3024845"/>
                <a:gd name="connsiteY14-9458" fmla="*/ 698254 h 1160647"/>
                <a:gd name="connsiteX15-9459" fmla="*/ 250803 w 3024845"/>
                <a:gd name="connsiteY15-9460" fmla="*/ 698525 h 1160647"/>
                <a:gd name="connsiteX16-9461" fmla="*/ 261443 w 3024845"/>
                <a:gd name="connsiteY16-9462" fmla="*/ 700416 h 1160647"/>
                <a:gd name="connsiteX17-9463" fmla="*/ 261696 w 3024845"/>
                <a:gd name="connsiteY17-9464" fmla="*/ 701227 h 1160647"/>
                <a:gd name="connsiteX18-9465" fmla="*/ 263470 w 3024845"/>
                <a:gd name="connsiteY18-9466" fmla="*/ 706902 h 1160647"/>
                <a:gd name="connsiteX19-9467" fmla="*/ 264230 w 3024845"/>
                <a:gd name="connsiteY19-9468" fmla="*/ 704470 h 1160647"/>
                <a:gd name="connsiteX20-9469" fmla="*/ 269550 w 3024845"/>
                <a:gd name="connsiteY20-9470" fmla="*/ 687446 h 1160647"/>
                <a:gd name="connsiteX21-9471" fmla="*/ 271323 w 3024845"/>
                <a:gd name="connsiteY21-9472" fmla="*/ 687446 h 1160647"/>
                <a:gd name="connsiteX22-9473" fmla="*/ 283737 w 3024845"/>
                <a:gd name="connsiteY22-9474" fmla="*/ 687446 h 1160647"/>
                <a:gd name="connsiteX23-9475" fmla="*/ 283737 w 3024845"/>
                <a:gd name="connsiteY23-9476" fmla="*/ 719872 h 1160647"/>
                <a:gd name="connsiteX24-9477" fmla="*/ 284750 w 3024845"/>
                <a:gd name="connsiteY24-9478" fmla="*/ 720413 h 1160647"/>
                <a:gd name="connsiteX25-9479" fmla="*/ 291844 w 3024845"/>
                <a:gd name="connsiteY25-9480" fmla="*/ 724196 h 1160647"/>
                <a:gd name="connsiteX26-9481" fmla="*/ 291844 w 3024845"/>
                <a:gd name="connsiteY26-9482" fmla="*/ 725547 h 1160647"/>
                <a:gd name="connsiteX27-9483" fmla="*/ 291844 w 3024845"/>
                <a:gd name="connsiteY27-9484" fmla="*/ 735005 h 1160647"/>
                <a:gd name="connsiteX28-9485" fmla="*/ 336431 w 3024845"/>
                <a:gd name="connsiteY28-9486" fmla="*/ 735005 h 1160647"/>
                <a:gd name="connsiteX29-9487" fmla="*/ 336431 w 3024845"/>
                <a:gd name="connsiteY29-9488" fmla="*/ 736086 h 1160647"/>
                <a:gd name="connsiteX30-9489" fmla="*/ 336431 w 3024845"/>
                <a:gd name="connsiteY30-9490" fmla="*/ 743652 h 1160647"/>
                <a:gd name="connsiteX31-9491" fmla="*/ 338457 w 3024845"/>
                <a:gd name="connsiteY31-9492" fmla="*/ 743652 h 1160647"/>
                <a:gd name="connsiteX32-9493" fmla="*/ 352644 w 3024845"/>
                <a:gd name="connsiteY32-9494" fmla="*/ 743652 h 1160647"/>
                <a:gd name="connsiteX33-9495" fmla="*/ 352644 w 3024845"/>
                <a:gd name="connsiteY33-9496" fmla="*/ 713387 h 1160647"/>
                <a:gd name="connsiteX34-9497" fmla="*/ 397231 w 3024845"/>
                <a:gd name="connsiteY34-9498" fmla="*/ 713387 h 1160647"/>
                <a:gd name="connsiteX35-9499" fmla="*/ 397231 w 3024845"/>
                <a:gd name="connsiteY35-9500" fmla="*/ 712036 h 1160647"/>
                <a:gd name="connsiteX36-9501" fmla="*/ 397231 w 3024845"/>
                <a:gd name="connsiteY36-9502" fmla="*/ 702578 h 1160647"/>
                <a:gd name="connsiteX37-9503" fmla="*/ 398245 w 3024845"/>
                <a:gd name="connsiteY37-9504" fmla="*/ 702578 h 1160647"/>
                <a:gd name="connsiteX38-9505" fmla="*/ 405338 w 3024845"/>
                <a:gd name="connsiteY38-9506" fmla="*/ 702578 h 1160647"/>
                <a:gd name="connsiteX39-9507" fmla="*/ 405338 w 3024845"/>
                <a:gd name="connsiteY39-9508" fmla="*/ 700687 h 1160647"/>
                <a:gd name="connsiteX40-9509" fmla="*/ 405338 w 3024845"/>
                <a:gd name="connsiteY40-9510" fmla="*/ 687446 h 1160647"/>
                <a:gd name="connsiteX41-9511" fmla="*/ 406098 w 3024845"/>
                <a:gd name="connsiteY41-9512" fmla="*/ 687446 h 1160647"/>
                <a:gd name="connsiteX42-9513" fmla="*/ 411418 w 3024845"/>
                <a:gd name="connsiteY42-9514" fmla="*/ 687446 h 1160647"/>
                <a:gd name="connsiteX43-9515" fmla="*/ 411418 w 3024845"/>
                <a:gd name="connsiteY43-9516" fmla="*/ 686365 h 1160647"/>
                <a:gd name="connsiteX44-9517" fmla="*/ 411418 w 3024845"/>
                <a:gd name="connsiteY44-9518" fmla="*/ 678798 h 1160647"/>
                <a:gd name="connsiteX45-9519" fmla="*/ 413445 w 3024845"/>
                <a:gd name="connsiteY45-9520" fmla="*/ 678798 h 1160647"/>
                <a:gd name="connsiteX46-9521" fmla="*/ 427632 w 3024845"/>
                <a:gd name="connsiteY46-9522" fmla="*/ 678798 h 1160647"/>
                <a:gd name="connsiteX47-9523" fmla="*/ 427632 w 3024845"/>
                <a:gd name="connsiteY47-9524" fmla="*/ 679879 h 1160647"/>
                <a:gd name="connsiteX48-9525" fmla="*/ 427632 w 3024845"/>
                <a:gd name="connsiteY48-9526" fmla="*/ 687446 h 1160647"/>
                <a:gd name="connsiteX49-9527" fmla="*/ 449925 w 3024845"/>
                <a:gd name="connsiteY49-9528" fmla="*/ 687446 h 1160647"/>
                <a:gd name="connsiteX50-9529" fmla="*/ 449925 w 3024845"/>
                <a:gd name="connsiteY50-9530" fmla="*/ 685554 h 1160647"/>
                <a:gd name="connsiteX51-9531" fmla="*/ 449925 w 3024845"/>
                <a:gd name="connsiteY51-9532" fmla="*/ 672313 h 1160647"/>
                <a:gd name="connsiteX52-9533" fmla="*/ 451699 w 3024845"/>
                <a:gd name="connsiteY52-9534" fmla="*/ 672313 h 1160647"/>
                <a:gd name="connsiteX53-9535" fmla="*/ 464112 w 3024845"/>
                <a:gd name="connsiteY53-9536" fmla="*/ 672313 h 1160647"/>
                <a:gd name="connsiteX54-9537" fmla="*/ 464112 w 3024845"/>
                <a:gd name="connsiteY54-9538" fmla="*/ 696093 h 1160647"/>
                <a:gd name="connsiteX55-9539" fmla="*/ 465126 w 3024845"/>
                <a:gd name="connsiteY55-9540" fmla="*/ 696093 h 1160647"/>
                <a:gd name="connsiteX56-9541" fmla="*/ 472219 w 3024845"/>
                <a:gd name="connsiteY56-9542" fmla="*/ 696093 h 1160647"/>
                <a:gd name="connsiteX57-9543" fmla="*/ 472219 w 3024845"/>
                <a:gd name="connsiteY57-9544" fmla="*/ 695012 h 1160647"/>
                <a:gd name="connsiteX58-9545" fmla="*/ 472219 w 3024845"/>
                <a:gd name="connsiteY58-9546" fmla="*/ 687446 h 1160647"/>
                <a:gd name="connsiteX59-9547" fmla="*/ 473992 w 3024845"/>
                <a:gd name="connsiteY59-9548" fmla="*/ 687446 h 1160647"/>
                <a:gd name="connsiteX60-9549" fmla="*/ 486406 w 3024845"/>
                <a:gd name="connsiteY60-9550" fmla="*/ 687446 h 1160647"/>
                <a:gd name="connsiteX61-9551" fmla="*/ 486406 w 3024845"/>
                <a:gd name="connsiteY61-9552" fmla="*/ 713387 h 1160647"/>
                <a:gd name="connsiteX62-9553" fmla="*/ 488433 w 3024845"/>
                <a:gd name="connsiteY62-9554" fmla="*/ 713387 h 1160647"/>
                <a:gd name="connsiteX63-9555" fmla="*/ 502619 w 3024845"/>
                <a:gd name="connsiteY63-9556" fmla="*/ 713387 h 1160647"/>
                <a:gd name="connsiteX64-9557" fmla="*/ 502619 w 3024845"/>
                <a:gd name="connsiteY64-9558" fmla="*/ 715008 h 1160647"/>
                <a:gd name="connsiteX65-9559" fmla="*/ 502619 w 3024845"/>
                <a:gd name="connsiteY65-9560" fmla="*/ 726358 h 1160647"/>
                <a:gd name="connsiteX66-9561" fmla="*/ 503379 w 3024845"/>
                <a:gd name="connsiteY66-9562" fmla="*/ 726358 h 1160647"/>
                <a:gd name="connsiteX67-9563" fmla="*/ 508700 w 3024845"/>
                <a:gd name="connsiteY67-9564" fmla="*/ 726358 h 1160647"/>
                <a:gd name="connsiteX68-9565" fmla="*/ 508700 w 3024845"/>
                <a:gd name="connsiteY68-9566" fmla="*/ 725547 h 1160647"/>
                <a:gd name="connsiteX69-9567" fmla="*/ 508700 w 3024845"/>
                <a:gd name="connsiteY69-9568" fmla="*/ 719872 h 1160647"/>
                <a:gd name="connsiteX70-9569" fmla="*/ 539100 w 3024845"/>
                <a:gd name="connsiteY70-9570" fmla="*/ 719872 h 1160647"/>
                <a:gd name="connsiteX71-9571" fmla="*/ 539100 w 3024845"/>
                <a:gd name="connsiteY71-9572" fmla="*/ 743652 h 1160647"/>
                <a:gd name="connsiteX72-9573" fmla="*/ 540113 w 3024845"/>
                <a:gd name="connsiteY72-9574" fmla="*/ 743652 h 1160647"/>
                <a:gd name="connsiteX73-9575" fmla="*/ 547207 w 3024845"/>
                <a:gd name="connsiteY73-9576" fmla="*/ 743652 h 1160647"/>
                <a:gd name="connsiteX74-9577" fmla="*/ 547207 w 3024845"/>
                <a:gd name="connsiteY74-9578" fmla="*/ 744733 h 1160647"/>
                <a:gd name="connsiteX75-9579" fmla="*/ 547207 w 3024845"/>
                <a:gd name="connsiteY75-9580" fmla="*/ 752299 h 1160647"/>
                <a:gd name="connsiteX76-9581" fmla="*/ 547967 w 3024845"/>
                <a:gd name="connsiteY76-9582" fmla="*/ 752299 h 1160647"/>
                <a:gd name="connsiteX77-9583" fmla="*/ 553287 w 3024845"/>
                <a:gd name="connsiteY77-9584" fmla="*/ 752299 h 1160647"/>
                <a:gd name="connsiteX78-9585" fmla="*/ 553287 w 3024845"/>
                <a:gd name="connsiteY78-9586" fmla="*/ 750137 h 1160647"/>
                <a:gd name="connsiteX79-9587" fmla="*/ 553287 w 3024845"/>
                <a:gd name="connsiteY79-9588" fmla="*/ 735005 h 1160647"/>
                <a:gd name="connsiteX80-9589" fmla="*/ 554300 w 3024845"/>
                <a:gd name="connsiteY80-9590" fmla="*/ 735005 h 1160647"/>
                <a:gd name="connsiteX81-9591" fmla="*/ 561394 w 3024845"/>
                <a:gd name="connsiteY81-9592" fmla="*/ 735005 h 1160647"/>
                <a:gd name="connsiteX82-9593" fmla="*/ 561394 w 3024845"/>
                <a:gd name="connsiteY82-9594" fmla="*/ 736086 h 1160647"/>
                <a:gd name="connsiteX83-9595" fmla="*/ 561394 w 3024845"/>
                <a:gd name="connsiteY83-9596" fmla="*/ 743652 h 1160647"/>
                <a:gd name="connsiteX84-9597" fmla="*/ 566714 w 3024845"/>
                <a:gd name="connsiteY84-9598" fmla="*/ 741659 h 1160647"/>
                <a:gd name="connsiteX85-9599" fmla="*/ 567474 w 3024845"/>
                <a:gd name="connsiteY85-9600" fmla="*/ 740679 h 1160647"/>
                <a:gd name="connsiteX86-9601" fmla="*/ 567474 w 3024845"/>
                <a:gd name="connsiteY86-9602" fmla="*/ 735005 h 1160647"/>
                <a:gd name="connsiteX87-9603" fmla="*/ 605981 w 3024845"/>
                <a:gd name="connsiteY87-9604" fmla="*/ 735005 h 1160647"/>
                <a:gd name="connsiteX88-9605" fmla="*/ 605981 w 3024845"/>
                <a:gd name="connsiteY88-9606" fmla="*/ 758784 h 1160647"/>
                <a:gd name="connsiteX89-9607" fmla="*/ 608007 w 3024845"/>
                <a:gd name="connsiteY89-9608" fmla="*/ 758784 h 1160647"/>
                <a:gd name="connsiteX90-9609" fmla="*/ 622194 w 3024845"/>
                <a:gd name="connsiteY90-9610" fmla="*/ 758784 h 1160647"/>
                <a:gd name="connsiteX91-9611" fmla="*/ 622194 w 3024845"/>
                <a:gd name="connsiteY91-9612" fmla="*/ 759865 h 1160647"/>
                <a:gd name="connsiteX92-9613" fmla="*/ 622194 w 3024845"/>
                <a:gd name="connsiteY92-9614" fmla="*/ 767431 h 1160647"/>
                <a:gd name="connsiteX93-9615" fmla="*/ 623968 w 3024845"/>
                <a:gd name="connsiteY93-9616" fmla="*/ 767431 h 1160647"/>
                <a:gd name="connsiteX94-9617" fmla="*/ 636381 w 3024845"/>
                <a:gd name="connsiteY94-9618" fmla="*/ 767431 h 1160647"/>
                <a:gd name="connsiteX95-9619" fmla="*/ 636381 w 3024845"/>
                <a:gd name="connsiteY95-9620" fmla="*/ 743652 h 1160647"/>
                <a:gd name="connsiteX96-9621" fmla="*/ 637394 w 3024845"/>
                <a:gd name="connsiteY96-9622" fmla="*/ 743652 h 1160647"/>
                <a:gd name="connsiteX97-9623" fmla="*/ 644488 w 3024845"/>
                <a:gd name="connsiteY97-9624" fmla="*/ 743652 h 1160647"/>
                <a:gd name="connsiteX98-9625" fmla="*/ 644488 w 3024845"/>
                <a:gd name="connsiteY98-9626" fmla="*/ 711225 h 1160647"/>
                <a:gd name="connsiteX99-9627" fmla="*/ 645501 w 3024845"/>
                <a:gd name="connsiteY99-9628" fmla="*/ 711225 h 1160647"/>
                <a:gd name="connsiteX100-9629" fmla="*/ 652595 w 3024845"/>
                <a:gd name="connsiteY100-9630" fmla="*/ 711225 h 1160647"/>
                <a:gd name="connsiteX101-9631" fmla="*/ 652595 w 3024845"/>
                <a:gd name="connsiteY101-9632" fmla="*/ 709334 h 1160647"/>
                <a:gd name="connsiteX102-9633" fmla="*/ 652595 w 3024845"/>
                <a:gd name="connsiteY102-9634" fmla="*/ 696093 h 1160647"/>
                <a:gd name="connsiteX103-9635" fmla="*/ 651328 w 3024845"/>
                <a:gd name="connsiteY103-9636" fmla="*/ 694471 h 1160647"/>
                <a:gd name="connsiteX104-9637" fmla="*/ 656648 w 3024845"/>
                <a:gd name="connsiteY104-9638" fmla="*/ 683122 h 1160647"/>
                <a:gd name="connsiteX105-9639" fmla="*/ 664755 w 3024845"/>
                <a:gd name="connsiteY105-9640" fmla="*/ 711225 h 1160647"/>
                <a:gd name="connsiteX106-9641" fmla="*/ 665515 w 3024845"/>
                <a:gd name="connsiteY106-9642" fmla="*/ 711225 h 1160647"/>
                <a:gd name="connsiteX107-9643" fmla="*/ 670835 w 3024845"/>
                <a:gd name="connsiteY107-9644" fmla="*/ 711225 h 1160647"/>
                <a:gd name="connsiteX108-9645" fmla="*/ 670835 w 3024845"/>
                <a:gd name="connsiteY108-9646" fmla="*/ 605298 h 1160647"/>
                <a:gd name="connsiteX109-9647" fmla="*/ 672355 w 3024845"/>
                <a:gd name="connsiteY109-9648" fmla="*/ 605298 h 1160647"/>
                <a:gd name="connsiteX110-9649" fmla="*/ 682995 w 3024845"/>
                <a:gd name="connsiteY110-9650" fmla="*/ 605298 h 1160647"/>
                <a:gd name="connsiteX111-9651" fmla="*/ 682995 w 3024845"/>
                <a:gd name="connsiteY111-9652" fmla="*/ 557739 h 1160647"/>
                <a:gd name="connsiteX112-9653" fmla="*/ 709342 w 3024845"/>
                <a:gd name="connsiteY112-9654" fmla="*/ 557739 h 1160647"/>
                <a:gd name="connsiteX113-9655" fmla="*/ 709342 w 3024845"/>
                <a:gd name="connsiteY113-9656" fmla="*/ 536121 h 1160647"/>
                <a:gd name="connsiteX114-9657" fmla="*/ 743796 w 3024845"/>
                <a:gd name="connsiteY114-9658" fmla="*/ 536121 h 1160647"/>
                <a:gd name="connsiteX115-9659" fmla="*/ 743796 w 3024845"/>
                <a:gd name="connsiteY115-9660" fmla="*/ 538553 h 1160647"/>
                <a:gd name="connsiteX116-9661" fmla="*/ 743796 w 3024845"/>
                <a:gd name="connsiteY116-9662" fmla="*/ 555577 h 1160647"/>
                <a:gd name="connsiteX117-9663" fmla="*/ 746076 w 3024845"/>
                <a:gd name="connsiteY117-9664" fmla="*/ 555577 h 1160647"/>
                <a:gd name="connsiteX118-9665" fmla="*/ 762036 w 3024845"/>
                <a:gd name="connsiteY118-9666" fmla="*/ 555577 h 1160647"/>
                <a:gd name="connsiteX119-9667" fmla="*/ 762036 w 3024845"/>
                <a:gd name="connsiteY119-9668" fmla="*/ 603136 h 1160647"/>
                <a:gd name="connsiteX120-9669" fmla="*/ 763049 w 3024845"/>
                <a:gd name="connsiteY120-9670" fmla="*/ 603136 h 1160647"/>
                <a:gd name="connsiteX121-9671" fmla="*/ 770143 w 3024845"/>
                <a:gd name="connsiteY121-9672" fmla="*/ 603136 h 1160647"/>
                <a:gd name="connsiteX122-9673" fmla="*/ 784330 w 3024845"/>
                <a:gd name="connsiteY122-9674" fmla="*/ 607460 h 1160647"/>
                <a:gd name="connsiteX123-9675" fmla="*/ 784330 w 3024845"/>
                <a:gd name="connsiteY123-9676" fmla="*/ 646372 h 1160647"/>
                <a:gd name="connsiteX124-9677" fmla="*/ 785343 w 3024845"/>
                <a:gd name="connsiteY124-9678" fmla="*/ 646372 h 1160647"/>
                <a:gd name="connsiteX125-9679" fmla="*/ 792436 w 3024845"/>
                <a:gd name="connsiteY125-9680" fmla="*/ 646372 h 1160647"/>
                <a:gd name="connsiteX126-9681" fmla="*/ 792436 w 3024845"/>
                <a:gd name="connsiteY126-9682" fmla="*/ 647993 h 1160647"/>
                <a:gd name="connsiteX127-9683" fmla="*/ 792436 w 3024845"/>
                <a:gd name="connsiteY127-9684" fmla="*/ 659342 h 1160647"/>
                <a:gd name="connsiteX128-9685" fmla="*/ 794463 w 3024845"/>
                <a:gd name="connsiteY128-9686" fmla="*/ 659342 h 1160647"/>
                <a:gd name="connsiteX129-9687" fmla="*/ 808650 w 3024845"/>
                <a:gd name="connsiteY129-9688" fmla="*/ 659342 h 1160647"/>
                <a:gd name="connsiteX130-9689" fmla="*/ 814730 w 3024845"/>
                <a:gd name="connsiteY130-9690" fmla="*/ 665828 h 1160647"/>
                <a:gd name="connsiteX131-9691" fmla="*/ 814730 w 3024845"/>
                <a:gd name="connsiteY131-9692" fmla="*/ 687446 h 1160647"/>
                <a:gd name="connsiteX132-9693" fmla="*/ 817010 w 3024845"/>
                <a:gd name="connsiteY132-9694" fmla="*/ 687446 h 1160647"/>
                <a:gd name="connsiteX133-9695" fmla="*/ 832970 w 3024845"/>
                <a:gd name="connsiteY133-9696" fmla="*/ 687446 h 1160647"/>
                <a:gd name="connsiteX134-9697" fmla="*/ 832970 w 3024845"/>
                <a:gd name="connsiteY134-9698" fmla="*/ 688526 h 1160647"/>
                <a:gd name="connsiteX135-9699" fmla="*/ 832970 w 3024845"/>
                <a:gd name="connsiteY135-9700" fmla="*/ 696093 h 1160647"/>
                <a:gd name="connsiteX136-9701" fmla="*/ 834237 w 3024845"/>
                <a:gd name="connsiteY136-9702" fmla="*/ 696093 h 1160647"/>
                <a:gd name="connsiteX137-9703" fmla="*/ 843104 w 3024845"/>
                <a:gd name="connsiteY137-9704" fmla="*/ 696093 h 1160647"/>
                <a:gd name="connsiteX138-9705" fmla="*/ 843104 w 3024845"/>
                <a:gd name="connsiteY138-9706" fmla="*/ 698254 h 1160647"/>
                <a:gd name="connsiteX139-9707" fmla="*/ 843104 w 3024845"/>
                <a:gd name="connsiteY139-9708" fmla="*/ 713387 h 1160647"/>
                <a:gd name="connsiteX140-9709" fmla="*/ 847157 w 3024845"/>
                <a:gd name="connsiteY140-9710" fmla="*/ 711495 h 1160647"/>
                <a:gd name="connsiteX141-9711" fmla="*/ 847157 w 3024845"/>
                <a:gd name="connsiteY141-9712" fmla="*/ 698254 h 1160647"/>
                <a:gd name="connsiteX142-9713" fmla="*/ 848170 w 3024845"/>
                <a:gd name="connsiteY142-9714" fmla="*/ 698254 h 1160647"/>
                <a:gd name="connsiteX143-9715" fmla="*/ 855264 w 3024845"/>
                <a:gd name="connsiteY143-9716" fmla="*/ 698254 h 1160647"/>
                <a:gd name="connsiteX144-9717" fmla="*/ 855264 w 3024845"/>
                <a:gd name="connsiteY144-9718" fmla="*/ 699876 h 1160647"/>
                <a:gd name="connsiteX145-9719" fmla="*/ 855264 w 3024845"/>
                <a:gd name="connsiteY145-9720" fmla="*/ 711225 h 1160647"/>
                <a:gd name="connsiteX146-9721" fmla="*/ 856024 w 3024845"/>
                <a:gd name="connsiteY146-9722" fmla="*/ 711225 h 1160647"/>
                <a:gd name="connsiteX147-9723" fmla="*/ 861344 w 3024845"/>
                <a:gd name="connsiteY147-9724" fmla="*/ 711225 h 1160647"/>
                <a:gd name="connsiteX148-9725" fmla="*/ 909984 w 3024845"/>
                <a:gd name="connsiteY148-9726" fmla="*/ 706902 h 1160647"/>
                <a:gd name="connsiteX149-9727" fmla="*/ 909984 w 3024845"/>
                <a:gd name="connsiteY149-9728" fmla="*/ 708253 h 1160647"/>
                <a:gd name="connsiteX150-9729" fmla="*/ 909984 w 3024845"/>
                <a:gd name="connsiteY150-9730" fmla="*/ 717710 h 1160647"/>
                <a:gd name="connsiteX151-9731" fmla="*/ 910744 w 3024845"/>
                <a:gd name="connsiteY151-9732" fmla="*/ 717710 h 1160647"/>
                <a:gd name="connsiteX152-9733" fmla="*/ 916065 w 3024845"/>
                <a:gd name="connsiteY152-9734" fmla="*/ 717710 h 1160647"/>
                <a:gd name="connsiteX153-9735" fmla="*/ 916065 w 3024845"/>
                <a:gd name="connsiteY153-9736" fmla="*/ 719872 h 1160647"/>
                <a:gd name="connsiteX154-9737" fmla="*/ 916065 w 3024845"/>
                <a:gd name="connsiteY154-9738" fmla="*/ 735005 h 1160647"/>
                <a:gd name="connsiteX155-9739" fmla="*/ 918091 w 3024845"/>
                <a:gd name="connsiteY155-9740" fmla="*/ 733654 h 1160647"/>
                <a:gd name="connsiteX156-9741" fmla="*/ 932278 w 3024845"/>
                <a:gd name="connsiteY156-9742" fmla="*/ 724196 h 1160647"/>
                <a:gd name="connsiteX157-9743" fmla="*/ 938358 w 3024845"/>
                <a:gd name="connsiteY157-9744" fmla="*/ 683122 h 1160647"/>
                <a:gd name="connsiteX158-9745" fmla="*/ 939118 w 3024845"/>
                <a:gd name="connsiteY158-9746" fmla="*/ 682852 h 1160647"/>
                <a:gd name="connsiteX159-9747" fmla="*/ 944438 w 3024845"/>
                <a:gd name="connsiteY159-9748" fmla="*/ 680960 h 1160647"/>
                <a:gd name="connsiteX160-9749" fmla="*/ 946465 w 3024845"/>
                <a:gd name="connsiteY160-9750" fmla="*/ 611783 h 1160647"/>
                <a:gd name="connsiteX161-9751" fmla="*/ 948492 w 3024845"/>
                <a:gd name="connsiteY161-9752" fmla="*/ 680960 h 1160647"/>
                <a:gd name="connsiteX162-9753" fmla="*/ 949252 w 3024845"/>
                <a:gd name="connsiteY162-9754" fmla="*/ 681230 h 1160647"/>
                <a:gd name="connsiteX163-9755" fmla="*/ 954572 w 3024845"/>
                <a:gd name="connsiteY163-9756" fmla="*/ 683122 h 1160647"/>
                <a:gd name="connsiteX164-9757" fmla="*/ 954572 w 3024845"/>
                <a:gd name="connsiteY164-9758" fmla="*/ 596651 h 1160647"/>
                <a:gd name="connsiteX165-9759" fmla="*/ 958625 w 3024845"/>
                <a:gd name="connsiteY165-9760" fmla="*/ 564224 h 1160647"/>
                <a:gd name="connsiteX166-9761" fmla="*/ 997132 w 3024845"/>
                <a:gd name="connsiteY166-9762" fmla="*/ 564224 h 1160647"/>
                <a:gd name="connsiteX167-9763" fmla="*/ 997132 w 3024845"/>
                <a:gd name="connsiteY167-9764" fmla="*/ 596651 h 1160647"/>
                <a:gd name="connsiteX168-9765" fmla="*/ 997892 w 3024845"/>
                <a:gd name="connsiteY168-9766" fmla="*/ 596651 h 1160647"/>
                <a:gd name="connsiteX169-9767" fmla="*/ 1003212 w 3024845"/>
                <a:gd name="connsiteY169-9768" fmla="*/ 596651 h 1160647"/>
                <a:gd name="connsiteX170-9769" fmla="*/ 1003212 w 3024845"/>
                <a:gd name="connsiteY170-9770" fmla="*/ 514503 h 1160647"/>
                <a:gd name="connsiteX171-9771" fmla="*/ 1004986 w 3024845"/>
                <a:gd name="connsiteY171-9772" fmla="*/ 514503 h 1160647"/>
                <a:gd name="connsiteX172-9773" fmla="*/ 1017399 w 3024845"/>
                <a:gd name="connsiteY172-9774" fmla="*/ 514503 h 1160647"/>
                <a:gd name="connsiteX173-9775" fmla="*/ 1017399 w 3024845"/>
                <a:gd name="connsiteY173-9776" fmla="*/ 512612 h 1160647"/>
                <a:gd name="connsiteX174-9777" fmla="*/ 1017399 w 3024845"/>
                <a:gd name="connsiteY174-9778" fmla="*/ 499371 h 1160647"/>
                <a:gd name="connsiteX175-9779" fmla="*/ 1039693 w 3024845"/>
                <a:gd name="connsiteY175-9780" fmla="*/ 499371 h 1160647"/>
                <a:gd name="connsiteX176-9781" fmla="*/ 1039693 w 3024845"/>
                <a:gd name="connsiteY176-9782" fmla="*/ 498290 h 1160647"/>
                <a:gd name="connsiteX177-9783" fmla="*/ 1039693 w 3024845"/>
                <a:gd name="connsiteY177-9784" fmla="*/ 490724 h 1160647"/>
                <a:gd name="connsiteX178-9785" fmla="*/ 1041466 w 3024845"/>
                <a:gd name="connsiteY178-9786" fmla="*/ 490724 h 1160647"/>
                <a:gd name="connsiteX179-9787" fmla="*/ 1053880 w 3024845"/>
                <a:gd name="connsiteY179-9788" fmla="*/ 490724 h 1160647"/>
                <a:gd name="connsiteX180-9789" fmla="*/ 1053880 w 3024845"/>
                <a:gd name="connsiteY180-9790" fmla="*/ 491805 h 1160647"/>
                <a:gd name="connsiteX181-9791" fmla="*/ 1053880 w 3024845"/>
                <a:gd name="connsiteY181-9792" fmla="*/ 499371 h 1160647"/>
                <a:gd name="connsiteX182-9793" fmla="*/ 1054640 w 3024845"/>
                <a:gd name="connsiteY182-9794" fmla="*/ 499371 h 1160647"/>
                <a:gd name="connsiteX183-9795" fmla="*/ 1059960 w 3024845"/>
                <a:gd name="connsiteY183-9796" fmla="*/ 499371 h 1160647"/>
                <a:gd name="connsiteX184-9797" fmla="*/ 1070093 w 3024845"/>
                <a:gd name="connsiteY184-9798" fmla="*/ 495047 h 1160647"/>
                <a:gd name="connsiteX185-9799" fmla="*/ 1074146 w 3024845"/>
                <a:gd name="connsiteY185-9800" fmla="*/ 498290 h 1160647"/>
                <a:gd name="connsiteX186-9801" fmla="*/ 1074146 w 3024845"/>
                <a:gd name="connsiteY186-9802" fmla="*/ 490724 h 1160647"/>
                <a:gd name="connsiteX187-9803" fmla="*/ 1076426 w 3024845"/>
                <a:gd name="connsiteY187-9804" fmla="*/ 490724 h 1160647"/>
                <a:gd name="connsiteX188-9805" fmla="*/ 1092387 w 3024845"/>
                <a:gd name="connsiteY188-9806" fmla="*/ 490724 h 1160647"/>
                <a:gd name="connsiteX189-9807" fmla="*/ 1092387 w 3024845"/>
                <a:gd name="connsiteY189-9808" fmla="*/ 491805 h 1160647"/>
                <a:gd name="connsiteX190-9809" fmla="*/ 1092387 w 3024845"/>
                <a:gd name="connsiteY190-9810" fmla="*/ 499371 h 1160647"/>
                <a:gd name="connsiteX191-9811" fmla="*/ 1122787 w 3024845"/>
                <a:gd name="connsiteY191-9812" fmla="*/ 499371 h 1160647"/>
                <a:gd name="connsiteX192-9813" fmla="*/ 1122787 w 3024845"/>
                <a:gd name="connsiteY192-9814" fmla="*/ 500992 h 1160647"/>
                <a:gd name="connsiteX193-9815" fmla="*/ 1122787 w 3024845"/>
                <a:gd name="connsiteY193-9816" fmla="*/ 512342 h 1160647"/>
                <a:gd name="connsiteX194-9817" fmla="*/ 1149134 w 3024845"/>
                <a:gd name="connsiteY194-9818" fmla="*/ 512342 h 1160647"/>
                <a:gd name="connsiteX195-9819" fmla="*/ 1149134 w 3024845"/>
                <a:gd name="connsiteY195-9820" fmla="*/ 542606 h 1160647"/>
                <a:gd name="connsiteX196-9821" fmla="*/ 1149894 w 3024845"/>
                <a:gd name="connsiteY196-9822" fmla="*/ 542606 h 1160647"/>
                <a:gd name="connsiteX197-9823" fmla="*/ 1155214 w 3024845"/>
                <a:gd name="connsiteY197-9824" fmla="*/ 542606 h 1160647"/>
                <a:gd name="connsiteX198-9825" fmla="*/ 1155214 w 3024845"/>
                <a:gd name="connsiteY198-9826" fmla="*/ 543687 h 1160647"/>
                <a:gd name="connsiteX199-9827" fmla="*/ 1155214 w 3024845"/>
                <a:gd name="connsiteY199-9828" fmla="*/ 551254 h 1160647"/>
                <a:gd name="connsiteX200-9829" fmla="*/ 1159268 w 3024845"/>
                <a:gd name="connsiteY200-9830" fmla="*/ 581518 h 1160647"/>
                <a:gd name="connsiteX201-9831" fmla="*/ 1160028 w 3024845"/>
                <a:gd name="connsiteY201-9832" fmla="*/ 581518 h 1160647"/>
                <a:gd name="connsiteX202-9833" fmla="*/ 1165348 w 3024845"/>
                <a:gd name="connsiteY202-9834" fmla="*/ 581518 h 1160647"/>
                <a:gd name="connsiteX203-9835" fmla="*/ 1165348 w 3024845"/>
                <a:gd name="connsiteY203-9836" fmla="*/ 582329 h 1160647"/>
                <a:gd name="connsiteX204-9837" fmla="*/ 1165348 w 3024845"/>
                <a:gd name="connsiteY204-9838" fmla="*/ 588004 h 1160647"/>
                <a:gd name="connsiteX205-9839" fmla="*/ 1166361 w 3024845"/>
                <a:gd name="connsiteY205-9840" fmla="*/ 588004 h 1160647"/>
                <a:gd name="connsiteX206-9841" fmla="*/ 1173454 w 3024845"/>
                <a:gd name="connsiteY206-9842" fmla="*/ 588004 h 1160647"/>
                <a:gd name="connsiteX207-9843" fmla="*/ 1173454 w 3024845"/>
                <a:gd name="connsiteY207-9844" fmla="*/ 618269 h 1160647"/>
                <a:gd name="connsiteX208-9845" fmla="*/ 1175481 w 3024845"/>
                <a:gd name="connsiteY208-9846" fmla="*/ 618269 h 1160647"/>
                <a:gd name="connsiteX209-9847" fmla="*/ 1189668 w 3024845"/>
                <a:gd name="connsiteY209-9848" fmla="*/ 618269 h 1160647"/>
                <a:gd name="connsiteX210-9849" fmla="*/ 1189668 w 3024845"/>
                <a:gd name="connsiteY210-9850" fmla="*/ 642048 h 1160647"/>
                <a:gd name="connsiteX211-9851" fmla="*/ 1191695 w 3024845"/>
                <a:gd name="connsiteY211-9852" fmla="*/ 643669 h 1160647"/>
                <a:gd name="connsiteX212-9853" fmla="*/ 1191695 w 3024845"/>
                <a:gd name="connsiteY212-9854" fmla="*/ 655019 h 1160647"/>
                <a:gd name="connsiteX213-9855" fmla="*/ 1192455 w 3024845"/>
                <a:gd name="connsiteY213-9856" fmla="*/ 655019 h 1160647"/>
                <a:gd name="connsiteX214-9857" fmla="*/ 1197775 w 3024845"/>
                <a:gd name="connsiteY214-9858" fmla="*/ 655019 h 1160647"/>
                <a:gd name="connsiteX215-9859" fmla="*/ 1197775 w 3024845"/>
                <a:gd name="connsiteY215-9860" fmla="*/ 678798 h 1160647"/>
                <a:gd name="connsiteX216-9861" fmla="*/ 1199041 w 3024845"/>
                <a:gd name="connsiteY216-9862" fmla="*/ 678798 h 1160647"/>
                <a:gd name="connsiteX217-9863" fmla="*/ 1207908 w 3024845"/>
                <a:gd name="connsiteY217-9864" fmla="*/ 678798 h 1160647"/>
                <a:gd name="connsiteX218-9865" fmla="*/ 1209935 w 3024845"/>
                <a:gd name="connsiteY218-9866" fmla="*/ 682852 h 1160647"/>
                <a:gd name="connsiteX219-9867" fmla="*/ 1209935 w 3024845"/>
                <a:gd name="connsiteY219-9868" fmla="*/ 696093 h 1160647"/>
                <a:gd name="connsiteX220-9869" fmla="*/ 1211455 w 3024845"/>
                <a:gd name="connsiteY220-9870" fmla="*/ 694201 h 1160647"/>
                <a:gd name="connsiteX221-9871" fmla="*/ 1222095 w 3024845"/>
                <a:gd name="connsiteY221-9872" fmla="*/ 680960 h 1160647"/>
                <a:gd name="connsiteX222-9873" fmla="*/ 1250469 w 3024845"/>
                <a:gd name="connsiteY222-9874" fmla="*/ 680960 h 1160647"/>
                <a:gd name="connsiteX223-9875" fmla="*/ 1250469 w 3024845"/>
                <a:gd name="connsiteY223-9876" fmla="*/ 767431 h 1160647"/>
                <a:gd name="connsiteX224-9877" fmla="*/ 1251229 w 3024845"/>
                <a:gd name="connsiteY224-9878" fmla="*/ 767431 h 1160647"/>
                <a:gd name="connsiteX225-9879" fmla="*/ 1256549 w 3024845"/>
                <a:gd name="connsiteY225-9880" fmla="*/ 767431 h 1160647"/>
                <a:gd name="connsiteX226-9881" fmla="*/ 1257309 w 3024845"/>
                <a:gd name="connsiteY226-9882" fmla="*/ 766080 h 1160647"/>
                <a:gd name="connsiteX227-9883" fmla="*/ 1262629 w 3024845"/>
                <a:gd name="connsiteY227-9884" fmla="*/ 756622 h 1160647"/>
                <a:gd name="connsiteX228-9885" fmla="*/ 1262629 w 3024845"/>
                <a:gd name="connsiteY228-9886" fmla="*/ 758514 h 1160647"/>
                <a:gd name="connsiteX229-9887" fmla="*/ 1262629 w 3024845"/>
                <a:gd name="connsiteY229-9888" fmla="*/ 771755 h 1160647"/>
                <a:gd name="connsiteX230-9889" fmla="*/ 1266682 w 3024845"/>
                <a:gd name="connsiteY230-9890" fmla="*/ 726358 h 1160647"/>
                <a:gd name="connsiteX231-9891" fmla="*/ 1267442 w 3024845"/>
                <a:gd name="connsiteY231-9892" fmla="*/ 726358 h 1160647"/>
                <a:gd name="connsiteX232-9893" fmla="*/ 1272762 w 3024845"/>
                <a:gd name="connsiteY232-9894" fmla="*/ 726358 h 1160647"/>
                <a:gd name="connsiteX233-9895" fmla="*/ 1272762 w 3024845"/>
                <a:gd name="connsiteY233-9896" fmla="*/ 661504 h 1160647"/>
                <a:gd name="connsiteX234-9897" fmla="*/ 1273776 w 3024845"/>
                <a:gd name="connsiteY234-9898" fmla="*/ 661504 h 1160647"/>
                <a:gd name="connsiteX235-9899" fmla="*/ 1280869 w 3024845"/>
                <a:gd name="connsiteY235-9900" fmla="*/ 661504 h 1160647"/>
                <a:gd name="connsiteX236-9901" fmla="*/ 1293029 w 3024845"/>
                <a:gd name="connsiteY236-9902" fmla="*/ 618269 h 1160647"/>
                <a:gd name="connsiteX237-9903" fmla="*/ 1294296 w 3024845"/>
                <a:gd name="connsiteY237-9904" fmla="*/ 618269 h 1160647"/>
                <a:gd name="connsiteX238-9905" fmla="*/ 1303163 w 3024845"/>
                <a:gd name="connsiteY238-9906" fmla="*/ 618269 h 1160647"/>
                <a:gd name="connsiteX239-9907" fmla="*/ 1313296 w 3024845"/>
                <a:gd name="connsiteY239-9908" fmla="*/ 661504 h 1160647"/>
                <a:gd name="connsiteX240-9909" fmla="*/ 1314309 w 3024845"/>
                <a:gd name="connsiteY240-9910" fmla="*/ 661504 h 1160647"/>
                <a:gd name="connsiteX241-9911" fmla="*/ 1321403 w 3024845"/>
                <a:gd name="connsiteY241-9912" fmla="*/ 661504 h 1160647"/>
                <a:gd name="connsiteX242-9913" fmla="*/ 1321403 w 3024845"/>
                <a:gd name="connsiteY242-9914" fmla="*/ 700416 h 1160647"/>
                <a:gd name="connsiteX243-9915" fmla="*/ 1323176 w 3024845"/>
                <a:gd name="connsiteY243-9916" fmla="*/ 700416 h 1160647"/>
                <a:gd name="connsiteX244-9917" fmla="*/ 1335590 w 3024845"/>
                <a:gd name="connsiteY244-9918" fmla="*/ 700416 h 1160647"/>
                <a:gd name="connsiteX245-9919" fmla="*/ 1335590 w 3024845"/>
                <a:gd name="connsiteY245-9920" fmla="*/ 702578 h 1160647"/>
                <a:gd name="connsiteX246-9921" fmla="*/ 1335590 w 3024845"/>
                <a:gd name="connsiteY246-9922" fmla="*/ 717710 h 1160647"/>
                <a:gd name="connsiteX247-9923" fmla="*/ 1339643 w 3024845"/>
                <a:gd name="connsiteY247-9924" fmla="*/ 715549 h 1160647"/>
                <a:gd name="connsiteX248-9925" fmla="*/ 1339643 w 3024845"/>
                <a:gd name="connsiteY248-9926" fmla="*/ 700416 h 1160647"/>
                <a:gd name="connsiteX249-9927" fmla="*/ 1341163 w 3024845"/>
                <a:gd name="connsiteY249-9928" fmla="*/ 700416 h 1160647"/>
                <a:gd name="connsiteX250-9929" fmla="*/ 1351803 w 3024845"/>
                <a:gd name="connsiteY250-9930" fmla="*/ 700416 h 1160647"/>
                <a:gd name="connsiteX251-9931" fmla="*/ 1351803 w 3024845"/>
                <a:gd name="connsiteY251-9932" fmla="*/ 702037 h 1160647"/>
                <a:gd name="connsiteX252-9933" fmla="*/ 1351803 w 3024845"/>
                <a:gd name="connsiteY252-9934" fmla="*/ 713387 h 1160647"/>
                <a:gd name="connsiteX253-9935" fmla="*/ 1382204 w 3024845"/>
                <a:gd name="connsiteY253-9936" fmla="*/ 713387 h 1160647"/>
                <a:gd name="connsiteX254-9937" fmla="*/ 1382204 w 3024845"/>
                <a:gd name="connsiteY254-9938" fmla="*/ 676637 h 1160647"/>
                <a:gd name="connsiteX255-9939" fmla="*/ 1383470 w 3024845"/>
                <a:gd name="connsiteY255-9940" fmla="*/ 676637 h 1160647"/>
                <a:gd name="connsiteX256-9941" fmla="*/ 1392337 w 3024845"/>
                <a:gd name="connsiteY256-9942" fmla="*/ 676637 h 1160647"/>
                <a:gd name="connsiteX257-9943" fmla="*/ 1392337 w 3024845"/>
                <a:gd name="connsiteY257-9944" fmla="*/ 698254 h 1160647"/>
                <a:gd name="connsiteX258-9945" fmla="*/ 1394364 w 3024845"/>
                <a:gd name="connsiteY258-9946" fmla="*/ 665828 h 1160647"/>
                <a:gd name="connsiteX259-9947" fmla="*/ 1416657 w 3024845"/>
                <a:gd name="connsiteY259-9948" fmla="*/ 665828 h 1160647"/>
                <a:gd name="connsiteX260-9949" fmla="*/ 1416657 w 3024845"/>
                <a:gd name="connsiteY260-9950" fmla="*/ 664206 h 1160647"/>
                <a:gd name="connsiteX261-9951" fmla="*/ 1416657 w 3024845"/>
                <a:gd name="connsiteY261-9952" fmla="*/ 652857 h 1160647"/>
                <a:gd name="connsiteX262-9953" fmla="*/ 1417417 w 3024845"/>
                <a:gd name="connsiteY262-9954" fmla="*/ 652857 h 1160647"/>
                <a:gd name="connsiteX263-9955" fmla="*/ 1422737 w 3024845"/>
                <a:gd name="connsiteY263-9956" fmla="*/ 652857 h 1160647"/>
                <a:gd name="connsiteX264-9957" fmla="*/ 1422737 w 3024845"/>
                <a:gd name="connsiteY264-9958" fmla="*/ 650966 h 1160647"/>
                <a:gd name="connsiteX265-9959" fmla="*/ 1422737 w 3024845"/>
                <a:gd name="connsiteY265-9960" fmla="*/ 637725 h 1160647"/>
                <a:gd name="connsiteX266-9961" fmla="*/ 1426791 w 3024845"/>
                <a:gd name="connsiteY266-9962" fmla="*/ 644210 h 1160647"/>
                <a:gd name="connsiteX267-9963" fmla="*/ 1429071 w 3024845"/>
                <a:gd name="connsiteY267-9964" fmla="*/ 644210 h 1160647"/>
                <a:gd name="connsiteX268-9965" fmla="*/ 1445031 w 3024845"/>
                <a:gd name="connsiteY268-9966" fmla="*/ 644210 h 1160647"/>
                <a:gd name="connsiteX269-9967" fmla="*/ 1445031 w 3024845"/>
                <a:gd name="connsiteY269-9968" fmla="*/ 643399 h 1160647"/>
                <a:gd name="connsiteX270-9969" fmla="*/ 1445031 w 3024845"/>
                <a:gd name="connsiteY270-9970" fmla="*/ 637725 h 1160647"/>
                <a:gd name="connsiteX271-9971" fmla="*/ 1445791 w 3024845"/>
                <a:gd name="connsiteY271-9972" fmla="*/ 637725 h 1160647"/>
                <a:gd name="connsiteX272-9973" fmla="*/ 1451111 w 3024845"/>
                <a:gd name="connsiteY272-9974" fmla="*/ 637725 h 1160647"/>
                <a:gd name="connsiteX273-9975" fmla="*/ 1451111 w 3024845"/>
                <a:gd name="connsiteY273-9976" fmla="*/ 639076 h 1160647"/>
                <a:gd name="connsiteX274-9977" fmla="*/ 1451111 w 3024845"/>
                <a:gd name="connsiteY274-9978" fmla="*/ 648534 h 1160647"/>
                <a:gd name="connsiteX275-9979" fmla="*/ 1489618 w 3024845"/>
                <a:gd name="connsiteY275-9980" fmla="*/ 648534 h 1160647"/>
                <a:gd name="connsiteX276-9981" fmla="*/ 1489618 w 3024845"/>
                <a:gd name="connsiteY276-9982" fmla="*/ 786887 h 1160647"/>
                <a:gd name="connsiteX277-9983" fmla="*/ 1491138 w 3024845"/>
                <a:gd name="connsiteY277-9984" fmla="*/ 786887 h 1160647"/>
                <a:gd name="connsiteX278-9985" fmla="*/ 1501778 w 3024845"/>
                <a:gd name="connsiteY278-9986" fmla="*/ 786887 h 1160647"/>
                <a:gd name="connsiteX279-9987" fmla="*/ 1501778 w 3024845"/>
                <a:gd name="connsiteY279-9988" fmla="*/ 773917 h 1160647"/>
                <a:gd name="connsiteX280-9989" fmla="*/ 1505832 w 3024845"/>
                <a:gd name="connsiteY280-9990" fmla="*/ 773917 h 1160647"/>
                <a:gd name="connsiteX281-9991" fmla="*/ 1505832 w 3024845"/>
                <a:gd name="connsiteY281-9992" fmla="*/ 786887 h 1160647"/>
                <a:gd name="connsiteX282-9993" fmla="*/ 1536232 w 3024845"/>
                <a:gd name="connsiteY282-9994" fmla="*/ 786887 h 1160647"/>
                <a:gd name="connsiteX283-9995" fmla="*/ 1536232 w 3024845"/>
                <a:gd name="connsiteY283-9996" fmla="*/ 756622 h 1160647"/>
                <a:gd name="connsiteX284-9997" fmla="*/ 1548392 w 3024845"/>
                <a:gd name="connsiteY284-9998" fmla="*/ 756622 h 1160647"/>
                <a:gd name="connsiteX285-9999" fmla="*/ 1560552 w 3024845"/>
                <a:gd name="connsiteY285-10000" fmla="*/ 754461 h 1160647"/>
                <a:gd name="connsiteX286-10001" fmla="*/ 1564606 w 3024845"/>
                <a:gd name="connsiteY286-10002" fmla="*/ 756622 h 1160647"/>
                <a:gd name="connsiteX287-10003" fmla="*/ 1574739 w 3024845"/>
                <a:gd name="connsiteY287-10004" fmla="*/ 756622 h 1160647"/>
                <a:gd name="connsiteX288-10005" fmla="*/ 1574739 w 3024845"/>
                <a:gd name="connsiteY288-10006" fmla="*/ 786887 h 1160647"/>
                <a:gd name="connsiteX289-10007" fmla="*/ 1582846 w 3024845"/>
                <a:gd name="connsiteY289-10008" fmla="*/ 786887 h 1160647"/>
                <a:gd name="connsiteX290-10009" fmla="*/ 1582846 w 3024845"/>
                <a:gd name="connsiteY290-10010" fmla="*/ 804182 h 1160647"/>
                <a:gd name="connsiteX291-10011" fmla="*/ 1592182 w 3024845"/>
                <a:gd name="connsiteY291-10012" fmla="*/ 805087 h 1160647"/>
                <a:gd name="connsiteX292-10013" fmla="*/ 1605140 w 3024845"/>
                <a:gd name="connsiteY292-10014" fmla="*/ 805087 h 1160647"/>
                <a:gd name="connsiteX293-10015" fmla="*/ 1605140 w 3024845"/>
                <a:gd name="connsiteY293-10016" fmla="*/ 789049 h 1160647"/>
                <a:gd name="connsiteX294-10017" fmla="*/ 1673096 w 3024845"/>
                <a:gd name="connsiteY294-10018" fmla="*/ 789049 h 1160647"/>
                <a:gd name="connsiteX295-10019" fmla="*/ 1673096 w 3024845"/>
                <a:gd name="connsiteY295-10020" fmla="*/ 703796 h 1160647"/>
                <a:gd name="connsiteX296-10021" fmla="*/ 1745104 w 3024845"/>
                <a:gd name="connsiteY296-10022" fmla="*/ 703796 h 1160647"/>
                <a:gd name="connsiteX297-10023" fmla="*/ 1745104 w 3024845"/>
                <a:gd name="connsiteY297-10024" fmla="*/ 782564 h 1160647"/>
                <a:gd name="connsiteX298-10025" fmla="*/ 1747008 w 3024845"/>
                <a:gd name="connsiteY298-10026" fmla="*/ 782564 h 1160647"/>
                <a:gd name="connsiteX299-10027" fmla="*/ 1748250 w 3024845"/>
                <a:gd name="connsiteY299-10028" fmla="*/ 805087 h 1160647"/>
                <a:gd name="connsiteX300-10029" fmla="*/ 1757926 w 3024845"/>
                <a:gd name="connsiteY300-10030" fmla="*/ 805087 h 1160647"/>
                <a:gd name="connsiteX301-10031" fmla="*/ 1759168 w 3024845"/>
                <a:gd name="connsiteY301-10032" fmla="*/ 782564 h 1160647"/>
                <a:gd name="connsiteX302-10033" fmla="*/ 1765248 w 3024845"/>
                <a:gd name="connsiteY302-10034" fmla="*/ 782564 h 1160647"/>
                <a:gd name="connsiteX303-10035" fmla="*/ 1766490 w 3024845"/>
                <a:gd name="connsiteY303-10036" fmla="*/ 805087 h 1160647"/>
                <a:gd name="connsiteX304-10037" fmla="*/ 1817112 w 3024845"/>
                <a:gd name="connsiteY304-10038" fmla="*/ 805087 h 1160647"/>
                <a:gd name="connsiteX305-10039" fmla="*/ 1817112 w 3024845"/>
                <a:gd name="connsiteY305-10040" fmla="*/ 642059 h 1160647"/>
                <a:gd name="connsiteX306-10041" fmla="*/ 2014439 w 3024845"/>
                <a:gd name="connsiteY306-10042" fmla="*/ 642059 h 1160647"/>
                <a:gd name="connsiteX307-10043" fmla="*/ 2014439 w 3024845"/>
                <a:gd name="connsiteY307-10044" fmla="*/ 805087 h 1160647"/>
                <a:gd name="connsiteX308-10045" fmla="*/ 2033136 w 3024845"/>
                <a:gd name="connsiteY308-10046" fmla="*/ 805087 h 1160647"/>
                <a:gd name="connsiteX309-10047" fmla="*/ 2033136 w 3024845"/>
                <a:gd name="connsiteY309-10048" fmla="*/ 722394 h 1160647"/>
                <a:gd name="connsiteX310-10049" fmla="*/ 2128256 w 3024845"/>
                <a:gd name="connsiteY310-10050" fmla="*/ 722394 h 1160647"/>
                <a:gd name="connsiteX311-10051" fmla="*/ 2140186 w 3024845"/>
                <a:gd name="connsiteY311-10052" fmla="*/ 404253 h 1160647"/>
                <a:gd name="connsiteX312-10053" fmla="*/ 2128026 w 3024845"/>
                <a:gd name="connsiteY312-10054" fmla="*/ 382635 h 1160647"/>
                <a:gd name="connsiteX313-10055" fmla="*/ 2121946 w 3024845"/>
                <a:gd name="connsiteY313-10056" fmla="*/ 378311 h 1160647"/>
                <a:gd name="connsiteX314-10057" fmla="*/ 2130053 w 3024845"/>
                <a:gd name="connsiteY314-10058" fmla="*/ 354532 h 1160647"/>
                <a:gd name="connsiteX315-10059" fmla="*/ 2130053 w 3024845"/>
                <a:gd name="connsiteY315-10060" fmla="*/ 337238 h 1160647"/>
                <a:gd name="connsiteX316-10061" fmla="*/ 2144240 w 3024845"/>
                <a:gd name="connsiteY316-10062" fmla="*/ 337238 h 1160647"/>
                <a:gd name="connsiteX317-10063" fmla="*/ 2144240 w 3024845"/>
                <a:gd name="connsiteY317-10064" fmla="*/ 315620 h 1160647"/>
                <a:gd name="connsiteX318-10065" fmla="*/ 2146266 w 3024845"/>
                <a:gd name="connsiteY318-10066" fmla="*/ 311296 h 1160647"/>
                <a:gd name="connsiteX319-10067" fmla="*/ 2146266 w 3024845"/>
                <a:gd name="connsiteY319-10068" fmla="*/ 233472 h 1160647"/>
                <a:gd name="connsiteX320-10069" fmla="*/ 2144240 w 3024845"/>
                <a:gd name="connsiteY320-10070" fmla="*/ 226987 h 1160647"/>
                <a:gd name="connsiteX321-10071" fmla="*/ 2150320 w 3024845"/>
                <a:gd name="connsiteY321-10072" fmla="*/ 220501 h 1160647"/>
                <a:gd name="connsiteX322-10073" fmla="*/ 2150320 w 3024845"/>
                <a:gd name="connsiteY322-10074" fmla="*/ 162133 h 1160647"/>
                <a:gd name="connsiteX323-10075" fmla="*/ 2152346 w 3024845"/>
                <a:gd name="connsiteY323-10076" fmla="*/ 157810 h 1160647"/>
                <a:gd name="connsiteX324-10077" fmla="*/ 2152346 w 3024845"/>
                <a:gd name="connsiteY324-10078" fmla="*/ 101604 h 1160647"/>
                <a:gd name="connsiteX325-10079" fmla="*/ 2154373 w 3024845"/>
                <a:gd name="connsiteY325-10080" fmla="*/ 82148 h 1160647"/>
                <a:gd name="connsiteX326-10081" fmla="*/ 2158427 w 3024845"/>
                <a:gd name="connsiteY326-10082" fmla="*/ 99442 h 1160647"/>
                <a:gd name="connsiteX327-10083" fmla="*/ 2160453 w 3024845"/>
                <a:gd name="connsiteY327-10084" fmla="*/ 157810 h 1160647"/>
                <a:gd name="connsiteX328-10085" fmla="*/ 2162480 w 3024845"/>
                <a:gd name="connsiteY328-10086" fmla="*/ 220501 h 1160647"/>
                <a:gd name="connsiteX329-10087" fmla="*/ 2168560 w 3024845"/>
                <a:gd name="connsiteY329-10088" fmla="*/ 226987 h 1160647"/>
                <a:gd name="connsiteX330-10089" fmla="*/ 2166533 w 3024845"/>
                <a:gd name="connsiteY330-10090" fmla="*/ 233472 h 1160647"/>
                <a:gd name="connsiteX331-10091" fmla="*/ 2166533 w 3024845"/>
                <a:gd name="connsiteY331-10092" fmla="*/ 311296 h 1160647"/>
                <a:gd name="connsiteX332-10093" fmla="*/ 2168560 w 3024845"/>
                <a:gd name="connsiteY332-10094" fmla="*/ 315620 h 1160647"/>
                <a:gd name="connsiteX333-10095" fmla="*/ 2168560 w 3024845"/>
                <a:gd name="connsiteY333-10096" fmla="*/ 337238 h 1160647"/>
                <a:gd name="connsiteX334-10097" fmla="*/ 2182747 w 3024845"/>
                <a:gd name="connsiteY334-10098" fmla="*/ 337238 h 1160647"/>
                <a:gd name="connsiteX335-10099" fmla="*/ 2182747 w 3024845"/>
                <a:gd name="connsiteY335-10100" fmla="*/ 354532 h 1160647"/>
                <a:gd name="connsiteX336-10101" fmla="*/ 2190854 w 3024845"/>
                <a:gd name="connsiteY336-10102" fmla="*/ 378311 h 1160647"/>
                <a:gd name="connsiteX337-10103" fmla="*/ 2184774 w 3024845"/>
                <a:gd name="connsiteY337-10104" fmla="*/ 382635 h 1160647"/>
                <a:gd name="connsiteX338-10105" fmla="*/ 2172613 w 3024845"/>
                <a:gd name="connsiteY338-10106" fmla="*/ 404253 h 1160647"/>
                <a:gd name="connsiteX339-10107" fmla="*/ 2180720 w 3024845"/>
                <a:gd name="connsiteY339-10108" fmla="*/ 657181 h 1160647"/>
                <a:gd name="connsiteX340-10109" fmla="*/ 2245574 w 3024845"/>
                <a:gd name="connsiteY340-10110" fmla="*/ 657181 h 1160647"/>
                <a:gd name="connsiteX341-10111" fmla="*/ 2245574 w 3024845"/>
                <a:gd name="connsiteY341-10112" fmla="*/ 732843 h 1160647"/>
                <a:gd name="connsiteX342-10113" fmla="*/ 2253681 w 3024845"/>
                <a:gd name="connsiteY342-10114" fmla="*/ 732843 h 1160647"/>
                <a:gd name="connsiteX343-10115" fmla="*/ 2255708 w 3024845"/>
                <a:gd name="connsiteY343-10116" fmla="*/ 726358 h 1160647"/>
                <a:gd name="connsiteX344-10117" fmla="*/ 2261788 w 3024845"/>
                <a:gd name="connsiteY344-10118" fmla="*/ 726358 h 1160647"/>
                <a:gd name="connsiteX345-10119" fmla="*/ 2263815 w 3024845"/>
                <a:gd name="connsiteY345-10120" fmla="*/ 735005 h 1160647"/>
                <a:gd name="connsiteX346-10121" fmla="*/ 2275975 w 3024845"/>
                <a:gd name="connsiteY346-10122" fmla="*/ 735005 h 1160647"/>
                <a:gd name="connsiteX347-10123" fmla="*/ 2275975 w 3024845"/>
                <a:gd name="connsiteY347-10124" fmla="*/ 728519 h 1160647"/>
                <a:gd name="connsiteX348-10125" fmla="*/ 2298268 w 3024845"/>
                <a:gd name="connsiteY348-10126" fmla="*/ 728519 h 1160647"/>
                <a:gd name="connsiteX349-10127" fmla="*/ 2298268 w 3024845"/>
                <a:gd name="connsiteY349-10128" fmla="*/ 735005 h 1160647"/>
                <a:gd name="connsiteX350-10129" fmla="*/ 2318535 w 3024845"/>
                <a:gd name="connsiteY350-10130" fmla="*/ 735005 h 1160647"/>
                <a:gd name="connsiteX351-10131" fmla="*/ 2318535 w 3024845"/>
                <a:gd name="connsiteY351-10132" fmla="*/ 780402 h 1160647"/>
                <a:gd name="connsiteX352-10133" fmla="*/ 2332722 w 3024845"/>
                <a:gd name="connsiteY352-10134" fmla="*/ 780402 h 1160647"/>
                <a:gd name="connsiteX353-10135" fmla="*/ 2332722 w 3024845"/>
                <a:gd name="connsiteY353-10136" fmla="*/ 767431 h 1160647"/>
                <a:gd name="connsiteX354-10137" fmla="*/ 2348936 w 3024845"/>
                <a:gd name="connsiteY354-10138" fmla="*/ 767431 h 1160647"/>
                <a:gd name="connsiteX355-10139" fmla="*/ 2348936 w 3024845"/>
                <a:gd name="connsiteY355-10140" fmla="*/ 588004 h 1160647"/>
                <a:gd name="connsiteX356-10141" fmla="*/ 2355016 w 3024845"/>
                <a:gd name="connsiteY356-10142" fmla="*/ 581518 h 1160647"/>
                <a:gd name="connsiteX357-10143" fmla="*/ 2427977 w 3024845"/>
                <a:gd name="connsiteY357-10144" fmla="*/ 581518 h 1160647"/>
                <a:gd name="connsiteX358-10145" fmla="*/ 2427977 w 3024845"/>
                <a:gd name="connsiteY358-10146" fmla="*/ 590166 h 1160647"/>
                <a:gd name="connsiteX359-10147" fmla="*/ 2438110 w 3024845"/>
                <a:gd name="connsiteY359-10148" fmla="*/ 590166 h 1160647"/>
                <a:gd name="connsiteX360-10149" fmla="*/ 2438110 w 3024845"/>
                <a:gd name="connsiteY360-10150" fmla="*/ 704740 h 1160647"/>
                <a:gd name="connsiteX361-10151" fmla="*/ 2460404 w 3024845"/>
                <a:gd name="connsiteY361-10152" fmla="*/ 704740 h 1160647"/>
                <a:gd name="connsiteX362-10153" fmla="*/ 2460404 w 3024845"/>
                <a:gd name="connsiteY362-10154" fmla="*/ 637725 h 1160647"/>
                <a:gd name="connsiteX363-10155" fmla="*/ 2486751 w 3024845"/>
                <a:gd name="connsiteY363-10156" fmla="*/ 637725 h 1160647"/>
                <a:gd name="connsiteX364-10157" fmla="*/ 2490804 w 3024845"/>
                <a:gd name="connsiteY364-10158" fmla="*/ 633401 h 1160647"/>
                <a:gd name="connsiteX365-10159" fmla="*/ 2498911 w 3024845"/>
                <a:gd name="connsiteY365-10160" fmla="*/ 633401 h 1160647"/>
                <a:gd name="connsiteX366-10161" fmla="*/ 2502964 w 3024845"/>
                <a:gd name="connsiteY366-10162" fmla="*/ 637725 h 1160647"/>
                <a:gd name="connsiteX367-10163" fmla="*/ 2525258 w 3024845"/>
                <a:gd name="connsiteY367-10164" fmla="*/ 637725 h 1160647"/>
                <a:gd name="connsiteX368-10165" fmla="*/ 2525258 w 3024845"/>
                <a:gd name="connsiteY368-10166" fmla="*/ 520989 h 1160647"/>
                <a:gd name="connsiteX369-10167" fmla="*/ 2582005 w 3024845"/>
                <a:gd name="connsiteY369-10168" fmla="*/ 510180 h 1160647"/>
                <a:gd name="connsiteX370-10169" fmla="*/ 2582005 w 3024845"/>
                <a:gd name="connsiteY370-10170" fmla="*/ 511261 h 1160647"/>
                <a:gd name="connsiteX371-10171" fmla="*/ 2582005 w 3024845"/>
                <a:gd name="connsiteY371-10172" fmla="*/ 518827 h 1160647"/>
                <a:gd name="connsiteX372-10173" fmla="*/ 2608352 w 3024845"/>
                <a:gd name="connsiteY372-10174" fmla="*/ 518827 h 1160647"/>
                <a:gd name="connsiteX373-10175" fmla="*/ 2608352 w 3024845"/>
                <a:gd name="connsiteY373-10176" fmla="*/ 773917 h 1160647"/>
                <a:gd name="connsiteX374-10177" fmla="*/ 2630646 w 3024845"/>
                <a:gd name="connsiteY374-10178" fmla="*/ 773917 h 1160647"/>
                <a:gd name="connsiteX375-10179" fmla="*/ 2630646 w 3024845"/>
                <a:gd name="connsiteY375-10180" fmla="*/ 769593 h 1160647"/>
                <a:gd name="connsiteX376-10181" fmla="*/ 2642806 w 3024845"/>
                <a:gd name="connsiteY376-10182" fmla="*/ 769593 h 1160647"/>
                <a:gd name="connsiteX377-10183" fmla="*/ 2642806 w 3024845"/>
                <a:gd name="connsiteY377-10184" fmla="*/ 773917 h 1160647"/>
                <a:gd name="connsiteX378-10185" fmla="*/ 2667126 w 3024845"/>
                <a:gd name="connsiteY378-10186" fmla="*/ 773917 h 1160647"/>
                <a:gd name="connsiteX379-10187" fmla="*/ 2667126 w 3024845"/>
                <a:gd name="connsiteY379-10188" fmla="*/ 760946 h 1160647"/>
                <a:gd name="connsiteX380-10189" fmla="*/ 2695500 w 3024845"/>
                <a:gd name="connsiteY380-10190" fmla="*/ 760946 h 1160647"/>
                <a:gd name="connsiteX381-10191" fmla="*/ 2707660 w 3024845"/>
                <a:gd name="connsiteY381-10192" fmla="*/ 756622 h 1160647"/>
                <a:gd name="connsiteX382-10193" fmla="*/ 2727927 w 3024845"/>
                <a:gd name="connsiteY382-10194" fmla="*/ 760946 h 1160647"/>
                <a:gd name="connsiteX383-10195" fmla="*/ 2727927 w 3024845"/>
                <a:gd name="connsiteY383-10196" fmla="*/ 743652 h 1160647"/>
                <a:gd name="connsiteX384-10197" fmla="*/ 2736034 w 3024845"/>
                <a:gd name="connsiteY384-10198" fmla="*/ 743652 h 1160647"/>
                <a:gd name="connsiteX385-10199" fmla="*/ 2736034 w 3024845"/>
                <a:gd name="connsiteY385-10200" fmla="*/ 730681 h 1160647"/>
                <a:gd name="connsiteX386-10201" fmla="*/ 2792781 w 3024845"/>
                <a:gd name="connsiteY386-10202" fmla="*/ 730681 h 1160647"/>
                <a:gd name="connsiteX387-10203" fmla="*/ 2792781 w 3024845"/>
                <a:gd name="connsiteY387-10204" fmla="*/ 700416 h 1160647"/>
                <a:gd name="connsiteX388-10205" fmla="*/ 2811021 w 3024845"/>
                <a:gd name="connsiteY388-10206" fmla="*/ 700416 h 1160647"/>
                <a:gd name="connsiteX389-10207" fmla="*/ 2811021 w 3024845"/>
                <a:gd name="connsiteY389-10208" fmla="*/ 693931 h 1160647"/>
                <a:gd name="connsiteX390-10209" fmla="*/ 2823181 w 3024845"/>
                <a:gd name="connsiteY390-10210" fmla="*/ 693931 h 1160647"/>
                <a:gd name="connsiteX391-10211" fmla="*/ 2823181 w 3024845"/>
                <a:gd name="connsiteY391-10212" fmla="*/ 700416 h 1160647"/>
                <a:gd name="connsiteX392-10213" fmla="*/ 2839395 w 3024845"/>
                <a:gd name="connsiteY392-10214" fmla="*/ 700416 h 1160647"/>
                <a:gd name="connsiteX393-10215" fmla="*/ 2839395 w 3024845"/>
                <a:gd name="connsiteY393-10216" fmla="*/ 750137 h 1160647"/>
                <a:gd name="connsiteX394-10217" fmla="*/ 2871822 w 3024845"/>
                <a:gd name="connsiteY394-10218" fmla="*/ 750137 h 1160647"/>
                <a:gd name="connsiteX395-10219" fmla="*/ 2871822 w 3024845"/>
                <a:gd name="connsiteY395-10220" fmla="*/ 724196 h 1160647"/>
                <a:gd name="connsiteX396-10221" fmla="*/ 2910329 w 3024845"/>
                <a:gd name="connsiteY396-10222" fmla="*/ 724196 h 1160647"/>
                <a:gd name="connsiteX397-10223" fmla="*/ 2910329 w 3024845"/>
                <a:gd name="connsiteY397-10224" fmla="*/ 693931 h 1160647"/>
                <a:gd name="connsiteX398-10225" fmla="*/ 2958970 w 3024845"/>
                <a:gd name="connsiteY398-10226" fmla="*/ 693931 h 1160647"/>
                <a:gd name="connsiteX399-10227" fmla="*/ 2958970 w 3024845"/>
                <a:gd name="connsiteY399-10228" fmla="*/ 805087 h 1160647"/>
                <a:gd name="connsiteX400-10229" fmla="*/ 2958970 w 3024845"/>
                <a:gd name="connsiteY400-10230" fmla="*/ 818866 h 1160647"/>
                <a:gd name="connsiteX401-10231" fmla="*/ 3024845 w 3024845"/>
                <a:gd name="connsiteY401-10232" fmla="*/ 818866 h 1160647"/>
                <a:gd name="connsiteX402-10233" fmla="*/ 3024845 w 3024845"/>
                <a:gd name="connsiteY402-10234" fmla="*/ 1160647 h 1160647"/>
                <a:gd name="connsiteX403-10235" fmla="*/ 2054 w 3024845"/>
                <a:gd name="connsiteY403-10236" fmla="*/ 1158314 h 1160647"/>
                <a:gd name="connsiteX404-10237" fmla="*/ 0 w 3024845"/>
                <a:gd name="connsiteY404-10238" fmla="*/ 724196 h 1160647"/>
                <a:gd name="connsiteX405-10239" fmla="*/ 20267 w 3024845"/>
                <a:gd name="connsiteY405-10240" fmla="*/ 724196 h 1160647"/>
                <a:gd name="connsiteX406-10241" fmla="*/ 20774 w 3024845"/>
                <a:gd name="connsiteY406-10242" fmla="*/ 723115 h 1160647"/>
                <a:gd name="connsiteX407-10243" fmla="*/ 24320 w 3024845"/>
                <a:gd name="connsiteY407-10244" fmla="*/ 715549 h 1160647"/>
                <a:gd name="connsiteX408-10245" fmla="*/ 26094 w 3024845"/>
                <a:gd name="connsiteY408-10246" fmla="*/ 715819 h 1160647"/>
                <a:gd name="connsiteX409-10247" fmla="*/ 38507 w 3024845"/>
                <a:gd name="connsiteY409-10248" fmla="*/ 717710 h 1160647"/>
                <a:gd name="connsiteX410-10249" fmla="*/ 39014 w 3024845"/>
                <a:gd name="connsiteY410-10250" fmla="*/ 719062 h 1160647"/>
                <a:gd name="connsiteX411-10251" fmla="*/ 42560 w 3024845"/>
                <a:gd name="connsiteY411-10252" fmla="*/ 728519 h 1160647"/>
                <a:gd name="connsiteX412-10253" fmla="*/ 68907 w 3024845"/>
                <a:gd name="connsiteY412-10254" fmla="*/ 730681 h 1160647"/>
                <a:gd name="connsiteX413-10255" fmla="*/ 68907 w 3024845"/>
                <a:gd name="connsiteY413-10256" fmla="*/ 607460 h 1160647"/>
                <a:gd name="connsiteX414-10257" fmla="*/ 70934 w 3024845"/>
                <a:gd name="connsiteY414-10258" fmla="*/ 607460 h 1160647"/>
                <a:gd name="connsiteX415-10259" fmla="*/ 85121 w 3024845"/>
                <a:gd name="connsiteY415-10260" fmla="*/ 607460 h 1160647"/>
                <a:gd name="connsiteX416-10261" fmla="*/ 85121 w 3024845"/>
                <a:gd name="connsiteY416-10262" fmla="*/ 471268 h 1160647"/>
                <a:gd name="connsiteX417-10263" fmla="*/ 86894 w 3024845"/>
                <a:gd name="connsiteY417-10264" fmla="*/ 471268 h 1160647"/>
                <a:gd name="connsiteX418-10265" fmla="*/ 99308 w 3024845"/>
                <a:gd name="connsiteY418-10266" fmla="*/ 471268 h 1160647"/>
                <a:gd name="connsiteX419-10267" fmla="*/ 99308 w 3024845"/>
                <a:gd name="connsiteY419-10268" fmla="*/ 356694 h 1160647"/>
                <a:gd name="connsiteX420-10269" fmla="*/ 103361 w 3024845"/>
                <a:gd name="connsiteY420-10270" fmla="*/ 328590 h 1160647"/>
                <a:gd name="connsiteX421-10271" fmla="*/ 105388 w 3024845"/>
                <a:gd name="connsiteY421-10272" fmla="*/ 328590 h 1160647"/>
                <a:gd name="connsiteX422-10273" fmla="*/ 119575 w 3024845"/>
                <a:gd name="connsiteY422-10274" fmla="*/ 328590 h 1160647"/>
                <a:gd name="connsiteX423-10275" fmla="*/ 156055 w 3024845"/>
                <a:gd name="connsiteY423-10276" fmla="*/ 246443 h 1160647"/>
                <a:gd name="connsiteX424-10277" fmla="*/ 160109 w 3024845"/>
                <a:gd name="connsiteY424-10278" fmla="*/ 0 h 1160647"/>
                <a:gd name="connsiteX0-10279" fmla="*/ 160109 w 3024845"/>
                <a:gd name="connsiteY0-10280" fmla="*/ 0 h 1160647"/>
                <a:gd name="connsiteX1-10281" fmla="*/ 162135 w 3024845"/>
                <a:gd name="connsiteY1-10282" fmla="*/ 246443 h 1160647"/>
                <a:gd name="connsiteX2-10283" fmla="*/ 200642 w 3024845"/>
                <a:gd name="connsiteY2-10284" fmla="*/ 326429 h 1160647"/>
                <a:gd name="connsiteX3-10285" fmla="*/ 202669 w 3024845"/>
                <a:gd name="connsiteY3-10286" fmla="*/ 326429 h 1160647"/>
                <a:gd name="connsiteX4-10287" fmla="*/ 216856 w 3024845"/>
                <a:gd name="connsiteY4-10288" fmla="*/ 326429 h 1160647"/>
                <a:gd name="connsiteX5-10289" fmla="*/ 216856 w 3024845"/>
                <a:gd name="connsiteY5-10290" fmla="*/ 350208 h 1160647"/>
                <a:gd name="connsiteX6-10291" fmla="*/ 217363 w 3024845"/>
                <a:gd name="connsiteY6-10292" fmla="*/ 351019 h 1160647"/>
                <a:gd name="connsiteX7-10293" fmla="*/ 220909 w 3024845"/>
                <a:gd name="connsiteY7-10294" fmla="*/ 356694 h 1160647"/>
                <a:gd name="connsiteX8-10295" fmla="*/ 220909 w 3024845"/>
                <a:gd name="connsiteY8-10296" fmla="*/ 471268 h 1160647"/>
                <a:gd name="connsiteX9-10297" fmla="*/ 223189 w 3024845"/>
                <a:gd name="connsiteY9-10298" fmla="*/ 471268 h 1160647"/>
                <a:gd name="connsiteX10-10299" fmla="*/ 239150 w 3024845"/>
                <a:gd name="connsiteY10-10300" fmla="*/ 471268 h 1160647"/>
                <a:gd name="connsiteX11-10301" fmla="*/ 239150 w 3024845"/>
                <a:gd name="connsiteY11-10302" fmla="*/ 611783 h 1160647"/>
                <a:gd name="connsiteX12-10303" fmla="*/ 240670 w 3024845"/>
                <a:gd name="connsiteY12-10304" fmla="*/ 611513 h 1160647"/>
                <a:gd name="connsiteX13-10305" fmla="*/ 251310 w 3024845"/>
                <a:gd name="connsiteY13-10306" fmla="*/ 609622 h 1160647"/>
                <a:gd name="connsiteX14-10307" fmla="*/ 249283 w 3024845"/>
                <a:gd name="connsiteY14-10308" fmla="*/ 698254 h 1160647"/>
                <a:gd name="connsiteX15-10309" fmla="*/ 250803 w 3024845"/>
                <a:gd name="connsiteY15-10310" fmla="*/ 698525 h 1160647"/>
                <a:gd name="connsiteX16-10311" fmla="*/ 261443 w 3024845"/>
                <a:gd name="connsiteY16-10312" fmla="*/ 700416 h 1160647"/>
                <a:gd name="connsiteX17-10313" fmla="*/ 261696 w 3024845"/>
                <a:gd name="connsiteY17-10314" fmla="*/ 701227 h 1160647"/>
                <a:gd name="connsiteX18-10315" fmla="*/ 263470 w 3024845"/>
                <a:gd name="connsiteY18-10316" fmla="*/ 706902 h 1160647"/>
                <a:gd name="connsiteX19-10317" fmla="*/ 264230 w 3024845"/>
                <a:gd name="connsiteY19-10318" fmla="*/ 704470 h 1160647"/>
                <a:gd name="connsiteX20-10319" fmla="*/ 269550 w 3024845"/>
                <a:gd name="connsiteY20-10320" fmla="*/ 687446 h 1160647"/>
                <a:gd name="connsiteX21-10321" fmla="*/ 271323 w 3024845"/>
                <a:gd name="connsiteY21-10322" fmla="*/ 687446 h 1160647"/>
                <a:gd name="connsiteX22-10323" fmla="*/ 283737 w 3024845"/>
                <a:gd name="connsiteY22-10324" fmla="*/ 687446 h 1160647"/>
                <a:gd name="connsiteX23-10325" fmla="*/ 283737 w 3024845"/>
                <a:gd name="connsiteY23-10326" fmla="*/ 719872 h 1160647"/>
                <a:gd name="connsiteX24-10327" fmla="*/ 284750 w 3024845"/>
                <a:gd name="connsiteY24-10328" fmla="*/ 720413 h 1160647"/>
                <a:gd name="connsiteX25-10329" fmla="*/ 291844 w 3024845"/>
                <a:gd name="connsiteY25-10330" fmla="*/ 724196 h 1160647"/>
                <a:gd name="connsiteX26-10331" fmla="*/ 291844 w 3024845"/>
                <a:gd name="connsiteY26-10332" fmla="*/ 725547 h 1160647"/>
                <a:gd name="connsiteX27-10333" fmla="*/ 291844 w 3024845"/>
                <a:gd name="connsiteY27-10334" fmla="*/ 735005 h 1160647"/>
                <a:gd name="connsiteX28-10335" fmla="*/ 336431 w 3024845"/>
                <a:gd name="connsiteY28-10336" fmla="*/ 735005 h 1160647"/>
                <a:gd name="connsiteX29-10337" fmla="*/ 336431 w 3024845"/>
                <a:gd name="connsiteY29-10338" fmla="*/ 736086 h 1160647"/>
                <a:gd name="connsiteX30-10339" fmla="*/ 336431 w 3024845"/>
                <a:gd name="connsiteY30-10340" fmla="*/ 743652 h 1160647"/>
                <a:gd name="connsiteX31-10341" fmla="*/ 338457 w 3024845"/>
                <a:gd name="connsiteY31-10342" fmla="*/ 743652 h 1160647"/>
                <a:gd name="connsiteX32-10343" fmla="*/ 352644 w 3024845"/>
                <a:gd name="connsiteY32-10344" fmla="*/ 743652 h 1160647"/>
                <a:gd name="connsiteX33-10345" fmla="*/ 352644 w 3024845"/>
                <a:gd name="connsiteY33-10346" fmla="*/ 713387 h 1160647"/>
                <a:gd name="connsiteX34-10347" fmla="*/ 397231 w 3024845"/>
                <a:gd name="connsiteY34-10348" fmla="*/ 713387 h 1160647"/>
                <a:gd name="connsiteX35-10349" fmla="*/ 397231 w 3024845"/>
                <a:gd name="connsiteY35-10350" fmla="*/ 712036 h 1160647"/>
                <a:gd name="connsiteX36-10351" fmla="*/ 397231 w 3024845"/>
                <a:gd name="connsiteY36-10352" fmla="*/ 702578 h 1160647"/>
                <a:gd name="connsiteX37-10353" fmla="*/ 398245 w 3024845"/>
                <a:gd name="connsiteY37-10354" fmla="*/ 702578 h 1160647"/>
                <a:gd name="connsiteX38-10355" fmla="*/ 405338 w 3024845"/>
                <a:gd name="connsiteY38-10356" fmla="*/ 702578 h 1160647"/>
                <a:gd name="connsiteX39-10357" fmla="*/ 405338 w 3024845"/>
                <a:gd name="connsiteY39-10358" fmla="*/ 700687 h 1160647"/>
                <a:gd name="connsiteX40-10359" fmla="*/ 405338 w 3024845"/>
                <a:gd name="connsiteY40-10360" fmla="*/ 687446 h 1160647"/>
                <a:gd name="connsiteX41-10361" fmla="*/ 406098 w 3024845"/>
                <a:gd name="connsiteY41-10362" fmla="*/ 687446 h 1160647"/>
                <a:gd name="connsiteX42-10363" fmla="*/ 411418 w 3024845"/>
                <a:gd name="connsiteY42-10364" fmla="*/ 687446 h 1160647"/>
                <a:gd name="connsiteX43-10365" fmla="*/ 411418 w 3024845"/>
                <a:gd name="connsiteY43-10366" fmla="*/ 686365 h 1160647"/>
                <a:gd name="connsiteX44-10367" fmla="*/ 411418 w 3024845"/>
                <a:gd name="connsiteY44-10368" fmla="*/ 678798 h 1160647"/>
                <a:gd name="connsiteX45-10369" fmla="*/ 413445 w 3024845"/>
                <a:gd name="connsiteY45-10370" fmla="*/ 678798 h 1160647"/>
                <a:gd name="connsiteX46-10371" fmla="*/ 427632 w 3024845"/>
                <a:gd name="connsiteY46-10372" fmla="*/ 678798 h 1160647"/>
                <a:gd name="connsiteX47-10373" fmla="*/ 427632 w 3024845"/>
                <a:gd name="connsiteY47-10374" fmla="*/ 679879 h 1160647"/>
                <a:gd name="connsiteX48-10375" fmla="*/ 427632 w 3024845"/>
                <a:gd name="connsiteY48-10376" fmla="*/ 687446 h 1160647"/>
                <a:gd name="connsiteX49-10377" fmla="*/ 449925 w 3024845"/>
                <a:gd name="connsiteY49-10378" fmla="*/ 687446 h 1160647"/>
                <a:gd name="connsiteX50-10379" fmla="*/ 449925 w 3024845"/>
                <a:gd name="connsiteY50-10380" fmla="*/ 685554 h 1160647"/>
                <a:gd name="connsiteX51-10381" fmla="*/ 449925 w 3024845"/>
                <a:gd name="connsiteY51-10382" fmla="*/ 672313 h 1160647"/>
                <a:gd name="connsiteX52-10383" fmla="*/ 451699 w 3024845"/>
                <a:gd name="connsiteY52-10384" fmla="*/ 672313 h 1160647"/>
                <a:gd name="connsiteX53-10385" fmla="*/ 464112 w 3024845"/>
                <a:gd name="connsiteY53-10386" fmla="*/ 672313 h 1160647"/>
                <a:gd name="connsiteX54-10387" fmla="*/ 464112 w 3024845"/>
                <a:gd name="connsiteY54-10388" fmla="*/ 696093 h 1160647"/>
                <a:gd name="connsiteX55-10389" fmla="*/ 465126 w 3024845"/>
                <a:gd name="connsiteY55-10390" fmla="*/ 696093 h 1160647"/>
                <a:gd name="connsiteX56-10391" fmla="*/ 472219 w 3024845"/>
                <a:gd name="connsiteY56-10392" fmla="*/ 696093 h 1160647"/>
                <a:gd name="connsiteX57-10393" fmla="*/ 472219 w 3024845"/>
                <a:gd name="connsiteY57-10394" fmla="*/ 695012 h 1160647"/>
                <a:gd name="connsiteX58-10395" fmla="*/ 472219 w 3024845"/>
                <a:gd name="connsiteY58-10396" fmla="*/ 687446 h 1160647"/>
                <a:gd name="connsiteX59-10397" fmla="*/ 473992 w 3024845"/>
                <a:gd name="connsiteY59-10398" fmla="*/ 687446 h 1160647"/>
                <a:gd name="connsiteX60-10399" fmla="*/ 486406 w 3024845"/>
                <a:gd name="connsiteY60-10400" fmla="*/ 687446 h 1160647"/>
                <a:gd name="connsiteX61-10401" fmla="*/ 486406 w 3024845"/>
                <a:gd name="connsiteY61-10402" fmla="*/ 713387 h 1160647"/>
                <a:gd name="connsiteX62-10403" fmla="*/ 488433 w 3024845"/>
                <a:gd name="connsiteY62-10404" fmla="*/ 713387 h 1160647"/>
                <a:gd name="connsiteX63-10405" fmla="*/ 502619 w 3024845"/>
                <a:gd name="connsiteY63-10406" fmla="*/ 713387 h 1160647"/>
                <a:gd name="connsiteX64-10407" fmla="*/ 502619 w 3024845"/>
                <a:gd name="connsiteY64-10408" fmla="*/ 715008 h 1160647"/>
                <a:gd name="connsiteX65-10409" fmla="*/ 502619 w 3024845"/>
                <a:gd name="connsiteY65-10410" fmla="*/ 726358 h 1160647"/>
                <a:gd name="connsiteX66-10411" fmla="*/ 503379 w 3024845"/>
                <a:gd name="connsiteY66-10412" fmla="*/ 726358 h 1160647"/>
                <a:gd name="connsiteX67-10413" fmla="*/ 508700 w 3024845"/>
                <a:gd name="connsiteY67-10414" fmla="*/ 726358 h 1160647"/>
                <a:gd name="connsiteX68-10415" fmla="*/ 508700 w 3024845"/>
                <a:gd name="connsiteY68-10416" fmla="*/ 725547 h 1160647"/>
                <a:gd name="connsiteX69-10417" fmla="*/ 508700 w 3024845"/>
                <a:gd name="connsiteY69-10418" fmla="*/ 719872 h 1160647"/>
                <a:gd name="connsiteX70-10419" fmla="*/ 539100 w 3024845"/>
                <a:gd name="connsiteY70-10420" fmla="*/ 719872 h 1160647"/>
                <a:gd name="connsiteX71-10421" fmla="*/ 539100 w 3024845"/>
                <a:gd name="connsiteY71-10422" fmla="*/ 743652 h 1160647"/>
                <a:gd name="connsiteX72-10423" fmla="*/ 540113 w 3024845"/>
                <a:gd name="connsiteY72-10424" fmla="*/ 743652 h 1160647"/>
                <a:gd name="connsiteX73-10425" fmla="*/ 547207 w 3024845"/>
                <a:gd name="connsiteY73-10426" fmla="*/ 743652 h 1160647"/>
                <a:gd name="connsiteX74-10427" fmla="*/ 547207 w 3024845"/>
                <a:gd name="connsiteY74-10428" fmla="*/ 744733 h 1160647"/>
                <a:gd name="connsiteX75-10429" fmla="*/ 547207 w 3024845"/>
                <a:gd name="connsiteY75-10430" fmla="*/ 752299 h 1160647"/>
                <a:gd name="connsiteX76-10431" fmla="*/ 547967 w 3024845"/>
                <a:gd name="connsiteY76-10432" fmla="*/ 752299 h 1160647"/>
                <a:gd name="connsiteX77-10433" fmla="*/ 553287 w 3024845"/>
                <a:gd name="connsiteY77-10434" fmla="*/ 752299 h 1160647"/>
                <a:gd name="connsiteX78-10435" fmla="*/ 553287 w 3024845"/>
                <a:gd name="connsiteY78-10436" fmla="*/ 750137 h 1160647"/>
                <a:gd name="connsiteX79-10437" fmla="*/ 553287 w 3024845"/>
                <a:gd name="connsiteY79-10438" fmla="*/ 735005 h 1160647"/>
                <a:gd name="connsiteX80-10439" fmla="*/ 554300 w 3024845"/>
                <a:gd name="connsiteY80-10440" fmla="*/ 735005 h 1160647"/>
                <a:gd name="connsiteX81-10441" fmla="*/ 561394 w 3024845"/>
                <a:gd name="connsiteY81-10442" fmla="*/ 735005 h 1160647"/>
                <a:gd name="connsiteX82-10443" fmla="*/ 561394 w 3024845"/>
                <a:gd name="connsiteY82-10444" fmla="*/ 736086 h 1160647"/>
                <a:gd name="connsiteX83-10445" fmla="*/ 561394 w 3024845"/>
                <a:gd name="connsiteY83-10446" fmla="*/ 743652 h 1160647"/>
                <a:gd name="connsiteX84-10447" fmla="*/ 566714 w 3024845"/>
                <a:gd name="connsiteY84-10448" fmla="*/ 741659 h 1160647"/>
                <a:gd name="connsiteX85-10449" fmla="*/ 567474 w 3024845"/>
                <a:gd name="connsiteY85-10450" fmla="*/ 740679 h 1160647"/>
                <a:gd name="connsiteX86-10451" fmla="*/ 567474 w 3024845"/>
                <a:gd name="connsiteY86-10452" fmla="*/ 735005 h 1160647"/>
                <a:gd name="connsiteX87-10453" fmla="*/ 605981 w 3024845"/>
                <a:gd name="connsiteY87-10454" fmla="*/ 735005 h 1160647"/>
                <a:gd name="connsiteX88-10455" fmla="*/ 605981 w 3024845"/>
                <a:gd name="connsiteY88-10456" fmla="*/ 758784 h 1160647"/>
                <a:gd name="connsiteX89-10457" fmla="*/ 608007 w 3024845"/>
                <a:gd name="connsiteY89-10458" fmla="*/ 758784 h 1160647"/>
                <a:gd name="connsiteX90-10459" fmla="*/ 622194 w 3024845"/>
                <a:gd name="connsiteY90-10460" fmla="*/ 758784 h 1160647"/>
                <a:gd name="connsiteX91-10461" fmla="*/ 622194 w 3024845"/>
                <a:gd name="connsiteY91-10462" fmla="*/ 759865 h 1160647"/>
                <a:gd name="connsiteX92-10463" fmla="*/ 622194 w 3024845"/>
                <a:gd name="connsiteY92-10464" fmla="*/ 767431 h 1160647"/>
                <a:gd name="connsiteX93-10465" fmla="*/ 623968 w 3024845"/>
                <a:gd name="connsiteY93-10466" fmla="*/ 767431 h 1160647"/>
                <a:gd name="connsiteX94-10467" fmla="*/ 636381 w 3024845"/>
                <a:gd name="connsiteY94-10468" fmla="*/ 767431 h 1160647"/>
                <a:gd name="connsiteX95-10469" fmla="*/ 636381 w 3024845"/>
                <a:gd name="connsiteY95-10470" fmla="*/ 743652 h 1160647"/>
                <a:gd name="connsiteX96-10471" fmla="*/ 637394 w 3024845"/>
                <a:gd name="connsiteY96-10472" fmla="*/ 743652 h 1160647"/>
                <a:gd name="connsiteX97-10473" fmla="*/ 644488 w 3024845"/>
                <a:gd name="connsiteY97-10474" fmla="*/ 743652 h 1160647"/>
                <a:gd name="connsiteX98-10475" fmla="*/ 644488 w 3024845"/>
                <a:gd name="connsiteY98-10476" fmla="*/ 711225 h 1160647"/>
                <a:gd name="connsiteX99-10477" fmla="*/ 645501 w 3024845"/>
                <a:gd name="connsiteY99-10478" fmla="*/ 711225 h 1160647"/>
                <a:gd name="connsiteX100-10479" fmla="*/ 652595 w 3024845"/>
                <a:gd name="connsiteY100-10480" fmla="*/ 711225 h 1160647"/>
                <a:gd name="connsiteX101-10481" fmla="*/ 652595 w 3024845"/>
                <a:gd name="connsiteY101-10482" fmla="*/ 709334 h 1160647"/>
                <a:gd name="connsiteX102-10483" fmla="*/ 652595 w 3024845"/>
                <a:gd name="connsiteY102-10484" fmla="*/ 696093 h 1160647"/>
                <a:gd name="connsiteX103-10485" fmla="*/ 651328 w 3024845"/>
                <a:gd name="connsiteY103-10486" fmla="*/ 694471 h 1160647"/>
                <a:gd name="connsiteX104-10487" fmla="*/ 656648 w 3024845"/>
                <a:gd name="connsiteY104-10488" fmla="*/ 683122 h 1160647"/>
                <a:gd name="connsiteX105-10489" fmla="*/ 664755 w 3024845"/>
                <a:gd name="connsiteY105-10490" fmla="*/ 711225 h 1160647"/>
                <a:gd name="connsiteX106-10491" fmla="*/ 665515 w 3024845"/>
                <a:gd name="connsiteY106-10492" fmla="*/ 711225 h 1160647"/>
                <a:gd name="connsiteX107-10493" fmla="*/ 670835 w 3024845"/>
                <a:gd name="connsiteY107-10494" fmla="*/ 711225 h 1160647"/>
                <a:gd name="connsiteX108-10495" fmla="*/ 670835 w 3024845"/>
                <a:gd name="connsiteY108-10496" fmla="*/ 605298 h 1160647"/>
                <a:gd name="connsiteX109-10497" fmla="*/ 672355 w 3024845"/>
                <a:gd name="connsiteY109-10498" fmla="*/ 605298 h 1160647"/>
                <a:gd name="connsiteX110-10499" fmla="*/ 682995 w 3024845"/>
                <a:gd name="connsiteY110-10500" fmla="*/ 605298 h 1160647"/>
                <a:gd name="connsiteX111-10501" fmla="*/ 682995 w 3024845"/>
                <a:gd name="connsiteY111-10502" fmla="*/ 557739 h 1160647"/>
                <a:gd name="connsiteX112-10503" fmla="*/ 709342 w 3024845"/>
                <a:gd name="connsiteY112-10504" fmla="*/ 557739 h 1160647"/>
                <a:gd name="connsiteX113-10505" fmla="*/ 709342 w 3024845"/>
                <a:gd name="connsiteY113-10506" fmla="*/ 536121 h 1160647"/>
                <a:gd name="connsiteX114-10507" fmla="*/ 743796 w 3024845"/>
                <a:gd name="connsiteY114-10508" fmla="*/ 536121 h 1160647"/>
                <a:gd name="connsiteX115-10509" fmla="*/ 743796 w 3024845"/>
                <a:gd name="connsiteY115-10510" fmla="*/ 538553 h 1160647"/>
                <a:gd name="connsiteX116-10511" fmla="*/ 743796 w 3024845"/>
                <a:gd name="connsiteY116-10512" fmla="*/ 555577 h 1160647"/>
                <a:gd name="connsiteX117-10513" fmla="*/ 746076 w 3024845"/>
                <a:gd name="connsiteY117-10514" fmla="*/ 555577 h 1160647"/>
                <a:gd name="connsiteX118-10515" fmla="*/ 762036 w 3024845"/>
                <a:gd name="connsiteY118-10516" fmla="*/ 555577 h 1160647"/>
                <a:gd name="connsiteX119-10517" fmla="*/ 762036 w 3024845"/>
                <a:gd name="connsiteY119-10518" fmla="*/ 603136 h 1160647"/>
                <a:gd name="connsiteX120-10519" fmla="*/ 763049 w 3024845"/>
                <a:gd name="connsiteY120-10520" fmla="*/ 603136 h 1160647"/>
                <a:gd name="connsiteX121-10521" fmla="*/ 770143 w 3024845"/>
                <a:gd name="connsiteY121-10522" fmla="*/ 603136 h 1160647"/>
                <a:gd name="connsiteX122-10523" fmla="*/ 784330 w 3024845"/>
                <a:gd name="connsiteY122-10524" fmla="*/ 607460 h 1160647"/>
                <a:gd name="connsiteX123-10525" fmla="*/ 784330 w 3024845"/>
                <a:gd name="connsiteY123-10526" fmla="*/ 646372 h 1160647"/>
                <a:gd name="connsiteX124-10527" fmla="*/ 785343 w 3024845"/>
                <a:gd name="connsiteY124-10528" fmla="*/ 646372 h 1160647"/>
                <a:gd name="connsiteX125-10529" fmla="*/ 792436 w 3024845"/>
                <a:gd name="connsiteY125-10530" fmla="*/ 646372 h 1160647"/>
                <a:gd name="connsiteX126-10531" fmla="*/ 792436 w 3024845"/>
                <a:gd name="connsiteY126-10532" fmla="*/ 647993 h 1160647"/>
                <a:gd name="connsiteX127-10533" fmla="*/ 792436 w 3024845"/>
                <a:gd name="connsiteY127-10534" fmla="*/ 659342 h 1160647"/>
                <a:gd name="connsiteX128-10535" fmla="*/ 794463 w 3024845"/>
                <a:gd name="connsiteY128-10536" fmla="*/ 659342 h 1160647"/>
                <a:gd name="connsiteX129-10537" fmla="*/ 808650 w 3024845"/>
                <a:gd name="connsiteY129-10538" fmla="*/ 659342 h 1160647"/>
                <a:gd name="connsiteX130-10539" fmla="*/ 814730 w 3024845"/>
                <a:gd name="connsiteY130-10540" fmla="*/ 665828 h 1160647"/>
                <a:gd name="connsiteX131-10541" fmla="*/ 814730 w 3024845"/>
                <a:gd name="connsiteY131-10542" fmla="*/ 687446 h 1160647"/>
                <a:gd name="connsiteX132-10543" fmla="*/ 817010 w 3024845"/>
                <a:gd name="connsiteY132-10544" fmla="*/ 687446 h 1160647"/>
                <a:gd name="connsiteX133-10545" fmla="*/ 832970 w 3024845"/>
                <a:gd name="connsiteY133-10546" fmla="*/ 687446 h 1160647"/>
                <a:gd name="connsiteX134-10547" fmla="*/ 832970 w 3024845"/>
                <a:gd name="connsiteY134-10548" fmla="*/ 688526 h 1160647"/>
                <a:gd name="connsiteX135-10549" fmla="*/ 832970 w 3024845"/>
                <a:gd name="connsiteY135-10550" fmla="*/ 696093 h 1160647"/>
                <a:gd name="connsiteX136-10551" fmla="*/ 834237 w 3024845"/>
                <a:gd name="connsiteY136-10552" fmla="*/ 696093 h 1160647"/>
                <a:gd name="connsiteX137-10553" fmla="*/ 843104 w 3024845"/>
                <a:gd name="connsiteY137-10554" fmla="*/ 696093 h 1160647"/>
                <a:gd name="connsiteX138-10555" fmla="*/ 843104 w 3024845"/>
                <a:gd name="connsiteY138-10556" fmla="*/ 698254 h 1160647"/>
                <a:gd name="connsiteX139-10557" fmla="*/ 843104 w 3024845"/>
                <a:gd name="connsiteY139-10558" fmla="*/ 713387 h 1160647"/>
                <a:gd name="connsiteX140-10559" fmla="*/ 847157 w 3024845"/>
                <a:gd name="connsiteY140-10560" fmla="*/ 711495 h 1160647"/>
                <a:gd name="connsiteX141-10561" fmla="*/ 847157 w 3024845"/>
                <a:gd name="connsiteY141-10562" fmla="*/ 698254 h 1160647"/>
                <a:gd name="connsiteX142-10563" fmla="*/ 848170 w 3024845"/>
                <a:gd name="connsiteY142-10564" fmla="*/ 698254 h 1160647"/>
                <a:gd name="connsiteX143-10565" fmla="*/ 855264 w 3024845"/>
                <a:gd name="connsiteY143-10566" fmla="*/ 698254 h 1160647"/>
                <a:gd name="connsiteX144-10567" fmla="*/ 855264 w 3024845"/>
                <a:gd name="connsiteY144-10568" fmla="*/ 699876 h 1160647"/>
                <a:gd name="connsiteX145-10569" fmla="*/ 855264 w 3024845"/>
                <a:gd name="connsiteY145-10570" fmla="*/ 711225 h 1160647"/>
                <a:gd name="connsiteX146-10571" fmla="*/ 856024 w 3024845"/>
                <a:gd name="connsiteY146-10572" fmla="*/ 711225 h 1160647"/>
                <a:gd name="connsiteX147-10573" fmla="*/ 861344 w 3024845"/>
                <a:gd name="connsiteY147-10574" fmla="*/ 711225 h 1160647"/>
                <a:gd name="connsiteX148-10575" fmla="*/ 909984 w 3024845"/>
                <a:gd name="connsiteY148-10576" fmla="*/ 706902 h 1160647"/>
                <a:gd name="connsiteX149-10577" fmla="*/ 909984 w 3024845"/>
                <a:gd name="connsiteY149-10578" fmla="*/ 708253 h 1160647"/>
                <a:gd name="connsiteX150-10579" fmla="*/ 909984 w 3024845"/>
                <a:gd name="connsiteY150-10580" fmla="*/ 717710 h 1160647"/>
                <a:gd name="connsiteX151-10581" fmla="*/ 910744 w 3024845"/>
                <a:gd name="connsiteY151-10582" fmla="*/ 717710 h 1160647"/>
                <a:gd name="connsiteX152-10583" fmla="*/ 916065 w 3024845"/>
                <a:gd name="connsiteY152-10584" fmla="*/ 717710 h 1160647"/>
                <a:gd name="connsiteX153-10585" fmla="*/ 916065 w 3024845"/>
                <a:gd name="connsiteY153-10586" fmla="*/ 719872 h 1160647"/>
                <a:gd name="connsiteX154-10587" fmla="*/ 916065 w 3024845"/>
                <a:gd name="connsiteY154-10588" fmla="*/ 735005 h 1160647"/>
                <a:gd name="connsiteX155-10589" fmla="*/ 918091 w 3024845"/>
                <a:gd name="connsiteY155-10590" fmla="*/ 733654 h 1160647"/>
                <a:gd name="connsiteX156-10591" fmla="*/ 932278 w 3024845"/>
                <a:gd name="connsiteY156-10592" fmla="*/ 724196 h 1160647"/>
                <a:gd name="connsiteX157-10593" fmla="*/ 938358 w 3024845"/>
                <a:gd name="connsiteY157-10594" fmla="*/ 683122 h 1160647"/>
                <a:gd name="connsiteX158-10595" fmla="*/ 939118 w 3024845"/>
                <a:gd name="connsiteY158-10596" fmla="*/ 682852 h 1160647"/>
                <a:gd name="connsiteX159-10597" fmla="*/ 944438 w 3024845"/>
                <a:gd name="connsiteY159-10598" fmla="*/ 680960 h 1160647"/>
                <a:gd name="connsiteX160-10599" fmla="*/ 946465 w 3024845"/>
                <a:gd name="connsiteY160-10600" fmla="*/ 611783 h 1160647"/>
                <a:gd name="connsiteX161-10601" fmla="*/ 948492 w 3024845"/>
                <a:gd name="connsiteY161-10602" fmla="*/ 680960 h 1160647"/>
                <a:gd name="connsiteX162-10603" fmla="*/ 949252 w 3024845"/>
                <a:gd name="connsiteY162-10604" fmla="*/ 681230 h 1160647"/>
                <a:gd name="connsiteX163-10605" fmla="*/ 954572 w 3024845"/>
                <a:gd name="connsiteY163-10606" fmla="*/ 683122 h 1160647"/>
                <a:gd name="connsiteX164-10607" fmla="*/ 954572 w 3024845"/>
                <a:gd name="connsiteY164-10608" fmla="*/ 596651 h 1160647"/>
                <a:gd name="connsiteX165-10609" fmla="*/ 958625 w 3024845"/>
                <a:gd name="connsiteY165-10610" fmla="*/ 564224 h 1160647"/>
                <a:gd name="connsiteX166-10611" fmla="*/ 997132 w 3024845"/>
                <a:gd name="connsiteY166-10612" fmla="*/ 564224 h 1160647"/>
                <a:gd name="connsiteX167-10613" fmla="*/ 997132 w 3024845"/>
                <a:gd name="connsiteY167-10614" fmla="*/ 596651 h 1160647"/>
                <a:gd name="connsiteX168-10615" fmla="*/ 997892 w 3024845"/>
                <a:gd name="connsiteY168-10616" fmla="*/ 596651 h 1160647"/>
                <a:gd name="connsiteX169-10617" fmla="*/ 1003212 w 3024845"/>
                <a:gd name="connsiteY169-10618" fmla="*/ 596651 h 1160647"/>
                <a:gd name="connsiteX170-10619" fmla="*/ 1003212 w 3024845"/>
                <a:gd name="connsiteY170-10620" fmla="*/ 514503 h 1160647"/>
                <a:gd name="connsiteX171-10621" fmla="*/ 1004986 w 3024845"/>
                <a:gd name="connsiteY171-10622" fmla="*/ 514503 h 1160647"/>
                <a:gd name="connsiteX172-10623" fmla="*/ 1017399 w 3024845"/>
                <a:gd name="connsiteY172-10624" fmla="*/ 514503 h 1160647"/>
                <a:gd name="connsiteX173-10625" fmla="*/ 1017399 w 3024845"/>
                <a:gd name="connsiteY173-10626" fmla="*/ 512612 h 1160647"/>
                <a:gd name="connsiteX174-10627" fmla="*/ 1017399 w 3024845"/>
                <a:gd name="connsiteY174-10628" fmla="*/ 499371 h 1160647"/>
                <a:gd name="connsiteX175-10629" fmla="*/ 1039693 w 3024845"/>
                <a:gd name="connsiteY175-10630" fmla="*/ 499371 h 1160647"/>
                <a:gd name="connsiteX176-10631" fmla="*/ 1039693 w 3024845"/>
                <a:gd name="connsiteY176-10632" fmla="*/ 498290 h 1160647"/>
                <a:gd name="connsiteX177-10633" fmla="*/ 1039693 w 3024845"/>
                <a:gd name="connsiteY177-10634" fmla="*/ 490724 h 1160647"/>
                <a:gd name="connsiteX178-10635" fmla="*/ 1041466 w 3024845"/>
                <a:gd name="connsiteY178-10636" fmla="*/ 490724 h 1160647"/>
                <a:gd name="connsiteX179-10637" fmla="*/ 1053880 w 3024845"/>
                <a:gd name="connsiteY179-10638" fmla="*/ 490724 h 1160647"/>
                <a:gd name="connsiteX180-10639" fmla="*/ 1053880 w 3024845"/>
                <a:gd name="connsiteY180-10640" fmla="*/ 491805 h 1160647"/>
                <a:gd name="connsiteX181-10641" fmla="*/ 1053880 w 3024845"/>
                <a:gd name="connsiteY181-10642" fmla="*/ 499371 h 1160647"/>
                <a:gd name="connsiteX182-10643" fmla="*/ 1054640 w 3024845"/>
                <a:gd name="connsiteY182-10644" fmla="*/ 499371 h 1160647"/>
                <a:gd name="connsiteX183-10645" fmla="*/ 1059960 w 3024845"/>
                <a:gd name="connsiteY183-10646" fmla="*/ 499371 h 1160647"/>
                <a:gd name="connsiteX184-10647" fmla="*/ 1070093 w 3024845"/>
                <a:gd name="connsiteY184-10648" fmla="*/ 495047 h 1160647"/>
                <a:gd name="connsiteX185-10649" fmla="*/ 1074146 w 3024845"/>
                <a:gd name="connsiteY185-10650" fmla="*/ 498290 h 1160647"/>
                <a:gd name="connsiteX186-10651" fmla="*/ 1074146 w 3024845"/>
                <a:gd name="connsiteY186-10652" fmla="*/ 490724 h 1160647"/>
                <a:gd name="connsiteX187-10653" fmla="*/ 1076426 w 3024845"/>
                <a:gd name="connsiteY187-10654" fmla="*/ 490724 h 1160647"/>
                <a:gd name="connsiteX188-10655" fmla="*/ 1092387 w 3024845"/>
                <a:gd name="connsiteY188-10656" fmla="*/ 490724 h 1160647"/>
                <a:gd name="connsiteX189-10657" fmla="*/ 1092387 w 3024845"/>
                <a:gd name="connsiteY189-10658" fmla="*/ 491805 h 1160647"/>
                <a:gd name="connsiteX190-10659" fmla="*/ 1092387 w 3024845"/>
                <a:gd name="connsiteY190-10660" fmla="*/ 499371 h 1160647"/>
                <a:gd name="connsiteX191-10661" fmla="*/ 1122787 w 3024845"/>
                <a:gd name="connsiteY191-10662" fmla="*/ 499371 h 1160647"/>
                <a:gd name="connsiteX192-10663" fmla="*/ 1122787 w 3024845"/>
                <a:gd name="connsiteY192-10664" fmla="*/ 500992 h 1160647"/>
                <a:gd name="connsiteX193-10665" fmla="*/ 1122787 w 3024845"/>
                <a:gd name="connsiteY193-10666" fmla="*/ 512342 h 1160647"/>
                <a:gd name="connsiteX194-10667" fmla="*/ 1149134 w 3024845"/>
                <a:gd name="connsiteY194-10668" fmla="*/ 512342 h 1160647"/>
                <a:gd name="connsiteX195-10669" fmla="*/ 1149134 w 3024845"/>
                <a:gd name="connsiteY195-10670" fmla="*/ 542606 h 1160647"/>
                <a:gd name="connsiteX196-10671" fmla="*/ 1149894 w 3024845"/>
                <a:gd name="connsiteY196-10672" fmla="*/ 542606 h 1160647"/>
                <a:gd name="connsiteX197-10673" fmla="*/ 1155214 w 3024845"/>
                <a:gd name="connsiteY197-10674" fmla="*/ 542606 h 1160647"/>
                <a:gd name="connsiteX198-10675" fmla="*/ 1155214 w 3024845"/>
                <a:gd name="connsiteY198-10676" fmla="*/ 543687 h 1160647"/>
                <a:gd name="connsiteX199-10677" fmla="*/ 1155214 w 3024845"/>
                <a:gd name="connsiteY199-10678" fmla="*/ 551254 h 1160647"/>
                <a:gd name="connsiteX200-10679" fmla="*/ 1159268 w 3024845"/>
                <a:gd name="connsiteY200-10680" fmla="*/ 581518 h 1160647"/>
                <a:gd name="connsiteX201-10681" fmla="*/ 1160028 w 3024845"/>
                <a:gd name="connsiteY201-10682" fmla="*/ 581518 h 1160647"/>
                <a:gd name="connsiteX202-10683" fmla="*/ 1165348 w 3024845"/>
                <a:gd name="connsiteY202-10684" fmla="*/ 581518 h 1160647"/>
                <a:gd name="connsiteX203-10685" fmla="*/ 1165348 w 3024845"/>
                <a:gd name="connsiteY203-10686" fmla="*/ 582329 h 1160647"/>
                <a:gd name="connsiteX204-10687" fmla="*/ 1165348 w 3024845"/>
                <a:gd name="connsiteY204-10688" fmla="*/ 588004 h 1160647"/>
                <a:gd name="connsiteX205-10689" fmla="*/ 1166361 w 3024845"/>
                <a:gd name="connsiteY205-10690" fmla="*/ 588004 h 1160647"/>
                <a:gd name="connsiteX206-10691" fmla="*/ 1173454 w 3024845"/>
                <a:gd name="connsiteY206-10692" fmla="*/ 588004 h 1160647"/>
                <a:gd name="connsiteX207-10693" fmla="*/ 1173454 w 3024845"/>
                <a:gd name="connsiteY207-10694" fmla="*/ 618269 h 1160647"/>
                <a:gd name="connsiteX208-10695" fmla="*/ 1175481 w 3024845"/>
                <a:gd name="connsiteY208-10696" fmla="*/ 618269 h 1160647"/>
                <a:gd name="connsiteX209-10697" fmla="*/ 1189668 w 3024845"/>
                <a:gd name="connsiteY209-10698" fmla="*/ 618269 h 1160647"/>
                <a:gd name="connsiteX210-10699" fmla="*/ 1189668 w 3024845"/>
                <a:gd name="connsiteY210-10700" fmla="*/ 642048 h 1160647"/>
                <a:gd name="connsiteX211-10701" fmla="*/ 1191695 w 3024845"/>
                <a:gd name="connsiteY211-10702" fmla="*/ 643669 h 1160647"/>
                <a:gd name="connsiteX212-10703" fmla="*/ 1191695 w 3024845"/>
                <a:gd name="connsiteY212-10704" fmla="*/ 655019 h 1160647"/>
                <a:gd name="connsiteX213-10705" fmla="*/ 1192455 w 3024845"/>
                <a:gd name="connsiteY213-10706" fmla="*/ 655019 h 1160647"/>
                <a:gd name="connsiteX214-10707" fmla="*/ 1197775 w 3024845"/>
                <a:gd name="connsiteY214-10708" fmla="*/ 655019 h 1160647"/>
                <a:gd name="connsiteX215-10709" fmla="*/ 1197775 w 3024845"/>
                <a:gd name="connsiteY215-10710" fmla="*/ 678798 h 1160647"/>
                <a:gd name="connsiteX216-10711" fmla="*/ 1199041 w 3024845"/>
                <a:gd name="connsiteY216-10712" fmla="*/ 678798 h 1160647"/>
                <a:gd name="connsiteX217-10713" fmla="*/ 1207908 w 3024845"/>
                <a:gd name="connsiteY217-10714" fmla="*/ 678798 h 1160647"/>
                <a:gd name="connsiteX218-10715" fmla="*/ 1209935 w 3024845"/>
                <a:gd name="connsiteY218-10716" fmla="*/ 682852 h 1160647"/>
                <a:gd name="connsiteX219-10717" fmla="*/ 1209935 w 3024845"/>
                <a:gd name="connsiteY219-10718" fmla="*/ 696093 h 1160647"/>
                <a:gd name="connsiteX220-10719" fmla="*/ 1211455 w 3024845"/>
                <a:gd name="connsiteY220-10720" fmla="*/ 694201 h 1160647"/>
                <a:gd name="connsiteX221-10721" fmla="*/ 1222095 w 3024845"/>
                <a:gd name="connsiteY221-10722" fmla="*/ 680960 h 1160647"/>
                <a:gd name="connsiteX222-10723" fmla="*/ 1250469 w 3024845"/>
                <a:gd name="connsiteY222-10724" fmla="*/ 680960 h 1160647"/>
                <a:gd name="connsiteX223-10725" fmla="*/ 1250469 w 3024845"/>
                <a:gd name="connsiteY223-10726" fmla="*/ 767431 h 1160647"/>
                <a:gd name="connsiteX224-10727" fmla="*/ 1251229 w 3024845"/>
                <a:gd name="connsiteY224-10728" fmla="*/ 767431 h 1160647"/>
                <a:gd name="connsiteX225-10729" fmla="*/ 1256549 w 3024845"/>
                <a:gd name="connsiteY225-10730" fmla="*/ 767431 h 1160647"/>
                <a:gd name="connsiteX226-10731" fmla="*/ 1257309 w 3024845"/>
                <a:gd name="connsiteY226-10732" fmla="*/ 766080 h 1160647"/>
                <a:gd name="connsiteX227-10733" fmla="*/ 1262629 w 3024845"/>
                <a:gd name="connsiteY227-10734" fmla="*/ 756622 h 1160647"/>
                <a:gd name="connsiteX228-10735" fmla="*/ 1262629 w 3024845"/>
                <a:gd name="connsiteY228-10736" fmla="*/ 758514 h 1160647"/>
                <a:gd name="connsiteX229-10737" fmla="*/ 1262629 w 3024845"/>
                <a:gd name="connsiteY229-10738" fmla="*/ 771755 h 1160647"/>
                <a:gd name="connsiteX230-10739" fmla="*/ 1266682 w 3024845"/>
                <a:gd name="connsiteY230-10740" fmla="*/ 726358 h 1160647"/>
                <a:gd name="connsiteX231-10741" fmla="*/ 1267442 w 3024845"/>
                <a:gd name="connsiteY231-10742" fmla="*/ 726358 h 1160647"/>
                <a:gd name="connsiteX232-10743" fmla="*/ 1272762 w 3024845"/>
                <a:gd name="connsiteY232-10744" fmla="*/ 726358 h 1160647"/>
                <a:gd name="connsiteX233-10745" fmla="*/ 1272762 w 3024845"/>
                <a:gd name="connsiteY233-10746" fmla="*/ 661504 h 1160647"/>
                <a:gd name="connsiteX234-10747" fmla="*/ 1273776 w 3024845"/>
                <a:gd name="connsiteY234-10748" fmla="*/ 661504 h 1160647"/>
                <a:gd name="connsiteX235-10749" fmla="*/ 1280869 w 3024845"/>
                <a:gd name="connsiteY235-10750" fmla="*/ 661504 h 1160647"/>
                <a:gd name="connsiteX236-10751" fmla="*/ 1293029 w 3024845"/>
                <a:gd name="connsiteY236-10752" fmla="*/ 618269 h 1160647"/>
                <a:gd name="connsiteX237-10753" fmla="*/ 1294296 w 3024845"/>
                <a:gd name="connsiteY237-10754" fmla="*/ 618269 h 1160647"/>
                <a:gd name="connsiteX238-10755" fmla="*/ 1303163 w 3024845"/>
                <a:gd name="connsiteY238-10756" fmla="*/ 618269 h 1160647"/>
                <a:gd name="connsiteX239-10757" fmla="*/ 1313296 w 3024845"/>
                <a:gd name="connsiteY239-10758" fmla="*/ 661504 h 1160647"/>
                <a:gd name="connsiteX240-10759" fmla="*/ 1314309 w 3024845"/>
                <a:gd name="connsiteY240-10760" fmla="*/ 661504 h 1160647"/>
                <a:gd name="connsiteX241-10761" fmla="*/ 1321403 w 3024845"/>
                <a:gd name="connsiteY241-10762" fmla="*/ 661504 h 1160647"/>
                <a:gd name="connsiteX242-10763" fmla="*/ 1321403 w 3024845"/>
                <a:gd name="connsiteY242-10764" fmla="*/ 700416 h 1160647"/>
                <a:gd name="connsiteX243-10765" fmla="*/ 1323176 w 3024845"/>
                <a:gd name="connsiteY243-10766" fmla="*/ 700416 h 1160647"/>
                <a:gd name="connsiteX244-10767" fmla="*/ 1335590 w 3024845"/>
                <a:gd name="connsiteY244-10768" fmla="*/ 700416 h 1160647"/>
                <a:gd name="connsiteX245-10769" fmla="*/ 1335590 w 3024845"/>
                <a:gd name="connsiteY245-10770" fmla="*/ 702578 h 1160647"/>
                <a:gd name="connsiteX246-10771" fmla="*/ 1335590 w 3024845"/>
                <a:gd name="connsiteY246-10772" fmla="*/ 717710 h 1160647"/>
                <a:gd name="connsiteX247-10773" fmla="*/ 1339643 w 3024845"/>
                <a:gd name="connsiteY247-10774" fmla="*/ 715549 h 1160647"/>
                <a:gd name="connsiteX248-10775" fmla="*/ 1339643 w 3024845"/>
                <a:gd name="connsiteY248-10776" fmla="*/ 700416 h 1160647"/>
                <a:gd name="connsiteX249-10777" fmla="*/ 1341163 w 3024845"/>
                <a:gd name="connsiteY249-10778" fmla="*/ 700416 h 1160647"/>
                <a:gd name="connsiteX250-10779" fmla="*/ 1351803 w 3024845"/>
                <a:gd name="connsiteY250-10780" fmla="*/ 700416 h 1160647"/>
                <a:gd name="connsiteX251-10781" fmla="*/ 1351803 w 3024845"/>
                <a:gd name="connsiteY251-10782" fmla="*/ 702037 h 1160647"/>
                <a:gd name="connsiteX252-10783" fmla="*/ 1351803 w 3024845"/>
                <a:gd name="connsiteY252-10784" fmla="*/ 713387 h 1160647"/>
                <a:gd name="connsiteX253-10785" fmla="*/ 1382204 w 3024845"/>
                <a:gd name="connsiteY253-10786" fmla="*/ 713387 h 1160647"/>
                <a:gd name="connsiteX254-10787" fmla="*/ 1382204 w 3024845"/>
                <a:gd name="connsiteY254-10788" fmla="*/ 676637 h 1160647"/>
                <a:gd name="connsiteX255-10789" fmla="*/ 1383470 w 3024845"/>
                <a:gd name="connsiteY255-10790" fmla="*/ 676637 h 1160647"/>
                <a:gd name="connsiteX256-10791" fmla="*/ 1392337 w 3024845"/>
                <a:gd name="connsiteY256-10792" fmla="*/ 676637 h 1160647"/>
                <a:gd name="connsiteX257-10793" fmla="*/ 1392337 w 3024845"/>
                <a:gd name="connsiteY257-10794" fmla="*/ 698254 h 1160647"/>
                <a:gd name="connsiteX258-10795" fmla="*/ 1394364 w 3024845"/>
                <a:gd name="connsiteY258-10796" fmla="*/ 665828 h 1160647"/>
                <a:gd name="connsiteX259-10797" fmla="*/ 1416657 w 3024845"/>
                <a:gd name="connsiteY259-10798" fmla="*/ 665828 h 1160647"/>
                <a:gd name="connsiteX260-10799" fmla="*/ 1416657 w 3024845"/>
                <a:gd name="connsiteY260-10800" fmla="*/ 664206 h 1160647"/>
                <a:gd name="connsiteX261-10801" fmla="*/ 1416657 w 3024845"/>
                <a:gd name="connsiteY261-10802" fmla="*/ 652857 h 1160647"/>
                <a:gd name="connsiteX262-10803" fmla="*/ 1417417 w 3024845"/>
                <a:gd name="connsiteY262-10804" fmla="*/ 652857 h 1160647"/>
                <a:gd name="connsiteX263-10805" fmla="*/ 1422737 w 3024845"/>
                <a:gd name="connsiteY263-10806" fmla="*/ 652857 h 1160647"/>
                <a:gd name="connsiteX264-10807" fmla="*/ 1422737 w 3024845"/>
                <a:gd name="connsiteY264-10808" fmla="*/ 650966 h 1160647"/>
                <a:gd name="connsiteX265-10809" fmla="*/ 1422737 w 3024845"/>
                <a:gd name="connsiteY265-10810" fmla="*/ 637725 h 1160647"/>
                <a:gd name="connsiteX266-10811" fmla="*/ 1426791 w 3024845"/>
                <a:gd name="connsiteY266-10812" fmla="*/ 644210 h 1160647"/>
                <a:gd name="connsiteX267-10813" fmla="*/ 1429071 w 3024845"/>
                <a:gd name="connsiteY267-10814" fmla="*/ 644210 h 1160647"/>
                <a:gd name="connsiteX268-10815" fmla="*/ 1445031 w 3024845"/>
                <a:gd name="connsiteY268-10816" fmla="*/ 644210 h 1160647"/>
                <a:gd name="connsiteX269-10817" fmla="*/ 1445031 w 3024845"/>
                <a:gd name="connsiteY269-10818" fmla="*/ 643399 h 1160647"/>
                <a:gd name="connsiteX270-10819" fmla="*/ 1445031 w 3024845"/>
                <a:gd name="connsiteY270-10820" fmla="*/ 637725 h 1160647"/>
                <a:gd name="connsiteX271-10821" fmla="*/ 1445791 w 3024845"/>
                <a:gd name="connsiteY271-10822" fmla="*/ 637725 h 1160647"/>
                <a:gd name="connsiteX272-10823" fmla="*/ 1451111 w 3024845"/>
                <a:gd name="connsiteY272-10824" fmla="*/ 637725 h 1160647"/>
                <a:gd name="connsiteX273-10825" fmla="*/ 1451111 w 3024845"/>
                <a:gd name="connsiteY273-10826" fmla="*/ 639076 h 1160647"/>
                <a:gd name="connsiteX274-10827" fmla="*/ 1451111 w 3024845"/>
                <a:gd name="connsiteY274-10828" fmla="*/ 648534 h 1160647"/>
                <a:gd name="connsiteX275-10829" fmla="*/ 1489618 w 3024845"/>
                <a:gd name="connsiteY275-10830" fmla="*/ 648534 h 1160647"/>
                <a:gd name="connsiteX276-10831" fmla="*/ 1489618 w 3024845"/>
                <a:gd name="connsiteY276-10832" fmla="*/ 786887 h 1160647"/>
                <a:gd name="connsiteX277-10833" fmla="*/ 1491138 w 3024845"/>
                <a:gd name="connsiteY277-10834" fmla="*/ 786887 h 1160647"/>
                <a:gd name="connsiteX278-10835" fmla="*/ 1501778 w 3024845"/>
                <a:gd name="connsiteY278-10836" fmla="*/ 786887 h 1160647"/>
                <a:gd name="connsiteX279-10837" fmla="*/ 1501778 w 3024845"/>
                <a:gd name="connsiteY279-10838" fmla="*/ 773917 h 1160647"/>
                <a:gd name="connsiteX280-10839" fmla="*/ 1505832 w 3024845"/>
                <a:gd name="connsiteY280-10840" fmla="*/ 773917 h 1160647"/>
                <a:gd name="connsiteX281-10841" fmla="*/ 1505832 w 3024845"/>
                <a:gd name="connsiteY281-10842" fmla="*/ 786887 h 1160647"/>
                <a:gd name="connsiteX282-10843" fmla="*/ 1536232 w 3024845"/>
                <a:gd name="connsiteY282-10844" fmla="*/ 786887 h 1160647"/>
                <a:gd name="connsiteX283-10845" fmla="*/ 1536232 w 3024845"/>
                <a:gd name="connsiteY283-10846" fmla="*/ 756622 h 1160647"/>
                <a:gd name="connsiteX284-10847" fmla="*/ 1548392 w 3024845"/>
                <a:gd name="connsiteY284-10848" fmla="*/ 756622 h 1160647"/>
                <a:gd name="connsiteX285-10849" fmla="*/ 1560552 w 3024845"/>
                <a:gd name="connsiteY285-10850" fmla="*/ 754461 h 1160647"/>
                <a:gd name="connsiteX286-10851" fmla="*/ 1564606 w 3024845"/>
                <a:gd name="connsiteY286-10852" fmla="*/ 756622 h 1160647"/>
                <a:gd name="connsiteX287-10853" fmla="*/ 1574739 w 3024845"/>
                <a:gd name="connsiteY287-10854" fmla="*/ 756622 h 1160647"/>
                <a:gd name="connsiteX288-10855" fmla="*/ 1574739 w 3024845"/>
                <a:gd name="connsiteY288-10856" fmla="*/ 786887 h 1160647"/>
                <a:gd name="connsiteX289-10857" fmla="*/ 1582846 w 3024845"/>
                <a:gd name="connsiteY289-10858" fmla="*/ 786887 h 1160647"/>
                <a:gd name="connsiteX290-10859" fmla="*/ 1582846 w 3024845"/>
                <a:gd name="connsiteY290-10860" fmla="*/ 804182 h 1160647"/>
                <a:gd name="connsiteX291-10861" fmla="*/ 1592182 w 3024845"/>
                <a:gd name="connsiteY291-10862" fmla="*/ 805087 h 1160647"/>
                <a:gd name="connsiteX292-10863" fmla="*/ 1605140 w 3024845"/>
                <a:gd name="connsiteY292-10864" fmla="*/ 805087 h 1160647"/>
                <a:gd name="connsiteX293-10865" fmla="*/ 1605140 w 3024845"/>
                <a:gd name="connsiteY293-10866" fmla="*/ 789049 h 1160647"/>
                <a:gd name="connsiteX294-10867" fmla="*/ 1673096 w 3024845"/>
                <a:gd name="connsiteY294-10868" fmla="*/ 789049 h 1160647"/>
                <a:gd name="connsiteX295-10869" fmla="*/ 1673096 w 3024845"/>
                <a:gd name="connsiteY295-10870" fmla="*/ 703796 h 1160647"/>
                <a:gd name="connsiteX296-10871" fmla="*/ 1745104 w 3024845"/>
                <a:gd name="connsiteY296-10872" fmla="*/ 703796 h 1160647"/>
                <a:gd name="connsiteX297-10873" fmla="*/ 1745104 w 3024845"/>
                <a:gd name="connsiteY297-10874" fmla="*/ 782564 h 1160647"/>
                <a:gd name="connsiteX298-10875" fmla="*/ 1747008 w 3024845"/>
                <a:gd name="connsiteY298-10876" fmla="*/ 782564 h 1160647"/>
                <a:gd name="connsiteX299-10877" fmla="*/ 1748250 w 3024845"/>
                <a:gd name="connsiteY299-10878" fmla="*/ 805087 h 1160647"/>
                <a:gd name="connsiteX300-10879" fmla="*/ 1757926 w 3024845"/>
                <a:gd name="connsiteY300-10880" fmla="*/ 805087 h 1160647"/>
                <a:gd name="connsiteX301-10881" fmla="*/ 1759168 w 3024845"/>
                <a:gd name="connsiteY301-10882" fmla="*/ 782564 h 1160647"/>
                <a:gd name="connsiteX302-10883" fmla="*/ 1765248 w 3024845"/>
                <a:gd name="connsiteY302-10884" fmla="*/ 782564 h 1160647"/>
                <a:gd name="connsiteX303-10885" fmla="*/ 1766490 w 3024845"/>
                <a:gd name="connsiteY303-10886" fmla="*/ 805087 h 1160647"/>
                <a:gd name="connsiteX304-10887" fmla="*/ 1817112 w 3024845"/>
                <a:gd name="connsiteY304-10888" fmla="*/ 805087 h 1160647"/>
                <a:gd name="connsiteX305-10889" fmla="*/ 1817112 w 3024845"/>
                <a:gd name="connsiteY305-10890" fmla="*/ 642059 h 1160647"/>
                <a:gd name="connsiteX306-10891" fmla="*/ 2014439 w 3024845"/>
                <a:gd name="connsiteY306-10892" fmla="*/ 642059 h 1160647"/>
                <a:gd name="connsiteX307-10893" fmla="*/ 2014439 w 3024845"/>
                <a:gd name="connsiteY307-10894" fmla="*/ 805087 h 1160647"/>
                <a:gd name="connsiteX308-10895" fmla="*/ 2033136 w 3024845"/>
                <a:gd name="connsiteY308-10896" fmla="*/ 805087 h 1160647"/>
                <a:gd name="connsiteX309-10897" fmla="*/ 2033136 w 3024845"/>
                <a:gd name="connsiteY309-10898" fmla="*/ 722394 h 1160647"/>
                <a:gd name="connsiteX310-10899" fmla="*/ 2128256 w 3024845"/>
                <a:gd name="connsiteY310-10900" fmla="*/ 722394 h 1160647"/>
                <a:gd name="connsiteX311-10901" fmla="*/ 2140186 w 3024845"/>
                <a:gd name="connsiteY311-10902" fmla="*/ 404253 h 1160647"/>
                <a:gd name="connsiteX312-10903" fmla="*/ 2128026 w 3024845"/>
                <a:gd name="connsiteY312-10904" fmla="*/ 382635 h 1160647"/>
                <a:gd name="connsiteX313-10905" fmla="*/ 2121946 w 3024845"/>
                <a:gd name="connsiteY313-10906" fmla="*/ 378311 h 1160647"/>
                <a:gd name="connsiteX314-10907" fmla="*/ 2130053 w 3024845"/>
                <a:gd name="connsiteY314-10908" fmla="*/ 354532 h 1160647"/>
                <a:gd name="connsiteX315-10909" fmla="*/ 2130053 w 3024845"/>
                <a:gd name="connsiteY315-10910" fmla="*/ 337238 h 1160647"/>
                <a:gd name="connsiteX316-10911" fmla="*/ 2144240 w 3024845"/>
                <a:gd name="connsiteY316-10912" fmla="*/ 337238 h 1160647"/>
                <a:gd name="connsiteX317-10913" fmla="*/ 2144240 w 3024845"/>
                <a:gd name="connsiteY317-10914" fmla="*/ 315620 h 1160647"/>
                <a:gd name="connsiteX318-10915" fmla="*/ 2146266 w 3024845"/>
                <a:gd name="connsiteY318-10916" fmla="*/ 311296 h 1160647"/>
                <a:gd name="connsiteX319-10917" fmla="*/ 2146266 w 3024845"/>
                <a:gd name="connsiteY319-10918" fmla="*/ 233472 h 1160647"/>
                <a:gd name="connsiteX320-10919" fmla="*/ 2144240 w 3024845"/>
                <a:gd name="connsiteY320-10920" fmla="*/ 226987 h 1160647"/>
                <a:gd name="connsiteX321-10921" fmla="*/ 2150320 w 3024845"/>
                <a:gd name="connsiteY321-10922" fmla="*/ 220501 h 1160647"/>
                <a:gd name="connsiteX322-10923" fmla="*/ 2150320 w 3024845"/>
                <a:gd name="connsiteY322-10924" fmla="*/ 162133 h 1160647"/>
                <a:gd name="connsiteX323-10925" fmla="*/ 2152346 w 3024845"/>
                <a:gd name="connsiteY323-10926" fmla="*/ 157810 h 1160647"/>
                <a:gd name="connsiteX324-10927" fmla="*/ 2152346 w 3024845"/>
                <a:gd name="connsiteY324-10928" fmla="*/ 101604 h 1160647"/>
                <a:gd name="connsiteX325-10929" fmla="*/ 2154373 w 3024845"/>
                <a:gd name="connsiteY325-10930" fmla="*/ 82148 h 1160647"/>
                <a:gd name="connsiteX326-10931" fmla="*/ 2158427 w 3024845"/>
                <a:gd name="connsiteY326-10932" fmla="*/ 99442 h 1160647"/>
                <a:gd name="connsiteX327-10933" fmla="*/ 2160453 w 3024845"/>
                <a:gd name="connsiteY327-10934" fmla="*/ 157810 h 1160647"/>
                <a:gd name="connsiteX328-10935" fmla="*/ 2162480 w 3024845"/>
                <a:gd name="connsiteY328-10936" fmla="*/ 220501 h 1160647"/>
                <a:gd name="connsiteX329-10937" fmla="*/ 2168560 w 3024845"/>
                <a:gd name="connsiteY329-10938" fmla="*/ 226987 h 1160647"/>
                <a:gd name="connsiteX330-10939" fmla="*/ 2166533 w 3024845"/>
                <a:gd name="connsiteY330-10940" fmla="*/ 233472 h 1160647"/>
                <a:gd name="connsiteX331-10941" fmla="*/ 2166533 w 3024845"/>
                <a:gd name="connsiteY331-10942" fmla="*/ 311296 h 1160647"/>
                <a:gd name="connsiteX332-10943" fmla="*/ 2168560 w 3024845"/>
                <a:gd name="connsiteY332-10944" fmla="*/ 315620 h 1160647"/>
                <a:gd name="connsiteX333-10945" fmla="*/ 2168560 w 3024845"/>
                <a:gd name="connsiteY333-10946" fmla="*/ 337238 h 1160647"/>
                <a:gd name="connsiteX334-10947" fmla="*/ 2182747 w 3024845"/>
                <a:gd name="connsiteY334-10948" fmla="*/ 337238 h 1160647"/>
                <a:gd name="connsiteX335-10949" fmla="*/ 2182747 w 3024845"/>
                <a:gd name="connsiteY335-10950" fmla="*/ 354532 h 1160647"/>
                <a:gd name="connsiteX336-10951" fmla="*/ 2190854 w 3024845"/>
                <a:gd name="connsiteY336-10952" fmla="*/ 378311 h 1160647"/>
                <a:gd name="connsiteX337-10953" fmla="*/ 2184774 w 3024845"/>
                <a:gd name="connsiteY337-10954" fmla="*/ 382635 h 1160647"/>
                <a:gd name="connsiteX338-10955" fmla="*/ 2172613 w 3024845"/>
                <a:gd name="connsiteY338-10956" fmla="*/ 404253 h 1160647"/>
                <a:gd name="connsiteX339-10957" fmla="*/ 2180720 w 3024845"/>
                <a:gd name="connsiteY339-10958" fmla="*/ 657181 h 1160647"/>
                <a:gd name="connsiteX340-10959" fmla="*/ 2245574 w 3024845"/>
                <a:gd name="connsiteY340-10960" fmla="*/ 657181 h 1160647"/>
                <a:gd name="connsiteX341-10961" fmla="*/ 2245574 w 3024845"/>
                <a:gd name="connsiteY341-10962" fmla="*/ 732843 h 1160647"/>
                <a:gd name="connsiteX342-10963" fmla="*/ 2253681 w 3024845"/>
                <a:gd name="connsiteY342-10964" fmla="*/ 732843 h 1160647"/>
                <a:gd name="connsiteX343-10965" fmla="*/ 2255708 w 3024845"/>
                <a:gd name="connsiteY343-10966" fmla="*/ 726358 h 1160647"/>
                <a:gd name="connsiteX344-10967" fmla="*/ 2261788 w 3024845"/>
                <a:gd name="connsiteY344-10968" fmla="*/ 726358 h 1160647"/>
                <a:gd name="connsiteX345-10969" fmla="*/ 2263815 w 3024845"/>
                <a:gd name="connsiteY345-10970" fmla="*/ 735005 h 1160647"/>
                <a:gd name="connsiteX346-10971" fmla="*/ 2275975 w 3024845"/>
                <a:gd name="connsiteY346-10972" fmla="*/ 735005 h 1160647"/>
                <a:gd name="connsiteX347-10973" fmla="*/ 2275975 w 3024845"/>
                <a:gd name="connsiteY347-10974" fmla="*/ 728519 h 1160647"/>
                <a:gd name="connsiteX348-10975" fmla="*/ 2298268 w 3024845"/>
                <a:gd name="connsiteY348-10976" fmla="*/ 728519 h 1160647"/>
                <a:gd name="connsiteX349-10977" fmla="*/ 2298268 w 3024845"/>
                <a:gd name="connsiteY349-10978" fmla="*/ 735005 h 1160647"/>
                <a:gd name="connsiteX350-10979" fmla="*/ 2318535 w 3024845"/>
                <a:gd name="connsiteY350-10980" fmla="*/ 735005 h 1160647"/>
                <a:gd name="connsiteX351-10981" fmla="*/ 2318535 w 3024845"/>
                <a:gd name="connsiteY351-10982" fmla="*/ 780402 h 1160647"/>
                <a:gd name="connsiteX352-10983" fmla="*/ 2332722 w 3024845"/>
                <a:gd name="connsiteY352-10984" fmla="*/ 780402 h 1160647"/>
                <a:gd name="connsiteX353-10985" fmla="*/ 2332722 w 3024845"/>
                <a:gd name="connsiteY353-10986" fmla="*/ 767431 h 1160647"/>
                <a:gd name="connsiteX354-10987" fmla="*/ 2348936 w 3024845"/>
                <a:gd name="connsiteY354-10988" fmla="*/ 767431 h 1160647"/>
                <a:gd name="connsiteX355-10989" fmla="*/ 2348936 w 3024845"/>
                <a:gd name="connsiteY355-10990" fmla="*/ 588004 h 1160647"/>
                <a:gd name="connsiteX356-10991" fmla="*/ 2355016 w 3024845"/>
                <a:gd name="connsiteY356-10992" fmla="*/ 581518 h 1160647"/>
                <a:gd name="connsiteX357-10993" fmla="*/ 2427977 w 3024845"/>
                <a:gd name="connsiteY357-10994" fmla="*/ 581518 h 1160647"/>
                <a:gd name="connsiteX358-10995" fmla="*/ 2427977 w 3024845"/>
                <a:gd name="connsiteY358-10996" fmla="*/ 590166 h 1160647"/>
                <a:gd name="connsiteX359-10997" fmla="*/ 2438110 w 3024845"/>
                <a:gd name="connsiteY359-10998" fmla="*/ 590166 h 1160647"/>
                <a:gd name="connsiteX360-10999" fmla="*/ 2438110 w 3024845"/>
                <a:gd name="connsiteY360-11000" fmla="*/ 704740 h 1160647"/>
                <a:gd name="connsiteX361-11001" fmla="*/ 2460404 w 3024845"/>
                <a:gd name="connsiteY361-11002" fmla="*/ 704740 h 1160647"/>
                <a:gd name="connsiteX362-11003" fmla="*/ 2460404 w 3024845"/>
                <a:gd name="connsiteY362-11004" fmla="*/ 637725 h 1160647"/>
                <a:gd name="connsiteX363-11005" fmla="*/ 2486751 w 3024845"/>
                <a:gd name="connsiteY363-11006" fmla="*/ 637725 h 1160647"/>
                <a:gd name="connsiteX364-11007" fmla="*/ 2490804 w 3024845"/>
                <a:gd name="connsiteY364-11008" fmla="*/ 633401 h 1160647"/>
                <a:gd name="connsiteX365-11009" fmla="*/ 2498911 w 3024845"/>
                <a:gd name="connsiteY365-11010" fmla="*/ 633401 h 1160647"/>
                <a:gd name="connsiteX366-11011" fmla="*/ 2502964 w 3024845"/>
                <a:gd name="connsiteY366-11012" fmla="*/ 637725 h 1160647"/>
                <a:gd name="connsiteX367-11013" fmla="*/ 2525258 w 3024845"/>
                <a:gd name="connsiteY367-11014" fmla="*/ 637725 h 1160647"/>
                <a:gd name="connsiteX368-11015" fmla="*/ 2525258 w 3024845"/>
                <a:gd name="connsiteY368-11016" fmla="*/ 520989 h 1160647"/>
                <a:gd name="connsiteX369-11017" fmla="*/ 2582005 w 3024845"/>
                <a:gd name="connsiteY369-11018" fmla="*/ 510180 h 1160647"/>
                <a:gd name="connsiteX370-11019" fmla="*/ 2582005 w 3024845"/>
                <a:gd name="connsiteY370-11020" fmla="*/ 511261 h 1160647"/>
                <a:gd name="connsiteX371-11021" fmla="*/ 2582005 w 3024845"/>
                <a:gd name="connsiteY371-11022" fmla="*/ 518827 h 1160647"/>
                <a:gd name="connsiteX372-11023" fmla="*/ 2608352 w 3024845"/>
                <a:gd name="connsiteY372-11024" fmla="*/ 518827 h 1160647"/>
                <a:gd name="connsiteX373-11025" fmla="*/ 2608352 w 3024845"/>
                <a:gd name="connsiteY373-11026" fmla="*/ 773917 h 1160647"/>
                <a:gd name="connsiteX374-11027" fmla="*/ 2630646 w 3024845"/>
                <a:gd name="connsiteY374-11028" fmla="*/ 773917 h 1160647"/>
                <a:gd name="connsiteX375-11029" fmla="*/ 2630646 w 3024845"/>
                <a:gd name="connsiteY375-11030" fmla="*/ 769593 h 1160647"/>
                <a:gd name="connsiteX376-11031" fmla="*/ 2642806 w 3024845"/>
                <a:gd name="connsiteY376-11032" fmla="*/ 769593 h 1160647"/>
                <a:gd name="connsiteX377-11033" fmla="*/ 2642806 w 3024845"/>
                <a:gd name="connsiteY377-11034" fmla="*/ 773917 h 1160647"/>
                <a:gd name="connsiteX378-11035" fmla="*/ 2667126 w 3024845"/>
                <a:gd name="connsiteY378-11036" fmla="*/ 773917 h 1160647"/>
                <a:gd name="connsiteX379-11037" fmla="*/ 2667126 w 3024845"/>
                <a:gd name="connsiteY379-11038" fmla="*/ 760946 h 1160647"/>
                <a:gd name="connsiteX380-11039" fmla="*/ 2695500 w 3024845"/>
                <a:gd name="connsiteY380-11040" fmla="*/ 760946 h 1160647"/>
                <a:gd name="connsiteX381-11041" fmla="*/ 2707660 w 3024845"/>
                <a:gd name="connsiteY381-11042" fmla="*/ 756622 h 1160647"/>
                <a:gd name="connsiteX382-11043" fmla="*/ 2727927 w 3024845"/>
                <a:gd name="connsiteY382-11044" fmla="*/ 760946 h 1160647"/>
                <a:gd name="connsiteX383-11045" fmla="*/ 2727927 w 3024845"/>
                <a:gd name="connsiteY383-11046" fmla="*/ 743652 h 1160647"/>
                <a:gd name="connsiteX384-11047" fmla="*/ 2736034 w 3024845"/>
                <a:gd name="connsiteY384-11048" fmla="*/ 743652 h 1160647"/>
                <a:gd name="connsiteX385-11049" fmla="*/ 2736034 w 3024845"/>
                <a:gd name="connsiteY385-11050" fmla="*/ 730681 h 1160647"/>
                <a:gd name="connsiteX386-11051" fmla="*/ 2792781 w 3024845"/>
                <a:gd name="connsiteY386-11052" fmla="*/ 730681 h 1160647"/>
                <a:gd name="connsiteX387-11053" fmla="*/ 2792781 w 3024845"/>
                <a:gd name="connsiteY387-11054" fmla="*/ 700416 h 1160647"/>
                <a:gd name="connsiteX388-11055" fmla="*/ 2811021 w 3024845"/>
                <a:gd name="connsiteY388-11056" fmla="*/ 700416 h 1160647"/>
                <a:gd name="connsiteX389-11057" fmla="*/ 2811021 w 3024845"/>
                <a:gd name="connsiteY389-11058" fmla="*/ 693931 h 1160647"/>
                <a:gd name="connsiteX390-11059" fmla="*/ 2823181 w 3024845"/>
                <a:gd name="connsiteY390-11060" fmla="*/ 693931 h 1160647"/>
                <a:gd name="connsiteX391-11061" fmla="*/ 2823181 w 3024845"/>
                <a:gd name="connsiteY391-11062" fmla="*/ 700416 h 1160647"/>
                <a:gd name="connsiteX392-11063" fmla="*/ 2839395 w 3024845"/>
                <a:gd name="connsiteY392-11064" fmla="*/ 700416 h 1160647"/>
                <a:gd name="connsiteX393-11065" fmla="*/ 2839395 w 3024845"/>
                <a:gd name="connsiteY393-11066" fmla="*/ 750137 h 1160647"/>
                <a:gd name="connsiteX394-11067" fmla="*/ 2871822 w 3024845"/>
                <a:gd name="connsiteY394-11068" fmla="*/ 750137 h 1160647"/>
                <a:gd name="connsiteX395-11069" fmla="*/ 2871822 w 3024845"/>
                <a:gd name="connsiteY395-11070" fmla="*/ 724196 h 1160647"/>
                <a:gd name="connsiteX396-11071" fmla="*/ 2910329 w 3024845"/>
                <a:gd name="connsiteY396-11072" fmla="*/ 724196 h 1160647"/>
                <a:gd name="connsiteX397-11073" fmla="*/ 2910329 w 3024845"/>
                <a:gd name="connsiteY397-11074" fmla="*/ 693931 h 1160647"/>
                <a:gd name="connsiteX398-11075" fmla="*/ 2958970 w 3024845"/>
                <a:gd name="connsiteY398-11076" fmla="*/ 693931 h 1160647"/>
                <a:gd name="connsiteX399-11077" fmla="*/ 2958970 w 3024845"/>
                <a:gd name="connsiteY399-11078" fmla="*/ 805087 h 1160647"/>
                <a:gd name="connsiteX400-11079" fmla="*/ 2958970 w 3024845"/>
                <a:gd name="connsiteY400-11080" fmla="*/ 818866 h 1160647"/>
                <a:gd name="connsiteX401-11081" fmla="*/ 3024845 w 3024845"/>
                <a:gd name="connsiteY401-11082" fmla="*/ 818866 h 1160647"/>
                <a:gd name="connsiteX402-11083" fmla="*/ 3024845 w 3024845"/>
                <a:gd name="connsiteY402-11084" fmla="*/ 1160647 h 1160647"/>
                <a:gd name="connsiteX403-11085" fmla="*/ 2054 w 3024845"/>
                <a:gd name="connsiteY403-11086" fmla="*/ 1158314 h 1160647"/>
                <a:gd name="connsiteX404-11087" fmla="*/ 0 w 3024845"/>
                <a:gd name="connsiteY404-11088" fmla="*/ 724196 h 1160647"/>
                <a:gd name="connsiteX405-11089" fmla="*/ 20267 w 3024845"/>
                <a:gd name="connsiteY405-11090" fmla="*/ 724196 h 1160647"/>
                <a:gd name="connsiteX406-11091" fmla="*/ 20774 w 3024845"/>
                <a:gd name="connsiteY406-11092" fmla="*/ 723115 h 1160647"/>
                <a:gd name="connsiteX407-11093" fmla="*/ 24320 w 3024845"/>
                <a:gd name="connsiteY407-11094" fmla="*/ 715549 h 1160647"/>
                <a:gd name="connsiteX408-11095" fmla="*/ 26094 w 3024845"/>
                <a:gd name="connsiteY408-11096" fmla="*/ 715819 h 1160647"/>
                <a:gd name="connsiteX409-11097" fmla="*/ 38507 w 3024845"/>
                <a:gd name="connsiteY409-11098" fmla="*/ 717710 h 1160647"/>
                <a:gd name="connsiteX410-11099" fmla="*/ 39014 w 3024845"/>
                <a:gd name="connsiteY410-11100" fmla="*/ 719062 h 1160647"/>
                <a:gd name="connsiteX411-11101" fmla="*/ 42560 w 3024845"/>
                <a:gd name="connsiteY411-11102" fmla="*/ 728519 h 1160647"/>
                <a:gd name="connsiteX412-11103" fmla="*/ 68907 w 3024845"/>
                <a:gd name="connsiteY412-11104" fmla="*/ 730681 h 1160647"/>
                <a:gd name="connsiteX413-11105" fmla="*/ 68907 w 3024845"/>
                <a:gd name="connsiteY413-11106" fmla="*/ 607460 h 1160647"/>
                <a:gd name="connsiteX414-11107" fmla="*/ 70934 w 3024845"/>
                <a:gd name="connsiteY414-11108" fmla="*/ 607460 h 1160647"/>
                <a:gd name="connsiteX415-11109" fmla="*/ 85121 w 3024845"/>
                <a:gd name="connsiteY415-11110" fmla="*/ 607460 h 1160647"/>
                <a:gd name="connsiteX416-11111" fmla="*/ 85121 w 3024845"/>
                <a:gd name="connsiteY416-11112" fmla="*/ 471268 h 1160647"/>
                <a:gd name="connsiteX417-11113" fmla="*/ 86894 w 3024845"/>
                <a:gd name="connsiteY417-11114" fmla="*/ 471268 h 1160647"/>
                <a:gd name="connsiteX418-11115" fmla="*/ 99308 w 3024845"/>
                <a:gd name="connsiteY418-11116" fmla="*/ 471268 h 1160647"/>
                <a:gd name="connsiteX419-11117" fmla="*/ 99308 w 3024845"/>
                <a:gd name="connsiteY419-11118" fmla="*/ 356694 h 1160647"/>
                <a:gd name="connsiteX420-11119" fmla="*/ 103361 w 3024845"/>
                <a:gd name="connsiteY420-11120" fmla="*/ 328590 h 1160647"/>
                <a:gd name="connsiteX421-11121" fmla="*/ 105388 w 3024845"/>
                <a:gd name="connsiteY421-11122" fmla="*/ 328590 h 1160647"/>
                <a:gd name="connsiteX422-11123" fmla="*/ 119575 w 3024845"/>
                <a:gd name="connsiteY422-11124" fmla="*/ 328590 h 1160647"/>
                <a:gd name="connsiteX423-11125" fmla="*/ 156055 w 3024845"/>
                <a:gd name="connsiteY423-11126" fmla="*/ 246443 h 1160647"/>
                <a:gd name="connsiteX424-11127" fmla="*/ 160109 w 3024845"/>
                <a:gd name="connsiteY424-11128" fmla="*/ 0 h 1160647"/>
                <a:gd name="connsiteX0-11129" fmla="*/ 156055 w 3024845"/>
                <a:gd name="connsiteY0-11130" fmla="*/ 164295 h 1078499"/>
                <a:gd name="connsiteX1-11131" fmla="*/ 162135 w 3024845"/>
                <a:gd name="connsiteY1-11132" fmla="*/ 164295 h 1078499"/>
                <a:gd name="connsiteX2-11133" fmla="*/ 200642 w 3024845"/>
                <a:gd name="connsiteY2-11134" fmla="*/ 244281 h 1078499"/>
                <a:gd name="connsiteX3-11135" fmla="*/ 202669 w 3024845"/>
                <a:gd name="connsiteY3-11136" fmla="*/ 244281 h 1078499"/>
                <a:gd name="connsiteX4-11137" fmla="*/ 216856 w 3024845"/>
                <a:gd name="connsiteY4-11138" fmla="*/ 244281 h 1078499"/>
                <a:gd name="connsiteX5-11139" fmla="*/ 216856 w 3024845"/>
                <a:gd name="connsiteY5-11140" fmla="*/ 268060 h 1078499"/>
                <a:gd name="connsiteX6-11141" fmla="*/ 217363 w 3024845"/>
                <a:gd name="connsiteY6-11142" fmla="*/ 268871 h 1078499"/>
                <a:gd name="connsiteX7-11143" fmla="*/ 220909 w 3024845"/>
                <a:gd name="connsiteY7-11144" fmla="*/ 274546 h 1078499"/>
                <a:gd name="connsiteX8-11145" fmla="*/ 220909 w 3024845"/>
                <a:gd name="connsiteY8-11146" fmla="*/ 389120 h 1078499"/>
                <a:gd name="connsiteX9-11147" fmla="*/ 223189 w 3024845"/>
                <a:gd name="connsiteY9-11148" fmla="*/ 389120 h 1078499"/>
                <a:gd name="connsiteX10-11149" fmla="*/ 239150 w 3024845"/>
                <a:gd name="connsiteY10-11150" fmla="*/ 389120 h 1078499"/>
                <a:gd name="connsiteX11-11151" fmla="*/ 239150 w 3024845"/>
                <a:gd name="connsiteY11-11152" fmla="*/ 529635 h 1078499"/>
                <a:gd name="connsiteX12-11153" fmla="*/ 240670 w 3024845"/>
                <a:gd name="connsiteY12-11154" fmla="*/ 529365 h 1078499"/>
                <a:gd name="connsiteX13-11155" fmla="*/ 251310 w 3024845"/>
                <a:gd name="connsiteY13-11156" fmla="*/ 527474 h 1078499"/>
                <a:gd name="connsiteX14-11157" fmla="*/ 249283 w 3024845"/>
                <a:gd name="connsiteY14-11158" fmla="*/ 616106 h 1078499"/>
                <a:gd name="connsiteX15-11159" fmla="*/ 250803 w 3024845"/>
                <a:gd name="connsiteY15-11160" fmla="*/ 616377 h 1078499"/>
                <a:gd name="connsiteX16-11161" fmla="*/ 261443 w 3024845"/>
                <a:gd name="connsiteY16-11162" fmla="*/ 618268 h 1078499"/>
                <a:gd name="connsiteX17-11163" fmla="*/ 261696 w 3024845"/>
                <a:gd name="connsiteY17-11164" fmla="*/ 619079 h 1078499"/>
                <a:gd name="connsiteX18-11165" fmla="*/ 263470 w 3024845"/>
                <a:gd name="connsiteY18-11166" fmla="*/ 624754 h 1078499"/>
                <a:gd name="connsiteX19-11167" fmla="*/ 264230 w 3024845"/>
                <a:gd name="connsiteY19-11168" fmla="*/ 622322 h 1078499"/>
                <a:gd name="connsiteX20-11169" fmla="*/ 269550 w 3024845"/>
                <a:gd name="connsiteY20-11170" fmla="*/ 605298 h 1078499"/>
                <a:gd name="connsiteX21-11171" fmla="*/ 271323 w 3024845"/>
                <a:gd name="connsiteY21-11172" fmla="*/ 605298 h 1078499"/>
                <a:gd name="connsiteX22-11173" fmla="*/ 283737 w 3024845"/>
                <a:gd name="connsiteY22-11174" fmla="*/ 605298 h 1078499"/>
                <a:gd name="connsiteX23-11175" fmla="*/ 283737 w 3024845"/>
                <a:gd name="connsiteY23-11176" fmla="*/ 637724 h 1078499"/>
                <a:gd name="connsiteX24-11177" fmla="*/ 284750 w 3024845"/>
                <a:gd name="connsiteY24-11178" fmla="*/ 638265 h 1078499"/>
                <a:gd name="connsiteX25-11179" fmla="*/ 291844 w 3024845"/>
                <a:gd name="connsiteY25-11180" fmla="*/ 642048 h 1078499"/>
                <a:gd name="connsiteX26-11181" fmla="*/ 291844 w 3024845"/>
                <a:gd name="connsiteY26-11182" fmla="*/ 643399 h 1078499"/>
                <a:gd name="connsiteX27-11183" fmla="*/ 291844 w 3024845"/>
                <a:gd name="connsiteY27-11184" fmla="*/ 652857 h 1078499"/>
                <a:gd name="connsiteX28-11185" fmla="*/ 336431 w 3024845"/>
                <a:gd name="connsiteY28-11186" fmla="*/ 652857 h 1078499"/>
                <a:gd name="connsiteX29-11187" fmla="*/ 336431 w 3024845"/>
                <a:gd name="connsiteY29-11188" fmla="*/ 653938 h 1078499"/>
                <a:gd name="connsiteX30-11189" fmla="*/ 336431 w 3024845"/>
                <a:gd name="connsiteY30-11190" fmla="*/ 661504 h 1078499"/>
                <a:gd name="connsiteX31-11191" fmla="*/ 338457 w 3024845"/>
                <a:gd name="connsiteY31-11192" fmla="*/ 661504 h 1078499"/>
                <a:gd name="connsiteX32-11193" fmla="*/ 352644 w 3024845"/>
                <a:gd name="connsiteY32-11194" fmla="*/ 661504 h 1078499"/>
                <a:gd name="connsiteX33-11195" fmla="*/ 352644 w 3024845"/>
                <a:gd name="connsiteY33-11196" fmla="*/ 631239 h 1078499"/>
                <a:gd name="connsiteX34-11197" fmla="*/ 397231 w 3024845"/>
                <a:gd name="connsiteY34-11198" fmla="*/ 631239 h 1078499"/>
                <a:gd name="connsiteX35-11199" fmla="*/ 397231 w 3024845"/>
                <a:gd name="connsiteY35-11200" fmla="*/ 629888 h 1078499"/>
                <a:gd name="connsiteX36-11201" fmla="*/ 397231 w 3024845"/>
                <a:gd name="connsiteY36-11202" fmla="*/ 620430 h 1078499"/>
                <a:gd name="connsiteX37-11203" fmla="*/ 398245 w 3024845"/>
                <a:gd name="connsiteY37-11204" fmla="*/ 620430 h 1078499"/>
                <a:gd name="connsiteX38-11205" fmla="*/ 405338 w 3024845"/>
                <a:gd name="connsiteY38-11206" fmla="*/ 620430 h 1078499"/>
                <a:gd name="connsiteX39-11207" fmla="*/ 405338 w 3024845"/>
                <a:gd name="connsiteY39-11208" fmla="*/ 618539 h 1078499"/>
                <a:gd name="connsiteX40-11209" fmla="*/ 405338 w 3024845"/>
                <a:gd name="connsiteY40-11210" fmla="*/ 605298 h 1078499"/>
                <a:gd name="connsiteX41-11211" fmla="*/ 406098 w 3024845"/>
                <a:gd name="connsiteY41-11212" fmla="*/ 605298 h 1078499"/>
                <a:gd name="connsiteX42-11213" fmla="*/ 411418 w 3024845"/>
                <a:gd name="connsiteY42-11214" fmla="*/ 605298 h 1078499"/>
                <a:gd name="connsiteX43-11215" fmla="*/ 411418 w 3024845"/>
                <a:gd name="connsiteY43-11216" fmla="*/ 604217 h 1078499"/>
                <a:gd name="connsiteX44-11217" fmla="*/ 411418 w 3024845"/>
                <a:gd name="connsiteY44-11218" fmla="*/ 596650 h 1078499"/>
                <a:gd name="connsiteX45-11219" fmla="*/ 413445 w 3024845"/>
                <a:gd name="connsiteY45-11220" fmla="*/ 596650 h 1078499"/>
                <a:gd name="connsiteX46-11221" fmla="*/ 427632 w 3024845"/>
                <a:gd name="connsiteY46-11222" fmla="*/ 596650 h 1078499"/>
                <a:gd name="connsiteX47-11223" fmla="*/ 427632 w 3024845"/>
                <a:gd name="connsiteY47-11224" fmla="*/ 597731 h 1078499"/>
                <a:gd name="connsiteX48-11225" fmla="*/ 427632 w 3024845"/>
                <a:gd name="connsiteY48-11226" fmla="*/ 605298 h 1078499"/>
                <a:gd name="connsiteX49-11227" fmla="*/ 449925 w 3024845"/>
                <a:gd name="connsiteY49-11228" fmla="*/ 605298 h 1078499"/>
                <a:gd name="connsiteX50-11229" fmla="*/ 449925 w 3024845"/>
                <a:gd name="connsiteY50-11230" fmla="*/ 603406 h 1078499"/>
                <a:gd name="connsiteX51-11231" fmla="*/ 449925 w 3024845"/>
                <a:gd name="connsiteY51-11232" fmla="*/ 590165 h 1078499"/>
                <a:gd name="connsiteX52-11233" fmla="*/ 451699 w 3024845"/>
                <a:gd name="connsiteY52-11234" fmla="*/ 590165 h 1078499"/>
                <a:gd name="connsiteX53-11235" fmla="*/ 464112 w 3024845"/>
                <a:gd name="connsiteY53-11236" fmla="*/ 590165 h 1078499"/>
                <a:gd name="connsiteX54-11237" fmla="*/ 464112 w 3024845"/>
                <a:gd name="connsiteY54-11238" fmla="*/ 613945 h 1078499"/>
                <a:gd name="connsiteX55-11239" fmla="*/ 465126 w 3024845"/>
                <a:gd name="connsiteY55-11240" fmla="*/ 613945 h 1078499"/>
                <a:gd name="connsiteX56-11241" fmla="*/ 472219 w 3024845"/>
                <a:gd name="connsiteY56-11242" fmla="*/ 613945 h 1078499"/>
                <a:gd name="connsiteX57-11243" fmla="*/ 472219 w 3024845"/>
                <a:gd name="connsiteY57-11244" fmla="*/ 612864 h 1078499"/>
                <a:gd name="connsiteX58-11245" fmla="*/ 472219 w 3024845"/>
                <a:gd name="connsiteY58-11246" fmla="*/ 605298 h 1078499"/>
                <a:gd name="connsiteX59-11247" fmla="*/ 473992 w 3024845"/>
                <a:gd name="connsiteY59-11248" fmla="*/ 605298 h 1078499"/>
                <a:gd name="connsiteX60-11249" fmla="*/ 486406 w 3024845"/>
                <a:gd name="connsiteY60-11250" fmla="*/ 605298 h 1078499"/>
                <a:gd name="connsiteX61-11251" fmla="*/ 486406 w 3024845"/>
                <a:gd name="connsiteY61-11252" fmla="*/ 631239 h 1078499"/>
                <a:gd name="connsiteX62-11253" fmla="*/ 488433 w 3024845"/>
                <a:gd name="connsiteY62-11254" fmla="*/ 631239 h 1078499"/>
                <a:gd name="connsiteX63-11255" fmla="*/ 502619 w 3024845"/>
                <a:gd name="connsiteY63-11256" fmla="*/ 631239 h 1078499"/>
                <a:gd name="connsiteX64-11257" fmla="*/ 502619 w 3024845"/>
                <a:gd name="connsiteY64-11258" fmla="*/ 632860 h 1078499"/>
                <a:gd name="connsiteX65-11259" fmla="*/ 502619 w 3024845"/>
                <a:gd name="connsiteY65-11260" fmla="*/ 644210 h 1078499"/>
                <a:gd name="connsiteX66-11261" fmla="*/ 503379 w 3024845"/>
                <a:gd name="connsiteY66-11262" fmla="*/ 644210 h 1078499"/>
                <a:gd name="connsiteX67-11263" fmla="*/ 508700 w 3024845"/>
                <a:gd name="connsiteY67-11264" fmla="*/ 644210 h 1078499"/>
                <a:gd name="connsiteX68-11265" fmla="*/ 508700 w 3024845"/>
                <a:gd name="connsiteY68-11266" fmla="*/ 643399 h 1078499"/>
                <a:gd name="connsiteX69-11267" fmla="*/ 508700 w 3024845"/>
                <a:gd name="connsiteY69-11268" fmla="*/ 637724 h 1078499"/>
                <a:gd name="connsiteX70-11269" fmla="*/ 539100 w 3024845"/>
                <a:gd name="connsiteY70-11270" fmla="*/ 637724 h 1078499"/>
                <a:gd name="connsiteX71-11271" fmla="*/ 539100 w 3024845"/>
                <a:gd name="connsiteY71-11272" fmla="*/ 661504 h 1078499"/>
                <a:gd name="connsiteX72-11273" fmla="*/ 540113 w 3024845"/>
                <a:gd name="connsiteY72-11274" fmla="*/ 661504 h 1078499"/>
                <a:gd name="connsiteX73-11275" fmla="*/ 547207 w 3024845"/>
                <a:gd name="connsiteY73-11276" fmla="*/ 661504 h 1078499"/>
                <a:gd name="connsiteX74-11277" fmla="*/ 547207 w 3024845"/>
                <a:gd name="connsiteY74-11278" fmla="*/ 662585 h 1078499"/>
                <a:gd name="connsiteX75-11279" fmla="*/ 547207 w 3024845"/>
                <a:gd name="connsiteY75-11280" fmla="*/ 670151 h 1078499"/>
                <a:gd name="connsiteX76-11281" fmla="*/ 547967 w 3024845"/>
                <a:gd name="connsiteY76-11282" fmla="*/ 670151 h 1078499"/>
                <a:gd name="connsiteX77-11283" fmla="*/ 553287 w 3024845"/>
                <a:gd name="connsiteY77-11284" fmla="*/ 670151 h 1078499"/>
                <a:gd name="connsiteX78-11285" fmla="*/ 553287 w 3024845"/>
                <a:gd name="connsiteY78-11286" fmla="*/ 667989 h 1078499"/>
                <a:gd name="connsiteX79-11287" fmla="*/ 553287 w 3024845"/>
                <a:gd name="connsiteY79-11288" fmla="*/ 652857 h 1078499"/>
                <a:gd name="connsiteX80-11289" fmla="*/ 554300 w 3024845"/>
                <a:gd name="connsiteY80-11290" fmla="*/ 652857 h 1078499"/>
                <a:gd name="connsiteX81-11291" fmla="*/ 561394 w 3024845"/>
                <a:gd name="connsiteY81-11292" fmla="*/ 652857 h 1078499"/>
                <a:gd name="connsiteX82-11293" fmla="*/ 561394 w 3024845"/>
                <a:gd name="connsiteY82-11294" fmla="*/ 653938 h 1078499"/>
                <a:gd name="connsiteX83-11295" fmla="*/ 561394 w 3024845"/>
                <a:gd name="connsiteY83-11296" fmla="*/ 661504 h 1078499"/>
                <a:gd name="connsiteX84-11297" fmla="*/ 566714 w 3024845"/>
                <a:gd name="connsiteY84-11298" fmla="*/ 659511 h 1078499"/>
                <a:gd name="connsiteX85-11299" fmla="*/ 567474 w 3024845"/>
                <a:gd name="connsiteY85-11300" fmla="*/ 658531 h 1078499"/>
                <a:gd name="connsiteX86-11301" fmla="*/ 567474 w 3024845"/>
                <a:gd name="connsiteY86-11302" fmla="*/ 652857 h 1078499"/>
                <a:gd name="connsiteX87-11303" fmla="*/ 605981 w 3024845"/>
                <a:gd name="connsiteY87-11304" fmla="*/ 652857 h 1078499"/>
                <a:gd name="connsiteX88-11305" fmla="*/ 605981 w 3024845"/>
                <a:gd name="connsiteY88-11306" fmla="*/ 676636 h 1078499"/>
                <a:gd name="connsiteX89-11307" fmla="*/ 608007 w 3024845"/>
                <a:gd name="connsiteY89-11308" fmla="*/ 676636 h 1078499"/>
                <a:gd name="connsiteX90-11309" fmla="*/ 622194 w 3024845"/>
                <a:gd name="connsiteY90-11310" fmla="*/ 676636 h 1078499"/>
                <a:gd name="connsiteX91-11311" fmla="*/ 622194 w 3024845"/>
                <a:gd name="connsiteY91-11312" fmla="*/ 677717 h 1078499"/>
                <a:gd name="connsiteX92-11313" fmla="*/ 622194 w 3024845"/>
                <a:gd name="connsiteY92-11314" fmla="*/ 685283 h 1078499"/>
                <a:gd name="connsiteX93-11315" fmla="*/ 623968 w 3024845"/>
                <a:gd name="connsiteY93-11316" fmla="*/ 685283 h 1078499"/>
                <a:gd name="connsiteX94-11317" fmla="*/ 636381 w 3024845"/>
                <a:gd name="connsiteY94-11318" fmla="*/ 685283 h 1078499"/>
                <a:gd name="connsiteX95-11319" fmla="*/ 636381 w 3024845"/>
                <a:gd name="connsiteY95-11320" fmla="*/ 661504 h 1078499"/>
                <a:gd name="connsiteX96-11321" fmla="*/ 637394 w 3024845"/>
                <a:gd name="connsiteY96-11322" fmla="*/ 661504 h 1078499"/>
                <a:gd name="connsiteX97-11323" fmla="*/ 644488 w 3024845"/>
                <a:gd name="connsiteY97-11324" fmla="*/ 661504 h 1078499"/>
                <a:gd name="connsiteX98-11325" fmla="*/ 644488 w 3024845"/>
                <a:gd name="connsiteY98-11326" fmla="*/ 629077 h 1078499"/>
                <a:gd name="connsiteX99-11327" fmla="*/ 645501 w 3024845"/>
                <a:gd name="connsiteY99-11328" fmla="*/ 629077 h 1078499"/>
                <a:gd name="connsiteX100-11329" fmla="*/ 652595 w 3024845"/>
                <a:gd name="connsiteY100-11330" fmla="*/ 629077 h 1078499"/>
                <a:gd name="connsiteX101-11331" fmla="*/ 652595 w 3024845"/>
                <a:gd name="connsiteY101-11332" fmla="*/ 627186 h 1078499"/>
                <a:gd name="connsiteX102-11333" fmla="*/ 652595 w 3024845"/>
                <a:gd name="connsiteY102-11334" fmla="*/ 613945 h 1078499"/>
                <a:gd name="connsiteX103-11335" fmla="*/ 651328 w 3024845"/>
                <a:gd name="connsiteY103-11336" fmla="*/ 612323 h 1078499"/>
                <a:gd name="connsiteX104-11337" fmla="*/ 656648 w 3024845"/>
                <a:gd name="connsiteY104-11338" fmla="*/ 600974 h 1078499"/>
                <a:gd name="connsiteX105-11339" fmla="*/ 664755 w 3024845"/>
                <a:gd name="connsiteY105-11340" fmla="*/ 629077 h 1078499"/>
                <a:gd name="connsiteX106-11341" fmla="*/ 665515 w 3024845"/>
                <a:gd name="connsiteY106-11342" fmla="*/ 629077 h 1078499"/>
                <a:gd name="connsiteX107-11343" fmla="*/ 670835 w 3024845"/>
                <a:gd name="connsiteY107-11344" fmla="*/ 629077 h 1078499"/>
                <a:gd name="connsiteX108-11345" fmla="*/ 670835 w 3024845"/>
                <a:gd name="connsiteY108-11346" fmla="*/ 523150 h 1078499"/>
                <a:gd name="connsiteX109-11347" fmla="*/ 672355 w 3024845"/>
                <a:gd name="connsiteY109-11348" fmla="*/ 523150 h 1078499"/>
                <a:gd name="connsiteX110-11349" fmla="*/ 682995 w 3024845"/>
                <a:gd name="connsiteY110-11350" fmla="*/ 523150 h 1078499"/>
                <a:gd name="connsiteX111-11351" fmla="*/ 682995 w 3024845"/>
                <a:gd name="connsiteY111-11352" fmla="*/ 475591 h 1078499"/>
                <a:gd name="connsiteX112-11353" fmla="*/ 709342 w 3024845"/>
                <a:gd name="connsiteY112-11354" fmla="*/ 475591 h 1078499"/>
                <a:gd name="connsiteX113-11355" fmla="*/ 709342 w 3024845"/>
                <a:gd name="connsiteY113-11356" fmla="*/ 453973 h 1078499"/>
                <a:gd name="connsiteX114-11357" fmla="*/ 743796 w 3024845"/>
                <a:gd name="connsiteY114-11358" fmla="*/ 453973 h 1078499"/>
                <a:gd name="connsiteX115-11359" fmla="*/ 743796 w 3024845"/>
                <a:gd name="connsiteY115-11360" fmla="*/ 456405 h 1078499"/>
                <a:gd name="connsiteX116-11361" fmla="*/ 743796 w 3024845"/>
                <a:gd name="connsiteY116-11362" fmla="*/ 473429 h 1078499"/>
                <a:gd name="connsiteX117-11363" fmla="*/ 746076 w 3024845"/>
                <a:gd name="connsiteY117-11364" fmla="*/ 473429 h 1078499"/>
                <a:gd name="connsiteX118-11365" fmla="*/ 762036 w 3024845"/>
                <a:gd name="connsiteY118-11366" fmla="*/ 473429 h 1078499"/>
                <a:gd name="connsiteX119-11367" fmla="*/ 762036 w 3024845"/>
                <a:gd name="connsiteY119-11368" fmla="*/ 520988 h 1078499"/>
                <a:gd name="connsiteX120-11369" fmla="*/ 763049 w 3024845"/>
                <a:gd name="connsiteY120-11370" fmla="*/ 520988 h 1078499"/>
                <a:gd name="connsiteX121-11371" fmla="*/ 770143 w 3024845"/>
                <a:gd name="connsiteY121-11372" fmla="*/ 520988 h 1078499"/>
                <a:gd name="connsiteX122-11373" fmla="*/ 784330 w 3024845"/>
                <a:gd name="connsiteY122-11374" fmla="*/ 525312 h 1078499"/>
                <a:gd name="connsiteX123-11375" fmla="*/ 784330 w 3024845"/>
                <a:gd name="connsiteY123-11376" fmla="*/ 564224 h 1078499"/>
                <a:gd name="connsiteX124-11377" fmla="*/ 785343 w 3024845"/>
                <a:gd name="connsiteY124-11378" fmla="*/ 564224 h 1078499"/>
                <a:gd name="connsiteX125-11379" fmla="*/ 792436 w 3024845"/>
                <a:gd name="connsiteY125-11380" fmla="*/ 564224 h 1078499"/>
                <a:gd name="connsiteX126-11381" fmla="*/ 792436 w 3024845"/>
                <a:gd name="connsiteY126-11382" fmla="*/ 565845 h 1078499"/>
                <a:gd name="connsiteX127-11383" fmla="*/ 792436 w 3024845"/>
                <a:gd name="connsiteY127-11384" fmla="*/ 577194 h 1078499"/>
                <a:gd name="connsiteX128-11385" fmla="*/ 794463 w 3024845"/>
                <a:gd name="connsiteY128-11386" fmla="*/ 577194 h 1078499"/>
                <a:gd name="connsiteX129-11387" fmla="*/ 808650 w 3024845"/>
                <a:gd name="connsiteY129-11388" fmla="*/ 577194 h 1078499"/>
                <a:gd name="connsiteX130-11389" fmla="*/ 814730 w 3024845"/>
                <a:gd name="connsiteY130-11390" fmla="*/ 583680 h 1078499"/>
                <a:gd name="connsiteX131-11391" fmla="*/ 814730 w 3024845"/>
                <a:gd name="connsiteY131-11392" fmla="*/ 605298 h 1078499"/>
                <a:gd name="connsiteX132-11393" fmla="*/ 817010 w 3024845"/>
                <a:gd name="connsiteY132-11394" fmla="*/ 605298 h 1078499"/>
                <a:gd name="connsiteX133-11395" fmla="*/ 832970 w 3024845"/>
                <a:gd name="connsiteY133-11396" fmla="*/ 605298 h 1078499"/>
                <a:gd name="connsiteX134-11397" fmla="*/ 832970 w 3024845"/>
                <a:gd name="connsiteY134-11398" fmla="*/ 606378 h 1078499"/>
                <a:gd name="connsiteX135-11399" fmla="*/ 832970 w 3024845"/>
                <a:gd name="connsiteY135-11400" fmla="*/ 613945 h 1078499"/>
                <a:gd name="connsiteX136-11401" fmla="*/ 834237 w 3024845"/>
                <a:gd name="connsiteY136-11402" fmla="*/ 613945 h 1078499"/>
                <a:gd name="connsiteX137-11403" fmla="*/ 843104 w 3024845"/>
                <a:gd name="connsiteY137-11404" fmla="*/ 613945 h 1078499"/>
                <a:gd name="connsiteX138-11405" fmla="*/ 843104 w 3024845"/>
                <a:gd name="connsiteY138-11406" fmla="*/ 616106 h 1078499"/>
                <a:gd name="connsiteX139-11407" fmla="*/ 843104 w 3024845"/>
                <a:gd name="connsiteY139-11408" fmla="*/ 631239 h 1078499"/>
                <a:gd name="connsiteX140-11409" fmla="*/ 847157 w 3024845"/>
                <a:gd name="connsiteY140-11410" fmla="*/ 629347 h 1078499"/>
                <a:gd name="connsiteX141-11411" fmla="*/ 847157 w 3024845"/>
                <a:gd name="connsiteY141-11412" fmla="*/ 616106 h 1078499"/>
                <a:gd name="connsiteX142-11413" fmla="*/ 848170 w 3024845"/>
                <a:gd name="connsiteY142-11414" fmla="*/ 616106 h 1078499"/>
                <a:gd name="connsiteX143-11415" fmla="*/ 855264 w 3024845"/>
                <a:gd name="connsiteY143-11416" fmla="*/ 616106 h 1078499"/>
                <a:gd name="connsiteX144-11417" fmla="*/ 855264 w 3024845"/>
                <a:gd name="connsiteY144-11418" fmla="*/ 617728 h 1078499"/>
                <a:gd name="connsiteX145-11419" fmla="*/ 855264 w 3024845"/>
                <a:gd name="connsiteY145-11420" fmla="*/ 629077 h 1078499"/>
                <a:gd name="connsiteX146-11421" fmla="*/ 856024 w 3024845"/>
                <a:gd name="connsiteY146-11422" fmla="*/ 629077 h 1078499"/>
                <a:gd name="connsiteX147-11423" fmla="*/ 861344 w 3024845"/>
                <a:gd name="connsiteY147-11424" fmla="*/ 629077 h 1078499"/>
                <a:gd name="connsiteX148-11425" fmla="*/ 909984 w 3024845"/>
                <a:gd name="connsiteY148-11426" fmla="*/ 624754 h 1078499"/>
                <a:gd name="connsiteX149-11427" fmla="*/ 909984 w 3024845"/>
                <a:gd name="connsiteY149-11428" fmla="*/ 626105 h 1078499"/>
                <a:gd name="connsiteX150-11429" fmla="*/ 909984 w 3024845"/>
                <a:gd name="connsiteY150-11430" fmla="*/ 635562 h 1078499"/>
                <a:gd name="connsiteX151-11431" fmla="*/ 910744 w 3024845"/>
                <a:gd name="connsiteY151-11432" fmla="*/ 635562 h 1078499"/>
                <a:gd name="connsiteX152-11433" fmla="*/ 916065 w 3024845"/>
                <a:gd name="connsiteY152-11434" fmla="*/ 635562 h 1078499"/>
                <a:gd name="connsiteX153-11435" fmla="*/ 916065 w 3024845"/>
                <a:gd name="connsiteY153-11436" fmla="*/ 637724 h 1078499"/>
                <a:gd name="connsiteX154-11437" fmla="*/ 916065 w 3024845"/>
                <a:gd name="connsiteY154-11438" fmla="*/ 652857 h 1078499"/>
                <a:gd name="connsiteX155-11439" fmla="*/ 918091 w 3024845"/>
                <a:gd name="connsiteY155-11440" fmla="*/ 651506 h 1078499"/>
                <a:gd name="connsiteX156-11441" fmla="*/ 932278 w 3024845"/>
                <a:gd name="connsiteY156-11442" fmla="*/ 642048 h 1078499"/>
                <a:gd name="connsiteX157-11443" fmla="*/ 938358 w 3024845"/>
                <a:gd name="connsiteY157-11444" fmla="*/ 600974 h 1078499"/>
                <a:gd name="connsiteX158-11445" fmla="*/ 939118 w 3024845"/>
                <a:gd name="connsiteY158-11446" fmla="*/ 600704 h 1078499"/>
                <a:gd name="connsiteX159-11447" fmla="*/ 944438 w 3024845"/>
                <a:gd name="connsiteY159-11448" fmla="*/ 598812 h 1078499"/>
                <a:gd name="connsiteX160-11449" fmla="*/ 946465 w 3024845"/>
                <a:gd name="connsiteY160-11450" fmla="*/ 529635 h 1078499"/>
                <a:gd name="connsiteX161-11451" fmla="*/ 948492 w 3024845"/>
                <a:gd name="connsiteY161-11452" fmla="*/ 598812 h 1078499"/>
                <a:gd name="connsiteX162-11453" fmla="*/ 949252 w 3024845"/>
                <a:gd name="connsiteY162-11454" fmla="*/ 599082 h 1078499"/>
                <a:gd name="connsiteX163-11455" fmla="*/ 954572 w 3024845"/>
                <a:gd name="connsiteY163-11456" fmla="*/ 600974 h 1078499"/>
                <a:gd name="connsiteX164-11457" fmla="*/ 954572 w 3024845"/>
                <a:gd name="connsiteY164-11458" fmla="*/ 514503 h 1078499"/>
                <a:gd name="connsiteX165-11459" fmla="*/ 958625 w 3024845"/>
                <a:gd name="connsiteY165-11460" fmla="*/ 482076 h 1078499"/>
                <a:gd name="connsiteX166-11461" fmla="*/ 997132 w 3024845"/>
                <a:gd name="connsiteY166-11462" fmla="*/ 482076 h 1078499"/>
                <a:gd name="connsiteX167-11463" fmla="*/ 997132 w 3024845"/>
                <a:gd name="connsiteY167-11464" fmla="*/ 514503 h 1078499"/>
                <a:gd name="connsiteX168-11465" fmla="*/ 997892 w 3024845"/>
                <a:gd name="connsiteY168-11466" fmla="*/ 514503 h 1078499"/>
                <a:gd name="connsiteX169-11467" fmla="*/ 1003212 w 3024845"/>
                <a:gd name="connsiteY169-11468" fmla="*/ 514503 h 1078499"/>
                <a:gd name="connsiteX170-11469" fmla="*/ 1003212 w 3024845"/>
                <a:gd name="connsiteY170-11470" fmla="*/ 432355 h 1078499"/>
                <a:gd name="connsiteX171-11471" fmla="*/ 1004986 w 3024845"/>
                <a:gd name="connsiteY171-11472" fmla="*/ 432355 h 1078499"/>
                <a:gd name="connsiteX172-11473" fmla="*/ 1017399 w 3024845"/>
                <a:gd name="connsiteY172-11474" fmla="*/ 432355 h 1078499"/>
                <a:gd name="connsiteX173-11475" fmla="*/ 1017399 w 3024845"/>
                <a:gd name="connsiteY173-11476" fmla="*/ 430464 h 1078499"/>
                <a:gd name="connsiteX174-11477" fmla="*/ 1017399 w 3024845"/>
                <a:gd name="connsiteY174-11478" fmla="*/ 417223 h 1078499"/>
                <a:gd name="connsiteX175-11479" fmla="*/ 1039693 w 3024845"/>
                <a:gd name="connsiteY175-11480" fmla="*/ 417223 h 1078499"/>
                <a:gd name="connsiteX176-11481" fmla="*/ 1039693 w 3024845"/>
                <a:gd name="connsiteY176-11482" fmla="*/ 416142 h 1078499"/>
                <a:gd name="connsiteX177-11483" fmla="*/ 1039693 w 3024845"/>
                <a:gd name="connsiteY177-11484" fmla="*/ 408576 h 1078499"/>
                <a:gd name="connsiteX178-11485" fmla="*/ 1041466 w 3024845"/>
                <a:gd name="connsiteY178-11486" fmla="*/ 408576 h 1078499"/>
                <a:gd name="connsiteX179-11487" fmla="*/ 1053880 w 3024845"/>
                <a:gd name="connsiteY179-11488" fmla="*/ 408576 h 1078499"/>
                <a:gd name="connsiteX180-11489" fmla="*/ 1053880 w 3024845"/>
                <a:gd name="connsiteY180-11490" fmla="*/ 409657 h 1078499"/>
                <a:gd name="connsiteX181-11491" fmla="*/ 1053880 w 3024845"/>
                <a:gd name="connsiteY181-11492" fmla="*/ 417223 h 1078499"/>
                <a:gd name="connsiteX182-11493" fmla="*/ 1054640 w 3024845"/>
                <a:gd name="connsiteY182-11494" fmla="*/ 417223 h 1078499"/>
                <a:gd name="connsiteX183-11495" fmla="*/ 1059960 w 3024845"/>
                <a:gd name="connsiteY183-11496" fmla="*/ 417223 h 1078499"/>
                <a:gd name="connsiteX184-11497" fmla="*/ 1070093 w 3024845"/>
                <a:gd name="connsiteY184-11498" fmla="*/ 412899 h 1078499"/>
                <a:gd name="connsiteX185-11499" fmla="*/ 1074146 w 3024845"/>
                <a:gd name="connsiteY185-11500" fmla="*/ 416142 h 1078499"/>
                <a:gd name="connsiteX186-11501" fmla="*/ 1074146 w 3024845"/>
                <a:gd name="connsiteY186-11502" fmla="*/ 408576 h 1078499"/>
                <a:gd name="connsiteX187-11503" fmla="*/ 1076426 w 3024845"/>
                <a:gd name="connsiteY187-11504" fmla="*/ 408576 h 1078499"/>
                <a:gd name="connsiteX188-11505" fmla="*/ 1092387 w 3024845"/>
                <a:gd name="connsiteY188-11506" fmla="*/ 408576 h 1078499"/>
                <a:gd name="connsiteX189-11507" fmla="*/ 1092387 w 3024845"/>
                <a:gd name="connsiteY189-11508" fmla="*/ 409657 h 1078499"/>
                <a:gd name="connsiteX190-11509" fmla="*/ 1092387 w 3024845"/>
                <a:gd name="connsiteY190-11510" fmla="*/ 417223 h 1078499"/>
                <a:gd name="connsiteX191-11511" fmla="*/ 1122787 w 3024845"/>
                <a:gd name="connsiteY191-11512" fmla="*/ 417223 h 1078499"/>
                <a:gd name="connsiteX192-11513" fmla="*/ 1122787 w 3024845"/>
                <a:gd name="connsiteY192-11514" fmla="*/ 418844 h 1078499"/>
                <a:gd name="connsiteX193-11515" fmla="*/ 1122787 w 3024845"/>
                <a:gd name="connsiteY193-11516" fmla="*/ 430194 h 1078499"/>
                <a:gd name="connsiteX194-11517" fmla="*/ 1149134 w 3024845"/>
                <a:gd name="connsiteY194-11518" fmla="*/ 430194 h 1078499"/>
                <a:gd name="connsiteX195-11519" fmla="*/ 1149134 w 3024845"/>
                <a:gd name="connsiteY195-11520" fmla="*/ 460458 h 1078499"/>
                <a:gd name="connsiteX196-11521" fmla="*/ 1149894 w 3024845"/>
                <a:gd name="connsiteY196-11522" fmla="*/ 460458 h 1078499"/>
                <a:gd name="connsiteX197-11523" fmla="*/ 1155214 w 3024845"/>
                <a:gd name="connsiteY197-11524" fmla="*/ 460458 h 1078499"/>
                <a:gd name="connsiteX198-11525" fmla="*/ 1155214 w 3024845"/>
                <a:gd name="connsiteY198-11526" fmla="*/ 461539 h 1078499"/>
                <a:gd name="connsiteX199-11527" fmla="*/ 1155214 w 3024845"/>
                <a:gd name="connsiteY199-11528" fmla="*/ 469106 h 1078499"/>
                <a:gd name="connsiteX200-11529" fmla="*/ 1159268 w 3024845"/>
                <a:gd name="connsiteY200-11530" fmla="*/ 499370 h 1078499"/>
                <a:gd name="connsiteX201-11531" fmla="*/ 1160028 w 3024845"/>
                <a:gd name="connsiteY201-11532" fmla="*/ 499370 h 1078499"/>
                <a:gd name="connsiteX202-11533" fmla="*/ 1165348 w 3024845"/>
                <a:gd name="connsiteY202-11534" fmla="*/ 499370 h 1078499"/>
                <a:gd name="connsiteX203-11535" fmla="*/ 1165348 w 3024845"/>
                <a:gd name="connsiteY203-11536" fmla="*/ 500181 h 1078499"/>
                <a:gd name="connsiteX204-11537" fmla="*/ 1165348 w 3024845"/>
                <a:gd name="connsiteY204-11538" fmla="*/ 505856 h 1078499"/>
                <a:gd name="connsiteX205-11539" fmla="*/ 1166361 w 3024845"/>
                <a:gd name="connsiteY205-11540" fmla="*/ 505856 h 1078499"/>
                <a:gd name="connsiteX206-11541" fmla="*/ 1173454 w 3024845"/>
                <a:gd name="connsiteY206-11542" fmla="*/ 505856 h 1078499"/>
                <a:gd name="connsiteX207-11543" fmla="*/ 1173454 w 3024845"/>
                <a:gd name="connsiteY207-11544" fmla="*/ 536121 h 1078499"/>
                <a:gd name="connsiteX208-11545" fmla="*/ 1175481 w 3024845"/>
                <a:gd name="connsiteY208-11546" fmla="*/ 536121 h 1078499"/>
                <a:gd name="connsiteX209-11547" fmla="*/ 1189668 w 3024845"/>
                <a:gd name="connsiteY209-11548" fmla="*/ 536121 h 1078499"/>
                <a:gd name="connsiteX210-11549" fmla="*/ 1189668 w 3024845"/>
                <a:gd name="connsiteY210-11550" fmla="*/ 559900 h 1078499"/>
                <a:gd name="connsiteX211-11551" fmla="*/ 1191695 w 3024845"/>
                <a:gd name="connsiteY211-11552" fmla="*/ 561521 h 1078499"/>
                <a:gd name="connsiteX212-11553" fmla="*/ 1191695 w 3024845"/>
                <a:gd name="connsiteY212-11554" fmla="*/ 572871 h 1078499"/>
                <a:gd name="connsiteX213-11555" fmla="*/ 1192455 w 3024845"/>
                <a:gd name="connsiteY213-11556" fmla="*/ 572871 h 1078499"/>
                <a:gd name="connsiteX214-11557" fmla="*/ 1197775 w 3024845"/>
                <a:gd name="connsiteY214-11558" fmla="*/ 572871 h 1078499"/>
                <a:gd name="connsiteX215-11559" fmla="*/ 1197775 w 3024845"/>
                <a:gd name="connsiteY215-11560" fmla="*/ 596650 h 1078499"/>
                <a:gd name="connsiteX216-11561" fmla="*/ 1199041 w 3024845"/>
                <a:gd name="connsiteY216-11562" fmla="*/ 596650 h 1078499"/>
                <a:gd name="connsiteX217-11563" fmla="*/ 1207908 w 3024845"/>
                <a:gd name="connsiteY217-11564" fmla="*/ 596650 h 1078499"/>
                <a:gd name="connsiteX218-11565" fmla="*/ 1209935 w 3024845"/>
                <a:gd name="connsiteY218-11566" fmla="*/ 600704 h 1078499"/>
                <a:gd name="connsiteX219-11567" fmla="*/ 1209935 w 3024845"/>
                <a:gd name="connsiteY219-11568" fmla="*/ 613945 h 1078499"/>
                <a:gd name="connsiteX220-11569" fmla="*/ 1211455 w 3024845"/>
                <a:gd name="connsiteY220-11570" fmla="*/ 612053 h 1078499"/>
                <a:gd name="connsiteX221-11571" fmla="*/ 1222095 w 3024845"/>
                <a:gd name="connsiteY221-11572" fmla="*/ 598812 h 1078499"/>
                <a:gd name="connsiteX222-11573" fmla="*/ 1250469 w 3024845"/>
                <a:gd name="connsiteY222-11574" fmla="*/ 598812 h 1078499"/>
                <a:gd name="connsiteX223-11575" fmla="*/ 1250469 w 3024845"/>
                <a:gd name="connsiteY223-11576" fmla="*/ 685283 h 1078499"/>
                <a:gd name="connsiteX224-11577" fmla="*/ 1251229 w 3024845"/>
                <a:gd name="connsiteY224-11578" fmla="*/ 685283 h 1078499"/>
                <a:gd name="connsiteX225-11579" fmla="*/ 1256549 w 3024845"/>
                <a:gd name="connsiteY225-11580" fmla="*/ 685283 h 1078499"/>
                <a:gd name="connsiteX226-11581" fmla="*/ 1257309 w 3024845"/>
                <a:gd name="connsiteY226-11582" fmla="*/ 683932 h 1078499"/>
                <a:gd name="connsiteX227-11583" fmla="*/ 1262629 w 3024845"/>
                <a:gd name="connsiteY227-11584" fmla="*/ 674474 h 1078499"/>
                <a:gd name="connsiteX228-11585" fmla="*/ 1262629 w 3024845"/>
                <a:gd name="connsiteY228-11586" fmla="*/ 676366 h 1078499"/>
                <a:gd name="connsiteX229-11587" fmla="*/ 1262629 w 3024845"/>
                <a:gd name="connsiteY229-11588" fmla="*/ 689607 h 1078499"/>
                <a:gd name="connsiteX230-11589" fmla="*/ 1266682 w 3024845"/>
                <a:gd name="connsiteY230-11590" fmla="*/ 644210 h 1078499"/>
                <a:gd name="connsiteX231-11591" fmla="*/ 1267442 w 3024845"/>
                <a:gd name="connsiteY231-11592" fmla="*/ 644210 h 1078499"/>
                <a:gd name="connsiteX232-11593" fmla="*/ 1272762 w 3024845"/>
                <a:gd name="connsiteY232-11594" fmla="*/ 644210 h 1078499"/>
                <a:gd name="connsiteX233-11595" fmla="*/ 1272762 w 3024845"/>
                <a:gd name="connsiteY233-11596" fmla="*/ 579356 h 1078499"/>
                <a:gd name="connsiteX234-11597" fmla="*/ 1273776 w 3024845"/>
                <a:gd name="connsiteY234-11598" fmla="*/ 579356 h 1078499"/>
                <a:gd name="connsiteX235-11599" fmla="*/ 1280869 w 3024845"/>
                <a:gd name="connsiteY235-11600" fmla="*/ 579356 h 1078499"/>
                <a:gd name="connsiteX236-11601" fmla="*/ 1293029 w 3024845"/>
                <a:gd name="connsiteY236-11602" fmla="*/ 536121 h 1078499"/>
                <a:gd name="connsiteX237-11603" fmla="*/ 1294296 w 3024845"/>
                <a:gd name="connsiteY237-11604" fmla="*/ 536121 h 1078499"/>
                <a:gd name="connsiteX238-11605" fmla="*/ 1303163 w 3024845"/>
                <a:gd name="connsiteY238-11606" fmla="*/ 536121 h 1078499"/>
                <a:gd name="connsiteX239-11607" fmla="*/ 1313296 w 3024845"/>
                <a:gd name="connsiteY239-11608" fmla="*/ 579356 h 1078499"/>
                <a:gd name="connsiteX240-11609" fmla="*/ 1314309 w 3024845"/>
                <a:gd name="connsiteY240-11610" fmla="*/ 579356 h 1078499"/>
                <a:gd name="connsiteX241-11611" fmla="*/ 1321403 w 3024845"/>
                <a:gd name="connsiteY241-11612" fmla="*/ 579356 h 1078499"/>
                <a:gd name="connsiteX242-11613" fmla="*/ 1321403 w 3024845"/>
                <a:gd name="connsiteY242-11614" fmla="*/ 618268 h 1078499"/>
                <a:gd name="connsiteX243-11615" fmla="*/ 1323176 w 3024845"/>
                <a:gd name="connsiteY243-11616" fmla="*/ 618268 h 1078499"/>
                <a:gd name="connsiteX244-11617" fmla="*/ 1335590 w 3024845"/>
                <a:gd name="connsiteY244-11618" fmla="*/ 618268 h 1078499"/>
                <a:gd name="connsiteX245-11619" fmla="*/ 1335590 w 3024845"/>
                <a:gd name="connsiteY245-11620" fmla="*/ 620430 h 1078499"/>
                <a:gd name="connsiteX246-11621" fmla="*/ 1335590 w 3024845"/>
                <a:gd name="connsiteY246-11622" fmla="*/ 635562 h 1078499"/>
                <a:gd name="connsiteX247-11623" fmla="*/ 1339643 w 3024845"/>
                <a:gd name="connsiteY247-11624" fmla="*/ 633401 h 1078499"/>
                <a:gd name="connsiteX248-11625" fmla="*/ 1339643 w 3024845"/>
                <a:gd name="connsiteY248-11626" fmla="*/ 618268 h 1078499"/>
                <a:gd name="connsiteX249-11627" fmla="*/ 1341163 w 3024845"/>
                <a:gd name="connsiteY249-11628" fmla="*/ 618268 h 1078499"/>
                <a:gd name="connsiteX250-11629" fmla="*/ 1351803 w 3024845"/>
                <a:gd name="connsiteY250-11630" fmla="*/ 618268 h 1078499"/>
                <a:gd name="connsiteX251-11631" fmla="*/ 1351803 w 3024845"/>
                <a:gd name="connsiteY251-11632" fmla="*/ 619889 h 1078499"/>
                <a:gd name="connsiteX252-11633" fmla="*/ 1351803 w 3024845"/>
                <a:gd name="connsiteY252-11634" fmla="*/ 631239 h 1078499"/>
                <a:gd name="connsiteX253-11635" fmla="*/ 1382204 w 3024845"/>
                <a:gd name="connsiteY253-11636" fmla="*/ 631239 h 1078499"/>
                <a:gd name="connsiteX254-11637" fmla="*/ 1382204 w 3024845"/>
                <a:gd name="connsiteY254-11638" fmla="*/ 594489 h 1078499"/>
                <a:gd name="connsiteX255-11639" fmla="*/ 1383470 w 3024845"/>
                <a:gd name="connsiteY255-11640" fmla="*/ 594489 h 1078499"/>
                <a:gd name="connsiteX256-11641" fmla="*/ 1392337 w 3024845"/>
                <a:gd name="connsiteY256-11642" fmla="*/ 594489 h 1078499"/>
                <a:gd name="connsiteX257-11643" fmla="*/ 1392337 w 3024845"/>
                <a:gd name="connsiteY257-11644" fmla="*/ 616106 h 1078499"/>
                <a:gd name="connsiteX258-11645" fmla="*/ 1394364 w 3024845"/>
                <a:gd name="connsiteY258-11646" fmla="*/ 583680 h 1078499"/>
                <a:gd name="connsiteX259-11647" fmla="*/ 1416657 w 3024845"/>
                <a:gd name="connsiteY259-11648" fmla="*/ 583680 h 1078499"/>
                <a:gd name="connsiteX260-11649" fmla="*/ 1416657 w 3024845"/>
                <a:gd name="connsiteY260-11650" fmla="*/ 582058 h 1078499"/>
                <a:gd name="connsiteX261-11651" fmla="*/ 1416657 w 3024845"/>
                <a:gd name="connsiteY261-11652" fmla="*/ 570709 h 1078499"/>
                <a:gd name="connsiteX262-11653" fmla="*/ 1417417 w 3024845"/>
                <a:gd name="connsiteY262-11654" fmla="*/ 570709 h 1078499"/>
                <a:gd name="connsiteX263-11655" fmla="*/ 1422737 w 3024845"/>
                <a:gd name="connsiteY263-11656" fmla="*/ 570709 h 1078499"/>
                <a:gd name="connsiteX264-11657" fmla="*/ 1422737 w 3024845"/>
                <a:gd name="connsiteY264-11658" fmla="*/ 568818 h 1078499"/>
                <a:gd name="connsiteX265-11659" fmla="*/ 1422737 w 3024845"/>
                <a:gd name="connsiteY265-11660" fmla="*/ 555577 h 1078499"/>
                <a:gd name="connsiteX266-11661" fmla="*/ 1426791 w 3024845"/>
                <a:gd name="connsiteY266-11662" fmla="*/ 562062 h 1078499"/>
                <a:gd name="connsiteX267-11663" fmla="*/ 1429071 w 3024845"/>
                <a:gd name="connsiteY267-11664" fmla="*/ 562062 h 1078499"/>
                <a:gd name="connsiteX268-11665" fmla="*/ 1445031 w 3024845"/>
                <a:gd name="connsiteY268-11666" fmla="*/ 562062 h 1078499"/>
                <a:gd name="connsiteX269-11667" fmla="*/ 1445031 w 3024845"/>
                <a:gd name="connsiteY269-11668" fmla="*/ 561251 h 1078499"/>
                <a:gd name="connsiteX270-11669" fmla="*/ 1445031 w 3024845"/>
                <a:gd name="connsiteY270-11670" fmla="*/ 555577 h 1078499"/>
                <a:gd name="connsiteX271-11671" fmla="*/ 1445791 w 3024845"/>
                <a:gd name="connsiteY271-11672" fmla="*/ 555577 h 1078499"/>
                <a:gd name="connsiteX272-11673" fmla="*/ 1451111 w 3024845"/>
                <a:gd name="connsiteY272-11674" fmla="*/ 555577 h 1078499"/>
                <a:gd name="connsiteX273-11675" fmla="*/ 1451111 w 3024845"/>
                <a:gd name="connsiteY273-11676" fmla="*/ 556928 h 1078499"/>
                <a:gd name="connsiteX274-11677" fmla="*/ 1451111 w 3024845"/>
                <a:gd name="connsiteY274-11678" fmla="*/ 566386 h 1078499"/>
                <a:gd name="connsiteX275-11679" fmla="*/ 1489618 w 3024845"/>
                <a:gd name="connsiteY275-11680" fmla="*/ 566386 h 1078499"/>
                <a:gd name="connsiteX276-11681" fmla="*/ 1489618 w 3024845"/>
                <a:gd name="connsiteY276-11682" fmla="*/ 704739 h 1078499"/>
                <a:gd name="connsiteX277-11683" fmla="*/ 1491138 w 3024845"/>
                <a:gd name="connsiteY277-11684" fmla="*/ 704739 h 1078499"/>
                <a:gd name="connsiteX278-11685" fmla="*/ 1501778 w 3024845"/>
                <a:gd name="connsiteY278-11686" fmla="*/ 704739 h 1078499"/>
                <a:gd name="connsiteX279-11687" fmla="*/ 1501778 w 3024845"/>
                <a:gd name="connsiteY279-11688" fmla="*/ 691769 h 1078499"/>
                <a:gd name="connsiteX280-11689" fmla="*/ 1505832 w 3024845"/>
                <a:gd name="connsiteY280-11690" fmla="*/ 691769 h 1078499"/>
                <a:gd name="connsiteX281-11691" fmla="*/ 1505832 w 3024845"/>
                <a:gd name="connsiteY281-11692" fmla="*/ 704739 h 1078499"/>
                <a:gd name="connsiteX282-11693" fmla="*/ 1536232 w 3024845"/>
                <a:gd name="connsiteY282-11694" fmla="*/ 704739 h 1078499"/>
                <a:gd name="connsiteX283-11695" fmla="*/ 1536232 w 3024845"/>
                <a:gd name="connsiteY283-11696" fmla="*/ 674474 h 1078499"/>
                <a:gd name="connsiteX284-11697" fmla="*/ 1548392 w 3024845"/>
                <a:gd name="connsiteY284-11698" fmla="*/ 674474 h 1078499"/>
                <a:gd name="connsiteX285-11699" fmla="*/ 1560552 w 3024845"/>
                <a:gd name="connsiteY285-11700" fmla="*/ 672313 h 1078499"/>
                <a:gd name="connsiteX286-11701" fmla="*/ 1564606 w 3024845"/>
                <a:gd name="connsiteY286-11702" fmla="*/ 674474 h 1078499"/>
                <a:gd name="connsiteX287-11703" fmla="*/ 1574739 w 3024845"/>
                <a:gd name="connsiteY287-11704" fmla="*/ 674474 h 1078499"/>
                <a:gd name="connsiteX288-11705" fmla="*/ 1574739 w 3024845"/>
                <a:gd name="connsiteY288-11706" fmla="*/ 704739 h 1078499"/>
                <a:gd name="connsiteX289-11707" fmla="*/ 1582846 w 3024845"/>
                <a:gd name="connsiteY289-11708" fmla="*/ 704739 h 1078499"/>
                <a:gd name="connsiteX290-11709" fmla="*/ 1582846 w 3024845"/>
                <a:gd name="connsiteY290-11710" fmla="*/ 722034 h 1078499"/>
                <a:gd name="connsiteX291-11711" fmla="*/ 1592182 w 3024845"/>
                <a:gd name="connsiteY291-11712" fmla="*/ 722939 h 1078499"/>
                <a:gd name="connsiteX292-11713" fmla="*/ 1605140 w 3024845"/>
                <a:gd name="connsiteY292-11714" fmla="*/ 722939 h 1078499"/>
                <a:gd name="connsiteX293-11715" fmla="*/ 1605140 w 3024845"/>
                <a:gd name="connsiteY293-11716" fmla="*/ 706901 h 1078499"/>
                <a:gd name="connsiteX294-11717" fmla="*/ 1673096 w 3024845"/>
                <a:gd name="connsiteY294-11718" fmla="*/ 706901 h 1078499"/>
                <a:gd name="connsiteX295-11719" fmla="*/ 1673096 w 3024845"/>
                <a:gd name="connsiteY295-11720" fmla="*/ 621648 h 1078499"/>
                <a:gd name="connsiteX296-11721" fmla="*/ 1745104 w 3024845"/>
                <a:gd name="connsiteY296-11722" fmla="*/ 621648 h 1078499"/>
                <a:gd name="connsiteX297-11723" fmla="*/ 1745104 w 3024845"/>
                <a:gd name="connsiteY297-11724" fmla="*/ 700416 h 1078499"/>
                <a:gd name="connsiteX298-11725" fmla="*/ 1747008 w 3024845"/>
                <a:gd name="connsiteY298-11726" fmla="*/ 700416 h 1078499"/>
                <a:gd name="connsiteX299-11727" fmla="*/ 1748250 w 3024845"/>
                <a:gd name="connsiteY299-11728" fmla="*/ 722939 h 1078499"/>
                <a:gd name="connsiteX300-11729" fmla="*/ 1757926 w 3024845"/>
                <a:gd name="connsiteY300-11730" fmla="*/ 722939 h 1078499"/>
                <a:gd name="connsiteX301-11731" fmla="*/ 1759168 w 3024845"/>
                <a:gd name="connsiteY301-11732" fmla="*/ 700416 h 1078499"/>
                <a:gd name="connsiteX302-11733" fmla="*/ 1765248 w 3024845"/>
                <a:gd name="connsiteY302-11734" fmla="*/ 700416 h 1078499"/>
                <a:gd name="connsiteX303-11735" fmla="*/ 1766490 w 3024845"/>
                <a:gd name="connsiteY303-11736" fmla="*/ 722939 h 1078499"/>
                <a:gd name="connsiteX304-11737" fmla="*/ 1817112 w 3024845"/>
                <a:gd name="connsiteY304-11738" fmla="*/ 722939 h 1078499"/>
                <a:gd name="connsiteX305-11739" fmla="*/ 1817112 w 3024845"/>
                <a:gd name="connsiteY305-11740" fmla="*/ 559911 h 1078499"/>
                <a:gd name="connsiteX306-11741" fmla="*/ 2014439 w 3024845"/>
                <a:gd name="connsiteY306-11742" fmla="*/ 559911 h 1078499"/>
                <a:gd name="connsiteX307-11743" fmla="*/ 2014439 w 3024845"/>
                <a:gd name="connsiteY307-11744" fmla="*/ 722939 h 1078499"/>
                <a:gd name="connsiteX308-11745" fmla="*/ 2033136 w 3024845"/>
                <a:gd name="connsiteY308-11746" fmla="*/ 722939 h 1078499"/>
                <a:gd name="connsiteX309-11747" fmla="*/ 2033136 w 3024845"/>
                <a:gd name="connsiteY309-11748" fmla="*/ 640246 h 1078499"/>
                <a:gd name="connsiteX310-11749" fmla="*/ 2128256 w 3024845"/>
                <a:gd name="connsiteY310-11750" fmla="*/ 640246 h 1078499"/>
                <a:gd name="connsiteX311-11751" fmla="*/ 2140186 w 3024845"/>
                <a:gd name="connsiteY311-11752" fmla="*/ 322105 h 1078499"/>
                <a:gd name="connsiteX312-11753" fmla="*/ 2128026 w 3024845"/>
                <a:gd name="connsiteY312-11754" fmla="*/ 300487 h 1078499"/>
                <a:gd name="connsiteX313-11755" fmla="*/ 2121946 w 3024845"/>
                <a:gd name="connsiteY313-11756" fmla="*/ 296163 h 1078499"/>
                <a:gd name="connsiteX314-11757" fmla="*/ 2130053 w 3024845"/>
                <a:gd name="connsiteY314-11758" fmla="*/ 272384 h 1078499"/>
                <a:gd name="connsiteX315-11759" fmla="*/ 2130053 w 3024845"/>
                <a:gd name="connsiteY315-11760" fmla="*/ 255090 h 1078499"/>
                <a:gd name="connsiteX316-11761" fmla="*/ 2144240 w 3024845"/>
                <a:gd name="connsiteY316-11762" fmla="*/ 255090 h 1078499"/>
                <a:gd name="connsiteX317-11763" fmla="*/ 2144240 w 3024845"/>
                <a:gd name="connsiteY317-11764" fmla="*/ 233472 h 1078499"/>
                <a:gd name="connsiteX318-11765" fmla="*/ 2146266 w 3024845"/>
                <a:gd name="connsiteY318-11766" fmla="*/ 229148 h 1078499"/>
                <a:gd name="connsiteX319-11767" fmla="*/ 2146266 w 3024845"/>
                <a:gd name="connsiteY319-11768" fmla="*/ 151324 h 1078499"/>
                <a:gd name="connsiteX320-11769" fmla="*/ 2144240 w 3024845"/>
                <a:gd name="connsiteY320-11770" fmla="*/ 144839 h 1078499"/>
                <a:gd name="connsiteX321-11771" fmla="*/ 2150320 w 3024845"/>
                <a:gd name="connsiteY321-11772" fmla="*/ 138353 h 1078499"/>
                <a:gd name="connsiteX322-11773" fmla="*/ 2150320 w 3024845"/>
                <a:gd name="connsiteY322-11774" fmla="*/ 79985 h 1078499"/>
                <a:gd name="connsiteX323-11775" fmla="*/ 2152346 w 3024845"/>
                <a:gd name="connsiteY323-11776" fmla="*/ 75662 h 1078499"/>
                <a:gd name="connsiteX324-11777" fmla="*/ 2152346 w 3024845"/>
                <a:gd name="connsiteY324-11778" fmla="*/ 19456 h 1078499"/>
                <a:gd name="connsiteX325-11779" fmla="*/ 2154373 w 3024845"/>
                <a:gd name="connsiteY325-11780" fmla="*/ 0 h 1078499"/>
                <a:gd name="connsiteX326-11781" fmla="*/ 2158427 w 3024845"/>
                <a:gd name="connsiteY326-11782" fmla="*/ 17294 h 1078499"/>
                <a:gd name="connsiteX327-11783" fmla="*/ 2160453 w 3024845"/>
                <a:gd name="connsiteY327-11784" fmla="*/ 75662 h 1078499"/>
                <a:gd name="connsiteX328-11785" fmla="*/ 2162480 w 3024845"/>
                <a:gd name="connsiteY328-11786" fmla="*/ 138353 h 1078499"/>
                <a:gd name="connsiteX329-11787" fmla="*/ 2168560 w 3024845"/>
                <a:gd name="connsiteY329-11788" fmla="*/ 144839 h 1078499"/>
                <a:gd name="connsiteX330-11789" fmla="*/ 2166533 w 3024845"/>
                <a:gd name="connsiteY330-11790" fmla="*/ 151324 h 1078499"/>
                <a:gd name="connsiteX331-11791" fmla="*/ 2166533 w 3024845"/>
                <a:gd name="connsiteY331-11792" fmla="*/ 229148 h 1078499"/>
                <a:gd name="connsiteX332-11793" fmla="*/ 2168560 w 3024845"/>
                <a:gd name="connsiteY332-11794" fmla="*/ 233472 h 1078499"/>
                <a:gd name="connsiteX333-11795" fmla="*/ 2168560 w 3024845"/>
                <a:gd name="connsiteY333-11796" fmla="*/ 255090 h 1078499"/>
                <a:gd name="connsiteX334-11797" fmla="*/ 2182747 w 3024845"/>
                <a:gd name="connsiteY334-11798" fmla="*/ 255090 h 1078499"/>
                <a:gd name="connsiteX335-11799" fmla="*/ 2182747 w 3024845"/>
                <a:gd name="connsiteY335-11800" fmla="*/ 272384 h 1078499"/>
                <a:gd name="connsiteX336-11801" fmla="*/ 2190854 w 3024845"/>
                <a:gd name="connsiteY336-11802" fmla="*/ 296163 h 1078499"/>
                <a:gd name="connsiteX337-11803" fmla="*/ 2184774 w 3024845"/>
                <a:gd name="connsiteY337-11804" fmla="*/ 300487 h 1078499"/>
                <a:gd name="connsiteX338-11805" fmla="*/ 2172613 w 3024845"/>
                <a:gd name="connsiteY338-11806" fmla="*/ 322105 h 1078499"/>
                <a:gd name="connsiteX339-11807" fmla="*/ 2180720 w 3024845"/>
                <a:gd name="connsiteY339-11808" fmla="*/ 575033 h 1078499"/>
                <a:gd name="connsiteX340-11809" fmla="*/ 2245574 w 3024845"/>
                <a:gd name="connsiteY340-11810" fmla="*/ 575033 h 1078499"/>
                <a:gd name="connsiteX341-11811" fmla="*/ 2245574 w 3024845"/>
                <a:gd name="connsiteY341-11812" fmla="*/ 650695 h 1078499"/>
                <a:gd name="connsiteX342-11813" fmla="*/ 2253681 w 3024845"/>
                <a:gd name="connsiteY342-11814" fmla="*/ 650695 h 1078499"/>
                <a:gd name="connsiteX343-11815" fmla="*/ 2255708 w 3024845"/>
                <a:gd name="connsiteY343-11816" fmla="*/ 644210 h 1078499"/>
                <a:gd name="connsiteX344-11817" fmla="*/ 2261788 w 3024845"/>
                <a:gd name="connsiteY344-11818" fmla="*/ 644210 h 1078499"/>
                <a:gd name="connsiteX345-11819" fmla="*/ 2263815 w 3024845"/>
                <a:gd name="connsiteY345-11820" fmla="*/ 652857 h 1078499"/>
                <a:gd name="connsiteX346-11821" fmla="*/ 2275975 w 3024845"/>
                <a:gd name="connsiteY346-11822" fmla="*/ 652857 h 1078499"/>
                <a:gd name="connsiteX347-11823" fmla="*/ 2275975 w 3024845"/>
                <a:gd name="connsiteY347-11824" fmla="*/ 646371 h 1078499"/>
                <a:gd name="connsiteX348-11825" fmla="*/ 2298268 w 3024845"/>
                <a:gd name="connsiteY348-11826" fmla="*/ 646371 h 1078499"/>
                <a:gd name="connsiteX349-11827" fmla="*/ 2298268 w 3024845"/>
                <a:gd name="connsiteY349-11828" fmla="*/ 652857 h 1078499"/>
                <a:gd name="connsiteX350-11829" fmla="*/ 2318535 w 3024845"/>
                <a:gd name="connsiteY350-11830" fmla="*/ 652857 h 1078499"/>
                <a:gd name="connsiteX351-11831" fmla="*/ 2318535 w 3024845"/>
                <a:gd name="connsiteY351-11832" fmla="*/ 698254 h 1078499"/>
                <a:gd name="connsiteX352-11833" fmla="*/ 2332722 w 3024845"/>
                <a:gd name="connsiteY352-11834" fmla="*/ 698254 h 1078499"/>
                <a:gd name="connsiteX353-11835" fmla="*/ 2332722 w 3024845"/>
                <a:gd name="connsiteY353-11836" fmla="*/ 685283 h 1078499"/>
                <a:gd name="connsiteX354-11837" fmla="*/ 2348936 w 3024845"/>
                <a:gd name="connsiteY354-11838" fmla="*/ 685283 h 1078499"/>
                <a:gd name="connsiteX355-11839" fmla="*/ 2348936 w 3024845"/>
                <a:gd name="connsiteY355-11840" fmla="*/ 505856 h 1078499"/>
                <a:gd name="connsiteX356-11841" fmla="*/ 2355016 w 3024845"/>
                <a:gd name="connsiteY356-11842" fmla="*/ 499370 h 1078499"/>
                <a:gd name="connsiteX357-11843" fmla="*/ 2427977 w 3024845"/>
                <a:gd name="connsiteY357-11844" fmla="*/ 499370 h 1078499"/>
                <a:gd name="connsiteX358-11845" fmla="*/ 2427977 w 3024845"/>
                <a:gd name="connsiteY358-11846" fmla="*/ 508018 h 1078499"/>
                <a:gd name="connsiteX359-11847" fmla="*/ 2438110 w 3024845"/>
                <a:gd name="connsiteY359-11848" fmla="*/ 508018 h 1078499"/>
                <a:gd name="connsiteX360-11849" fmla="*/ 2438110 w 3024845"/>
                <a:gd name="connsiteY360-11850" fmla="*/ 622592 h 1078499"/>
                <a:gd name="connsiteX361-11851" fmla="*/ 2460404 w 3024845"/>
                <a:gd name="connsiteY361-11852" fmla="*/ 622592 h 1078499"/>
                <a:gd name="connsiteX362-11853" fmla="*/ 2460404 w 3024845"/>
                <a:gd name="connsiteY362-11854" fmla="*/ 555577 h 1078499"/>
                <a:gd name="connsiteX363-11855" fmla="*/ 2486751 w 3024845"/>
                <a:gd name="connsiteY363-11856" fmla="*/ 555577 h 1078499"/>
                <a:gd name="connsiteX364-11857" fmla="*/ 2490804 w 3024845"/>
                <a:gd name="connsiteY364-11858" fmla="*/ 551253 h 1078499"/>
                <a:gd name="connsiteX365-11859" fmla="*/ 2498911 w 3024845"/>
                <a:gd name="connsiteY365-11860" fmla="*/ 551253 h 1078499"/>
                <a:gd name="connsiteX366-11861" fmla="*/ 2502964 w 3024845"/>
                <a:gd name="connsiteY366-11862" fmla="*/ 555577 h 1078499"/>
                <a:gd name="connsiteX367-11863" fmla="*/ 2525258 w 3024845"/>
                <a:gd name="connsiteY367-11864" fmla="*/ 555577 h 1078499"/>
                <a:gd name="connsiteX368-11865" fmla="*/ 2525258 w 3024845"/>
                <a:gd name="connsiteY368-11866" fmla="*/ 438841 h 1078499"/>
                <a:gd name="connsiteX369-11867" fmla="*/ 2582005 w 3024845"/>
                <a:gd name="connsiteY369-11868" fmla="*/ 428032 h 1078499"/>
                <a:gd name="connsiteX370-11869" fmla="*/ 2582005 w 3024845"/>
                <a:gd name="connsiteY370-11870" fmla="*/ 429113 h 1078499"/>
                <a:gd name="connsiteX371-11871" fmla="*/ 2582005 w 3024845"/>
                <a:gd name="connsiteY371-11872" fmla="*/ 436679 h 1078499"/>
                <a:gd name="connsiteX372-11873" fmla="*/ 2608352 w 3024845"/>
                <a:gd name="connsiteY372-11874" fmla="*/ 436679 h 1078499"/>
                <a:gd name="connsiteX373-11875" fmla="*/ 2608352 w 3024845"/>
                <a:gd name="connsiteY373-11876" fmla="*/ 691769 h 1078499"/>
                <a:gd name="connsiteX374-11877" fmla="*/ 2630646 w 3024845"/>
                <a:gd name="connsiteY374-11878" fmla="*/ 691769 h 1078499"/>
                <a:gd name="connsiteX375-11879" fmla="*/ 2630646 w 3024845"/>
                <a:gd name="connsiteY375-11880" fmla="*/ 687445 h 1078499"/>
                <a:gd name="connsiteX376-11881" fmla="*/ 2642806 w 3024845"/>
                <a:gd name="connsiteY376-11882" fmla="*/ 687445 h 1078499"/>
                <a:gd name="connsiteX377-11883" fmla="*/ 2642806 w 3024845"/>
                <a:gd name="connsiteY377-11884" fmla="*/ 691769 h 1078499"/>
                <a:gd name="connsiteX378-11885" fmla="*/ 2667126 w 3024845"/>
                <a:gd name="connsiteY378-11886" fmla="*/ 691769 h 1078499"/>
                <a:gd name="connsiteX379-11887" fmla="*/ 2667126 w 3024845"/>
                <a:gd name="connsiteY379-11888" fmla="*/ 678798 h 1078499"/>
                <a:gd name="connsiteX380-11889" fmla="*/ 2695500 w 3024845"/>
                <a:gd name="connsiteY380-11890" fmla="*/ 678798 h 1078499"/>
                <a:gd name="connsiteX381-11891" fmla="*/ 2707660 w 3024845"/>
                <a:gd name="connsiteY381-11892" fmla="*/ 674474 h 1078499"/>
                <a:gd name="connsiteX382-11893" fmla="*/ 2727927 w 3024845"/>
                <a:gd name="connsiteY382-11894" fmla="*/ 678798 h 1078499"/>
                <a:gd name="connsiteX383-11895" fmla="*/ 2727927 w 3024845"/>
                <a:gd name="connsiteY383-11896" fmla="*/ 661504 h 1078499"/>
                <a:gd name="connsiteX384-11897" fmla="*/ 2736034 w 3024845"/>
                <a:gd name="connsiteY384-11898" fmla="*/ 661504 h 1078499"/>
                <a:gd name="connsiteX385-11899" fmla="*/ 2736034 w 3024845"/>
                <a:gd name="connsiteY385-11900" fmla="*/ 648533 h 1078499"/>
                <a:gd name="connsiteX386-11901" fmla="*/ 2792781 w 3024845"/>
                <a:gd name="connsiteY386-11902" fmla="*/ 648533 h 1078499"/>
                <a:gd name="connsiteX387-11903" fmla="*/ 2792781 w 3024845"/>
                <a:gd name="connsiteY387-11904" fmla="*/ 618268 h 1078499"/>
                <a:gd name="connsiteX388-11905" fmla="*/ 2811021 w 3024845"/>
                <a:gd name="connsiteY388-11906" fmla="*/ 618268 h 1078499"/>
                <a:gd name="connsiteX389-11907" fmla="*/ 2811021 w 3024845"/>
                <a:gd name="connsiteY389-11908" fmla="*/ 611783 h 1078499"/>
                <a:gd name="connsiteX390-11909" fmla="*/ 2823181 w 3024845"/>
                <a:gd name="connsiteY390-11910" fmla="*/ 611783 h 1078499"/>
                <a:gd name="connsiteX391-11911" fmla="*/ 2823181 w 3024845"/>
                <a:gd name="connsiteY391-11912" fmla="*/ 618268 h 1078499"/>
                <a:gd name="connsiteX392-11913" fmla="*/ 2839395 w 3024845"/>
                <a:gd name="connsiteY392-11914" fmla="*/ 618268 h 1078499"/>
                <a:gd name="connsiteX393-11915" fmla="*/ 2839395 w 3024845"/>
                <a:gd name="connsiteY393-11916" fmla="*/ 667989 h 1078499"/>
                <a:gd name="connsiteX394-11917" fmla="*/ 2871822 w 3024845"/>
                <a:gd name="connsiteY394-11918" fmla="*/ 667989 h 1078499"/>
                <a:gd name="connsiteX395-11919" fmla="*/ 2871822 w 3024845"/>
                <a:gd name="connsiteY395-11920" fmla="*/ 642048 h 1078499"/>
                <a:gd name="connsiteX396-11921" fmla="*/ 2910329 w 3024845"/>
                <a:gd name="connsiteY396-11922" fmla="*/ 642048 h 1078499"/>
                <a:gd name="connsiteX397-11923" fmla="*/ 2910329 w 3024845"/>
                <a:gd name="connsiteY397-11924" fmla="*/ 611783 h 1078499"/>
                <a:gd name="connsiteX398-11925" fmla="*/ 2958970 w 3024845"/>
                <a:gd name="connsiteY398-11926" fmla="*/ 611783 h 1078499"/>
                <a:gd name="connsiteX399-11927" fmla="*/ 2958970 w 3024845"/>
                <a:gd name="connsiteY399-11928" fmla="*/ 722939 h 1078499"/>
                <a:gd name="connsiteX400-11929" fmla="*/ 2958970 w 3024845"/>
                <a:gd name="connsiteY400-11930" fmla="*/ 736718 h 1078499"/>
                <a:gd name="connsiteX401-11931" fmla="*/ 3024845 w 3024845"/>
                <a:gd name="connsiteY401-11932" fmla="*/ 736718 h 1078499"/>
                <a:gd name="connsiteX402-11933" fmla="*/ 3024845 w 3024845"/>
                <a:gd name="connsiteY402-11934" fmla="*/ 1078499 h 1078499"/>
                <a:gd name="connsiteX403-11935" fmla="*/ 2054 w 3024845"/>
                <a:gd name="connsiteY403-11936" fmla="*/ 1076166 h 1078499"/>
                <a:gd name="connsiteX404-11937" fmla="*/ 0 w 3024845"/>
                <a:gd name="connsiteY404-11938" fmla="*/ 642048 h 1078499"/>
                <a:gd name="connsiteX405-11939" fmla="*/ 20267 w 3024845"/>
                <a:gd name="connsiteY405-11940" fmla="*/ 642048 h 1078499"/>
                <a:gd name="connsiteX406-11941" fmla="*/ 20774 w 3024845"/>
                <a:gd name="connsiteY406-11942" fmla="*/ 640967 h 1078499"/>
                <a:gd name="connsiteX407-11943" fmla="*/ 24320 w 3024845"/>
                <a:gd name="connsiteY407-11944" fmla="*/ 633401 h 1078499"/>
                <a:gd name="connsiteX408-11945" fmla="*/ 26094 w 3024845"/>
                <a:gd name="connsiteY408-11946" fmla="*/ 633671 h 1078499"/>
                <a:gd name="connsiteX409-11947" fmla="*/ 38507 w 3024845"/>
                <a:gd name="connsiteY409-11948" fmla="*/ 635562 h 1078499"/>
                <a:gd name="connsiteX410-11949" fmla="*/ 39014 w 3024845"/>
                <a:gd name="connsiteY410-11950" fmla="*/ 636914 h 1078499"/>
                <a:gd name="connsiteX411-11951" fmla="*/ 42560 w 3024845"/>
                <a:gd name="connsiteY411-11952" fmla="*/ 646371 h 1078499"/>
                <a:gd name="connsiteX412-11953" fmla="*/ 68907 w 3024845"/>
                <a:gd name="connsiteY412-11954" fmla="*/ 648533 h 1078499"/>
                <a:gd name="connsiteX413-11955" fmla="*/ 68907 w 3024845"/>
                <a:gd name="connsiteY413-11956" fmla="*/ 525312 h 1078499"/>
                <a:gd name="connsiteX414-11957" fmla="*/ 70934 w 3024845"/>
                <a:gd name="connsiteY414-11958" fmla="*/ 525312 h 1078499"/>
                <a:gd name="connsiteX415-11959" fmla="*/ 85121 w 3024845"/>
                <a:gd name="connsiteY415-11960" fmla="*/ 525312 h 1078499"/>
                <a:gd name="connsiteX416-11961" fmla="*/ 85121 w 3024845"/>
                <a:gd name="connsiteY416-11962" fmla="*/ 389120 h 1078499"/>
                <a:gd name="connsiteX417-11963" fmla="*/ 86894 w 3024845"/>
                <a:gd name="connsiteY417-11964" fmla="*/ 389120 h 1078499"/>
                <a:gd name="connsiteX418-11965" fmla="*/ 99308 w 3024845"/>
                <a:gd name="connsiteY418-11966" fmla="*/ 389120 h 1078499"/>
                <a:gd name="connsiteX419-11967" fmla="*/ 99308 w 3024845"/>
                <a:gd name="connsiteY419-11968" fmla="*/ 274546 h 1078499"/>
                <a:gd name="connsiteX420-11969" fmla="*/ 103361 w 3024845"/>
                <a:gd name="connsiteY420-11970" fmla="*/ 246442 h 1078499"/>
                <a:gd name="connsiteX421-11971" fmla="*/ 105388 w 3024845"/>
                <a:gd name="connsiteY421-11972" fmla="*/ 246442 h 1078499"/>
                <a:gd name="connsiteX422-11973" fmla="*/ 119575 w 3024845"/>
                <a:gd name="connsiteY422-11974" fmla="*/ 246442 h 1078499"/>
                <a:gd name="connsiteX423-11975" fmla="*/ 156055 w 3024845"/>
                <a:gd name="connsiteY423-11976" fmla="*/ 164295 h 1078499"/>
                <a:gd name="connsiteX0-11977" fmla="*/ 119575 w 3024845"/>
                <a:gd name="connsiteY0-11978" fmla="*/ 246442 h 1078499"/>
                <a:gd name="connsiteX1-11979" fmla="*/ 162135 w 3024845"/>
                <a:gd name="connsiteY1-11980" fmla="*/ 164295 h 1078499"/>
                <a:gd name="connsiteX2-11981" fmla="*/ 200642 w 3024845"/>
                <a:gd name="connsiteY2-11982" fmla="*/ 244281 h 1078499"/>
                <a:gd name="connsiteX3-11983" fmla="*/ 202669 w 3024845"/>
                <a:gd name="connsiteY3-11984" fmla="*/ 244281 h 1078499"/>
                <a:gd name="connsiteX4-11985" fmla="*/ 216856 w 3024845"/>
                <a:gd name="connsiteY4-11986" fmla="*/ 244281 h 1078499"/>
                <a:gd name="connsiteX5-11987" fmla="*/ 216856 w 3024845"/>
                <a:gd name="connsiteY5-11988" fmla="*/ 268060 h 1078499"/>
                <a:gd name="connsiteX6-11989" fmla="*/ 217363 w 3024845"/>
                <a:gd name="connsiteY6-11990" fmla="*/ 268871 h 1078499"/>
                <a:gd name="connsiteX7-11991" fmla="*/ 220909 w 3024845"/>
                <a:gd name="connsiteY7-11992" fmla="*/ 274546 h 1078499"/>
                <a:gd name="connsiteX8-11993" fmla="*/ 220909 w 3024845"/>
                <a:gd name="connsiteY8-11994" fmla="*/ 389120 h 1078499"/>
                <a:gd name="connsiteX9-11995" fmla="*/ 223189 w 3024845"/>
                <a:gd name="connsiteY9-11996" fmla="*/ 389120 h 1078499"/>
                <a:gd name="connsiteX10-11997" fmla="*/ 239150 w 3024845"/>
                <a:gd name="connsiteY10-11998" fmla="*/ 389120 h 1078499"/>
                <a:gd name="connsiteX11-11999" fmla="*/ 239150 w 3024845"/>
                <a:gd name="connsiteY11-12000" fmla="*/ 529635 h 1078499"/>
                <a:gd name="connsiteX12-12001" fmla="*/ 240670 w 3024845"/>
                <a:gd name="connsiteY12-12002" fmla="*/ 529365 h 1078499"/>
                <a:gd name="connsiteX13-12003" fmla="*/ 251310 w 3024845"/>
                <a:gd name="connsiteY13-12004" fmla="*/ 527474 h 1078499"/>
                <a:gd name="connsiteX14-12005" fmla="*/ 249283 w 3024845"/>
                <a:gd name="connsiteY14-12006" fmla="*/ 616106 h 1078499"/>
                <a:gd name="connsiteX15-12007" fmla="*/ 250803 w 3024845"/>
                <a:gd name="connsiteY15-12008" fmla="*/ 616377 h 1078499"/>
                <a:gd name="connsiteX16-12009" fmla="*/ 261443 w 3024845"/>
                <a:gd name="connsiteY16-12010" fmla="*/ 618268 h 1078499"/>
                <a:gd name="connsiteX17-12011" fmla="*/ 261696 w 3024845"/>
                <a:gd name="connsiteY17-12012" fmla="*/ 619079 h 1078499"/>
                <a:gd name="connsiteX18-12013" fmla="*/ 263470 w 3024845"/>
                <a:gd name="connsiteY18-12014" fmla="*/ 624754 h 1078499"/>
                <a:gd name="connsiteX19-12015" fmla="*/ 264230 w 3024845"/>
                <a:gd name="connsiteY19-12016" fmla="*/ 622322 h 1078499"/>
                <a:gd name="connsiteX20-12017" fmla="*/ 269550 w 3024845"/>
                <a:gd name="connsiteY20-12018" fmla="*/ 605298 h 1078499"/>
                <a:gd name="connsiteX21-12019" fmla="*/ 271323 w 3024845"/>
                <a:gd name="connsiteY21-12020" fmla="*/ 605298 h 1078499"/>
                <a:gd name="connsiteX22-12021" fmla="*/ 283737 w 3024845"/>
                <a:gd name="connsiteY22-12022" fmla="*/ 605298 h 1078499"/>
                <a:gd name="connsiteX23-12023" fmla="*/ 283737 w 3024845"/>
                <a:gd name="connsiteY23-12024" fmla="*/ 637724 h 1078499"/>
                <a:gd name="connsiteX24-12025" fmla="*/ 284750 w 3024845"/>
                <a:gd name="connsiteY24-12026" fmla="*/ 638265 h 1078499"/>
                <a:gd name="connsiteX25-12027" fmla="*/ 291844 w 3024845"/>
                <a:gd name="connsiteY25-12028" fmla="*/ 642048 h 1078499"/>
                <a:gd name="connsiteX26-12029" fmla="*/ 291844 w 3024845"/>
                <a:gd name="connsiteY26-12030" fmla="*/ 643399 h 1078499"/>
                <a:gd name="connsiteX27-12031" fmla="*/ 291844 w 3024845"/>
                <a:gd name="connsiteY27-12032" fmla="*/ 652857 h 1078499"/>
                <a:gd name="connsiteX28-12033" fmla="*/ 336431 w 3024845"/>
                <a:gd name="connsiteY28-12034" fmla="*/ 652857 h 1078499"/>
                <a:gd name="connsiteX29-12035" fmla="*/ 336431 w 3024845"/>
                <a:gd name="connsiteY29-12036" fmla="*/ 653938 h 1078499"/>
                <a:gd name="connsiteX30-12037" fmla="*/ 336431 w 3024845"/>
                <a:gd name="connsiteY30-12038" fmla="*/ 661504 h 1078499"/>
                <a:gd name="connsiteX31-12039" fmla="*/ 338457 w 3024845"/>
                <a:gd name="connsiteY31-12040" fmla="*/ 661504 h 1078499"/>
                <a:gd name="connsiteX32-12041" fmla="*/ 352644 w 3024845"/>
                <a:gd name="connsiteY32-12042" fmla="*/ 661504 h 1078499"/>
                <a:gd name="connsiteX33-12043" fmla="*/ 352644 w 3024845"/>
                <a:gd name="connsiteY33-12044" fmla="*/ 631239 h 1078499"/>
                <a:gd name="connsiteX34-12045" fmla="*/ 397231 w 3024845"/>
                <a:gd name="connsiteY34-12046" fmla="*/ 631239 h 1078499"/>
                <a:gd name="connsiteX35-12047" fmla="*/ 397231 w 3024845"/>
                <a:gd name="connsiteY35-12048" fmla="*/ 629888 h 1078499"/>
                <a:gd name="connsiteX36-12049" fmla="*/ 397231 w 3024845"/>
                <a:gd name="connsiteY36-12050" fmla="*/ 620430 h 1078499"/>
                <a:gd name="connsiteX37-12051" fmla="*/ 398245 w 3024845"/>
                <a:gd name="connsiteY37-12052" fmla="*/ 620430 h 1078499"/>
                <a:gd name="connsiteX38-12053" fmla="*/ 405338 w 3024845"/>
                <a:gd name="connsiteY38-12054" fmla="*/ 620430 h 1078499"/>
                <a:gd name="connsiteX39-12055" fmla="*/ 405338 w 3024845"/>
                <a:gd name="connsiteY39-12056" fmla="*/ 618539 h 1078499"/>
                <a:gd name="connsiteX40-12057" fmla="*/ 405338 w 3024845"/>
                <a:gd name="connsiteY40-12058" fmla="*/ 605298 h 1078499"/>
                <a:gd name="connsiteX41-12059" fmla="*/ 406098 w 3024845"/>
                <a:gd name="connsiteY41-12060" fmla="*/ 605298 h 1078499"/>
                <a:gd name="connsiteX42-12061" fmla="*/ 411418 w 3024845"/>
                <a:gd name="connsiteY42-12062" fmla="*/ 605298 h 1078499"/>
                <a:gd name="connsiteX43-12063" fmla="*/ 411418 w 3024845"/>
                <a:gd name="connsiteY43-12064" fmla="*/ 604217 h 1078499"/>
                <a:gd name="connsiteX44-12065" fmla="*/ 411418 w 3024845"/>
                <a:gd name="connsiteY44-12066" fmla="*/ 596650 h 1078499"/>
                <a:gd name="connsiteX45-12067" fmla="*/ 413445 w 3024845"/>
                <a:gd name="connsiteY45-12068" fmla="*/ 596650 h 1078499"/>
                <a:gd name="connsiteX46-12069" fmla="*/ 427632 w 3024845"/>
                <a:gd name="connsiteY46-12070" fmla="*/ 596650 h 1078499"/>
                <a:gd name="connsiteX47-12071" fmla="*/ 427632 w 3024845"/>
                <a:gd name="connsiteY47-12072" fmla="*/ 597731 h 1078499"/>
                <a:gd name="connsiteX48-12073" fmla="*/ 427632 w 3024845"/>
                <a:gd name="connsiteY48-12074" fmla="*/ 605298 h 1078499"/>
                <a:gd name="connsiteX49-12075" fmla="*/ 449925 w 3024845"/>
                <a:gd name="connsiteY49-12076" fmla="*/ 605298 h 1078499"/>
                <a:gd name="connsiteX50-12077" fmla="*/ 449925 w 3024845"/>
                <a:gd name="connsiteY50-12078" fmla="*/ 603406 h 1078499"/>
                <a:gd name="connsiteX51-12079" fmla="*/ 449925 w 3024845"/>
                <a:gd name="connsiteY51-12080" fmla="*/ 590165 h 1078499"/>
                <a:gd name="connsiteX52-12081" fmla="*/ 451699 w 3024845"/>
                <a:gd name="connsiteY52-12082" fmla="*/ 590165 h 1078499"/>
                <a:gd name="connsiteX53-12083" fmla="*/ 464112 w 3024845"/>
                <a:gd name="connsiteY53-12084" fmla="*/ 590165 h 1078499"/>
                <a:gd name="connsiteX54-12085" fmla="*/ 464112 w 3024845"/>
                <a:gd name="connsiteY54-12086" fmla="*/ 613945 h 1078499"/>
                <a:gd name="connsiteX55-12087" fmla="*/ 465126 w 3024845"/>
                <a:gd name="connsiteY55-12088" fmla="*/ 613945 h 1078499"/>
                <a:gd name="connsiteX56-12089" fmla="*/ 472219 w 3024845"/>
                <a:gd name="connsiteY56-12090" fmla="*/ 613945 h 1078499"/>
                <a:gd name="connsiteX57-12091" fmla="*/ 472219 w 3024845"/>
                <a:gd name="connsiteY57-12092" fmla="*/ 612864 h 1078499"/>
                <a:gd name="connsiteX58-12093" fmla="*/ 472219 w 3024845"/>
                <a:gd name="connsiteY58-12094" fmla="*/ 605298 h 1078499"/>
                <a:gd name="connsiteX59-12095" fmla="*/ 473992 w 3024845"/>
                <a:gd name="connsiteY59-12096" fmla="*/ 605298 h 1078499"/>
                <a:gd name="connsiteX60-12097" fmla="*/ 486406 w 3024845"/>
                <a:gd name="connsiteY60-12098" fmla="*/ 605298 h 1078499"/>
                <a:gd name="connsiteX61-12099" fmla="*/ 486406 w 3024845"/>
                <a:gd name="connsiteY61-12100" fmla="*/ 631239 h 1078499"/>
                <a:gd name="connsiteX62-12101" fmla="*/ 488433 w 3024845"/>
                <a:gd name="connsiteY62-12102" fmla="*/ 631239 h 1078499"/>
                <a:gd name="connsiteX63-12103" fmla="*/ 502619 w 3024845"/>
                <a:gd name="connsiteY63-12104" fmla="*/ 631239 h 1078499"/>
                <a:gd name="connsiteX64-12105" fmla="*/ 502619 w 3024845"/>
                <a:gd name="connsiteY64-12106" fmla="*/ 632860 h 1078499"/>
                <a:gd name="connsiteX65-12107" fmla="*/ 502619 w 3024845"/>
                <a:gd name="connsiteY65-12108" fmla="*/ 644210 h 1078499"/>
                <a:gd name="connsiteX66-12109" fmla="*/ 503379 w 3024845"/>
                <a:gd name="connsiteY66-12110" fmla="*/ 644210 h 1078499"/>
                <a:gd name="connsiteX67-12111" fmla="*/ 508700 w 3024845"/>
                <a:gd name="connsiteY67-12112" fmla="*/ 644210 h 1078499"/>
                <a:gd name="connsiteX68-12113" fmla="*/ 508700 w 3024845"/>
                <a:gd name="connsiteY68-12114" fmla="*/ 643399 h 1078499"/>
                <a:gd name="connsiteX69-12115" fmla="*/ 508700 w 3024845"/>
                <a:gd name="connsiteY69-12116" fmla="*/ 637724 h 1078499"/>
                <a:gd name="connsiteX70-12117" fmla="*/ 539100 w 3024845"/>
                <a:gd name="connsiteY70-12118" fmla="*/ 637724 h 1078499"/>
                <a:gd name="connsiteX71-12119" fmla="*/ 539100 w 3024845"/>
                <a:gd name="connsiteY71-12120" fmla="*/ 661504 h 1078499"/>
                <a:gd name="connsiteX72-12121" fmla="*/ 540113 w 3024845"/>
                <a:gd name="connsiteY72-12122" fmla="*/ 661504 h 1078499"/>
                <a:gd name="connsiteX73-12123" fmla="*/ 547207 w 3024845"/>
                <a:gd name="connsiteY73-12124" fmla="*/ 661504 h 1078499"/>
                <a:gd name="connsiteX74-12125" fmla="*/ 547207 w 3024845"/>
                <a:gd name="connsiteY74-12126" fmla="*/ 662585 h 1078499"/>
                <a:gd name="connsiteX75-12127" fmla="*/ 547207 w 3024845"/>
                <a:gd name="connsiteY75-12128" fmla="*/ 670151 h 1078499"/>
                <a:gd name="connsiteX76-12129" fmla="*/ 547967 w 3024845"/>
                <a:gd name="connsiteY76-12130" fmla="*/ 670151 h 1078499"/>
                <a:gd name="connsiteX77-12131" fmla="*/ 553287 w 3024845"/>
                <a:gd name="connsiteY77-12132" fmla="*/ 670151 h 1078499"/>
                <a:gd name="connsiteX78-12133" fmla="*/ 553287 w 3024845"/>
                <a:gd name="connsiteY78-12134" fmla="*/ 667989 h 1078499"/>
                <a:gd name="connsiteX79-12135" fmla="*/ 553287 w 3024845"/>
                <a:gd name="connsiteY79-12136" fmla="*/ 652857 h 1078499"/>
                <a:gd name="connsiteX80-12137" fmla="*/ 554300 w 3024845"/>
                <a:gd name="connsiteY80-12138" fmla="*/ 652857 h 1078499"/>
                <a:gd name="connsiteX81-12139" fmla="*/ 561394 w 3024845"/>
                <a:gd name="connsiteY81-12140" fmla="*/ 652857 h 1078499"/>
                <a:gd name="connsiteX82-12141" fmla="*/ 561394 w 3024845"/>
                <a:gd name="connsiteY82-12142" fmla="*/ 653938 h 1078499"/>
                <a:gd name="connsiteX83-12143" fmla="*/ 561394 w 3024845"/>
                <a:gd name="connsiteY83-12144" fmla="*/ 661504 h 1078499"/>
                <a:gd name="connsiteX84-12145" fmla="*/ 566714 w 3024845"/>
                <a:gd name="connsiteY84-12146" fmla="*/ 659511 h 1078499"/>
                <a:gd name="connsiteX85-12147" fmla="*/ 567474 w 3024845"/>
                <a:gd name="connsiteY85-12148" fmla="*/ 658531 h 1078499"/>
                <a:gd name="connsiteX86-12149" fmla="*/ 567474 w 3024845"/>
                <a:gd name="connsiteY86-12150" fmla="*/ 652857 h 1078499"/>
                <a:gd name="connsiteX87-12151" fmla="*/ 605981 w 3024845"/>
                <a:gd name="connsiteY87-12152" fmla="*/ 652857 h 1078499"/>
                <a:gd name="connsiteX88-12153" fmla="*/ 605981 w 3024845"/>
                <a:gd name="connsiteY88-12154" fmla="*/ 676636 h 1078499"/>
                <a:gd name="connsiteX89-12155" fmla="*/ 608007 w 3024845"/>
                <a:gd name="connsiteY89-12156" fmla="*/ 676636 h 1078499"/>
                <a:gd name="connsiteX90-12157" fmla="*/ 622194 w 3024845"/>
                <a:gd name="connsiteY90-12158" fmla="*/ 676636 h 1078499"/>
                <a:gd name="connsiteX91-12159" fmla="*/ 622194 w 3024845"/>
                <a:gd name="connsiteY91-12160" fmla="*/ 677717 h 1078499"/>
                <a:gd name="connsiteX92-12161" fmla="*/ 622194 w 3024845"/>
                <a:gd name="connsiteY92-12162" fmla="*/ 685283 h 1078499"/>
                <a:gd name="connsiteX93-12163" fmla="*/ 623968 w 3024845"/>
                <a:gd name="connsiteY93-12164" fmla="*/ 685283 h 1078499"/>
                <a:gd name="connsiteX94-12165" fmla="*/ 636381 w 3024845"/>
                <a:gd name="connsiteY94-12166" fmla="*/ 685283 h 1078499"/>
                <a:gd name="connsiteX95-12167" fmla="*/ 636381 w 3024845"/>
                <a:gd name="connsiteY95-12168" fmla="*/ 661504 h 1078499"/>
                <a:gd name="connsiteX96-12169" fmla="*/ 637394 w 3024845"/>
                <a:gd name="connsiteY96-12170" fmla="*/ 661504 h 1078499"/>
                <a:gd name="connsiteX97-12171" fmla="*/ 644488 w 3024845"/>
                <a:gd name="connsiteY97-12172" fmla="*/ 661504 h 1078499"/>
                <a:gd name="connsiteX98-12173" fmla="*/ 644488 w 3024845"/>
                <a:gd name="connsiteY98-12174" fmla="*/ 629077 h 1078499"/>
                <a:gd name="connsiteX99-12175" fmla="*/ 645501 w 3024845"/>
                <a:gd name="connsiteY99-12176" fmla="*/ 629077 h 1078499"/>
                <a:gd name="connsiteX100-12177" fmla="*/ 652595 w 3024845"/>
                <a:gd name="connsiteY100-12178" fmla="*/ 629077 h 1078499"/>
                <a:gd name="connsiteX101-12179" fmla="*/ 652595 w 3024845"/>
                <a:gd name="connsiteY101-12180" fmla="*/ 627186 h 1078499"/>
                <a:gd name="connsiteX102-12181" fmla="*/ 652595 w 3024845"/>
                <a:gd name="connsiteY102-12182" fmla="*/ 613945 h 1078499"/>
                <a:gd name="connsiteX103-12183" fmla="*/ 651328 w 3024845"/>
                <a:gd name="connsiteY103-12184" fmla="*/ 612323 h 1078499"/>
                <a:gd name="connsiteX104-12185" fmla="*/ 656648 w 3024845"/>
                <a:gd name="connsiteY104-12186" fmla="*/ 600974 h 1078499"/>
                <a:gd name="connsiteX105-12187" fmla="*/ 664755 w 3024845"/>
                <a:gd name="connsiteY105-12188" fmla="*/ 629077 h 1078499"/>
                <a:gd name="connsiteX106-12189" fmla="*/ 665515 w 3024845"/>
                <a:gd name="connsiteY106-12190" fmla="*/ 629077 h 1078499"/>
                <a:gd name="connsiteX107-12191" fmla="*/ 670835 w 3024845"/>
                <a:gd name="connsiteY107-12192" fmla="*/ 629077 h 1078499"/>
                <a:gd name="connsiteX108-12193" fmla="*/ 670835 w 3024845"/>
                <a:gd name="connsiteY108-12194" fmla="*/ 523150 h 1078499"/>
                <a:gd name="connsiteX109-12195" fmla="*/ 672355 w 3024845"/>
                <a:gd name="connsiteY109-12196" fmla="*/ 523150 h 1078499"/>
                <a:gd name="connsiteX110-12197" fmla="*/ 682995 w 3024845"/>
                <a:gd name="connsiteY110-12198" fmla="*/ 523150 h 1078499"/>
                <a:gd name="connsiteX111-12199" fmla="*/ 682995 w 3024845"/>
                <a:gd name="connsiteY111-12200" fmla="*/ 475591 h 1078499"/>
                <a:gd name="connsiteX112-12201" fmla="*/ 709342 w 3024845"/>
                <a:gd name="connsiteY112-12202" fmla="*/ 475591 h 1078499"/>
                <a:gd name="connsiteX113-12203" fmla="*/ 709342 w 3024845"/>
                <a:gd name="connsiteY113-12204" fmla="*/ 453973 h 1078499"/>
                <a:gd name="connsiteX114-12205" fmla="*/ 743796 w 3024845"/>
                <a:gd name="connsiteY114-12206" fmla="*/ 453973 h 1078499"/>
                <a:gd name="connsiteX115-12207" fmla="*/ 743796 w 3024845"/>
                <a:gd name="connsiteY115-12208" fmla="*/ 456405 h 1078499"/>
                <a:gd name="connsiteX116-12209" fmla="*/ 743796 w 3024845"/>
                <a:gd name="connsiteY116-12210" fmla="*/ 473429 h 1078499"/>
                <a:gd name="connsiteX117-12211" fmla="*/ 746076 w 3024845"/>
                <a:gd name="connsiteY117-12212" fmla="*/ 473429 h 1078499"/>
                <a:gd name="connsiteX118-12213" fmla="*/ 762036 w 3024845"/>
                <a:gd name="connsiteY118-12214" fmla="*/ 473429 h 1078499"/>
                <a:gd name="connsiteX119-12215" fmla="*/ 762036 w 3024845"/>
                <a:gd name="connsiteY119-12216" fmla="*/ 520988 h 1078499"/>
                <a:gd name="connsiteX120-12217" fmla="*/ 763049 w 3024845"/>
                <a:gd name="connsiteY120-12218" fmla="*/ 520988 h 1078499"/>
                <a:gd name="connsiteX121-12219" fmla="*/ 770143 w 3024845"/>
                <a:gd name="connsiteY121-12220" fmla="*/ 520988 h 1078499"/>
                <a:gd name="connsiteX122-12221" fmla="*/ 784330 w 3024845"/>
                <a:gd name="connsiteY122-12222" fmla="*/ 525312 h 1078499"/>
                <a:gd name="connsiteX123-12223" fmla="*/ 784330 w 3024845"/>
                <a:gd name="connsiteY123-12224" fmla="*/ 564224 h 1078499"/>
                <a:gd name="connsiteX124-12225" fmla="*/ 785343 w 3024845"/>
                <a:gd name="connsiteY124-12226" fmla="*/ 564224 h 1078499"/>
                <a:gd name="connsiteX125-12227" fmla="*/ 792436 w 3024845"/>
                <a:gd name="connsiteY125-12228" fmla="*/ 564224 h 1078499"/>
                <a:gd name="connsiteX126-12229" fmla="*/ 792436 w 3024845"/>
                <a:gd name="connsiteY126-12230" fmla="*/ 565845 h 1078499"/>
                <a:gd name="connsiteX127-12231" fmla="*/ 792436 w 3024845"/>
                <a:gd name="connsiteY127-12232" fmla="*/ 577194 h 1078499"/>
                <a:gd name="connsiteX128-12233" fmla="*/ 794463 w 3024845"/>
                <a:gd name="connsiteY128-12234" fmla="*/ 577194 h 1078499"/>
                <a:gd name="connsiteX129-12235" fmla="*/ 808650 w 3024845"/>
                <a:gd name="connsiteY129-12236" fmla="*/ 577194 h 1078499"/>
                <a:gd name="connsiteX130-12237" fmla="*/ 814730 w 3024845"/>
                <a:gd name="connsiteY130-12238" fmla="*/ 583680 h 1078499"/>
                <a:gd name="connsiteX131-12239" fmla="*/ 814730 w 3024845"/>
                <a:gd name="connsiteY131-12240" fmla="*/ 605298 h 1078499"/>
                <a:gd name="connsiteX132-12241" fmla="*/ 817010 w 3024845"/>
                <a:gd name="connsiteY132-12242" fmla="*/ 605298 h 1078499"/>
                <a:gd name="connsiteX133-12243" fmla="*/ 832970 w 3024845"/>
                <a:gd name="connsiteY133-12244" fmla="*/ 605298 h 1078499"/>
                <a:gd name="connsiteX134-12245" fmla="*/ 832970 w 3024845"/>
                <a:gd name="connsiteY134-12246" fmla="*/ 606378 h 1078499"/>
                <a:gd name="connsiteX135-12247" fmla="*/ 832970 w 3024845"/>
                <a:gd name="connsiteY135-12248" fmla="*/ 613945 h 1078499"/>
                <a:gd name="connsiteX136-12249" fmla="*/ 834237 w 3024845"/>
                <a:gd name="connsiteY136-12250" fmla="*/ 613945 h 1078499"/>
                <a:gd name="connsiteX137-12251" fmla="*/ 843104 w 3024845"/>
                <a:gd name="connsiteY137-12252" fmla="*/ 613945 h 1078499"/>
                <a:gd name="connsiteX138-12253" fmla="*/ 843104 w 3024845"/>
                <a:gd name="connsiteY138-12254" fmla="*/ 616106 h 1078499"/>
                <a:gd name="connsiteX139-12255" fmla="*/ 843104 w 3024845"/>
                <a:gd name="connsiteY139-12256" fmla="*/ 631239 h 1078499"/>
                <a:gd name="connsiteX140-12257" fmla="*/ 847157 w 3024845"/>
                <a:gd name="connsiteY140-12258" fmla="*/ 629347 h 1078499"/>
                <a:gd name="connsiteX141-12259" fmla="*/ 847157 w 3024845"/>
                <a:gd name="connsiteY141-12260" fmla="*/ 616106 h 1078499"/>
                <a:gd name="connsiteX142-12261" fmla="*/ 848170 w 3024845"/>
                <a:gd name="connsiteY142-12262" fmla="*/ 616106 h 1078499"/>
                <a:gd name="connsiteX143-12263" fmla="*/ 855264 w 3024845"/>
                <a:gd name="connsiteY143-12264" fmla="*/ 616106 h 1078499"/>
                <a:gd name="connsiteX144-12265" fmla="*/ 855264 w 3024845"/>
                <a:gd name="connsiteY144-12266" fmla="*/ 617728 h 1078499"/>
                <a:gd name="connsiteX145-12267" fmla="*/ 855264 w 3024845"/>
                <a:gd name="connsiteY145-12268" fmla="*/ 629077 h 1078499"/>
                <a:gd name="connsiteX146-12269" fmla="*/ 856024 w 3024845"/>
                <a:gd name="connsiteY146-12270" fmla="*/ 629077 h 1078499"/>
                <a:gd name="connsiteX147-12271" fmla="*/ 861344 w 3024845"/>
                <a:gd name="connsiteY147-12272" fmla="*/ 629077 h 1078499"/>
                <a:gd name="connsiteX148-12273" fmla="*/ 909984 w 3024845"/>
                <a:gd name="connsiteY148-12274" fmla="*/ 624754 h 1078499"/>
                <a:gd name="connsiteX149-12275" fmla="*/ 909984 w 3024845"/>
                <a:gd name="connsiteY149-12276" fmla="*/ 626105 h 1078499"/>
                <a:gd name="connsiteX150-12277" fmla="*/ 909984 w 3024845"/>
                <a:gd name="connsiteY150-12278" fmla="*/ 635562 h 1078499"/>
                <a:gd name="connsiteX151-12279" fmla="*/ 910744 w 3024845"/>
                <a:gd name="connsiteY151-12280" fmla="*/ 635562 h 1078499"/>
                <a:gd name="connsiteX152-12281" fmla="*/ 916065 w 3024845"/>
                <a:gd name="connsiteY152-12282" fmla="*/ 635562 h 1078499"/>
                <a:gd name="connsiteX153-12283" fmla="*/ 916065 w 3024845"/>
                <a:gd name="connsiteY153-12284" fmla="*/ 637724 h 1078499"/>
                <a:gd name="connsiteX154-12285" fmla="*/ 916065 w 3024845"/>
                <a:gd name="connsiteY154-12286" fmla="*/ 652857 h 1078499"/>
                <a:gd name="connsiteX155-12287" fmla="*/ 918091 w 3024845"/>
                <a:gd name="connsiteY155-12288" fmla="*/ 651506 h 1078499"/>
                <a:gd name="connsiteX156-12289" fmla="*/ 932278 w 3024845"/>
                <a:gd name="connsiteY156-12290" fmla="*/ 642048 h 1078499"/>
                <a:gd name="connsiteX157-12291" fmla="*/ 938358 w 3024845"/>
                <a:gd name="connsiteY157-12292" fmla="*/ 600974 h 1078499"/>
                <a:gd name="connsiteX158-12293" fmla="*/ 939118 w 3024845"/>
                <a:gd name="connsiteY158-12294" fmla="*/ 600704 h 1078499"/>
                <a:gd name="connsiteX159-12295" fmla="*/ 944438 w 3024845"/>
                <a:gd name="connsiteY159-12296" fmla="*/ 598812 h 1078499"/>
                <a:gd name="connsiteX160-12297" fmla="*/ 946465 w 3024845"/>
                <a:gd name="connsiteY160-12298" fmla="*/ 529635 h 1078499"/>
                <a:gd name="connsiteX161-12299" fmla="*/ 948492 w 3024845"/>
                <a:gd name="connsiteY161-12300" fmla="*/ 598812 h 1078499"/>
                <a:gd name="connsiteX162-12301" fmla="*/ 949252 w 3024845"/>
                <a:gd name="connsiteY162-12302" fmla="*/ 599082 h 1078499"/>
                <a:gd name="connsiteX163-12303" fmla="*/ 954572 w 3024845"/>
                <a:gd name="connsiteY163-12304" fmla="*/ 600974 h 1078499"/>
                <a:gd name="connsiteX164-12305" fmla="*/ 954572 w 3024845"/>
                <a:gd name="connsiteY164-12306" fmla="*/ 514503 h 1078499"/>
                <a:gd name="connsiteX165-12307" fmla="*/ 958625 w 3024845"/>
                <a:gd name="connsiteY165-12308" fmla="*/ 482076 h 1078499"/>
                <a:gd name="connsiteX166-12309" fmla="*/ 997132 w 3024845"/>
                <a:gd name="connsiteY166-12310" fmla="*/ 482076 h 1078499"/>
                <a:gd name="connsiteX167-12311" fmla="*/ 997132 w 3024845"/>
                <a:gd name="connsiteY167-12312" fmla="*/ 514503 h 1078499"/>
                <a:gd name="connsiteX168-12313" fmla="*/ 997892 w 3024845"/>
                <a:gd name="connsiteY168-12314" fmla="*/ 514503 h 1078499"/>
                <a:gd name="connsiteX169-12315" fmla="*/ 1003212 w 3024845"/>
                <a:gd name="connsiteY169-12316" fmla="*/ 514503 h 1078499"/>
                <a:gd name="connsiteX170-12317" fmla="*/ 1003212 w 3024845"/>
                <a:gd name="connsiteY170-12318" fmla="*/ 432355 h 1078499"/>
                <a:gd name="connsiteX171-12319" fmla="*/ 1004986 w 3024845"/>
                <a:gd name="connsiteY171-12320" fmla="*/ 432355 h 1078499"/>
                <a:gd name="connsiteX172-12321" fmla="*/ 1017399 w 3024845"/>
                <a:gd name="connsiteY172-12322" fmla="*/ 432355 h 1078499"/>
                <a:gd name="connsiteX173-12323" fmla="*/ 1017399 w 3024845"/>
                <a:gd name="connsiteY173-12324" fmla="*/ 430464 h 1078499"/>
                <a:gd name="connsiteX174-12325" fmla="*/ 1017399 w 3024845"/>
                <a:gd name="connsiteY174-12326" fmla="*/ 417223 h 1078499"/>
                <a:gd name="connsiteX175-12327" fmla="*/ 1039693 w 3024845"/>
                <a:gd name="connsiteY175-12328" fmla="*/ 417223 h 1078499"/>
                <a:gd name="connsiteX176-12329" fmla="*/ 1039693 w 3024845"/>
                <a:gd name="connsiteY176-12330" fmla="*/ 416142 h 1078499"/>
                <a:gd name="connsiteX177-12331" fmla="*/ 1039693 w 3024845"/>
                <a:gd name="connsiteY177-12332" fmla="*/ 408576 h 1078499"/>
                <a:gd name="connsiteX178-12333" fmla="*/ 1041466 w 3024845"/>
                <a:gd name="connsiteY178-12334" fmla="*/ 408576 h 1078499"/>
                <a:gd name="connsiteX179-12335" fmla="*/ 1053880 w 3024845"/>
                <a:gd name="connsiteY179-12336" fmla="*/ 408576 h 1078499"/>
                <a:gd name="connsiteX180-12337" fmla="*/ 1053880 w 3024845"/>
                <a:gd name="connsiteY180-12338" fmla="*/ 409657 h 1078499"/>
                <a:gd name="connsiteX181-12339" fmla="*/ 1053880 w 3024845"/>
                <a:gd name="connsiteY181-12340" fmla="*/ 417223 h 1078499"/>
                <a:gd name="connsiteX182-12341" fmla="*/ 1054640 w 3024845"/>
                <a:gd name="connsiteY182-12342" fmla="*/ 417223 h 1078499"/>
                <a:gd name="connsiteX183-12343" fmla="*/ 1059960 w 3024845"/>
                <a:gd name="connsiteY183-12344" fmla="*/ 417223 h 1078499"/>
                <a:gd name="connsiteX184-12345" fmla="*/ 1070093 w 3024845"/>
                <a:gd name="connsiteY184-12346" fmla="*/ 412899 h 1078499"/>
                <a:gd name="connsiteX185-12347" fmla="*/ 1074146 w 3024845"/>
                <a:gd name="connsiteY185-12348" fmla="*/ 416142 h 1078499"/>
                <a:gd name="connsiteX186-12349" fmla="*/ 1074146 w 3024845"/>
                <a:gd name="connsiteY186-12350" fmla="*/ 408576 h 1078499"/>
                <a:gd name="connsiteX187-12351" fmla="*/ 1076426 w 3024845"/>
                <a:gd name="connsiteY187-12352" fmla="*/ 408576 h 1078499"/>
                <a:gd name="connsiteX188-12353" fmla="*/ 1092387 w 3024845"/>
                <a:gd name="connsiteY188-12354" fmla="*/ 408576 h 1078499"/>
                <a:gd name="connsiteX189-12355" fmla="*/ 1092387 w 3024845"/>
                <a:gd name="connsiteY189-12356" fmla="*/ 409657 h 1078499"/>
                <a:gd name="connsiteX190-12357" fmla="*/ 1092387 w 3024845"/>
                <a:gd name="connsiteY190-12358" fmla="*/ 417223 h 1078499"/>
                <a:gd name="connsiteX191-12359" fmla="*/ 1122787 w 3024845"/>
                <a:gd name="connsiteY191-12360" fmla="*/ 417223 h 1078499"/>
                <a:gd name="connsiteX192-12361" fmla="*/ 1122787 w 3024845"/>
                <a:gd name="connsiteY192-12362" fmla="*/ 418844 h 1078499"/>
                <a:gd name="connsiteX193-12363" fmla="*/ 1122787 w 3024845"/>
                <a:gd name="connsiteY193-12364" fmla="*/ 430194 h 1078499"/>
                <a:gd name="connsiteX194-12365" fmla="*/ 1149134 w 3024845"/>
                <a:gd name="connsiteY194-12366" fmla="*/ 430194 h 1078499"/>
                <a:gd name="connsiteX195-12367" fmla="*/ 1149134 w 3024845"/>
                <a:gd name="connsiteY195-12368" fmla="*/ 460458 h 1078499"/>
                <a:gd name="connsiteX196-12369" fmla="*/ 1149894 w 3024845"/>
                <a:gd name="connsiteY196-12370" fmla="*/ 460458 h 1078499"/>
                <a:gd name="connsiteX197-12371" fmla="*/ 1155214 w 3024845"/>
                <a:gd name="connsiteY197-12372" fmla="*/ 460458 h 1078499"/>
                <a:gd name="connsiteX198-12373" fmla="*/ 1155214 w 3024845"/>
                <a:gd name="connsiteY198-12374" fmla="*/ 461539 h 1078499"/>
                <a:gd name="connsiteX199-12375" fmla="*/ 1155214 w 3024845"/>
                <a:gd name="connsiteY199-12376" fmla="*/ 469106 h 1078499"/>
                <a:gd name="connsiteX200-12377" fmla="*/ 1159268 w 3024845"/>
                <a:gd name="connsiteY200-12378" fmla="*/ 499370 h 1078499"/>
                <a:gd name="connsiteX201-12379" fmla="*/ 1160028 w 3024845"/>
                <a:gd name="connsiteY201-12380" fmla="*/ 499370 h 1078499"/>
                <a:gd name="connsiteX202-12381" fmla="*/ 1165348 w 3024845"/>
                <a:gd name="connsiteY202-12382" fmla="*/ 499370 h 1078499"/>
                <a:gd name="connsiteX203-12383" fmla="*/ 1165348 w 3024845"/>
                <a:gd name="connsiteY203-12384" fmla="*/ 500181 h 1078499"/>
                <a:gd name="connsiteX204-12385" fmla="*/ 1165348 w 3024845"/>
                <a:gd name="connsiteY204-12386" fmla="*/ 505856 h 1078499"/>
                <a:gd name="connsiteX205-12387" fmla="*/ 1166361 w 3024845"/>
                <a:gd name="connsiteY205-12388" fmla="*/ 505856 h 1078499"/>
                <a:gd name="connsiteX206-12389" fmla="*/ 1173454 w 3024845"/>
                <a:gd name="connsiteY206-12390" fmla="*/ 505856 h 1078499"/>
                <a:gd name="connsiteX207-12391" fmla="*/ 1173454 w 3024845"/>
                <a:gd name="connsiteY207-12392" fmla="*/ 536121 h 1078499"/>
                <a:gd name="connsiteX208-12393" fmla="*/ 1175481 w 3024845"/>
                <a:gd name="connsiteY208-12394" fmla="*/ 536121 h 1078499"/>
                <a:gd name="connsiteX209-12395" fmla="*/ 1189668 w 3024845"/>
                <a:gd name="connsiteY209-12396" fmla="*/ 536121 h 1078499"/>
                <a:gd name="connsiteX210-12397" fmla="*/ 1189668 w 3024845"/>
                <a:gd name="connsiteY210-12398" fmla="*/ 559900 h 1078499"/>
                <a:gd name="connsiteX211-12399" fmla="*/ 1191695 w 3024845"/>
                <a:gd name="connsiteY211-12400" fmla="*/ 561521 h 1078499"/>
                <a:gd name="connsiteX212-12401" fmla="*/ 1191695 w 3024845"/>
                <a:gd name="connsiteY212-12402" fmla="*/ 572871 h 1078499"/>
                <a:gd name="connsiteX213-12403" fmla="*/ 1192455 w 3024845"/>
                <a:gd name="connsiteY213-12404" fmla="*/ 572871 h 1078499"/>
                <a:gd name="connsiteX214-12405" fmla="*/ 1197775 w 3024845"/>
                <a:gd name="connsiteY214-12406" fmla="*/ 572871 h 1078499"/>
                <a:gd name="connsiteX215-12407" fmla="*/ 1197775 w 3024845"/>
                <a:gd name="connsiteY215-12408" fmla="*/ 596650 h 1078499"/>
                <a:gd name="connsiteX216-12409" fmla="*/ 1199041 w 3024845"/>
                <a:gd name="connsiteY216-12410" fmla="*/ 596650 h 1078499"/>
                <a:gd name="connsiteX217-12411" fmla="*/ 1207908 w 3024845"/>
                <a:gd name="connsiteY217-12412" fmla="*/ 596650 h 1078499"/>
                <a:gd name="connsiteX218-12413" fmla="*/ 1209935 w 3024845"/>
                <a:gd name="connsiteY218-12414" fmla="*/ 600704 h 1078499"/>
                <a:gd name="connsiteX219-12415" fmla="*/ 1209935 w 3024845"/>
                <a:gd name="connsiteY219-12416" fmla="*/ 613945 h 1078499"/>
                <a:gd name="connsiteX220-12417" fmla="*/ 1211455 w 3024845"/>
                <a:gd name="connsiteY220-12418" fmla="*/ 612053 h 1078499"/>
                <a:gd name="connsiteX221-12419" fmla="*/ 1222095 w 3024845"/>
                <a:gd name="connsiteY221-12420" fmla="*/ 598812 h 1078499"/>
                <a:gd name="connsiteX222-12421" fmla="*/ 1250469 w 3024845"/>
                <a:gd name="connsiteY222-12422" fmla="*/ 598812 h 1078499"/>
                <a:gd name="connsiteX223-12423" fmla="*/ 1250469 w 3024845"/>
                <a:gd name="connsiteY223-12424" fmla="*/ 685283 h 1078499"/>
                <a:gd name="connsiteX224-12425" fmla="*/ 1251229 w 3024845"/>
                <a:gd name="connsiteY224-12426" fmla="*/ 685283 h 1078499"/>
                <a:gd name="connsiteX225-12427" fmla="*/ 1256549 w 3024845"/>
                <a:gd name="connsiteY225-12428" fmla="*/ 685283 h 1078499"/>
                <a:gd name="connsiteX226-12429" fmla="*/ 1257309 w 3024845"/>
                <a:gd name="connsiteY226-12430" fmla="*/ 683932 h 1078499"/>
                <a:gd name="connsiteX227-12431" fmla="*/ 1262629 w 3024845"/>
                <a:gd name="connsiteY227-12432" fmla="*/ 674474 h 1078499"/>
                <a:gd name="connsiteX228-12433" fmla="*/ 1262629 w 3024845"/>
                <a:gd name="connsiteY228-12434" fmla="*/ 676366 h 1078499"/>
                <a:gd name="connsiteX229-12435" fmla="*/ 1262629 w 3024845"/>
                <a:gd name="connsiteY229-12436" fmla="*/ 689607 h 1078499"/>
                <a:gd name="connsiteX230-12437" fmla="*/ 1266682 w 3024845"/>
                <a:gd name="connsiteY230-12438" fmla="*/ 644210 h 1078499"/>
                <a:gd name="connsiteX231-12439" fmla="*/ 1267442 w 3024845"/>
                <a:gd name="connsiteY231-12440" fmla="*/ 644210 h 1078499"/>
                <a:gd name="connsiteX232-12441" fmla="*/ 1272762 w 3024845"/>
                <a:gd name="connsiteY232-12442" fmla="*/ 644210 h 1078499"/>
                <a:gd name="connsiteX233-12443" fmla="*/ 1272762 w 3024845"/>
                <a:gd name="connsiteY233-12444" fmla="*/ 579356 h 1078499"/>
                <a:gd name="connsiteX234-12445" fmla="*/ 1273776 w 3024845"/>
                <a:gd name="connsiteY234-12446" fmla="*/ 579356 h 1078499"/>
                <a:gd name="connsiteX235-12447" fmla="*/ 1280869 w 3024845"/>
                <a:gd name="connsiteY235-12448" fmla="*/ 579356 h 1078499"/>
                <a:gd name="connsiteX236-12449" fmla="*/ 1293029 w 3024845"/>
                <a:gd name="connsiteY236-12450" fmla="*/ 536121 h 1078499"/>
                <a:gd name="connsiteX237-12451" fmla="*/ 1294296 w 3024845"/>
                <a:gd name="connsiteY237-12452" fmla="*/ 536121 h 1078499"/>
                <a:gd name="connsiteX238-12453" fmla="*/ 1303163 w 3024845"/>
                <a:gd name="connsiteY238-12454" fmla="*/ 536121 h 1078499"/>
                <a:gd name="connsiteX239-12455" fmla="*/ 1313296 w 3024845"/>
                <a:gd name="connsiteY239-12456" fmla="*/ 579356 h 1078499"/>
                <a:gd name="connsiteX240-12457" fmla="*/ 1314309 w 3024845"/>
                <a:gd name="connsiteY240-12458" fmla="*/ 579356 h 1078499"/>
                <a:gd name="connsiteX241-12459" fmla="*/ 1321403 w 3024845"/>
                <a:gd name="connsiteY241-12460" fmla="*/ 579356 h 1078499"/>
                <a:gd name="connsiteX242-12461" fmla="*/ 1321403 w 3024845"/>
                <a:gd name="connsiteY242-12462" fmla="*/ 618268 h 1078499"/>
                <a:gd name="connsiteX243-12463" fmla="*/ 1323176 w 3024845"/>
                <a:gd name="connsiteY243-12464" fmla="*/ 618268 h 1078499"/>
                <a:gd name="connsiteX244-12465" fmla="*/ 1335590 w 3024845"/>
                <a:gd name="connsiteY244-12466" fmla="*/ 618268 h 1078499"/>
                <a:gd name="connsiteX245-12467" fmla="*/ 1335590 w 3024845"/>
                <a:gd name="connsiteY245-12468" fmla="*/ 620430 h 1078499"/>
                <a:gd name="connsiteX246-12469" fmla="*/ 1335590 w 3024845"/>
                <a:gd name="connsiteY246-12470" fmla="*/ 635562 h 1078499"/>
                <a:gd name="connsiteX247-12471" fmla="*/ 1339643 w 3024845"/>
                <a:gd name="connsiteY247-12472" fmla="*/ 633401 h 1078499"/>
                <a:gd name="connsiteX248-12473" fmla="*/ 1339643 w 3024845"/>
                <a:gd name="connsiteY248-12474" fmla="*/ 618268 h 1078499"/>
                <a:gd name="connsiteX249-12475" fmla="*/ 1341163 w 3024845"/>
                <a:gd name="connsiteY249-12476" fmla="*/ 618268 h 1078499"/>
                <a:gd name="connsiteX250-12477" fmla="*/ 1351803 w 3024845"/>
                <a:gd name="connsiteY250-12478" fmla="*/ 618268 h 1078499"/>
                <a:gd name="connsiteX251-12479" fmla="*/ 1351803 w 3024845"/>
                <a:gd name="connsiteY251-12480" fmla="*/ 619889 h 1078499"/>
                <a:gd name="connsiteX252-12481" fmla="*/ 1351803 w 3024845"/>
                <a:gd name="connsiteY252-12482" fmla="*/ 631239 h 1078499"/>
                <a:gd name="connsiteX253-12483" fmla="*/ 1382204 w 3024845"/>
                <a:gd name="connsiteY253-12484" fmla="*/ 631239 h 1078499"/>
                <a:gd name="connsiteX254-12485" fmla="*/ 1382204 w 3024845"/>
                <a:gd name="connsiteY254-12486" fmla="*/ 594489 h 1078499"/>
                <a:gd name="connsiteX255-12487" fmla="*/ 1383470 w 3024845"/>
                <a:gd name="connsiteY255-12488" fmla="*/ 594489 h 1078499"/>
                <a:gd name="connsiteX256-12489" fmla="*/ 1392337 w 3024845"/>
                <a:gd name="connsiteY256-12490" fmla="*/ 594489 h 1078499"/>
                <a:gd name="connsiteX257-12491" fmla="*/ 1392337 w 3024845"/>
                <a:gd name="connsiteY257-12492" fmla="*/ 616106 h 1078499"/>
                <a:gd name="connsiteX258-12493" fmla="*/ 1394364 w 3024845"/>
                <a:gd name="connsiteY258-12494" fmla="*/ 583680 h 1078499"/>
                <a:gd name="connsiteX259-12495" fmla="*/ 1416657 w 3024845"/>
                <a:gd name="connsiteY259-12496" fmla="*/ 583680 h 1078499"/>
                <a:gd name="connsiteX260-12497" fmla="*/ 1416657 w 3024845"/>
                <a:gd name="connsiteY260-12498" fmla="*/ 582058 h 1078499"/>
                <a:gd name="connsiteX261-12499" fmla="*/ 1416657 w 3024845"/>
                <a:gd name="connsiteY261-12500" fmla="*/ 570709 h 1078499"/>
                <a:gd name="connsiteX262-12501" fmla="*/ 1417417 w 3024845"/>
                <a:gd name="connsiteY262-12502" fmla="*/ 570709 h 1078499"/>
                <a:gd name="connsiteX263-12503" fmla="*/ 1422737 w 3024845"/>
                <a:gd name="connsiteY263-12504" fmla="*/ 570709 h 1078499"/>
                <a:gd name="connsiteX264-12505" fmla="*/ 1422737 w 3024845"/>
                <a:gd name="connsiteY264-12506" fmla="*/ 568818 h 1078499"/>
                <a:gd name="connsiteX265-12507" fmla="*/ 1422737 w 3024845"/>
                <a:gd name="connsiteY265-12508" fmla="*/ 555577 h 1078499"/>
                <a:gd name="connsiteX266-12509" fmla="*/ 1426791 w 3024845"/>
                <a:gd name="connsiteY266-12510" fmla="*/ 562062 h 1078499"/>
                <a:gd name="connsiteX267-12511" fmla="*/ 1429071 w 3024845"/>
                <a:gd name="connsiteY267-12512" fmla="*/ 562062 h 1078499"/>
                <a:gd name="connsiteX268-12513" fmla="*/ 1445031 w 3024845"/>
                <a:gd name="connsiteY268-12514" fmla="*/ 562062 h 1078499"/>
                <a:gd name="connsiteX269-12515" fmla="*/ 1445031 w 3024845"/>
                <a:gd name="connsiteY269-12516" fmla="*/ 561251 h 1078499"/>
                <a:gd name="connsiteX270-12517" fmla="*/ 1445031 w 3024845"/>
                <a:gd name="connsiteY270-12518" fmla="*/ 555577 h 1078499"/>
                <a:gd name="connsiteX271-12519" fmla="*/ 1445791 w 3024845"/>
                <a:gd name="connsiteY271-12520" fmla="*/ 555577 h 1078499"/>
                <a:gd name="connsiteX272-12521" fmla="*/ 1451111 w 3024845"/>
                <a:gd name="connsiteY272-12522" fmla="*/ 555577 h 1078499"/>
                <a:gd name="connsiteX273-12523" fmla="*/ 1451111 w 3024845"/>
                <a:gd name="connsiteY273-12524" fmla="*/ 556928 h 1078499"/>
                <a:gd name="connsiteX274-12525" fmla="*/ 1451111 w 3024845"/>
                <a:gd name="connsiteY274-12526" fmla="*/ 566386 h 1078499"/>
                <a:gd name="connsiteX275-12527" fmla="*/ 1489618 w 3024845"/>
                <a:gd name="connsiteY275-12528" fmla="*/ 566386 h 1078499"/>
                <a:gd name="connsiteX276-12529" fmla="*/ 1489618 w 3024845"/>
                <a:gd name="connsiteY276-12530" fmla="*/ 704739 h 1078499"/>
                <a:gd name="connsiteX277-12531" fmla="*/ 1491138 w 3024845"/>
                <a:gd name="connsiteY277-12532" fmla="*/ 704739 h 1078499"/>
                <a:gd name="connsiteX278-12533" fmla="*/ 1501778 w 3024845"/>
                <a:gd name="connsiteY278-12534" fmla="*/ 704739 h 1078499"/>
                <a:gd name="connsiteX279-12535" fmla="*/ 1501778 w 3024845"/>
                <a:gd name="connsiteY279-12536" fmla="*/ 691769 h 1078499"/>
                <a:gd name="connsiteX280-12537" fmla="*/ 1505832 w 3024845"/>
                <a:gd name="connsiteY280-12538" fmla="*/ 691769 h 1078499"/>
                <a:gd name="connsiteX281-12539" fmla="*/ 1505832 w 3024845"/>
                <a:gd name="connsiteY281-12540" fmla="*/ 704739 h 1078499"/>
                <a:gd name="connsiteX282-12541" fmla="*/ 1536232 w 3024845"/>
                <a:gd name="connsiteY282-12542" fmla="*/ 704739 h 1078499"/>
                <a:gd name="connsiteX283-12543" fmla="*/ 1536232 w 3024845"/>
                <a:gd name="connsiteY283-12544" fmla="*/ 674474 h 1078499"/>
                <a:gd name="connsiteX284-12545" fmla="*/ 1548392 w 3024845"/>
                <a:gd name="connsiteY284-12546" fmla="*/ 674474 h 1078499"/>
                <a:gd name="connsiteX285-12547" fmla="*/ 1560552 w 3024845"/>
                <a:gd name="connsiteY285-12548" fmla="*/ 672313 h 1078499"/>
                <a:gd name="connsiteX286-12549" fmla="*/ 1564606 w 3024845"/>
                <a:gd name="connsiteY286-12550" fmla="*/ 674474 h 1078499"/>
                <a:gd name="connsiteX287-12551" fmla="*/ 1574739 w 3024845"/>
                <a:gd name="connsiteY287-12552" fmla="*/ 674474 h 1078499"/>
                <a:gd name="connsiteX288-12553" fmla="*/ 1574739 w 3024845"/>
                <a:gd name="connsiteY288-12554" fmla="*/ 704739 h 1078499"/>
                <a:gd name="connsiteX289-12555" fmla="*/ 1582846 w 3024845"/>
                <a:gd name="connsiteY289-12556" fmla="*/ 704739 h 1078499"/>
                <a:gd name="connsiteX290-12557" fmla="*/ 1582846 w 3024845"/>
                <a:gd name="connsiteY290-12558" fmla="*/ 722034 h 1078499"/>
                <a:gd name="connsiteX291-12559" fmla="*/ 1592182 w 3024845"/>
                <a:gd name="connsiteY291-12560" fmla="*/ 722939 h 1078499"/>
                <a:gd name="connsiteX292-12561" fmla="*/ 1605140 w 3024845"/>
                <a:gd name="connsiteY292-12562" fmla="*/ 722939 h 1078499"/>
                <a:gd name="connsiteX293-12563" fmla="*/ 1605140 w 3024845"/>
                <a:gd name="connsiteY293-12564" fmla="*/ 706901 h 1078499"/>
                <a:gd name="connsiteX294-12565" fmla="*/ 1673096 w 3024845"/>
                <a:gd name="connsiteY294-12566" fmla="*/ 706901 h 1078499"/>
                <a:gd name="connsiteX295-12567" fmla="*/ 1673096 w 3024845"/>
                <a:gd name="connsiteY295-12568" fmla="*/ 621648 h 1078499"/>
                <a:gd name="connsiteX296-12569" fmla="*/ 1745104 w 3024845"/>
                <a:gd name="connsiteY296-12570" fmla="*/ 621648 h 1078499"/>
                <a:gd name="connsiteX297-12571" fmla="*/ 1745104 w 3024845"/>
                <a:gd name="connsiteY297-12572" fmla="*/ 700416 h 1078499"/>
                <a:gd name="connsiteX298-12573" fmla="*/ 1747008 w 3024845"/>
                <a:gd name="connsiteY298-12574" fmla="*/ 700416 h 1078499"/>
                <a:gd name="connsiteX299-12575" fmla="*/ 1748250 w 3024845"/>
                <a:gd name="connsiteY299-12576" fmla="*/ 722939 h 1078499"/>
                <a:gd name="connsiteX300-12577" fmla="*/ 1757926 w 3024845"/>
                <a:gd name="connsiteY300-12578" fmla="*/ 722939 h 1078499"/>
                <a:gd name="connsiteX301-12579" fmla="*/ 1759168 w 3024845"/>
                <a:gd name="connsiteY301-12580" fmla="*/ 700416 h 1078499"/>
                <a:gd name="connsiteX302-12581" fmla="*/ 1765248 w 3024845"/>
                <a:gd name="connsiteY302-12582" fmla="*/ 700416 h 1078499"/>
                <a:gd name="connsiteX303-12583" fmla="*/ 1766490 w 3024845"/>
                <a:gd name="connsiteY303-12584" fmla="*/ 722939 h 1078499"/>
                <a:gd name="connsiteX304-12585" fmla="*/ 1817112 w 3024845"/>
                <a:gd name="connsiteY304-12586" fmla="*/ 722939 h 1078499"/>
                <a:gd name="connsiteX305-12587" fmla="*/ 1817112 w 3024845"/>
                <a:gd name="connsiteY305-12588" fmla="*/ 559911 h 1078499"/>
                <a:gd name="connsiteX306-12589" fmla="*/ 2014439 w 3024845"/>
                <a:gd name="connsiteY306-12590" fmla="*/ 559911 h 1078499"/>
                <a:gd name="connsiteX307-12591" fmla="*/ 2014439 w 3024845"/>
                <a:gd name="connsiteY307-12592" fmla="*/ 722939 h 1078499"/>
                <a:gd name="connsiteX308-12593" fmla="*/ 2033136 w 3024845"/>
                <a:gd name="connsiteY308-12594" fmla="*/ 722939 h 1078499"/>
                <a:gd name="connsiteX309-12595" fmla="*/ 2033136 w 3024845"/>
                <a:gd name="connsiteY309-12596" fmla="*/ 640246 h 1078499"/>
                <a:gd name="connsiteX310-12597" fmla="*/ 2128256 w 3024845"/>
                <a:gd name="connsiteY310-12598" fmla="*/ 640246 h 1078499"/>
                <a:gd name="connsiteX311-12599" fmla="*/ 2140186 w 3024845"/>
                <a:gd name="connsiteY311-12600" fmla="*/ 322105 h 1078499"/>
                <a:gd name="connsiteX312-12601" fmla="*/ 2128026 w 3024845"/>
                <a:gd name="connsiteY312-12602" fmla="*/ 300487 h 1078499"/>
                <a:gd name="connsiteX313-12603" fmla="*/ 2121946 w 3024845"/>
                <a:gd name="connsiteY313-12604" fmla="*/ 296163 h 1078499"/>
                <a:gd name="connsiteX314-12605" fmla="*/ 2130053 w 3024845"/>
                <a:gd name="connsiteY314-12606" fmla="*/ 272384 h 1078499"/>
                <a:gd name="connsiteX315-12607" fmla="*/ 2130053 w 3024845"/>
                <a:gd name="connsiteY315-12608" fmla="*/ 255090 h 1078499"/>
                <a:gd name="connsiteX316-12609" fmla="*/ 2144240 w 3024845"/>
                <a:gd name="connsiteY316-12610" fmla="*/ 255090 h 1078499"/>
                <a:gd name="connsiteX317-12611" fmla="*/ 2144240 w 3024845"/>
                <a:gd name="connsiteY317-12612" fmla="*/ 233472 h 1078499"/>
                <a:gd name="connsiteX318-12613" fmla="*/ 2146266 w 3024845"/>
                <a:gd name="connsiteY318-12614" fmla="*/ 229148 h 1078499"/>
                <a:gd name="connsiteX319-12615" fmla="*/ 2146266 w 3024845"/>
                <a:gd name="connsiteY319-12616" fmla="*/ 151324 h 1078499"/>
                <a:gd name="connsiteX320-12617" fmla="*/ 2144240 w 3024845"/>
                <a:gd name="connsiteY320-12618" fmla="*/ 144839 h 1078499"/>
                <a:gd name="connsiteX321-12619" fmla="*/ 2150320 w 3024845"/>
                <a:gd name="connsiteY321-12620" fmla="*/ 138353 h 1078499"/>
                <a:gd name="connsiteX322-12621" fmla="*/ 2150320 w 3024845"/>
                <a:gd name="connsiteY322-12622" fmla="*/ 79985 h 1078499"/>
                <a:gd name="connsiteX323-12623" fmla="*/ 2152346 w 3024845"/>
                <a:gd name="connsiteY323-12624" fmla="*/ 75662 h 1078499"/>
                <a:gd name="connsiteX324-12625" fmla="*/ 2152346 w 3024845"/>
                <a:gd name="connsiteY324-12626" fmla="*/ 19456 h 1078499"/>
                <a:gd name="connsiteX325-12627" fmla="*/ 2154373 w 3024845"/>
                <a:gd name="connsiteY325-12628" fmla="*/ 0 h 1078499"/>
                <a:gd name="connsiteX326-12629" fmla="*/ 2158427 w 3024845"/>
                <a:gd name="connsiteY326-12630" fmla="*/ 17294 h 1078499"/>
                <a:gd name="connsiteX327-12631" fmla="*/ 2160453 w 3024845"/>
                <a:gd name="connsiteY327-12632" fmla="*/ 75662 h 1078499"/>
                <a:gd name="connsiteX328-12633" fmla="*/ 2162480 w 3024845"/>
                <a:gd name="connsiteY328-12634" fmla="*/ 138353 h 1078499"/>
                <a:gd name="connsiteX329-12635" fmla="*/ 2168560 w 3024845"/>
                <a:gd name="connsiteY329-12636" fmla="*/ 144839 h 1078499"/>
                <a:gd name="connsiteX330-12637" fmla="*/ 2166533 w 3024845"/>
                <a:gd name="connsiteY330-12638" fmla="*/ 151324 h 1078499"/>
                <a:gd name="connsiteX331-12639" fmla="*/ 2166533 w 3024845"/>
                <a:gd name="connsiteY331-12640" fmla="*/ 229148 h 1078499"/>
                <a:gd name="connsiteX332-12641" fmla="*/ 2168560 w 3024845"/>
                <a:gd name="connsiteY332-12642" fmla="*/ 233472 h 1078499"/>
                <a:gd name="connsiteX333-12643" fmla="*/ 2168560 w 3024845"/>
                <a:gd name="connsiteY333-12644" fmla="*/ 255090 h 1078499"/>
                <a:gd name="connsiteX334-12645" fmla="*/ 2182747 w 3024845"/>
                <a:gd name="connsiteY334-12646" fmla="*/ 255090 h 1078499"/>
                <a:gd name="connsiteX335-12647" fmla="*/ 2182747 w 3024845"/>
                <a:gd name="connsiteY335-12648" fmla="*/ 272384 h 1078499"/>
                <a:gd name="connsiteX336-12649" fmla="*/ 2190854 w 3024845"/>
                <a:gd name="connsiteY336-12650" fmla="*/ 296163 h 1078499"/>
                <a:gd name="connsiteX337-12651" fmla="*/ 2184774 w 3024845"/>
                <a:gd name="connsiteY337-12652" fmla="*/ 300487 h 1078499"/>
                <a:gd name="connsiteX338-12653" fmla="*/ 2172613 w 3024845"/>
                <a:gd name="connsiteY338-12654" fmla="*/ 322105 h 1078499"/>
                <a:gd name="connsiteX339-12655" fmla="*/ 2180720 w 3024845"/>
                <a:gd name="connsiteY339-12656" fmla="*/ 575033 h 1078499"/>
                <a:gd name="connsiteX340-12657" fmla="*/ 2245574 w 3024845"/>
                <a:gd name="connsiteY340-12658" fmla="*/ 575033 h 1078499"/>
                <a:gd name="connsiteX341-12659" fmla="*/ 2245574 w 3024845"/>
                <a:gd name="connsiteY341-12660" fmla="*/ 650695 h 1078499"/>
                <a:gd name="connsiteX342-12661" fmla="*/ 2253681 w 3024845"/>
                <a:gd name="connsiteY342-12662" fmla="*/ 650695 h 1078499"/>
                <a:gd name="connsiteX343-12663" fmla="*/ 2255708 w 3024845"/>
                <a:gd name="connsiteY343-12664" fmla="*/ 644210 h 1078499"/>
                <a:gd name="connsiteX344-12665" fmla="*/ 2261788 w 3024845"/>
                <a:gd name="connsiteY344-12666" fmla="*/ 644210 h 1078499"/>
                <a:gd name="connsiteX345-12667" fmla="*/ 2263815 w 3024845"/>
                <a:gd name="connsiteY345-12668" fmla="*/ 652857 h 1078499"/>
                <a:gd name="connsiteX346-12669" fmla="*/ 2275975 w 3024845"/>
                <a:gd name="connsiteY346-12670" fmla="*/ 652857 h 1078499"/>
                <a:gd name="connsiteX347-12671" fmla="*/ 2275975 w 3024845"/>
                <a:gd name="connsiteY347-12672" fmla="*/ 646371 h 1078499"/>
                <a:gd name="connsiteX348-12673" fmla="*/ 2298268 w 3024845"/>
                <a:gd name="connsiteY348-12674" fmla="*/ 646371 h 1078499"/>
                <a:gd name="connsiteX349-12675" fmla="*/ 2298268 w 3024845"/>
                <a:gd name="connsiteY349-12676" fmla="*/ 652857 h 1078499"/>
                <a:gd name="connsiteX350-12677" fmla="*/ 2318535 w 3024845"/>
                <a:gd name="connsiteY350-12678" fmla="*/ 652857 h 1078499"/>
                <a:gd name="connsiteX351-12679" fmla="*/ 2318535 w 3024845"/>
                <a:gd name="connsiteY351-12680" fmla="*/ 698254 h 1078499"/>
                <a:gd name="connsiteX352-12681" fmla="*/ 2332722 w 3024845"/>
                <a:gd name="connsiteY352-12682" fmla="*/ 698254 h 1078499"/>
                <a:gd name="connsiteX353-12683" fmla="*/ 2332722 w 3024845"/>
                <a:gd name="connsiteY353-12684" fmla="*/ 685283 h 1078499"/>
                <a:gd name="connsiteX354-12685" fmla="*/ 2348936 w 3024845"/>
                <a:gd name="connsiteY354-12686" fmla="*/ 685283 h 1078499"/>
                <a:gd name="connsiteX355-12687" fmla="*/ 2348936 w 3024845"/>
                <a:gd name="connsiteY355-12688" fmla="*/ 505856 h 1078499"/>
                <a:gd name="connsiteX356-12689" fmla="*/ 2355016 w 3024845"/>
                <a:gd name="connsiteY356-12690" fmla="*/ 499370 h 1078499"/>
                <a:gd name="connsiteX357-12691" fmla="*/ 2427977 w 3024845"/>
                <a:gd name="connsiteY357-12692" fmla="*/ 499370 h 1078499"/>
                <a:gd name="connsiteX358-12693" fmla="*/ 2427977 w 3024845"/>
                <a:gd name="connsiteY358-12694" fmla="*/ 508018 h 1078499"/>
                <a:gd name="connsiteX359-12695" fmla="*/ 2438110 w 3024845"/>
                <a:gd name="connsiteY359-12696" fmla="*/ 508018 h 1078499"/>
                <a:gd name="connsiteX360-12697" fmla="*/ 2438110 w 3024845"/>
                <a:gd name="connsiteY360-12698" fmla="*/ 622592 h 1078499"/>
                <a:gd name="connsiteX361-12699" fmla="*/ 2460404 w 3024845"/>
                <a:gd name="connsiteY361-12700" fmla="*/ 622592 h 1078499"/>
                <a:gd name="connsiteX362-12701" fmla="*/ 2460404 w 3024845"/>
                <a:gd name="connsiteY362-12702" fmla="*/ 555577 h 1078499"/>
                <a:gd name="connsiteX363-12703" fmla="*/ 2486751 w 3024845"/>
                <a:gd name="connsiteY363-12704" fmla="*/ 555577 h 1078499"/>
                <a:gd name="connsiteX364-12705" fmla="*/ 2490804 w 3024845"/>
                <a:gd name="connsiteY364-12706" fmla="*/ 551253 h 1078499"/>
                <a:gd name="connsiteX365-12707" fmla="*/ 2498911 w 3024845"/>
                <a:gd name="connsiteY365-12708" fmla="*/ 551253 h 1078499"/>
                <a:gd name="connsiteX366-12709" fmla="*/ 2502964 w 3024845"/>
                <a:gd name="connsiteY366-12710" fmla="*/ 555577 h 1078499"/>
                <a:gd name="connsiteX367-12711" fmla="*/ 2525258 w 3024845"/>
                <a:gd name="connsiteY367-12712" fmla="*/ 555577 h 1078499"/>
                <a:gd name="connsiteX368-12713" fmla="*/ 2525258 w 3024845"/>
                <a:gd name="connsiteY368-12714" fmla="*/ 438841 h 1078499"/>
                <a:gd name="connsiteX369-12715" fmla="*/ 2582005 w 3024845"/>
                <a:gd name="connsiteY369-12716" fmla="*/ 428032 h 1078499"/>
                <a:gd name="connsiteX370-12717" fmla="*/ 2582005 w 3024845"/>
                <a:gd name="connsiteY370-12718" fmla="*/ 429113 h 1078499"/>
                <a:gd name="connsiteX371-12719" fmla="*/ 2582005 w 3024845"/>
                <a:gd name="connsiteY371-12720" fmla="*/ 436679 h 1078499"/>
                <a:gd name="connsiteX372-12721" fmla="*/ 2608352 w 3024845"/>
                <a:gd name="connsiteY372-12722" fmla="*/ 436679 h 1078499"/>
                <a:gd name="connsiteX373-12723" fmla="*/ 2608352 w 3024845"/>
                <a:gd name="connsiteY373-12724" fmla="*/ 691769 h 1078499"/>
                <a:gd name="connsiteX374-12725" fmla="*/ 2630646 w 3024845"/>
                <a:gd name="connsiteY374-12726" fmla="*/ 691769 h 1078499"/>
                <a:gd name="connsiteX375-12727" fmla="*/ 2630646 w 3024845"/>
                <a:gd name="connsiteY375-12728" fmla="*/ 687445 h 1078499"/>
                <a:gd name="connsiteX376-12729" fmla="*/ 2642806 w 3024845"/>
                <a:gd name="connsiteY376-12730" fmla="*/ 687445 h 1078499"/>
                <a:gd name="connsiteX377-12731" fmla="*/ 2642806 w 3024845"/>
                <a:gd name="connsiteY377-12732" fmla="*/ 691769 h 1078499"/>
                <a:gd name="connsiteX378-12733" fmla="*/ 2667126 w 3024845"/>
                <a:gd name="connsiteY378-12734" fmla="*/ 691769 h 1078499"/>
                <a:gd name="connsiteX379-12735" fmla="*/ 2667126 w 3024845"/>
                <a:gd name="connsiteY379-12736" fmla="*/ 678798 h 1078499"/>
                <a:gd name="connsiteX380-12737" fmla="*/ 2695500 w 3024845"/>
                <a:gd name="connsiteY380-12738" fmla="*/ 678798 h 1078499"/>
                <a:gd name="connsiteX381-12739" fmla="*/ 2707660 w 3024845"/>
                <a:gd name="connsiteY381-12740" fmla="*/ 674474 h 1078499"/>
                <a:gd name="connsiteX382-12741" fmla="*/ 2727927 w 3024845"/>
                <a:gd name="connsiteY382-12742" fmla="*/ 678798 h 1078499"/>
                <a:gd name="connsiteX383-12743" fmla="*/ 2727927 w 3024845"/>
                <a:gd name="connsiteY383-12744" fmla="*/ 661504 h 1078499"/>
                <a:gd name="connsiteX384-12745" fmla="*/ 2736034 w 3024845"/>
                <a:gd name="connsiteY384-12746" fmla="*/ 661504 h 1078499"/>
                <a:gd name="connsiteX385-12747" fmla="*/ 2736034 w 3024845"/>
                <a:gd name="connsiteY385-12748" fmla="*/ 648533 h 1078499"/>
                <a:gd name="connsiteX386-12749" fmla="*/ 2792781 w 3024845"/>
                <a:gd name="connsiteY386-12750" fmla="*/ 648533 h 1078499"/>
                <a:gd name="connsiteX387-12751" fmla="*/ 2792781 w 3024845"/>
                <a:gd name="connsiteY387-12752" fmla="*/ 618268 h 1078499"/>
                <a:gd name="connsiteX388-12753" fmla="*/ 2811021 w 3024845"/>
                <a:gd name="connsiteY388-12754" fmla="*/ 618268 h 1078499"/>
                <a:gd name="connsiteX389-12755" fmla="*/ 2811021 w 3024845"/>
                <a:gd name="connsiteY389-12756" fmla="*/ 611783 h 1078499"/>
                <a:gd name="connsiteX390-12757" fmla="*/ 2823181 w 3024845"/>
                <a:gd name="connsiteY390-12758" fmla="*/ 611783 h 1078499"/>
                <a:gd name="connsiteX391-12759" fmla="*/ 2823181 w 3024845"/>
                <a:gd name="connsiteY391-12760" fmla="*/ 618268 h 1078499"/>
                <a:gd name="connsiteX392-12761" fmla="*/ 2839395 w 3024845"/>
                <a:gd name="connsiteY392-12762" fmla="*/ 618268 h 1078499"/>
                <a:gd name="connsiteX393-12763" fmla="*/ 2839395 w 3024845"/>
                <a:gd name="connsiteY393-12764" fmla="*/ 667989 h 1078499"/>
                <a:gd name="connsiteX394-12765" fmla="*/ 2871822 w 3024845"/>
                <a:gd name="connsiteY394-12766" fmla="*/ 667989 h 1078499"/>
                <a:gd name="connsiteX395-12767" fmla="*/ 2871822 w 3024845"/>
                <a:gd name="connsiteY395-12768" fmla="*/ 642048 h 1078499"/>
                <a:gd name="connsiteX396-12769" fmla="*/ 2910329 w 3024845"/>
                <a:gd name="connsiteY396-12770" fmla="*/ 642048 h 1078499"/>
                <a:gd name="connsiteX397-12771" fmla="*/ 2910329 w 3024845"/>
                <a:gd name="connsiteY397-12772" fmla="*/ 611783 h 1078499"/>
                <a:gd name="connsiteX398-12773" fmla="*/ 2958970 w 3024845"/>
                <a:gd name="connsiteY398-12774" fmla="*/ 611783 h 1078499"/>
                <a:gd name="connsiteX399-12775" fmla="*/ 2958970 w 3024845"/>
                <a:gd name="connsiteY399-12776" fmla="*/ 722939 h 1078499"/>
                <a:gd name="connsiteX400-12777" fmla="*/ 2958970 w 3024845"/>
                <a:gd name="connsiteY400-12778" fmla="*/ 736718 h 1078499"/>
                <a:gd name="connsiteX401-12779" fmla="*/ 3024845 w 3024845"/>
                <a:gd name="connsiteY401-12780" fmla="*/ 736718 h 1078499"/>
                <a:gd name="connsiteX402-12781" fmla="*/ 3024845 w 3024845"/>
                <a:gd name="connsiteY402-12782" fmla="*/ 1078499 h 1078499"/>
                <a:gd name="connsiteX403-12783" fmla="*/ 2054 w 3024845"/>
                <a:gd name="connsiteY403-12784" fmla="*/ 1076166 h 1078499"/>
                <a:gd name="connsiteX404-12785" fmla="*/ 0 w 3024845"/>
                <a:gd name="connsiteY404-12786" fmla="*/ 642048 h 1078499"/>
                <a:gd name="connsiteX405-12787" fmla="*/ 20267 w 3024845"/>
                <a:gd name="connsiteY405-12788" fmla="*/ 642048 h 1078499"/>
                <a:gd name="connsiteX406-12789" fmla="*/ 20774 w 3024845"/>
                <a:gd name="connsiteY406-12790" fmla="*/ 640967 h 1078499"/>
                <a:gd name="connsiteX407-12791" fmla="*/ 24320 w 3024845"/>
                <a:gd name="connsiteY407-12792" fmla="*/ 633401 h 1078499"/>
                <a:gd name="connsiteX408-12793" fmla="*/ 26094 w 3024845"/>
                <a:gd name="connsiteY408-12794" fmla="*/ 633671 h 1078499"/>
                <a:gd name="connsiteX409-12795" fmla="*/ 38507 w 3024845"/>
                <a:gd name="connsiteY409-12796" fmla="*/ 635562 h 1078499"/>
                <a:gd name="connsiteX410-12797" fmla="*/ 39014 w 3024845"/>
                <a:gd name="connsiteY410-12798" fmla="*/ 636914 h 1078499"/>
                <a:gd name="connsiteX411-12799" fmla="*/ 42560 w 3024845"/>
                <a:gd name="connsiteY411-12800" fmla="*/ 646371 h 1078499"/>
                <a:gd name="connsiteX412-12801" fmla="*/ 68907 w 3024845"/>
                <a:gd name="connsiteY412-12802" fmla="*/ 648533 h 1078499"/>
                <a:gd name="connsiteX413-12803" fmla="*/ 68907 w 3024845"/>
                <a:gd name="connsiteY413-12804" fmla="*/ 525312 h 1078499"/>
                <a:gd name="connsiteX414-12805" fmla="*/ 70934 w 3024845"/>
                <a:gd name="connsiteY414-12806" fmla="*/ 525312 h 1078499"/>
                <a:gd name="connsiteX415-12807" fmla="*/ 85121 w 3024845"/>
                <a:gd name="connsiteY415-12808" fmla="*/ 525312 h 1078499"/>
                <a:gd name="connsiteX416-12809" fmla="*/ 85121 w 3024845"/>
                <a:gd name="connsiteY416-12810" fmla="*/ 389120 h 1078499"/>
                <a:gd name="connsiteX417-12811" fmla="*/ 86894 w 3024845"/>
                <a:gd name="connsiteY417-12812" fmla="*/ 389120 h 1078499"/>
                <a:gd name="connsiteX418-12813" fmla="*/ 99308 w 3024845"/>
                <a:gd name="connsiteY418-12814" fmla="*/ 389120 h 1078499"/>
                <a:gd name="connsiteX419-12815" fmla="*/ 99308 w 3024845"/>
                <a:gd name="connsiteY419-12816" fmla="*/ 274546 h 1078499"/>
                <a:gd name="connsiteX420-12817" fmla="*/ 103361 w 3024845"/>
                <a:gd name="connsiteY420-12818" fmla="*/ 246442 h 1078499"/>
                <a:gd name="connsiteX421-12819" fmla="*/ 105388 w 3024845"/>
                <a:gd name="connsiteY421-12820" fmla="*/ 246442 h 1078499"/>
                <a:gd name="connsiteX422-12821" fmla="*/ 119575 w 3024845"/>
                <a:gd name="connsiteY422-12822" fmla="*/ 246442 h 1078499"/>
                <a:gd name="connsiteX0-12823" fmla="*/ 119575 w 3024845"/>
                <a:gd name="connsiteY0-12824" fmla="*/ 246442 h 1078499"/>
                <a:gd name="connsiteX1-12825" fmla="*/ 200642 w 3024845"/>
                <a:gd name="connsiteY1-12826" fmla="*/ 244281 h 1078499"/>
                <a:gd name="connsiteX2-12827" fmla="*/ 202669 w 3024845"/>
                <a:gd name="connsiteY2-12828" fmla="*/ 244281 h 1078499"/>
                <a:gd name="connsiteX3-12829" fmla="*/ 216856 w 3024845"/>
                <a:gd name="connsiteY3-12830" fmla="*/ 244281 h 1078499"/>
                <a:gd name="connsiteX4-12831" fmla="*/ 216856 w 3024845"/>
                <a:gd name="connsiteY4-12832" fmla="*/ 268060 h 1078499"/>
                <a:gd name="connsiteX5-12833" fmla="*/ 217363 w 3024845"/>
                <a:gd name="connsiteY5-12834" fmla="*/ 268871 h 1078499"/>
                <a:gd name="connsiteX6-12835" fmla="*/ 220909 w 3024845"/>
                <a:gd name="connsiteY6-12836" fmla="*/ 274546 h 1078499"/>
                <a:gd name="connsiteX7-12837" fmla="*/ 220909 w 3024845"/>
                <a:gd name="connsiteY7-12838" fmla="*/ 389120 h 1078499"/>
                <a:gd name="connsiteX8-12839" fmla="*/ 223189 w 3024845"/>
                <a:gd name="connsiteY8-12840" fmla="*/ 389120 h 1078499"/>
                <a:gd name="connsiteX9-12841" fmla="*/ 239150 w 3024845"/>
                <a:gd name="connsiteY9-12842" fmla="*/ 389120 h 1078499"/>
                <a:gd name="connsiteX10-12843" fmla="*/ 239150 w 3024845"/>
                <a:gd name="connsiteY10-12844" fmla="*/ 529635 h 1078499"/>
                <a:gd name="connsiteX11-12845" fmla="*/ 240670 w 3024845"/>
                <a:gd name="connsiteY11-12846" fmla="*/ 529365 h 1078499"/>
                <a:gd name="connsiteX12-12847" fmla="*/ 251310 w 3024845"/>
                <a:gd name="connsiteY12-12848" fmla="*/ 527474 h 1078499"/>
                <a:gd name="connsiteX13-12849" fmla="*/ 249283 w 3024845"/>
                <a:gd name="connsiteY13-12850" fmla="*/ 616106 h 1078499"/>
                <a:gd name="connsiteX14-12851" fmla="*/ 250803 w 3024845"/>
                <a:gd name="connsiteY14-12852" fmla="*/ 616377 h 1078499"/>
                <a:gd name="connsiteX15-12853" fmla="*/ 261443 w 3024845"/>
                <a:gd name="connsiteY15-12854" fmla="*/ 618268 h 1078499"/>
                <a:gd name="connsiteX16-12855" fmla="*/ 261696 w 3024845"/>
                <a:gd name="connsiteY16-12856" fmla="*/ 619079 h 1078499"/>
                <a:gd name="connsiteX17-12857" fmla="*/ 263470 w 3024845"/>
                <a:gd name="connsiteY17-12858" fmla="*/ 624754 h 1078499"/>
                <a:gd name="connsiteX18-12859" fmla="*/ 264230 w 3024845"/>
                <a:gd name="connsiteY18-12860" fmla="*/ 622322 h 1078499"/>
                <a:gd name="connsiteX19-12861" fmla="*/ 269550 w 3024845"/>
                <a:gd name="connsiteY19-12862" fmla="*/ 605298 h 1078499"/>
                <a:gd name="connsiteX20-12863" fmla="*/ 271323 w 3024845"/>
                <a:gd name="connsiteY20-12864" fmla="*/ 605298 h 1078499"/>
                <a:gd name="connsiteX21-12865" fmla="*/ 283737 w 3024845"/>
                <a:gd name="connsiteY21-12866" fmla="*/ 605298 h 1078499"/>
                <a:gd name="connsiteX22-12867" fmla="*/ 283737 w 3024845"/>
                <a:gd name="connsiteY22-12868" fmla="*/ 637724 h 1078499"/>
                <a:gd name="connsiteX23-12869" fmla="*/ 284750 w 3024845"/>
                <a:gd name="connsiteY23-12870" fmla="*/ 638265 h 1078499"/>
                <a:gd name="connsiteX24-12871" fmla="*/ 291844 w 3024845"/>
                <a:gd name="connsiteY24-12872" fmla="*/ 642048 h 1078499"/>
                <a:gd name="connsiteX25-12873" fmla="*/ 291844 w 3024845"/>
                <a:gd name="connsiteY25-12874" fmla="*/ 643399 h 1078499"/>
                <a:gd name="connsiteX26-12875" fmla="*/ 291844 w 3024845"/>
                <a:gd name="connsiteY26-12876" fmla="*/ 652857 h 1078499"/>
                <a:gd name="connsiteX27-12877" fmla="*/ 336431 w 3024845"/>
                <a:gd name="connsiteY27-12878" fmla="*/ 652857 h 1078499"/>
                <a:gd name="connsiteX28-12879" fmla="*/ 336431 w 3024845"/>
                <a:gd name="connsiteY28-12880" fmla="*/ 653938 h 1078499"/>
                <a:gd name="connsiteX29-12881" fmla="*/ 336431 w 3024845"/>
                <a:gd name="connsiteY29-12882" fmla="*/ 661504 h 1078499"/>
                <a:gd name="connsiteX30-12883" fmla="*/ 338457 w 3024845"/>
                <a:gd name="connsiteY30-12884" fmla="*/ 661504 h 1078499"/>
                <a:gd name="connsiteX31-12885" fmla="*/ 352644 w 3024845"/>
                <a:gd name="connsiteY31-12886" fmla="*/ 661504 h 1078499"/>
                <a:gd name="connsiteX32-12887" fmla="*/ 352644 w 3024845"/>
                <a:gd name="connsiteY32-12888" fmla="*/ 631239 h 1078499"/>
                <a:gd name="connsiteX33-12889" fmla="*/ 397231 w 3024845"/>
                <a:gd name="connsiteY33-12890" fmla="*/ 631239 h 1078499"/>
                <a:gd name="connsiteX34-12891" fmla="*/ 397231 w 3024845"/>
                <a:gd name="connsiteY34-12892" fmla="*/ 629888 h 1078499"/>
                <a:gd name="connsiteX35-12893" fmla="*/ 397231 w 3024845"/>
                <a:gd name="connsiteY35-12894" fmla="*/ 620430 h 1078499"/>
                <a:gd name="connsiteX36-12895" fmla="*/ 398245 w 3024845"/>
                <a:gd name="connsiteY36-12896" fmla="*/ 620430 h 1078499"/>
                <a:gd name="connsiteX37-12897" fmla="*/ 405338 w 3024845"/>
                <a:gd name="connsiteY37-12898" fmla="*/ 620430 h 1078499"/>
                <a:gd name="connsiteX38-12899" fmla="*/ 405338 w 3024845"/>
                <a:gd name="connsiteY38-12900" fmla="*/ 618539 h 1078499"/>
                <a:gd name="connsiteX39-12901" fmla="*/ 405338 w 3024845"/>
                <a:gd name="connsiteY39-12902" fmla="*/ 605298 h 1078499"/>
                <a:gd name="connsiteX40-12903" fmla="*/ 406098 w 3024845"/>
                <a:gd name="connsiteY40-12904" fmla="*/ 605298 h 1078499"/>
                <a:gd name="connsiteX41-12905" fmla="*/ 411418 w 3024845"/>
                <a:gd name="connsiteY41-12906" fmla="*/ 605298 h 1078499"/>
                <a:gd name="connsiteX42-12907" fmla="*/ 411418 w 3024845"/>
                <a:gd name="connsiteY42-12908" fmla="*/ 604217 h 1078499"/>
                <a:gd name="connsiteX43-12909" fmla="*/ 411418 w 3024845"/>
                <a:gd name="connsiteY43-12910" fmla="*/ 596650 h 1078499"/>
                <a:gd name="connsiteX44-12911" fmla="*/ 413445 w 3024845"/>
                <a:gd name="connsiteY44-12912" fmla="*/ 596650 h 1078499"/>
                <a:gd name="connsiteX45-12913" fmla="*/ 427632 w 3024845"/>
                <a:gd name="connsiteY45-12914" fmla="*/ 596650 h 1078499"/>
                <a:gd name="connsiteX46-12915" fmla="*/ 427632 w 3024845"/>
                <a:gd name="connsiteY46-12916" fmla="*/ 597731 h 1078499"/>
                <a:gd name="connsiteX47-12917" fmla="*/ 427632 w 3024845"/>
                <a:gd name="connsiteY47-12918" fmla="*/ 605298 h 1078499"/>
                <a:gd name="connsiteX48-12919" fmla="*/ 449925 w 3024845"/>
                <a:gd name="connsiteY48-12920" fmla="*/ 605298 h 1078499"/>
                <a:gd name="connsiteX49-12921" fmla="*/ 449925 w 3024845"/>
                <a:gd name="connsiteY49-12922" fmla="*/ 603406 h 1078499"/>
                <a:gd name="connsiteX50-12923" fmla="*/ 449925 w 3024845"/>
                <a:gd name="connsiteY50-12924" fmla="*/ 590165 h 1078499"/>
                <a:gd name="connsiteX51-12925" fmla="*/ 451699 w 3024845"/>
                <a:gd name="connsiteY51-12926" fmla="*/ 590165 h 1078499"/>
                <a:gd name="connsiteX52-12927" fmla="*/ 464112 w 3024845"/>
                <a:gd name="connsiteY52-12928" fmla="*/ 590165 h 1078499"/>
                <a:gd name="connsiteX53-12929" fmla="*/ 464112 w 3024845"/>
                <a:gd name="connsiteY53-12930" fmla="*/ 613945 h 1078499"/>
                <a:gd name="connsiteX54-12931" fmla="*/ 465126 w 3024845"/>
                <a:gd name="connsiteY54-12932" fmla="*/ 613945 h 1078499"/>
                <a:gd name="connsiteX55-12933" fmla="*/ 472219 w 3024845"/>
                <a:gd name="connsiteY55-12934" fmla="*/ 613945 h 1078499"/>
                <a:gd name="connsiteX56-12935" fmla="*/ 472219 w 3024845"/>
                <a:gd name="connsiteY56-12936" fmla="*/ 612864 h 1078499"/>
                <a:gd name="connsiteX57-12937" fmla="*/ 472219 w 3024845"/>
                <a:gd name="connsiteY57-12938" fmla="*/ 605298 h 1078499"/>
                <a:gd name="connsiteX58-12939" fmla="*/ 473992 w 3024845"/>
                <a:gd name="connsiteY58-12940" fmla="*/ 605298 h 1078499"/>
                <a:gd name="connsiteX59-12941" fmla="*/ 486406 w 3024845"/>
                <a:gd name="connsiteY59-12942" fmla="*/ 605298 h 1078499"/>
                <a:gd name="connsiteX60-12943" fmla="*/ 486406 w 3024845"/>
                <a:gd name="connsiteY60-12944" fmla="*/ 631239 h 1078499"/>
                <a:gd name="connsiteX61-12945" fmla="*/ 488433 w 3024845"/>
                <a:gd name="connsiteY61-12946" fmla="*/ 631239 h 1078499"/>
                <a:gd name="connsiteX62-12947" fmla="*/ 502619 w 3024845"/>
                <a:gd name="connsiteY62-12948" fmla="*/ 631239 h 1078499"/>
                <a:gd name="connsiteX63-12949" fmla="*/ 502619 w 3024845"/>
                <a:gd name="connsiteY63-12950" fmla="*/ 632860 h 1078499"/>
                <a:gd name="connsiteX64-12951" fmla="*/ 502619 w 3024845"/>
                <a:gd name="connsiteY64-12952" fmla="*/ 644210 h 1078499"/>
                <a:gd name="connsiteX65-12953" fmla="*/ 503379 w 3024845"/>
                <a:gd name="connsiteY65-12954" fmla="*/ 644210 h 1078499"/>
                <a:gd name="connsiteX66-12955" fmla="*/ 508700 w 3024845"/>
                <a:gd name="connsiteY66-12956" fmla="*/ 644210 h 1078499"/>
                <a:gd name="connsiteX67-12957" fmla="*/ 508700 w 3024845"/>
                <a:gd name="connsiteY67-12958" fmla="*/ 643399 h 1078499"/>
                <a:gd name="connsiteX68-12959" fmla="*/ 508700 w 3024845"/>
                <a:gd name="connsiteY68-12960" fmla="*/ 637724 h 1078499"/>
                <a:gd name="connsiteX69-12961" fmla="*/ 539100 w 3024845"/>
                <a:gd name="connsiteY69-12962" fmla="*/ 637724 h 1078499"/>
                <a:gd name="connsiteX70-12963" fmla="*/ 539100 w 3024845"/>
                <a:gd name="connsiteY70-12964" fmla="*/ 661504 h 1078499"/>
                <a:gd name="connsiteX71-12965" fmla="*/ 540113 w 3024845"/>
                <a:gd name="connsiteY71-12966" fmla="*/ 661504 h 1078499"/>
                <a:gd name="connsiteX72-12967" fmla="*/ 547207 w 3024845"/>
                <a:gd name="connsiteY72-12968" fmla="*/ 661504 h 1078499"/>
                <a:gd name="connsiteX73-12969" fmla="*/ 547207 w 3024845"/>
                <a:gd name="connsiteY73-12970" fmla="*/ 662585 h 1078499"/>
                <a:gd name="connsiteX74-12971" fmla="*/ 547207 w 3024845"/>
                <a:gd name="connsiteY74-12972" fmla="*/ 670151 h 1078499"/>
                <a:gd name="connsiteX75-12973" fmla="*/ 547967 w 3024845"/>
                <a:gd name="connsiteY75-12974" fmla="*/ 670151 h 1078499"/>
                <a:gd name="connsiteX76-12975" fmla="*/ 553287 w 3024845"/>
                <a:gd name="connsiteY76-12976" fmla="*/ 670151 h 1078499"/>
                <a:gd name="connsiteX77-12977" fmla="*/ 553287 w 3024845"/>
                <a:gd name="connsiteY77-12978" fmla="*/ 667989 h 1078499"/>
                <a:gd name="connsiteX78-12979" fmla="*/ 553287 w 3024845"/>
                <a:gd name="connsiteY78-12980" fmla="*/ 652857 h 1078499"/>
                <a:gd name="connsiteX79-12981" fmla="*/ 554300 w 3024845"/>
                <a:gd name="connsiteY79-12982" fmla="*/ 652857 h 1078499"/>
                <a:gd name="connsiteX80-12983" fmla="*/ 561394 w 3024845"/>
                <a:gd name="connsiteY80-12984" fmla="*/ 652857 h 1078499"/>
                <a:gd name="connsiteX81-12985" fmla="*/ 561394 w 3024845"/>
                <a:gd name="connsiteY81-12986" fmla="*/ 653938 h 1078499"/>
                <a:gd name="connsiteX82-12987" fmla="*/ 561394 w 3024845"/>
                <a:gd name="connsiteY82-12988" fmla="*/ 661504 h 1078499"/>
                <a:gd name="connsiteX83-12989" fmla="*/ 566714 w 3024845"/>
                <a:gd name="connsiteY83-12990" fmla="*/ 659511 h 1078499"/>
                <a:gd name="connsiteX84-12991" fmla="*/ 567474 w 3024845"/>
                <a:gd name="connsiteY84-12992" fmla="*/ 658531 h 1078499"/>
                <a:gd name="connsiteX85-12993" fmla="*/ 567474 w 3024845"/>
                <a:gd name="connsiteY85-12994" fmla="*/ 652857 h 1078499"/>
                <a:gd name="connsiteX86-12995" fmla="*/ 605981 w 3024845"/>
                <a:gd name="connsiteY86-12996" fmla="*/ 652857 h 1078499"/>
                <a:gd name="connsiteX87-12997" fmla="*/ 605981 w 3024845"/>
                <a:gd name="connsiteY87-12998" fmla="*/ 676636 h 1078499"/>
                <a:gd name="connsiteX88-12999" fmla="*/ 608007 w 3024845"/>
                <a:gd name="connsiteY88-13000" fmla="*/ 676636 h 1078499"/>
                <a:gd name="connsiteX89-13001" fmla="*/ 622194 w 3024845"/>
                <a:gd name="connsiteY89-13002" fmla="*/ 676636 h 1078499"/>
                <a:gd name="connsiteX90-13003" fmla="*/ 622194 w 3024845"/>
                <a:gd name="connsiteY90-13004" fmla="*/ 677717 h 1078499"/>
                <a:gd name="connsiteX91-13005" fmla="*/ 622194 w 3024845"/>
                <a:gd name="connsiteY91-13006" fmla="*/ 685283 h 1078499"/>
                <a:gd name="connsiteX92-13007" fmla="*/ 623968 w 3024845"/>
                <a:gd name="connsiteY92-13008" fmla="*/ 685283 h 1078499"/>
                <a:gd name="connsiteX93-13009" fmla="*/ 636381 w 3024845"/>
                <a:gd name="connsiteY93-13010" fmla="*/ 685283 h 1078499"/>
                <a:gd name="connsiteX94-13011" fmla="*/ 636381 w 3024845"/>
                <a:gd name="connsiteY94-13012" fmla="*/ 661504 h 1078499"/>
                <a:gd name="connsiteX95-13013" fmla="*/ 637394 w 3024845"/>
                <a:gd name="connsiteY95-13014" fmla="*/ 661504 h 1078499"/>
                <a:gd name="connsiteX96-13015" fmla="*/ 644488 w 3024845"/>
                <a:gd name="connsiteY96-13016" fmla="*/ 661504 h 1078499"/>
                <a:gd name="connsiteX97-13017" fmla="*/ 644488 w 3024845"/>
                <a:gd name="connsiteY97-13018" fmla="*/ 629077 h 1078499"/>
                <a:gd name="connsiteX98-13019" fmla="*/ 645501 w 3024845"/>
                <a:gd name="connsiteY98-13020" fmla="*/ 629077 h 1078499"/>
                <a:gd name="connsiteX99-13021" fmla="*/ 652595 w 3024845"/>
                <a:gd name="connsiteY99-13022" fmla="*/ 629077 h 1078499"/>
                <a:gd name="connsiteX100-13023" fmla="*/ 652595 w 3024845"/>
                <a:gd name="connsiteY100-13024" fmla="*/ 627186 h 1078499"/>
                <a:gd name="connsiteX101-13025" fmla="*/ 652595 w 3024845"/>
                <a:gd name="connsiteY101-13026" fmla="*/ 613945 h 1078499"/>
                <a:gd name="connsiteX102-13027" fmla="*/ 651328 w 3024845"/>
                <a:gd name="connsiteY102-13028" fmla="*/ 612323 h 1078499"/>
                <a:gd name="connsiteX103-13029" fmla="*/ 656648 w 3024845"/>
                <a:gd name="connsiteY103-13030" fmla="*/ 600974 h 1078499"/>
                <a:gd name="connsiteX104-13031" fmla="*/ 664755 w 3024845"/>
                <a:gd name="connsiteY104-13032" fmla="*/ 629077 h 1078499"/>
                <a:gd name="connsiteX105-13033" fmla="*/ 665515 w 3024845"/>
                <a:gd name="connsiteY105-13034" fmla="*/ 629077 h 1078499"/>
                <a:gd name="connsiteX106-13035" fmla="*/ 670835 w 3024845"/>
                <a:gd name="connsiteY106-13036" fmla="*/ 629077 h 1078499"/>
                <a:gd name="connsiteX107-13037" fmla="*/ 670835 w 3024845"/>
                <a:gd name="connsiteY107-13038" fmla="*/ 523150 h 1078499"/>
                <a:gd name="connsiteX108-13039" fmla="*/ 672355 w 3024845"/>
                <a:gd name="connsiteY108-13040" fmla="*/ 523150 h 1078499"/>
                <a:gd name="connsiteX109-13041" fmla="*/ 682995 w 3024845"/>
                <a:gd name="connsiteY109-13042" fmla="*/ 523150 h 1078499"/>
                <a:gd name="connsiteX110-13043" fmla="*/ 682995 w 3024845"/>
                <a:gd name="connsiteY110-13044" fmla="*/ 475591 h 1078499"/>
                <a:gd name="connsiteX111-13045" fmla="*/ 709342 w 3024845"/>
                <a:gd name="connsiteY111-13046" fmla="*/ 475591 h 1078499"/>
                <a:gd name="connsiteX112-13047" fmla="*/ 709342 w 3024845"/>
                <a:gd name="connsiteY112-13048" fmla="*/ 453973 h 1078499"/>
                <a:gd name="connsiteX113-13049" fmla="*/ 743796 w 3024845"/>
                <a:gd name="connsiteY113-13050" fmla="*/ 453973 h 1078499"/>
                <a:gd name="connsiteX114-13051" fmla="*/ 743796 w 3024845"/>
                <a:gd name="connsiteY114-13052" fmla="*/ 456405 h 1078499"/>
                <a:gd name="connsiteX115-13053" fmla="*/ 743796 w 3024845"/>
                <a:gd name="connsiteY115-13054" fmla="*/ 473429 h 1078499"/>
                <a:gd name="connsiteX116-13055" fmla="*/ 746076 w 3024845"/>
                <a:gd name="connsiteY116-13056" fmla="*/ 473429 h 1078499"/>
                <a:gd name="connsiteX117-13057" fmla="*/ 762036 w 3024845"/>
                <a:gd name="connsiteY117-13058" fmla="*/ 473429 h 1078499"/>
                <a:gd name="connsiteX118-13059" fmla="*/ 762036 w 3024845"/>
                <a:gd name="connsiteY118-13060" fmla="*/ 520988 h 1078499"/>
                <a:gd name="connsiteX119-13061" fmla="*/ 763049 w 3024845"/>
                <a:gd name="connsiteY119-13062" fmla="*/ 520988 h 1078499"/>
                <a:gd name="connsiteX120-13063" fmla="*/ 770143 w 3024845"/>
                <a:gd name="connsiteY120-13064" fmla="*/ 520988 h 1078499"/>
                <a:gd name="connsiteX121-13065" fmla="*/ 784330 w 3024845"/>
                <a:gd name="connsiteY121-13066" fmla="*/ 525312 h 1078499"/>
                <a:gd name="connsiteX122-13067" fmla="*/ 784330 w 3024845"/>
                <a:gd name="connsiteY122-13068" fmla="*/ 564224 h 1078499"/>
                <a:gd name="connsiteX123-13069" fmla="*/ 785343 w 3024845"/>
                <a:gd name="connsiteY123-13070" fmla="*/ 564224 h 1078499"/>
                <a:gd name="connsiteX124-13071" fmla="*/ 792436 w 3024845"/>
                <a:gd name="connsiteY124-13072" fmla="*/ 564224 h 1078499"/>
                <a:gd name="connsiteX125-13073" fmla="*/ 792436 w 3024845"/>
                <a:gd name="connsiteY125-13074" fmla="*/ 565845 h 1078499"/>
                <a:gd name="connsiteX126-13075" fmla="*/ 792436 w 3024845"/>
                <a:gd name="connsiteY126-13076" fmla="*/ 577194 h 1078499"/>
                <a:gd name="connsiteX127-13077" fmla="*/ 794463 w 3024845"/>
                <a:gd name="connsiteY127-13078" fmla="*/ 577194 h 1078499"/>
                <a:gd name="connsiteX128-13079" fmla="*/ 808650 w 3024845"/>
                <a:gd name="connsiteY128-13080" fmla="*/ 577194 h 1078499"/>
                <a:gd name="connsiteX129-13081" fmla="*/ 814730 w 3024845"/>
                <a:gd name="connsiteY129-13082" fmla="*/ 583680 h 1078499"/>
                <a:gd name="connsiteX130-13083" fmla="*/ 814730 w 3024845"/>
                <a:gd name="connsiteY130-13084" fmla="*/ 605298 h 1078499"/>
                <a:gd name="connsiteX131-13085" fmla="*/ 817010 w 3024845"/>
                <a:gd name="connsiteY131-13086" fmla="*/ 605298 h 1078499"/>
                <a:gd name="connsiteX132-13087" fmla="*/ 832970 w 3024845"/>
                <a:gd name="connsiteY132-13088" fmla="*/ 605298 h 1078499"/>
                <a:gd name="connsiteX133-13089" fmla="*/ 832970 w 3024845"/>
                <a:gd name="connsiteY133-13090" fmla="*/ 606378 h 1078499"/>
                <a:gd name="connsiteX134-13091" fmla="*/ 832970 w 3024845"/>
                <a:gd name="connsiteY134-13092" fmla="*/ 613945 h 1078499"/>
                <a:gd name="connsiteX135-13093" fmla="*/ 834237 w 3024845"/>
                <a:gd name="connsiteY135-13094" fmla="*/ 613945 h 1078499"/>
                <a:gd name="connsiteX136-13095" fmla="*/ 843104 w 3024845"/>
                <a:gd name="connsiteY136-13096" fmla="*/ 613945 h 1078499"/>
                <a:gd name="connsiteX137-13097" fmla="*/ 843104 w 3024845"/>
                <a:gd name="connsiteY137-13098" fmla="*/ 616106 h 1078499"/>
                <a:gd name="connsiteX138-13099" fmla="*/ 843104 w 3024845"/>
                <a:gd name="connsiteY138-13100" fmla="*/ 631239 h 1078499"/>
                <a:gd name="connsiteX139-13101" fmla="*/ 847157 w 3024845"/>
                <a:gd name="connsiteY139-13102" fmla="*/ 629347 h 1078499"/>
                <a:gd name="connsiteX140-13103" fmla="*/ 847157 w 3024845"/>
                <a:gd name="connsiteY140-13104" fmla="*/ 616106 h 1078499"/>
                <a:gd name="connsiteX141-13105" fmla="*/ 848170 w 3024845"/>
                <a:gd name="connsiteY141-13106" fmla="*/ 616106 h 1078499"/>
                <a:gd name="connsiteX142-13107" fmla="*/ 855264 w 3024845"/>
                <a:gd name="connsiteY142-13108" fmla="*/ 616106 h 1078499"/>
                <a:gd name="connsiteX143-13109" fmla="*/ 855264 w 3024845"/>
                <a:gd name="connsiteY143-13110" fmla="*/ 617728 h 1078499"/>
                <a:gd name="connsiteX144-13111" fmla="*/ 855264 w 3024845"/>
                <a:gd name="connsiteY144-13112" fmla="*/ 629077 h 1078499"/>
                <a:gd name="connsiteX145-13113" fmla="*/ 856024 w 3024845"/>
                <a:gd name="connsiteY145-13114" fmla="*/ 629077 h 1078499"/>
                <a:gd name="connsiteX146-13115" fmla="*/ 861344 w 3024845"/>
                <a:gd name="connsiteY146-13116" fmla="*/ 629077 h 1078499"/>
                <a:gd name="connsiteX147-13117" fmla="*/ 909984 w 3024845"/>
                <a:gd name="connsiteY147-13118" fmla="*/ 624754 h 1078499"/>
                <a:gd name="connsiteX148-13119" fmla="*/ 909984 w 3024845"/>
                <a:gd name="connsiteY148-13120" fmla="*/ 626105 h 1078499"/>
                <a:gd name="connsiteX149-13121" fmla="*/ 909984 w 3024845"/>
                <a:gd name="connsiteY149-13122" fmla="*/ 635562 h 1078499"/>
                <a:gd name="connsiteX150-13123" fmla="*/ 910744 w 3024845"/>
                <a:gd name="connsiteY150-13124" fmla="*/ 635562 h 1078499"/>
                <a:gd name="connsiteX151-13125" fmla="*/ 916065 w 3024845"/>
                <a:gd name="connsiteY151-13126" fmla="*/ 635562 h 1078499"/>
                <a:gd name="connsiteX152-13127" fmla="*/ 916065 w 3024845"/>
                <a:gd name="connsiteY152-13128" fmla="*/ 637724 h 1078499"/>
                <a:gd name="connsiteX153-13129" fmla="*/ 916065 w 3024845"/>
                <a:gd name="connsiteY153-13130" fmla="*/ 652857 h 1078499"/>
                <a:gd name="connsiteX154-13131" fmla="*/ 918091 w 3024845"/>
                <a:gd name="connsiteY154-13132" fmla="*/ 651506 h 1078499"/>
                <a:gd name="connsiteX155-13133" fmla="*/ 932278 w 3024845"/>
                <a:gd name="connsiteY155-13134" fmla="*/ 642048 h 1078499"/>
                <a:gd name="connsiteX156-13135" fmla="*/ 938358 w 3024845"/>
                <a:gd name="connsiteY156-13136" fmla="*/ 600974 h 1078499"/>
                <a:gd name="connsiteX157-13137" fmla="*/ 939118 w 3024845"/>
                <a:gd name="connsiteY157-13138" fmla="*/ 600704 h 1078499"/>
                <a:gd name="connsiteX158-13139" fmla="*/ 944438 w 3024845"/>
                <a:gd name="connsiteY158-13140" fmla="*/ 598812 h 1078499"/>
                <a:gd name="connsiteX159-13141" fmla="*/ 946465 w 3024845"/>
                <a:gd name="connsiteY159-13142" fmla="*/ 529635 h 1078499"/>
                <a:gd name="connsiteX160-13143" fmla="*/ 948492 w 3024845"/>
                <a:gd name="connsiteY160-13144" fmla="*/ 598812 h 1078499"/>
                <a:gd name="connsiteX161-13145" fmla="*/ 949252 w 3024845"/>
                <a:gd name="connsiteY161-13146" fmla="*/ 599082 h 1078499"/>
                <a:gd name="connsiteX162-13147" fmla="*/ 954572 w 3024845"/>
                <a:gd name="connsiteY162-13148" fmla="*/ 600974 h 1078499"/>
                <a:gd name="connsiteX163-13149" fmla="*/ 954572 w 3024845"/>
                <a:gd name="connsiteY163-13150" fmla="*/ 514503 h 1078499"/>
                <a:gd name="connsiteX164-13151" fmla="*/ 958625 w 3024845"/>
                <a:gd name="connsiteY164-13152" fmla="*/ 482076 h 1078499"/>
                <a:gd name="connsiteX165-13153" fmla="*/ 997132 w 3024845"/>
                <a:gd name="connsiteY165-13154" fmla="*/ 482076 h 1078499"/>
                <a:gd name="connsiteX166-13155" fmla="*/ 997132 w 3024845"/>
                <a:gd name="connsiteY166-13156" fmla="*/ 514503 h 1078499"/>
                <a:gd name="connsiteX167-13157" fmla="*/ 997892 w 3024845"/>
                <a:gd name="connsiteY167-13158" fmla="*/ 514503 h 1078499"/>
                <a:gd name="connsiteX168-13159" fmla="*/ 1003212 w 3024845"/>
                <a:gd name="connsiteY168-13160" fmla="*/ 514503 h 1078499"/>
                <a:gd name="connsiteX169-13161" fmla="*/ 1003212 w 3024845"/>
                <a:gd name="connsiteY169-13162" fmla="*/ 432355 h 1078499"/>
                <a:gd name="connsiteX170-13163" fmla="*/ 1004986 w 3024845"/>
                <a:gd name="connsiteY170-13164" fmla="*/ 432355 h 1078499"/>
                <a:gd name="connsiteX171-13165" fmla="*/ 1017399 w 3024845"/>
                <a:gd name="connsiteY171-13166" fmla="*/ 432355 h 1078499"/>
                <a:gd name="connsiteX172-13167" fmla="*/ 1017399 w 3024845"/>
                <a:gd name="connsiteY172-13168" fmla="*/ 430464 h 1078499"/>
                <a:gd name="connsiteX173-13169" fmla="*/ 1017399 w 3024845"/>
                <a:gd name="connsiteY173-13170" fmla="*/ 417223 h 1078499"/>
                <a:gd name="connsiteX174-13171" fmla="*/ 1039693 w 3024845"/>
                <a:gd name="connsiteY174-13172" fmla="*/ 417223 h 1078499"/>
                <a:gd name="connsiteX175-13173" fmla="*/ 1039693 w 3024845"/>
                <a:gd name="connsiteY175-13174" fmla="*/ 416142 h 1078499"/>
                <a:gd name="connsiteX176-13175" fmla="*/ 1039693 w 3024845"/>
                <a:gd name="connsiteY176-13176" fmla="*/ 408576 h 1078499"/>
                <a:gd name="connsiteX177-13177" fmla="*/ 1041466 w 3024845"/>
                <a:gd name="connsiteY177-13178" fmla="*/ 408576 h 1078499"/>
                <a:gd name="connsiteX178-13179" fmla="*/ 1053880 w 3024845"/>
                <a:gd name="connsiteY178-13180" fmla="*/ 408576 h 1078499"/>
                <a:gd name="connsiteX179-13181" fmla="*/ 1053880 w 3024845"/>
                <a:gd name="connsiteY179-13182" fmla="*/ 409657 h 1078499"/>
                <a:gd name="connsiteX180-13183" fmla="*/ 1053880 w 3024845"/>
                <a:gd name="connsiteY180-13184" fmla="*/ 417223 h 1078499"/>
                <a:gd name="connsiteX181-13185" fmla="*/ 1054640 w 3024845"/>
                <a:gd name="connsiteY181-13186" fmla="*/ 417223 h 1078499"/>
                <a:gd name="connsiteX182-13187" fmla="*/ 1059960 w 3024845"/>
                <a:gd name="connsiteY182-13188" fmla="*/ 417223 h 1078499"/>
                <a:gd name="connsiteX183-13189" fmla="*/ 1070093 w 3024845"/>
                <a:gd name="connsiteY183-13190" fmla="*/ 412899 h 1078499"/>
                <a:gd name="connsiteX184-13191" fmla="*/ 1074146 w 3024845"/>
                <a:gd name="connsiteY184-13192" fmla="*/ 416142 h 1078499"/>
                <a:gd name="connsiteX185-13193" fmla="*/ 1074146 w 3024845"/>
                <a:gd name="connsiteY185-13194" fmla="*/ 408576 h 1078499"/>
                <a:gd name="connsiteX186-13195" fmla="*/ 1076426 w 3024845"/>
                <a:gd name="connsiteY186-13196" fmla="*/ 408576 h 1078499"/>
                <a:gd name="connsiteX187-13197" fmla="*/ 1092387 w 3024845"/>
                <a:gd name="connsiteY187-13198" fmla="*/ 408576 h 1078499"/>
                <a:gd name="connsiteX188-13199" fmla="*/ 1092387 w 3024845"/>
                <a:gd name="connsiteY188-13200" fmla="*/ 409657 h 1078499"/>
                <a:gd name="connsiteX189-13201" fmla="*/ 1092387 w 3024845"/>
                <a:gd name="connsiteY189-13202" fmla="*/ 417223 h 1078499"/>
                <a:gd name="connsiteX190-13203" fmla="*/ 1122787 w 3024845"/>
                <a:gd name="connsiteY190-13204" fmla="*/ 417223 h 1078499"/>
                <a:gd name="connsiteX191-13205" fmla="*/ 1122787 w 3024845"/>
                <a:gd name="connsiteY191-13206" fmla="*/ 418844 h 1078499"/>
                <a:gd name="connsiteX192-13207" fmla="*/ 1122787 w 3024845"/>
                <a:gd name="connsiteY192-13208" fmla="*/ 430194 h 1078499"/>
                <a:gd name="connsiteX193-13209" fmla="*/ 1149134 w 3024845"/>
                <a:gd name="connsiteY193-13210" fmla="*/ 430194 h 1078499"/>
                <a:gd name="connsiteX194-13211" fmla="*/ 1149134 w 3024845"/>
                <a:gd name="connsiteY194-13212" fmla="*/ 460458 h 1078499"/>
                <a:gd name="connsiteX195-13213" fmla="*/ 1149894 w 3024845"/>
                <a:gd name="connsiteY195-13214" fmla="*/ 460458 h 1078499"/>
                <a:gd name="connsiteX196-13215" fmla="*/ 1155214 w 3024845"/>
                <a:gd name="connsiteY196-13216" fmla="*/ 460458 h 1078499"/>
                <a:gd name="connsiteX197-13217" fmla="*/ 1155214 w 3024845"/>
                <a:gd name="connsiteY197-13218" fmla="*/ 461539 h 1078499"/>
                <a:gd name="connsiteX198-13219" fmla="*/ 1155214 w 3024845"/>
                <a:gd name="connsiteY198-13220" fmla="*/ 469106 h 1078499"/>
                <a:gd name="connsiteX199-13221" fmla="*/ 1159268 w 3024845"/>
                <a:gd name="connsiteY199-13222" fmla="*/ 499370 h 1078499"/>
                <a:gd name="connsiteX200-13223" fmla="*/ 1160028 w 3024845"/>
                <a:gd name="connsiteY200-13224" fmla="*/ 499370 h 1078499"/>
                <a:gd name="connsiteX201-13225" fmla="*/ 1165348 w 3024845"/>
                <a:gd name="connsiteY201-13226" fmla="*/ 499370 h 1078499"/>
                <a:gd name="connsiteX202-13227" fmla="*/ 1165348 w 3024845"/>
                <a:gd name="connsiteY202-13228" fmla="*/ 500181 h 1078499"/>
                <a:gd name="connsiteX203-13229" fmla="*/ 1165348 w 3024845"/>
                <a:gd name="connsiteY203-13230" fmla="*/ 505856 h 1078499"/>
                <a:gd name="connsiteX204-13231" fmla="*/ 1166361 w 3024845"/>
                <a:gd name="connsiteY204-13232" fmla="*/ 505856 h 1078499"/>
                <a:gd name="connsiteX205-13233" fmla="*/ 1173454 w 3024845"/>
                <a:gd name="connsiteY205-13234" fmla="*/ 505856 h 1078499"/>
                <a:gd name="connsiteX206-13235" fmla="*/ 1173454 w 3024845"/>
                <a:gd name="connsiteY206-13236" fmla="*/ 536121 h 1078499"/>
                <a:gd name="connsiteX207-13237" fmla="*/ 1175481 w 3024845"/>
                <a:gd name="connsiteY207-13238" fmla="*/ 536121 h 1078499"/>
                <a:gd name="connsiteX208-13239" fmla="*/ 1189668 w 3024845"/>
                <a:gd name="connsiteY208-13240" fmla="*/ 536121 h 1078499"/>
                <a:gd name="connsiteX209-13241" fmla="*/ 1189668 w 3024845"/>
                <a:gd name="connsiteY209-13242" fmla="*/ 559900 h 1078499"/>
                <a:gd name="connsiteX210-13243" fmla="*/ 1191695 w 3024845"/>
                <a:gd name="connsiteY210-13244" fmla="*/ 561521 h 1078499"/>
                <a:gd name="connsiteX211-13245" fmla="*/ 1191695 w 3024845"/>
                <a:gd name="connsiteY211-13246" fmla="*/ 572871 h 1078499"/>
                <a:gd name="connsiteX212-13247" fmla="*/ 1192455 w 3024845"/>
                <a:gd name="connsiteY212-13248" fmla="*/ 572871 h 1078499"/>
                <a:gd name="connsiteX213-13249" fmla="*/ 1197775 w 3024845"/>
                <a:gd name="connsiteY213-13250" fmla="*/ 572871 h 1078499"/>
                <a:gd name="connsiteX214-13251" fmla="*/ 1197775 w 3024845"/>
                <a:gd name="connsiteY214-13252" fmla="*/ 596650 h 1078499"/>
                <a:gd name="connsiteX215-13253" fmla="*/ 1199041 w 3024845"/>
                <a:gd name="connsiteY215-13254" fmla="*/ 596650 h 1078499"/>
                <a:gd name="connsiteX216-13255" fmla="*/ 1207908 w 3024845"/>
                <a:gd name="connsiteY216-13256" fmla="*/ 596650 h 1078499"/>
                <a:gd name="connsiteX217-13257" fmla="*/ 1209935 w 3024845"/>
                <a:gd name="connsiteY217-13258" fmla="*/ 600704 h 1078499"/>
                <a:gd name="connsiteX218-13259" fmla="*/ 1209935 w 3024845"/>
                <a:gd name="connsiteY218-13260" fmla="*/ 613945 h 1078499"/>
                <a:gd name="connsiteX219-13261" fmla="*/ 1211455 w 3024845"/>
                <a:gd name="connsiteY219-13262" fmla="*/ 612053 h 1078499"/>
                <a:gd name="connsiteX220-13263" fmla="*/ 1222095 w 3024845"/>
                <a:gd name="connsiteY220-13264" fmla="*/ 598812 h 1078499"/>
                <a:gd name="connsiteX221-13265" fmla="*/ 1250469 w 3024845"/>
                <a:gd name="connsiteY221-13266" fmla="*/ 598812 h 1078499"/>
                <a:gd name="connsiteX222-13267" fmla="*/ 1250469 w 3024845"/>
                <a:gd name="connsiteY222-13268" fmla="*/ 685283 h 1078499"/>
                <a:gd name="connsiteX223-13269" fmla="*/ 1251229 w 3024845"/>
                <a:gd name="connsiteY223-13270" fmla="*/ 685283 h 1078499"/>
                <a:gd name="connsiteX224-13271" fmla="*/ 1256549 w 3024845"/>
                <a:gd name="connsiteY224-13272" fmla="*/ 685283 h 1078499"/>
                <a:gd name="connsiteX225-13273" fmla="*/ 1257309 w 3024845"/>
                <a:gd name="connsiteY225-13274" fmla="*/ 683932 h 1078499"/>
                <a:gd name="connsiteX226-13275" fmla="*/ 1262629 w 3024845"/>
                <a:gd name="connsiteY226-13276" fmla="*/ 674474 h 1078499"/>
                <a:gd name="connsiteX227-13277" fmla="*/ 1262629 w 3024845"/>
                <a:gd name="connsiteY227-13278" fmla="*/ 676366 h 1078499"/>
                <a:gd name="connsiteX228-13279" fmla="*/ 1262629 w 3024845"/>
                <a:gd name="connsiteY228-13280" fmla="*/ 689607 h 1078499"/>
                <a:gd name="connsiteX229-13281" fmla="*/ 1266682 w 3024845"/>
                <a:gd name="connsiteY229-13282" fmla="*/ 644210 h 1078499"/>
                <a:gd name="connsiteX230-13283" fmla="*/ 1267442 w 3024845"/>
                <a:gd name="connsiteY230-13284" fmla="*/ 644210 h 1078499"/>
                <a:gd name="connsiteX231-13285" fmla="*/ 1272762 w 3024845"/>
                <a:gd name="connsiteY231-13286" fmla="*/ 644210 h 1078499"/>
                <a:gd name="connsiteX232-13287" fmla="*/ 1272762 w 3024845"/>
                <a:gd name="connsiteY232-13288" fmla="*/ 579356 h 1078499"/>
                <a:gd name="connsiteX233-13289" fmla="*/ 1273776 w 3024845"/>
                <a:gd name="connsiteY233-13290" fmla="*/ 579356 h 1078499"/>
                <a:gd name="connsiteX234-13291" fmla="*/ 1280869 w 3024845"/>
                <a:gd name="connsiteY234-13292" fmla="*/ 579356 h 1078499"/>
                <a:gd name="connsiteX235-13293" fmla="*/ 1293029 w 3024845"/>
                <a:gd name="connsiteY235-13294" fmla="*/ 536121 h 1078499"/>
                <a:gd name="connsiteX236-13295" fmla="*/ 1294296 w 3024845"/>
                <a:gd name="connsiteY236-13296" fmla="*/ 536121 h 1078499"/>
                <a:gd name="connsiteX237-13297" fmla="*/ 1303163 w 3024845"/>
                <a:gd name="connsiteY237-13298" fmla="*/ 536121 h 1078499"/>
                <a:gd name="connsiteX238-13299" fmla="*/ 1313296 w 3024845"/>
                <a:gd name="connsiteY238-13300" fmla="*/ 579356 h 1078499"/>
                <a:gd name="connsiteX239-13301" fmla="*/ 1314309 w 3024845"/>
                <a:gd name="connsiteY239-13302" fmla="*/ 579356 h 1078499"/>
                <a:gd name="connsiteX240-13303" fmla="*/ 1321403 w 3024845"/>
                <a:gd name="connsiteY240-13304" fmla="*/ 579356 h 1078499"/>
                <a:gd name="connsiteX241-13305" fmla="*/ 1321403 w 3024845"/>
                <a:gd name="connsiteY241-13306" fmla="*/ 618268 h 1078499"/>
                <a:gd name="connsiteX242-13307" fmla="*/ 1323176 w 3024845"/>
                <a:gd name="connsiteY242-13308" fmla="*/ 618268 h 1078499"/>
                <a:gd name="connsiteX243-13309" fmla="*/ 1335590 w 3024845"/>
                <a:gd name="connsiteY243-13310" fmla="*/ 618268 h 1078499"/>
                <a:gd name="connsiteX244-13311" fmla="*/ 1335590 w 3024845"/>
                <a:gd name="connsiteY244-13312" fmla="*/ 620430 h 1078499"/>
                <a:gd name="connsiteX245-13313" fmla="*/ 1335590 w 3024845"/>
                <a:gd name="connsiteY245-13314" fmla="*/ 635562 h 1078499"/>
                <a:gd name="connsiteX246-13315" fmla="*/ 1339643 w 3024845"/>
                <a:gd name="connsiteY246-13316" fmla="*/ 633401 h 1078499"/>
                <a:gd name="connsiteX247-13317" fmla="*/ 1339643 w 3024845"/>
                <a:gd name="connsiteY247-13318" fmla="*/ 618268 h 1078499"/>
                <a:gd name="connsiteX248-13319" fmla="*/ 1341163 w 3024845"/>
                <a:gd name="connsiteY248-13320" fmla="*/ 618268 h 1078499"/>
                <a:gd name="connsiteX249-13321" fmla="*/ 1351803 w 3024845"/>
                <a:gd name="connsiteY249-13322" fmla="*/ 618268 h 1078499"/>
                <a:gd name="connsiteX250-13323" fmla="*/ 1351803 w 3024845"/>
                <a:gd name="connsiteY250-13324" fmla="*/ 619889 h 1078499"/>
                <a:gd name="connsiteX251-13325" fmla="*/ 1351803 w 3024845"/>
                <a:gd name="connsiteY251-13326" fmla="*/ 631239 h 1078499"/>
                <a:gd name="connsiteX252-13327" fmla="*/ 1382204 w 3024845"/>
                <a:gd name="connsiteY252-13328" fmla="*/ 631239 h 1078499"/>
                <a:gd name="connsiteX253-13329" fmla="*/ 1382204 w 3024845"/>
                <a:gd name="connsiteY253-13330" fmla="*/ 594489 h 1078499"/>
                <a:gd name="connsiteX254-13331" fmla="*/ 1383470 w 3024845"/>
                <a:gd name="connsiteY254-13332" fmla="*/ 594489 h 1078499"/>
                <a:gd name="connsiteX255-13333" fmla="*/ 1392337 w 3024845"/>
                <a:gd name="connsiteY255-13334" fmla="*/ 594489 h 1078499"/>
                <a:gd name="connsiteX256-13335" fmla="*/ 1392337 w 3024845"/>
                <a:gd name="connsiteY256-13336" fmla="*/ 616106 h 1078499"/>
                <a:gd name="connsiteX257-13337" fmla="*/ 1394364 w 3024845"/>
                <a:gd name="connsiteY257-13338" fmla="*/ 583680 h 1078499"/>
                <a:gd name="connsiteX258-13339" fmla="*/ 1416657 w 3024845"/>
                <a:gd name="connsiteY258-13340" fmla="*/ 583680 h 1078499"/>
                <a:gd name="connsiteX259-13341" fmla="*/ 1416657 w 3024845"/>
                <a:gd name="connsiteY259-13342" fmla="*/ 582058 h 1078499"/>
                <a:gd name="connsiteX260-13343" fmla="*/ 1416657 w 3024845"/>
                <a:gd name="connsiteY260-13344" fmla="*/ 570709 h 1078499"/>
                <a:gd name="connsiteX261-13345" fmla="*/ 1417417 w 3024845"/>
                <a:gd name="connsiteY261-13346" fmla="*/ 570709 h 1078499"/>
                <a:gd name="connsiteX262-13347" fmla="*/ 1422737 w 3024845"/>
                <a:gd name="connsiteY262-13348" fmla="*/ 570709 h 1078499"/>
                <a:gd name="connsiteX263-13349" fmla="*/ 1422737 w 3024845"/>
                <a:gd name="connsiteY263-13350" fmla="*/ 568818 h 1078499"/>
                <a:gd name="connsiteX264-13351" fmla="*/ 1422737 w 3024845"/>
                <a:gd name="connsiteY264-13352" fmla="*/ 555577 h 1078499"/>
                <a:gd name="connsiteX265-13353" fmla="*/ 1426791 w 3024845"/>
                <a:gd name="connsiteY265-13354" fmla="*/ 562062 h 1078499"/>
                <a:gd name="connsiteX266-13355" fmla="*/ 1429071 w 3024845"/>
                <a:gd name="connsiteY266-13356" fmla="*/ 562062 h 1078499"/>
                <a:gd name="connsiteX267-13357" fmla="*/ 1445031 w 3024845"/>
                <a:gd name="connsiteY267-13358" fmla="*/ 562062 h 1078499"/>
                <a:gd name="connsiteX268-13359" fmla="*/ 1445031 w 3024845"/>
                <a:gd name="connsiteY268-13360" fmla="*/ 561251 h 1078499"/>
                <a:gd name="connsiteX269-13361" fmla="*/ 1445031 w 3024845"/>
                <a:gd name="connsiteY269-13362" fmla="*/ 555577 h 1078499"/>
                <a:gd name="connsiteX270-13363" fmla="*/ 1445791 w 3024845"/>
                <a:gd name="connsiteY270-13364" fmla="*/ 555577 h 1078499"/>
                <a:gd name="connsiteX271-13365" fmla="*/ 1451111 w 3024845"/>
                <a:gd name="connsiteY271-13366" fmla="*/ 555577 h 1078499"/>
                <a:gd name="connsiteX272-13367" fmla="*/ 1451111 w 3024845"/>
                <a:gd name="connsiteY272-13368" fmla="*/ 556928 h 1078499"/>
                <a:gd name="connsiteX273-13369" fmla="*/ 1451111 w 3024845"/>
                <a:gd name="connsiteY273-13370" fmla="*/ 566386 h 1078499"/>
                <a:gd name="connsiteX274-13371" fmla="*/ 1489618 w 3024845"/>
                <a:gd name="connsiteY274-13372" fmla="*/ 566386 h 1078499"/>
                <a:gd name="connsiteX275-13373" fmla="*/ 1489618 w 3024845"/>
                <a:gd name="connsiteY275-13374" fmla="*/ 704739 h 1078499"/>
                <a:gd name="connsiteX276-13375" fmla="*/ 1491138 w 3024845"/>
                <a:gd name="connsiteY276-13376" fmla="*/ 704739 h 1078499"/>
                <a:gd name="connsiteX277-13377" fmla="*/ 1501778 w 3024845"/>
                <a:gd name="connsiteY277-13378" fmla="*/ 704739 h 1078499"/>
                <a:gd name="connsiteX278-13379" fmla="*/ 1501778 w 3024845"/>
                <a:gd name="connsiteY278-13380" fmla="*/ 691769 h 1078499"/>
                <a:gd name="connsiteX279-13381" fmla="*/ 1505832 w 3024845"/>
                <a:gd name="connsiteY279-13382" fmla="*/ 691769 h 1078499"/>
                <a:gd name="connsiteX280-13383" fmla="*/ 1505832 w 3024845"/>
                <a:gd name="connsiteY280-13384" fmla="*/ 704739 h 1078499"/>
                <a:gd name="connsiteX281-13385" fmla="*/ 1536232 w 3024845"/>
                <a:gd name="connsiteY281-13386" fmla="*/ 704739 h 1078499"/>
                <a:gd name="connsiteX282-13387" fmla="*/ 1536232 w 3024845"/>
                <a:gd name="connsiteY282-13388" fmla="*/ 674474 h 1078499"/>
                <a:gd name="connsiteX283-13389" fmla="*/ 1548392 w 3024845"/>
                <a:gd name="connsiteY283-13390" fmla="*/ 674474 h 1078499"/>
                <a:gd name="connsiteX284-13391" fmla="*/ 1560552 w 3024845"/>
                <a:gd name="connsiteY284-13392" fmla="*/ 672313 h 1078499"/>
                <a:gd name="connsiteX285-13393" fmla="*/ 1564606 w 3024845"/>
                <a:gd name="connsiteY285-13394" fmla="*/ 674474 h 1078499"/>
                <a:gd name="connsiteX286-13395" fmla="*/ 1574739 w 3024845"/>
                <a:gd name="connsiteY286-13396" fmla="*/ 674474 h 1078499"/>
                <a:gd name="connsiteX287-13397" fmla="*/ 1574739 w 3024845"/>
                <a:gd name="connsiteY287-13398" fmla="*/ 704739 h 1078499"/>
                <a:gd name="connsiteX288-13399" fmla="*/ 1582846 w 3024845"/>
                <a:gd name="connsiteY288-13400" fmla="*/ 704739 h 1078499"/>
                <a:gd name="connsiteX289-13401" fmla="*/ 1582846 w 3024845"/>
                <a:gd name="connsiteY289-13402" fmla="*/ 722034 h 1078499"/>
                <a:gd name="connsiteX290-13403" fmla="*/ 1592182 w 3024845"/>
                <a:gd name="connsiteY290-13404" fmla="*/ 722939 h 1078499"/>
                <a:gd name="connsiteX291-13405" fmla="*/ 1605140 w 3024845"/>
                <a:gd name="connsiteY291-13406" fmla="*/ 722939 h 1078499"/>
                <a:gd name="connsiteX292-13407" fmla="*/ 1605140 w 3024845"/>
                <a:gd name="connsiteY292-13408" fmla="*/ 706901 h 1078499"/>
                <a:gd name="connsiteX293-13409" fmla="*/ 1673096 w 3024845"/>
                <a:gd name="connsiteY293-13410" fmla="*/ 706901 h 1078499"/>
                <a:gd name="connsiteX294-13411" fmla="*/ 1673096 w 3024845"/>
                <a:gd name="connsiteY294-13412" fmla="*/ 621648 h 1078499"/>
                <a:gd name="connsiteX295-13413" fmla="*/ 1745104 w 3024845"/>
                <a:gd name="connsiteY295-13414" fmla="*/ 621648 h 1078499"/>
                <a:gd name="connsiteX296-13415" fmla="*/ 1745104 w 3024845"/>
                <a:gd name="connsiteY296-13416" fmla="*/ 700416 h 1078499"/>
                <a:gd name="connsiteX297-13417" fmla="*/ 1747008 w 3024845"/>
                <a:gd name="connsiteY297-13418" fmla="*/ 700416 h 1078499"/>
                <a:gd name="connsiteX298-13419" fmla="*/ 1748250 w 3024845"/>
                <a:gd name="connsiteY298-13420" fmla="*/ 722939 h 1078499"/>
                <a:gd name="connsiteX299-13421" fmla="*/ 1757926 w 3024845"/>
                <a:gd name="connsiteY299-13422" fmla="*/ 722939 h 1078499"/>
                <a:gd name="connsiteX300-13423" fmla="*/ 1759168 w 3024845"/>
                <a:gd name="connsiteY300-13424" fmla="*/ 700416 h 1078499"/>
                <a:gd name="connsiteX301-13425" fmla="*/ 1765248 w 3024845"/>
                <a:gd name="connsiteY301-13426" fmla="*/ 700416 h 1078499"/>
                <a:gd name="connsiteX302-13427" fmla="*/ 1766490 w 3024845"/>
                <a:gd name="connsiteY302-13428" fmla="*/ 722939 h 1078499"/>
                <a:gd name="connsiteX303-13429" fmla="*/ 1817112 w 3024845"/>
                <a:gd name="connsiteY303-13430" fmla="*/ 722939 h 1078499"/>
                <a:gd name="connsiteX304-13431" fmla="*/ 1817112 w 3024845"/>
                <a:gd name="connsiteY304-13432" fmla="*/ 559911 h 1078499"/>
                <a:gd name="connsiteX305-13433" fmla="*/ 2014439 w 3024845"/>
                <a:gd name="connsiteY305-13434" fmla="*/ 559911 h 1078499"/>
                <a:gd name="connsiteX306-13435" fmla="*/ 2014439 w 3024845"/>
                <a:gd name="connsiteY306-13436" fmla="*/ 722939 h 1078499"/>
                <a:gd name="connsiteX307-13437" fmla="*/ 2033136 w 3024845"/>
                <a:gd name="connsiteY307-13438" fmla="*/ 722939 h 1078499"/>
                <a:gd name="connsiteX308-13439" fmla="*/ 2033136 w 3024845"/>
                <a:gd name="connsiteY308-13440" fmla="*/ 640246 h 1078499"/>
                <a:gd name="connsiteX309-13441" fmla="*/ 2128256 w 3024845"/>
                <a:gd name="connsiteY309-13442" fmla="*/ 640246 h 1078499"/>
                <a:gd name="connsiteX310-13443" fmla="*/ 2140186 w 3024845"/>
                <a:gd name="connsiteY310-13444" fmla="*/ 322105 h 1078499"/>
                <a:gd name="connsiteX311-13445" fmla="*/ 2128026 w 3024845"/>
                <a:gd name="connsiteY311-13446" fmla="*/ 300487 h 1078499"/>
                <a:gd name="connsiteX312-13447" fmla="*/ 2121946 w 3024845"/>
                <a:gd name="connsiteY312-13448" fmla="*/ 296163 h 1078499"/>
                <a:gd name="connsiteX313-13449" fmla="*/ 2130053 w 3024845"/>
                <a:gd name="connsiteY313-13450" fmla="*/ 272384 h 1078499"/>
                <a:gd name="connsiteX314-13451" fmla="*/ 2130053 w 3024845"/>
                <a:gd name="connsiteY314-13452" fmla="*/ 255090 h 1078499"/>
                <a:gd name="connsiteX315-13453" fmla="*/ 2144240 w 3024845"/>
                <a:gd name="connsiteY315-13454" fmla="*/ 255090 h 1078499"/>
                <a:gd name="connsiteX316-13455" fmla="*/ 2144240 w 3024845"/>
                <a:gd name="connsiteY316-13456" fmla="*/ 233472 h 1078499"/>
                <a:gd name="connsiteX317-13457" fmla="*/ 2146266 w 3024845"/>
                <a:gd name="connsiteY317-13458" fmla="*/ 229148 h 1078499"/>
                <a:gd name="connsiteX318-13459" fmla="*/ 2146266 w 3024845"/>
                <a:gd name="connsiteY318-13460" fmla="*/ 151324 h 1078499"/>
                <a:gd name="connsiteX319-13461" fmla="*/ 2144240 w 3024845"/>
                <a:gd name="connsiteY319-13462" fmla="*/ 144839 h 1078499"/>
                <a:gd name="connsiteX320-13463" fmla="*/ 2150320 w 3024845"/>
                <a:gd name="connsiteY320-13464" fmla="*/ 138353 h 1078499"/>
                <a:gd name="connsiteX321-13465" fmla="*/ 2150320 w 3024845"/>
                <a:gd name="connsiteY321-13466" fmla="*/ 79985 h 1078499"/>
                <a:gd name="connsiteX322-13467" fmla="*/ 2152346 w 3024845"/>
                <a:gd name="connsiteY322-13468" fmla="*/ 75662 h 1078499"/>
                <a:gd name="connsiteX323-13469" fmla="*/ 2152346 w 3024845"/>
                <a:gd name="connsiteY323-13470" fmla="*/ 19456 h 1078499"/>
                <a:gd name="connsiteX324-13471" fmla="*/ 2154373 w 3024845"/>
                <a:gd name="connsiteY324-13472" fmla="*/ 0 h 1078499"/>
                <a:gd name="connsiteX325-13473" fmla="*/ 2158427 w 3024845"/>
                <a:gd name="connsiteY325-13474" fmla="*/ 17294 h 1078499"/>
                <a:gd name="connsiteX326-13475" fmla="*/ 2160453 w 3024845"/>
                <a:gd name="connsiteY326-13476" fmla="*/ 75662 h 1078499"/>
                <a:gd name="connsiteX327-13477" fmla="*/ 2162480 w 3024845"/>
                <a:gd name="connsiteY327-13478" fmla="*/ 138353 h 1078499"/>
                <a:gd name="connsiteX328-13479" fmla="*/ 2168560 w 3024845"/>
                <a:gd name="connsiteY328-13480" fmla="*/ 144839 h 1078499"/>
                <a:gd name="connsiteX329-13481" fmla="*/ 2166533 w 3024845"/>
                <a:gd name="connsiteY329-13482" fmla="*/ 151324 h 1078499"/>
                <a:gd name="connsiteX330-13483" fmla="*/ 2166533 w 3024845"/>
                <a:gd name="connsiteY330-13484" fmla="*/ 229148 h 1078499"/>
                <a:gd name="connsiteX331-13485" fmla="*/ 2168560 w 3024845"/>
                <a:gd name="connsiteY331-13486" fmla="*/ 233472 h 1078499"/>
                <a:gd name="connsiteX332-13487" fmla="*/ 2168560 w 3024845"/>
                <a:gd name="connsiteY332-13488" fmla="*/ 255090 h 1078499"/>
                <a:gd name="connsiteX333-13489" fmla="*/ 2182747 w 3024845"/>
                <a:gd name="connsiteY333-13490" fmla="*/ 255090 h 1078499"/>
                <a:gd name="connsiteX334-13491" fmla="*/ 2182747 w 3024845"/>
                <a:gd name="connsiteY334-13492" fmla="*/ 272384 h 1078499"/>
                <a:gd name="connsiteX335-13493" fmla="*/ 2190854 w 3024845"/>
                <a:gd name="connsiteY335-13494" fmla="*/ 296163 h 1078499"/>
                <a:gd name="connsiteX336-13495" fmla="*/ 2184774 w 3024845"/>
                <a:gd name="connsiteY336-13496" fmla="*/ 300487 h 1078499"/>
                <a:gd name="connsiteX337-13497" fmla="*/ 2172613 w 3024845"/>
                <a:gd name="connsiteY337-13498" fmla="*/ 322105 h 1078499"/>
                <a:gd name="connsiteX338-13499" fmla="*/ 2180720 w 3024845"/>
                <a:gd name="connsiteY338-13500" fmla="*/ 575033 h 1078499"/>
                <a:gd name="connsiteX339-13501" fmla="*/ 2245574 w 3024845"/>
                <a:gd name="connsiteY339-13502" fmla="*/ 575033 h 1078499"/>
                <a:gd name="connsiteX340-13503" fmla="*/ 2245574 w 3024845"/>
                <a:gd name="connsiteY340-13504" fmla="*/ 650695 h 1078499"/>
                <a:gd name="connsiteX341-13505" fmla="*/ 2253681 w 3024845"/>
                <a:gd name="connsiteY341-13506" fmla="*/ 650695 h 1078499"/>
                <a:gd name="connsiteX342-13507" fmla="*/ 2255708 w 3024845"/>
                <a:gd name="connsiteY342-13508" fmla="*/ 644210 h 1078499"/>
                <a:gd name="connsiteX343-13509" fmla="*/ 2261788 w 3024845"/>
                <a:gd name="connsiteY343-13510" fmla="*/ 644210 h 1078499"/>
                <a:gd name="connsiteX344-13511" fmla="*/ 2263815 w 3024845"/>
                <a:gd name="connsiteY344-13512" fmla="*/ 652857 h 1078499"/>
                <a:gd name="connsiteX345-13513" fmla="*/ 2275975 w 3024845"/>
                <a:gd name="connsiteY345-13514" fmla="*/ 652857 h 1078499"/>
                <a:gd name="connsiteX346-13515" fmla="*/ 2275975 w 3024845"/>
                <a:gd name="connsiteY346-13516" fmla="*/ 646371 h 1078499"/>
                <a:gd name="connsiteX347-13517" fmla="*/ 2298268 w 3024845"/>
                <a:gd name="connsiteY347-13518" fmla="*/ 646371 h 1078499"/>
                <a:gd name="connsiteX348-13519" fmla="*/ 2298268 w 3024845"/>
                <a:gd name="connsiteY348-13520" fmla="*/ 652857 h 1078499"/>
                <a:gd name="connsiteX349-13521" fmla="*/ 2318535 w 3024845"/>
                <a:gd name="connsiteY349-13522" fmla="*/ 652857 h 1078499"/>
                <a:gd name="connsiteX350-13523" fmla="*/ 2318535 w 3024845"/>
                <a:gd name="connsiteY350-13524" fmla="*/ 698254 h 1078499"/>
                <a:gd name="connsiteX351-13525" fmla="*/ 2332722 w 3024845"/>
                <a:gd name="connsiteY351-13526" fmla="*/ 698254 h 1078499"/>
                <a:gd name="connsiteX352-13527" fmla="*/ 2332722 w 3024845"/>
                <a:gd name="connsiteY352-13528" fmla="*/ 685283 h 1078499"/>
                <a:gd name="connsiteX353-13529" fmla="*/ 2348936 w 3024845"/>
                <a:gd name="connsiteY353-13530" fmla="*/ 685283 h 1078499"/>
                <a:gd name="connsiteX354-13531" fmla="*/ 2348936 w 3024845"/>
                <a:gd name="connsiteY354-13532" fmla="*/ 505856 h 1078499"/>
                <a:gd name="connsiteX355-13533" fmla="*/ 2355016 w 3024845"/>
                <a:gd name="connsiteY355-13534" fmla="*/ 499370 h 1078499"/>
                <a:gd name="connsiteX356-13535" fmla="*/ 2427977 w 3024845"/>
                <a:gd name="connsiteY356-13536" fmla="*/ 499370 h 1078499"/>
                <a:gd name="connsiteX357-13537" fmla="*/ 2427977 w 3024845"/>
                <a:gd name="connsiteY357-13538" fmla="*/ 508018 h 1078499"/>
                <a:gd name="connsiteX358-13539" fmla="*/ 2438110 w 3024845"/>
                <a:gd name="connsiteY358-13540" fmla="*/ 508018 h 1078499"/>
                <a:gd name="connsiteX359-13541" fmla="*/ 2438110 w 3024845"/>
                <a:gd name="connsiteY359-13542" fmla="*/ 622592 h 1078499"/>
                <a:gd name="connsiteX360-13543" fmla="*/ 2460404 w 3024845"/>
                <a:gd name="connsiteY360-13544" fmla="*/ 622592 h 1078499"/>
                <a:gd name="connsiteX361-13545" fmla="*/ 2460404 w 3024845"/>
                <a:gd name="connsiteY361-13546" fmla="*/ 555577 h 1078499"/>
                <a:gd name="connsiteX362-13547" fmla="*/ 2486751 w 3024845"/>
                <a:gd name="connsiteY362-13548" fmla="*/ 555577 h 1078499"/>
                <a:gd name="connsiteX363-13549" fmla="*/ 2490804 w 3024845"/>
                <a:gd name="connsiteY363-13550" fmla="*/ 551253 h 1078499"/>
                <a:gd name="connsiteX364-13551" fmla="*/ 2498911 w 3024845"/>
                <a:gd name="connsiteY364-13552" fmla="*/ 551253 h 1078499"/>
                <a:gd name="connsiteX365-13553" fmla="*/ 2502964 w 3024845"/>
                <a:gd name="connsiteY365-13554" fmla="*/ 555577 h 1078499"/>
                <a:gd name="connsiteX366-13555" fmla="*/ 2525258 w 3024845"/>
                <a:gd name="connsiteY366-13556" fmla="*/ 555577 h 1078499"/>
                <a:gd name="connsiteX367-13557" fmla="*/ 2525258 w 3024845"/>
                <a:gd name="connsiteY367-13558" fmla="*/ 438841 h 1078499"/>
                <a:gd name="connsiteX368-13559" fmla="*/ 2582005 w 3024845"/>
                <a:gd name="connsiteY368-13560" fmla="*/ 428032 h 1078499"/>
                <a:gd name="connsiteX369-13561" fmla="*/ 2582005 w 3024845"/>
                <a:gd name="connsiteY369-13562" fmla="*/ 429113 h 1078499"/>
                <a:gd name="connsiteX370-13563" fmla="*/ 2582005 w 3024845"/>
                <a:gd name="connsiteY370-13564" fmla="*/ 436679 h 1078499"/>
                <a:gd name="connsiteX371-13565" fmla="*/ 2608352 w 3024845"/>
                <a:gd name="connsiteY371-13566" fmla="*/ 436679 h 1078499"/>
                <a:gd name="connsiteX372-13567" fmla="*/ 2608352 w 3024845"/>
                <a:gd name="connsiteY372-13568" fmla="*/ 691769 h 1078499"/>
                <a:gd name="connsiteX373-13569" fmla="*/ 2630646 w 3024845"/>
                <a:gd name="connsiteY373-13570" fmla="*/ 691769 h 1078499"/>
                <a:gd name="connsiteX374-13571" fmla="*/ 2630646 w 3024845"/>
                <a:gd name="connsiteY374-13572" fmla="*/ 687445 h 1078499"/>
                <a:gd name="connsiteX375-13573" fmla="*/ 2642806 w 3024845"/>
                <a:gd name="connsiteY375-13574" fmla="*/ 687445 h 1078499"/>
                <a:gd name="connsiteX376-13575" fmla="*/ 2642806 w 3024845"/>
                <a:gd name="connsiteY376-13576" fmla="*/ 691769 h 1078499"/>
                <a:gd name="connsiteX377-13577" fmla="*/ 2667126 w 3024845"/>
                <a:gd name="connsiteY377-13578" fmla="*/ 691769 h 1078499"/>
                <a:gd name="connsiteX378-13579" fmla="*/ 2667126 w 3024845"/>
                <a:gd name="connsiteY378-13580" fmla="*/ 678798 h 1078499"/>
                <a:gd name="connsiteX379-13581" fmla="*/ 2695500 w 3024845"/>
                <a:gd name="connsiteY379-13582" fmla="*/ 678798 h 1078499"/>
                <a:gd name="connsiteX380-13583" fmla="*/ 2707660 w 3024845"/>
                <a:gd name="connsiteY380-13584" fmla="*/ 674474 h 1078499"/>
                <a:gd name="connsiteX381-13585" fmla="*/ 2727927 w 3024845"/>
                <a:gd name="connsiteY381-13586" fmla="*/ 678798 h 1078499"/>
                <a:gd name="connsiteX382-13587" fmla="*/ 2727927 w 3024845"/>
                <a:gd name="connsiteY382-13588" fmla="*/ 661504 h 1078499"/>
                <a:gd name="connsiteX383-13589" fmla="*/ 2736034 w 3024845"/>
                <a:gd name="connsiteY383-13590" fmla="*/ 661504 h 1078499"/>
                <a:gd name="connsiteX384-13591" fmla="*/ 2736034 w 3024845"/>
                <a:gd name="connsiteY384-13592" fmla="*/ 648533 h 1078499"/>
                <a:gd name="connsiteX385-13593" fmla="*/ 2792781 w 3024845"/>
                <a:gd name="connsiteY385-13594" fmla="*/ 648533 h 1078499"/>
                <a:gd name="connsiteX386-13595" fmla="*/ 2792781 w 3024845"/>
                <a:gd name="connsiteY386-13596" fmla="*/ 618268 h 1078499"/>
                <a:gd name="connsiteX387-13597" fmla="*/ 2811021 w 3024845"/>
                <a:gd name="connsiteY387-13598" fmla="*/ 618268 h 1078499"/>
                <a:gd name="connsiteX388-13599" fmla="*/ 2811021 w 3024845"/>
                <a:gd name="connsiteY388-13600" fmla="*/ 611783 h 1078499"/>
                <a:gd name="connsiteX389-13601" fmla="*/ 2823181 w 3024845"/>
                <a:gd name="connsiteY389-13602" fmla="*/ 611783 h 1078499"/>
                <a:gd name="connsiteX390-13603" fmla="*/ 2823181 w 3024845"/>
                <a:gd name="connsiteY390-13604" fmla="*/ 618268 h 1078499"/>
                <a:gd name="connsiteX391-13605" fmla="*/ 2839395 w 3024845"/>
                <a:gd name="connsiteY391-13606" fmla="*/ 618268 h 1078499"/>
                <a:gd name="connsiteX392-13607" fmla="*/ 2839395 w 3024845"/>
                <a:gd name="connsiteY392-13608" fmla="*/ 667989 h 1078499"/>
                <a:gd name="connsiteX393-13609" fmla="*/ 2871822 w 3024845"/>
                <a:gd name="connsiteY393-13610" fmla="*/ 667989 h 1078499"/>
                <a:gd name="connsiteX394-13611" fmla="*/ 2871822 w 3024845"/>
                <a:gd name="connsiteY394-13612" fmla="*/ 642048 h 1078499"/>
                <a:gd name="connsiteX395-13613" fmla="*/ 2910329 w 3024845"/>
                <a:gd name="connsiteY395-13614" fmla="*/ 642048 h 1078499"/>
                <a:gd name="connsiteX396-13615" fmla="*/ 2910329 w 3024845"/>
                <a:gd name="connsiteY396-13616" fmla="*/ 611783 h 1078499"/>
                <a:gd name="connsiteX397-13617" fmla="*/ 2958970 w 3024845"/>
                <a:gd name="connsiteY397-13618" fmla="*/ 611783 h 1078499"/>
                <a:gd name="connsiteX398-13619" fmla="*/ 2958970 w 3024845"/>
                <a:gd name="connsiteY398-13620" fmla="*/ 722939 h 1078499"/>
                <a:gd name="connsiteX399-13621" fmla="*/ 2958970 w 3024845"/>
                <a:gd name="connsiteY399-13622" fmla="*/ 736718 h 1078499"/>
                <a:gd name="connsiteX400-13623" fmla="*/ 3024845 w 3024845"/>
                <a:gd name="connsiteY400-13624" fmla="*/ 736718 h 1078499"/>
                <a:gd name="connsiteX401-13625" fmla="*/ 3024845 w 3024845"/>
                <a:gd name="connsiteY401-13626" fmla="*/ 1078499 h 1078499"/>
                <a:gd name="connsiteX402-13627" fmla="*/ 2054 w 3024845"/>
                <a:gd name="connsiteY402-13628" fmla="*/ 1076166 h 1078499"/>
                <a:gd name="connsiteX403-13629" fmla="*/ 0 w 3024845"/>
                <a:gd name="connsiteY403-13630" fmla="*/ 642048 h 1078499"/>
                <a:gd name="connsiteX404-13631" fmla="*/ 20267 w 3024845"/>
                <a:gd name="connsiteY404-13632" fmla="*/ 642048 h 1078499"/>
                <a:gd name="connsiteX405-13633" fmla="*/ 20774 w 3024845"/>
                <a:gd name="connsiteY405-13634" fmla="*/ 640967 h 1078499"/>
                <a:gd name="connsiteX406-13635" fmla="*/ 24320 w 3024845"/>
                <a:gd name="connsiteY406-13636" fmla="*/ 633401 h 1078499"/>
                <a:gd name="connsiteX407-13637" fmla="*/ 26094 w 3024845"/>
                <a:gd name="connsiteY407-13638" fmla="*/ 633671 h 1078499"/>
                <a:gd name="connsiteX408-13639" fmla="*/ 38507 w 3024845"/>
                <a:gd name="connsiteY408-13640" fmla="*/ 635562 h 1078499"/>
                <a:gd name="connsiteX409-13641" fmla="*/ 39014 w 3024845"/>
                <a:gd name="connsiteY409-13642" fmla="*/ 636914 h 1078499"/>
                <a:gd name="connsiteX410-13643" fmla="*/ 42560 w 3024845"/>
                <a:gd name="connsiteY410-13644" fmla="*/ 646371 h 1078499"/>
                <a:gd name="connsiteX411-13645" fmla="*/ 68907 w 3024845"/>
                <a:gd name="connsiteY411-13646" fmla="*/ 648533 h 1078499"/>
                <a:gd name="connsiteX412-13647" fmla="*/ 68907 w 3024845"/>
                <a:gd name="connsiteY412-13648" fmla="*/ 525312 h 1078499"/>
                <a:gd name="connsiteX413-13649" fmla="*/ 70934 w 3024845"/>
                <a:gd name="connsiteY413-13650" fmla="*/ 525312 h 1078499"/>
                <a:gd name="connsiteX414-13651" fmla="*/ 85121 w 3024845"/>
                <a:gd name="connsiteY414-13652" fmla="*/ 525312 h 1078499"/>
                <a:gd name="connsiteX415-13653" fmla="*/ 85121 w 3024845"/>
                <a:gd name="connsiteY415-13654" fmla="*/ 389120 h 1078499"/>
                <a:gd name="connsiteX416-13655" fmla="*/ 86894 w 3024845"/>
                <a:gd name="connsiteY416-13656" fmla="*/ 389120 h 1078499"/>
                <a:gd name="connsiteX417-13657" fmla="*/ 99308 w 3024845"/>
                <a:gd name="connsiteY417-13658" fmla="*/ 389120 h 1078499"/>
                <a:gd name="connsiteX418-13659" fmla="*/ 99308 w 3024845"/>
                <a:gd name="connsiteY418-13660" fmla="*/ 274546 h 1078499"/>
                <a:gd name="connsiteX419-13661" fmla="*/ 103361 w 3024845"/>
                <a:gd name="connsiteY419-13662" fmla="*/ 246442 h 1078499"/>
                <a:gd name="connsiteX420-13663" fmla="*/ 105388 w 3024845"/>
                <a:gd name="connsiteY420-13664" fmla="*/ 246442 h 1078499"/>
                <a:gd name="connsiteX421-13665" fmla="*/ 119575 w 3024845"/>
                <a:gd name="connsiteY421-13666" fmla="*/ 246442 h 1078499"/>
                <a:gd name="connsiteX0-13667" fmla="*/ 119575 w 3024845"/>
                <a:gd name="connsiteY0-13668" fmla="*/ 246442 h 1078499"/>
                <a:gd name="connsiteX1-13669" fmla="*/ 200642 w 3024845"/>
                <a:gd name="connsiteY1-13670" fmla="*/ 244281 h 1078499"/>
                <a:gd name="connsiteX2-13671" fmla="*/ 202669 w 3024845"/>
                <a:gd name="connsiteY2-13672" fmla="*/ 244281 h 1078499"/>
                <a:gd name="connsiteX3-13673" fmla="*/ 216856 w 3024845"/>
                <a:gd name="connsiteY3-13674" fmla="*/ 244281 h 1078499"/>
                <a:gd name="connsiteX4-13675" fmla="*/ 216856 w 3024845"/>
                <a:gd name="connsiteY4-13676" fmla="*/ 268060 h 1078499"/>
                <a:gd name="connsiteX5-13677" fmla="*/ 217363 w 3024845"/>
                <a:gd name="connsiteY5-13678" fmla="*/ 268871 h 1078499"/>
                <a:gd name="connsiteX6-13679" fmla="*/ 220909 w 3024845"/>
                <a:gd name="connsiteY6-13680" fmla="*/ 274546 h 1078499"/>
                <a:gd name="connsiteX7-13681" fmla="*/ 220909 w 3024845"/>
                <a:gd name="connsiteY7-13682" fmla="*/ 389120 h 1078499"/>
                <a:gd name="connsiteX8-13683" fmla="*/ 223189 w 3024845"/>
                <a:gd name="connsiteY8-13684" fmla="*/ 389120 h 1078499"/>
                <a:gd name="connsiteX9-13685" fmla="*/ 239150 w 3024845"/>
                <a:gd name="connsiteY9-13686" fmla="*/ 389120 h 1078499"/>
                <a:gd name="connsiteX10-13687" fmla="*/ 239150 w 3024845"/>
                <a:gd name="connsiteY10-13688" fmla="*/ 529635 h 1078499"/>
                <a:gd name="connsiteX11-13689" fmla="*/ 240670 w 3024845"/>
                <a:gd name="connsiteY11-13690" fmla="*/ 529365 h 1078499"/>
                <a:gd name="connsiteX12-13691" fmla="*/ 251310 w 3024845"/>
                <a:gd name="connsiteY12-13692" fmla="*/ 527474 h 1078499"/>
                <a:gd name="connsiteX13-13693" fmla="*/ 249283 w 3024845"/>
                <a:gd name="connsiteY13-13694" fmla="*/ 616106 h 1078499"/>
                <a:gd name="connsiteX14-13695" fmla="*/ 250803 w 3024845"/>
                <a:gd name="connsiteY14-13696" fmla="*/ 616377 h 1078499"/>
                <a:gd name="connsiteX15-13697" fmla="*/ 261443 w 3024845"/>
                <a:gd name="connsiteY15-13698" fmla="*/ 618268 h 1078499"/>
                <a:gd name="connsiteX16-13699" fmla="*/ 261696 w 3024845"/>
                <a:gd name="connsiteY16-13700" fmla="*/ 619079 h 1078499"/>
                <a:gd name="connsiteX17-13701" fmla="*/ 263470 w 3024845"/>
                <a:gd name="connsiteY17-13702" fmla="*/ 624754 h 1078499"/>
                <a:gd name="connsiteX18-13703" fmla="*/ 264230 w 3024845"/>
                <a:gd name="connsiteY18-13704" fmla="*/ 622322 h 1078499"/>
                <a:gd name="connsiteX19-13705" fmla="*/ 269550 w 3024845"/>
                <a:gd name="connsiteY19-13706" fmla="*/ 605298 h 1078499"/>
                <a:gd name="connsiteX20-13707" fmla="*/ 271323 w 3024845"/>
                <a:gd name="connsiteY20-13708" fmla="*/ 605298 h 1078499"/>
                <a:gd name="connsiteX21-13709" fmla="*/ 283737 w 3024845"/>
                <a:gd name="connsiteY21-13710" fmla="*/ 605298 h 1078499"/>
                <a:gd name="connsiteX22-13711" fmla="*/ 283737 w 3024845"/>
                <a:gd name="connsiteY22-13712" fmla="*/ 637724 h 1078499"/>
                <a:gd name="connsiteX23-13713" fmla="*/ 284750 w 3024845"/>
                <a:gd name="connsiteY23-13714" fmla="*/ 638265 h 1078499"/>
                <a:gd name="connsiteX24-13715" fmla="*/ 291844 w 3024845"/>
                <a:gd name="connsiteY24-13716" fmla="*/ 642048 h 1078499"/>
                <a:gd name="connsiteX25-13717" fmla="*/ 291844 w 3024845"/>
                <a:gd name="connsiteY25-13718" fmla="*/ 643399 h 1078499"/>
                <a:gd name="connsiteX26-13719" fmla="*/ 291844 w 3024845"/>
                <a:gd name="connsiteY26-13720" fmla="*/ 652857 h 1078499"/>
                <a:gd name="connsiteX27-13721" fmla="*/ 336431 w 3024845"/>
                <a:gd name="connsiteY27-13722" fmla="*/ 652857 h 1078499"/>
                <a:gd name="connsiteX28-13723" fmla="*/ 336431 w 3024845"/>
                <a:gd name="connsiteY28-13724" fmla="*/ 653938 h 1078499"/>
                <a:gd name="connsiteX29-13725" fmla="*/ 336431 w 3024845"/>
                <a:gd name="connsiteY29-13726" fmla="*/ 661504 h 1078499"/>
                <a:gd name="connsiteX30-13727" fmla="*/ 338457 w 3024845"/>
                <a:gd name="connsiteY30-13728" fmla="*/ 661504 h 1078499"/>
                <a:gd name="connsiteX31-13729" fmla="*/ 352644 w 3024845"/>
                <a:gd name="connsiteY31-13730" fmla="*/ 661504 h 1078499"/>
                <a:gd name="connsiteX32-13731" fmla="*/ 352644 w 3024845"/>
                <a:gd name="connsiteY32-13732" fmla="*/ 631239 h 1078499"/>
                <a:gd name="connsiteX33-13733" fmla="*/ 397231 w 3024845"/>
                <a:gd name="connsiteY33-13734" fmla="*/ 631239 h 1078499"/>
                <a:gd name="connsiteX34-13735" fmla="*/ 397231 w 3024845"/>
                <a:gd name="connsiteY34-13736" fmla="*/ 629888 h 1078499"/>
                <a:gd name="connsiteX35-13737" fmla="*/ 397231 w 3024845"/>
                <a:gd name="connsiteY35-13738" fmla="*/ 620430 h 1078499"/>
                <a:gd name="connsiteX36-13739" fmla="*/ 398245 w 3024845"/>
                <a:gd name="connsiteY36-13740" fmla="*/ 620430 h 1078499"/>
                <a:gd name="connsiteX37-13741" fmla="*/ 405338 w 3024845"/>
                <a:gd name="connsiteY37-13742" fmla="*/ 620430 h 1078499"/>
                <a:gd name="connsiteX38-13743" fmla="*/ 405338 w 3024845"/>
                <a:gd name="connsiteY38-13744" fmla="*/ 618539 h 1078499"/>
                <a:gd name="connsiteX39-13745" fmla="*/ 405338 w 3024845"/>
                <a:gd name="connsiteY39-13746" fmla="*/ 605298 h 1078499"/>
                <a:gd name="connsiteX40-13747" fmla="*/ 406098 w 3024845"/>
                <a:gd name="connsiteY40-13748" fmla="*/ 605298 h 1078499"/>
                <a:gd name="connsiteX41-13749" fmla="*/ 411418 w 3024845"/>
                <a:gd name="connsiteY41-13750" fmla="*/ 605298 h 1078499"/>
                <a:gd name="connsiteX42-13751" fmla="*/ 411418 w 3024845"/>
                <a:gd name="connsiteY42-13752" fmla="*/ 604217 h 1078499"/>
                <a:gd name="connsiteX43-13753" fmla="*/ 411418 w 3024845"/>
                <a:gd name="connsiteY43-13754" fmla="*/ 596650 h 1078499"/>
                <a:gd name="connsiteX44-13755" fmla="*/ 413445 w 3024845"/>
                <a:gd name="connsiteY44-13756" fmla="*/ 596650 h 1078499"/>
                <a:gd name="connsiteX45-13757" fmla="*/ 427632 w 3024845"/>
                <a:gd name="connsiteY45-13758" fmla="*/ 596650 h 1078499"/>
                <a:gd name="connsiteX46-13759" fmla="*/ 427632 w 3024845"/>
                <a:gd name="connsiteY46-13760" fmla="*/ 597731 h 1078499"/>
                <a:gd name="connsiteX47-13761" fmla="*/ 427632 w 3024845"/>
                <a:gd name="connsiteY47-13762" fmla="*/ 605298 h 1078499"/>
                <a:gd name="connsiteX48-13763" fmla="*/ 449925 w 3024845"/>
                <a:gd name="connsiteY48-13764" fmla="*/ 605298 h 1078499"/>
                <a:gd name="connsiteX49-13765" fmla="*/ 449925 w 3024845"/>
                <a:gd name="connsiteY49-13766" fmla="*/ 603406 h 1078499"/>
                <a:gd name="connsiteX50-13767" fmla="*/ 449925 w 3024845"/>
                <a:gd name="connsiteY50-13768" fmla="*/ 590165 h 1078499"/>
                <a:gd name="connsiteX51-13769" fmla="*/ 451699 w 3024845"/>
                <a:gd name="connsiteY51-13770" fmla="*/ 590165 h 1078499"/>
                <a:gd name="connsiteX52-13771" fmla="*/ 464112 w 3024845"/>
                <a:gd name="connsiteY52-13772" fmla="*/ 590165 h 1078499"/>
                <a:gd name="connsiteX53-13773" fmla="*/ 464112 w 3024845"/>
                <a:gd name="connsiteY53-13774" fmla="*/ 613945 h 1078499"/>
                <a:gd name="connsiteX54-13775" fmla="*/ 465126 w 3024845"/>
                <a:gd name="connsiteY54-13776" fmla="*/ 613945 h 1078499"/>
                <a:gd name="connsiteX55-13777" fmla="*/ 472219 w 3024845"/>
                <a:gd name="connsiteY55-13778" fmla="*/ 613945 h 1078499"/>
                <a:gd name="connsiteX56-13779" fmla="*/ 472219 w 3024845"/>
                <a:gd name="connsiteY56-13780" fmla="*/ 612864 h 1078499"/>
                <a:gd name="connsiteX57-13781" fmla="*/ 472219 w 3024845"/>
                <a:gd name="connsiteY57-13782" fmla="*/ 605298 h 1078499"/>
                <a:gd name="connsiteX58-13783" fmla="*/ 473992 w 3024845"/>
                <a:gd name="connsiteY58-13784" fmla="*/ 605298 h 1078499"/>
                <a:gd name="connsiteX59-13785" fmla="*/ 486406 w 3024845"/>
                <a:gd name="connsiteY59-13786" fmla="*/ 605298 h 1078499"/>
                <a:gd name="connsiteX60-13787" fmla="*/ 486406 w 3024845"/>
                <a:gd name="connsiteY60-13788" fmla="*/ 631239 h 1078499"/>
                <a:gd name="connsiteX61-13789" fmla="*/ 488433 w 3024845"/>
                <a:gd name="connsiteY61-13790" fmla="*/ 631239 h 1078499"/>
                <a:gd name="connsiteX62-13791" fmla="*/ 502619 w 3024845"/>
                <a:gd name="connsiteY62-13792" fmla="*/ 631239 h 1078499"/>
                <a:gd name="connsiteX63-13793" fmla="*/ 502619 w 3024845"/>
                <a:gd name="connsiteY63-13794" fmla="*/ 632860 h 1078499"/>
                <a:gd name="connsiteX64-13795" fmla="*/ 502619 w 3024845"/>
                <a:gd name="connsiteY64-13796" fmla="*/ 644210 h 1078499"/>
                <a:gd name="connsiteX65-13797" fmla="*/ 503379 w 3024845"/>
                <a:gd name="connsiteY65-13798" fmla="*/ 644210 h 1078499"/>
                <a:gd name="connsiteX66-13799" fmla="*/ 508700 w 3024845"/>
                <a:gd name="connsiteY66-13800" fmla="*/ 644210 h 1078499"/>
                <a:gd name="connsiteX67-13801" fmla="*/ 508700 w 3024845"/>
                <a:gd name="connsiteY67-13802" fmla="*/ 643399 h 1078499"/>
                <a:gd name="connsiteX68-13803" fmla="*/ 508700 w 3024845"/>
                <a:gd name="connsiteY68-13804" fmla="*/ 637724 h 1078499"/>
                <a:gd name="connsiteX69-13805" fmla="*/ 539100 w 3024845"/>
                <a:gd name="connsiteY69-13806" fmla="*/ 637724 h 1078499"/>
                <a:gd name="connsiteX70-13807" fmla="*/ 539100 w 3024845"/>
                <a:gd name="connsiteY70-13808" fmla="*/ 661504 h 1078499"/>
                <a:gd name="connsiteX71-13809" fmla="*/ 540113 w 3024845"/>
                <a:gd name="connsiteY71-13810" fmla="*/ 661504 h 1078499"/>
                <a:gd name="connsiteX72-13811" fmla="*/ 547207 w 3024845"/>
                <a:gd name="connsiteY72-13812" fmla="*/ 661504 h 1078499"/>
                <a:gd name="connsiteX73-13813" fmla="*/ 547207 w 3024845"/>
                <a:gd name="connsiteY73-13814" fmla="*/ 662585 h 1078499"/>
                <a:gd name="connsiteX74-13815" fmla="*/ 547207 w 3024845"/>
                <a:gd name="connsiteY74-13816" fmla="*/ 670151 h 1078499"/>
                <a:gd name="connsiteX75-13817" fmla="*/ 547967 w 3024845"/>
                <a:gd name="connsiteY75-13818" fmla="*/ 670151 h 1078499"/>
                <a:gd name="connsiteX76-13819" fmla="*/ 553287 w 3024845"/>
                <a:gd name="connsiteY76-13820" fmla="*/ 670151 h 1078499"/>
                <a:gd name="connsiteX77-13821" fmla="*/ 553287 w 3024845"/>
                <a:gd name="connsiteY77-13822" fmla="*/ 667989 h 1078499"/>
                <a:gd name="connsiteX78-13823" fmla="*/ 553287 w 3024845"/>
                <a:gd name="connsiteY78-13824" fmla="*/ 652857 h 1078499"/>
                <a:gd name="connsiteX79-13825" fmla="*/ 554300 w 3024845"/>
                <a:gd name="connsiteY79-13826" fmla="*/ 652857 h 1078499"/>
                <a:gd name="connsiteX80-13827" fmla="*/ 561394 w 3024845"/>
                <a:gd name="connsiteY80-13828" fmla="*/ 652857 h 1078499"/>
                <a:gd name="connsiteX81-13829" fmla="*/ 561394 w 3024845"/>
                <a:gd name="connsiteY81-13830" fmla="*/ 653938 h 1078499"/>
                <a:gd name="connsiteX82-13831" fmla="*/ 561394 w 3024845"/>
                <a:gd name="connsiteY82-13832" fmla="*/ 661504 h 1078499"/>
                <a:gd name="connsiteX83-13833" fmla="*/ 566714 w 3024845"/>
                <a:gd name="connsiteY83-13834" fmla="*/ 659511 h 1078499"/>
                <a:gd name="connsiteX84-13835" fmla="*/ 567474 w 3024845"/>
                <a:gd name="connsiteY84-13836" fmla="*/ 658531 h 1078499"/>
                <a:gd name="connsiteX85-13837" fmla="*/ 567474 w 3024845"/>
                <a:gd name="connsiteY85-13838" fmla="*/ 652857 h 1078499"/>
                <a:gd name="connsiteX86-13839" fmla="*/ 605981 w 3024845"/>
                <a:gd name="connsiteY86-13840" fmla="*/ 652857 h 1078499"/>
                <a:gd name="connsiteX87-13841" fmla="*/ 605981 w 3024845"/>
                <a:gd name="connsiteY87-13842" fmla="*/ 676636 h 1078499"/>
                <a:gd name="connsiteX88-13843" fmla="*/ 608007 w 3024845"/>
                <a:gd name="connsiteY88-13844" fmla="*/ 676636 h 1078499"/>
                <a:gd name="connsiteX89-13845" fmla="*/ 622194 w 3024845"/>
                <a:gd name="connsiteY89-13846" fmla="*/ 676636 h 1078499"/>
                <a:gd name="connsiteX90-13847" fmla="*/ 622194 w 3024845"/>
                <a:gd name="connsiteY90-13848" fmla="*/ 677717 h 1078499"/>
                <a:gd name="connsiteX91-13849" fmla="*/ 622194 w 3024845"/>
                <a:gd name="connsiteY91-13850" fmla="*/ 685283 h 1078499"/>
                <a:gd name="connsiteX92-13851" fmla="*/ 623968 w 3024845"/>
                <a:gd name="connsiteY92-13852" fmla="*/ 685283 h 1078499"/>
                <a:gd name="connsiteX93-13853" fmla="*/ 636381 w 3024845"/>
                <a:gd name="connsiteY93-13854" fmla="*/ 685283 h 1078499"/>
                <a:gd name="connsiteX94-13855" fmla="*/ 636381 w 3024845"/>
                <a:gd name="connsiteY94-13856" fmla="*/ 661504 h 1078499"/>
                <a:gd name="connsiteX95-13857" fmla="*/ 637394 w 3024845"/>
                <a:gd name="connsiteY95-13858" fmla="*/ 661504 h 1078499"/>
                <a:gd name="connsiteX96-13859" fmla="*/ 644488 w 3024845"/>
                <a:gd name="connsiteY96-13860" fmla="*/ 661504 h 1078499"/>
                <a:gd name="connsiteX97-13861" fmla="*/ 644488 w 3024845"/>
                <a:gd name="connsiteY97-13862" fmla="*/ 629077 h 1078499"/>
                <a:gd name="connsiteX98-13863" fmla="*/ 645501 w 3024845"/>
                <a:gd name="connsiteY98-13864" fmla="*/ 629077 h 1078499"/>
                <a:gd name="connsiteX99-13865" fmla="*/ 652595 w 3024845"/>
                <a:gd name="connsiteY99-13866" fmla="*/ 629077 h 1078499"/>
                <a:gd name="connsiteX100-13867" fmla="*/ 652595 w 3024845"/>
                <a:gd name="connsiteY100-13868" fmla="*/ 627186 h 1078499"/>
                <a:gd name="connsiteX101-13869" fmla="*/ 652595 w 3024845"/>
                <a:gd name="connsiteY101-13870" fmla="*/ 613945 h 1078499"/>
                <a:gd name="connsiteX102-13871" fmla="*/ 651328 w 3024845"/>
                <a:gd name="connsiteY102-13872" fmla="*/ 612323 h 1078499"/>
                <a:gd name="connsiteX103-13873" fmla="*/ 656648 w 3024845"/>
                <a:gd name="connsiteY103-13874" fmla="*/ 600974 h 1078499"/>
                <a:gd name="connsiteX104-13875" fmla="*/ 664755 w 3024845"/>
                <a:gd name="connsiteY104-13876" fmla="*/ 629077 h 1078499"/>
                <a:gd name="connsiteX105-13877" fmla="*/ 665515 w 3024845"/>
                <a:gd name="connsiteY105-13878" fmla="*/ 629077 h 1078499"/>
                <a:gd name="connsiteX106-13879" fmla="*/ 670835 w 3024845"/>
                <a:gd name="connsiteY106-13880" fmla="*/ 629077 h 1078499"/>
                <a:gd name="connsiteX107-13881" fmla="*/ 670835 w 3024845"/>
                <a:gd name="connsiteY107-13882" fmla="*/ 523150 h 1078499"/>
                <a:gd name="connsiteX108-13883" fmla="*/ 672355 w 3024845"/>
                <a:gd name="connsiteY108-13884" fmla="*/ 523150 h 1078499"/>
                <a:gd name="connsiteX109-13885" fmla="*/ 682995 w 3024845"/>
                <a:gd name="connsiteY109-13886" fmla="*/ 523150 h 1078499"/>
                <a:gd name="connsiteX110-13887" fmla="*/ 682995 w 3024845"/>
                <a:gd name="connsiteY110-13888" fmla="*/ 475591 h 1078499"/>
                <a:gd name="connsiteX111-13889" fmla="*/ 709342 w 3024845"/>
                <a:gd name="connsiteY111-13890" fmla="*/ 475591 h 1078499"/>
                <a:gd name="connsiteX112-13891" fmla="*/ 709342 w 3024845"/>
                <a:gd name="connsiteY112-13892" fmla="*/ 453973 h 1078499"/>
                <a:gd name="connsiteX113-13893" fmla="*/ 743796 w 3024845"/>
                <a:gd name="connsiteY113-13894" fmla="*/ 453973 h 1078499"/>
                <a:gd name="connsiteX114-13895" fmla="*/ 743796 w 3024845"/>
                <a:gd name="connsiteY114-13896" fmla="*/ 456405 h 1078499"/>
                <a:gd name="connsiteX115-13897" fmla="*/ 743796 w 3024845"/>
                <a:gd name="connsiteY115-13898" fmla="*/ 473429 h 1078499"/>
                <a:gd name="connsiteX116-13899" fmla="*/ 746076 w 3024845"/>
                <a:gd name="connsiteY116-13900" fmla="*/ 473429 h 1078499"/>
                <a:gd name="connsiteX117-13901" fmla="*/ 762036 w 3024845"/>
                <a:gd name="connsiteY117-13902" fmla="*/ 473429 h 1078499"/>
                <a:gd name="connsiteX118-13903" fmla="*/ 762036 w 3024845"/>
                <a:gd name="connsiteY118-13904" fmla="*/ 520988 h 1078499"/>
                <a:gd name="connsiteX119-13905" fmla="*/ 763049 w 3024845"/>
                <a:gd name="connsiteY119-13906" fmla="*/ 520988 h 1078499"/>
                <a:gd name="connsiteX120-13907" fmla="*/ 770143 w 3024845"/>
                <a:gd name="connsiteY120-13908" fmla="*/ 520988 h 1078499"/>
                <a:gd name="connsiteX121-13909" fmla="*/ 784330 w 3024845"/>
                <a:gd name="connsiteY121-13910" fmla="*/ 525312 h 1078499"/>
                <a:gd name="connsiteX122-13911" fmla="*/ 784330 w 3024845"/>
                <a:gd name="connsiteY122-13912" fmla="*/ 564224 h 1078499"/>
                <a:gd name="connsiteX123-13913" fmla="*/ 785343 w 3024845"/>
                <a:gd name="connsiteY123-13914" fmla="*/ 564224 h 1078499"/>
                <a:gd name="connsiteX124-13915" fmla="*/ 792436 w 3024845"/>
                <a:gd name="connsiteY124-13916" fmla="*/ 564224 h 1078499"/>
                <a:gd name="connsiteX125-13917" fmla="*/ 792436 w 3024845"/>
                <a:gd name="connsiteY125-13918" fmla="*/ 565845 h 1078499"/>
                <a:gd name="connsiteX126-13919" fmla="*/ 792436 w 3024845"/>
                <a:gd name="connsiteY126-13920" fmla="*/ 577194 h 1078499"/>
                <a:gd name="connsiteX127-13921" fmla="*/ 794463 w 3024845"/>
                <a:gd name="connsiteY127-13922" fmla="*/ 577194 h 1078499"/>
                <a:gd name="connsiteX128-13923" fmla="*/ 808650 w 3024845"/>
                <a:gd name="connsiteY128-13924" fmla="*/ 577194 h 1078499"/>
                <a:gd name="connsiteX129-13925" fmla="*/ 814730 w 3024845"/>
                <a:gd name="connsiteY129-13926" fmla="*/ 583680 h 1078499"/>
                <a:gd name="connsiteX130-13927" fmla="*/ 814730 w 3024845"/>
                <a:gd name="connsiteY130-13928" fmla="*/ 605298 h 1078499"/>
                <a:gd name="connsiteX131-13929" fmla="*/ 817010 w 3024845"/>
                <a:gd name="connsiteY131-13930" fmla="*/ 605298 h 1078499"/>
                <a:gd name="connsiteX132-13931" fmla="*/ 832970 w 3024845"/>
                <a:gd name="connsiteY132-13932" fmla="*/ 605298 h 1078499"/>
                <a:gd name="connsiteX133-13933" fmla="*/ 832970 w 3024845"/>
                <a:gd name="connsiteY133-13934" fmla="*/ 606378 h 1078499"/>
                <a:gd name="connsiteX134-13935" fmla="*/ 832970 w 3024845"/>
                <a:gd name="connsiteY134-13936" fmla="*/ 613945 h 1078499"/>
                <a:gd name="connsiteX135-13937" fmla="*/ 834237 w 3024845"/>
                <a:gd name="connsiteY135-13938" fmla="*/ 613945 h 1078499"/>
                <a:gd name="connsiteX136-13939" fmla="*/ 843104 w 3024845"/>
                <a:gd name="connsiteY136-13940" fmla="*/ 613945 h 1078499"/>
                <a:gd name="connsiteX137-13941" fmla="*/ 843104 w 3024845"/>
                <a:gd name="connsiteY137-13942" fmla="*/ 616106 h 1078499"/>
                <a:gd name="connsiteX138-13943" fmla="*/ 843104 w 3024845"/>
                <a:gd name="connsiteY138-13944" fmla="*/ 631239 h 1078499"/>
                <a:gd name="connsiteX139-13945" fmla="*/ 847157 w 3024845"/>
                <a:gd name="connsiteY139-13946" fmla="*/ 629347 h 1078499"/>
                <a:gd name="connsiteX140-13947" fmla="*/ 847157 w 3024845"/>
                <a:gd name="connsiteY140-13948" fmla="*/ 616106 h 1078499"/>
                <a:gd name="connsiteX141-13949" fmla="*/ 848170 w 3024845"/>
                <a:gd name="connsiteY141-13950" fmla="*/ 616106 h 1078499"/>
                <a:gd name="connsiteX142-13951" fmla="*/ 855264 w 3024845"/>
                <a:gd name="connsiteY142-13952" fmla="*/ 616106 h 1078499"/>
                <a:gd name="connsiteX143-13953" fmla="*/ 855264 w 3024845"/>
                <a:gd name="connsiteY143-13954" fmla="*/ 617728 h 1078499"/>
                <a:gd name="connsiteX144-13955" fmla="*/ 855264 w 3024845"/>
                <a:gd name="connsiteY144-13956" fmla="*/ 629077 h 1078499"/>
                <a:gd name="connsiteX145-13957" fmla="*/ 856024 w 3024845"/>
                <a:gd name="connsiteY145-13958" fmla="*/ 629077 h 1078499"/>
                <a:gd name="connsiteX146-13959" fmla="*/ 861344 w 3024845"/>
                <a:gd name="connsiteY146-13960" fmla="*/ 629077 h 1078499"/>
                <a:gd name="connsiteX147-13961" fmla="*/ 909984 w 3024845"/>
                <a:gd name="connsiteY147-13962" fmla="*/ 624754 h 1078499"/>
                <a:gd name="connsiteX148-13963" fmla="*/ 909984 w 3024845"/>
                <a:gd name="connsiteY148-13964" fmla="*/ 626105 h 1078499"/>
                <a:gd name="connsiteX149-13965" fmla="*/ 909984 w 3024845"/>
                <a:gd name="connsiteY149-13966" fmla="*/ 635562 h 1078499"/>
                <a:gd name="connsiteX150-13967" fmla="*/ 910744 w 3024845"/>
                <a:gd name="connsiteY150-13968" fmla="*/ 635562 h 1078499"/>
                <a:gd name="connsiteX151-13969" fmla="*/ 916065 w 3024845"/>
                <a:gd name="connsiteY151-13970" fmla="*/ 635562 h 1078499"/>
                <a:gd name="connsiteX152-13971" fmla="*/ 916065 w 3024845"/>
                <a:gd name="connsiteY152-13972" fmla="*/ 637724 h 1078499"/>
                <a:gd name="connsiteX153-13973" fmla="*/ 916065 w 3024845"/>
                <a:gd name="connsiteY153-13974" fmla="*/ 652857 h 1078499"/>
                <a:gd name="connsiteX154-13975" fmla="*/ 918091 w 3024845"/>
                <a:gd name="connsiteY154-13976" fmla="*/ 651506 h 1078499"/>
                <a:gd name="connsiteX155-13977" fmla="*/ 932278 w 3024845"/>
                <a:gd name="connsiteY155-13978" fmla="*/ 642048 h 1078499"/>
                <a:gd name="connsiteX156-13979" fmla="*/ 938358 w 3024845"/>
                <a:gd name="connsiteY156-13980" fmla="*/ 600974 h 1078499"/>
                <a:gd name="connsiteX157-13981" fmla="*/ 939118 w 3024845"/>
                <a:gd name="connsiteY157-13982" fmla="*/ 600704 h 1078499"/>
                <a:gd name="connsiteX158-13983" fmla="*/ 944438 w 3024845"/>
                <a:gd name="connsiteY158-13984" fmla="*/ 598812 h 1078499"/>
                <a:gd name="connsiteX159-13985" fmla="*/ 946465 w 3024845"/>
                <a:gd name="connsiteY159-13986" fmla="*/ 529635 h 1078499"/>
                <a:gd name="connsiteX160-13987" fmla="*/ 948492 w 3024845"/>
                <a:gd name="connsiteY160-13988" fmla="*/ 598812 h 1078499"/>
                <a:gd name="connsiteX161-13989" fmla="*/ 949252 w 3024845"/>
                <a:gd name="connsiteY161-13990" fmla="*/ 599082 h 1078499"/>
                <a:gd name="connsiteX162-13991" fmla="*/ 954572 w 3024845"/>
                <a:gd name="connsiteY162-13992" fmla="*/ 600974 h 1078499"/>
                <a:gd name="connsiteX163-13993" fmla="*/ 954572 w 3024845"/>
                <a:gd name="connsiteY163-13994" fmla="*/ 514503 h 1078499"/>
                <a:gd name="connsiteX164-13995" fmla="*/ 958625 w 3024845"/>
                <a:gd name="connsiteY164-13996" fmla="*/ 482076 h 1078499"/>
                <a:gd name="connsiteX165-13997" fmla="*/ 997132 w 3024845"/>
                <a:gd name="connsiteY165-13998" fmla="*/ 482076 h 1078499"/>
                <a:gd name="connsiteX166-13999" fmla="*/ 997132 w 3024845"/>
                <a:gd name="connsiteY166-14000" fmla="*/ 514503 h 1078499"/>
                <a:gd name="connsiteX167-14001" fmla="*/ 997892 w 3024845"/>
                <a:gd name="connsiteY167-14002" fmla="*/ 514503 h 1078499"/>
                <a:gd name="connsiteX168-14003" fmla="*/ 1003212 w 3024845"/>
                <a:gd name="connsiteY168-14004" fmla="*/ 514503 h 1078499"/>
                <a:gd name="connsiteX169-14005" fmla="*/ 1003212 w 3024845"/>
                <a:gd name="connsiteY169-14006" fmla="*/ 432355 h 1078499"/>
                <a:gd name="connsiteX170-14007" fmla="*/ 1004986 w 3024845"/>
                <a:gd name="connsiteY170-14008" fmla="*/ 432355 h 1078499"/>
                <a:gd name="connsiteX171-14009" fmla="*/ 1017399 w 3024845"/>
                <a:gd name="connsiteY171-14010" fmla="*/ 432355 h 1078499"/>
                <a:gd name="connsiteX172-14011" fmla="*/ 1017399 w 3024845"/>
                <a:gd name="connsiteY172-14012" fmla="*/ 430464 h 1078499"/>
                <a:gd name="connsiteX173-14013" fmla="*/ 1017399 w 3024845"/>
                <a:gd name="connsiteY173-14014" fmla="*/ 417223 h 1078499"/>
                <a:gd name="connsiteX174-14015" fmla="*/ 1039693 w 3024845"/>
                <a:gd name="connsiteY174-14016" fmla="*/ 417223 h 1078499"/>
                <a:gd name="connsiteX175-14017" fmla="*/ 1039693 w 3024845"/>
                <a:gd name="connsiteY175-14018" fmla="*/ 416142 h 1078499"/>
                <a:gd name="connsiteX176-14019" fmla="*/ 1039693 w 3024845"/>
                <a:gd name="connsiteY176-14020" fmla="*/ 408576 h 1078499"/>
                <a:gd name="connsiteX177-14021" fmla="*/ 1041466 w 3024845"/>
                <a:gd name="connsiteY177-14022" fmla="*/ 408576 h 1078499"/>
                <a:gd name="connsiteX178-14023" fmla="*/ 1053880 w 3024845"/>
                <a:gd name="connsiteY178-14024" fmla="*/ 408576 h 1078499"/>
                <a:gd name="connsiteX179-14025" fmla="*/ 1053880 w 3024845"/>
                <a:gd name="connsiteY179-14026" fmla="*/ 409657 h 1078499"/>
                <a:gd name="connsiteX180-14027" fmla="*/ 1053880 w 3024845"/>
                <a:gd name="connsiteY180-14028" fmla="*/ 417223 h 1078499"/>
                <a:gd name="connsiteX181-14029" fmla="*/ 1054640 w 3024845"/>
                <a:gd name="connsiteY181-14030" fmla="*/ 417223 h 1078499"/>
                <a:gd name="connsiteX182-14031" fmla="*/ 1059960 w 3024845"/>
                <a:gd name="connsiteY182-14032" fmla="*/ 417223 h 1078499"/>
                <a:gd name="connsiteX183-14033" fmla="*/ 1070093 w 3024845"/>
                <a:gd name="connsiteY183-14034" fmla="*/ 412899 h 1078499"/>
                <a:gd name="connsiteX184-14035" fmla="*/ 1074146 w 3024845"/>
                <a:gd name="connsiteY184-14036" fmla="*/ 416142 h 1078499"/>
                <a:gd name="connsiteX185-14037" fmla="*/ 1074146 w 3024845"/>
                <a:gd name="connsiteY185-14038" fmla="*/ 408576 h 1078499"/>
                <a:gd name="connsiteX186-14039" fmla="*/ 1076426 w 3024845"/>
                <a:gd name="connsiteY186-14040" fmla="*/ 408576 h 1078499"/>
                <a:gd name="connsiteX187-14041" fmla="*/ 1092387 w 3024845"/>
                <a:gd name="connsiteY187-14042" fmla="*/ 408576 h 1078499"/>
                <a:gd name="connsiteX188-14043" fmla="*/ 1092387 w 3024845"/>
                <a:gd name="connsiteY188-14044" fmla="*/ 409657 h 1078499"/>
                <a:gd name="connsiteX189-14045" fmla="*/ 1092387 w 3024845"/>
                <a:gd name="connsiteY189-14046" fmla="*/ 417223 h 1078499"/>
                <a:gd name="connsiteX190-14047" fmla="*/ 1122787 w 3024845"/>
                <a:gd name="connsiteY190-14048" fmla="*/ 417223 h 1078499"/>
                <a:gd name="connsiteX191-14049" fmla="*/ 1122787 w 3024845"/>
                <a:gd name="connsiteY191-14050" fmla="*/ 418844 h 1078499"/>
                <a:gd name="connsiteX192-14051" fmla="*/ 1122787 w 3024845"/>
                <a:gd name="connsiteY192-14052" fmla="*/ 430194 h 1078499"/>
                <a:gd name="connsiteX193-14053" fmla="*/ 1149134 w 3024845"/>
                <a:gd name="connsiteY193-14054" fmla="*/ 430194 h 1078499"/>
                <a:gd name="connsiteX194-14055" fmla="*/ 1149134 w 3024845"/>
                <a:gd name="connsiteY194-14056" fmla="*/ 460458 h 1078499"/>
                <a:gd name="connsiteX195-14057" fmla="*/ 1149894 w 3024845"/>
                <a:gd name="connsiteY195-14058" fmla="*/ 460458 h 1078499"/>
                <a:gd name="connsiteX196-14059" fmla="*/ 1155214 w 3024845"/>
                <a:gd name="connsiteY196-14060" fmla="*/ 460458 h 1078499"/>
                <a:gd name="connsiteX197-14061" fmla="*/ 1155214 w 3024845"/>
                <a:gd name="connsiteY197-14062" fmla="*/ 461539 h 1078499"/>
                <a:gd name="connsiteX198-14063" fmla="*/ 1155214 w 3024845"/>
                <a:gd name="connsiteY198-14064" fmla="*/ 469106 h 1078499"/>
                <a:gd name="connsiteX199-14065" fmla="*/ 1159268 w 3024845"/>
                <a:gd name="connsiteY199-14066" fmla="*/ 499370 h 1078499"/>
                <a:gd name="connsiteX200-14067" fmla="*/ 1160028 w 3024845"/>
                <a:gd name="connsiteY200-14068" fmla="*/ 499370 h 1078499"/>
                <a:gd name="connsiteX201-14069" fmla="*/ 1165348 w 3024845"/>
                <a:gd name="connsiteY201-14070" fmla="*/ 499370 h 1078499"/>
                <a:gd name="connsiteX202-14071" fmla="*/ 1165348 w 3024845"/>
                <a:gd name="connsiteY202-14072" fmla="*/ 500181 h 1078499"/>
                <a:gd name="connsiteX203-14073" fmla="*/ 1165348 w 3024845"/>
                <a:gd name="connsiteY203-14074" fmla="*/ 505856 h 1078499"/>
                <a:gd name="connsiteX204-14075" fmla="*/ 1166361 w 3024845"/>
                <a:gd name="connsiteY204-14076" fmla="*/ 505856 h 1078499"/>
                <a:gd name="connsiteX205-14077" fmla="*/ 1173454 w 3024845"/>
                <a:gd name="connsiteY205-14078" fmla="*/ 505856 h 1078499"/>
                <a:gd name="connsiteX206-14079" fmla="*/ 1173454 w 3024845"/>
                <a:gd name="connsiteY206-14080" fmla="*/ 536121 h 1078499"/>
                <a:gd name="connsiteX207-14081" fmla="*/ 1175481 w 3024845"/>
                <a:gd name="connsiteY207-14082" fmla="*/ 536121 h 1078499"/>
                <a:gd name="connsiteX208-14083" fmla="*/ 1189668 w 3024845"/>
                <a:gd name="connsiteY208-14084" fmla="*/ 536121 h 1078499"/>
                <a:gd name="connsiteX209-14085" fmla="*/ 1189668 w 3024845"/>
                <a:gd name="connsiteY209-14086" fmla="*/ 559900 h 1078499"/>
                <a:gd name="connsiteX210-14087" fmla="*/ 1191695 w 3024845"/>
                <a:gd name="connsiteY210-14088" fmla="*/ 561521 h 1078499"/>
                <a:gd name="connsiteX211-14089" fmla="*/ 1191695 w 3024845"/>
                <a:gd name="connsiteY211-14090" fmla="*/ 572871 h 1078499"/>
                <a:gd name="connsiteX212-14091" fmla="*/ 1192455 w 3024845"/>
                <a:gd name="connsiteY212-14092" fmla="*/ 572871 h 1078499"/>
                <a:gd name="connsiteX213-14093" fmla="*/ 1197775 w 3024845"/>
                <a:gd name="connsiteY213-14094" fmla="*/ 572871 h 1078499"/>
                <a:gd name="connsiteX214-14095" fmla="*/ 1197775 w 3024845"/>
                <a:gd name="connsiteY214-14096" fmla="*/ 596650 h 1078499"/>
                <a:gd name="connsiteX215-14097" fmla="*/ 1199041 w 3024845"/>
                <a:gd name="connsiteY215-14098" fmla="*/ 596650 h 1078499"/>
                <a:gd name="connsiteX216-14099" fmla="*/ 1207908 w 3024845"/>
                <a:gd name="connsiteY216-14100" fmla="*/ 596650 h 1078499"/>
                <a:gd name="connsiteX217-14101" fmla="*/ 1209935 w 3024845"/>
                <a:gd name="connsiteY217-14102" fmla="*/ 600704 h 1078499"/>
                <a:gd name="connsiteX218-14103" fmla="*/ 1209935 w 3024845"/>
                <a:gd name="connsiteY218-14104" fmla="*/ 613945 h 1078499"/>
                <a:gd name="connsiteX219-14105" fmla="*/ 1211455 w 3024845"/>
                <a:gd name="connsiteY219-14106" fmla="*/ 612053 h 1078499"/>
                <a:gd name="connsiteX220-14107" fmla="*/ 1222095 w 3024845"/>
                <a:gd name="connsiteY220-14108" fmla="*/ 598812 h 1078499"/>
                <a:gd name="connsiteX221-14109" fmla="*/ 1250469 w 3024845"/>
                <a:gd name="connsiteY221-14110" fmla="*/ 598812 h 1078499"/>
                <a:gd name="connsiteX222-14111" fmla="*/ 1250469 w 3024845"/>
                <a:gd name="connsiteY222-14112" fmla="*/ 685283 h 1078499"/>
                <a:gd name="connsiteX223-14113" fmla="*/ 1251229 w 3024845"/>
                <a:gd name="connsiteY223-14114" fmla="*/ 685283 h 1078499"/>
                <a:gd name="connsiteX224-14115" fmla="*/ 1256549 w 3024845"/>
                <a:gd name="connsiteY224-14116" fmla="*/ 685283 h 1078499"/>
                <a:gd name="connsiteX225-14117" fmla="*/ 1257309 w 3024845"/>
                <a:gd name="connsiteY225-14118" fmla="*/ 683932 h 1078499"/>
                <a:gd name="connsiteX226-14119" fmla="*/ 1262629 w 3024845"/>
                <a:gd name="connsiteY226-14120" fmla="*/ 674474 h 1078499"/>
                <a:gd name="connsiteX227-14121" fmla="*/ 1262629 w 3024845"/>
                <a:gd name="connsiteY227-14122" fmla="*/ 676366 h 1078499"/>
                <a:gd name="connsiteX228-14123" fmla="*/ 1262629 w 3024845"/>
                <a:gd name="connsiteY228-14124" fmla="*/ 689607 h 1078499"/>
                <a:gd name="connsiteX229-14125" fmla="*/ 1266682 w 3024845"/>
                <a:gd name="connsiteY229-14126" fmla="*/ 644210 h 1078499"/>
                <a:gd name="connsiteX230-14127" fmla="*/ 1267442 w 3024845"/>
                <a:gd name="connsiteY230-14128" fmla="*/ 644210 h 1078499"/>
                <a:gd name="connsiteX231-14129" fmla="*/ 1272762 w 3024845"/>
                <a:gd name="connsiteY231-14130" fmla="*/ 644210 h 1078499"/>
                <a:gd name="connsiteX232-14131" fmla="*/ 1272762 w 3024845"/>
                <a:gd name="connsiteY232-14132" fmla="*/ 579356 h 1078499"/>
                <a:gd name="connsiteX233-14133" fmla="*/ 1273776 w 3024845"/>
                <a:gd name="connsiteY233-14134" fmla="*/ 579356 h 1078499"/>
                <a:gd name="connsiteX234-14135" fmla="*/ 1280869 w 3024845"/>
                <a:gd name="connsiteY234-14136" fmla="*/ 579356 h 1078499"/>
                <a:gd name="connsiteX235-14137" fmla="*/ 1293029 w 3024845"/>
                <a:gd name="connsiteY235-14138" fmla="*/ 536121 h 1078499"/>
                <a:gd name="connsiteX236-14139" fmla="*/ 1294296 w 3024845"/>
                <a:gd name="connsiteY236-14140" fmla="*/ 536121 h 1078499"/>
                <a:gd name="connsiteX237-14141" fmla="*/ 1303163 w 3024845"/>
                <a:gd name="connsiteY237-14142" fmla="*/ 536121 h 1078499"/>
                <a:gd name="connsiteX238-14143" fmla="*/ 1313296 w 3024845"/>
                <a:gd name="connsiteY238-14144" fmla="*/ 579356 h 1078499"/>
                <a:gd name="connsiteX239-14145" fmla="*/ 1314309 w 3024845"/>
                <a:gd name="connsiteY239-14146" fmla="*/ 579356 h 1078499"/>
                <a:gd name="connsiteX240-14147" fmla="*/ 1321403 w 3024845"/>
                <a:gd name="connsiteY240-14148" fmla="*/ 579356 h 1078499"/>
                <a:gd name="connsiteX241-14149" fmla="*/ 1321403 w 3024845"/>
                <a:gd name="connsiteY241-14150" fmla="*/ 618268 h 1078499"/>
                <a:gd name="connsiteX242-14151" fmla="*/ 1323176 w 3024845"/>
                <a:gd name="connsiteY242-14152" fmla="*/ 618268 h 1078499"/>
                <a:gd name="connsiteX243-14153" fmla="*/ 1335590 w 3024845"/>
                <a:gd name="connsiteY243-14154" fmla="*/ 618268 h 1078499"/>
                <a:gd name="connsiteX244-14155" fmla="*/ 1335590 w 3024845"/>
                <a:gd name="connsiteY244-14156" fmla="*/ 620430 h 1078499"/>
                <a:gd name="connsiteX245-14157" fmla="*/ 1335590 w 3024845"/>
                <a:gd name="connsiteY245-14158" fmla="*/ 635562 h 1078499"/>
                <a:gd name="connsiteX246-14159" fmla="*/ 1339643 w 3024845"/>
                <a:gd name="connsiteY246-14160" fmla="*/ 633401 h 1078499"/>
                <a:gd name="connsiteX247-14161" fmla="*/ 1339643 w 3024845"/>
                <a:gd name="connsiteY247-14162" fmla="*/ 618268 h 1078499"/>
                <a:gd name="connsiteX248-14163" fmla="*/ 1341163 w 3024845"/>
                <a:gd name="connsiteY248-14164" fmla="*/ 618268 h 1078499"/>
                <a:gd name="connsiteX249-14165" fmla="*/ 1351803 w 3024845"/>
                <a:gd name="connsiteY249-14166" fmla="*/ 618268 h 1078499"/>
                <a:gd name="connsiteX250-14167" fmla="*/ 1351803 w 3024845"/>
                <a:gd name="connsiteY250-14168" fmla="*/ 619889 h 1078499"/>
                <a:gd name="connsiteX251-14169" fmla="*/ 1351803 w 3024845"/>
                <a:gd name="connsiteY251-14170" fmla="*/ 631239 h 1078499"/>
                <a:gd name="connsiteX252-14171" fmla="*/ 1382204 w 3024845"/>
                <a:gd name="connsiteY252-14172" fmla="*/ 631239 h 1078499"/>
                <a:gd name="connsiteX253-14173" fmla="*/ 1382204 w 3024845"/>
                <a:gd name="connsiteY253-14174" fmla="*/ 594489 h 1078499"/>
                <a:gd name="connsiteX254-14175" fmla="*/ 1383470 w 3024845"/>
                <a:gd name="connsiteY254-14176" fmla="*/ 594489 h 1078499"/>
                <a:gd name="connsiteX255-14177" fmla="*/ 1392337 w 3024845"/>
                <a:gd name="connsiteY255-14178" fmla="*/ 594489 h 1078499"/>
                <a:gd name="connsiteX256-14179" fmla="*/ 1392337 w 3024845"/>
                <a:gd name="connsiteY256-14180" fmla="*/ 616106 h 1078499"/>
                <a:gd name="connsiteX257-14181" fmla="*/ 1394364 w 3024845"/>
                <a:gd name="connsiteY257-14182" fmla="*/ 583680 h 1078499"/>
                <a:gd name="connsiteX258-14183" fmla="*/ 1416657 w 3024845"/>
                <a:gd name="connsiteY258-14184" fmla="*/ 583680 h 1078499"/>
                <a:gd name="connsiteX259-14185" fmla="*/ 1416657 w 3024845"/>
                <a:gd name="connsiteY259-14186" fmla="*/ 582058 h 1078499"/>
                <a:gd name="connsiteX260-14187" fmla="*/ 1416657 w 3024845"/>
                <a:gd name="connsiteY260-14188" fmla="*/ 570709 h 1078499"/>
                <a:gd name="connsiteX261-14189" fmla="*/ 1417417 w 3024845"/>
                <a:gd name="connsiteY261-14190" fmla="*/ 570709 h 1078499"/>
                <a:gd name="connsiteX262-14191" fmla="*/ 1422737 w 3024845"/>
                <a:gd name="connsiteY262-14192" fmla="*/ 570709 h 1078499"/>
                <a:gd name="connsiteX263-14193" fmla="*/ 1422737 w 3024845"/>
                <a:gd name="connsiteY263-14194" fmla="*/ 568818 h 1078499"/>
                <a:gd name="connsiteX264-14195" fmla="*/ 1422737 w 3024845"/>
                <a:gd name="connsiteY264-14196" fmla="*/ 555577 h 1078499"/>
                <a:gd name="connsiteX265-14197" fmla="*/ 1426791 w 3024845"/>
                <a:gd name="connsiteY265-14198" fmla="*/ 562062 h 1078499"/>
                <a:gd name="connsiteX266-14199" fmla="*/ 1429071 w 3024845"/>
                <a:gd name="connsiteY266-14200" fmla="*/ 562062 h 1078499"/>
                <a:gd name="connsiteX267-14201" fmla="*/ 1445031 w 3024845"/>
                <a:gd name="connsiteY267-14202" fmla="*/ 562062 h 1078499"/>
                <a:gd name="connsiteX268-14203" fmla="*/ 1445031 w 3024845"/>
                <a:gd name="connsiteY268-14204" fmla="*/ 561251 h 1078499"/>
                <a:gd name="connsiteX269-14205" fmla="*/ 1445031 w 3024845"/>
                <a:gd name="connsiteY269-14206" fmla="*/ 555577 h 1078499"/>
                <a:gd name="connsiteX270-14207" fmla="*/ 1445791 w 3024845"/>
                <a:gd name="connsiteY270-14208" fmla="*/ 555577 h 1078499"/>
                <a:gd name="connsiteX271-14209" fmla="*/ 1451111 w 3024845"/>
                <a:gd name="connsiteY271-14210" fmla="*/ 555577 h 1078499"/>
                <a:gd name="connsiteX272-14211" fmla="*/ 1451111 w 3024845"/>
                <a:gd name="connsiteY272-14212" fmla="*/ 556928 h 1078499"/>
                <a:gd name="connsiteX273-14213" fmla="*/ 1451111 w 3024845"/>
                <a:gd name="connsiteY273-14214" fmla="*/ 566386 h 1078499"/>
                <a:gd name="connsiteX274-14215" fmla="*/ 1489618 w 3024845"/>
                <a:gd name="connsiteY274-14216" fmla="*/ 566386 h 1078499"/>
                <a:gd name="connsiteX275-14217" fmla="*/ 1489618 w 3024845"/>
                <a:gd name="connsiteY275-14218" fmla="*/ 704739 h 1078499"/>
                <a:gd name="connsiteX276-14219" fmla="*/ 1491138 w 3024845"/>
                <a:gd name="connsiteY276-14220" fmla="*/ 704739 h 1078499"/>
                <a:gd name="connsiteX277-14221" fmla="*/ 1501778 w 3024845"/>
                <a:gd name="connsiteY277-14222" fmla="*/ 704739 h 1078499"/>
                <a:gd name="connsiteX278-14223" fmla="*/ 1501778 w 3024845"/>
                <a:gd name="connsiteY278-14224" fmla="*/ 691769 h 1078499"/>
                <a:gd name="connsiteX279-14225" fmla="*/ 1505832 w 3024845"/>
                <a:gd name="connsiteY279-14226" fmla="*/ 691769 h 1078499"/>
                <a:gd name="connsiteX280-14227" fmla="*/ 1505832 w 3024845"/>
                <a:gd name="connsiteY280-14228" fmla="*/ 704739 h 1078499"/>
                <a:gd name="connsiteX281-14229" fmla="*/ 1536232 w 3024845"/>
                <a:gd name="connsiteY281-14230" fmla="*/ 704739 h 1078499"/>
                <a:gd name="connsiteX282-14231" fmla="*/ 1536232 w 3024845"/>
                <a:gd name="connsiteY282-14232" fmla="*/ 674474 h 1078499"/>
                <a:gd name="connsiteX283-14233" fmla="*/ 1548392 w 3024845"/>
                <a:gd name="connsiteY283-14234" fmla="*/ 674474 h 1078499"/>
                <a:gd name="connsiteX284-14235" fmla="*/ 1560552 w 3024845"/>
                <a:gd name="connsiteY284-14236" fmla="*/ 672313 h 1078499"/>
                <a:gd name="connsiteX285-14237" fmla="*/ 1564606 w 3024845"/>
                <a:gd name="connsiteY285-14238" fmla="*/ 674474 h 1078499"/>
                <a:gd name="connsiteX286-14239" fmla="*/ 1574739 w 3024845"/>
                <a:gd name="connsiteY286-14240" fmla="*/ 674474 h 1078499"/>
                <a:gd name="connsiteX287-14241" fmla="*/ 1574739 w 3024845"/>
                <a:gd name="connsiteY287-14242" fmla="*/ 704739 h 1078499"/>
                <a:gd name="connsiteX288-14243" fmla="*/ 1582846 w 3024845"/>
                <a:gd name="connsiteY288-14244" fmla="*/ 704739 h 1078499"/>
                <a:gd name="connsiteX289-14245" fmla="*/ 1582846 w 3024845"/>
                <a:gd name="connsiteY289-14246" fmla="*/ 722034 h 1078499"/>
                <a:gd name="connsiteX290-14247" fmla="*/ 1592182 w 3024845"/>
                <a:gd name="connsiteY290-14248" fmla="*/ 722939 h 1078499"/>
                <a:gd name="connsiteX291-14249" fmla="*/ 1605140 w 3024845"/>
                <a:gd name="connsiteY291-14250" fmla="*/ 722939 h 1078499"/>
                <a:gd name="connsiteX292-14251" fmla="*/ 1605140 w 3024845"/>
                <a:gd name="connsiteY292-14252" fmla="*/ 706901 h 1078499"/>
                <a:gd name="connsiteX293-14253" fmla="*/ 1673096 w 3024845"/>
                <a:gd name="connsiteY293-14254" fmla="*/ 706901 h 1078499"/>
                <a:gd name="connsiteX294-14255" fmla="*/ 1673096 w 3024845"/>
                <a:gd name="connsiteY294-14256" fmla="*/ 621648 h 1078499"/>
                <a:gd name="connsiteX295-14257" fmla="*/ 1745104 w 3024845"/>
                <a:gd name="connsiteY295-14258" fmla="*/ 621648 h 1078499"/>
                <a:gd name="connsiteX296-14259" fmla="*/ 1745104 w 3024845"/>
                <a:gd name="connsiteY296-14260" fmla="*/ 700416 h 1078499"/>
                <a:gd name="connsiteX297-14261" fmla="*/ 1747008 w 3024845"/>
                <a:gd name="connsiteY297-14262" fmla="*/ 700416 h 1078499"/>
                <a:gd name="connsiteX298-14263" fmla="*/ 1748250 w 3024845"/>
                <a:gd name="connsiteY298-14264" fmla="*/ 722939 h 1078499"/>
                <a:gd name="connsiteX299-14265" fmla="*/ 1757926 w 3024845"/>
                <a:gd name="connsiteY299-14266" fmla="*/ 722939 h 1078499"/>
                <a:gd name="connsiteX300-14267" fmla="*/ 1759168 w 3024845"/>
                <a:gd name="connsiteY300-14268" fmla="*/ 700416 h 1078499"/>
                <a:gd name="connsiteX301-14269" fmla="*/ 1765248 w 3024845"/>
                <a:gd name="connsiteY301-14270" fmla="*/ 700416 h 1078499"/>
                <a:gd name="connsiteX302-14271" fmla="*/ 1766490 w 3024845"/>
                <a:gd name="connsiteY302-14272" fmla="*/ 722939 h 1078499"/>
                <a:gd name="connsiteX303-14273" fmla="*/ 1817112 w 3024845"/>
                <a:gd name="connsiteY303-14274" fmla="*/ 722939 h 1078499"/>
                <a:gd name="connsiteX304-14275" fmla="*/ 1817112 w 3024845"/>
                <a:gd name="connsiteY304-14276" fmla="*/ 559911 h 1078499"/>
                <a:gd name="connsiteX305-14277" fmla="*/ 2014439 w 3024845"/>
                <a:gd name="connsiteY305-14278" fmla="*/ 559911 h 1078499"/>
                <a:gd name="connsiteX306-14279" fmla="*/ 2014439 w 3024845"/>
                <a:gd name="connsiteY306-14280" fmla="*/ 722939 h 1078499"/>
                <a:gd name="connsiteX307-14281" fmla="*/ 2033136 w 3024845"/>
                <a:gd name="connsiteY307-14282" fmla="*/ 722939 h 1078499"/>
                <a:gd name="connsiteX308-14283" fmla="*/ 2033136 w 3024845"/>
                <a:gd name="connsiteY308-14284" fmla="*/ 640246 h 1078499"/>
                <a:gd name="connsiteX309-14285" fmla="*/ 2128256 w 3024845"/>
                <a:gd name="connsiteY309-14286" fmla="*/ 640246 h 1078499"/>
                <a:gd name="connsiteX310-14287" fmla="*/ 2140186 w 3024845"/>
                <a:gd name="connsiteY310-14288" fmla="*/ 322105 h 1078499"/>
                <a:gd name="connsiteX311-14289" fmla="*/ 2128026 w 3024845"/>
                <a:gd name="connsiteY311-14290" fmla="*/ 300487 h 1078499"/>
                <a:gd name="connsiteX312-14291" fmla="*/ 2121946 w 3024845"/>
                <a:gd name="connsiteY312-14292" fmla="*/ 296163 h 1078499"/>
                <a:gd name="connsiteX313-14293" fmla="*/ 2130053 w 3024845"/>
                <a:gd name="connsiteY313-14294" fmla="*/ 272384 h 1078499"/>
                <a:gd name="connsiteX314-14295" fmla="*/ 2130053 w 3024845"/>
                <a:gd name="connsiteY314-14296" fmla="*/ 255090 h 1078499"/>
                <a:gd name="connsiteX315-14297" fmla="*/ 2144240 w 3024845"/>
                <a:gd name="connsiteY315-14298" fmla="*/ 255090 h 1078499"/>
                <a:gd name="connsiteX316-14299" fmla="*/ 2144240 w 3024845"/>
                <a:gd name="connsiteY316-14300" fmla="*/ 233472 h 1078499"/>
                <a:gd name="connsiteX317-14301" fmla="*/ 2146266 w 3024845"/>
                <a:gd name="connsiteY317-14302" fmla="*/ 229148 h 1078499"/>
                <a:gd name="connsiteX318-14303" fmla="*/ 2146266 w 3024845"/>
                <a:gd name="connsiteY318-14304" fmla="*/ 151324 h 1078499"/>
                <a:gd name="connsiteX319-14305" fmla="*/ 2144240 w 3024845"/>
                <a:gd name="connsiteY319-14306" fmla="*/ 144839 h 1078499"/>
                <a:gd name="connsiteX320-14307" fmla="*/ 2150320 w 3024845"/>
                <a:gd name="connsiteY320-14308" fmla="*/ 138353 h 1078499"/>
                <a:gd name="connsiteX321-14309" fmla="*/ 2150320 w 3024845"/>
                <a:gd name="connsiteY321-14310" fmla="*/ 79985 h 1078499"/>
                <a:gd name="connsiteX322-14311" fmla="*/ 2152346 w 3024845"/>
                <a:gd name="connsiteY322-14312" fmla="*/ 75662 h 1078499"/>
                <a:gd name="connsiteX323-14313" fmla="*/ 2152346 w 3024845"/>
                <a:gd name="connsiteY323-14314" fmla="*/ 19456 h 1078499"/>
                <a:gd name="connsiteX324-14315" fmla="*/ 2154373 w 3024845"/>
                <a:gd name="connsiteY324-14316" fmla="*/ 0 h 1078499"/>
                <a:gd name="connsiteX325-14317" fmla="*/ 2160453 w 3024845"/>
                <a:gd name="connsiteY325-14318" fmla="*/ 75662 h 1078499"/>
                <a:gd name="connsiteX326-14319" fmla="*/ 2162480 w 3024845"/>
                <a:gd name="connsiteY326-14320" fmla="*/ 138353 h 1078499"/>
                <a:gd name="connsiteX327-14321" fmla="*/ 2168560 w 3024845"/>
                <a:gd name="connsiteY327-14322" fmla="*/ 144839 h 1078499"/>
                <a:gd name="connsiteX328-14323" fmla="*/ 2166533 w 3024845"/>
                <a:gd name="connsiteY328-14324" fmla="*/ 151324 h 1078499"/>
                <a:gd name="connsiteX329-14325" fmla="*/ 2166533 w 3024845"/>
                <a:gd name="connsiteY329-14326" fmla="*/ 229148 h 1078499"/>
                <a:gd name="connsiteX330-14327" fmla="*/ 2168560 w 3024845"/>
                <a:gd name="connsiteY330-14328" fmla="*/ 233472 h 1078499"/>
                <a:gd name="connsiteX331-14329" fmla="*/ 2168560 w 3024845"/>
                <a:gd name="connsiteY331-14330" fmla="*/ 255090 h 1078499"/>
                <a:gd name="connsiteX332-14331" fmla="*/ 2182747 w 3024845"/>
                <a:gd name="connsiteY332-14332" fmla="*/ 255090 h 1078499"/>
                <a:gd name="connsiteX333-14333" fmla="*/ 2182747 w 3024845"/>
                <a:gd name="connsiteY333-14334" fmla="*/ 272384 h 1078499"/>
                <a:gd name="connsiteX334-14335" fmla="*/ 2190854 w 3024845"/>
                <a:gd name="connsiteY334-14336" fmla="*/ 296163 h 1078499"/>
                <a:gd name="connsiteX335-14337" fmla="*/ 2184774 w 3024845"/>
                <a:gd name="connsiteY335-14338" fmla="*/ 300487 h 1078499"/>
                <a:gd name="connsiteX336-14339" fmla="*/ 2172613 w 3024845"/>
                <a:gd name="connsiteY336-14340" fmla="*/ 322105 h 1078499"/>
                <a:gd name="connsiteX337-14341" fmla="*/ 2180720 w 3024845"/>
                <a:gd name="connsiteY337-14342" fmla="*/ 575033 h 1078499"/>
                <a:gd name="connsiteX338-14343" fmla="*/ 2245574 w 3024845"/>
                <a:gd name="connsiteY338-14344" fmla="*/ 575033 h 1078499"/>
                <a:gd name="connsiteX339-14345" fmla="*/ 2245574 w 3024845"/>
                <a:gd name="connsiteY339-14346" fmla="*/ 650695 h 1078499"/>
                <a:gd name="connsiteX340-14347" fmla="*/ 2253681 w 3024845"/>
                <a:gd name="connsiteY340-14348" fmla="*/ 650695 h 1078499"/>
                <a:gd name="connsiteX341-14349" fmla="*/ 2255708 w 3024845"/>
                <a:gd name="connsiteY341-14350" fmla="*/ 644210 h 1078499"/>
                <a:gd name="connsiteX342-14351" fmla="*/ 2261788 w 3024845"/>
                <a:gd name="connsiteY342-14352" fmla="*/ 644210 h 1078499"/>
                <a:gd name="connsiteX343-14353" fmla="*/ 2263815 w 3024845"/>
                <a:gd name="connsiteY343-14354" fmla="*/ 652857 h 1078499"/>
                <a:gd name="connsiteX344-14355" fmla="*/ 2275975 w 3024845"/>
                <a:gd name="connsiteY344-14356" fmla="*/ 652857 h 1078499"/>
                <a:gd name="connsiteX345-14357" fmla="*/ 2275975 w 3024845"/>
                <a:gd name="connsiteY345-14358" fmla="*/ 646371 h 1078499"/>
                <a:gd name="connsiteX346-14359" fmla="*/ 2298268 w 3024845"/>
                <a:gd name="connsiteY346-14360" fmla="*/ 646371 h 1078499"/>
                <a:gd name="connsiteX347-14361" fmla="*/ 2298268 w 3024845"/>
                <a:gd name="connsiteY347-14362" fmla="*/ 652857 h 1078499"/>
                <a:gd name="connsiteX348-14363" fmla="*/ 2318535 w 3024845"/>
                <a:gd name="connsiteY348-14364" fmla="*/ 652857 h 1078499"/>
                <a:gd name="connsiteX349-14365" fmla="*/ 2318535 w 3024845"/>
                <a:gd name="connsiteY349-14366" fmla="*/ 698254 h 1078499"/>
                <a:gd name="connsiteX350-14367" fmla="*/ 2332722 w 3024845"/>
                <a:gd name="connsiteY350-14368" fmla="*/ 698254 h 1078499"/>
                <a:gd name="connsiteX351-14369" fmla="*/ 2332722 w 3024845"/>
                <a:gd name="connsiteY351-14370" fmla="*/ 685283 h 1078499"/>
                <a:gd name="connsiteX352-14371" fmla="*/ 2348936 w 3024845"/>
                <a:gd name="connsiteY352-14372" fmla="*/ 685283 h 1078499"/>
                <a:gd name="connsiteX353-14373" fmla="*/ 2348936 w 3024845"/>
                <a:gd name="connsiteY353-14374" fmla="*/ 505856 h 1078499"/>
                <a:gd name="connsiteX354-14375" fmla="*/ 2355016 w 3024845"/>
                <a:gd name="connsiteY354-14376" fmla="*/ 499370 h 1078499"/>
                <a:gd name="connsiteX355-14377" fmla="*/ 2427977 w 3024845"/>
                <a:gd name="connsiteY355-14378" fmla="*/ 499370 h 1078499"/>
                <a:gd name="connsiteX356-14379" fmla="*/ 2427977 w 3024845"/>
                <a:gd name="connsiteY356-14380" fmla="*/ 508018 h 1078499"/>
                <a:gd name="connsiteX357-14381" fmla="*/ 2438110 w 3024845"/>
                <a:gd name="connsiteY357-14382" fmla="*/ 508018 h 1078499"/>
                <a:gd name="connsiteX358-14383" fmla="*/ 2438110 w 3024845"/>
                <a:gd name="connsiteY358-14384" fmla="*/ 622592 h 1078499"/>
                <a:gd name="connsiteX359-14385" fmla="*/ 2460404 w 3024845"/>
                <a:gd name="connsiteY359-14386" fmla="*/ 622592 h 1078499"/>
                <a:gd name="connsiteX360-14387" fmla="*/ 2460404 w 3024845"/>
                <a:gd name="connsiteY360-14388" fmla="*/ 555577 h 1078499"/>
                <a:gd name="connsiteX361-14389" fmla="*/ 2486751 w 3024845"/>
                <a:gd name="connsiteY361-14390" fmla="*/ 555577 h 1078499"/>
                <a:gd name="connsiteX362-14391" fmla="*/ 2490804 w 3024845"/>
                <a:gd name="connsiteY362-14392" fmla="*/ 551253 h 1078499"/>
                <a:gd name="connsiteX363-14393" fmla="*/ 2498911 w 3024845"/>
                <a:gd name="connsiteY363-14394" fmla="*/ 551253 h 1078499"/>
                <a:gd name="connsiteX364-14395" fmla="*/ 2502964 w 3024845"/>
                <a:gd name="connsiteY364-14396" fmla="*/ 555577 h 1078499"/>
                <a:gd name="connsiteX365-14397" fmla="*/ 2525258 w 3024845"/>
                <a:gd name="connsiteY365-14398" fmla="*/ 555577 h 1078499"/>
                <a:gd name="connsiteX366-14399" fmla="*/ 2525258 w 3024845"/>
                <a:gd name="connsiteY366-14400" fmla="*/ 438841 h 1078499"/>
                <a:gd name="connsiteX367-14401" fmla="*/ 2582005 w 3024845"/>
                <a:gd name="connsiteY367-14402" fmla="*/ 428032 h 1078499"/>
                <a:gd name="connsiteX368-14403" fmla="*/ 2582005 w 3024845"/>
                <a:gd name="connsiteY368-14404" fmla="*/ 429113 h 1078499"/>
                <a:gd name="connsiteX369-14405" fmla="*/ 2582005 w 3024845"/>
                <a:gd name="connsiteY369-14406" fmla="*/ 436679 h 1078499"/>
                <a:gd name="connsiteX370-14407" fmla="*/ 2608352 w 3024845"/>
                <a:gd name="connsiteY370-14408" fmla="*/ 436679 h 1078499"/>
                <a:gd name="connsiteX371-14409" fmla="*/ 2608352 w 3024845"/>
                <a:gd name="connsiteY371-14410" fmla="*/ 691769 h 1078499"/>
                <a:gd name="connsiteX372-14411" fmla="*/ 2630646 w 3024845"/>
                <a:gd name="connsiteY372-14412" fmla="*/ 691769 h 1078499"/>
                <a:gd name="connsiteX373-14413" fmla="*/ 2630646 w 3024845"/>
                <a:gd name="connsiteY373-14414" fmla="*/ 687445 h 1078499"/>
                <a:gd name="connsiteX374-14415" fmla="*/ 2642806 w 3024845"/>
                <a:gd name="connsiteY374-14416" fmla="*/ 687445 h 1078499"/>
                <a:gd name="connsiteX375-14417" fmla="*/ 2642806 w 3024845"/>
                <a:gd name="connsiteY375-14418" fmla="*/ 691769 h 1078499"/>
                <a:gd name="connsiteX376-14419" fmla="*/ 2667126 w 3024845"/>
                <a:gd name="connsiteY376-14420" fmla="*/ 691769 h 1078499"/>
                <a:gd name="connsiteX377-14421" fmla="*/ 2667126 w 3024845"/>
                <a:gd name="connsiteY377-14422" fmla="*/ 678798 h 1078499"/>
                <a:gd name="connsiteX378-14423" fmla="*/ 2695500 w 3024845"/>
                <a:gd name="connsiteY378-14424" fmla="*/ 678798 h 1078499"/>
                <a:gd name="connsiteX379-14425" fmla="*/ 2707660 w 3024845"/>
                <a:gd name="connsiteY379-14426" fmla="*/ 674474 h 1078499"/>
                <a:gd name="connsiteX380-14427" fmla="*/ 2727927 w 3024845"/>
                <a:gd name="connsiteY380-14428" fmla="*/ 678798 h 1078499"/>
                <a:gd name="connsiteX381-14429" fmla="*/ 2727927 w 3024845"/>
                <a:gd name="connsiteY381-14430" fmla="*/ 661504 h 1078499"/>
                <a:gd name="connsiteX382-14431" fmla="*/ 2736034 w 3024845"/>
                <a:gd name="connsiteY382-14432" fmla="*/ 661504 h 1078499"/>
                <a:gd name="connsiteX383-14433" fmla="*/ 2736034 w 3024845"/>
                <a:gd name="connsiteY383-14434" fmla="*/ 648533 h 1078499"/>
                <a:gd name="connsiteX384-14435" fmla="*/ 2792781 w 3024845"/>
                <a:gd name="connsiteY384-14436" fmla="*/ 648533 h 1078499"/>
                <a:gd name="connsiteX385-14437" fmla="*/ 2792781 w 3024845"/>
                <a:gd name="connsiteY385-14438" fmla="*/ 618268 h 1078499"/>
                <a:gd name="connsiteX386-14439" fmla="*/ 2811021 w 3024845"/>
                <a:gd name="connsiteY386-14440" fmla="*/ 618268 h 1078499"/>
                <a:gd name="connsiteX387-14441" fmla="*/ 2811021 w 3024845"/>
                <a:gd name="connsiteY387-14442" fmla="*/ 611783 h 1078499"/>
                <a:gd name="connsiteX388-14443" fmla="*/ 2823181 w 3024845"/>
                <a:gd name="connsiteY388-14444" fmla="*/ 611783 h 1078499"/>
                <a:gd name="connsiteX389-14445" fmla="*/ 2823181 w 3024845"/>
                <a:gd name="connsiteY389-14446" fmla="*/ 618268 h 1078499"/>
                <a:gd name="connsiteX390-14447" fmla="*/ 2839395 w 3024845"/>
                <a:gd name="connsiteY390-14448" fmla="*/ 618268 h 1078499"/>
                <a:gd name="connsiteX391-14449" fmla="*/ 2839395 w 3024845"/>
                <a:gd name="connsiteY391-14450" fmla="*/ 667989 h 1078499"/>
                <a:gd name="connsiteX392-14451" fmla="*/ 2871822 w 3024845"/>
                <a:gd name="connsiteY392-14452" fmla="*/ 667989 h 1078499"/>
                <a:gd name="connsiteX393-14453" fmla="*/ 2871822 w 3024845"/>
                <a:gd name="connsiteY393-14454" fmla="*/ 642048 h 1078499"/>
                <a:gd name="connsiteX394-14455" fmla="*/ 2910329 w 3024845"/>
                <a:gd name="connsiteY394-14456" fmla="*/ 642048 h 1078499"/>
                <a:gd name="connsiteX395-14457" fmla="*/ 2910329 w 3024845"/>
                <a:gd name="connsiteY395-14458" fmla="*/ 611783 h 1078499"/>
                <a:gd name="connsiteX396-14459" fmla="*/ 2958970 w 3024845"/>
                <a:gd name="connsiteY396-14460" fmla="*/ 611783 h 1078499"/>
                <a:gd name="connsiteX397-14461" fmla="*/ 2958970 w 3024845"/>
                <a:gd name="connsiteY397-14462" fmla="*/ 722939 h 1078499"/>
                <a:gd name="connsiteX398-14463" fmla="*/ 2958970 w 3024845"/>
                <a:gd name="connsiteY398-14464" fmla="*/ 736718 h 1078499"/>
                <a:gd name="connsiteX399-14465" fmla="*/ 3024845 w 3024845"/>
                <a:gd name="connsiteY399-14466" fmla="*/ 736718 h 1078499"/>
                <a:gd name="connsiteX400-14467" fmla="*/ 3024845 w 3024845"/>
                <a:gd name="connsiteY400-14468" fmla="*/ 1078499 h 1078499"/>
                <a:gd name="connsiteX401-14469" fmla="*/ 2054 w 3024845"/>
                <a:gd name="connsiteY401-14470" fmla="*/ 1076166 h 1078499"/>
                <a:gd name="connsiteX402-14471" fmla="*/ 0 w 3024845"/>
                <a:gd name="connsiteY402-14472" fmla="*/ 642048 h 1078499"/>
                <a:gd name="connsiteX403-14473" fmla="*/ 20267 w 3024845"/>
                <a:gd name="connsiteY403-14474" fmla="*/ 642048 h 1078499"/>
                <a:gd name="connsiteX404-14475" fmla="*/ 20774 w 3024845"/>
                <a:gd name="connsiteY404-14476" fmla="*/ 640967 h 1078499"/>
                <a:gd name="connsiteX405-14477" fmla="*/ 24320 w 3024845"/>
                <a:gd name="connsiteY405-14478" fmla="*/ 633401 h 1078499"/>
                <a:gd name="connsiteX406-14479" fmla="*/ 26094 w 3024845"/>
                <a:gd name="connsiteY406-14480" fmla="*/ 633671 h 1078499"/>
                <a:gd name="connsiteX407-14481" fmla="*/ 38507 w 3024845"/>
                <a:gd name="connsiteY407-14482" fmla="*/ 635562 h 1078499"/>
                <a:gd name="connsiteX408-14483" fmla="*/ 39014 w 3024845"/>
                <a:gd name="connsiteY408-14484" fmla="*/ 636914 h 1078499"/>
                <a:gd name="connsiteX409-14485" fmla="*/ 42560 w 3024845"/>
                <a:gd name="connsiteY409-14486" fmla="*/ 646371 h 1078499"/>
                <a:gd name="connsiteX410-14487" fmla="*/ 68907 w 3024845"/>
                <a:gd name="connsiteY410-14488" fmla="*/ 648533 h 1078499"/>
                <a:gd name="connsiteX411-14489" fmla="*/ 68907 w 3024845"/>
                <a:gd name="connsiteY411-14490" fmla="*/ 525312 h 1078499"/>
                <a:gd name="connsiteX412-14491" fmla="*/ 70934 w 3024845"/>
                <a:gd name="connsiteY412-14492" fmla="*/ 525312 h 1078499"/>
                <a:gd name="connsiteX413-14493" fmla="*/ 85121 w 3024845"/>
                <a:gd name="connsiteY413-14494" fmla="*/ 525312 h 1078499"/>
                <a:gd name="connsiteX414-14495" fmla="*/ 85121 w 3024845"/>
                <a:gd name="connsiteY414-14496" fmla="*/ 389120 h 1078499"/>
                <a:gd name="connsiteX415-14497" fmla="*/ 86894 w 3024845"/>
                <a:gd name="connsiteY415-14498" fmla="*/ 389120 h 1078499"/>
                <a:gd name="connsiteX416-14499" fmla="*/ 99308 w 3024845"/>
                <a:gd name="connsiteY416-14500" fmla="*/ 389120 h 1078499"/>
                <a:gd name="connsiteX417-14501" fmla="*/ 99308 w 3024845"/>
                <a:gd name="connsiteY417-14502" fmla="*/ 274546 h 1078499"/>
                <a:gd name="connsiteX418-14503" fmla="*/ 103361 w 3024845"/>
                <a:gd name="connsiteY418-14504" fmla="*/ 246442 h 1078499"/>
                <a:gd name="connsiteX419-14505" fmla="*/ 105388 w 3024845"/>
                <a:gd name="connsiteY419-14506" fmla="*/ 246442 h 1078499"/>
                <a:gd name="connsiteX420-14507" fmla="*/ 119575 w 3024845"/>
                <a:gd name="connsiteY420-14508" fmla="*/ 246442 h 1078499"/>
                <a:gd name="connsiteX0-14509" fmla="*/ 119575 w 3024845"/>
                <a:gd name="connsiteY0-14510" fmla="*/ 246442 h 1078499"/>
                <a:gd name="connsiteX1-14511" fmla="*/ 200642 w 3024845"/>
                <a:gd name="connsiteY1-14512" fmla="*/ 244281 h 1078499"/>
                <a:gd name="connsiteX2-14513" fmla="*/ 202669 w 3024845"/>
                <a:gd name="connsiteY2-14514" fmla="*/ 244281 h 1078499"/>
                <a:gd name="connsiteX3-14515" fmla="*/ 216856 w 3024845"/>
                <a:gd name="connsiteY3-14516" fmla="*/ 244281 h 1078499"/>
                <a:gd name="connsiteX4-14517" fmla="*/ 216856 w 3024845"/>
                <a:gd name="connsiteY4-14518" fmla="*/ 268060 h 1078499"/>
                <a:gd name="connsiteX5-14519" fmla="*/ 217363 w 3024845"/>
                <a:gd name="connsiteY5-14520" fmla="*/ 268871 h 1078499"/>
                <a:gd name="connsiteX6-14521" fmla="*/ 220909 w 3024845"/>
                <a:gd name="connsiteY6-14522" fmla="*/ 274546 h 1078499"/>
                <a:gd name="connsiteX7-14523" fmla="*/ 220909 w 3024845"/>
                <a:gd name="connsiteY7-14524" fmla="*/ 389120 h 1078499"/>
                <a:gd name="connsiteX8-14525" fmla="*/ 223189 w 3024845"/>
                <a:gd name="connsiteY8-14526" fmla="*/ 389120 h 1078499"/>
                <a:gd name="connsiteX9-14527" fmla="*/ 239150 w 3024845"/>
                <a:gd name="connsiteY9-14528" fmla="*/ 389120 h 1078499"/>
                <a:gd name="connsiteX10-14529" fmla="*/ 239150 w 3024845"/>
                <a:gd name="connsiteY10-14530" fmla="*/ 529635 h 1078499"/>
                <a:gd name="connsiteX11-14531" fmla="*/ 240670 w 3024845"/>
                <a:gd name="connsiteY11-14532" fmla="*/ 529365 h 1078499"/>
                <a:gd name="connsiteX12-14533" fmla="*/ 251310 w 3024845"/>
                <a:gd name="connsiteY12-14534" fmla="*/ 527474 h 1078499"/>
                <a:gd name="connsiteX13-14535" fmla="*/ 249283 w 3024845"/>
                <a:gd name="connsiteY13-14536" fmla="*/ 616106 h 1078499"/>
                <a:gd name="connsiteX14-14537" fmla="*/ 250803 w 3024845"/>
                <a:gd name="connsiteY14-14538" fmla="*/ 616377 h 1078499"/>
                <a:gd name="connsiteX15-14539" fmla="*/ 261443 w 3024845"/>
                <a:gd name="connsiteY15-14540" fmla="*/ 618268 h 1078499"/>
                <a:gd name="connsiteX16-14541" fmla="*/ 261696 w 3024845"/>
                <a:gd name="connsiteY16-14542" fmla="*/ 619079 h 1078499"/>
                <a:gd name="connsiteX17-14543" fmla="*/ 263470 w 3024845"/>
                <a:gd name="connsiteY17-14544" fmla="*/ 624754 h 1078499"/>
                <a:gd name="connsiteX18-14545" fmla="*/ 264230 w 3024845"/>
                <a:gd name="connsiteY18-14546" fmla="*/ 622322 h 1078499"/>
                <a:gd name="connsiteX19-14547" fmla="*/ 269550 w 3024845"/>
                <a:gd name="connsiteY19-14548" fmla="*/ 605298 h 1078499"/>
                <a:gd name="connsiteX20-14549" fmla="*/ 271323 w 3024845"/>
                <a:gd name="connsiteY20-14550" fmla="*/ 605298 h 1078499"/>
                <a:gd name="connsiteX21-14551" fmla="*/ 283737 w 3024845"/>
                <a:gd name="connsiteY21-14552" fmla="*/ 605298 h 1078499"/>
                <a:gd name="connsiteX22-14553" fmla="*/ 283737 w 3024845"/>
                <a:gd name="connsiteY22-14554" fmla="*/ 637724 h 1078499"/>
                <a:gd name="connsiteX23-14555" fmla="*/ 284750 w 3024845"/>
                <a:gd name="connsiteY23-14556" fmla="*/ 638265 h 1078499"/>
                <a:gd name="connsiteX24-14557" fmla="*/ 291844 w 3024845"/>
                <a:gd name="connsiteY24-14558" fmla="*/ 642048 h 1078499"/>
                <a:gd name="connsiteX25-14559" fmla="*/ 291844 w 3024845"/>
                <a:gd name="connsiteY25-14560" fmla="*/ 643399 h 1078499"/>
                <a:gd name="connsiteX26-14561" fmla="*/ 291844 w 3024845"/>
                <a:gd name="connsiteY26-14562" fmla="*/ 652857 h 1078499"/>
                <a:gd name="connsiteX27-14563" fmla="*/ 336431 w 3024845"/>
                <a:gd name="connsiteY27-14564" fmla="*/ 652857 h 1078499"/>
                <a:gd name="connsiteX28-14565" fmla="*/ 336431 w 3024845"/>
                <a:gd name="connsiteY28-14566" fmla="*/ 653938 h 1078499"/>
                <a:gd name="connsiteX29-14567" fmla="*/ 336431 w 3024845"/>
                <a:gd name="connsiteY29-14568" fmla="*/ 661504 h 1078499"/>
                <a:gd name="connsiteX30-14569" fmla="*/ 338457 w 3024845"/>
                <a:gd name="connsiteY30-14570" fmla="*/ 661504 h 1078499"/>
                <a:gd name="connsiteX31-14571" fmla="*/ 352644 w 3024845"/>
                <a:gd name="connsiteY31-14572" fmla="*/ 661504 h 1078499"/>
                <a:gd name="connsiteX32-14573" fmla="*/ 352644 w 3024845"/>
                <a:gd name="connsiteY32-14574" fmla="*/ 631239 h 1078499"/>
                <a:gd name="connsiteX33-14575" fmla="*/ 397231 w 3024845"/>
                <a:gd name="connsiteY33-14576" fmla="*/ 631239 h 1078499"/>
                <a:gd name="connsiteX34-14577" fmla="*/ 397231 w 3024845"/>
                <a:gd name="connsiteY34-14578" fmla="*/ 629888 h 1078499"/>
                <a:gd name="connsiteX35-14579" fmla="*/ 397231 w 3024845"/>
                <a:gd name="connsiteY35-14580" fmla="*/ 620430 h 1078499"/>
                <a:gd name="connsiteX36-14581" fmla="*/ 398245 w 3024845"/>
                <a:gd name="connsiteY36-14582" fmla="*/ 620430 h 1078499"/>
                <a:gd name="connsiteX37-14583" fmla="*/ 405338 w 3024845"/>
                <a:gd name="connsiteY37-14584" fmla="*/ 620430 h 1078499"/>
                <a:gd name="connsiteX38-14585" fmla="*/ 405338 w 3024845"/>
                <a:gd name="connsiteY38-14586" fmla="*/ 618539 h 1078499"/>
                <a:gd name="connsiteX39-14587" fmla="*/ 405338 w 3024845"/>
                <a:gd name="connsiteY39-14588" fmla="*/ 605298 h 1078499"/>
                <a:gd name="connsiteX40-14589" fmla="*/ 406098 w 3024845"/>
                <a:gd name="connsiteY40-14590" fmla="*/ 605298 h 1078499"/>
                <a:gd name="connsiteX41-14591" fmla="*/ 411418 w 3024845"/>
                <a:gd name="connsiteY41-14592" fmla="*/ 605298 h 1078499"/>
                <a:gd name="connsiteX42-14593" fmla="*/ 411418 w 3024845"/>
                <a:gd name="connsiteY42-14594" fmla="*/ 604217 h 1078499"/>
                <a:gd name="connsiteX43-14595" fmla="*/ 411418 w 3024845"/>
                <a:gd name="connsiteY43-14596" fmla="*/ 596650 h 1078499"/>
                <a:gd name="connsiteX44-14597" fmla="*/ 413445 w 3024845"/>
                <a:gd name="connsiteY44-14598" fmla="*/ 596650 h 1078499"/>
                <a:gd name="connsiteX45-14599" fmla="*/ 427632 w 3024845"/>
                <a:gd name="connsiteY45-14600" fmla="*/ 596650 h 1078499"/>
                <a:gd name="connsiteX46-14601" fmla="*/ 427632 w 3024845"/>
                <a:gd name="connsiteY46-14602" fmla="*/ 597731 h 1078499"/>
                <a:gd name="connsiteX47-14603" fmla="*/ 427632 w 3024845"/>
                <a:gd name="connsiteY47-14604" fmla="*/ 605298 h 1078499"/>
                <a:gd name="connsiteX48-14605" fmla="*/ 449925 w 3024845"/>
                <a:gd name="connsiteY48-14606" fmla="*/ 605298 h 1078499"/>
                <a:gd name="connsiteX49-14607" fmla="*/ 449925 w 3024845"/>
                <a:gd name="connsiteY49-14608" fmla="*/ 603406 h 1078499"/>
                <a:gd name="connsiteX50-14609" fmla="*/ 449925 w 3024845"/>
                <a:gd name="connsiteY50-14610" fmla="*/ 590165 h 1078499"/>
                <a:gd name="connsiteX51-14611" fmla="*/ 451699 w 3024845"/>
                <a:gd name="connsiteY51-14612" fmla="*/ 590165 h 1078499"/>
                <a:gd name="connsiteX52-14613" fmla="*/ 464112 w 3024845"/>
                <a:gd name="connsiteY52-14614" fmla="*/ 590165 h 1078499"/>
                <a:gd name="connsiteX53-14615" fmla="*/ 464112 w 3024845"/>
                <a:gd name="connsiteY53-14616" fmla="*/ 613945 h 1078499"/>
                <a:gd name="connsiteX54-14617" fmla="*/ 465126 w 3024845"/>
                <a:gd name="connsiteY54-14618" fmla="*/ 613945 h 1078499"/>
                <a:gd name="connsiteX55-14619" fmla="*/ 472219 w 3024845"/>
                <a:gd name="connsiteY55-14620" fmla="*/ 613945 h 1078499"/>
                <a:gd name="connsiteX56-14621" fmla="*/ 472219 w 3024845"/>
                <a:gd name="connsiteY56-14622" fmla="*/ 612864 h 1078499"/>
                <a:gd name="connsiteX57-14623" fmla="*/ 472219 w 3024845"/>
                <a:gd name="connsiteY57-14624" fmla="*/ 605298 h 1078499"/>
                <a:gd name="connsiteX58-14625" fmla="*/ 473992 w 3024845"/>
                <a:gd name="connsiteY58-14626" fmla="*/ 605298 h 1078499"/>
                <a:gd name="connsiteX59-14627" fmla="*/ 486406 w 3024845"/>
                <a:gd name="connsiteY59-14628" fmla="*/ 605298 h 1078499"/>
                <a:gd name="connsiteX60-14629" fmla="*/ 486406 w 3024845"/>
                <a:gd name="connsiteY60-14630" fmla="*/ 631239 h 1078499"/>
                <a:gd name="connsiteX61-14631" fmla="*/ 488433 w 3024845"/>
                <a:gd name="connsiteY61-14632" fmla="*/ 631239 h 1078499"/>
                <a:gd name="connsiteX62-14633" fmla="*/ 502619 w 3024845"/>
                <a:gd name="connsiteY62-14634" fmla="*/ 631239 h 1078499"/>
                <a:gd name="connsiteX63-14635" fmla="*/ 502619 w 3024845"/>
                <a:gd name="connsiteY63-14636" fmla="*/ 632860 h 1078499"/>
                <a:gd name="connsiteX64-14637" fmla="*/ 502619 w 3024845"/>
                <a:gd name="connsiteY64-14638" fmla="*/ 644210 h 1078499"/>
                <a:gd name="connsiteX65-14639" fmla="*/ 503379 w 3024845"/>
                <a:gd name="connsiteY65-14640" fmla="*/ 644210 h 1078499"/>
                <a:gd name="connsiteX66-14641" fmla="*/ 508700 w 3024845"/>
                <a:gd name="connsiteY66-14642" fmla="*/ 644210 h 1078499"/>
                <a:gd name="connsiteX67-14643" fmla="*/ 508700 w 3024845"/>
                <a:gd name="connsiteY67-14644" fmla="*/ 643399 h 1078499"/>
                <a:gd name="connsiteX68-14645" fmla="*/ 508700 w 3024845"/>
                <a:gd name="connsiteY68-14646" fmla="*/ 637724 h 1078499"/>
                <a:gd name="connsiteX69-14647" fmla="*/ 539100 w 3024845"/>
                <a:gd name="connsiteY69-14648" fmla="*/ 637724 h 1078499"/>
                <a:gd name="connsiteX70-14649" fmla="*/ 539100 w 3024845"/>
                <a:gd name="connsiteY70-14650" fmla="*/ 661504 h 1078499"/>
                <a:gd name="connsiteX71-14651" fmla="*/ 540113 w 3024845"/>
                <a:gd name="connsiteY71-14652" fmla="*/ 661504 h 1078499"/>
                <a:gd name="connsiteX72-14653" fmla="*/ 547207 w 3024845"/>
                <a:gd name="connsiteY72-14654" fmla="*/ 661504 h 1078499"/>
                <a:gd name="connsiteX73-14655" fmla="*/ 547207 w 3024845"/>
                <a:gd name="connsiteY73-14656" fmla="*/ 662585 h 1078499"/>
                <a:gd name="connsiteX74-14657" fmla="*/ 547207 w 3024845"/>
                <a:gd name="connsiteY74-14658" fmla="*/ 670151 h 1078499"/>
                <a:gd name="connsiteX75-14659" fmla="*/ 547967 w 3024845"/>
                <a:gd name="connsiteY75-14660" fmla="*/ 670151 h 1078499"/>
                <a:gd name="connsiteX76-14661" fmla="*/ 553287 w 3024845"/>
                <a:gd name="connsiteY76-14662" fmla="*/ 670151 h 1078499"/>
                <a:gd name="connsiteX77-14663" fmla="*/ 553287 w 3024845"/>
                <a:gd name="connsiteY77-14664" fmla="*/ 667989 h 1078499"/>
                <a:gd name="connsiteX78-14665" fmla="*/ 553287 w 3024845"/>
                <a:gd name="connsiteY78-14666" fmla="*/ 652857 h 1078499"/>
                <a:gd name="connsiteX79-14667" fmla="*/ 554300 w 3024845"/>
                <a:gd name="connsiteY79-14668" fmla="*/ 652857 h 1078499"/>
                <a:gd name="connsiteX80-14669" fmla="*/ 561394 w 3024845"/>
                <a:gd name="connsiteY80-14670" fmla="*/ 652857 h 1078499"/>
                <a:gd name="connsiteX81-14671" fmla="*/ 561394 w 3024845"/>
                <a:gd name="connsiteY81-14672" fmla="*/ 653938 h 1078499"/>
                <a:gd name="connsiteX82-14673" fmla="*/ 561394 w 3024845"/>
                <a:gd name="connsiteY82-14674" fmla="*/ 661504 h 1078499"/>
                <a:gd name="connsiteX83-14675" fmla="*/ 566714 w 3024845"/>
                <a:gd name="connsiteY83-14676" fmla="*/ 659511 h 1078499"/>
                <a:gd name="connsiteX84-14677" fmla="*/ 567474 w 3024845"/>
                <a:gd name="connsiteY84-14678" fmla="*/ 658531 h 1078499"/>
                <a:gd name="connsiteX85-14679" fmla="*/ 567474 w 3024845"/>
                <a:gd name="connsiteY85-14680" fmla="*/ 652857 h 1078499"/>
                <a:gd name="connsiteX86-14681" fmla="*/ 605981 w 3024845"/>
                <a:gd name="connsiteY86-14682" fmla="*/ 652857 h 1078499"/>
                <a:gd name="connsiteX87-14683" fmla="*/ 605981 w 3024845"/>
                <a:gd name="connsiteY87-14684" fmla="*/ 676636 h 1078499"/>
                <a:gd name="connsiteX88-14685" fmla="*/ 608007 w 3024845"/>
                <a:gd name="connsiteY88-14686" fmla="*/ 676636 h 1078499"/>
                <a:gd name="connsiteX89-14687" fmla="*/ 622194 w 3024845"/>
                <a:gd name="connsiteY89-14688" fmla="*/ 676636 h 1078499"/>
                <a:gd name="connsiteX90-14689" fmla="*/ 622194 w 3024845"/>
                <a:gd name="connsiteY90-14690" fmla="*/ 677717 h 1078499"/>
                <a:gd name="connsiteX91-14691" fmla="*/ 622194 w 3024845"/>
                <a:gd name="connsiteY91-14692" fmla="*/ 685283 h 1078499"/>
                <a:gd name="connsiteX92-14693" fmla="*/ 623968 w 3024845"/>
                <a:gd name="connsiteY92-14694" fmla="*/ 685283 h 1078499"/>
                <a:gd name="connsiteX93-14695" fmla="*/ 636381 w 3024845"/>
                <a:gd name="connsiteY93-14696" fmla="*/ 685283 h 1078499"/>
                <a:gd name="connsiteX94-14697" fmla="*/ 636381 w 3024845"/>
                <a:gd name="connsiteY94-14698" fmla="*/ 661504 h 1078499"/>
                <a:gd name="connsiteX95-14699" fmla="*/ 637394 w 3024845"/>
                <a:gd name="connsiteY95-14700" fmla="*/ 661504 h 1078499"/>
                <a:gd name="connsiteX96-14701" fmla="*/ 644488 w 3024845"/>
                <a:gd name="connsiteY96-14702" fmla="*/ 661504 h 1078499"/>
                <a:gd name="connsiteX97-14703" fmla="*/ 644488 w 3024845"/>
                <a:gd name="connsiteY97-14704" fmla="*/ 629077 h 1078499"/>
                <a:gd name="connsiteX98-14705" fmla="*/ 645501 w 3024845"/>
                <a:gd name="connsiteY98-14706" fmla="*/ 629077 h 1078499"/>
                <a:gd name="connsiteX99-14707" fmla="*/ 652595 w 3024845"/>
                <a:gd name="connsiteY99-14708" fmla="*/ 629077 h 1078499"/>
                <a:gd name="connsiteX100-14709" fmla="*/ 652595 w 3024845"/>
                <a:gd name="connsiteY100-14710" fmla="*/ 627186 h 1078499"/>
                <a:gd name="connsiteX101-14711" fmla="*/ 652595 w 3024845"/>
                <a:gd name="connsiteY101-14712" fmla="*/ 613945 h 1078499"/>
                <a:gd name="connsiteX102-14713" fmla="*/ 651328 w 3024845"/>
                <a:gd name="connsiteY102-14714" fmla="*/ 612323 h 1078499"/>
                <a:gd name="connsiteX103-14715" fmla="*/ 656648 w 3024845"/>
                <a:gd name="connsiteY103-14716" fmla="*/ 600974 h 1078499"/>
                <a:gd name="connsiteX104-14717" fmla="*/ 664755 w 3024845"/>
                <a:gd name="connsiteY104-14718" fmla="*/ 629077 h 1078499"/>
                <a:gd name="connsiteX105-14719" fmla="*/ 665515 w 3024845"/>
                <a:gd name="connsiteY105-14720" fmla="*/ 629077 h 1078499"/>
                <a:gd name="connsiteX106-14721" fmla="*/ 670835 w 3024845"/>
                <a:gd name="connsiteY106-14722" fmla="*/ 629077 h 1078499"/>
                <a:gd name="connsiteX107-14723" fmla="*/ 670835 w 3024845"/>
                <a:gd name="connsiteY107-14724" fmla="*/ 523150 h 1078499"/>
                <a:gd name="connsiteX108-14725" fmla="*/ 672355 w 3024845"/>
                <a:gd name="connsiteY108-14726" fmla="*/ 523150 h 1078499"/>
                <a:gd name="connsiteX109-14727" fmla="*/ 682995 w 3024845"/>
                <a:gd name="connsiteY109-14728" fmla="*/ 523150 h 1078499"/>
                <a:gd name="connsiteX110-14729" fmla="*/ 682995 w 3024845"/>
                <a:gd name="connsiteY110-14730" fmla="*/ 475591 h 1078499"/>
                <a:gd name="connsiteX111-14731" fmla="*/ 709342 w 3024845"/>
                <a:gd name="connsiteY111-14732" fmla="*/ 475591 h 1078499"/>
                <a:gd name="connsiteX112-14733" fmla="*/ 709342 w 3024845"/>
                <a:gd name="connsiteY112-14734" fmla="*/ 453973 h 1078499"/>
                <a:gd name="connsiteX113-14735" fmla="*/ 743796 w 3024845"/>
                <a:gd name="connsiteY113-14736" fmla="*/ 453973 h 1078499"/>
                <a:gd name="connsiteX114-14737" fmla="*/ 743796 w 3024845"/>
                <a:gd name="connsiteY114-14738" fmla="*/ 456405 h 1078499"/>
                <a:gd name="connsiteX115-14739" fmla="*/ 743796 w 3024845"/>
                <a:gd name="connsiteY115-14740" fmla="*/ 473429 h 1078499"/>
                <a:gd name="connsiteX116-14741" fmla="*/ 746076 w 3024845"/>
                <a:gd name="connsiteY116-14742" fmla="*/ 473429 h 1078499"/>
                <a:gd name="connsiteX117-14743" fmla="*/ 762036 w 3024845"/>
                <a:gd name="connsiteY117-14744" fmla="*/ 473429 h 1078499"/>
                <a:gd name="connsiteX118-14745" fmla="*/ 762036 w 3024845"/>
                <a:gd name="connsiteY118-14746" fmla="*/ 520988 h 1078499"/>
                <a:gd name="connsiteX119-14747" fmla="*/ 763049 w 3024845"/>
                <a:gd name="connsiteY119-14748" fmla="*/ 520988 h 1078499"/>
                <a:gd name="connsiteX120-14749" fmla="*/ 770143 w 3024845"/>
                <a:gd name="connsiteY120-14750" fmla="*/ 520988 h 1078499"/>
                <a:gd name="connsiteX121-14751" fmla="*/ 784330 w 3024845"/>
                <a:gd name="connsiteY121-14752" fmla="*/ 525312 h 1078499"/>
                <a:gd name="connsiteX122-14753" fmla="*/ 784330 w 3024845"/>
                <a:gd name="connsiteY122-14754" fmla="*/ 564224 h 1078499"/>
                <a:gd name="connsiteX123-14755" fmla="*/ 785343 w 3024845"/>
                <a:gd name="connsiteY123-14756" fmla="*/ 564224 h 1078499"/>
                <a:gd name="connsiteX124-14757" fmla="*/ 792436 w 3024845"/>
                <a:gd name="connsiteY124-14758" fmla="*/ 564224 h 1078499"/>
                <a:gd name="connsiteX125-14759" fmla="*/ 792436 w 3024845"/>
                <a:gd name="connsiteY125-14760" fmla="*/ 565845 h 1078499"/>
                <a:gd name="connsiteX126-14761" fmla="*/ 792436 w 3024845"/>
                <a:gd name="connsiteY126-14762" fmla="*/ 577194 h 1078499"/>
                <a:gd name="connsiteX127-14763" fmla="*/ 794463 w 3024845"/>
                <a:gd name="connsiteY127-14764" fmla="*/ 577194 h 1078499"/>
                <a:gd name="connsiteX128-14765" fmla="*/ 808650 w 3024845"/>
                <a:gd name="connsiteY128-14766" fmla="*/ 577194 h 1078499"/>
                <a:gd name="connsiteX129-14767" fmla="*/ 814730 w 3024845"/>
                <a:gd name="connsiteY129-14768" fmla="*/ 583680 h 1078499"/>
                <a:gd name="connsiteX130-14769" fmla="*/ 814730 w 3024845"/>
                <a:gd name="connsiteY130-14770" fmla="*/ 605298 h 1078499"/>
                <a:gd name="connsiteX131-14771" fmla="*/ 817010 w 3024845"/>
                <a:gd name="connsiteY131-14772" fmla="*/ 605298 h 1078499"/>
                <a:gd name="connsiteX132-14773" fmla="*/ 832970 w 3024845"/>
                <a:gd name="connsiteY132-14774" fmla="*/ 605298 h 1078499"/>
                <a:gd name="connsiteX133-14775" fmla="*/ 832970 w 3024845"/>
                <a:gd name="connsiteY133-14776" fmla="*/ 606378 h 1078499"/>
                <a:gd name="connsiteX134-14777" fmla="*/ 832970 w 3024845"/>
                <a:gd name="connsiteY134-14778" fmla="*/ 613945 h 1078499"/>
                <a:gd name="connsiteX135-14779" fmla="*/ 834237 w 3024845"/>
                <a:gd name="connsiteY135-14780" fmla="*/ 613945 h 1078499"/>
                <a:gd name="connsiteX136-14781" fmla="*/ 843104 w 3024845"/>
                <a:gd name="connsiteY136-14782" fmla="*/ 613945 h 1078499"/>
                <a:gd name="connsiteX137-14783" fmla="*/ 843104 w 3024845"/>
                <a:gd name="connsiteY137-14784" fmla="*/ 616106 h 1078499"/>
                <a:gd name="connsiteX138-14785" fmla="*/ 843104 w 3024845"/>
                <a:gd name="connsiteY138-14786" fmla="*/ 631239 h 1078499"/>
                <a:gd name="connsiteX139-14787" fmla="*/ 847157 w 3024845"/>
                <a:gd name="connsiteY139-14788" fmla="*/ 629347 h 1078499"/>
                <a:gd name="connsiteX140-14789" fmla="*/ 847157 w 3024845"/>
                <a:gd name="connsiteY140-14790" fmla="*/ 616106 h 1078499"/>
                <a:gd name="connsiteX141-14791" fmla="*/ 848170 w 3024845"/>
                <a:gd name="connsiteY141-14792" fmla="*/ 616106 h 1078499"/>
                <a:gd name="connsiteX142-14793" fmla="*/ 855264 w 3024845"/>
                <a:gd name="connsiteY142-14794" fmla="*/ 616106 h 1078499"/>
                <a:gd name="connsiteX143-14795" fmla="*/ 855264 w 3024845"/>
                <a:gd name="connsiteY143-14796" fmla="*/ 617728 h 1078499"/>
                <a:gd name="connsiteX144-14797" fmla="*/ 855264 w 3024845"/>
                <a:gd name="connsiteY144-14798" fmla="*/ 629077 h 1078499"/>
                <a:gd name="connsiteX145-14799" fmla="*/ 856024 w 3024845"/>
                <a:gd name="connsiteY145-14800" fmla="*/ 629077 h 1078499"/>
                <a:gd name="connsiteX146-14801" fmla="*/ 861344 w 3024845"/>
                <a:gd name="connsiteY146-14802" fmla="*/ 629077 h 1078499"/>
                <a:gd name="connsiteX147-14803" fmla="*/ 909984 w 3024845"/>
                <a:gd name="connsiteY147-14804" fmla="*/ 624754 h 1078499"/>
                <a:gd name="connsiteX148-14805" fmla="*/ 909984 w 3024845"/>
                <a:gd name="connsiteY148-14806" fmla="*/ 626105 h 1078499"/>
                <a:gd name="connsiteX149-14807" fmla="*/ 909984 w 3024845"/>
                <a:gd name="connsiteY149-14808" fmla="*/ 635562 h 1078499"/>
                <a:gd name="connsiteX150-14809" fmla="*/ 910744 w 3024845"/>
                <a:gd name="connsiteY150-14810" fmla="*/ 635562 h 1078499"/>
                <a:gd name="connsiteX151-14811" fmla="*/ 916065 w 3024845"/>
                <a:gd name="connsiteY151-14812" fmla="*/ 635562 h 1078499"/>
                <a:gd name="connsiteX152-14813" fmla="*/ 916065 w 3024845"/>
                <a:gd name="connsiteY152-14814" fmla="*/ 637724 h 1078499"/>
                <a:gd name="connsiteX153-14815" fmla="*/ 916065 w 3024845"/>
                <a:gd name="connsiteY153-14816" fmla="*/ 652857 h 1078499"/>
                <a:gd name="connsiteX154-14817" fmla="*/ 918091 w 3024845"/>
                <a:gd name="connsiteY154-14818" fmla="*/ 651506 h 1078499"/>
                <a:gd name="connsiteX155-14819" fmla="*/ 932278 w 3024845"/>
                <a:gd name="connsiteY155-14820" fmla="*/ 642048 h 1078499"/>
                <a:gd name="connsiteX156-14821" fmla="*/ 938358 w 3024845"/>
                <a:gd name="connsiteY156-14822" fmla="*/ 600974 h 1078499"/>
                <a:gd name="connsiteX157-14823" fmla="*/ 939118 w 3024845"/>
                <a:gd name="connsiteY157-14824" fmla="*/ 600704 h 1078499"/>
                <a:gd name="connsiteX158-14825" fmla="*/ 944438 w 3024845"/>
                <a:gd name="connsiteY158-14826" fmla="*/ 598812 h 1078499"/>
                <a:gd name="connsiteX159-14827" fmla="*/ 946465 w 3024845"/>
                <a:gd name="connsiteY159-14828" fmla="*/ 529635 h 1078499"/>
                <a:gd name="connsiteX160-14829" fmla="*/ 948492 w 3024845"/>
                <a:gd name="connsiteY160-14830" fmla="*/ 598812 h 1078499"/>
                <a:gd name="connsiteX161-14831" fmla="*/ 949252 w 3024845"/>
                <a:gd name="connsiteY161-14832" fmla="*/ 599082 h 1078499"/>
                <a:gd name="connsiteX162-14833" fmla="*/ 954572 w 3024845"/>
                <a:gd name="connsiteY162-14834" fmla="*/ 600974 h 1078499"/>
                <a:gd name="connsiteX163-14835" fmla="*/ 954572 w 3024845"/>
                <a:gd name="connsiteY163-14836" fmla="*/ 514503 h 1078499"/>
                <a:gd name="connsiteX164-14837" fmla="*/ 958625 w 3024845"/>
                <a:gd name="connsiteY164-14838" fmla="*/ 482076 h 1078499"/>
                <a:gd name="connsiteX165-14839" fmla="*/ 997132 w 3024845"/>
                <a:gd name="connsiteY165-14840" fmla="*/ 482076 h 1078499"/>
                <a:gd name="connsiteX166-14841" fmla="*/ 997132 w 3024845"/>
                <a:gd name="connsiteY166-14842" fmla="*/ 514503 h 1078499"/>
                <a:gd name="connsiteX167-14843" fmla="*/ 997892 w 3024845"/>
                <a:gd name="connsiteY167-14844" fmla="*/ 514503 h 1078499"/>
                <a:gd name="connsiteX168-14845" fmla="*/ 1003212 w 3024845"/>
                <a:gd name="connsiteY168-14846" fmla="*/ 514503 h 1078499"/>
                <a:gd name="connsiteX169-14847" fmla="*/ 1003212 w 3024845"/>
                <a:gd name="connsiteY169-14848" fmla="*/ 432355 h 1078499"/>
                <a:gd name="connsiteX170-14849" fmla="*/ 1004986 w 3024845"/>
                <a:gd name="connsiteY170-14850" fmla="*/ 432355 h 1078499"/>
                <a:gd name="connsiteX171-14851" fmla="*/ 1017399 w 3024845"/>
                <a:gd name="connsiteY171-14852" fmla="*/ 432355 h 1078499"/>
                <a:gd name="connsiteX172-14853" fmla="*/ 1017399 w 3024845"/>
                <a:gd name="connsiteY172-14854" fmla="*/ 430464 h 1078499"/>
                <a:gd name="connsiteX173-14855" fmla="*/ 1017399 w 3024845"/>
                <a:gd name="connsiteY173-14856" fmla="*/ 417223 h 1078499"/>
                <a:gd name="connsiteX174-14857" fmla="*/ 1039693 w 3024845"/>
                <a:gd name="connsiteY174-14858" fmla="*/ 417223 h 1078499"/>
                <a:gd name="connsiteX175-14859" fmla="*/ 1039693 w 3024845"/>
                <a:gd name="connsiteY175-14860" fmla="*/ 416142 h 1078499"/>
                <a:gd name="connsiteX176-14861" fmla="*/ 1039693 w 3024845"/>
                <a:gd name="connsiteY176-14862" fmla="*/ 408576 h 1078499"/>
                <a:gd name="connsiteX177-14863" fmla="*/ 1041466 w 3024845"/>
                <a:gd name="connsiteY177-14864" fmla="*/ 408576 h 1078499"/>
                <a:gd name="connsiteX178-14865" fmla="*/ 1053880 w 3024845"/>
                <a:gd name="connsiteY178-14866" fmla="*/ 408576 h 1078499"/>
                <a:gd name="connsiteX179-14867" fmla="*/ 1053880 w 3024845"/>
                <a:gd name="connsiteY179-14868" fmla="*/ 409657 h 1078499"/>
                <a:gd name="connsiteX180-14869" fmla="*/ 1053880 w 3024845"/>
                <a:gd name="connsiteY180-14870" fmla="*/ 417223 h 1078499"/>
                <a:gd name="connsiteX181-14871" fmla="*/ 1054640 w 3024845"/>
                <a:gd name="connsiteY181-14872" fmla="*/ 417223 h 1078499"/>
                <a:gd name="connsiteX182-14873" fmla="*/ 1059960 w 3024845"/>
                <a:gd name="connsiteY182-14874" fmla="*/ 417223 h 1078499"/>
                <a:gd name="connsiteX183-14875" fmla="*/ 1070093 w 3024845"/>
                <a:gd name="connsiteY183-14876" fmla="*/ 412899 h 1078499"/>
                <a:gd name="connsiteX184-14877" fmla="*/ 1074146 w 3024845"/>
                <a:gd name="connsiteY184-14878" fmla="*/ 416142 h 1078499"/>
                <a:gd name="connsiteX185-14879" fmla="*/ 1074146 w 3024845"/>
                <a:gd name="connsiteY185-14880" fmla="*/ 408576 h 1078499"/>
                <a:gd name="connsiteX186-14881" fmla="*/ 1076426 w 3024845"/>
                <a:gd name="connsiteY186-14882" fmla="*/ 408576 h 1078499"/>
                <a:gd name="connsiteX187-14883" fmla="*/ 1092387 w 3024845"/>
                <a:gd name="connsiteY187-14884" fmla="*/ 408576 h 1078499"/>
                <a:gd name="connsiteX188-14885" fmla="*/ 1092387 w 3024845"/>
                <a:gd name="connsiteY188-14886" fmla="*/ 409657 h 1078499"/>
                <a:gd name="connsiteX189-14887" fmla="*/ 1092387 w 3024845"/>
                <a:gd name="connsiteY189-14888" fmla="*/ 417223 h 1078499"/>
                <a:gd name="connsiteX190-14889" fmla="*/ 1122787 w 3024845"/>
                <a:gd name="connsiteY190-14890" fmla="*/ 417223 h 1078499"/>
                <a:gd name="connsiteX191-14891" fmla="*/ 1122787 w 3024845"/>
                <a:gd name="connsiteY191-14892" fmla="*/ 418844 h 1078499"/>
                <a:gd name="connsiteX192-14893" fmla="*/ 1122787 w 3024845"/>
                <a:gd name="connsiteY192-14894" fmla="*/ 430194 h 1078499"/>
                <a:gd name="connsiteX193-14895" fmla="*/ 1149134 w 3024845"/>
                <a:gd name="connsiteY193-14896" fmla="*/ 430194 h 1078499"/>
                <a:gd name="connsiteX194-14897" fmla="*/ 1149134 w 3024845"/>
                <a:gd name="connsiteY194-14898" fmla="*/ 460458 h 1078499"/>
                <a:gd name="connsiteX195-14899" fmla="*/ 1149894 w 3024845"/>
                <a:gd name="connsiteY195-14900" fmla="*/ 460458 h 1078499"/>
                <a:gd name="connsiteX196-14901" fmla="*/ 1155214 w 3024845"/>
                <a:gd name="connsiteY196-14902" fmla="*/ 460458 h 1078499"/>
                <a:gd name="connsiteX197-14903" fmla="*/ 1155214 w 3024845"/>
                <a:gd name="connsiteY197-14904" fmla="*/ 461539 h 1078499"/>
                <a:gd name="connsiteX198-14905" fmla="*/ 1155214 w 3024845"/>
                <a:gd name="connsiteY198-14906" fmla="*/ 469106 h 1078499"/>
                <a:gd name="connsiteX199-14907" fmla="*/ 1159268 w 3024845"/>
                <a:gd name="connsiteY199-14908" fmla="*/ 499370 h 1078499"/>
                <a:gd name="connsiteX200-14909" fmla="*/ 1160028 w 3024845"/>
                <a:gd name="connsiteY200-14910" fmla="*/ 499370 h 1078499"/>
                <a:gd name="connsiteX201-14911" fmla="*/ 1165348 w 3024845"/>
                <a:gd name="connsiteY201-14912" fmla="*/ 499370 h 1078499"/>
                <a:gd name="connsiteX202-14913" fmla="*/ 1165348 w 3024845"/>
                <a:gd name="connsiteY202-14914" fmla="*/ 500181 h 1078499"/>
                <a:gd name="connsiteX203-14915" fmla="*/ 1165348 w 3024845"/>
                <a:gd name="connsiteY203-14916" fmla="*/ 505856 h 1078499"/>
                <a:gd name="connsiteX204-14917" fmla="*/ 1166361 w 3024845"/>
                <a:gd name="connsiteY204-14918" fmla="*/ 505856 h 1078499"/>
                <a:gd name="connsiteX205-14919" fmla="*/ 1173454 w 3024845"/>
                <a:gd name="connsiteY205-14920" fmla="*/ 505856 h 1078499"/>
                <a:gd name="connsiteX206-14921" fmla="*/ 1173454 w 3024845"/>
                <a:gd name="connsiteY206-14922" fmla="*/ 536121 h 1078499"/>
                <a:gd name="connsiteX207-14923" fmla="*/ 1175481 w 3024845"/>
                <a:gd name="connsiteY207-14924" fmla="*/ 536121 h 1078499"/>
                <a:gd name="connsiteX208-14925" fmla="*/ 1189668 w 3024845"/>
                <a:gd name="connsiteY208-14926" fmla="*/ 536121 h 1078499"/>
                <a:gd name="connsiteX209-14927" fmla="*/ 1189668 w 3024845"/>
                <a:gd name="connsiteY209-14928" fmla="*/ 559900 h 1078499"/>
                <a:gd name="connsiteX210-14929" fmla="*/ 1191695 w 3024845"/>
                <a:gd name="connsiteY210-14930" fmla="*/ 561521 h 1078499"/>
                <a:gd name="connsiteX211-14931" fmla="*/ 1191695 w 3024845"/>
                <a:gd name="connsiteY211-14932" fmla="*/ 572871 h 1078499"/>
                <a:gd name="connsiteX212-14933" fmla="*/ 1192455 w 3024845"/>
                <a:gd name="connsiteY212-14934" fmla="*/ 572871 h 1078499"/>
                <a:gd name="connsiteX213-14935" fmla="*/ 1197775 w 3024845"/>
                <a:gd name="connsiteY213-14936" fmla="*/ 572871 h 1078499"/>
                <a:gd name="connsiteX214-14937" fmla="*/ 1197775 w 3024845"/>
                <a:gd name="connsiteY214-14938" fmla="*/ 596650 h 1078499"/>
                <a:gd name="connsiteX215-14939" fmla="*/ 1199041 w 3024845"/>
                <a:gd name="connsiteY215-14940" fmla="*/ 596650 h 1078499"/>
                <a:gd name="connsiteX216-14941" fmla="*/ 1207908 w 3024845"/>
                <a:gd name="connsiteY216-14942" fmla="*/ 596650 h 1078499"/>
                <a:gd name="connsiteX217-14943" fmla="*/ 1209935 w 3024845"/>
                <a:gd name="connsiteY217-14944" fmla="*/ 600704 h 1078499"/>
                <a:gd name="connsiteX218-14945" fmla="*/ 1209935 w 3024845"/>
                <a:gd name="connsiteY218-14946" fmla="*/ 613945 h 1078499"/>
                <a:gd name="connsiteX219-14947" fmla="*/ 1211455 w 3024845"/>
                <a:gd name="connsiteY219-14948" fmla="*/ 612053 h 1078499"/>
                <a:gd name="connsiteX220-14949" fmla="*/ 1222095 w 3024845"/>
                <a:gd name="connsiteY220-14950" fmla="*/ 598812 h 1078499"/>
                <a:gd name="connsiteX221-14951" fmla="*/ 1250469 w 3024845"/>
                <a:gd name="connsiteY221-14952" fmla="*/ 598812 h 1078499"/>
                <a:gd name="connsiteX222-14953" fmla="*/ 1250469 w 3024845"/>
                <a:gd name="connsiteY222-14954" fmla="*/ 685283 h 1078499"/>
                <a:gd name="connsiteX223-14955" fmla="*/ 1251229 w 3024845"/>
                <a:gd name="connsiteY223-14956" fmla="*/ 685283 h 1078499"/>
                <a:gd name="connsiteX224-14957" fmla="*/ 1256549 w 3024845"/>
                <a:gd name="connsiteY224-14958" fmla="*/ 685283 h 1078499"/>
                <a:gd name="connsiteX225-14959" fmla="*/ 1257309 w 3024845"/>
                <a:gd name="connsiteY225-14960" fmla="*/ 683932 h 1078499"/>
                <a:gd name="connsiteX226-14961" fmla="*/ 1262629 w 3024845"/>
                <a:gd name="connsiteY226-14962" fmla="*/ 674474 h 1078499"/>
                <a:gd name="connsiteX227-14963" fmla="*/ 1262629 w 3024845"/>
                <a:gd name="connsiteY227-14964" fmla="*/ 676366 h 1078499"/>
                <a:gd name="connsiteX228-14965" fmla="*/ 1262629 w 3024845"/>
                <a:gd name="connsiteY228-14966" fmla="*/ 689607 h 1078499"/>
                <a:gd name="connsiteX229-14967" fmla="*/ 1266682 w 3024845"/>
                <a:gd name="connsiteY229-14968" fmla="*/ 644210 h 1078499"/>
                <a:gd name="connsiteX230-14969" fmla="*/ 1267442 w 3024845"/>
                <a:gd name="connsiteY230-14970" fmla="*/ 644210 h 1078499"/>
                <a:gd name="connsiteX231-14971" fmla="*/ 1272762 w 3024845"/>
                <a:gd name="connsiteY231-14972" fmla="*/ 644210 h 1078499"/>
                <a:gd name="connsiteX232-14973" fmla="*/ 1272762 w 3024845"/>
                <a:gd name="connsiteY232-14974" fmla="*/ 579356 h 1078499"/>
                <a:gd name="connsiteX233-14975" fmla="*/ 1273776 w 3024845"/>
                <a:gd name="connsiteY233-14976" fmla="*/ 579356 h 1078499"/>
                <a:gd name="connsiteX234-14977" fmla="*/ 1280869 w 3024845"/>
                <a:gd name="connsiteY234-14978" fmla="*/ 579356 h 1078499"/>
                <a:gd name="connsiteX235-14979" fmla="*/ 1293029 w 3024845"/>
                <a:gd name="connsiteY235-14980" fmla="*/ 536121 h 1078499"/>
                <a:gd name="connsiteX236-14981" fmla="*/ 1294296 w 3024845"/>
                <a:gd name="connsiteY236-14982" fmla="*/ 536121 h 1078499"/>
                <a:gd name="connsiteX237-14983" fmla="*/ 1303163 w 3024845"/>
                <a:gd name="connsiteY237-14984" fmla="*/ 536121 h 1078499"/>
                <a:gd name="connsiteX238-14985" fmla="*/ 1313296 w 3024845"/>
                <a:gd name="connsiteY238-14986" fmla="*/ 579356 h 1078499"/>
                <a:gd name="connsiteX239-14987" fmla="*/ 1314309 w 3024845"/>
                <a:gd name="connsiteY239-14988" fmla="*/ 579356 h 1078499"/>
                <a:gd name="connsiteX240-14989" fmla="*/ 1321403 w 3024845"/>
                <a:gd name="connsiteY240-14990" fmla="*/ 579356 h 1078499"/>
                <a:gd name="connsiteX241-14991" fmla="*/ 1321403 w 3024845"/>
                <a:gd name="connsiteY241-14992" fmla="*/ 618268 h 1078499"/>
                <a:gd name="connsiteX242-14993" fmla="*/ 1323176 w 3024845"/>
                <a:gd name="connsiteY242-14994" fmla="*/ 618268 h 1078499"/>
                <a:gd name="connsiteX243-14995" fmla="*/ 1335590 w 3024845"/>
                <a:gd name="connsiteY243-14996" fmla="*/ 618268 h 1078499"/>
                <a:gd name="connsiteX244-14997" fmla="*/ 1335590 w 3024845"/>
                <a:gd name="connsiteY244-14998" fmla="*/ 620430 h 1078499"/>
                <a:gd name="connsiteX245-14999" fmla="*/ 1335590 w 3024845"/>
                <a:gd name="connsiteY245-15000" fmla="*/ 635562 h 1078499"/>
                <a:gd name="connsiteX246-15001" fmla="*/ 1339643 w 3024845"/>
                <a:gd name="connsiteY246-15002" fmla="*/ 633401 h 1078499"/>
                <a:gd name="connsiteX247-15003" fmla="*/ 1339643 w 3024845"/>
                <a:gd name="connsiteY247-15004" fmla="*/ 618268 h 1078499"/>
                <a:gd name="connsiteX248-15005" fmla="*/ 1341163 w 3024845"/>
                <a:gd name="connsiteY248-15006" fmla="*/ 618268 h 1078499"/>
                <a:gd name="connsiteX249-15007" fmla="*/ 1351803 w 3024845"/>
                <a:gd name="connsiteY249-15008" fmla="*/ 618268 h 1078499"/>
                <a:gd name="connsiteX250-15009" fmla="*/ 1351803 w 3024845"/>
                <a:gd name="connsiteY250-15010" fmla="*/ 619889 h 1078499"/>
                <a:gd name="connsiteX251-15011" fmla="*/ 1351803 w 3024845"/>
                <a:gd name="connsiteY251-15012" fmla="*/ 631239 h 1078499"/>
                <a:gd name="connsiteX252-15013" fmla="*/ 1382204 w 3024845"/>
                <a:gd name="connsiteY252-15014" fmla="*/ 631239 h 1078499"/>
                <a:gd name="connsiteX253-15015" fmla="*/ 1382204 w 3024845"/>
                <a:gd name="connsiteY253-15016" fmla="*/ 594489 h 1078499"/>
                <a:gd name="connsiteX254-15017" fmla="*/ 1383470 w 3024845"/>
                <a:gd name="connsiteY254-15018" fmla="*/ 594489 h 1078499"/>
                <a:gd name="connsiteX255-15019" fmla="*/ 1392337 w 3024845"/>
                <a:gd name="connsiteY255-15020" fmla="*/ 594489 h 1078499"/>
                <a:gd name="connsiteX256-15021" fmla="*/ 1392337 w 3024845"/>
                <a:gd name="connsiteY256-15022" fmla="*/ 616106 h 1078499"/>
                <a:gd name="connsiteX257-15023" fmla="*/ 1394364 w 3024845"/>
                <a:gd name="connsiteY257-15024" fmla="*/ 583680 h 1078499"/>
                <a:gd name="connsiteX258-15025" fmla="*/ 1416657 w 3024845"/>
                <a:gd name="connsiteY258-15026" fmla="*/ 583680 h 1078499"/>
                <a:gd name="connsiteX259-15027" fmla="*/ 1416657 w 3024845"/>
                <a:gd name="connsiteY259-15028" fmla="*/ 582058 h 1078499"/>
                <a:gd name="connsiteX260-15029" fmla="*/ 1416657 w 3024845"/>
                <a:gd name="connsiteY260-15030" fmla="*/ 570709 h 1078499"/>
                <a:gd name="connsiteX261-15031" fmla="*/ 1417417 w 3024845"/>
                <a:gd name="connsiteY261-15032" fmla="*/ 570709 h 1078499"/>
                <a:gd name="connsiteX262-15033" fmla="*/ 1422737 w 3024845"/>
                <a:gd name="connsiteY262-15034" fmla="*/ 570709 h 1078499"/>
                <a:gd name="connsiteX263-15035" fmla="*/ 1422737 w 3024845"/>
                <a:gd name="connsiteY263-15036" fmla="*/ 568818 h 1078499"/>
                <a:gd name="connsiteX264-15037" fmla="*/ 1422737 w 3024845"/>
                <a:gd name="connsiteY264-15038" fmla="*/ 555577 h 1078499"/>
                <a:gd name="connsiteX265-15039" fmla="*/ 1426791 w 3024845"/>
                <a:gd name="connsiteY265-15040" fmla="*/ 562062 h 1078499"/>
                <a:gd name="connsiteX266-15041" fmla="*/ 1429071 w 3024845"/>
                <a:gd name="connsiteY266-15042" fmla="*/ 562062 h 1078499"/>
                <a:gd name="connsiteX267-15043" fmla="*/ 1445031 w 3024845"/>
                <a:gd name="connsiteY267-15044" fmla="*/ 562062 h 1078499"/>
                <a:gd name="connsiteX268-15045" fmla="*/ 1445031 w 3024845"/>
                <a:gd name="connsiteY268-15046" fmla="*/ 561251 h 1078499"/>
                <a:gd name="connsiteX269-15047" fmla="*/ 1445031 w 3024845"/>
                <a:gd name="connsiteY269-15048" fmla="*/ 555577 h 1078499"/>
                <a:gd name="connsiteX270-15049" fmla="*/ 1445791 w 3024845"/>
                <a:gd name="connsiteY270-15050" fmla="*/ 555577 h 1078499"/>
                <a:gd name="connsiteX271-15051" fmla="*/ 1451111 w 3024845"/>
                <a:gd name="connsiteY271-15052" fmla="*/ 555577 h 1078499"/>
                <a:gd name="connsiteX272-15053" fmla="*/ 1451111 w 3024845"/>
                <a:gd name="connsiteY272-15054" fmla="*/ 556928 h 1078499"/>
                <a:gd name="connsiteX273-15055" fmla="*/ 1451111 w 3024845"/>
                <a:gd name="connsiteY273-15056" fmla="*/ 566386 h 1078499"/>
                <a:gd name="connsiteX274-15057" fmla="*/ 1489618 w 3024845"/>
                <a:gd name="connsiteY274-15058" fmla="*/ 566386 h 1078499"/>
                <a:gd name="connsiteX275-15059" fmla="*/ 1489618 w 3024845"/>
                <a:gd name="connsiteY275-15060" fmla="*/ 704739 h 1078499"/>
                <a:gd name="connsiteX276-15061" fmla="*/ 1491138 w 3024845"/>
                <a:gd name="connsiteY276-15062" fmla="*/ 704739 h 1078499"/>
                <a:gd name="connsiteX277-15063" fmla="*/ 1501778 w 3024845"/>
                <a:gd name="connsiteY277-15064" fmla="*/ 704739 h 1078499"/>
                <a:gd name="connsiteX278-15065" fmla="*/ 1501778 w 3024845"/>
                <a:gd name="connsiteY278-15066" fmla="*/ 691769 h 1078499"/>
                <a:gd name="connsiteX279-15067" fmla="*/ 1505832 w 3024845"/>
                <a:gd name="connsiteY279-15068" fmla="*/ 691769 h 1078499"/>
                <a:gd name="connsiteX280-15069" fmla="*/ 1505832 w 3024845"/>
                <a:gd name="connsiteY280-15070" fmla="*/ 704739 h 1078499"/>
                <a:gd name="connsiteX281-15071" fmla="*/ 1536232 w 3024845"/>
                <a:gd name="connsiteY281-15072" fmla="*/ 704739 h 1078499"/>
                <a:gd name="connsiteX282-15073" fmla="*/ 1536232 w 3024845"/>
                <a:gd name="connsiteY282-15074" fmla="*/ 674474 h 1078499"/>
                <a:gd name="connsiteX283-15075" fmla="*/ 1548392 w 3024845"/>
                <a:gd name="connsiteY283-15076" fmla="*/ 674474 h 1078499"/>
                <a:gd name="connsiteX284-15077" fmla="*/ 1560552 w 3024845"/>
                <a:gd name="connsiteY284-15078" fmla="*/ 672313 h 1078499"/>
                <a:gd name="connsiteX285-15079" fmla="*/ 1564606 w 3024845"/>
                <a:gd name="connsiteY285-15080" fmla="*/ 674474 h 1078499"/>
                <a:gd name="connsiteX286-15081" fmla="*/ 1574739 w 3024845"/>
                <a:gd name="connsiteY286-15082" fmla="*/ 674474 h 1078499"/>
                <a:gd name="connsiteX287-15083" fmla="*/ 1574739 w 3024845"/>
                <a:gd name="connsiteY287-15084" fmla="*/ 704739 h 1078499"/>
                <a:gd name="connsiteX288-15085" fmla="*/ 1582846 w 3024845"/>
                <a:gd name="connsiteY288-15086" fmla="*/ 704739 h 1078499"/>
                <a:gd name="connsiteX289-15087" fmla="*/ 1582846 w 3024845"/>
                <a:gd name="connsiteY289-15088" fmla="*/ 722034 h 1078499"/>
                <a:gd name="connsiteX290-15089" fmla="*/ 1592182 w 3024845"/>
                <a:gd name="connsiteY290-15090" fmla="*/ 722939 h 1078499"/>
                <a:gd name="connsiteX291-15091" fmla="*/ 1605140 w 3024845"/>
                <a:gd name="connsiteY291-15092" fmla="*/ 722939 h 1078499"/>
                <a:gd name="connsiteX292-15093" fmla="*/ 1605140 w 3024845"/>
                <a:gd name="connsiteY292-15094" fmla="*/ 706901 h 1078499"/>
                <a:gd name="connsiteX293-15095" fmla="*/ 1673096 w 3024845"/>
                <a:gd name="connsiteY293-15096" fmla="*/ 706901 h 1078499"/>
                <a:gd name="connsiteX294-15097" fmla="*/ 1673096 w 3024845"/>
                <a:gd name="connsiteY294-15098" fmla="*/ 621648 h 1078499"/>
                <a:gd name="connsiteX295-15099" fmla="*/ 1745104 w 3024845"/>
                <a:gd name="connsiteY295-15100" fmla="*/ 621648 h 1078499"/>
                <a:gd name="connsiteX296-15101" fmla="*/ 1745104 w 3024845"/>
                <a:gd name="connsiteY296-15102" fmla="*/ 700416 h 1078499"/>
                <a:gd name="connsiteX297-15103" fmla="*/ 1747008 w 3024845"/>
                <a:gd name="connsiteY297-15104" fmla="*/ 700416 h 1078499"/>
                <a:gd name="connsiteX298-15105" fmla="*/ 1748250 w 3024845"/>
                <a:gd name="connsiteY298-15106" fmla="*/ 722939 h 1078499"/>
                <a:gd name="connsiteX299-15107" fmla="*/ 1757926 w 3024845"/>
                <a:gd name="connsiteY299-15108" fmla="*/ 722939 h 1078499"/>
                <a:gd name="connsiteX300-15109" fmla="*/ 1759168 w 3024845"/>
                <a:gd name="connsiteY300-15110" fmla="*/ 700416 h 1078499"/>
                <a:gd name="connsiteX301-15111" fmla="*/ 1765248 w 3024845"/>
                <a:gd name="connsiteY301-15112" fmla="*/ 700416 h 1078499"/>
                <a:gd name="connsiteX302-15113" fmla="*/ 1766490 w 3024845"/>
                <a:gd name="connsiteY302-15114" fmla="*/ 722939 h 1078499"/>
                <a:gd name="connsiteX303-15115" fmla="*/ 1817112 w 3024845"/>
                <a:gd name="connsiteY303-15116" fmla="*/ 722939 h 1078499"/>
                <a:gd name="connsiteX304-15117" fmla="*/ 1817112 w 3024845"/>
                <a:gd name="connsiteY304-15118" fmla="*/ 559911 h 1078499"/>
                <a:gd name="connsiteX305-15119" fmla="*/ 2014439 w 3024845"/>
                <a:gd name="connsiteY305-15120" fmla="*/ 559911 h 1078499"/>
                <a:gd name="connsiteX306-15121" fmla="*/ 2014439 w 3024845"/>
                <a:gd name="connsiteY306-15122" fmla="*/ 722939 h 1078499"/>
                <a:gd name="connsiteX307-15123" fmla="*/ 2033136 w 3024845"/>
                <a:gd name="connsiteY307-15124" fmla="*/ 722939 h 1078499"/>
                <a:gd name="connsiteX308-15125" fmla="*/ 2033136 w 3024845"/>
                <a:gd name="connsiteY308-15126" fmla="*/ 640246 h 1078499"/>
                <a:gd name="connsiteX309-15127" fmla="*/ 2128256 w 3024845"/>
                <a:gd name="connsiteY309-15128" fmla="*/ 640246 h 1078499"/>
                <a:gd name="connsiteX310-15129" fmla="*/ 2140186 w 3024845"/>
                <a:gd name="connsiteY310-15130" fmla="*/ 322105 h 1078499"/>
                <a:gd name="connsiteX311-15131" fmla="*/ 2128026 w 3024845"/>
                <a:gd name="connsiteY311-15132" fmla="*/ 300487 h 1078499"/>
                <a:gd name="connsiteX312-15133" fmla="*/ 2121946 w 3024845"/>
                <a:gd name="connsiteY312-15134" fmla="*/ 296163 h 1078499"/>
                <a:gd name="connsiteX313-15135" fmla="*/ 2130053 w 3024845"/>
                <a:gd name="connsiteY313-15136" fmla="*/ 272384 h 1078499"/>
                <a:gd name="connsiteX314-15137" fmla="*/ 2130053 w 3024845"/>
                <a:gd name="connsiteY314-15138" fmla="*/ 255090 h 1078499"/>
                <a:gd name="connsiteX315-15139" fmla="*/ 2144240 w 3024845"/>
                <a:gd name="connsiteY315-15140" fmla="*/ 255090 h 1078499"/>
                <a:gd name="connsiteX316-15141" fmla="*/ 2144240 w 3024845"/>
                <a:gd name="connsiteY316-15142" fmla="*/ 233472 h 1078499"/>
                <a:gd name="connsiteX317-15143" fmla="*/ 2146266 w 3024845"/>
                <a:gd name="connsiteY317-15144" fmla="*/ 229148 h 1078499"/>
                <a:gd name="connsiteX318-15145" fmla="*/ 2146266 w 3024845"/>
                <a:gd name="connsiteY318-15146" fmla="*/ 151324 h 1078499"/>
                <a:gd name="connsiteX319-15147" fmla="*/ 2144240 w 3024845"/>
                <a:gd name="connsiteY319-15148" fmla="*/ 144839 h 1078499"/>
                <a:gd name="connsiteX320-15149" fmla="*/ 2150320 w 3024845"/>
                <a:gd name="connsiteY320-15150" fmla="*/ 138353 h 1078499"/>
                <a:gd name="connsiteX321-15151" fmla="*/ 2150320 w 3024845"/>
                <a:gd name="connsiteY321-15152" fmla="*/ 79985 h 1078499"/>
                <a:gd name="connsiteX322-15153" fmla="*/ 2152346 w 3024845"/>
                <a:gd name="connsiteY322-15154" fmla="*/ 75662 h 1078499"/>
                <a:gd name="connsiteX323-15155" fmla="*/ 2152346 w 3024845"/>
                <a:gd name="connsiteY323-15156" fmla="*/ 19456 h 1078499"/>
                <a:gd name="connsiteX324-15157" fmla="*/ 2154373 w 3024845"/>
                <a:gd name="connsiteY324-15158" fmla="*/ 0 h 1078499"/>
                <a:gd name="connsiteX325-15159" fmla="*/ 2162480 w 3024845"/>
                <a:gd name="connsiteY325-15160" fmla="*/ 138353 h 1078499"/>
                <a:gd name="connsiteX326-15161" fmla="*/ 2168560 w 3024845"/>
                <a:gd name="connsiteY326-15162" fmla="*/ 144839 h 1078499"/>
                <a:gd name="connsiteX327-15163" fmla="*/ 2166533 w 3024845"/>
                <a:gd name="connsiteY327-15164" fmla="*/ 151324 h 1078499"/>
                <a:gd name="connsiteX328-15165" fmla="*/ 2166533 w 3024845"/>
                <a:gd name="connsiteY328-15166" fmla="*/ 229148 h 1078499"/>
                <a:gd name="connsiteX329-15167" fmla="*/ 2168560 w 3024845"/>
                <a:gd name="connsiteY329-15168" fmla="*/ 233472 h 1078499"/>
                <a:gd name="connsiteX330-15169" fmla="*/ 2168560 w 3024845"/>
                <a:gd name="connsiteY330-15170" fmla="*/ 255090 h 1078499"/>
                <a:gd name="connsiteX331-15171" fmla="*/ 2182747 w 3024845"/>
                <a:gd name="connsiteY331-15172" fmla="*/ 255090 h 1078499"/>
                <a:gd name="connsiteX332-15173" fmla="*/ 2182747 w 3024845"/>
                <a:gd name="connsiteY332-15174" fmla="*/ 272384 h 1078499"/>
                <a:gd name="connsiteX333-15175" fmla="*/ 2190854 w 3024845"/>
                <a:gd name="connsiteY333-15176" fmla="*/ 296163 h 1078499"/>
                <a:gd name="connsiteX334-15177" fmla="*/ 2184774 w 3024845"/>
                <a:gd name="connsiteY334-15178" fmla="*/ 300487 h 1078499"/>
                <a:gd name="connsiteX335-15179" fmla="*/ 2172613 w 3024845"/>
                <a:gd name="connsiteY335-15180" fmla="*/ 322105 h 1078499"/>
                <a:gd name="connsiteX336-15181" fmla="*/ 2180720 w 3024845"/>
                <a:gd name="connsiteY336-15182" fmla="*/ 575033 h 1078499"/>
                <a:gd name="connsiteX337-15183" fmla="*/ 2245574 w 3024845"/>
                <a:gd name="connsiteY337-15184" fmla="*/ 575033 h 1078499"/>
                <a:gd name="connsiteX338-15185" fmla="*/ 2245574 w 3024845"/>
                <a:gd name="connsiteY338-15186" fmla="*/ 650695 h 1078499"/>
                <a:gd name="connsiteX339-15187" fmla="*/ 2253681 w 3024845"/>
                <a:gd name="connsiteY339-15188" fmla="*/ 650695 h 1078499"/>
                <a:gd name="connsiteX340-15189" fmla="*/ 2255708 w 3024845"/>
                <a:gd name="connsiteY340-15190" fmla="*/ 644210 h 1078499"/>
                <a:gd name="connsiteX341-15191" fmla="*/ 2261788 w 3024845"/>
                <a:gd name="connsiteY341-15192" fmla="*/ 644210 h 1078499"/>
                <a:gd name="connsiteX342-15193" fmla="*/ 2263815 w 3024845"/>
                <a:gd name="connsiteY342-15194" fmla="*/ 652857 h 1078499"/>
                <a:gd name="connsiteX343-15195" fmla="*/ 2275975 w 3024845"/>
                <a:gd name="connsiteY343-15196" fmla="*/ 652857 h 1078499"/>
                <a:gd name="connsiteX344-15197" fmla="*/ 2275975 w 3024845"/>
                <a:gd name="connsiteY344-15198" fmla="*/ 646371 h 1078499"/>
                <a:gd name="connsiteX345-15199" fmla="*/ 2298268 w 3024845"/>
                <a:gd name="connsiteY345-15200" fmla="*/ 646371 h 1078499"/>
                <a:gd name="connsiteX346-15201" fmla="*/ 2298268 w 3024845"/>
                <a:gd name="connsiteY346-15202" fmla="*/ 652857 h 1078499"/>
                <a:gd name="connsiteX347-15203" fmla="*/ 2318535 w 3024845"/>
                <a:gd name="connsiteY347-15204" fmla="*/ 652857 h 1078499"/>
                <a:gd name="connsiteX348-15205" fmla="*/ 2318535 w 3024845"/>
                <a:gd name="connsiteY348-15206" fmla="*/ 698254 h 1078499"/>
                <a:gd name="connsiteX349-15207" fmla="*/ 2332722 w 3024845"/>
                <a:gd name="connsiteY349-15208" fmla="*/ 698254 h 1078499"/>
                <a:gd name="connsiteX350-15209" fmla="*/ 2332722 w 3024845"/>
                <a:gd name="connsiteY350-15210" fmla="*/ 685283 h 1078499"/>
                <a:gd name="connsiteX351-15211" fmla="*/ 2348936 w 3024845"/>
                <a:gd name="connsiteY351-15212" fmla="*/ 685283 h 1078499"/>
                <a:gd name="connsiteX352-15213" fmla="*/ 2348936 w 3024845"/>
                <a:gd name="connsiteY352-15214" fmla="*/ 505856 h 1078499"/>
                <a:gd name="connsiteX353-15215" fmla="*/ 2355016 w 3024845"/>
                <a:gd name="connsiteY353-15216" fmla="*/ 499370 h 1078499"/>
                <a:gd name="connsiteX354-15217" fmla="*/ 2427977 w 3024845"/>
                <a:gd name="connsiteY354-15218" fmla="*/ 499370 h 1078499"/>
                <a:gd name="connsiteX355-15219" fmla="*/ 2427977 w 3024845"/>
                <a:gd name="connsiteY355-15220" fmla="*/ 508018 h 1078499"/>
                <a:gd name="connsiteX356-15221" fmla="*/ 2438110 w 3024845"/>
                <a:gd name="connsiteY356-15222" fmla="*/ 508018 h 1078499"/>
                <a:gd name="connsiteX357-15223" fmla="*/ 2438110 w 3024845"/>
                <a:gd name="connsiteY357-15224" fmla="*/ 622592 h 1078499"/>
                <a:gd name="connsiteX358-15225" fmla="*/ 2460404 w 3024845"/>
                <a:gd name="connsiteY358-15226" fmla="*/ 622592 h 1078499"/>
                <a:gd name="connsiteX359-15227" fmla="*/ 2460404 w 3024845"/>
                <a:gd name="connsiteY359-15228" fmla="*/ 555577 h 1078499"/>
                <a:gd name="connsiteX360-15229" fmla="*/ 2486751 w 3024845"/>
                <a:gd name="connsiteY360-15230" fmla="*/ 555577 h 1078499"/>
                <a:gd name="connsiteX361-15231" fmla="*/ 2490804 w 3024845"/>
                <a:gd name="connsiteY361-15232" fmla="*/ 551253 h 1078499"/>
                <a:gd name="connsiteX362-15233" fmla="*/ 2498911 w 3024845"/>
                <a:gd name="connsiteY362-15234" fmla="*/ 551253 h 1078499"/>
                <a:gd name="connsiteX363-15235" fmla="*/ 2502964 w 3024845"/>
                <a:gd name="connsiteY363-15236" fmla="*/ 555577 h 1078499"/>
                <a:gd name="connsiteX364-15237" fmla="*/ 2525258 w 3024845"/>
                <a:gd name="connsiteY364-15238" fmla="*/ 555577 h 1078499"/>
                <a:gd name="connsiteX365-15239" fmla="*/ 2525258 w 3024845"/>
                <a:gd name="connsiteY365-15240" fmla="*/ 438841 h 1078499"/>
                <a:gd name="connsiteX366-15241" fmla="*/ 2582005 w 3024845"/>
                <a:gd name="connsiteY366-15242" fmla="*/ 428032 h 1078499"/>
                <a:gd name="connsiteX367-15243" fmla="*/ 2582005 w 3024845"/>
                <a:gd name="connsiteY367-15244" fmla="*/ 429113 h 1078499"/>
                <a:gd name="connsiteX368-15245" fmla="*/ 2582005 w 3024845"/>
                <a:gd name="connsiteY368-15246" fmla="*/ 436679 h 1078499"/>
                <a:gd name="connsiteX369-15247" fmla="*/ 2608352 w 3024845"/>
                <a:gd name="connsiteY369-15248" fmla="*/ 436679 h 1078499"/>
                <a:gd name="connsiteX370-15249" fmla="*/ 2608352 w 3024845"/>
                <a:gd name="connsiteY370-15250" fmla="*/ 691769 h 1078499"/>
                <a:gd name="connsiteX371-15251" fmla="*/ 2630646 w 3024845"/>
                <a:gd name="connsiteY371-15252" fmla="*/ 691769 h 1078499"/>
                <a:gd name="connsiteX372-15253" fmla="*/ 2630646 w 3024845"/>
                <a:gd name="connsiteY372-15254" fmla="*/ 687445 h 1078499"/>
                <a:gd name="connsiteX373-15255" fmla="*/ 2642806 w 3024845"/>
                <a:gd name="connsiteY373-15256" fmla="*/ 687445 h 1078499"/>
                <a:gd name="connsiteX374-15257" fmla="*/ 2642806 w 3024845"/>
                <a:gd name="connsiteY374-15258" fmla="*/ 691769 h 1078499"/>
                <a:gd name="connsiteX375-15259" fmla="*/ 2667126 w 3024845"/>
                <a:gd name="connsiteY375-15260" fmla="*/ 691769 h 1078499"/>
                <a:gd name="connsiteX376-15261" fmla="*/ 2667126 w 3024845"/>
                <a:gd name="connsiteY376-15262" fmla="*/ 678798 h 1078499"/>
                <a:gd name="connsiteX377-15263" fmla="*/ 2695500 w 3024845"/>
                <a:gd name="connsiteY377-15264" fmla="*/ 678798 h 1078499"/>
                <a:gd name="connsiteX378-15265" fmla="*/ 2707660 w 3024845"/>
                <a:gd name="connsiteY378-15266" fmla="*/ 674474 h 1078499"/>
                <a:gd name="connsiteX379-15267" fmla="*/ 2727927 w 3024845"/>
                <a:gd name="connsiteY379-15268" fmla="*/ 678798 h 1078499"/>
                <a:gd name="connsiteX380-15269" fmla="*/ 2727927 w 3024845"/>
                <a:gd name="connsiteY380-15270" fmla="*/ 661504 h 1078499"/>
                <a:gd name="connsiteX381-15271" fmla="*/ 2736034 w 3024845"/>
                <a:gd name="connsiteY381-15272" fmla="*/ 661504 h 1078499"/>
                <a:gd name="connsiteX382-15273" fmla="*/ 2736034 w 3024845"/>
                <a:gd name="connsiteY382-15274" fmla="*/ 648533 h 1078499"/>
                <a:gd name="connsiteX383-15275" fmla="*/ 2792781 w 3024845"/>
                <a:gd name="connsiteY383-15276" fmla="*/ 648533 h 1078499"/>
                <a:gd name="connsiteX384-15277" fmla="*/ 2792781 w 3024845"/>
                <a:gd name="connsiteY384-15278" fmla="*/ 618268 h 1078499"/>
                <a:gd name="connsiteX385-15279" fmla="*/ 2811021 w 3024845"/>
                <a:gd name="connsiteY385-15280" fmla="*/ 618268 h 1078499"/>
                <a:gd name="connsiteX386-15281" fmla="*/ 2811021 w 3024845"/>
                <a:gd name="connsiteY386-15282" fmla="*/ 611783 h 1078499"/>
                <a:gd name="connsiteX387-15283" fmla="*/ 2823181 w 3024845"/>
                <a:gd name="connsiteY387-15284" fmla="*/ 611783 h 1078499"/>
                <a:gd name="connsiteX388-15285" fmla="*/ 2823181 w 3024845"/>
                <a:gd name="connsiteY388-15286" fmla="*/ 618268 h 1078499"/>
                <a:gd name="connsiteX389-15287" fmla="*/ 2839395 w 3024845"/>
                <a:gd name="connsiteY389-15288" fmla="*/ 618268 h 1078499"/>
                <a:gd name="connsiteX390-15289" fmla="*/ 2839395 w 3024845"/>
                <a:gd name="connsiteY390-15290" fmla="*/ 667989 h 1078499"/>
                <a:gd name="connsiteX391-15291" fmla="*/ 2871822 w 3024845"/>
                <a:gd name="connsiteY391-15292" fmla="*/ 667989 h 1078499"/>
                <a:gd name="connsiteX392-15293" fmla="*/ 2871822 w 3024845"/>
                <a:gd name="connsiteY392-15294" fmla="*/ 642048 h 1078499"/>
                <a:gd name="connsiteX393-15295" fmla="*/ 2910329 w 3024845"/>
                <a:gd name="connsiteY393-15296" fmla="*/ 642048 h 1078499"/>
                <a:gd name="connsiteX394-15297" fmla="*/ 2910329 w 3024845"/>
                <a:gd name="connsiteY394-15298" fmla="*/ 611783 h 1078499"/>
                <a:gd name="connsiteX395-15299" fmla="*/ 2958970 w 3024845"/>
                <a:gd name="connsiteY395-15300" fmla="*/ 611783 h 1078499"/>
                <a:gd name="connsiteX396-15301" fmla="*/ 2958970 w 3024845"/>
                <a:gd name="connsiteY396-15302" fmla="*/ 722939 h 1078499"/>
                <a:gd name="connsiteX397-15303" fmla="*/ 2958970 w 3024845"/>
                <a:gd name="connsiteY397-15304" fmla="*/ 736718 h 1078499"/>
                <a:gd name="connsiteX398-15305" fmla="*/ 3024845 w 3024845"/>
                <a:gd name="connsiteY398-15306" fmla="*/ 736718 h 1078499"/>
                <a:gd name="connsiteX399-15307" fmla="*/ 3024845 w 3024845"/>
                <a:gd name="connsiteY399-15308" fmla="*/ 1078499 h 1078499"/>
                <a:gd name="connsiteX400-15309" fmla="*/ 2054 w 3024845"/>
                <a:gd name="connsiteY400-15310" fmla="*/ 1076166 h 1078499"/>
                <a:gd name="connsiteX401-15311" fmla="*/ 0 w 3024845"/>
                <a:gd name="connsiteY401-15312" fmla="*/ 642048 h 1078499"/>
                <a:gd name="connsiteX402-15313" fmla="*/ 20267 w 3024845"/>
                <a:gd name="connsiteY402-15314" fmla="*/ 642048 h 1078499"/>
                <a:gd name="connsiteX403-15315" fmla="*/ 20774 w 3024845"/>
                <a:gd name="connsiteY403-15316" fmla="*/ 640967 h 1078499"/>
                <a:gd name="connsiteX404-15317" fmla="*/ 24320 w 3024845"/>
                <a:gd name="connsiteY404-15318" fmla="*/ 633401 h 1078499"/>
                <a:gd name="connsiteX405-15319" fmla="*/ 26094 w 3024845"/>
                <a:gd name="connsiteY405-15320" fmla="*/ 633671 h 1078499"/>
                <a:gd name="connsiteX406-15321" fmla="*/ 38507 w 3024845"/>
                <a:gd name="connsiteY406-15322" fmla="*/ 635562 h 1078499"/>
                <a:gd name="connsiteX407-15323" fmla="*/ 39014 w 3024845"/>
                <a:gd name="connsiteY407-15324" fmla="*/ 636914 h 1078499"/>
                <a:gd name="connsiteX408-15325" fmla="*/ 42560 w 3024845"/>
                <a:gd name="connsiteY408-15326" fmla="*/ 646371 h 1078499"/>
                <a:gd name="connsiteX409-15327" fmla="*/ 68907 w 3024845"/>
                <a:gd name="connsiteY409-15328" fmla="*/ 648533 h 1078499"/>
                <a:gd name="connsiteX410-15329" fmla="*/ 68907 w 3024845"/>
                <a:gd name="connsiteY410-15330" fmla="*/ 525312 h 1078499"/>
                <a:gd name="connsiteX411-15331" fmla="*/ 70934 w 3024845"/>
                <a:gd name="connsiteY411-15332" fmla="*/ 525312 h 1078499"/>
                <a:gd name="connsiteX412-15333" fmla="*/ 85121 w 3024845"/>
                <a:gd name="connsiteY412-15334" fmla="*/ 525312 h 1078499"/>
                <a:gd name="connsiteX413-15335" fmla="*/ 85121 w 3024845"/>
                <a:gd name="connsiteY413-15336" fmla="*/ 389120 h 1078499"/>
                <a:gd name="connsiteX414-15337" fmla="*/ 86894 w 3024845"/>
                <a:gd name="connsiteY414-15338" fmla="*/ 389120 h 1078499"/>
                <a:gd name="connsiteX415-15339" fmla="*/ 99308 w 3024845"/>
                <a:gd name="connsiteY415-15340" fmla="*/ 389120 h 1078499"/>
                <a:gd name="connsiteX416-15341" fmla="*/ 99308 w 3024845"/>
                <a:gd name="connsiteY416-15342" fmla="*/ 274546 h 1078499"/>
                <a:gd name="connsiteX417-15343" fmla="*/ 103361 w 3024845"/>
                <a:gd name="connsiteY417-15344" fmla="*/ 246442 h 1078499"/>
                <a:gd name="connsiteX418-15345" fmla="*/ 105388 w 3024845"/>
                <a:gd name="connsiteY418-15346" fmla="*/ 246442 h 1078499"/>
                <a:gd name="connsiteX419-15347" fmla="*/ 119575 w 3024845"/>
                <a:gd name="connsiteY419-15348" fmla="*/ 246442 h 1078499"/>
                <a:gd name="connsiteX0-15349" fmla="*/ 119575 w 3024845"/>
                <a:gd name="connsiteY0-15350" fmla="*/ 226986 h 1059043"/>
                <a:gd name="connsiteX1-15351" fmla="*/ 200642 w 3024845"/>
                <a:gd name="connsiteY1-15352" fmla="*/ 224825 h 1059043"/>
                <a:gd name="connsiteX2-15353" fmla="*/ 202669 w 3024845"/>
                <a:gd name="connsiteY2-15354" fmla="*/ 224825 h 1059043"/>
                <a:gd name="connsiteX3-15355" fmla="*/ 216856 w 3024845"/>
                <a:gd name="connsiteY3-15356" fmla="*/ 224825 h 1059043"/>
                <a:gd name="connsiteX4-15357" fmla="*/ 216856 w 3024845"/>
                <a:gd name="connsiteY4-15358" fmla="*/ 248604 h 1059043"/>
                <a:gd name="connsiteX5-15359" fmla="*/ 217363 w 3024845"/>
                <a:gd name="connsiteY5-15360" fmla="*/ 249415 h 1059043"/>
                <a:gd name="connsiteX6-15361" fmla="*/ 220909 w 3024845"/>
                <a:gd name="connsiteY6-15362" fmla="*/ 255090 h 1059043"/>
                <a:gd name="connsiteX7-15363" fmla="*/ 220909 w 3024845"/>
                <a:gd name="connsiteY7-15364" fmla="*/ 369664 h 1059043"/>
                <a:gd name="connsiteX8-15365" fmla="*/ 223189 w 3024845"/>
                <a:gd name="connsiteY8-15366" fmla="*/ 369664 h 1059043"/>
                <a:gd name="connsiteX9-15367" fmla="*/ 239150 w 3024845"/>
                <a:gd name="connsiteY9-15368" fmla="*/ 369664 h 1059043"/>
                <a:gd name="connsiteX10-15369" fmla="*/ 239150 w 3024845"/>
                <a:gd name="connsiteY10-15370" fmla="*/ 510179 h 1059043"/>
                <a:gd name="connsiteX11-15371" fmla="*/ 240670 w 3024845"/>
                <a:gd name="connsiteY11-15372" fmla="*/ 509909 h 1059043"/>
                <a:gd name="connsiteX12-15373" fmla="*/ 251310 w 3024845"/>
                <a:gd name="connsiteY12-15374" fmla="*/ 508018 h 1059043"/>
                <a:gd name="connsiteX13-15375" fmla="*/ 249283 w 3024845"/>
                <a:gd name="connsiteY13-15376" fmla="*/ 596650 h 1059043"/>
                <a:gd name="connsiteX14-15377" fmla="*/ 250803 w 3024845"/>
                <a:gd name="connsiteY14-15378" fmla="*/ 596921 h 1059043"/>
                <a:gd name="connsiteX15-15379" fmla="*/ 261443 w 3024845"/>
                <a:gd name="connsiteY15-15380" fmla="*/ 598812 h 1059043"/>
                <a:gd name="connsiteX16-15381" fmla="*/ 261696 w 3024845"/>
                <a:gd name="connsiteY16-15382" fmla="*/ 599623 h 1059043"/>
                <a:gd name="connsiteX17-15383" fmla="*/ 263470 w 3024845"/>
                <a:gd name="connsiteY17-15384" fmla="*/ 605298 h 1059043"/>
                <a:gd name="connsiteX18-15385" fmla="*/ 264230 w 3024845"/>
                <a:gd name="connsiteY18-15386" fmla="*/ 602866 h 1059043"/>
                <a:gd name="connsiteX19-15387" fmla="*/ 269550 w 3024845"/>
                <a:gd name="connsiteY19-15388" fmla="*/ 585842 h 1059043"/>
                <a:gd name="connsiteX20-15389" fmla="*/ 271323 w 3024845"/>
                <a:gd name="connsiteY20-15390" fmla="*/ 585842 h 1059043"/>
                <a:gd name="connsiteX21-15391" fmla="*/ 283737 w 3024845"/>
                <a:gd name="connsiteY21-15392" fmla="*/ 585842 h 1059043"/>
                <a:gd name="connsiteX22-15393" fmla="*/ 283737 w 3024845"/>
                <a:gd name="connsiteY22-15394" fmla="*/ 618268 h 1059043"/>
                <a:gd name="connsiteX23-15395" fmla="*/ 284750 w 3024845"/>
                <a:gd name="connsiteY23-15396" fmla="*/ 618809 h 1059043"/>
                <a:gd name="connsiteX24-15397" fmla="*/ 291844 w 3024845"/>
                <a:gd name="connsiteY24-15398" fmla="*/ 622592 h 1059043"/>
                <a:gd name="connsiteX25-15399" fmla="*/ 291844 w 3024845"/>
                <a:gd name="connsiteY25-15400" fmla="*/ 623943 h 1059043"/>
                <a:gd name="connsiteX26-15401" fmla="*/ 291844 w 3024845"/>
                <a:gd name="connsiteY26-15402" fmla="*/ 633401 h 1059043"/>
                <a:gd name="connsiteX27-15403" fmla="*/ 336431 w 3024845"/>
                <a:gd name="connsiteY27-15404" fmla="*/ 633401 h 1059043"/>
                <a:gd name="connsiteX28-15405" fmla="*/ 336431 w 3024845"/>
                <a:gd name="connsiteY28-15406" fmla="*/ 634482 h 1059043"/>
                <a:gd name="connsiteX29-15407" fmla="*/ 336431 w 3024845"/>
                <a:gd name="connsiteY29-15408" fmla="*/ 642048 h 1059043"/>
                <a:gd name="connsiteX30-15409" fmla="*/ 338457 w 3024845"/>
                <a:gd name="connsiteY30-15410" fmla="*/ 642048 h 1059043"/>
                <a:gd name="connsiteX31-15411" fmla="*/ 352644 w 3024845"/>
                <a:gd name="connsiteY31-15412" fmla="*/ 642048 h 1059043"/>
                <a:gd name="connsiteX32-15413" fmla="*/ 352644 w 3024845"/>
                <a:gd name="connsiteY32-15414" fmla="*/ 611783 h 1059043"/>
                <a:gd name="connsiteX33-15415" fmla="*/ 397231 w 3024845"/>
                <a:gd name="connsiteY33-15416" fmla="*/ 611783 h 1059043"/>
                <a:gd name="connsiteX34-15417" fmla="*/ 397231 w 3024845"/>
                <a:gd name="connsiteY34-15418" fmla="*/ 610432 h 1059043"/>
                <a:gd name="connsiteX35-15419" fmla="*/ 397231 w 3024845"/>
                <a:gd name="connsiteY35-15420" fmla="*/ 600974 h 1059043"/>
                <a:gd name="connsiteX36-15421" fmla="*/ 398245 w 3024845"/>
                <a:gd name="connsiteY36-15422" fmla="*/ 600974 h 1059043"/>
                <a:gd name="connsiteX37-15423" fmla="*/ 405338 w 3024845"/>
                <a:gd name="connsiteY37-15424" fmla="*/ 600974 h 1059043"/>
                <a:gd name="connsiteX38-15425" fmla="*/ 405338 w 3024845"/>
                <a:gd name="connsiteY38-15426" fmla="*/ 599083 h 1059043"/>
                <a:gd name="connsiteX39-15427" fmla="*/ 405338 w 3024845"/>
                <a:gd name="connsiteY39-15428" fmla="*/ 585842 h 1059043"/>
                <a:gd name="connsiteX40-15429" fmla="*/ 406098 w 3024845"/>
                <a:gd name="connsiteY40-15430" fmla="*/ 585842 h 1059043"/>
                <a:gd name="connsiteX41-15431" fmla="*/ 411418 w 3024845"/>
                <a:gd name="connsiteY41-15432" fmla="*/ 585842 h 1059043"/>
                <a:gd name="connsiteX42-15433" fmla="*/ 411418 w 3024845"/>
                <a:gd name="connsiteY42-15434" fmla="*/ 584761 h 1059043"/>
                <a:gd name="connsiteX43-15435" fmla="*/ 411418 w 3024845"/>
                <a:gd name="connsiteY43-15436" fmla="*/ 577194 h 1059043"/>
                <a:gd name="connsiteX44-15437" fmla="*/ 413445 w 3024845"/>
                <a:gd name="connsiteY44-15438" fmla="*/ 577194 h 1059043"/>
                <a:gd name="connsiteX45-15439" fmla="*/ 427632 w 3024845"/>
                <a:gd name="connsiteY45-15440" fmla="*/ 577194 h 1059043"/>
                <a:gd name="connsiteX46-15441" fmla="*/ 427632 w 3024845"/>
                <a:gd name="connsiteY46-15442" fmla="*/ 578275 h 1059043"/>
                <a:gd name="connsiteX47-15443" fmla="*/ 427632 w 3024845"/>
                <a:gd name="connsiteY47-15444" fmla="*/ 585842 h 1059043"/>
                <a:gd name="connsiteX48-15445" fmla="*/ 449925 w 3024845"/>
                <a:gd name="connsiteY48-15446" fmla="*/ 585842 h 1059043"/>
                <a:gd name="connsiteX49-15447" fmla="*/ 449925 w 3024845"/>
                <a:gd name="connsiteY49-15448" fmla="*/ 583950 h 1059043"/>
                <a:gd name="connsiteX50-15449" fmla="*/ 449925 w 3024845"/>
                <a:gd name="connsiteY50-15450" fmla="*/ 570709 h 1059043"/>
                <a:gd name="connsiteX51-15451" fmla="*/ 451699 w 3024845"/>
                <a:gd name="connsiteY51-15452" fmla="*/ 570709 h 1059043"/>
                <a:gd name="connsiteX52-15453" fmla="*/ 464112 w 3024845"/>
                <a:gd name="connsiteY52-15454" fmla="*/ 570709 h 1059043"/>
                <a:gd name="connsiteX53-15455" fmla="*/ 464112 w 3024845"/>
                <a:gd name="connsiteY53-15456" fmla="*/ 594489 h 1059043"/>
                <a:gd name="connsiteX54-15457" fmla="*/ 465126 w 3024845"/>
                <a:gd name="connsiteY54-15458" fmla="*/ 594489 h 1059043"/>
                <a:gd name="connsiteX55-15459" fmla="*/ 472219 w 3024845"/>
                <a:gd name="connsiteY55-15460" fmla="*/ 594489 h 1059043"/>
                <a:gd name="connsiteX56-15461" fmla="*/ 472219 w 3024845"/>
                <a:gd name="connsiteY56-15462" fmla="*/ 593408 h 1059043"/>
                <a:gd name="connsiteX57-15463" fmla="*/ 472219 w 3024845"/>
                <a:gd name="connsiteY57-15464" fmla="*/ 585842 h 1059043"/>
                <a:gd name="connsiteX58-15465" fmla="*/ 473992 w 3024845"/>
                <a:gd name="connsiteY58-15466" fmla="*/ 585842 h 1059043"/>
                <a:gd name="connsiteX59-15467" fmla="*/ 486406 w 3024845"/>
                <a:gd name="connsiteY59-15468" fmla="*/ 585842 h 1059043"/>
                <a:gd name="connsiteX60-15469" fmla="*/ 486406 w 3024845"/>
                <a:gd name="connsiteY60-15470" fmla="*/ 611783 h 1059043"/>
                <a:gd name="connsiteX61-15471" fmla="*/ 488433 w 3024845"/>
                <a:gd name="connsiteY61-15472" fmla="*/ 611783 h 1059043"/>
                <a:gd name="connsiteX62-15473" fmla="*/ 502619 w 3024845"/>
                <a:gd name="connsiteY62-15474" fmla="*/ 611783 h 1059043"/>
                <a:gd name="connsiteX63-15475" fmla="*/ 502619 w 3024845"/>
                <a:gd name="connsiteY63-15476" fmla="*/ 613404 h 1059043"/>
                <a:gd name="connsiteX64-15477" fmla="*/ 502619 w 3024845"/>
                <a:gd name="connsiteY64-15478" fmla="*/ 624754 h 1059043"/>
                <a:gd name="connsiteX65-15479" fmla="*/ 503379 w 3024845"/>
                <a:gd name="connsiteY65-15480" fmla="*/ 624754 h 1059043"/>
                <a:gd name="connsiteX66-15481" fmla="*/ 508700 w 3024845"/>
                <a:gd name="connsiteY66-15482" fmla="*/ 624754 h 1059043"/>
                <a:gd name="connsiteX67-15483" fmla="*/ 508700 w 3024845"/>
                <a:gd name="connsiteY67-15484" fmla="*/ 623943 h 1059043"/>
                <a:gd name="connsiteX68-15485" fmla="*/ 508700 w 3024845"/>
                <a:gd name="connsiteY68-15486" fmla="*/ 618268 h 1059043"/>
                <a:gd name="connsiteX69-15487" fmla="*/ 539100 w 3024845"/>
                <a:gd name="connsiteY69-15488" fmla="*/ 618268 h 1059043"/>
                <a:gd name="connsiteX70-15489" fmla="*/ 539100 w 3024845"/>
                <a:gd name="connsiteY70-15490" fmla="*/ 642048 h 1059043"/>
                <a:gd name="connsiteX71-15491" fmla="*/ 540113 w 3024845"/>
                <a:gd name="connsiteY71-15492" fmla="*/ 642048 h 1059043"/>
                <a:gd name="connsiteX72-15493" fmla="*/ 547207 w 3024845"/>
                <a:gd name="connsiteY72-15494" fmla="*/ 642048 h 1059043"/>
                <a:gd name="connsiteX73-15495" fmla="*/ 547207 w 3024845"/>
                <a:gd name="connsiteY73-15496" fmla="*/ 643129 h 1059043"/>
                <a:gd name="connsiteX74-15497" fmla="*/ 547207 w 3024845"/>
                <a:gd name="connsiteY74-15498" fmla="*/ 650695 h 1059043"/>
                <a:gd name="connsiteX75-15499" fmla="*/ 547967 w 3024845"/>
                <a:gd name="connsiteY75-15500" fmla="*/ 650695 h 1059043"/>
                <a:gd name="connsiteX76-15501" fmla="*/ 553287 w 3024845"/>
                <a:gd name="connsiteY76-15502" fmla="*/ 650695 h 1059043"/>
                <a:gd name="connsiteX77-15503" fmla="*/ 553287 w 3024845"/>
                <a:gd name="connsiteY77-15504" fmla="*/ 648533 h 1059043"/>
                <a:gd name="connsiteX78-15505" fmla="*/ 553287 w 3024845"/>
                <a:gd name="connsiteY78-15506" fmla="*/ 633401 h 1059043"/>
                <a:gd name="connsiteX79-15507" fmla="*/ 554300 w 3024845"/>
                <a:gd name="connsiteY79-15508" fmla="*/ 633401 h 1059043"/>
                <a:gd name="connsiteX80-15509" fmla="*/ 561394 w 3024845"/>
                <a:gd name="connsiteY80-15510" fmla="*/ 633401 h 1059043"/>
                <a:gd name="connsiteX81-15511" fmla="*/ 561394 w 3024845"/>
                <a:gd name="connsiteY81-15512" fmla="*/ 634482 h 1059043"/>
                <a:gd name="connsiteX82-15513" fmla="*/ 561394 w 3024845"/>
                <a:gd name="connsiteY82-15514" fmla="*/ 642048 h 1059043"/>
                <a:gd name="connsiteX83-15515" fmla="*/ 566714 w 3024845"/>
                <a:gd name="connsiteY83-15516" fmla="*/ 640055 h 1059043"/>
                <a:gd name="connsiteX84-15517" fmla="*/ 567474 w 3024845"/>
                <a:gd name="connsiteY84-15518" fmla="*/ 639075 h 1059043"/>
                <a:gd name="connsiteX85-15519" fmla="*/ 567474 w 3024845"/>
                <a:gd name="connsiteY85-15520" fmla="*/ 633401 h 1059043"/>
                <a:gd name="connsiteX86-15521" fmla="*/ 605981 w 3024845"/>
                <a:gd name="connsiteY86-15522" fmla="*/ 633401 h 1059043"/>
                <a:gd name="connsiteX87-15523" fmla="*/ 605981 w 3024845"/>
                <a:gd name="connsiteY87-15524" fmla="*/ 657180 h 1059043"/>
                <a:gd name="connsiteX88-15525" fmla="*/ 608007 w 3024845"/>
                <a:gd name="connsiteY88-15526" fmla="*/ 657180 h 1059043"/>
                <a:gd name="connsiteX89-15527" fmla="*/ 622194 w 3024845"/>
                <a:gd name="connsiteY89-15528" fmla="*/ 657180 h 1059043"/>
                <a:gd name="connsiteX90-15529" fmla="*/ 622194 w 3024845"/>
                <a:gd name="connsiteY90-15530" fmla="*/ 658261 h 1059043"/>
                <a:gd name="connsiteX91-15531" fmla="*/ 622194 w 3024845"/>
                <a:gd name="connsiteY91-15532" fmla="*/ 665827 h 1059043"/>
                <a:gd name="connsiteX92-15533" fmla="*/ 623968 w 3024845"/>
                <a:gd name="connsiteY92-15534" fmla="*/ 665827 h 1059043"/>
                <a:gd name="connsiteX93-15535" fmla="*/ 636381 w 3024845"/>
                <a:gd name="connsiteY93-15536" fmla="*/ 665827 h 1059043"/>
                <a:gd name="connsiteX94-15537" fmla="*/ 636381 w 3024845"/>
                <a:gd name="connsiteY94-15538" fmla="*/ 642048 h 1059043"/>
                <a:gd name="connsiteX95-15539" fmla="*/ 637394 w 3024845"/>
                <a:gd name="connsiteY95-15540" fmla="*/ 642048 h 1059043"/>
                <a:gd name="connsiteX96-15541" fmla="*/ 644488 w 3024845"/>
                <a:gd name="connsiteY96-15542" fmla="*/ 642048 h 1059043"/>
                <a:gd name="connsiteX97-15543" fmla="*/ 644488 w 3024845"/>
                <a:gd name="connsiteY97-15544" fmla="*/ 609621 h 1059043"/>
                <a:gd name="connsiteX98-15545" fmla="*/ 645501 w 3024845"/>
                <a:gd name="connsiteY98-15546" fmla="*/ 609621 h 1059043"/>
                <a:gd name="connsiteX99-15547" fmla="*/ 652595 w 3024845"/>
                <a:gd name="connsiteY99-15548" fmla="*/ 609621 h 1059043"/>
                <a:gd name="connsiteX100-15549" fmla="*/ 652595 w 3024845"/>
                <a:gd name="connsiteY100-15550" fmla="*/ 607730 h 1059043"/>
                <a:gd name="connsiteX101-15551" fmla="*/ 652595 w 3024845"/>
                <a:gd name="connsiteY101-15552" fmla="*/ 594489 h 1059043"/>
                <a:gd name="connsiteX102-15553" fmla="*/ 651328 w 3024845"/>
                <a:gd name="connsiteY102-15554" fmla="*/ 592867 h 1059043"/>
                <a:gd name="connsiteX103-15555" fmla="*/ 656648 w 3024845"/>
                <a:gd name="connsiteY103-15556" fmla="*/ 581518 h 1059043"/>
                <a:gd name="connsiteX104-15557" fmla="*/ 664755 w 3024845"/>
                <a:gd name="connsiteY104-15558" fmla="*/ 609621 h 1059043"/>
                <a:gd name="connsiteX105-15559" fmla="*/ 665515 w 3024845"/>
                <a:gd name="connsiteY105-15560" fmla="*/ 609621 h 1059043"/>
                <a:gd name="connsiteX106-15561" fmla="*/ 670835 w 3024845"/>
                <a:gd name="connsiteY106-15562" fmla="*/ 609621 h 1059043"/>
                <a:gd name="connsiteX107-15563" fmla="*/ 670835 w 3024845"/>
                <a:gd name="connsiteY107-15564" fmla="*/ 503694 h 1059043"/>
                <a:gd name="connsiteX108-15565" fmla="*/ 672355 w 3024845"/>
                <a:gd name="connsiteY108-15566" fmla="*/ 503694 h 1059043"/>
                <a:gd name="connsiteX109-15567" fmla="*/ 682995 w 3024845"/>
                <a:gd name="connsiteY109-15568" fmla="*/ 503694 h 1059043"/>
                <a:gd name="connsiteX110-15569" fmla="*/ 682995 w 3024845"/>
                <a:gd name="connsiteY110-15570" fmla="*/ 456135 h 1059043"/>
                <a:gd name="connsiteX111-15571" fmla="*/ 709342 w 3024845"/>
                <a:gd name="connsiteY111-15572" fmla="*/ 456135 h 1059043"/>
                <a:gd name="connsiteX112-15573" fmla="*/ 709342 w 3024845"/>
                <a:gd name="connsiteY112-15574" fmla="*/ 434517 h 1059043"/>
                <a:gd name="connsiteX113-15575" fmla="*/ 743796 w 3024845"/>
                <a:gd name="connsiteY113-15576" fmla="*/ 434517 h 1059043"/>
                <a:gd name="connsiteX114-15577" fmla="*/ 743796 w 3024845"/>
                <a:gd name="connsiteY114-15578" fmla="*/ 436949 h 1059043"/>
                <a:gd name="connsiteX115-15579" fmla="*/ 743796 w 3024845"/>
                <a:gd name="connsiteY115-15580" fmla="*/ 453973 h 1059043"/>
                <a:gd name="connsiteX116-15581" fmla="*/ 746076 w 3024845"/>
                <a:gd name="connsiteY116-15582" fmla="*/ 453973 h 1059043"/>
                <a:gd name="connsiteX117-15583" fmla="*/ 762036 w 3024845"/>
                <a:gd name="connsiteY117-15584" fmla="*/ 453973 h 1059043"/>
                <a:gd name="connsiteX118-15585" fmla="*/ 762036 w 3024845"/>
                <a:gd name="connsiteY118-15586" fmla="*/ 501532 h 1059043"/>
                <a:gd name="connsiteX119-15587" fmla="*/ 763049 w 3024845"/>
                <a:gd name="connsiteY119-15588" fmla="*/ 501532 h 1059043"/>
                <a:gd name="connsiteX120-15589" fmla="*/ 770143 w 3024845"/>
                <a:gd name="connsiteY120-15590" fmla="*/ 501532 h 1059043"/>
                <a:gd name="connsiteX121-15591" fmla="*/ 784330 w 3024845"/>
                <a:gd name="connsiteY121-15592" fmla="*/ 505856 h 1059043"/>
                <a:gd name="connsiteX122-15593" fmla="*/ 784330 w 3024845"/>
                <a:gd name="connsiteY122-15594" fmla="*/ 544768 h 1059043"/>
                <a:gd name="connsiteX123-15595" fmla="*/ 785343 w 3024845"/>
                <a:gd name="connsiteY123-15596" fmla="*/ 544768 h 1059043"/>
                <a:gd name="connsiteX124-15597" fmla="*/ 792436 w 3024845"/>
                <a:gd name="connsiteY124-15598" fmla="*/ 544768 h 1059043"/>
                <a:gd name="connsiteX125-15599" fmla="*/ 792436 w 3024845"/>
                <a:gd name="connsiteY125-15600" fmla="*/ 546389 h 1059043"/>
                <a:gd name="connsiteX126-15601" fmla="*/ 792436 w 3024845"/>
                <a:gd name="connsiteY126-15602" fmla="*/ 557738 h 1059043"/>
                <a:gd name="connsiteX127-15603" fmla="*/ 794463 w 3024845"/>
                <a:gd name="connsiteY127-15604" fmla="*/ 557738 h 1059043"/>
                <a:gd name="connsiteX128-15605" fmla="*/ 808650 w 3024845"/>
                <a:gd name="connsiteY128-15606" fmla="*/ 557738 h 1059043"/>
                <a:gd name="connsiteX129-15607" fmla="*/ 814730 w 3024845"/>
                <a:gd name="connsiteY129-15608" fmla="*/ 564224 h 1059043"/>
                <a:gd name="connsiteX130-15609" fmla="*/ 814730 w 3024845"/>
                <a:gd name="connsiteY130-15610" fmla="*/ 585842 h 1059043"/>
                <a:gd name="connsiteX131-15611" fmla="*/ 817010 w 3024845"/>
                <a:gd name="connsiteY131-15612" fmla="*/ 585842 h 1059043"/>
                <a:gd name="connsiteX132-15613" fmla="*/ 832970 w 3024845"/>
                <a:gd name="connsiteY132-15614" fmla="*/ 585842 h 1059043"/>
                <a:gd name="connsiteX133-15615" fmla="*/ 832970 w 3024845"/>
                <a:gd name="connsiteY133-15616" fmla="*/ 586922 h 1059043"/>
                <a:gd name="connsiteX134-15617" fmla="*/ 832970 w 3024845"/>
                <a:gd name="connsiteY134-15618" fmla="*/ 594489 h 1059043"/>
                <a:gd name="connsiteX135-15619" fmla="*/ 834237 w 3024845"/>
                <a:gd name="connsiteY135-15620" fmla="*/ 594489 h 1059043"/>
                <a:gd name="connsiteX136-15621" fmla="*/ 843104 w 3024845"/>
                <a:gd name="connsiteY136-15622" fmla="*/ 594489 h 1059043"/>
                <a:gd name="connsiteX137-15623" fmla="*/ 843104 w 3024845"/>
                <a:gd name="connsiteY137-15624" fmla="*/ 596650 h 1059043"/>
                <a:gd name="connsiteX138-15625" fmla="*/ 843104 w 3024845"/>
                <a:gd name="connsiteY138-15626" fmla="*/ 611783 h 1059043"/>
                <a:gd name="connsiteX139-15627" fmla="*/ 847157 w 3024845"/>
                <a:gd name="connsiteY139-15628" fmla="*/ 609891 h 1059043"/>
                <a:gd name="connsiteX140-15629" fmla="*/ 847157 w 3024845"/>
                <a:gd name="connsiteY140-15630" fmla="*/ 596650 h 1059043"/>
                <a:gd name="connsiteX141-15631" fmla="*/ 848170 w 3024845"/>
                <a:gd name="connsiteY141-15632" fmla="*/ 596650 h 1059043"/>
                <a:gd name="connsiteX142-15633" fmla="*/ 855264 w 3024845"/>
                <a:gd name="connsiteY142-15634" fmla="*/ 596650 h 1059043"/>
                <a:gd name="connsiteX143-15635" fmla="*/ 855264 w 3024845"/>
                <a:gd name="connsiteY143-15636" fmla="*/ 598272 h 1059043"/>
                <a:gd name="connsiteX144-15637" fmla="*/ 855264 w 3024845"/>
                <a:gd name="connsiteY144-15638" fmla="*/ 609621 h 1059043"/>
                <a:gd name="connsiteX145-15639" fmla="*/ 856024 w 3024845"/>
                <a:gd name="connsiteY145-15640" fmla="*/ 609621 h 1059043"/>
                <a:gd name="connsiteX146-15641" fmla="*/ 861344 w 3024845"/>
                <a:gd name="connsiteY146-15642" fmla="*/ 609621 h 1059043"/>
                <a:gd name="connsiteX147-15643" fmla="*/ 909984 w 3024845"/>
                <a:gd name="connsiteY147-15644" fmla="*/ 605298 h 1059043"/>
                <a:gd name="connsiteX148-15645" fmla="*/ 909984 w 3024845"/>
                <a:gd name="connsiteY148-15646" fmla="*/ 606649 h 1059043"/>
                <a:gd name="connsiteX149-15647" fmla="*/ 909984 w 3024845"/>
                <a:gd name="connsiteY149-15648" fmla="*/ 616106 h 1059043"/>
                <a:gd name="connsiteX150-15649" fmla="*/ 910744 w 3024845"/>
                <a:gd name="connsiteY150-15650" fmla="*/ 616106 h 1059043"/>
                <a:gd name="connsiteX151-15651" fmla="*/ 916065 w 3024845"/>
                <a:gd name="connsiteY151-15652" fmla="*/ 616106 h 1059043"/>
                <a:gd name="connsiteX152-15653" fmla="*/ 916065 w 3024845"/>
                <a:gd name="connsiteY152-15654" fmla="*/ 618268 h 1059043"/>
                <a:gd name="connsiteX153-15655" fmla="*/ 916065 w 3024845"/>
                <a:gd name="connsiteY153-15656" fmla="*/ 633401 h 1059043"/>
                <a:gd name="connsiteX154-15657" fmla="*/ 918091 w 3024845"/>
                <a:gd name="connsiteY154-15658" fmla="*/ 632050 h 1059043"/>
                <a:gd name="connsiteX155-15659" fmla="*/ 932278 w 3024845"/>
                <a:gd name="connsiteY155-15660" fmla="*/ 622592 h 1059043"/>
                <a:gd name="connsiteX156-15661" fmla="*/ 938358 w 3024845"/>
                <a:gd name="connsiteY156-15662" fmla="*/ 581518 h 1059043"/>
                <a:gd name="connsiteX157-15663" fmla="*/ 939118 w 3024845"/>
                <a:gd name="connsiteY157-15664" fmla="*/ 581248 h 1059043"/>
                <a:gd name="connsiteX158-15665" fmla="*/ 944438 w 3024845"/>
                <a:gd name="connsiteY158-15666" fmla="*/ 579356 h 1059043"/>
                <a:gd name="connsiteX159-15667" fmla="*/ 946465 w 3024845"/>
                <a:gd name="connsiteY159-15668" fmla="*/ 510179 h 1059043"/>
                <a:gd name="connsiteX160-15669" fmla="*/ 948492 w 3024845"/>
                <a:gd name="connsiteY160-15670" fmla="*/ 579356 h 1059043"/>
                <a:gd name="connsiteX161-15671" fmla="*/ 949252 w 3024845"/>
                <a:gd name="connsiteY161-15672" fmla="*/ 579626 h 1059043"/>
                <a:gd name="connsiteX162-15673" fmla="*/ 954572 w 3024845"/>
                <a:gd name="connsiteY162-15674" fmla="*/ 581518 h 1059043"/>
                <a:gd name="connsiteX163-15675" fmla="*/ 954572 w 3024845"/>
                <a:gd name="connsiteY163-15676" fmla="*/ 495047 h 1059043"/>
                <a:gd name="connsiteX164-15677" fmla="*/ 958625 w 3024845"/>
                <a:gd name="connsiteY164-15678" fmla="*/ 462620 h 1059043"/>
                <a:gd name="connsiteX165-15679" fmla="*/ 997132 w 3024845"/>
                <a:gd name="connsiteY165-15680" fmla="*/ 462620 h 1059043"/>
                <a:gd name="connsiteX166-15681" fmla="*/ 997132 w 3024845"/>
                <a:gd name="connsiteY166-15682" fmla="*/ 495047 h 1059043"/>
                <a:gd name="connsiteX167-15683" fmla="*/ 997892 w 3024845"/>
                <a:gd name="connsiteY167-15684" fmla="*/ 495047 h 1059043"/>
                <a:gd name="connsiteX168-15685" fmla="*/ 1003212 w 3024845"/>
                <a:gd name="connsiteY168-15686" fmla="*/ 495047 h 1059043"/>
                <a:gd name="connsiteX169-15687" fmla="*/ 1003212 w 3024845"/>
                <a:gd name="connsiteY169-15688" fmla="*/ 412899 h 1059043"/>
                <a:gd name="connsiteX170-15689" fmla="*/ 1004986 w 3024845"/>
                <a:gd name="connsiteY170-15690" fmla="*/ 412899 h 1059043"/>
                <a:gd name="connsiteX171-15691" fmla="*/ 1017399 w 3024845"/>
                <a:gd name="connsiteY171-15692" fmla="*/ 412899 h 1059043"/>
                <a:gd name="connsiteX172-15693" fmla="*/ 1017399 w 3024845"/>
                <a:gd name="connsiteY172-15694" fmla="*/ 411008 h 1059043"/>
                <a:gd name="connsiteX173-15695" fmla="*/ 1017399 w 3024845"/>
                <a:gd name="connsiteY173-15696" fmla="*/ 397767 h 1059043"/>
                <a:gd name="connsiteX174-15697" fmla="*/ 1039693 w 3024845"/>
                <a:gd name="connsiteY174-15698" fmla="*/ 397767 h 1059043"/>
                <a:gd name="connsiteX175-15699" fmla="*/ 1039693 w 3024845"/>
                <a:gd name="connsiteY175-15700" fmla="*/ 396686 h 1059043"/>
                <a:gd name="connsiteX176-15701" fmla="*/ 1039693 w 3024845"/>
                <a:gd name="connsiteY176-15702" fmla="*/ 389120 h 1059043"/>
                <a:gd name="connsiteX177-15703" fmla="*/ 1041466 w 3024845"/>
                <a:gd name="connsiteY177-15704" fmla="*/ 389120 h 1059043"/>
                <a:gd name="connsiteX178-15705" fmla="*/ 1053880 w 3024845"/>
                <a:gd name="connsiteY178-15706" fmla="*/ 389120 h 1059043"/>
                <a:gd name="connsiteX179-15707" fmla="*/ 1053880 w 3024845"/>
                <a:gd name="connsiteY179-15708" fmla="*/ 390201 h 1059043"/>
                <a:gd name="connsiteX180-15709" fmla="*/ 1053880 w 3024845"/>
                <a:gd name="connsiteY180-15710" fmla="*/ 397767 h 1059043"/>
                <a:gd name="connsiteX181-15711" fmla="*/ 1054640 w 3024845"/>
                <a:gd name="connsiteY181-15712" fmla="*/ 397767 h 1059043"/>
                <a:gd name="connsiteX182-15713" fmla="*/ 1059960 w 3024845"/>
                <a:gd name="connsiteY182-15714" fmla="*/ 397767 h 1059043"/>
                <a:gd name="connsiteX183-15715" fmla="*/ 1070093 w 3024845"/>
                <a:gd name="connsiteY183-15716" fmla="*/ 393443 h 1059043"/>
                <a:gd name="connsiteX184-15717" fmla="*/ 1074146 w 3024845"/>
                <a:gd name="connsiteY184-15718" fmla="*/ 396686 h 1059043"/>
                <a:gd name="connsiteX185-15719" fmla="*/ 1074146 w 3024845"/>
                <a:gd name="connsiteY185-15720" fmla="*/ 389120 h 1059043"/>
                <a:gd name="connsiteX186-15721" fmla="*/ 1076426 w 3024845"/>
                <a:gd name="connsiteY186-15722" fmla="*/ 389120 h 1059043"/>
                <a:gd name="connsiteX187-15723" fmla="*/ 1092387 w 3024845"/>
                <a:gd name="connsiteY187-15724" fmla="*/ 389120 h 1059043"/>
                <a:gd name="connsiteX188-15725" fmla="*/ 1092387 w 3024845"/>
                <a:gd name="connsiteY188-15726" fmla="*/ 390201 h 1059043"/>
                <a:gd name="connsiteX189-15727" fmla="*/ 1092387 w 3024845"/>
                <a:gd name="connsiteY189-15728" fmla="*/ 397767 h 1059043"/>
                <a:gd name="connsiteX190-15729" fmla="*/ 1122787 w 3024845"/>
                <a:gd name="connsiteY190-15730" fmla="*/ 397767 h 1059043"/>
                <a:gd name="connsiteX191-15731" fmla="*/ 1122787 w 3024845"/>
                <a:gd name="connsiteY191-15732" fmla="*/ 399388 h 1059043"/>
                <a:gd name="connsiteX192-15733" fmla="*/ 1122787 w 3024845"/>
                <a:gd name="connsiteY192-15734" fmla="*/ 410738 h 1059043"/>
                <a:gd name="connsiteX193-15735" fmla="*/ 1149134 w 3024845"/>
                <a:gd name="connsiteY193-15736" fmla="*/ 410738 h 1059043"/>
                <a:gd name="connsiteX194-15737" fmla="*/ 1149134 w 3024845"/>
                <a:gd name="connsiteY194-15738" fmla="*/ 441002 h 1059043"/>
                <a:gd name="connsiteX195-15739" fmla="*/ 1149894 w 3024845"/>
                <a:gd name="connsiteY195-15740" fmla="*/ 441002 h 1059043"/>
                <a:gd name="connsiteX196-15741" fmla="*/ 1155214 w 3024845"/>
                <a:gd name="connsiteY196-15742" fmla="*/ 441002 h 1059043"/>
                <a:gd name="connsiteX197-15743" fmla="*/ 1155214 w 3024845"/>
                <a:gd name="connsiteY197-15744" fmla="*/ 442083 h 1059043"/>
                <a:gd name="connsiteX198-15745" fmla="*/ 1155214 w 3024845"/>
                <a:gd name="connsiteY198-15746" fmla="*/ 449650 h 1059043"/>
                <a:gd name="connsiteX199-15747" fmla="*/ 1159268 w 3024845"/>
                <a:gd name="connsiteY199-15748" fmla="*/ 479914 h 1059043"/>
                <a:gd name="connsiteX200-15749" fmla="*/ 1160028 w 3024845"/>
                <a:gd name="connsiteY200-15750" fmla="*/ 479914 h 1059043"/>
                <a:gd name="connsiteX201-15751" fmla="*/ 1165348 w 3024845"/>
                <a:gd name="connsiteY201-15752" fmla="*/ 479914 h 1059043"/>
                <a:gd name="connsiteX202-15753" fmla="*/ 1165348 w 3024845"/>
                <a:gd name="connsiteY202-15754" fmla="*/ 480725 h 1059043"/>
                <a:gd name="connsiteX203-15755" fmla="*/ 1165348 w 3024845"/>
                <a:gd name="connsiteY203-15756" fmla="*/ 486400 h 1059043"/>
                <a:gd name="connsiteX204-15757" fmla="*/ 1166361 w 3024845"/>
                <a:gd name="connsiteY204-15758" fmla="*/ 486400 h 1059043"/>
                <a:gd name="connsiteX205-15759" fmla="*/ 1173454 w 3024845"/>
                <a:gd name="connsiteY205-15760" fmla="*/ 486400 h 1059043"/>
                <a:gd name="connsiteX206-15761" fmla="*/ 1173454 w 3024845"/>
                <a:gd name="connsiteY206-15762" fmla="*/ 516665 h 1059043"/>
                <a:gd name="connsiteX207-15763" fmla="*/ 1175481 w 3024845"/>
                <a:gd name="connsiteY207-15764" fmla="*/ 516665 h 1059043"/>
                <a:gd name="connsiteX208-15765" fmla="*/ 1189668 w 3024845"/>
                <a:gd name="connsiteY208-15766" fmla="*/ 516665 h 1059043"/>
                <a:gd name="connsiteX209-15767" fmla="*/ 1189668 w 3024845"/>
                <a:gd name="connsiteY209-15768" fmla="*/ 540444 h 1059043"/>
                <a:gd name="connsiteX210-15769" fmla="*/ 1191695 w 3024845"/>
                <a:gd name="connsiteY210-15770" fmla="*/ 542065 h 1059043"/>
                <a:gd name="connsiteX211-15771" fmla="*/ 1191695 w 3024845"/>
                <a:gd name="connsiteY211-15772" fmla="*/ 553415 h 1059043"/>
                <a:gd name="connsiteX212-15773" fmla="*/ 1192455 w 3024845"/>
                <a:gd name="connsiteY212-15774" fmla="*/ 553415 h 1059043"/>
                <a:gd name="connsiteX213-15775" fmla="*/ 1197775 w 3024845"/>
                <a:gd name="connsiteY213-15776" fmla="*/ 553415 h 1059043"/>
                <a:gd name="connsiteX214-15777" fmla="*/ 1197775 w 3024845"/>
                <a:gd name="connsiteY214-15778" fmla="*/ 577194 h 1059043"/>
                <a:gd name="connsiteX215-15779" fmla="*/ 1199041 w 3024845"/>
                <a:gd name="connsiteY215-15780" fmla="*/ 577194 h 1059043"/>
                <a:gd name="connsiteX216-15781" fmla="*/ 1207908 w 3024845"/>
                <a:gd name="connsiteY216-15782" fmla="*/ 577194 h 1059043"/>
                <a:gd name="connsiteX217-15783" fmla="*/ 1209935 w 3024845"/>
                <a:gd name="connsiteY217-15784" fmla="*/ 581248 h 1059043"/>
                <a:gd name="connsiteX218-15785" fmla="*/ 1209935 w 3024845"/>
                <a:gd name="connsiteY218-15786" fmla="*/ 594489 h 1059043"/>
                <a:gd name="connsiteX219-15787" fmla="*/ 1211455 w 3024845"/>
                <a:gd name="connsiteY219-15788" fmla="*/ 592597 h 1059043"/>
                <a:gd name="connsiteX220-15789" fmla="*/ 1222095 w 3024845"/>
                <a:gd name="connsiteY220-15790" fmla="*/ 579356 h 1059043"/>
                <a:gd name="connsiteX221-15791" fmla="*/ 1250469 w 3024845"/>
                <a:gd name="connsiteY221-15792" fmla="*/ 579356 h 1059043"/>
                <a:gd name="connsiteX222-15793" fmla="*/ 1250469 w 3024845"/>
                <a:gd name="connsiteY222-15794" fmla="*/ 665827 h 1059043"/>
                <a:gd name="connsiteX223-15795" fmla="*/ 1251229 w 3024845"/>
                <a:gd name="connsiteY223-15796" fmla="*/ 665827 h 1059043"/>
                <a:gd name="connsiteX224-15797" fmla="*/ 1256549 w 3024845"/>
                <a:gd name="connsiteY224-15798" fmla="*/ 665827 h 1059043"/>
                <a:gd name="connsiteX225-15799" fmla="*/ 1257309 w 3024845"/>
                <a:gd name="connsiteY225-15800" fmla="*/ 664476 h 1059043"/>
                <a:gd name="connsiteX226-15801" fmla="*/ 1262629 w 3024845"/>
                <a:gd name="connsiteY226-15802" fmla="*/ 655018 h 1059043"/>
                <a:gd name="connsiteX227-15803" fmla="*/ 1262629 w 3024845"/>
                <a:gd name="connsiteY227-15804" fmla="*/ 656910 h 1059043"/>
                <a:gd name="connsiteX228-15805" fmla="*/ 1262629 w 3024845"/>
                <a:gd name="connsiteY228-15806" fmla="*/ 670151 h 1059043"/>
                <a:gd name="connsiteX229-15807" fmla="*/ 1266682 w 3024845"/>
                <a:gd name="connsiteY229-15808" fmla="*/ 624754 h 1059043"/>
                <a:gd name="connsiteX230-15809" fmla="*/ 1267442 w 3024845"/>
                <a:gd name="connsiteY230-15810" fmla="*/ 624754 h 1059043"/>
                <a:gd name="connsiteX231-15811" fmla="*/ 1272762 w 3024845"/>
                <a:gd name="connsiteY231-15812" fmla="*/ 624754 h 1059043"/>
                <a:gd name="connsiteX232-15813" fmla="*/ 1272762 w 3024845"/>
                <a:gd name="connsiteY232-15814" fmla="*/ 559900 h 1059043"/>
                <a:gd name="connsiteX233-15815" fmla="*/ 1273776 w 3024845"/>
                <a:gd name="connsiteY233-15816" fmla="*/ 559900 h 1059043"/>
                <a:gd name="connsiteX234-15817" fmla="*/ 1280869 w 3024845"/>
                <a:gd name="connsiteY234-15818" fmla="*/ 559900 h 1059043"/>
                <a:gd name="connsiteX235-15819" fmla="*/ 1293029 w 3024845"/>
                <a:gd name="connsiteY235-15820" fmla="*/ 516665 h 1059043"/>
                <a:gd name="connsiteX236-15821" fmla="*/ 1294296 w 3024845"/>
                <a:gd name="connsiteY236-15822" fmla="*/ 516665 h 1059043"/>
                <a:gd name="connsiteX237-15823" fmla="*/ 1303163 w 3024845"/>
                <a:gd name="connsiteY237-15824" fmla="*/ 516665 h 1059043"/>
                <a:gd name="connsiteX238-15825" fmla="*/ 1313296 w 3024845"/>
                <a:gd name="connsiteY238-15826" fmla="*/ 559900 h 1059043"/>
                <a:gd name="connsiteX239-15827" fmla="*/ 1314309 w 3024845"/>
                <a:gd name="connsiteY239-15828" fmla="*/ 559900 h 1059043"/>
                <a:gd name="connsiteX240-15829" fmla="*/ 1321403 w 3024845"/>
                <a:gd name="connsiteY240-15830" fmla="*/ 559900 h 1059043"/>
                <a:gd name="connsiteX241-15831" fmla="*/ 1321403 w 3024845"/>
                <a:gd name="connsiteY241-15832" fmla="*/ 598812 h 1059043"/>
                <a:gd name="connsiteX242-15833" fmla="*/ 1323176 w 3024845"/>
                <a:gd name="connsiteY242-15834" fmla="*/ 598812 h 1059043"/>
                <a:gd name="connsiteX243-15835" fmla="*/ 1335590 w 3024845"/>
                <a:gd name="connsiteY243-15836" fmla="*/ 598812 h 1059043"/>
                <a:gd name="connsiteX244-15837" fmla="*/ 1335590 w 3024845"/>
                <a:gd name="connsiteY244-15838" fmla="*/ 600974 h 1059043"/>
                <a:gd name="connsiteX245-15839" fmla="*/ 1335590 w 3024845"/>
                <a:gd name="connsiteY245-15840" fmla="*/ 616106 h 1059043"/>
                <a:gd name="connsiteX246-15841" fmla="*/ 1339643 w 3024845"/>
                <a:gd name="connsiteY246-15842" fmla="*/ 613945 h 1059043"/>
                <a:gd name="connsiteX247-15843" fmla="*/ 1339643 w 3024845"/>
                <a:gd name="connsiteY247-15844" fmla="*/ 598812 h 1059043"/>
                <a:gd name="connsiteX248-15845" fmla="*/ 1341163 w 3024845"/>
                <a:gd name="connsiteY248-15846" fmla="*/ 598812 h 1059043"/>
                <a:gd name="connsiteX249-15847" fmla="*/ 1351803 w 3024845"/>
                <a:gd name="connsiteY249-15848" fmla="*/ 598812 h 1059043"/>
                <a:gd name="connsiteX250-15849" fmla="*/ 1351803 w 3024845"/>
                <a:gd name="connsiteY250-15850" fmla="*/ 600433 h 1059043"/>
                <a:gd name="connsiteX251-15851" fmla="*/ 1351803 w 3024845"/>
                <a:gd name="connsiteY251-15852" fmla="*/ 611783 h 1059043"/>
                <a:gd name="connsiteX252-15853" fmla="*/ 1382204 w 3024845"/>
                <a:gd name="connsiteY252-15854" fmla="*/ 611783 h 1059043"/>
                <a:gd name="connsiteX253-15855" fmla="*/ 1382204 w 3024845"/>
                <a:gd name="connsiteY253-15856" fmla="*/ 575033 h 1059043"/>
                <a:gd name="connsiteX254-15857" fmla="*/ 1383470 w 3024845"/>
                <a:gd name="connsiteY254-15858" fmla="*/ 575033 h 1059043"/>
                <a:gd name="connsiteX255-15859" fmla="*/ 1392337 w 3024845"/>
                <a:gd name="connsiteY255-15860" fmla="*/ 575033 h 1059043"/>
                <a:gd name="connsiteX256-15861" fmla="*/ 1392337 w 3024845"/>
                <a:gd name="connsiteY256-15862" fmla="*/ 596650 h 1059043"/>
                <a:gd name="connsiteX257-15863" fmla="*/ 1394364 w 3024845"/>
                <a:gd name="connsiteY257-15864" fmla="*/ 564224 h 1059043"/>
                <a:gd name="connsiteX258-15865" fmla="*/ 1416657 w 3024845"/>
                <a:gd name="connsiteY258-15866" fmla="*/ 564224 h 1059043"/>
                <a:gd name="connsiteX259-15867" fmla="*/ 1416657 w 3024845"/>
                <a:gd name="connsiteY259-15868" fmla="*/ 562602 h 1059043"/>
                <a:gd name="connsiteX260-15869" fmla="*/ 1416657 w 3024845"/>
                <a:gd name="connsiteY260-15870" fmla="*/ 551253 h 1059043"/>
                <a:gd name="connsiteX261-15871" fmla="*/ 1417417 w 3024845"/>
                <a:gd name="connsiteY261-15872" fmla="*/ 551253 h 1059043"/>
                <a:gd name="connsiteX262-15873" fmla="*/ 1422737 w 3024845"/>
                <a:gd name="connsiteY262-15874" fmla="*/ 551253 h 1059043"/>
                <a:gd name="connsiteX263-15875" fmla="*/ 1422737 w 3024845"/>
                <a:gd name="connsiteY263-15876" fmla="*/ 549362 h 1059043"/>
                <a:gd name="connsiteX264-15877" fmla="*/ 1422737 w 3024845"/>
                <a:gd name="connsiteY264-15878" fmla="*/ 536121 h 1059043"/>
                <a:gd name="connsiteX265-15879" fmla="*/ 1426791 w 3024845"/>
                <a:gd name="connsiteY265-15880" fmla="*/ 542606 h 1059043"/>
                <a:gd name="connsiteX266-15881" fmla="*/ 1429071 w 3024845"/>
                <a:gd name="connsiteY266-15882" fmla="*/ 542606 h 1059043"/>
                <a:gd name="connsiteX267-15883" fmla="*/ 1445031 w 3024845"/>
                <a:gd name="connsiteY267-15884" fmla="*/ 542606 h 1059043"/>
                <a:gd name="connsiteX268-15885" fmla="*/ 1445031 w 3024845"/>
                <a:gd name="connsiteY268-15886" fmla="*/ 541795 h 1059043"/>
                <a:gd name="connsiteX269-15887" fmla="*/ 1445031 w 3024845"/>
                <a:gd name="connsiteY269-15888" fmla="*/ 536121 h 1059043"/>
                <a:gd name="connsiteX270-15889" fmla="*/ 1445791 w 3024845"/>
                <a:gd name="connsiteY270-15890" fmla="*/ 536121 h 1059043"/>
                <a:gd name="connsiteX271-15891" fmla="*/ 1451111 w 3024845"/>
                <a:gd name="connsiteY271-15892" fmla="*/ 536121 h 1059043"/>
                <a:gd name="connsiteX272-15893" fmla="*/ 1451111 w 3024845"/>
                <a:gd name="connsiteY272-15894" fmla="*/ 537472 h 1059043"/>
                <a:gd name="connsiteX273-15895" fmla="*/ 1451111 w 3024845"/>
                <a:gd name="connsiteY273-15896" fmla="*/ 546930 h 1059043"/>
                <a:gd name="connsiteX274-15897" fmla="*/ 1489618 w 3024845"/>
                <a:gd name="connsiteY274-15898" fmla="*/ 546930 h 1059043"/>
                <a:gd name="connsiteX275-15899" fmla="*/ 1489618 w 3024845"/>
                <a:gd name="connsiteY275-15900" fmla="*/ 685283 h 1059043"/>
                <a:gd name="connsiteX276-15901" fmla="*/ 1491138 w 3024845"/>
                <a:gd name="connsiteY276-15902" fmla="*/ 685283 h 1059043"/>
                <a:gd name="connsiteX277-15903" fmla="*/ 1501778 w 3024845"/>
                <a:gd name="connsiteY277-15904" fmla="*/ 685283 h 1059043"/>
                <a:gd name="connsiteX278-15905" fmla="*/ 1501778 w 3024845"/>
                <a:gd name="connsiteY278-15906" fmla="*/ 672313 h 1059043"/>
                <a:gd name="connsiteX279-15907" fmla="*/ 1505832 w 3024845"/>
                <a:gd name="connsiteY279-15908" fmla="*/ 672313 h 1059043"/>
                <a:gd name="connsiteX280-15909" fmla="*/ 1505832 w 3024845"/>
                <a:gd name="connsiteY280-15910" fmla="*/ 685283 h 1059043"/>
                <a:gd name="connsiteX281-15911" fmla="*/ 1536232 w 3024845"/>
                <a:gd name="connsiteY281-15912" fmla="*/ 685283 h 1059043"/>
                <a:gd name="connsiteX282-15913" fmla="*/ 1536232 w 3024845"/>
                <a:gd name="connsiteY282-15914" fmla="*/ 655018 h 1059043"/>
                <a:gd name="connsiteX283-15915" fmla="*/ 1548392 w 3024845"/>
                <a:gd name="connsiteY283-15916" fmla="*/ 655018 h 1059043"/>
                <a:gd name="connsiteX284-15917" fmla="*/ 1560552 w 3024845"/>
                <a:gd name="connsiteY284-15918" fmla="*/ 652857 h 1059043"/>
                <a:gd name="connsiteX285-15919" fmla="*/ 1564606 w 3024845"/>
                <a:gd name="connsiteY285-15920" fmla="*/ 655018 h 1059043"/>
                <a:gd name="connsiteX286-15921" fmla="*/ 1574739 w 3024845"/>
                <a:gd name="connsiteY286-15922" fmla="*/ 655018 h 1059043"/>
                <a:gd name="connsiteX287-15923" fmla="*/ 1574739 w 3024845"/>
                <a:gd name="connsiteY287-15924" fmla="*/ 685283 h 1059043"/>
                <a:gd name="connsiteX288-15925" fmla="*/ 1582846 w 3024845"/>
                <a:gd name="connsiteY288-15926" fmla="*/ 685283 h 1059043"/>
                <a:gd name="connsiteX289-15927" fmla="*/ 1582846 w 3024845"/>
                <a:gd name="connsiteY289-15928" fmla="*/ 702578 h 1059043"/>
                <a:gd name="connsiteX290-15929" fmla="*/ 1592182 w 3024845"/>
                <a:gd name="connsiteY290-15930" fmla="*/ 703483 h 1059043"/>
                <a:gd name="connsiteX291-15931" fmla="*/ 1605140 w 3024845"/>
                <a:gd name="connsiteY291-15932" fmla="*/ 703483 h 1059043"/>
                <a:gd name="connsiteX292-15933" fmla="*/ 1605140 w 3024845"/>
                <a:gd name="connsiteY292-15934" fmla="*/ 687445 h 1059043"/>
                <a:gd name="connsiteX293-15935" fmla="*/ 1673096 w 3024845"/>
                <a:gd name="connsiteY293-15936" fmla="*/ 687445 h 1059043"/>
                <a:gd name="connsiteX294-15937" fmla="*/ 1673096 w 3024845"/>
                <a:gd name="connsiteY294-15938" fmla="*/ 602192 h 1059043"/>
                <a:gd name="connsiteX295-15939" fmla="*/ 1745104 w 3024845"/>
                <a:gd name="connsiteY295-15940" fmla="*/ 602192 h 1059043"/>
                <a:gd name="connsiteX296-15941" fmla="*/ 1745104 w 3024845"/>
                <a:gd name="connsiteY296-15942" fmla="*/ 680960 h 1059043"/>
                <a:gd name="connsiteX297-15943" fmla="*/ 1747008 w 3024845"/>
                <a:gd name="connsiteY297-15944" fmla="*/ 680960 h 1059043"/>
                <a:gd name="connsiteX298-15945" fmla="*/ 1748250 w 3024845"/>
                <a:gd name="connsiteY298-15946" fmla="*/ 703483 h 1059043"/>
                <a:gd name="connsiteX299-15947" fmla="*/ 1757926 w 3024845"/>
                <a:gd name="connsiteY299-15948" fmla="*/ 703483 h 1059043"/>
                <a:gd name="connsiteX300-15949" fmla="*/ 1759168 w 3024845"/>
                <a:gd name="connsiteY300-15950" fmla="*/ 680960 h 1059043"/>
                <a:gd name="connsiteX301-15951" fmla="*/ 1765248 w 3024845"/>
                <a:gd name="connsiteY301-15952" fmla="*/ 680960 h 1059043"/>
                <a:gd name="connsiteX302-15953" fmla="*/ 1766490 w 3024845"/>
                <a:gd name="connsiteY302-15954" fmla="*/ 703483 h 1059043"/>
                <a:gd name="connsiteX303-15955" fmla="*/ 1817112 w 3024845"/>
                <a:gd name="connsiteY303-15956" fmla="*/ 703483 h 1059043"/>
                <a:gd name="connsiteX304-15957" fmla="*/ 1817112 w 3024845"/>
                <a:gd name="connsiteY304-15958" fmla="*/ 540455 h 1059043"/>
                <a:gd name="connsiteX305-15959" fmla="*/ 2014439 w 3024845"/>
                <a:gd name="connsiteY305-15960" fmla="*/ 540455 h 1059043"/>
                <a:gd name="connsiteX306-15961" fmla="*/ 2014439 w 3024845"/>
                <a:gd name="connsiteY306-15962" fmla="*/ 703483 h 1059043"/>
                <a:gd name="connsiteX307-15963" fmla="*/ 2033136 w 3024845"/>
                <a:gd name="connsiteY307-15964" fmla="*/ 703483 h 1059043"/>
                <a:gd name="connsiteX308-15965" fmla="*/ 2033136 w 3024845"/>
                <a:gd name="connsiteY308-15966" fmla="*/ 620790 h 1059043"/>
                <a:gd name="connsiteX309-15967" fmla="*/ 2128256 w 3024845"/>
                <a:gd name="connsiteY309-15968" fmla="*/ 620790 h 1059043"/>
                <a:gd name="connsiteX310-15969" fmla="*/ 2140186 w 3024845"/>
                <a:gd name="connsiteY310-15970" fmla="*/ 302649 h 1059043"/>
                <a:gd name="connsiteX311-15971" fmla="*/ 2128026 w 3024845"/>
                <a:gd name="connsiteY311-15972" fmla="*/ 281031 h 1059043"/>
                <a:gd name="connsiteX312-15973" fmla="*/ 2121946 w 3024845"/>
                <a:gd name="connsiteY312-15974" fmla="*/ 276707 h 1059043"/>
                <a:gd name="connsiteX313-15975" fmla="*/ 2130053 w 3024845"/>
                <a:gd name="connsiteY313-15976" fmla="*/ 252928 h 1059043"/>
                <a:gd name="connsiteX314-15977" fmla="*/ 2130053 w 3024845"/>
                <a:gd name="connsiteY314-15978" fmla="*/ 235634 h 1059043"/>
                <a:gd name="connsiteX315-15979" fmla="*/ 2144240 w 3024845"/>
                <a:gd name="connsiteY315-15980" fmla="*/ 235634 h 1059043"/>
                <a:gd name="connsiteX316-15981" fmla="*/ 2144240 w 3024845"/>
                <a:gd name="connsiteY316-15982" fmla="*/ 214016 h 1059043"/>
                <a:gd name="connsiteX317-15983" fmla="*/ 2146266 w 3024845"/>
                <a:gd name="connsiteY317-15984" fmla="*/ 209692 h 1059043"/>
                <a:gd name="connsiteX318-15985" fmla="*/ 2146266 w 3024845"/>
                <a:gd name="connsiteY318-15986" fmla="*/ 131868 h 1059043"/>
                <a:gd name="connsiteX319-15987" fmla="*/ 2144240 w 3024845"/>
                <a:gd name="connsiteY319-15988" fmla="*/ 125383 h 1059043"/>
                <a:gd name="connsiteX320-15989" fmla="*/ 2150320 w 3024845"/>
                <a:gd name="connsiteY320-15990" fmla="*/ 118897 h 1059043"/>
                <a:gd name="connsiteX321-15991" fmla="*/ 2150320 w 3024845"/>
                <a:gd name="connsiteY321-15992" fmla="*/ 60529 h 1059043"/>
                <a:gd name="connsiteX322-15993" fmla="*/ 2152346 w 3024845"/>
                <a:gd name="connsiteY322-15994" fmla="*/ 56206 h 1059043"/>
                <a:gd name="connsiteX323-15995" fmla="*/ 2152346 w 3024845"/>
                <a:gd name="connsiteY323-15996" fmla="*/ 0 h 1059043"/>
                <a:gd name="connsiteX324-15997" fmla="*/ 2162480 w 3024845"/>
                <a:gd name="connsiteY324-15998" fmla="*/ 118897 h 1059043"/>
                <a:gd name="connsiteX325-15999" fmla="*/ 2168560 w 3024845"/>
                <a:gd name="connsiteY325-16000" fmla="*/ 125383 h 1059043"/>
                <a:gd name="connsiteX326-16001" fmla="*/ 2166533 w 3024845"/>
                <a:gd name="connsiteY326-16002" fmla="*/ 131868 h 1059043"/>
                <a:gd name="connsiteX327-16003" fmla="*/ 2166533 w 3024845"/>
                <a:gd name="connsiteY327-16004" fmla="*/ 209692 h 1059043"/>
                <a:gd name="connsiteX328-16005" fmla="*/ 2168560 w 3024845"/>
                <a:gd name="connsiteY328-16006" fmla="*/ 214016 h 1059043"/>
                <a:gd name="connsiteX329-16007" fmla="*/ 2168560 w 3024845"/>
                <a:gd name="connsiteY329-16008" fmla="*/ 235634 h 1059043"/>
                <a:gd name="connsiteX330-16009" fmla="*/ 2182747 w 3024845"/>
                <a:gd name="connsiteY330-16010" fmla="*/ 235634 h 1059043"/>
                <a:gd name="connsiteX331-16011" fmla="*/ 2182747 w 3024845"/>
                <a:gd name="connsiteY331-16012" fmla="*/ 252928 h 1059043"/>
                <a:gd name="connsiteX332-16013" fmla="*/ 2190854 w 3024845"/>
                <a:gd name="connsiteY332-16014" fmla="*/ 276707 h 1059043"/>
                <a:gd name="connsiteX333-16015" fmla="*/ 2184774 w 3024845"/>
                <a:gd name="connsiteY333-16016" fmla="*/ 281031 h 1059043"/>
                <a:gd name="connsiteX334-16017" fmla="*/ 2172613 w 3024845"/>
                <a:gd name="connsiteY334-16018" fmla="*/ 302649 h 1059043"/>
                <a:gd name="connsiteX335-16019" fmla="*/ 2180720 w 3024845"/>
                <a:gd name="connsiteY335-16020" fmla="*/ 555577 h 1059043"/>
                <a:gd name="connsiteX336-16021" fmla="*/ 2245574 w 3024845"/>
                <a:gd name="connsiteY336-16022" fmla="*/ 555577 h 1059043"/>
                <a:gd name="connsiteX337-16023" fmla="*/ 2245574 w 3024845"/>
                <a:gd name="connsiteY337-16024" fmla="*/ 631239 h 1059043"/>
                <a:gd name="connsiteX338-16025" fmla="*/ 2253681 w 3024845"/>
                <a:gd name="connsiteY338-16026" fmla="*/ 631239 h 1059043"/>
                <a:gd name="connsiteX339-16027" fmla="*/ 2255708 w 3024845"/>
                <a:gd name="connsiteY339-16028" fmla="*/ 624754 h 1059043"/>
                <a:gd name="connsiteX340-16029" fmla="*/ 2261788 w 3024845"/>
                <a:gd name="connsiteY340-16030" fmla="*/ 624754 h 1059043"/>
                <a:gd name="connsiteX341-16031" fmla="*/ 2263815 w 3024845"/>
                <a:gd name="connsiteY341-16032" fmla="*/ 633401 h 1059043"/>
                <a:gd name="connsiteX342-16033" fmla="*/ 2275975 w 3024845"/>
                <a:gd name="connsiteY342-16034" fmla="*/ 633401 h 1059043"/>
                <a:gd name="connsiteX343-16035" fmla="*/ 2275975 w 3024845"/>
                <a:gd name="connsiteY343-16036" fmla="*/ 626915 h 1059043"/>
                <a:gd name="connsiteX344-16037" fmla="*/ 2298268 w 3024845"/>
                <a:gd name="connsiteY344-16038" fmla="*/ 626915 h 1059043"/>
                <a:gd name="connsiteX345-16039" fmla="*/ 2298268 w 3024845"/>
                <a:gd name="connsiteY345-16040" fmla="*/ 633401 h 1059043"/>
                <a:gd name="connsiteX346-16041" fmla="*/ 2318535 w 3024845"/>
                <a:gd name="connsiteY346-16042" fmla="*/ 633401 h 1059043"/>
                <a:gd name="connsiteX347-16043" fmla="*/ 2318535 w 3024845"/>
                <a:gd name="connsiteY347-16044" fmla="*/ 678798 h 1059043"/>
                <a:gd name="connsiteX348-16045" fmla="*/ 2332722 w 3024845"/>
                <a:gd name="connsiteY348-16046" fmla="*/ 678798 h 1059043"/>
                <a:gd name="connsiteX349-16047" fmla="*/ 2332722 w 3024845"/>
                <a:gd name="connsiteY349-16048" fmla="*/ 665827 h 1059043"/>
                <a:gd name="connsiteX350-16049" fmla="*/ 2348936 w 3024845"/>
                <a:gd name="connsiteY350-16050" fmla="*/ 665827 h 1059043"/>
                <a:gd name="connsiteX351-16051" fmla="*/ 2348936 w 3024845"/>
                <a:gd name="connsiteY351-16052" fmla="*/ 486400 h 1059043"/>
                <a:gd name="connsiteX352-16053" fmla="*/ 2355016 w 3024845"/>
                <a:gd name="connsiteY352-16054" fmla="*/ 479914 h 1059043"/>
                <a:gd name="connsiteX353-16055" fmla="*/ 2427977 w 3024845"/>
                <a:gd name="connsiteY353-16056" fmla="*/ 479914 h 1059043"/>
                <a:gd name="connsiteX354-16057" fmla="*/ 2427977 w 3024845"/>
                <a:gd name="connsiteY354-16058" fmla="*/ 488562 h 1059043"/>
                <a:gd name="connsiteX355-16059" fmla="*/ 2438110 w 3024845"/>
                <a:gd name="connsiteY355-16060" fmla="*/ 488562 h 1059043"/>
                <a:gd name="connsiteX356-16061" fmla="*/ 2438110 w 3024845"/>
                <a:gd name="connsiteY356-16062" fmla="*/ 603136 h 1059043"/>
                <a:gd name="connsiteX357-16063" fmla="*/ 2460404 w 3024845"/>
                <a:gd name="connsiteY357-16064" fmla="*/ 603136 h 1059043"/>
                <a:gd name="connsiteX358-16065" fmla="*/ 2460404 w 3024845"/>
                <a:gd name="connsiteY358-16066" fmla="*/ 536121 h 1059043"/>
                <a:gd name="connsiteX359-16067" fmla="*/ 2486751 w 3024845"/>
                <a:gd name="connsiteY359-16068" fmla="*/ 536121 h 1059043"/>
                <a:gd name="connsiteX360-16069" fmla="*/ 2490804 w 3024845"/>
                <a:gd name="connsiteY360-16070" fmla="*/ 531797 h 1059043"/>
                <a:gd name="connsiteX361-16071" fmla="*/ 2498911 w 3024845"/>
                <a:gd name="connsiteY361-16072" fmla="*/ 531797 h 1059043"/>
                <a:gd name="connsiteX362-16073" fmla="*/ 2502964 w 3024845"/>
                <a:gd name="connsiteY362-16074" fmla="*/ 536121 h 1059043"/>
                <a:gd name="connsiteX363-16075" fmla="*/ 2525258 w 3024845"/>
                <a:gd name="connsiteY363-16076" fmla="*/ 536121 h 1059043"/>
                <a:gd name="connsiteX364-16077" fmla="*/ 2525258 w 3024845"/>
                <a:gd name="connsiteY364-16078" fmla="*/ 419385 h 1059043"/>
                <a:gd name="connsiteX365-16079" fmla="*/ 2582005 w 3024845"/>
                <a:gd name="connsiteY365-16080" fmla="*/ 408576 h 1059043"/>
                <a:gd name="connsiteX366-16081" fmla="*/ 2582005 w 3024845"/>
                <a:gd name="connsiteY366-16082" fmla="*/ 409657 h 1059043"/>
                <a:gd name="connsiteX367-16083" fmla="*/ 2582005 w 3024845"/>
                <a:gd name="connsiteY367-16084" fmla="*/ 417223 h 1059043"/>
                <a:gd name="connsiteX368-16085" fmla="*/ 2608352 w 3024845"/>
                <a:gd name="connsiteY368-16086" fmla="*/ 417223 h 1059043"/>
                <a:gd name="connsiteX369-16087" fmla="*/ 2608352 w 3024845"/>
                <a:gd name="connsiteY369-16088" fmla="*/ 672313 h 1059043"/>
                <a:gd name="connsiteX370-16089" fmla="*/ 2630646 w 3024845"/>
                <a:gd name="connsiteY370-16090" fmla="*/ 672313 h 1059043"/>
                <a:gd name="connsiteX371-16091" fmla="*/ 2630646 w 3024845"/>
                <a:gd name="connsiteY371-16092" fmla="*/ 667989 h 1059043"/>
                <a:gd name="connsiteX372-16093" fmla="*/ 2642806 w 3024845"/>
                <a:gd name="connsiteY372-16094" fmla="*/ 667989 h 1059043"/>
                <a:gd name="connsiteX373-16095" fmla="*/ 2642806 w 3024845"/>
                <a:gd name="connsiteY373-16096" fmla="*/ 672313 h 1059043"/>
                <a:gd name="connsiteX374-16097" fmla="*/ 2667126 w 3024845"/>
                <a:gd name="connsiteY374-16098" fmla="*/ 672313 h 1059043"/>
                <a:gd name="connsiteX375-16099" fmla="*/ 2667126 w 3024845"/>
                <a:gd name="connsiteY375-16100" fmla="*/ 659342 h 1059043"/>
                <a:gd name="connsiteX376-16101" fmla="*/ 2695500 w 3024845"/>
                <a:gd name="connsiteY376-16102" fmla="*/ 659342 h 1059043"/>
                <a:gd name="connsiteX377-16103" fmla="*/ 2707660 w 3024845"/>
                <a:gd name="connsiteY377-16104" fmla="*/ 655018 h 1059043"/>
                <a:gd name="connsiteX378-16105" fmla="*/ 2727927 w 3024845"/>
                <a:gd name="connsiteY378-16106" fmla="*/ 659342 h 1059043"/>
                <a:gd name="connsiteX379-16107" fmla="*/ 2727927 w 3024845"/>
                <a:gd name="connsiteY379-16108" fmla="*/ 642048 h 1059043"/>
                <a:gd name="connsiteX380-16109" fmla="*/ 2736034 w 3024845"/>
                <a:gd name="connsiteY380-16110" fmla="*/ 642048 h 1059043"/>
                <a:gd name="connsiteX381-16111" fmla="*/ 2736034 w 3024845"/>
                <a:gd name="connsiteY381-16112" fmla="*/ 629077 h 1059043"/>
                <a:gd name="connsiteX382-16113" fmla="*/ 2792781 w 3024845"/>
                <a:gd name="connsiteY382-16114" fmla="*/ 629077 h 1059043"/>
                <a:gd name="connsiteX383-16115" fmla="*/ 2792781 w 3024845"/>
                <a:gd name="connsiteY383-16116" fmla="*/ 598812 h 1059043"/>
                <a:gd name="connsiteX384-16117" fmla="*/ 2811021 w 3024845"/>
                <a:gd name="connsiteY384-16118" fmla="*/ 598812 h 1059043"/>
                <a:gd name="connsiteX385-16119" fmla="*/ 2811021 w 3024845"/>
                <a:gd name="connsiteY385-16120" fmla="*/ 592327 h 1059043"/>
                <a:gd name="connsiteX386-16121" fmla="*/ 2823181 w 3024845"/>
                <a:gd name="connsiteY386-16122" fmla="*/ 592327 h 1059043"/>
                <a:gd name="connsiteX387-16123" fmla="*/ 2823181 w 3024845"/>
                <a:gd name="connsiteY387-16124" fmla="*/ 598812 h 1059043"/>
                <a:gd name="connsiteX388-16125" fmla="*/ 2839395 w 3024845"/>
                <a:gd name="connsiteY388-16126" fmla="*/ 598812 h 1059043"/>
                <a:gd name="connsiteX389-16127" fmla="*/ 2839395 w 3024845"/>
                <a:gd name="connsiteY389-16128" fmla="*/ 648533 h 1059043"/>
                <a:gd name="connsiteX390-16129" fmla="*/ 2871822 w 3024845"/>
                <a:gd name="connsiteY390-16130" fmla="*/ 648533 h 1059043"/>
                <a:gd name="connsiteX391-16131" fmla="*/ 2871822 w 3024845"/>
                <a:gd name="connsiteY391-16132" fmla="*/ 622592 h 1059043"/>
                <a:gd name="connsiteX392-16133" fmla="*/ 2910329 w 3024845"/>
                <a:gd name="connsiteY392-16134" fmla="*/ 622592 h 1059043"/>
                <a:gd name="connsiteX393-16135" fmla="*/ 2910329 w 3024845"/>
                <a:gd name="connsiteY393-16136" fmla="*/ 592327 h 1059043"/>
                <a:gd name="connsiteX394-16137" fmla="*/ 2958970 w 3024845"/>
                <a:gd name="connsiteY394-16138" fmla="*/ 592327 h 1059043"/>
                <a:gd name="connsiteX395-16139" fmla="*/ 2958970 w 3024845"/>
                <a:gd name="connsiteY395-16140" fmla="*/ 703483 h 1059043"/>
                <a:gd name="connsiteX396-16141" fmla="*/ 2958970 w 3024845"/>
                <a:gd name="connsiteY396-16142" fmla="*/ 717262 h 1059043"/>
                <a:gd name="connsiteX397-16143" fmla="*/ 3024845 w 3024845"/>
                <a:gd name="connsiteY397-16144" fmla="*/ 717262 h 1059043"/>
                <a:gd name="connsiteX398-16145" fmla="*/ 3024845 w 3024845"/>
                <a:gd name="connsiteY398-16146" fmla="*/ 1059043 h 1059043"/>
                <a:gd name="connsiteX399-16147" fmla="*/ 2054 w 3024845"/>
                <a:gd name="connsiteY399-16148" fmla="*/ 1056710 h 1059043"/>
                <a:gd name="connsiteX400-16149" fmla="*/ 0 w 3024845"/>
                <a:gd name="connsiteY400-16150" fmla="*/ 622592 h 1059043"/>
                <a:gd name="connsiteX401-16151" fmla="*/ 20267 w 3024845"/>
                <a:gd name="connsiteY401-16152" fmla="*/ 622592 h 1059043"/>
                <a:gd name="connsiteX402-16153" fmla="*/ 20774 w 3024845"/>
                <a:gd name="connsiteY402-16154" fmla="*/ 621511 h 1059043"/>
                <a:gd name="connsiteX403-16155" fmla="*/ 24320 w 3024845"/>
                <a:gd name="connsiteY403-16156" fmla="*/ 613945 h 1059043"/>
                <a:gd name="connsiteX404-16157" fmla="*/ 26094 w 3024845"/>
                <a:gd name="connsiteY404-16158" fmla="*/ 614215 h 1059043"/>
                <a:gd name="connsiteX405-16159" fmla="*/ 38507 w 3024845"/>
                <a:gd name="connsiteY405-16160" fmla="*/ 616106 h 1059043"/>
                <a:gd name="connsiteX406-16161" fmla="*/ 39014 w 3024845"/>
                <a:gd name="connsiteY406-16162" fmla="*/ 617458 h 1059043"/>
                <a:gd name="connsiteX407-16163" fmla="*/ 42560 w 3024845"/>
                <a:gd name="connsiteY407-16164" fmla="*/ 626915 h 1059043"/>
                <a:gd name="connsiteX408-16165" fmla="*/ 68907 w 3024845"/>
                <a:gd name="connsiteY408-16166" fmla="*/ 629077 h 1059043"/>
                <a:gd name="connsiteX409-16167" fmla="*/ 68907 w 3024845"/>
                <a:gd name="connsiteY409-16168" fmla="*/ 505856 h 1059043"/>
                <a:gd name="connsiteX410-16169" fmla="*/ 70934 w 3024845"/>
                <a:gd name="connsiteY410-16170" fmla="*/ 505856 h 1059043"/>
                <a:gd name="connsiteX411-16171" fmla="*/ 85121 w 3024845"/>
                <a:gd name="connsiteY411-16172" fmla="*/ 505856 h 1059043"/>
                <a:gd name="connsiteX412-16173" fmla="*/ 85121 w 3024845"/>
                <a:gd name="connsiteY412-16174" fmla="*/ 369664 h 1059043"/>
                <a:gd name="connsiteX413-16175" fmla="*/ 86894 w 3024845"/>
                <a:gd name="connsiteY413-16176" fmla="*/ 369664 h 1059043"/>
                <a:gd name="connsiteX414-16177" fmla="*/ 99308 w 3024845"/>
                <a:gd name="connsiteY414-16178" fmla="*/ 369664 h 1059043"/>
                <a:gd name="connsiteX415-16179" fmla="*/ 99308 w 3024845"/>
                <a:gd name="connsiteY415-16180" fmla="*/ 255090 h 1059043"/>
                <a:gd name="connsiteX416-16181" fmla="*/ 103361 w 3024845"/>
                <a:gd name="connsiteY416-16182" fmla="*/ 226986 h 1059043"/>
                <a:gd name="connsiteX417-16183" fmla="*/ 105388 w 3024845"/>
                <a:gd name="connsiteY417-16184" fmla="*/ 226986 h 1059043"/>
                <a:gd name="connsiteX418-16185" fmla="*/ 119575 w 3024845"/>
                <a:gd name="connsiteY418-16186" fmla="*/ 226986 h 1059043"/>
                <a:gd name="connsiteX0-16187" fmla="*/ 119575 w 3024845"/>
                <a:gd name="connsiteY0-16188" fmla="*/ 226986 h 1059043"/>
                <a:gd name="connsiteX1-16189" fmla="*/ 200642 w 3024845"/>
                <a:gd name="connsiteY1-16190" fmla="*/ 224825 h 1059043"/>
                <a:gd name="connsiteX2-16191" fmla="*/ 202669 w 3024845"/>
                <a:gd name="connsiteY2-16192" fmla="*/ 224825 h 1059043"/>
                <a:gd name="connsiteX3-16193" fmla="*/ 216856 w 3024845"/>
                <a:gd name="connsiteY3-16194" fmla="*/ 224825 h 1059043"/>
                <a:gd name="connsiteX4-16195" fmla="*/ 216856 w 3024845"/>
                <a:gd name="connsiteY4-16196" fmla="*/ 248604 h 1059043"/>
                <a:gd name="connsiteX5-16197" fmla="*/ 217363 w 3024845"/>
                <a:gd name="connsiteY5-16198" fmla="*/ 249415 h 1059043"/>
                <a:gd name="connsiteX6-16199" fmla="*/ 220909 w 3024845"/>
                <a:gd name="connsiteY6-16200" fmla="*/ 255090 h 1059043"/>
                <a:gd name="connsiteX7-16201" fmla="*/ 220909 w 3024845"/>
                <a:gd name="connsiteY7-16202" fmla="*/ 369664 h 1059043"/>
                <a:gd name="connsiteX8-16203" fmla="*/ 223189 w 3024845"/>
                <a:gd name="connsiteY8-16204" fmla="*/ 369664 h 1059043"/>
                <a:gd name="connsiteX9-16205" fmla="*/ 239150 w 3024845"/>
                <a:gd name="connsiteY9-16206" fmla="*/ 369664 h 1059043"/>
                <a:gd name="connsiteX10-16207" fmla="*/ 239150 w 3024845"/>
                <a:gd name="connsiteY10-16208" fmla="*/ 510179 h 1059043"/>
                <a:gd name="connsiteX11-16209" fmla="*/ 240670 w 3024845"/>
                <a:gd name="connsiteY11-16210" fmla="*/ 509909 h 1059043"/>
                <a:gd name="connsiteX12-16211" fmla="*/ 251310 w 3024845"/>
                <a:gd name="connsiteY12-16212" fmla="*/ 508018 h 1059043"/>
                <a:gd name="connsiteX13-16213" fmla="*/ 249283 w 3024845"/>
                <a:gd name="connsiteY13-16214" fmla="*/ 596650 h 1059043"/>
                <a:gd name="connsiteX14-16215" fmla="*/ 250803 w 3024845"/>
                <a:gd name="connsiteY14-16216" fmla="*/ 596921 h 1059043"/>
                <a:gd name="connsiteX15-16217" fmla="*/ 261443 w 3024845"/>
                <a:gd name="connsiteY15-16218" fmla="*/ 598812 h 1059043"/>
                <a:gd name="connsiteX16-16219" fmla="*/ 261696 w 3024845"/>
                <a:gd name="connsiteY16-16220" fmla="*/ 599623 h 1059043"/>
                <a:gd name="connsiteX17-16221" fmla="*/ 263470 w 3024845"/>
                <a:gd name="connsiteY17-16222" fmla="*/ 605298 h 1059043"/>
                <a:gd name="connsiteX18-16223" fmla="*/ 264230 w 3024845"/>
                <a:gd name="connsiteY18-16224" fmla="*/ 602866 h 1059043"/>
                <a:gd name="connsiteX19-16225" fmla="*/ 269550 w 3024845"/>
                <a:gd name="connsiteY19-16226" fmla="*/ 585842 h 1059043"/>
                <a:gd name="connsiteX20-16227" fmla="*/ 271323 w 3024845"/>
                <a:gd name="connsiteY20-16228" fmla="*/ 585842 h 1059043"/>
                <a:gd name="connsiteX21-16229" fmla="*/ 283737 w 3024845"/>
                <a:gd name="connsiteY21-16230" fmla="*/ 585842 h 1059043"/>
                <a:gd name="connsiteX22-16231" fmla="*/ 283737 w 3024845"/>
                <a:gd name="connsiteY22-16232" fmla="*/ 618268 h 1059043"/>
                <a:gd name="connsiteX23-16233" fmla="*/ 284750 w 3024845"/>
                <a:gd name="connsiteY23-16234" fmla="*/ 618809 h 1059043"/>
                <a:gd name="connsiteX24-16235" fmla="*/ 291844 w 3024845"/>
                <a:gd name="connsiteY24-16236" fmla="*/ 622592 h 1059043"/>
                <a:gd name="connsiteX25-16237" fmla="*/ 291844 w 3024845"/>
                <a:gd name="connsiteY25-16238" fmla="*/ 623943 h 1059043"/>
                <a:gd name="connsiteX26-16239" fmla="*/ 291844 w 3024845"/>
                <a:gd name="connsiteY26-16240" fmla="*/ 633401 h 1059043"/>
                <a:gd name="connsiteX27-16241" fmla="*/ 336431 w 3024845"/>
                <a:gd name="connsiteY27-16242" fmla="*/ 633401 h 1059043"/>
                <a:gd name="connsiteX28-16243" fmla="*/ 336431 w 3024845"/>
                <a:gd name="connsiteY28-16244" fmla="*/ 634482 h 1059043"/>
                <a:gd name="connsiteX29-16245" fmla="*/ 336431 w 3024845"/>
                <a:gd name="connsiteY29-16246" fmla="*/ 642048 h 1059043"/>
                <a:gd name="connsiteX30-16247" fmla="*/ 338457 w 3024845"/>
                <a:gd name="connsiteY30-16248" fmla="*/ 642048 h 1059043"/>
                <a:gd name="connsiteX31-16249" fmla="*/ 352644 w 3024845"/>
                <a:gd name="connsiteY31-16250" fmla="*/ 642048 h 1059043"/>
                <a:gd name="connsiteX32-16251" fmla="*/ 352644 w 3024845"/>
                <a:gd name="connsiteY32-16252" fmla="*/ 611783 h 1059043"/>
                <a:gd name="connsiteX33-16253" fmla="*/ 397231 w 3024845"/>
                <a:gd name="connsiteY33-16254" fmla="*/ 611783 h 1059043"/>
                <a:gd name="connsiteX34-16255" fmla="*/ 397231 w 3024845"/>
                <a:gd name="connsiteY34-16256" fmla="*/ 610432 h 1059043"/>
                <a:gd name="connsiteX35-16257" fmla="*/ 397231 w 3024845"/>
                <a:gd name="connsiteY35-16258" fmla="*/ 600974 h 1059043"/>
                <a:gd name="connsiteX36-16259" fmla="*/ 398245 w 3024845"/>
                <a:gd name="connsiteY36-16260" fmla="*/ 600974 h 1059043"/>
                <a:gd name="connsiteX37-16261" fmla="*/ 405338 w 3024845"/>
                <a:gd name="connsiteY37-16262" fmla="*/ 600974 h 1059043"/>
                <a:gd name="connsiteX38-16263" fmla="*/ 405338 w 3024845"/>
                <a:gd name="connsiteY38-16264" fmla="*/ 599083 h 1059043"/>
                <a:gd name="connsiteX39-16265" fmla="*/ 405338 w 3024845"/>
                <a:gd name="connsiteY39-16266" fmla="*/ 585842 h 1059043"/>
                <a:gd name="connsiteX40-16267" fmla="*/ 406098 w 3024845"/>
                <a:gd name="connsiteY40-16268" fmla="*/ 585842 h 1059043"/>
                <a:gd name="connsiteX41-16269" fmla="*/ 411418 w 3024845"/>
                <a:gd name="connsiteY41-16270" fmla="*/ 585842 h 1059043"/>
                <a:gd name="connsiteX42-16271" fmla="*/ 411418 w 3024845"/>
                <a:gd name="connsiteY42-16272" fmla="*/ 584761 h 1059043"/>
                <a:gd name="connsiteX43-16273" fmla="*/ 411418 w 3024845"/>
                <a:gd name="connsiteY43-16274" fmla="*/ 577194 h 1059043"/>
                <a:gd name="connsiteX44-16275" fmla="*/ 413445 w 3024845"/>
                <a:gd name="connsiteY44-16276" fmla="*/ 577194 h 1059043"/>
                <a:gd name="connsiteX45-16277" fmla="*/ 427632 w 3024845"/>
                <a:gd name="connsiteY45-16278" fmla="*/ 577194 h 1059043"/>
                <a:gd name="connsiteX46-16279" fmla="*/ 427632 w 3024845"/>
                <a:gd name="connsiteY46-16280" fmla="*/ 578275 h 1059043"/>
                <a:gd name="connsiteX47-16281" fmla="*/ 427632 w 3024845"/>
                <a:gd name="connsiteY47-16282" fmla="*/ 585842 h 1059043"/>
                <a:gd name="connsiteX48-16283" fmla="*/ 449925 w 3024845"/>
                <a:gd name="connsiteY48-16284" fmla="*/ 585842 h 1059043"/>
                <a:gd name="connsiteX49-16285" fmla="*/ 449925 w 3024845"/>
                <a:gd name="connsiteY49-16286" fmla="*/ 583950 h 1059043"/>
                <a:gd name="connsiteX50-16287" fmla="*/ 449925 w 3024845"/>
                <a:gd name="connsiteY50-16288" fmla="*/ 570709 h 1059043"/>
                <a:gd name="connsiteX51-16289" fmla="*/ 451699 w 3024845"/>
                <a:gd name="connsiteY51-16290" fmla="*/ 570709 h 1059043"/>
                <a:gd name="connsiteX52-16291" fmla="*/ 464112 w 3024845"/>
                <a:gd name="connsiteY52-16292" fmla="*/ 570709 h 1059043"/>
                <a:gd name="connsiteX53-16293" fmla="*/ 464112 w 3024845"/>
                <a:gd name="connsiteY53-16294" fmla="*/ 594489 h 1059043"/>
                <a:gd name="connsiteX54-16295" fmla="*/ 465126 w 3024845"/>
                <a:gd name="connsiteY54-16296" fmla="*/ 594489 h 1059043"/>
                <a:gd name="connsiteX55-16297" fmla="*/ 472219 w 3024845"/>
                <a:gd name="connsiteY55-16298" fmla="*/ 594489 h 1059043"/>
                <a:gd name="connsiteX56-16299" fmla="*/ 472219 w 3024845"/>
                <a:gd name="connsiteY56-16300" fmla="*/ 593408 h 1059043"/>
                <a:gd name="connsiteX57-16301" fmla="*/ 472219 w 3024845"/>
                <a:gd name="connsiteY57-16302" fmla="*/ 585842 h 1059043"/>
                <a:gd name="connsiteX58-16303" fmla="*/ 473992 w 3024845"/>
                <a:gd name="connsiteY58-16304" fmla="*/ 585842 h 1059043"/>
                <a:gd name="connsiteX59-16305" fmla="*/ 486406 w 3024845"/>
                <a:gd name="connsiteY59-16306" fmla="*/ 585842 h 1059043"/>
                <a:gd name="connsiteX60-16307" fmla="*/ 486406 w 3024845"/>
                <a:gd name="connsiteY60-16308" fmla="*/ 611783 h 1059043"/>
                <a:gd name="connsiteX61-16309" fmla="*/ 488433 w 3024845"/>
                <a:gd name="connsiteY61-16310" fmla="*/ 611783 h 1059043"/>
                <a:gd name="connsiteX62-16311" fmla="*/ 502619 w 3024845"/>
                <a:gd name="connsiteY62-16312" fmla="*/ 611783 h 1059043"/>
                <a:gd name="connsiteX63-16313" fmla="*/ 502619 w 3024845"/>
                <a:gd name="connsiteY63-16314" fmla="*/ 613404 h 1059043"/>
                <a:gd name="connsiteX64-16315" fmla="*/ 502619 w 3024845"/>
                <a:gd name="connsiteY64-16316" fmla="*/ 624754 h 1059043"/>
                <a:gd name="connsiteX65-16317" fmla="*/ 503379 w 3024845"/>
                <a:gd name="connsiteY65-16318" fmla="*/ 624754 h 1059043"/>
                <a:gd name="connsiteX66-16319" fmla="*/ 508700 w 3024845"/>
                <a:gd name="connsiteY66-16320" fmla="*/ 624754 h 1059043"/>
                <a:gd name="connsiteX67-16321" fmla="*/ 508700 w 3024845"/>
                <a:gd name="connsiteY67-16322" fmla="*/ 623943 h 1059043"/>
                <a:gd name="connsiteX68-16323" fmla="*/ 508700 w 3024845"/>
                <a:gd name="connsiteY68-16324" fmla="*/ 618268 h 1059043"/>
                <a:gd name="connsiteX69-16325" fmla="*/ 539100 w 3024845"/>
                <a:gd name="connsiteY69-16326" fmla="*/ 618268 h 1059043"/>
                <a:gd name="connsiteX70-16327" fmla="*/ 539100 w 3024845"/>
                <a:gd name="connsiteY70-16328" fmla="*/ 642048 h 1059043"/>
                <a:gd name="connsiteX71-16329" fmla="*/ 540113 w 3024845"/>
                <a:gd name="connsiteY71-16330" fmla="*/ 642048 h 1059043"/>
                <a:gd name="connsiteX72-16331" fmla="*/ 547207 w 3024845"/>
                <a:gd name="connsiteY72-16332" fmla="*/ 642048 h 1059043"/>
                <a:gd name="connsiteX73-16333" fmla="*/ 547207 w 3024845"/>
                <a:gd name="connsiteY73-16334" fmla="*/ 643129 h 1059043"/>
                <a:gd name="connsiteX74-16335" fmla="*/ 547207 w 3024845"/>
                <a:gd name="connsiteY74-16336" fmla="*/ 650695 h 1059043"/>
                <a:gd name="connsiteX75-16337" fmla="*/ 547967 w 3024845"/>
                <a:gd name="connsiteY75-16338" fmla="*/ 650695 h 1059043"/>
                <a:gd name="connsiteX76-16339" fmla="*/ 553287 w 3024845"/>
                <a:gd name="connsiteY76-16340" fmla="*/ 650695 h 1059043"/>
                <a:gd name="connsiteX77-16341" fmla="*/ 553287 w 3024845"/>
                <a:gd name="connsiteY77-16342" fmla="*/ 648533 h 1059043"/>
                <a:gd name="connsiteX78-16343" fmla="*/ 553287 w 3024845"/>
                <a:gd name="connsiteY78-16344" fmla="*/ 633401 h 1059043"/>
                <a:gd name="connsiteX79-16345" fmla="*/ 554300 w 3024845"/>
                <a:gd name="connsiteY79-16346" fmla="*/ 633401 h 1059043"/>
                <a:gd name="connsiteX80-16347" fmla="*/ 561394 w 3024845"/>
                <a:gd name="connsiteY80-16348" fmla="*/ 633401 h 1059043"/>
                <a:gd name="connsiteX81-16349" fmla="*/ 561394 w 3024845"/>
                <a:gd name="connsiteY81-16350" fmla="*/ 634482 h 1059043"/>
                <a:gd name="connsiteX82-16351" fmla="*/ 561394 w 3024845"/>
                <a:gd name="connsiteY82-16352" fmla="*/ 642048 h 1059043"/>
                <a:gd name="connsiteX83-16353" fmla="*/ 566714 w 3024845"/>
                <a:gd name="connsiteY83-16354" fmla="*/ 640055 h 1059043"/>
                <a:gd name="connsiteX84-16355" fmla="*/ 567474 w 3024845"/>
                <a:gd name="connsiteY84-16356" fmla="*/ 639075 h 1059043"/>
                <a:gd name="connsiteX85-16357" fmla="*/ 567474 w 3024845"/>
                <a:gd name="connsiteY85-16358" fmla="*/ 633401 h 1059043"/>
                <a:gd name="connsiteX86-16359" fmla="*/ 605981 w 3024845"/>
                <a:gd name="connsiteY86-16360" fmla="*/ 633401 h 1059043"/>
                <a:gd name="connsiteX87-16361" fmla="*/ 605981 w 3024845"/>
                <a:gd name="connsiteY87-16362" fmla="*/ 657180 h 1059043"/>
                <a:gd name="connsiteX88-16363" fmla="*/ 608007 w 3024845"/>
                <a:gd name="connsiteY88-16364" fmla="*/ 657180 h 1059043"/>
                <a:gd name="connsiteX89-16365" fmla="*/ 622194 w 3024845"/>
                <a:gd name="connsiteY89-16366" fmla="*/ 657180 h 1059043"/>
                <a:gd name="connsiteX90-16367" fmla="*/ 622194 w 3024845"/>
                <a:gd name="connsiteY90-16368" fmla="*/ 658261 h 1059043"/>
                <a:gd name="connsiteX91-16369" fmla="*/ 622194 w 3024845"/>
                <a:gd name="connsiteY91-16370" fmla="*/ 665827 h 1059043"/>
                <a:gd name="connsiteX92-16371" fmla="*/ 623968 w 3024845"/>
                <a:gd name="connsiteY92-16372" fmla="*/ 665827 h 1059043"/>
                <a:gd name="connsiteX93-16373" fmla="*/ 636381 w 3024845"/>
                <a:gd name="connsiteY93-16374" fmla="*/ 665827 h 1059043"/>
                <a:gd name="connsiteX94-16375" fmla="*/ 636381 w 3024845"/>
                <a:gd name="connsiteY94-16376" fmla="*/ 642048 h 1059043"/>
                <a:gd name="connsiteX95-16377" fmla="*/ 637394 w 3024845"/>
                <a:gd name="connsiteY95-16378" fmla="*/ 642048 h 1059043"/>
                <a:gd name="connsiteX96-16379" fmla="*/ 644488 w 3024845"/>
                <a:gd name="connsiteY96-16380" fmla="*/ 642048 h 1059043"/>
                <a:gd name="connsiteX97-16381" fmla="*/ 644488 w 3024845"/>
                <a:gd name="connsiteY97-16382" fmla="*/ 609621 h 1059043"/>
                <a:gd name="connsiteX98-16383" fmla="*/ 645501 w 3024845"/>
                <a:gd name="connsiteY98-16384" fmla="*/ 609621 h 1059043"/>
                <a:gd name="connsiteX99-16385" fmla="*/ 652595 w 3024845"/>
                <a:gd name="connsiteY99-16386" fmla="*/ 609621 h 1059043"/>
                <a:gd name="connsiteX100-16387" fmla="*/ 652595 w 3024845"/>
                <a:gd name="connsiteY100-16388" fmla="*/ 607730 h 1059043"/>
                <a:gd name="connsiteX101-16389" fmla="*/ 652595 w 3024845"/>
                <a:gd name="connsiteY101-16390" fmla="*/ 594489 h 1059043"/>
                <a:gd name="connsiteX102-16391" fmla="*/ 651328 w 3024845"/>
                <a:gd name="connsiteY102-16392" fmla="*/ 592867 h 1059043"/>
                <a:gd name="connsiteX103-16393" fmla="*/ 656648 w 3024845"/>
                <a:gd name="connsiteY103-16394" fmla="*/ 581518 h 1059043"/>
                <a:gd name="connsiteX104-16395" fmla="*/ 664755 w 3024845"/>
                <a:gd name="connsiteY104-16396" fmla="*/ 609621 h 1059043"/>
                <a:gd name="connsiteX105-16397" fmla="*/ 665515 w 3024845"/>
                <a:gd name="connsiteY105-16398" fmla="*/ 609621 h 1059043"/>
                <a:gd name="connsiteX106-16399" fmla="*/ 670835 w 3024845"/>
                <a:gd name="connsiteY106-16400" fmla="*/ 609621 h 1059043"/>
                <a:gd name="connsiteX107-16401" fmla="*/ 670835 w 3024845"/>
                <a:gd name="connsiteY107-16402" fmla="*/ 503694 h 1059043"/>
                <a:gd name="connsiteX108-16403" fmla="*/ 672355 w 3024845"/>
                <a:gd name="connsiteY108-16404" fmla="*/ 503694 h 1059043"/>
                <a:gd name="connsiteX109-16405" fmla="*/ 682995 w 3024845"/>
                <a:gd name="connsiteY109-16406" fmla="*/ 503694 h 1059043"/>
                <a:gd name="connsiteX110-16407" fmla="*/ 682995 w 3024845"/>
                <a:gd name="connsiteY110-16408" fmla="*/ 456135 h 1059043"/>
                <a:gd name="connsiteX111-16409" fmla="*/ 709342 w 3024845"/>
                <a:gd name="connsiteY111-16410" fmla="*/ 456135 h 1059043"/>
                <a:gd name="connsiteX112-16411" fmla="*/ 709342 w 3024845"/>
                <a:gd name="connsiteY112-16412" fmla="*/ 434517 h 1059043"/>
                <a:gd name="connsiteX113-16413" fmla="*/ 743796 w 3024845"/>
                <a:gd name="connsiteY113-16414" fmla="*/ 434517 h 1059043"/>
                <a:gd name="connsiteX114-16415" fmla="*/ 743796 w 3024845"/>
                <a:gd name="connsiteY114-16416" fmla="*/ 436949 h 1059043"/>
                <a:gd name="connsiteX115-16417" fmla="*/ 743796 w 3024845"/>
                <a:gd name="connsiteY115-16418" fmla="*/ 453973 h 1059043"/>
                <a:gd name="connsiteX116-16419" fmla="*/ 746076 w 3024845"/>
                <a:gd name="connsiteY116-16420" fmla="*/ 453973 h 1059043"/>
                <a:gd name="connsiteX117-16421" fmla="*/ 762036 w 3024845"/>
                <a:gd name="connsiteY117-16422" fmla="*/ 453973 h 1059043"/>
                <a:gd name="connsiteX118-16423" fmla="*/ 762036 w 3024845"/>
                <a:gd name="connsiteY118-16424" fmla="*/ 501532 h 1059043"/>
                <a:gd name="connsiteX119-16425" fmla="*/ 763049 w 3024845"/>
                <a:gd name="connsiteY119-16426" fmla="*/ 501532 h 1059043"/>
                <a:gd name="connsiteX120-16427" fmla="*/ 770143 w 3024845"/>
                <a:gd name="connsiteY120-16428" fmla="*/ 501532 h 1059043"/>
                <a:gd name="connsiteX121-16429" fmla="*/ 784330 w 3024845"/>
                <a:gd name="connsiteY121-16430" fmla="*/ 505856 h 1059043"/>
                <a:gd name="connsiteX122-16431" fmla="*/ 784330 w 3024845"/>
                <a:gd name="connsiteY122-16432" fmla="*/ 544768 h 1059043"/>
                <a:gd name="connsiteX123-16433" fmla="*/ 785343 w 3024845"/>
                <a:gd name="connsiteY123-16434" fmla="*/ 544768 h 1059043"/>
                <a:gd name="connsiteX124-16435" fmla="*/ 792436 w 3024845"/>
                <a:gd name="connsiteY124-16436" fmla="*/ 544768 h 1059043"/>
                <a:gd name="connsiteX125-16437" fmla="*/ 792436 w 3024845"/>
                <a:gd name="connsiteY125-16438" fmla="*/ 546389 h 1059043"/>
                <a:gd name="connsiteX126-16439" fmla="*/ 792436 w 3024845"/>
                <a:gd name="connsiteY126-16440" fmla="*/ 557738 h 1059043"/>
                <a:gd name="connsiteX127-16441" fmla="*/ 794463 w 3024845"/>
                <a:gd name="connsiteY127-16442" fmla="*/ 557738 h 1059043"/>
                <a:gd name="connsiteX128-16443" fmla="*/ 808650 w 3024845"/>
                <a:gd name="connsiteY128-16444" fmla="*/ 557738 h 1059043"/>
                <a:gd name="connsiteX129-16445" fmla="*/ 814730 w 3024845"/>
                <a:gd name="connsiteY129-16446" fmla="*/ 564224 h 1059043"/>
                <a:gd name="connsiteX130-16447" fmla="*/ 814730 w 3024845"/>
                <a:gd name="connsiteY130-16448" fmla="*/ 585842 h 1059043"/>
                <a:gd name="connsiteX131-16449" fmla="*/ 817010 w 3024845"/>
                <a:gd name="connsiteY131-16450" fmla="*/ 585842 h 1059043"/>
                <a:gd name="connsiteX132-16451" fmla="*/ 832970 w 3024845"/>
                <a:gd name="connsiteY132-16452" fmla="*/ 585842 h 1059043"/>
                <a:gd name="connsiteX133-16453" fmla="*/ 832970 w 3024845"/>
                <a:gd name="connsiteY133-16454" fmla="*/ 586922 h 1059043"/>
                <a:gd name="connsiteX134-16455" fmla="*/ 832970 w 3024845"/>
                <a:gd name="connsiteY134-16456" fmla="*/ 594489 h 1059043"/>
                <a:gd name="connsiteX135-16457" fmla="*/ 834237 w 3024845"/>
                <a:gd name="connsiteY135-16458" fmla="*/ 594489 h 1059043"/>
                <a:gd name="connsiteX136-16459" fmla="*/ 843104 w 3024845"/>
                <a:gd name="connsiteY136-16460" fmla="*/ 594489 h 1059043"/>
                <a:gd name="connsiteX137-16461" fmla="*/ 843104 w 3024845"/>
                <a:gd name="connsiteY137-16462" fmla="*/ 596650 h 1059043"/>
                <a:gd name="connsiteX138-16463" fmla="*/ 843104 w 3024845"/>
                <a:gd name="connsiteY138-16464" fmla="*/ 611783 h 1059043"/>
                <a:gd name="connsiteX139-16465" fmla="*/ 847157 w 3024845"/>
                <a:gd name="connsiteY139-16466" fmla="*/ 609891 h 1059043"/>
                <a:gd name="connsiteX140-16467" fmla="*/ 847157 w 3024845"/>
                <a:gd name="connsiteY140-16468" fmla="*/ 596650 h 1059043"/>
                <a:gd name="connsiteX141-16469" fmla="*/ 848170 w 3024845"/>
                <a:gd name="connsiteY141-16470" fmla="*/ 596650 h 1059043"/>
                <a:gd name="connsiteX142-16471" fmla="*/ 855264 w 3024845"/>
                <a:gd name="connsiteY142-16472" fmla="*/ 596650 h 1059043"/>
                <a:gd name="connsiteX143-16473" fmla="*/ 855264 w 3024845"/>
                <a:gd name="connsiteY143-16474" fmla="*/ 598272 h 1059043"/>
                <a:gd name="connsiteX144-16475" fmla="*/ 855264 w 3024845"/>
                <a:gd name="connsiteY144-16476" fmla="*/ 609621 h 1059043"/>
                <a:gd name="connsiteX145-16477" fmla="*/ 856024 w 3024845"/>
                <a:gd name="connsiteY145-16478" fmla="*/ 609621 h 1059043"/>
                <a:gd name="connsiteX146-16479" fmla="*/ 861344 w 3024845"/>
                <a:gd name="connsiteY146-16480" fmla="*/ 609621 h 1059043"/>
                <a:gd name="connsiteX147-16481" fmla="*/ 909984 w 3024845"/>
                <a:gd name="connsiteY147-16482" fmla="*/ 605298 h 1059043"/>
                <a:gd name="connsiteX148-16483" fmla="*/ 909984 w 3024845"/>
                <a:gd name="connsiteY148-16484" fmla="*/ 606649 h 1059043"/>
                <a:gd name="connsiteX149-16485" fmla="*/ 909984 w 3024845"/>
                <a:gd name="connsiteY149-16486" fmla="*/ 616106 h 1059043"/>
                <a:gd name="connsiteX150-16487" fmla="*/ 910744 w 3024845"/>
                <a:gd name="connsiteY150-16488" fmla="*/ 616106 h 1059043"/>
                <a:gd name="connsiteX151-16489" fmla="*/ 916065 w 3024845"/>
                <a:gd name="connsiteY151-16490" fmla="*/ 616106 h 1059043"/>
                <a:gd name="connsiteX152-16491" fmla="*/ 916065 w 3024845"/>
                <a:gd name="connsiteY152-16492" fmla="*/ 618268 h 1059043"/>
                <a:gd name="connsiteX153-16493" fmla="*/ 916065 w 3024845"/>
                <a:gd name="connsiteY153-16494" fmla="*/ 633401 h 1059043"/>
                <a:gd name="connsiteX154-16495" fmla="*/ 918091 w 3024845"/>
                <a:gd name="connsiteY154-16496" fmla="*/ 632050 h 1059043"/>
                <a:gd name="connsiteX155-16497" fmla="*/ 932278 w 3024845"/>
                <a:gd name="connsiteY155-16498" fmla="*/ 622592 h 1059043"/>
                <a:gd name="connsiteX156-16499" fmla="*/ 938358 w 3024845"/>
                <a:gd name="connsiteY156-16500" fmla="*/ 581518 h 1059043"/>
                <a:gd name="connsiteX157-16501" fmla="*/ 939118 w 3024845"/>
                <a:gd name="connsiteY157-16502" fmla="*/ 581248 h 1059043"/>
                <a:gd name="connsiteX158-16503" fmla="*/ 944438 w 3024845"/>
                <a:gd name="connsiteY158-16504" fmla="*/ 579356 h 1059043"/>
                <a:gd name="connsiteX159-16505" fmla="*/ 946465 w 3024845"/>
                <a:gd name="connsiteY159-16506" fmla="*/ 510179 h 1059043"/>
                <a:gd name="connsiteX160-16507" fmla="*/ 948492 w 3024845"/>
                <a:gd name="connsiteY160-16508" fmla="*/ 579356 h 1059043"/>
                <a:gd name="connsiteX161-16509" fmla="*/ 949252 w 3024845"/>
                <a:gd name="connsiteY161-16510" fmla="*/ 579626 h 1059043"/>
                <a:gd name="connsiteX162-16511" fmla="*/ 954572 w 3024845"/>
                <a:gd name="connsiteY162-16512" fmla="*/ 581518 h 1059043"/>
                <a:gd name="connsiteX163-16513" fmla="*/ 954572 w 3024845"/>
                <a:gd name="connsiteY163-16514" fmla="*/ 495047 h 1059043"/>
                <a:gd name="connsiteX164-16515" fmla="*/ 958625 w 3024845"/>
                <a:gd name="connsiteY164-16516" fmla="*/ 462620 h 1059043"/>
                <a:gd name="connsiteX165-16517" fmla="*/ 997132 w 3024845"/>
                <a:gd name="connsiteY165-16518" fmla="*/ 462620 h 1059043"/>
                <a:gd name="connsiteX166-16519" fmla="*/ 997132 w 3024845"/>
                <a:gd name="connsiteY166-16520" fmla="*/ 495047 h 1059043"/>
                <a:gd name="connsiteX167-16521" fmla="*/ 997892 w 3024845"/>
                <a:gd name="connsiteY167-16522" fmla="*/ 495047 h 1059043"/>
                <a:gd name="connsiteX168-16523" fmla="*/ 1003212 w 3024845"/>
                <a:gd name="connsiteY168-16524" fmla="*/ 495047 h 1059043"/>
                <a:gd name="connsiteX169-16525" fmla="*/ 1003212 w 3024845"/>
                <a:gd name="connsiteY169-16526" fmla="*/ 412899 h 1059043"/>
                <a:gd name="connsiteX170-16527" fmla="*/ 1004986 w 3024845"/>
                <a:gd name="connsiteY170-16528" fmla="*/ 412899 h 1059043"/>
                <a:gd name="connsiteX171-16529" fmla="*/ 1017399 w 3024845"/>
                <a:gd name="connsiteY171-16530" fmla="*/ 412899 h 1059043"/>
                <a:gd name="connsiteX172-16531" fmla="*/ 1017399 w 3024845"/>
                <a:gd name="connsiteY172-16532" fmla="*/ 411008 h 1059043"/>
                <a:gd name="connsiteX173-16533" fmla="*/ 1017399 w 3024845"/>
                <a:gd name="connsiteY173-16534" fmla="*/ 397767 h 1059043"/>
                <a:gd name="connsiteX174-16535" fmla="*/ 1039693 w 3024845"/>
                <a:gd name="connsiteY174-16536" fmla="*/ 397767 h 1059043"/>
                <a:gd name="connsiteX175-16537" fmla="*/ 1039693 w 3024845"/>
                <a:gd name="connsiteY175-16538" fmla="*/ 396686 h 1059043"/>
                <a:gd name="connsiteX176-16539" fmla="*/ 1039693 w 3024845"/>
                <a:gd name="connsiteY176-16540" fmla="*/ 389120 h 1059043"/>
                <a:gd name="connsiteX177-16541" fmla="*/ 1041466 w 3024845"/>
                <a:gd name="connsiteY177-16542" fmla="*/ 389120 h 1059043"/>
                <a:gd name="connsiteX178-16543" fmla="*/ 1053880 w 3024845"/>
                <a:gd name="connsiteY178-16544" fmla="*/ 389120 h 1059043"/>
                <a:gd name="connsiteX179-16545" fmla="*/ 1053880 w 3024845"/>
                <a:gd name="connsiteY179-16546" fmla="*/ 390201 h 1059043"/>
                <a:gd name="connsiteX180-16547" fmla="*/ 1053880 w 3024845"/>
                <a:gd name="connsiteY180-16548" fmla="*/ 397767 h 1059043"/>
                <a:gd name="connsiteX181-16549" fmla="*/ 1054640 w 3024845"/>
                <a:gd name="connsiteY181-16550" fmla="*/ 397767 h 1059043"/>
                <a:gd name="connsiteX182-16551" fmla="*/ 1059960 w 3024845"/>
                <a:gd name="connsiteY182-16552" fmla="*/ 397767 h 1059043"/>
                <a:gd name="connsiteX183-16553" fmla="*/ 1070093 w 3024845"/>
                <a:gd name="connsiteY183-16554" fmla="*/ 393443 h 1059043"/>
                <a:gd name="connsiteX184-16555" fmla="*/ 1074146 w 3024845"/>
                <a:gd name="connsiteY184-16556" fmla="*/ 396686 h 1059043"/>
                <a:gd name="connsiteX185-16557" fmla="*/ 1074146 w 3024845"/>
                <a:gd name="connsiteY185-16558" fmla="*/ 389120 h 1059043"/>
                <a:gd name="connsiteX186-16559" fmla="*/ 1076426 w 3024845"/>
                <a:gd name="connsiteY186-16560" fmla="*/ 389120 h 1059043"/>
                <a:gd name="connsiteX187-16561" fmla="*/ 1092387 w 3024845"/>
                <a:gd name="connsiteY187-16562" fmla="*/ 389120 h 1059043"/>
                <a:gd name="connsiteX188-16563" fmla="*/ 1092387 w 3024845"/>
                <a:gd name="connsiteY188-16564" fmla="*/ 390201 h 1059043"/>
                <a:gd name="connsiteX189-16565" fmla="*/ 1092387 w 3024845"/>
                <a:gd name="connsiteY189-16566" fmla="*/ 397767 h 1059043"/>
                <a:gd name="connsiteX190-16567" fmla="*/ 1122787 w 3024845"/>
                <a:gd name="connsiteY190-16568" fmla="*/ 397767 h 1059043"/>
                <a:gd name="connsiteX191-16569" fmla="*/ 1122787 w 3024845"/>
                <a:gd name="connsiteY191-16570" fmla="*/ 399388 h 1059043"/>
                <a:gd name="connsiteX192-16571" fmla="*/ 1122787 w 3024845"/>
                <a:gd name="connsiteY192-16572" fmla="*/ 410738 h 1059043"/>
                <a:gd name="connsiteX193-16573" fmla="*/ 1149134 w 3024845"/>
                <a:gd name="connsiteY193-16574" fmla="*/ 410738 h 1059043"/>
                <a:gd name="connsiteX194-16575" fmla="*/ 1149134 w 3024845"/>
                <a:gd name="connsiteY194-16576" fmla="*/ 441002 h 1059043"/>
                <a:gd name="connsiteX195-16577" fmla="*/ 1149894 w 3024845"/>
                <a:gd name="connsiteY195-16578" fmla="*/ 441002 h 1059043"/>
                <a:gd name="connsiteX196-16579" fmla="*/ 1155214 w 3024845"/>
                <a:gd name="connsiteY196-16580" fmla="*/ 441002 h 1059043"/>
                <a:gd name="connsiteX197-16581" fmla="*/ 1155214 w 3024845"/>
                <a:gd name="connsiteY197-16582" fmla="*/ 442083 h 1059043"/>
                <a:gd name="connsiteX198-16583" fmla="*/ 1155214 w 3024845"/>
                <a:gd name="connsiteY198-16584" fmla="*/ 449650 h 1059043"/>
                <a:gd name="connsiteX199-16585" fmla="*/ 1159268 w 3024845"/>
                <a:gd name="connsiteY199-16586" fmla="*/ 479914 h 1059043"/>
                <a:gd name="connsiteX200-16587" fmla="*/ 1160028 w 3024845"/>
                <a:gd name="connsiteY200-16588" fmla="*/ 479914 h 1059043"/>
                <a:gd name="connsiteX201-16589" fmla="*/ 1165348 w 3024845"/>
                <a:gd name="connsiteY201-16590" fmla="*/ 479914 h 1059043"/>
                <a:gd name="connsiteX202-16591" fmla="*/ 1165348 w 3024845"/>
                <a:gd name="connsiteY202-16592" fmla="*/ 480725 h 1059043"/>
                <a:gd name="connsiteX203-16593" fmla="*/ 1165348 w 3024845"/>
                <a:gd name="connsiteY203-16594" fmla="*/ 486400 h 1059043"/>
                <a:gd name="connsiteX204-16595" fmla="*/ 1166361 w 3024845"/>
                <a:gd name="connsiteY204-16596" fmla="*/ 486400 h 1059043"/>
                <a:gd name="connsiteX205-16597" fmla="*/ 1173454 w 3024845"/>
                <a:gd name="connsiteY205-16598" fmla="*/ 486400 h 1059043"/>
                <a:gd name="connsiteX206-16599" fmla="*/ 1173454 w 3024845"/>
                <a:gd name="connsiteY206-16600" fmla="*/ 516665 h 1059043"/>
                <a:gd name="connsiteX207-16601" fmla="*/ 1175481 w 3024845"/>
                <a:gd name="connsiteY207-16602" fmla="*/ 516665 h 1059043"/>
                <a:gd name="connsiteX208-16603" fmla="*/ 1189668 w 3024845"/>
                <a:gd name="connsiteY208-16604" fmla="*/ 516665 h 1059043"/>
                <a:gd name="connsiteX209-16605" fmla="*/ 1189668 w 3024845"/>
                <a:gd name="connsiteY209-16606" fmla="*/ 540444 h 1059043"/>
                <a:gd name="connsiteX210-16607" fmla="*/ 1191695 w 3024845"/>
                <a:gd name="connsiteY210-16608" fmla="*/ 542065 h 1059043"/>
                <a:gd name="connsiteX211-16609" fmla="*/ 1191695 w 3024845"/>
                <a:gd name="connsiteY211-16610" fmla="*/ 553415 h 1059043"/>
                <a:gd name="connsiteX212-16611" fmla="*/ 1192455 w 3024845"/>
                <a:gd name="connsiteY212-16612" fmla="*/ 553415 h 1059043"/>
                <a:gd name="connsiteX213-16613" fmla="*/ 1197775 w 3024845"/>
                <a:gd name="connsiteY213-16614" fmla="*/ 553415 h 1059043"/>
                <a:gd name="connsiteX214-16615" fmla="*/ 1197775 w 3024845"/>
                <a:gd name="connsiteY214-16616" fmla="*/ 577194 h 1059043"/>
                <a:gd name="connsiteX215-16617" fmla="*/ 1199041 w 3024845"/>
                <a:gd name="connsiteY215-16618" fmla="*/ 577194 h 1059043"/>
                <a:gd name="connsiteX216-16619" fmla="*/ 1207908 w 3024845"/>
                <a:gd name="connsiteY216-16620" fmla="*/ 577194 h 1059043"/>
                <a:gd name="connsiteX217-16621" fmla="*/ 1209935 w 3024845"/>
                <a:gd name="connsiteY217-16622" fmla="*/ 581248 h 1059043"/>
                <a:gd name="connsiteX218-16623" fmla="*/ 1209935 w 3024845"/>
                <a:gd name="connsiteY218-16624" fmla="*/ 594489 h 1059043"/>
                <a:gd name="connsiteX219-16625" fmla="*/ 1211455 w 3024845"/>
                <a:gd name="connsiteY219-16626" fmla="*/ 592597 h 1059043"/>
                <a:gd name="connsiteX220-16627" fmla="*/ 1222095 w 3024845"/>
                <a:gd name="connsiteY220-16628" fmla="*/ 579356 h 1059043"/>
                <a:gd name="connsiteX221-16629" fmla="*/ 1250469 w 3024845"/>
                <a:gd name="connsiteY221-16630" fmla="*/ 579356 h 1059043"/>
                <a:gd name="connsiteX222-16631" fmla="*/ 1250469 w 3024845"/>
                <a:gd name="connsiteY222-16632" fmla="*/ 665827 h 1059043"/>
                <a:gd name="connsiteX223-16633" fmla="*/ 1251229 w 3024845"/>
                <a:gd name="connsiteY223-16634" fmla="*/ 665827 h 1059043"/>
                <a:gd name="connsiteX224-16635" fmla="*/ 1256549 w 3024845"/>
                <a:gd name="connsiteY224-16636" fmla="*/ 665827 h 1059043"/>
                <a:gd name="connsiteX225-16637" fmla="*/ 1257309 w 3024845"/>
                <a:gd name="connsiteY225-16638" fmla="*/ 664476 h 1059043"/>
                <a:gd name="connsiteX226-16639" fmla="*/ 1262629 w 3024845"/>
                <a:gd name="connsiteY226-16640" fmla="*/ 655018 h 1059043"/>
                <a:gd name="connsiteX227-16641" fmla="*/ 1262629 w 3024845"/>
                <a:gd name="connsiteY227-16642" fmla="*/ 656910 h 1059043"/>
                <a:gd name="connsiteX228-16643" fmla="*/ 1262629 w 3024845"/>
                <a:gd name="connsiteY228-16644" fmla="*/ 670151 h 1059043"/>
                <a:gd name="connsiteX229-16645" fmla="*/ 1266682 w 3024845"/>
                <a:gd name="connsiteY229-16646" fmla="*/ 624754 h 1059043"/>
                <a:gd name="connsiteX230-16647" fmla="*/ 1267442 w 3024845"/>
                <a:gd name="connsiteY230-16648" fmla="*/ 624754 h 1059043"/>
                <a:gd name="connsiteX231-16649" fmla="*/ 1272762 w 3024845"/>
                <a:gd name="connsiteY231-16650" fmla="*/ 624754 h 1059043"/>
                <a:gd name="connsiteX232-16651" fmla="*/ 1272762 w 3024845"/>
                <a:gd name="connsiteY232-16652" fmla="*/ 559900 h 1059043"/>
                <a:gd name="connsiteX233-16653" fmla="*/ 1273776 w 3024845"/>
                <a:gd name="connsiteY233-16654" fmla="*/ 559900 h 1059043"/>
                <a:gd name="connsiteX234-16655" fmla="*/ 1280869 w 3024845"/>
                <a:gd name="connsiteY234-16656" fmla="*/ 559900 h 1059043"/>
                <a:gd name="connsiteX235-16657" fmla="*/ 1293029 w 3024845"/>
                <a:gd name="connsiteY235-16658" fmla="*/ 516665 h 1059043"/>
                <a:gd name="connsiteX236-16659" fmla="*/ 1294296 w 3024845"/>
                <a:gd name="connsiteY236-16660" fmla="*/ 516665 h 1059043"/>
                <a:gd name="connsiteX237-16661" fmla="*/ 1303163 w 3024845"/>
                <a:gd name="connsiteY237-16662" fmla="*/ 516665 h 1059043"/>
                <a:gd name="connsiteX238-16663" fmla="*/ 1313296 w 3024845"/>
                <a:gd name="connsiteY238-16664" fmla="*/ 559900 h 1059043"/>
                <a:gd name="connsiteX239-16665" fmla="*/ 1314309 w 3024845"/>
                <a:gd name="connsiteY239-16666" fmla="*/ 559900 h 1059043"/>
                <a:gd name="connsiteX240-16667" fmla="*/ 1321403 w 3024845"/>
                <a:gd name="connsiteY240-16668" fmla="*/ 559900 h 1059043"/>
                <a:gd name="connsiteX241-16669" fmla="*/ 1321403 w 3024845"/>
                <a:gd name="connsiteY241-16670" fmla="*/ 598812 h 1059043"/>
                <a:gd name="connsiteX242-16671" fmla="*/ 1323176 w 3024845"/>
                <a:gd name="connsiteY242-16672" fmla="*/ 598812 h 1059043"/>
                <a:gd name="connsiteX243-16673" fmla="*/ 1335590 w 3024845"/>
                <a:gd name="connsiteY243-16674" fmla="*/ 598812 h 1059043"/>
                <a:gd name="connsiteX244-16675" fmla="*/ 1335590 w 3024845"/>
                <a:gd name="connsiteY244-16676" fmla="*/ 600974 h 1059043"/>
                <a:gd name="connsiteX245-16677" fmla="*/ 1335590 w 3024845"/>
                <a:gd name="connsiteY245-16678" fmla="*/ 616106 h 1059043"/>
                <a:gd name="connsiteX246-16679" fmla="*/ 1339643 w 3024845"/>
                <a:gd name="connsiteY246-16680" fmla="*/ 613945 h 1059043"/>
                <a:gd name="connsiteX247-16681" fmla="*/ 1339643 w 3024845"/>
                <a:gd name="connsiteY247-16682" fmla="*/ 598812 h 1059043"/>
                <a:gd name="connsiteX248-16683" fmla="*/ 1341163 w 3024845"/>
                <a:gd name="connsiteY248-16684" fmla="*/ 598812 h 1059043"/>
                <a:gd name="connsiteX249-16685" fmla="*/ 1351803 w 3024845"/>
                <a:gd name="connsiteY249-16686" fmla="*/ 598812 h 1059043"/>
                <a:gd name="connsiteX250-16687" fmla="*/ 1351803 w 3024845"/>
                <a:gd name="connsiteY250-16688" fmla="*/ 600433 h 1059043"/>
                <a:gd name="connsiteX251-16689" fmla="*/ 1351803 w 3024845"/>
                <a:gd name="connsiteY251-16690" fmla="*/ 611783 h 1059043"/>
                <a:gd name="connsiteX252-16691" fmla="*/ 1382204 w 3024845"/>
                <a:gd name="connsiteY252-16692" fmla="*/ 611783 h 1059043"/>
                <a:gd name="connsiteX253-16693" fmla="*/ 1382204 w 3024845"/>
                <a:gd name="connsiteY253-16694" fmla="*/ 575033 h 1059043"/>
                <a:gd name="connsiteX254-16695" fmla="*/ 1383470 w 3024845"/>
                <a:gd name="connsiteY254-16696" fmla="*/ 575033 h 1059043"/>
                <a:gd name="connsiteX255-16697" fmla="*/ 1392337 w 3024845"/>
                <a:gd name="connsiteY255-16698" fmla="*/ 575033 h 1059043"/>
                <a:gd name="connsiteX256-16699" fmla="*/ 1392337 w 3024845"/>
                <a:gd name="connsiteY256-16700" fmla="*/ 596650 h 1059043"/>
                <a:gd name="connsiteX257-16701" fmla="*/ 1394364 w 3024845"/>
                <a:gd name="connsiteY257-16702" fmla="*/ 564224 h 1059043"/>
                <a:gd name="connsiteX258-16703" fmla="*/ 1416657 w 3024845"/>
                <a:gd name="connsiteY258-16704" fmla="*/ 564224 h 1059043"/>
                <a:gd name="connsiteX259-16705" fmla="*/ 1416657 w 3024845"/>
                <a:gd name="connsiteY259-16706" fmla="*/ 562602 h 1059043"/>
                <a:gd name="connsiteX260-16707" fmla="*/ 1416657 w 3024845"/>
                <a:gd name="connsiteY260-16708" fmla="*/ 551253 h 1059043"/>
                <a:gd name="connsiteX261-16709" fmla="*/ 1417417 w 3024845"/>
                <a:gd name="connsiteY261-16710" fmla="*/ 551253 h 1059043"/>
                <a:gd name="connsiteX262-16711" fmla="*/ 1422737 w 3024845"/>
                <a:gd name="connsiteY262-16712" fmla="*/ 551253 h 1059043"/>
                <a:gd name="connsiteX263-16713" fmla="*/ 1422737 w 3024845"/>
                <a:gd name="connsiteY263-16714" fmla="*/ 549362 h 1059043"/>
                <a:gd name="connsiteX264-16715" fmla="*/ 1422737 w 3024845"/>
                <a:gd name="connsiteY264-16716" fmla="*/ 536121 h 1059043"/>
                <a:gd name="connsiteX265-16717" fmla="*/ 1426791 w 3024845"/>
                <a:gd name="connsiteY265-16718" fmla="*/ 542606 h 1059043"/>
                <a:gd name="connsiteX266-16719" fmla="*/ 1429071 w 3024845"/>
                <a:gd name="connsiteY266-16720" fmla="*/ 542606 h 1059043"/>
                <a:gd name="connsiteX267-16721" fmla="*/ 1445031 w 3024845"/>
                <a:gd name="connsiteY267-16722" fmla="*/ 542606 h 1059043"/>
                <a:gd name="connsiteX268-16723" fmla="*/ 1445031 w 3024845"/>
                <a:gd name="connsiteY268-16724" fmla="*/ 541795 h 1059043"/>
                <a:gd name="connsiteX269-16725" fmla="*/ 1445031 w 3024845"/>
                <a:gd name="connsiteY269-16726" fmla="*/ 536121 h 1059043"/>
                <a:gd name="connsiteX270-16727" fmla="*/ 1445791 w 3024845"/>
                <a:gd name="connsiteY270-16728" fmla="*/ 536121 h 1059043"/>
                <a:gd name="connsiteX271-16729" fmla="*/ 1451111 w 3024845"/>
                <a:gd name="connsiteY271-16730" fmla="*/ 536121 h 1059043"/>
                <a:gd name="connsiteX272-16731" fmla="*/ 1451111 w 3024845"/>
                <a:gd name="connsiteY272-16732" fmla="*/ 537472 h 1059043"/>
                <a:gd name="connsiteX273-16733" fmla="*/ 1451111 w 3024845"/>
                <a:gd name="connsiteY273-16734" fmla="*/ 546930 h 1059043"/>
                <a:gd name="connsiteX274-16735" fmla="*/ 1489618 w 3024845"/>
                <a:gd name="connsiteY274-16736" fmla="*/ 546930 h 1059043"/>
                <a:gd name="connsiteX275-16737" fmla="*/ 1489618 w 3024845"/>
                <a:gd name="connsiteY275-16738" fmla="*/ 685283 h 1059043"/>
                <a:gd name="connsiteX276-16739" fmla="*/ 1491138 w 3024845"/>
                <a:gd name="connsiteY276-16740" fmla="*/ 685283 h 1059043"/>
                <a:gd name="connsiteX277-16741" fmla="*/ 1501778 w 3024845"/>
                <a:gd name="connsiteY277-16742" fmla="*/ 685283 h 1059043"/>
                <a:gd name="connsiteX278-16743" fmla="*/ 1501778 w 3024845"/>
                <a:gd name="connsiteY278-16744" fmla="*/ 672313 h 1059043"/>
                <a:gd name="connsiteX279-16745" fmla="*/ 1505832 w 3024845"/>
                <a:gd name="connsiteY279-16746" fmla="*/ 672313 h 1059043"/>
                <a:gd name="connsiteX280-16747" fmla="*/ 1505832 w 3024845"/>
                <a:gd name="connsiteY280-16748" fmla="*/ 685283 h 1059043"/>
                <a:gd name="connsiteX281-16749" fmla="*/ 1536232 w 3024845"/>
                <a:gd name="connsiteY281-16750" fmla="*/ 685283 h 1059043"/>
                <a:gd name="connsiteX282-16751" fmla="*/ 1536232 w 3024845"/>
                <a:gd name="connsiteY282-16752" fmla="*/ 655018 h 1059043"/>
                <a:gd name="connsiteX283-16753" fmla="*/ 1548392 w 3024845"/>
                <a:gd name="connsiteY283-16754" fmla="*/ 655018 h 1059043"/>
                <a:gd name="connsiteX284-16755" fmla="*/ 1560552 w 3024845"/>
                <a:gd name="connsiteY284-16756" fmla="*/ 652857 h 1059043"/>
                <a:gd name="connsiteX285-16757" fmla="*/ 1564606 w 3024845"/>
                <a:gd name="connsiteY285-16758" fmla="*/ 655018 h 1059043"/>
                <a:gd name="connsiteX286-16759" fmla="*/ 1574739 w 3024845"/>
                <a:gd name="connsiteY286-16760" fmla="*/ 655018 h 1059043"/>
                <a:gd name="connsiteX287-16761" fmla="*/ 1574739 w 3024845"/>
                <a:gd name="connsiteY287-16762" fmla="*/ 685283 h 1059043"/>
                <a:gd name="connsiteX288-16763" fmla="*/ 1582846 w 3024845"/>
                <a:gd name="connsiteY288-16764" fmla="*/ 685283 h 1059043"/>
                <a:gd name="connsiteX289-16765" fmla="*/ 1582846 w 3024845"/>
                <a:gd name="connsiteY289-16766" fmla="*/ 702578 h 1059043"/>
                <a:gd name="connsiteX290-16767" fmla="*/ 1592182 w 3024845"/>
                <a:gd name="connsiteY290-16768" fmla="*/ 703483 h 1059043"/>
                <a:gd name="connsiteX291-16769" fmla="*/ 1605140 w 3024845"/>
                <a:gd name="connsiteY291-16770" fmla="*/ 703483 h 1059043"/>
                <a:gd name="connsiteX292-16771" fmla="*/ 1605140 w 3024845"/>
                <a:gd name="connsiteY292-16772" fmla="*/ 687445 h 1059043"/>
                <a:gd name="connsiteX293-16773" fmla="*/ 1673096 w 3024845"/>
                <a:gd name="connsiteY293-16774" fmla="*/ 687445 h 1059043"/>
                <a:gd name="connsiteX294-16775" fmla="*/ 1673096 w 3024845"/>
                <a:gd name="connsiteY294-16776" fmla="*/ 602192 h 1059043"/>
                <a:gd name="connsiteX295-16777" fmla="*/ 1745104 w 3024845"/>
                <a:gd name="connsiteY295-16778" fmla="*/ 602192 h 1059043"/>
                <a:gd name="connsiteX296-16779" fmla="*/ 1745104 w 3024845"/>
                <a:gd name="connsiteY296-16780" fmla="*/ 680960 h 1059043"/>
                <a:gd name="connsiteX297-16781" fmla="*/ 1747008 w 3024845"/>
                <a:gd name="connsiteY297-16782" fmla="*/ 680960 h 1059043"/>
                <a:gd name="connsiteX298-16783" fmla="*/ 1748250 w 3024845"/>
                <a:gd name="connsiteY298-16784" fmla="*/ 703483 h 1059043"/>
                <a:gd name="connsiteX299-16785" fmla="*/ 1757926 w 3024845"/>
                <a:gd name="connsiteY299-16786" fmla="*/ 703483 h 1059043"/>
                <a:gd name="connsiteX300-16787" fmla="*/ 1759168 w 3024845"/>
                <a:gd name="connsiteY300-16788" fmla="*/ 680960 h 1059043"/>
                <a:gd name="connsiteX301-16789" fmla="*/ 1765248 w 3024845"/>
                <a:gd name="connsiteY301-16790" fmla="*/ 680960 h 1059043"/>
                <a:gd name="connsiteX302-16791" fmla="*/ 1766490 w 3024845"/>
                <a:gd name="connsiteY302-16792" fmla="*/ 703483 h 1059043"/>
                <a:gd name="connsiteX303-16793" fmla="*/ 1817112 w 3024845"/>
                <a:gd name="connsiteY303-16794" fmla="*/ 703483 h 1059043"/>
                <a:gd name="connsiteX304-16795" fmla="*/ 1817112 w 3024845"/>
                <a:gd name="connsiteY304-16796" fmla="*/ 540455 h 1059043"/>
                <a:gd name="connsiteX305-16797" fmla="*/ 2014439 w 3024845"/>
                <a:gd name="connsiteY305-16798" fmla="*/ 540455 h 1059043"/>
                <a:gd name="connsiteX306-16799" fmla="*/ 2014439 w 3024845"/>
                <a:gd name="connsiteY306-16800" fmla="*/ 703483 h 1059043"/>
                <a:gd name="connsiteX307-16801" fmla="*/ 2033136 w 3024845"/>
                <a:gd name="connsiteY307-16802" fmla="*/ 703483 h 1059043"/>
                <a:gd name="connsiteX308-16803" fmla="*/ 2033136 w 3024845"/>
                <a:gd name="connsiteY308-16804" fmla="*/ 620790 h 1059043"/>
                <a:gd name="connsiteX309-16805" fmla="*/ 2128256 w 3024845"/>
                <a:gd name="connsiteY309-16806" fmla="*/ 620790 h 1059043"/>
                <a:gd name="connsiteX310-16807" fmla="*/ 2140186 w 3024845"/>
                <a:gd name="connsiteY310-16808" fmla="*/ 302649 h 1059043"/>
                <a:gd name="connsiteX311-16809" fmla="*/ 2128026 w 3024845"/>
                <a:gd name="connsiteY311-16810" fmla="*/ 281031 h 1059043"/>
                <a:gd name="connsiteX312-16811" fmla="*/ 2121946 w 3024845"/>
                <a:gd name="connsiteY312-16812" fmla="*/ 276707 h 1059043"/>
                <a:gd name="connsiteX313-16813" fmla="*/ 2130053 w 3024845"/>
                <a:gd name="connsiteY313-16814" fmla="*/ 252928 h 1059043"/>
                <a:gd name="connsiteX314-16815" fmla="*/ 2130053 w 3024845"/>
                <a:gd name="connsiteY314-16816" fmla="*/ 235634 h 1059043"/>
                <a:gd name="connsiteX315-16817" fmla="*/ 2144240 w 3024845"/>
                <a:gd name="connsiteY315-16818" fmla="*/ 235634 h 1059043"/>
                <a:gd name="connsiteX316-16819" fmla="*/ 2144240 w 3024845"/>
                <a:gd name="connsiteY316-16820" fmla="*/ 214016 h 1059043"/>
                <a:gd name="connsiteX317-16821" fmla="*/ 2146266 w 3024845"/>
                <a:gd name="connsiteY317-16822" fmla="*/ 209692 h 1059043"/>
                <a:gd name="connsiteX318-16823" fmla="*/ 2146266 w 3024845"/>
                <a:gd name="connsiteY318-16824" fmla="*/ 131868 h 1059043"/>
                <a:gd name="connsiteX319-16825" fmla="*/ 2144240 w 3024845"/>
                <a:gd name="connsiteY319-16826" fmla="*/ 125383 h 1059043"/>
                <a:gd name="connsiteX320-16827" fmla="*/ 2150320 w 3024845"/>
                <a:gd name="connsiteY320-16828" fmla="*/ 118897 h 1059043"/>
                <a:gd name="connsiteX321-16829" fmla="*/ 2150320 w 3024845"/>
                <a:gd name="connsiteY321-16830" fmla="*/ 60529 h 1059043"/>
                <a:gd name="connsiteX322-16831" fmla="*/ 2152346 w 3024845"/>
                <a:gd name="connsiteY322-16832" fmla="*/ 56206 h 1059043"/>
                <a:gd name="connsiteX323-16833" fmla="*/ 2152346 w 3024845"/>
                <a:gd name="connsiteY323-16834" fmla="*/ 0 h 1059043"/>
                <a:gd name="connsiteX324-16835" fmla="*/ 2162480 w 3024845"/>
                <a:gd name="connsiteY324-16836" fmla="*/ 118897 h 1059043"/>
                <a:gd name="connsiteX325-16837" fmla="*/ 2168560 w 3024845"/>
                <a:gd name="connsiteY325-16838" fmla="*/ 125383 h 1059043"/>
                <a:gd name="connsiteX326-16839" fmla="*/ 2166533 w 3024845"/>
                <a:gd name="connsiteY326-16840" fmla="*/ 131868 h 1059043"/>
                <a:gd name="connsiteX327-16841" fmla="*/ 2166533 w 3024845"/>
                <a:gd name="connsiteY327-16842" fmla="*/ 209692 h 1059043"/>
                <a:gd name="connsiteX328-16843" fmla="*/ 2168560 w 3024845"/>
                <a:gd name="connsiteY328-16844" fmla="*/ 214016 h 1059043"/>
                <a:gd name="connsiteX329-16845" fmla="*/ 2168560 w 3024845"/>
                <a:gd name="connsiteY329-16846" fmla="*/ 235634 h 1059043"/>
                <a:gd name="connsiteX330-16847" fmla="*/ 2182747 w 3024845"/>
                <a:gd name="connsiteY330-16848" fmla="*/ 235634 h 1059043"/>
                <a:gd name="connsiteX331-16849" fmla="*/ 2182747 w 3024845"/>
                <a:gd name="connsiteY331-16850" fmla="*/ 252928 h 1059043"/>
                <a:gd name="connsiteX332-16851" fmla="*/ 2190854 w 3024845"/>
                <a:gd name="connsiteY332-16852" fmla="*/ 276707 h 1059043"/>
                <a:gd name="connsiteX333-16853" fmla="*/ 2184774 w 3024845"/>
                <a:gd name="connsiteY333-16854" fmla="*/ 281031 h 1059043"/>
                <a:gd name="connsiteX334-16855" fmla="*/ 2180720 w 3024845"/>
                <a:gd name="connsiteY334-16856" fmla="*/ 555577 h 1059043"/>
                <a:gd name="connsiteX335-16857" fmla="*/ 2245574 w 3024845"/>
                <a:gd name="connsiteY335-16858" fmla="*/ 555577 h 1059043"/>
                <a:gd name="connsiteX336-16859" fmla="*/ 2245574 w 3024845"/>
                <a:gd name="connsiteY336-16860" fmla="*/ 631239 h 1059043"/>
                <a:gd name="connsiteX337-16861" fmla="*/ 2253681 w 3024845"/>
                <a:gd name="connsiteY337-16862" fmla="*/ 631239 h 1059043"/>
                <a:gd name="connsiteX338-16863" fmla="*/ 2255708 w 3024845"/>
                <a:gd name="connsiteY338-16864" fmla="*/ 624754 h 1059043"/>
                <a:gd name="connsiteX339-16865" fmla="*/ 2261788 w 3024845"/>
                <a:gd name="connsiteY339-16866" fmla="*/ 624754 h 1059043"/>
                <a:gd name="connsiteX340-16867" fmla="*/ 2263815 w 3024845"/>
                <a:gd name="connsiteY340-16868" fmla="*/ 633401 h 1059043"/>
                <a:gd name="connsiteX341-16869" fmla="*/ 2275975 w 3024845"/>
                <a:gd name="connsiteY341-16870" fmla="*/ 633401 h 1059043"/>
                <a:gd name="connsiteX342-16871" fmla="*/ 2275975 w 3024845"/>
                <a:gd name="connsiteY342-16872" fmla="*/ 626915 h 1059043"/>
                <a:gd name="connsiteX343-16873" fmla="*/ 2298268 w 3024845"/>
                <a:gd name="connsiteY343-16874" fmla="*/ 626915 h 1059043"/>
                <a:gd name="connsiteX344-16875" fmla="*/ 2298268 w 3024845"/>
                <a:gd name="connsiteY344-16876" fmla="*/ 633401 h 1059043"/>
                <a:gd name="connsiteX345-16877" fmla="*/ 2318535 w 3024845"/>
                <a:gd name="connsiteY345-16878" fmla="*/ 633401 h 1059043"/>
                <a:gd name="connsiteX346-16879" fmla="*/ 2318535 w 3024845"/>
                <a:gd name="connsiteY346-16880" fmla="*/ 678798 h 1059043"/>
                <a:gd name="connsiteX347-16881" fmla="*/ 2332722 w 3024845"/>
                <a:gd name="connsiteY347-16882" fmla="*/ 678798 h 1059043"/>
                <a:gd name="connsiteX348-16883" fmla="*/ 2332722 w 3024845"/>
                <a:gd name="connsiteY348-16884" fmla="*/ 665827 h 1059043"/>
                <a:gd name="connsiteX349-16885" fmla="*/ 2348936 w 3024845"/>
                <a:gd name="connsiteY349-16886" fmla="*/ 665827 h 1059043"/>
                <a:gd name="connsiteX350-16887" fmla="*/ 2348936 w 3024845"/>
                <a:gd name="connsiteY350-16888" fmla="*/ 486400 h 1059043"/>
                <a:gd name="connsiteX351-16889" fmla="*/ 2355016 w 3024845"/>
                <a:gd name="connsiteY351-16890" fmla="*/ 479914 h 1059043"/>
                <a:gd name="connsiteX352-16891" fmla="*/ 2427977 w 3024845"/>
                <a:gd name="connsiteY352-16892" fmla="*/ 479914 h 1059043"/>
                <a:gd name="connsiteX353-16893" fmla="*/ 2427977 w 3024845"/>
                <a:gd name="connsiteY353-16894" fmla="*/ 488562 h 1059043"/>
                <a:gd name="connsiteX354-16895" fmla="*/ 2438110 w 3024845"/>
                <a:gd name="connsiteY354-16896" fmla="*/ 488562 h 1059043"/>
                <a:gd name="connsiteX355-16897" fmla="*/ 2438110 w 3024845"/>
                <a:gd name="connsiteY355-16898" fmla="*/ 603136 h 1059043"/>
                <a:gd name="connsiteX356-16899" fmla="*/ 2460404 w 3024845"/>
                <a:gd name="connsiteY356-16900" fmla="*/ 603136 h 1059043"/>
                <a:gd name="connsiteX357-16901" fmla="*/ 2460404 w 3024845"/>
                <a:gd name="connsiteY357-16902" fmla="*/ 536121 h 1059043"/>
                <a:gd name="connsiteX358-16903" fmla="*/ 2486751 w 3024845"/>
                <a:gd name="connsiteY358-16904" fmla="*/ 536121 h 1059043"/>
                <a:gd name="connsiteX359-16905" fmla="*/ 2490804 w 3024845"/>
                <a:gd name="connsiteY359-16906" fmla="*/ 531797 h 1059043"/>
                <a:gd name="connsiteX360-16907" fmla="*/ 2498911 w 3024845"/>
                <a:gd name="connsiteY360-16908" fmla="*/ 531797 h 1059043"/>
                <a:gd name="connsiteX361-16909" fmla="*/ 2502964 w 3024845"/>
                <a:gd name="connsiteY361-16910" fmla="*/ 536121 h 1059043"/>
                <a:gd name="connsiteX362-16911" fmla="*/ 2525258 w 3024845"/>
                <a:gd name="connsiteY362-16912" fmla="*/ 536121 h 1059043"/>
                <a:gd name="connsiteX363-16913" fmla="*/ 2525258 w 3024845"/>
                <a:gd name="connsiteY363-16914" fmla="*/ 419385 h 1059043"/>
                <a:gd name="connsiteX364-16915" fmla="*/ 2582005 w 3024845"/>
                <a:gd name="connsiteY364-16916" fmla="*/ 408576 h 1059043"/>
                <a:gd name="connsiteX365-16917" fmla="*/ 2582005 w 3024845"/>
                <a:gd name="connsiteY365-16918" fmla="*/ 409657 h 1059043"/>
                <a:gd name="connsiteX366-16919" fmla="*/ 2582005 w 3024845"/>
                <a:gd name="connsiteY366-16920" fmla="*/ 417223 h 1059043"/>
                <a:gd name="connsiteX367-16921" fmla="*/ 2608352 w 3024845"/>
                <a:gd name="connsiteY367-16922" fmla="*/ 417223 h 1059043"/>
                <a:gd name="connsiteX368-16923" fmla="*/ 2608352 w 3024845"/>
                <a:gd name="connsiteY368-16924" fmla="*/ 672313 h 1059043"/>
                <a:gd name="connsiteX369-16925" fmla="*/ 2630646 w 3024845"/>
                <a:gd name="connsiteY369-16926" fmla="*/ 672313 h 1059043"/>
                <a:gd name="connsiteX370-16927" fmla="*/ 2630646 w 3024845"/>
                <a:gd name="connsiteY370-16928" fmla="*/ 667989 h 1059043"/>
                <a:gd name="connsiteX371-16929" fmla="*/ 2642806 w 3024845"/>
                <a:gd name="connsiteY371-16930" fmla="*/ 667989 h 1059043"/>
                <a:gd name="connsiteX372-16931" fmla="*/ 2642806 w 3024845"/>
                <a:gd name="connsiteY372-16932" fmla="*/ 672313 h 1059043"/>
                <a:gd name="connsiteX373-16933" fmla="*/ 2667126 w 3024845"/>
                <a:gd name="connsiteY373-16934" fmla="*/ 672313 h 1059043"/>
                <a:gd name="connsiteX374-16935" fmla="*/ 2667126 w 3024845"/>
                <a:gd name="connsiteY374-16936" fmla="*/ 659342 h 1059043"/>
                <a:gd name="connsiteX375-16937" fmla="*/ 2695500 w 3024845"/>
                <a:gd name="connsiteY375-16938" fmla="*/ 659342 h 1059043"/>
                <a:gd name="connsiteX376-16939" fmla="*/ 2707660 w 3024845"/>
                <a:gd name="connsiteY376-16940" fmla="*/ 655018 h 1059043"/>
                <a:gd name="connsiteX377-16941" fmla="*/ 2727927 w 3024845"/>
                <a:gd name="connsiteY377-16942" fmla="*/ 659342 h 1059043"/>
                <a:gd name="connsiteX378-16943" fmla="*/ 2727927 w 3024845"/>
                <a:gd name="connsiteY378-16944" fmla="*/ 642048 h 1059043"/>
                <a:gd name="connsiteX379-16945" fmla="*/ 2736034 w 3024845"/>
                <a:gd name="connsiteY379-16946" fmla="*/ 642048 h 1059043"/>
                <a:gd name="connsiteX380-16947" fmla="*/ 2736034 w 3024845"/>
                <a:gd name="connsiteY380-16948" fmla="*/ 629077 h 1059043"/>
                <a:gd name="connsiteX381-16949" fmla="*/ 2792781 w 3024845"/>
                <a:gd name="connsiteY381-16950" fmla="*/ 629077 h 1059043"/>
                <a:gd name="connsiteX382-16951" fmla="*/ 2792781 w 3024845"/>
                <a:gd name="connsiteY382-16952" fmla="*/ 598812 h 1059043"/>
                <a:gd name="connsiteX383-16953" fmla="*/ 2811021 w 3024845"/>
                <a:gd name="connsiteY383-16954" fmla="*/ 598812 h 1059043"/>
                <a:gd name="connsiteX384-16955" fmla="*/ 2811021 w 3024845"/>
                <a:gd name="connsiteY384-16956" fmla="*/ 592327 h 1059043"/>
                <a:gd name="connsiteX385-16957" fmla="*/ 2823181 w 3024845"/>
                <a:gd name="connsiteY385-16958" fmla="*/ 592327 h 1059043"/>
                <a:gd name="connsiteX386-16959" fmla="*/ 2823181 w 3024845"/>
                <a:gd name="connsiteY386-16960" fmla="*/ 598812 h 1059043"/>
                <a:gd name="connsiteX387-16961" fmla="*/ 2839395 w 3024845"/>
                <a:gd name="connsiteY387-16962" fmla="*/ 598812 h 1059043"/>
                <a:gd name="connsiteX388-16963" fmla="*/ 2839395 w 3024845"/>
                <a:gd name="connsiteY388-16964" fmla="*/ 648533 h 1059043"/>
                <a:gd name="connsiteX389-16965" fmla="*/ 2871822 w 3024845"/>
                <a:gd name="connsiteY389-16966" fmla="*/ 648533 h 1059043"/>
                <a:gd name="connsiteX390-16967" fmla="*/ 2871822 w 3024845"/>
                <a:gd name="connsiteY390-16968" fmla="*/ 622592 h 1059043"/>
                <a:gd name="connsiteX391-16969" fmla="*/ 2910329 w 3024845"/>
                <a:gd name="connsiteY391-16970" fmla="*/ 622592 h 1059043"/>
                <a:gd name="connsiteX392-16971" fmla="*/ 2910329 w 3024845"/>
                <a:gd name="connsiteY392-16972" fmla="*/ 592327 h 1059043"/>
                <a:gd name="connsiteX393-16973" fmla="*/ 2958970 w 3024845"/>
                <a:gd name="connsiteY393-16974" fmla="*/ 592327 h 1059043"/>
                <a:gd name="connsiteX394-16975" fmla="*/ 2958970 w 3024845"/>
                <a:gd name="connsiteY394-16976" fmla="*/ 703483 h 1059043"/>
                <a:gd name="connsiteX395-16977" fmla="*/ 2958970 w 3024845"/>
                <a:gd name="connsiteY395-16978" fmla="*/ 717262 h 1059043"/>
                <a:gd name="connsiteX396-16979" fmla="*/ 3024845 w 3024845"/>
                <a:gd name="connsiteY396-16980" fmla="*/ 717262 h 1059043"/>
                <a:gd name="connsiteX397-16981" fmla="*/ 3024845 w 3024845"/>
                <a:gd name="connsiteY397-16982" fmla="*/ 1059043 h 1059043"/>
                <a:gd name="connsiteX398-16983" fmla="*/ 2054 w 3024845"/>
                <a:gd name="connsiteY398-16984" fmla="*/ 1056710 h 1059043"/>
                <a:gd name="connsiteX399-16985" fmla="*/ 0 w 3024845"/>
                <a:gd name="connsiteY399-16986" fmla="*/ 622592 h 1059043"/>
                <a:gd name="connsiteX400-16987" fmla="*/ 20267 w 3024845"/>
                <a:gd name="connsiteY400-16988" fmla="*/ 622592 h 1059043"/>
                <a:gd name="connsiteX401-16989" fmla="*/ 20774 w 3024845"/>
                <a:gd name="connsiteY401-16990" fmla="*/ 621511 h 1059043"/>
                <a:gd name="connsiteX402-16991" fmla="*/ 24320 w 3024845"/>
                <a:gd name="connsiteY402-16992" fmla="*/ 613945 h 1059043"/>
                <a:gd name="connsiteX403-16993" fmla="*/ 26094 w 3024845"/>
                <a:gd name="connsiteY403-16994" fmla="*/ 614215 h 1059043"/>
                <a:gd name="connsiteX404-16995" fmla="*/ 38507 w 3024845"/>
                <a:gd name="connsiteY404-16996" fmla="*/ 616106 h 1059043"/>
                <a:gd name="connsiteX405-16997" fmla="*/ 39014 w 3024845"/>
                <a:gd name="connsiteY405-16998" fmla="*/ 617458 h 1059043"/>
                <a:gd name="connsiteX406-16999" fmla="*/ 42560 w 3024845"/>
                <a:gd name="connsiteY406-17000" fmla="*/ 626915 h 1059043"/>
                <a:gd name="connsiteX407-17001" fmla="*/ 68907 w 3024845"/>
                <a:gd name="connsiteY407-17002" fmla="*/ 629077 h 1059043"/>
                <a:gd name="connsiteX408-17003" fmla="*/ 68907 w 3024845"/>
                <a:gd name="connsiteY408-17004" fmla="*/ 505856 h 1059043"/>
                <a:gd name="connsiteX409-17005" fmla="*/ 70934 w 3024845"/>
                <a:gd name="connsiteY409-17006" fmla="*/ 505856 h 1059043"/>
                <a:gd name="connsiteX410-17007" fmla="*/ 85121 w 3024845"/>
                <a:gd name="connsiteY410-17008" fmla="*/ 505856 h 1059043"/>
                <a:gd name="connsiteX411-17009" fmla="*/ 85121 w 3024845"/>
                <a:gd name="connsiteY411-17010" fmla="*/ 369664 h 1059043"/>
                <a:gd name="connsiteX412-17011" fmla="*/ 86894 w 3024845"/>
                <a:gd name="connsiteY412-17012" fmla="*/ 369664 h 1059043"/>
                <a:gd name="connsiteX413-17013" fmla="*/ 99308 w 3024845"/>
                <a:gd name="connsiteY413-17014" fmla="*/ 369664 h 1059043"/>
                <a:gd name="connsiteX414-17015" fmla="*/ 99308 w 3024845"/>
                <a:gd name="connsiteY414-17016" fmla="*/ 255090 h 1059043"/>
                <a:gd name="connsiteX415-17017" fmla="*/ 103361 w 3024845"/>
                <a:gd name="connsiteY415-17018" fmla="*/ 226986 h 1059043"/>
                <a:gd name="connsiteX416-17019" fmla="*/ 105388 w 3024845"/>
                <a:gd name="connsiteY416-17020" fmla="*/ 226986 h 1059043"/>
                <a:gd name="connsiteX417-17021" fmla="*/ 119575 w 3024845"/>
                <a:gd name="connsiteY417-17022" fmla="*/ 226986 h 1059043"/>
                <a:gd name="connsiteX0-17023" fmla="*/ 119575 w 3024845"/>
                <a:gd name="connsiteY0-17024" fmla="*/ 226986 h 1059043"/>
                <a:gd name="connsiteX1-17025" fmla="*/ 200642 w 3024845"/>
                <a:gd name="connsiteY1-17026" fmla="*/ 224825 h 1059043"/>
                <a:gd name="connsiteX2-17027" fmla="*/ 202669 w 3024845"/>
                <a:gd name="connsiteY2-17028" fmla="*/ 224825 h 1059043"/>
                <a:gd name="connsiteX3-17029" fmla="*/ 216856 w 3024845"/>
                <a:gd name="connsiteY3-17030" fmla="*/ 224825 h 1059043"/>
                <a:gd name="connsiteX4-17031" fmla="*/ 216856 w 3024845"/>
                <a:gd name="connsiteY4-17032" fmla="*/ 248604 h 1059043"/>
                <a:gd name="connsiteX5-17033" fmla="*/ 217363 w 3024845"/>
                <a:gd name="connsiteY5-17034" fmla="*/ 249415 h 1059043"/>
                <a:gd name="connsiteX6-17035" fmla="*/ 220909 w 3024845"/>
                <a:gd name="connsiteY6-17036" fmla="*/ 255090 h 1059043"/>
                <a:gd name="connsiteX7-17037" fmla="*/ 220909 w 3024845"/>
                <a:gd name="connsiteY7-17038" fmla="*/ 369664 h 1059043"/>
                <a:gd name="connsiteX8-17039" fmla="*/ 223189 w 3024845"/>
                <a:gd name="connsiteY8-17040" fmla="*/ 369664 h 1059043"/>
                <a:gd name="connsiteX9-17041" fmla="*/ 239150 w 3024845"/>
                <a:gd name="connsiteY9-17042" fmla="*/ 369664 h 1059043"/>
                <a:gd name="connsiteX10-17043" fmla="*/ 239150 w 3024845"/>
                <a:gd name="connsiteY10-17044" fmla="*/ 510179 h 1059043"/>
                <a:gd name="connsiteX11-17045" fmla="*/ 240670 w 3024845"/>
                <a:gd name="connsiteY11-17046" fmla="*/ 509909 h 1059043"/>
                <a:gd name="connsiteX12-17047" fmla="*/ 251310 w 3024845"/>
                <a:gd name="connsiteY12-17048" fmla="*/ 508018 h 1059043"/>
                <a:gd name="connsiteX13-17049" fmla="*/ 249283 w 3024845"/>
                <a:gd name="connsiteY13-17050" fmla="*/ 596650 h 1059043"/>
                <a:gd name="connsiteX14-17051" fmla="*/ 250803 w 3024845"/>
                <a:gd name="connsiteY14-17052" fmla="*/ 596921 h 1059043"/>
                <a:gd name="connsiteX15-17053" fmla="*/ 261443 w 3024845"/>
                <a:gd name="connsiteY15-17054" fmla="*/ 598812 h 1059043"/>
                <a:gd name="connsiteX16-17055" fmla="*/ 261696 w 3024845"/>
                <a:gd name="connsiteY16-17056" fmla="*/ 599623 h 1059043"/>
                <a:gd name="connsiteX17-17057" fmla="*/ 263470 w 3024845"/>
                <a:gd name="connsiteY17-17058" fmla="*/ 605298 h 1059043"/>
                <a:gd name="connsiteX18-17059" fmla="*/ 264230 w 3024845"/>
                <a:gd name="connsiteY18-17060" fmla="*/ 602866 h 1059043"/>
                <a:gd name="connsiteX19-17061" fmla="*/ 269550 w 3024845"/>
                <a:gd name="connsiteY19-17062" fmla="*/ 585842 h 1059043"/>
                <a:gd name="connsiteX20-17063" fmla="*/ 271323 w 3024845"/>
                <a:gd name="connsiteY20-17064" fmla="*/ 585842 h 1059043"/>
                <a:gd name="connsiteX21-17065" fmla="*/ 283737 w 3024845"/>
                <a:gd name="connsiteY21-17066" fmla="*/ 585842 h 1059043"/>
                <a:gd name="connsiteX22-17067" fmla="*/ 283737 w 3024845"/>
                <a:gd name="connsiteY22-17068" fmla="*/ 618268 h 1059043"/>
                <a:gd name="connsiteX23-17069" fmla="*/ 284750 w 3024845"/>
                <a:gd name="connsiteY23-17070" fmla="*/ 618809 h 1059043"/>
                <a:gd name="connsiteX24-17071" fmla="*/ 291844 w 3024845"/>
                <a:gd name="connsiteY24-17072" fmla="*/ 622592 h 1059043"/>
                <a:gd name="connsiteX25-17073" fmla="*/ 291844 w 3024845"/>
                <a:gd name="connsiteY25-17074" fmla="*/ 623943 h 1059043"/>
                <a:gd name="connsiteX26-17075" fmla="*/ 291844 w 3024845"/>
                <a:gd name="connsiteY26-17076" fmla="*/ 633401 h 1059043"/>
                <a:gd name="connsiteX27-17077" fmla="*/ 336431 w 3024845"/>
                <a:gd name="connsiteY27-17078" fmla="*/ 633401 h 1059043"/>
                <a:gd name="connsiteX28-17079" fmla="*/ 336431 w 3024845"/>
                <a:gd name="connsiteY28-17080" fmla="*/ 634482 h 1059043"/>
                <a:gd name="connsiteX29-17081" fmla="*/ 336431 w 3024845"/>
                <a:gd name="connsiteY29-17082" fmla="*/ 642048 h 1059043"/>
                <a:gd name="connsiteX30-17083" fmla="*/ 338457 w 3024845"/>
                <a:gd name="connsiteY30-17084" fmla="*/ 642048 h 1059043"/>
                <a:gd name="connsiteX31-17085" fmla="*/ 352644 w 3024845"/>
                <a:gd name="connsiteY31-17086" fmla="*/ 642048 h 1059043"/>
                <a:gd name="connsiteX32-17087" fmla="*/ 352644 w 3024845"/>
                <a:gd name="connsiteY32-17088" fmla="*/ 611783 h 1059043"/>
                <a:gd name="connsiteX33-17089" fmla="*/ 397231 w 3024845"/>
                <a:gd name="connsiteY33-17090" fmla="*/ 611783 h 1059043"/>
                <a:gd name="connsiteX34-17091" fmla="*/ 397231 w 3024845"/>
                <a:gd name="connsiteY34-17092" fmla="*/ 610432 h 1059043"/>
                <a:gd name="connsiteX35-17093" fmla="*/ 397231 w 3024845"/>
                <a:gd name="connsiteY35-17094" fmla="*/ 600974 h 1059043"/>
                <a:gd name="connsiteX36-17095" fmla="*/ 398245 w 3024845"/>
                <a:gd name="connsiteY36-17096" fmla="*/ 600974 h 1059043"/>
                <a:gd name="connsiteX37-17097" fmla="*/ 405338 w 3024845"/>
                <a:gd name="connsiteY37-17098" fmla="*/ 600974 h 1059043"/>
                <a:gd name="connsiteX38-17099" fmla="*/ 405338 w 3024845"/>
                <a:gd name="connsiteY38-17100" fmla="*/ 599083 h 1059043"/>
                <a:gd name="connsiteX39-17101" fmla="*/ 405338 w 3024845"/>
                <a:gd name="connsiteY39-17102" fmla="*/ 585842 h 1059043"/>
                <a:gd name="connsiteX40-17103" fmla="*/ 406098 w 3024845"/>
                <a:gd name="connsiteY40-17104" fmla="*/ 585842 h 1059043"/>
                <a:gd name="connsiteX41-17105" fmla="*/ 411418 w 3024845"/>
                <a:gd name="connsiteY41-17106" fmla="*/ 585842 h 1059043"/>
                <a:gd name="connsiteX42-17107" fmla="*/ 411418 w 3024845"/>
                <a:gd name="connsiteY42-17108" fmla="*/ 584761 h 1059043"/>
                <a:gd name="connsiteX43-17109" fmla="*/ 411418 w 3024845"/>
                <a:gd name="connsiteY43-17110" fmla="*/ 577194 h 1059043"/>
                <a:gd name="connsiteX44-17111" fmla="*/ 413445 w 3024845"/>
                <a:gd name="connsiteY44-17112" fmla="*/ 577194 h 1059043"/>
                <a:gd name="connsiteX45-17113" fmla="*/ 427632 w 3024845"/>
                <a:gd name="connsiteY45-17114" fmla="*/ 577194 h 1059043"/>
                <a:gd name="connsiteX46-17115" fmla="*/ 427632 w 3024845"/>
                <a:gd name="connsiteY46-17116" fmla="*/ 578275 h 1059043"/>
                <a:gd name="connsiteX47-17117" fmla="*/ 427632 w 3024845"/>
                <a:gd name="connsiteY47-17118" fmla="*/ 585842 h 1059043"/>
                <a:gd name="connsiteX48-17119" fmla="*/ 449925 w 3024845"/>
                <a:gd name="connsiteY48-17120" fmla="*/ 585842 h 1059043"/>
                <a:gd name="connsiteX49-17121" fmla="*/ 449925 w 3024845"/>
                <a:gd name="connsiteY49-17122" fmla="*/ 583950 h 1059043"/>
                <a:gd name="connsiteX50-17123" fmla="*/ 449925 w 3024845"/>
                <a:gd name="connsiteY50-17124" fmla="*/ 570709 h 1059043"/>
                <a:gd name="connsiteX51-17125" fmla="*/ 451699 w 3024845"/>
                <a:gd name="connsiteY51-17126" fmla="*/ 570709 h 1059043"/>
                <a:gd name="connsiteX52-17127" fmla="*/ 464112 w 3024845"/>
                <a:gd name="connsiteY52-17128" fmla="*/ 570709 h 1059043"/>
                <a:gd name="connsiteX53-17129" fmla="*/ 464112 w 3024845"/>
                <a:gd name="connsiteY53-17130" fmla="*/ 594489 h 1059043"/>
                <a:gd name="connsiteX54-17131" fmla="*/ 465126 w 3024845"/>
                <a:gd name="connsiteY54-17132" fmla="*/ 594489 h 1059043"/>
                <a:gd name="connsiteX55-17133" fmla="*/ 472219 w 3024845"/>
                <a:gd name="connsiteY55-17134" fmla="*/ 594489 h 1059043"/>
                <a:gd name="connsiteX56-17135" fmla="*/ 472219 w 3024845"/>
                <a:gd name="connsiteY56-17136" fmla="*/ 593408 h 1059043"/>
                <a:gd name="connsiteX57-17137" fmla="*/ 472219 w 3024845"/>
                <a:gd name="connsiteY57-17138" fmla="*/ 585842 h 1059043"/>
                <a:gd name="connsiteX58-17139" fmla="*/ 473992 w 3024845"/>
                <a:gd name="connsiteY58-17140" fmla="*/ 585842 h 1059043"/>
                <a:gd name="connsiteX59-17141" fmla="*/ 486406 w 3024845"/>
                <a:gd name="connsiteY59-17142" fmla="*/ 585842 h 1059043"/>
                <a:gd name="connsiteX60-17143" fmla="*/ 486406 w 3024845"/>
                <a:gd name="connsiteY60-17144" fmla="*/ 611783 h 1059043"/>
                <a:gd name="connsiteX61-17145" fmla="*/ 488433 w 3024845"/>
                <a:gd name="connsiteY61-17146" fmla="*/ 611783 h 1059043"/>
                <a:gd name="connsiteX62-17147" fmla="*/ 502619 w 3024845"/>
                <a:gd name="connsiteY62-17148" fmla="*/ 611783 h 1059043"/>
                <a:gd name="connsiteX63-17149" fmla="*/ 502619 w 3024845"/>
                <a:gd name="connsiteY63-17150" fmla="*/ 613404 h 1059043"/>
                <a:gd name="connsiteX64-17151" fmla="*/ 502619 w 3024845"/>
                <a:gd name="connsiteY64-17152" fmla="*/ 624754 h 1059043"/>
                <a:gd name="connsiteX65-17153" fmla="*/ 503379 w 3024845"/>
                <a:gd name="connsiteY65-17154" fmla="*/ 624754 h 1059043"/>
                <a:gd name="connsiteX66-17155" fmla="*/ 508700 w 3024845"/>
                <a:gd name="connsiteY66-17156" fmla="*/ 624754 h 1059043"/>
                <a:gd name="connsiteX67-17157" fmla="*/ 508700 w 3024845"/>
                <a:gd name="connsiteY67-17158" fmla="*/ 623943 h 1059043"/>
                <a:gd name="connsiteX68-17159" fmla="*/ 508700 w 3024845"/>
                <a:gd name="connsiteY68-17160" fmla="*/ 618268 h 1059043"/>
                <a:gd name="connsiteX69-17161" fmla="*/ 539100 w 3024845"/>
                <a:gd name="connsiteY69-17162" fmla="*/ 618268 h 1059043"/>
                <a:gd name="connsiteX70-17163" fmla="*/ 539100 w 3024845"/>
                <a:gd name="connsiteY70-17164" fmla="*/ 642048 h 1059043"/>
                <a:gd name="connsiteX71-17165" fmla="*/ 540113 w 3024845"/>
                <a:gd name="connsiteY71-17166" fmla="*/ 642048 h 1059043"/>
                <a:gd name="connsiteX72-17167" fmla="*/ 547207 w 3024845"/>
                <a:gd name="connsiteY72-17168" fmla="*/ 642048 h 1059043"/>
                <a:gd name="connsiteX73-17169" fmla="*/ 547207 w 3024845"/>
                <a:gd name="connsiteY73-17170" fmla="*/ 643129 h 1059043"/>
                <a:gd name="connsiteX74-17171" fmla="*/ 547207 w 3024845"/>
                <a:gd name="connsiteY74-17172" fmla="*/ 650695 h 1059043"/>
                <a:gd name="connsiteX75-17173" fmla="*/ 547967 w 3024845"/>
                <a:gd name="connsiteY75-17174" fmla="*/ 650695 h 1059043"/>
                <a:gd name="connsiteX76-17175" fmla="*/ 553287 w 3024845"/>
                <a:gd name="connsiteY76-17176" fmla="*/ 650695 h 1059043"/>
                <a:gd name="connsiteX77-17177" fmla="*/ 553287 w 3024845"/>
                <a:gd name="connsiteY77-17178" fmla="*/ 648533 h 1059043"/>
                <a:gd name="connsiteX78-17179" fmla="*/ 553287 w 3024845"/>
                <a:gd name="connsiteY78-17180" fmla="*/ 633401 h 1059043"/>
                <a:gd name="connsiteX79-17181" fmla="*/ 554300 w 3024845"/>
                <a:gd name="connsiteY79-17182" fmla="*/ 633401 h 1059043"/>
                <a:gd name="connsiteX80-17183" fmla="*/ 561394 w 3024845"/>
                <a:gd name="connsiteY80-17184" fmla="*/ 633401 h 1059043"/>
                <a:gd name="connsiteX81-17185" fmla="*/ 561394 w 3024845"/>
                <a:gd name="connsiteY81-17186" fmla="*/ 634482 h 1059043"/>
                <a:gd name="connsiteX82-17187" fmla="*/ 561394 w 3024845"/>
                <a:gd name="connsiteY82-17188" fmla="*/ 642048 h 1059043"/>
                <a:gd name="connsiteX83-17189" fmla="*/ 566714 w 3024845"/>
                <a:gd name="connsiteY83-17190" fmla="*/ 640055 h 1059043"/>
                <a:gd name="connsiteX84-17191" fmla="*/ 567474 w 3024845"/>
                <a:gd name="connsiteY84-17192" fmla="*/ 639075 h 1059043"/>
                <a:gd name="connsiteX85-17193" fmla="*/ 567474 w 3024845"/>
                <a:gd name="connsiteY85-17194" fmla="*/ 633401 h 1059043"/>
                <a:gd name="connsiteX86-17195" fmla="*/ 605981 w 3024845"/>
                <a:gd name="connsiteY86-17196" fmla="*/ 633401 h 1059043"/>
                <a:gd name="connsiteX87-17197" fmla="*/ 605981 w 3024845"/>
                <a:gd name="connsiteY87-17198" fmla="*/ 657180 h 1059043"/>
                <a:gd name="connsiteX88-17199" fmla="*/ 608007 w 3024845"/>
                <a:gd name="connsiteY88-17200" fmla="*/ 657180 h 1059043"/>
                <a:gd name="connsiteX89-17201" fmla="*/ 622194 w 3024845"/>
                <a:gd name="connsiteY89-17202" fmla="*/ 657180 h 1059043"/>
                <a:gd name="connsiteX90-17203" fmla="*/ 622194 w 3024845"/>
                <a:gd name="connsiteY90-17204" fmla="*/ 658261 h 1059043"/>
                <a:gd name="connsiteX91-17205" fmla="*/ 622194 w 3024845"/>
                <a:gd name="connsiteY91-17206" fmla="*/ 665827 h 1059043"/>
                <a:gd name="connsiteX92-17207" fmla="*/ 623968 w 3024845"/>
                <a:gd name="connsiteY92-17208" fmla="*/ 665827 h 1059043"/>
                <a:gd name="connsiteX93-17209" fmla="*/ 636381 w 3024845"/>
                <a:gd name="connsiteY93-17210" fmla="*/ 665827 h 1059043"/>
                <a:gd name="connsiteX94-17211" fmla="*/ 636381 w 3024845"/>
                <a:gd name="connsiteY94-17212" fmla="*/ 642048 h 1059043"/>
                <a:gd name="connsiteX95-17213" fmla="*/ 637394 w 3024845"/>
                <a:gd name="connsiteY95-17214" fmla="*/ 642048 h 1059043"/>
                <a:gd name="connsiteX96-17215" fmla="*/ 644488 w 3024845"/>
                <a:gd name="connsiteY96-17216" fmla="*/ 642048 h 1059043"/>
                <a:gd name="connsiteX97-17217" fmla="*/ 644488 w 3024845"/>
                <a:gd name="connsiteY97-17218" fmla="*/ 609621 h 1059043"/>
                <a:gd name="connsiteX98-17219" fmla="*/ 645501 w 3024845"/>
                <a:gd name="connsiteY98-17220" fmla="*/ 609621 h 1059043"/>
                <a:gd name="connsiteX99-17221" fmla="*/ 652595 w 3024845"/>
                <a:gd name="connsiteY99-17222" fmla="*/ 609621 h 1059043"/>
                <a:gd name="connsiteX100-17223" fmla="*/ 652595 w 3024845"/>
                <a:gd name="connsiteY100-17224" fmla="*/ 607730 h 1059043"/>
                <a:gd name="connsiteX101-17225" fmla="*/ 652595 w 3024845"/>
                <a:gd name="connsiteY101-17226" fmla="*/ 594489 h 1059043"/>
                <a:gd name="connsiteX102-17227" fmla="*/ 651328 w 3024845"/>
                <a:gd name="connsiteY102-17228" fmla="*/ 592867 h 1059043"/>
                <a:gd name="connsiteX103-17229" fmla="*/ 656648 w 3024845"/>
                <a:gd name="connsiteY103-17230" fmla="*/ 581518 h 1059043"/>
                <a:gd name="connsiteX104-17231" fmla="*/ 664755 w 3024845"/>
                <a:gd name="connsiteY104-17232" fmla="*/ 609621 h 1059043"/>
                <a:gd name="connsiteX105-17233" fmla="*/ 665515 w 3024845"/>
                <a:gd name="connsiteY105-17234" fmla="*/ 609621 h 1059043"/>
                <a:gd name="connsiteX106-17235" fmla="*/ 670835 w 3024845"/>
                <a:gd name="connsiteY106-17236" fmla="*/ 609621 h 1059043"/>
                <a:gd name="connsiteX107-17237" fmla="*/ 670835 w 3024845"/>
                <a:gd name="connsiteY107-17238" fmla="*/ 503694 h 1059043"/>
                <a:gd name="connsiteX108-17239" fmla="*/ 672355 w 3024845"/>
                <a:gd name="connsiteY108-17240" fmla="*/ 503694 h 1059043"/>
                <a:gd name="connsiteX109-17241" fmla="*/ 682995 w 3024845"/>
                <a:gd name="connsiteY109-17242" fmla="*/ 503694 h 1059043"/>
                <a:gd name="connsiteX110-17243" fmla="*/ 682995 w 3024845"/>
                <a:gd name="connsiteY110-17244" fmla="*/ 456135 h 1059043"/>
                <a:gd name="connsiteX111-17245" fmla="*/ 709342 w 3024845"/>
                <a:gd name="connsiteY111-17246" fmla="*/ 456135 h 1059043"/>
                <a:gd name="connsiteX112-17247" fmla="*/ 709342 w 3024845"/>
                <a:gd name="connsiteY112-17248" fmla="*/ 434517 h 1059043"/>
                <a:gd name="connsiteX113-17249" fmla="*/ 743796 w 3024845"/>
                <a:gd name="connsiteY113-17250" fmla="*/ 434517 h 1059043"/>
                <a:gd name="connsiteX114-17251" fmla="*/ 743796 w 3024845"/>
                <a:gd name="connsiteY114-17252" fmla="*/ 436949 h 1059043"/>
                <a:gd name="connsiteX115-17253" fmla="*/ 743796 w 3024845"/>
                <a:gd name="connsiteY115-17254" fmla="*/ 453973 h 1059043"/>
                <a:gd name="connsiteX116-17255" fmla="*/ 746076 w 3024845"/>
                <a:gd name="connsiteY116-17256" fmla="*/ 453973 h 1059043"/>
                <a:gd name="connsiteX117-17257" fmla="*/ 762036 w 3024845"/>
                <a:gd name="connsiteY117-17258" fmla="*/ 453973 h 1059043"/>
                <a:gd name="connsiteX118-17259" fmla="*/ 762036 w 3024845"/>
                <a:gd name="connsiteY118-17260" fmla="*/ 501532 h 1059043"/>
                <a:gd name="connsiteX119-17261" fmla="*/ 763049 w 3024845"/>
                <a:gd name="connsiteY119-17262" fmla="*/ 501532 h 1059043"/>
                <a:gd name="connsiteX120-17263" fmla="*/ 770143 w 3024845"/>
                <a:gd name="connsiteY120-17264" fmla="*/ 501532 h 1059043"/>
                <a:gd name="connsiteX121-17265" fmla="*/ 784330 w 3024845"/>
                <a:gd name="connsiteY121-17266" fmla="*/ 505856 h 1059043"/>
                <a:gd name="connsiteX122-17267" fmla="*/ 784330 w 3024845"/>
                <a:gd name="connsiteY122-17268" fmla="*/ 544768 h 1059043"/>
                <a:gd name="connsiteX123-17269" fmla="*/ 785343 w 3024845"/>
                <a:gd name="connsiteY123-17270" fmla="*/ 544768 h 1059043"/>
                <a:gd name="connsiteX124-17271" fmla="*/ 792436 w 3024845"/>
                <a:gd name="connsiteY124-17272" fmla="*/ 544768 h 1059043"/>
                <a:gd name="connsiteX125-17273" fmla="*/ 792436 w 3024845"/>
                <a:gd name="connsiteY125-17274" fmla="*/ 546389 h 1059043"/>
                <a:gd name="connsiteX126-17275" fmla="*/ 792436 w 3024845"/>
                <a:gd name="connsiteY126-17276" fmla="*/ 557738 h 1059043"/>
                <a:gd name="connsiteX127-17277" fmla="*/ 794463 w 3024845"/>
                <a:gd name="connsiteY127-17278" fmla="*/ 557738 h 1059043"/>
                <a:gd name="connsiteX128-17279" fmla="*/ 808650 w 3024845"/>
                <a:gd name="connsiteY128-17280" fmla="*/ 557738 h 1059043"/>
                <a:gd name="connsiteX129-17281" fmla="*/ 814730 w 3024845"/>
                <a:gd name="connsiteY129-17282" fmla="*/ 564224 h 1059043"/>
                <a:gd name="connsiteX130-17283" fmla="*/ 814730 w 3024845"/>
                <a:gd name="connsiteY130-17284" fmla="*/ 585842 h 1059043"/>
                <a:gd name="connsiteX131-17285" fmla="*/ 817010 w 3024845"/>
                <a:gd name="connsiteY131-17286" fmla="*/ 585842 h 1059043"/>
                <a:gd name="connsiteX132-17287" fmla="*/ 832970 w 3024845"/>
                <a:gd name="connsiteY132-17288" fmla="*/ 585842 h 1059043"/>
                <a:gd name="connsiteX133-17289" fmla="*/ 832970 w 3024845"/>
                <a:gd name="connsiteY133-17290" fmla="*/ 586922 h 1059043"/>
                <a:gd name="connsiteX134-17291" fmla="*/ 832970 w 3024845"/>
                <a:gd name="connsiteY134-17292" fmla="*/ 594489 h 1059043"/>
                <a:gd name="connsiteX135-17293" fmla="*/ 834237 w 3024845"/>
                <a:gd name="connsiteY135-17294" fmla="*/ 594489 h 1059043"/>
                <a:gd name="connsiteX136-17295" fmla="*/ 843104 w 3024845"/>
                <a:gd name="connsiteY136-17296" fmla="*/ 594489 h 1059043"/>
                <a:gd name="connsiteX137-17297" fmla="*/ 843104 w 3024845"/>
                <a:gd name="connsiteY137-17298" fmla="*/ 596650 h 1059043"/>
                <a:gd name="connsiteX138-17299" fmla="*/ 843104 w 3024845"/>
                <a:gd name="connsiteY138-17300" fmla="*/ 611783 h 1059043"/>
                <a:gd name="connsiteX139-17301" fmla="*/ 847157 w 3024845"/>
                <a:gd name="connsiteY139-17302" fmla="*/ 609891 h 1059043"/>
                <a:gd name="connsiteX140-17303" fmla="*/ 847157 w 3024845"/>
                <a:gd name="connsiteY140-17304" fmla="*/ 596650 h 1059043"/>
                <a:gd name="connsiteX141-17305" fmla="*/ 848170 w 3024845"/>
                <a:gd name="connsiteY141-17306" fmla="*/ 596650 h 1059043"/>
                <a:gd name="connsiteX142-17307" fmla="*/ 855264 w 3024845"/>
                <a:gd name="connsiteY142-17308" fmla="*/ 596650 h 1059043"/>
                <a:gd name="connsiteX143-17309" fmla="*/ 855264 w 3024845"/>
                <a:gd name="connsiteY143-17310" fmla="*/ 598272 h 1059043"/>
                <a:gd name="connsiteX144-17311" fmla="*/ 855264 w 3024845"/>
                <a:gd name="connsiteY144-17312" fmla="*/ 609621 h 1059043"/>
                <a:gd name="connsiteX145-17313" fmla="*/ 856024 w 3024845"/>
                <a:gd name="connsiteY145-17314" fmla="*/ 609621 h 1059043"/>
                <a:gd name="connsiteX146-17315" fmla="*/ 861344 w 3024845"/>
                <a:gd name="connsiteY146-17316" fmla="*/ 609621 h 1059043"/>
                <a:gd name="connsiteX147-17317" fmla="*/ 909984 w 3024845"/>
                <a:gd name="connsiteY147-17318" fmla="*/ 605298 h 1059043"/>
                <a:gd name="connsiteX148-17319" fmla="*/ 909984 w 3024845"/>
                <a:gd name="connsiteY148-17320" fmla="*/ 606649 h 1059043"/>
                <a:gd name="connsiteX149-17321" fmla="*/ 909984 w 3024845"/>
                <a:gd name="connsiteY149-17322" fmla="*/ 616106 h 1059043"/>
                <a:gd name="connsiteX150-17323" fmla="*/ 910744 w 3024845"/>
                <a:gd name="connsiteY150-17324" fmla="*/ 616106 h 1059043"/>
                <a:gd name="connsiteX151-17325" fmla="*/ 916065 w 3024845"/>
                <a:gd name="connsiteY151-17326" fmla="*/ 616106 h 1059043"/>
                <a:gd name="connsiteX152-17327" fmla="*/ 916065 w 3024845"/>
                <a:gd name="connsiteY152-17328" fmla="*/ 618268 h 1059043"/>
                <a:gd name="connsiteX153-17329" fmla="*/ 916065 w 3024845"/>
                <a:gd name="connsiteY153-17330" fmla="*/ 633401 h 1059043"/>
                <a:gd name="connsiteX154-17331" fmla="*/ 918091 w 3024845"/>
                <a:gd name="connsiteY154-17332" fmla="*/ 632050 h 1059043"/>
                <a:gd name="connsiteX155-17333" fmla="*/ 932278 w 3024845"/>
                <a:gd name="connsiteY155-17334" fmla="*/ 622592 h 1059043"/>
                <a:gd name="connsiteX156-17335" fmla="*/ 938358 w 3024845"/>
                <a:gd name="connsiteY156-17336" fmla="*/ 581518 h 1059043"/>
                <a:gd name="connsiteX157-17337" fmla="*/ 939118 w 3024845"/>
                <a:gd name="connsiteY157-17338" fmla="*/ 581248 h 1059043"/>
                <a:gd name="connsiteX158-17339" fmla="*/ 944438 w 3024845"/>
                <a:gd name="connsiteY158-17340" fmla="*/ 579356 h 1059043"/>
                <a:gd name="connsiteX159-17341" fmla="*/ 946465 w 3024845"/>
                <a:gd name="connsiteY159-17342" fmla="*/ 510179 h 1059043"/>
                <a:gd name="connsiteX160-17343" fmla="*/ 948492 w 3024845"/>
                <a:gd name="connsiteY160-17344" fmla="*/ 579356 h 1059043"/>
                <a:gd name="connsiteX161-17345" fmla="*/ 949252 w 3024845"/>
                <a:gd name="connsiteY161-17346" fmla="*/ 579626 h 1059043"/>
                <a:gd name="connsiteX162-17347" fmla="*/ 954572 w 3024845"/>
                <a:gd name="connsiteY162-17348" fmla="*/ 581518 h 1059043"/>
                <a:gd name="connsiteX163-17349" fmla="*/ 954572 w 3024845"/>
                <a:gd name="connsiteY163-17350" fmla="*/ 495047 h 1059043"/>
                <a:gd name="connsiteX164-17351" fmla="*/ 958625 w 3024845"/>
                <a:gd name="connsiteY164-17352" fmla="*/ 462620 h 1059043"/>
                <a:gd name="connsiteX165-17353" fmla="*/ 997132 w 3024845"/>
                <a:gd name="connsiteY165-17354" fmla="*/ 462620 h 1059043"/>
                <a:gd name="connsiteX166-17355" fmla="*/ 997132 w 3024845"/>
                <a:gd name="connsiteY166-17356" fmla="*/ 495047 h 1059043"/>
                <a:gd name="connsiteX167-17357" fmla="*/ 997892 w 3024845"/>
                <a:gd name="connsiteY167-17358" fmla="*/ 495047 h 1059043"/>
                <a:gd name="connsiteX168-17359" fmla="*/ 1003212 w 3024845"/>
                <a:gd name="connsiteY168-17360" fmla="*/ 495047 h 1059043"/>
                <a:gd name="connsiteX169-17361" fmla="*/ 1003212 w 3024845"/>
                <a:gd name="connsiteY169-17362" fmla="*/ 412899 h 1059043"/>
                <a:gd name="connsiteX170-17363" fmla="*/ 1004986 w 3024845"/>
                <a:gd name="connsiteY170-17364" fmla="*/ 412899 h 1059043"/>
                <a:gd name="connsiteX171-17365" fmla="*/ 1017399 w 3024845"/>
                <a:gd name="connsiteY171-17366" fmla="*/ 412899 h 1059043"/>
                <a:gd name="connsiteX172-17367" fmla="*/ 1017399 w 3024845"/>
                <a:gd name="connsiteY172-17368" fmla="*/ 411008 h 1059043"/>
                <a:gd name="connsiteX173-17369" fmla="*/ 1017399 w 3024845"/>
                <a:gd name="connsiteY173-17370" fmla="*/ 397767 h 1059043"/>
                <a:gd name="connsiteX174-17371" fmla="*/ 1039693 w 3024845"/>
                <a:gd name="connsiteY174-17372" fmla="*/ 397767 h 1059043"/>
                <a:gd name="connsiteX175-17373" fmla="*/ 1039693 w 3024845"/>
                <a:gd name="connsiteY175-17374" fmla="*/ 396686 h 1059043"/>
                <a:gd name="connsiteX176-17375" fmla="*/ 1039693 w 3024845"/>
                <a:gd name="connsiteY176-17376" fmla="*/ 389120 h 1059043"/>
                <a:gd name="connsiteX177-17377" fmla="*/ 1041466 w 3024845"/>
                <a:gd name="connsiteY177-17378" fmla="*/ 389120 h 1059043"/>
                <a:gd name="connsiteX178-17379" fmla="*/ 1053880 w 3024845"/>
                <a:gd name="connsiteY178-17380" fmla="*/ 389120 h 1059043"/>
                <a:gd name="connsiteX179-17381" fmla="*/ 1053880 w 3024845"/>
                <a:gd name="connsiteY179-17382" fmla="*/ 390201 h 1059043"/>
                <a:gd name="connsiteX180-17383" fmla="*/ 1053880 w 3024845"/>
                <a:gd name="connsiteY180-17384" fmla="*/ 397767 h 1059043"/>
                <a:gd name="connsiteX181-17385" fmla="*/ 1054640 w 3024845"/>
                <a:gd name="connsiteY181-17386" fmla="*/ 397767 h 1059043"/>
                <a:gd name="connsiteX182-17387" fmla="*/ 1059960 w 3024845"/>
                <a:gd name="connsiteY182-17388" fmla="*/ 397767 h 1059043"/>
                <a:gd name="connsiteX183-17389" fmla="*/ 1070093 w 3024845"/>
                <a:gd name="connsiteY183-17390" fmla="*/ 393443 h 1059043"/>
                <a:gd name="connsiteX184-17391" fmla="*/ 1074146 w 3024845"/>
                <a:gd name="connsiteY184-17392" fmla="*/ 396686 h 1059043"/>
                <a:gd name="connsiteX185-17393" fmla="*/ 1074146 w 3024845"/>
                <a:gd name="connsiteY185-17394" fmla="*/ 389120 h 1059043"/>
                <a:gd name="connsiteX186-17395" fmla="*/ 1076426 w 3024845"/>
                <a:gd name="connsiteY186-17396" fmla="*/ 389120 h 1059043"/>
                <a:gd name="connsiteX187-17397" fmla="*/ 1092387 w 3024845"/>
                <a:gd name="connsiteY187-17398" fmla="*/ 389120 h 1059043"/>
                <a:gd name="connsiteX188-17399" fmla="*/ 1092387 w 3024845"/>
                <a:gd name="connsiteY188-17400" fmla="*/ 390201 h 1059043"/>
                <a:gd name="connsiteX189-17401" fmla="*/ 1092387 w 3024845"/>
                <a:gd name="connsiteY189-17402" fmla="*/ 397767 h 1059043"/>
                <a:gd name="connsiteX190-17403" fmla="*/ 1122787 w 3024845"/>
                <a:gd name="connsiteY190-17404" fmla="*/ 397767 h 1059043"/>
                <a:gd name="connsiteX191-17405" fmla="*/ 1122787 w 3024845"/>
                <a:gd name="connsiteY191-17406" fmla="*/ 399388 h 1059043"/>
                <a:gd name="connsiteX192-17407" fmla="*/ 1122787 w 3024845"/>
                <a:gd name="connsiteY192-17408" fmla="*/ 410738 h 1059043"/>
                <a:gd name="connsiteX193-17409" fmla="*/ 1149134 w 3024845"/>
                <a:gd name="connsiteY193-17410" fmla="*/ 410738 h 1059043"/>
                <a:gd name="connsiteX194-17411" fmla="*/ 1149134 w 3024845"/>
                <a:gd name="connsiteY194-17412" fmla="*/ 441002 h 1059043"/>
                <a:gd name="connsiteX195-17413" fmla="*/ 1149894 w 3024845"/>
                <a:gd name="connsiteY195-17414" fmla="*/ 441002 h 1059043"/>
                <a:gd name="connsiteX196-17415" fmla="*/ 1155214 w 3024845"/>
                <a:gd name="connsiteY196-17416" fmla="*/ 441002 h 1059043"/>
                <a:gd name="connsiteX197-17417" fmla="*/ 1155214 w 3024845"/>
                <a:gd name="connsiteY197-17418" fmla="*/ 442083 h 1059043"/>
                <a:gd name="connsiteX198-17419" fmla="*/ 1155214 w 3024845"/>
                <a:gd name="connsiteY198-17420" fmla="*/ 449650 h 1059043"/>
                <a:gd name="connsiteX199-17421" fmla="*/ 1159268 w 3024845"/>
                <a:gd name="connsiteY199-17422" fmla="*/ 479914 h 1059043"/>
                <a:gd name="connsiteX200-17423" fmla="*/ 1160028 w 3024845"/>
                <a:gd name="connsiteY200-17424" fmla="*/ 479914 h 1059043"/>
                <a:gd name="connsiteX201-17425" fmla="*/ 1165348 w 3024845"/>
                <a:gd name="connsiteY201-17426" fmla="*/ 479914 h 1059043"/>
                <a:gd name="connsiteX202-17427" fmla="*/ 1165348 w 3024845"/>
                <a:gd name="connsiteY202-17428" fmla="*/ 480725 h 1059043"/>
                <a:gd name="connsiteX203-17429" fmla="*/ 1165348 w 3024845"/>
                <a:gd name="connsiteY203-17430" fmla="*/ 486400 h 1059043"/>
                <a:gd name="connsiteX204-17431" fmla="*/ 1166361 w 3024845"/>
                <a:gd name="connsiteY204-17432" fmla="*/ 486400 h 1059043"/>
                <a:gd name="connsiteX205-17433" fmla="*/ 1173454 w 3024845"/>
                <a:gd name="connsiteY205-17434" fmla="*/ 486400 h 1059043"/>
                <a:gd name="connsiteX206-17435" fmla="*/ 1173454 w 3024845"/>
                <a:gd name="connsiteY206-17436" fmla="*/ 516665 h 1059043"/>
                <a:gd name="connsiteX207-17437" fmla="*/ 1175481 w 3024845"/>
                <a:gd name="connsiteY207-17438" fmla="*/ 516665 h 1059043"/>
                <a:gd name="connsiteX208-17439" fmla="*/ 1189668 w 3024845"/>
                <a:gd name="connsiteY208-17440" fmla="*/ 516665 h 1059043"/>
                <a:gd name="connsiteX209-17441" fmla="*/ 1189668 w 3024845"/>
                <a:gd name="connsiteY209-17442" fmla="*/ 540444 h 1059043"/>
                <a:gd name="connsiteX210-17443" fmla="*/ 1191695 w 3024845"/>
                <a:gd name="connsiteY210-17444" fmla="*/ 542065 h 1059043"/>
                <a:gd name="connsiteX211-17445" fmla="*/ 1191695 w 3024845"/>
                <a:gd name="connsiteY211-17446" fmla="*/ 553415 h 1059043"/>
                <a:gd name="connsiteX212-17447" fmla="*/ 1192455 w 3024845"/>
                <a:gd name="connsiteY212-17448" fmla="*/ 553415 h 1059043"/>
                <a:gd name="connsiteX213-17449" fmla="*/ 1197775 w 3024845"/>
                <a:gd name="connsiteY213-17450" fmla="*/ 553415 h 1059043"/>
                <a:gd name="connsiteX214-17451" fmla="*/ 1197775 w 3024845"/>
                <a:gd name="connsiteY214-17452" fmla="*/ 577194 h 1059043"/>
                <a:gd name="connsiteX215-17453" fmla="*/ 1199041 w 3024845"/>
                <a:gd name="connsiteY215-17454" fmla="*/ 577194 h 1059043"/>
                <a:gd name="connsiteX216-17455" fmla="*/ 1207908 w 3024845"/>
                <a:gd name="connsiteY216-17456" fmla="*/ 577194 h 1059043"/>
                <a:gd name="connsiteX217-17457" fmla="*/ 1209935 w 3024845"/>
                <a:gd name="connsiteY217-17458" fmla="*/ 581248 h 1059043"/>
                <a:gd name="connsiteX218-17459" fmla="*/ 1209935 w 3024845"/>
                <a:gd name="connsiteY218-17460" fmla="*/ 594489 h 1059043"/>
                <a:gd name="connsiteX219-17461" fmla="*/ 1211455 w 3024845"/>
                <a:gd name="connsiteY219-17462" fmla="*/ 592597 h 1059043"/>
                <a:gd name="connsiteX220-17463" fmla="*/ 1222095 w 3024845"/>
                <a:gd name="connsiteY220-17464" fmla="*/ 579356 h 1059043"/>
                <a:gd name="connsiteX221-17465" fmla="*/ 1250469 w 3024845"/>
                <a:gd name="connsiteY221-17466" fmla="*/ 579356 h 1059043"/>
                <a:gd name="connsiteX222-17467" fmla="*/ 1250469 w 3024845"/>
                <a:gd name="connsiteY222-17468" fmla="*/ 665827 h 1059043"/>
                <a:gd name="connsiteX223-17469" fmla="*/ 1251229 w 3024845"/>
                <a:gd name="connsiteY223-17470" fmla="*/ 665827 h 1059043"/>
                <a:gd name="connsiteX224-17471" fmla="*/ 1256549 w 3024845"/>
                <a:gd name="connsiteY224-17472" fmla="*/ 665827 h 1059043"/>
                <a:gd name="connsiteX225-17473" fmla="*/ 1257309 w 3024845"/>
                <a:gd name="connsiteY225-17474" fmla="*/ 664476 h 1059043"/>
                <a:gd name="connsiteX226-17475" fmla="*/ 1262629 w 3024845"/>
                <a:gd name="connsiteY226-17476" fmla="*/ 655018 h 1059043"/>
                <a:gd name="connsiteX227-17477" fmla="*/ 1262629 w 3024845"/>
                <a:gd name="connsiteY227-17478" fmla="*/ 656910 h 1059043"/>
                <a:gd name="connsiteX228-17479" fmla="*/ 1262629 w 3024845"/>
                <a:gd name="connsiteY228-17480" fmla="*/ 670151 h 1059043"/>
                <a:gd name="connsiteX229-17481" fmla="*/ 1266682 w 3024845"/>
                <a:gd name="connsiteY229-17482" fmla="*/ 624754 h 1059043"/>
                <a:gd name="connsiteX230-17483" fmla="*/ 1267442 w 3024845"/>
                <a:gd name="connsiteY230-17484" fmla="*/ 624754 h 1059043"/>
                <a:gd name="connsiteX231-17485" fmla="*/ 1272762 w 3024845"/>
                <a:gd name="connsiteY231-17486" fmla="*/ 624754 h 1059043"/>
                <a:gd name="connsiteX232-17487" fmla="*/ 1272762 w 3024845"/>
                <a:gd name="connsiteY232-17488" fmla="*/ 559900 h 1059043"/>
                <a:gd name="connsiteX233-17489" fmla="*/ 1273776 w 3024845"/>
                <a:gd name="connsiteY233-17490" fmla="*/ 559900 h 1059043"/>
                <a:gd name="connsiteX234-17491" fmla="*/ 1280869 w 3024845"/>
                <a:gd name="connsiteY234-17492" fmla="*/ 559900 h 1059043"/>
                <a:gd name="connsiteX235-17493" fmla="*/ 1293029 w 3024845"/>
                <a:gd name="connsiteY235-17494" fmla="*/ 516665 h 1059043"/>
                <a:gd name="connsiteX236-17495" fmla="*/ 1294296 w 3024845"/>
                <a:gd name="connsiteY236-17496" fmla="*/ 516665 h 1059043"/>
                <a:gd name="connsiteX237-17497" fmla="*/ 1303163 w 3024845"/>
                <a:gd name="connsiteY237-17498" fmla="*/ 516665 h 1059043"/>
                <a:gd name="connsiteX238-17499" fmla="*/ 1313296 w 3024845"/>
                <a:gd name="connsiteY238-17500" fmla="*/ 559900 h 1059043"/>
                <a:gd name="connsiteX239-17501" fmla="*/ 1314309 w 3024845"/>
                <a:gd name="connsiteY239-17502" fmla="*/ 559900 h 1059043"/>
                <a:gd name="connsiteX240-17503" fmla="*/ 1321403 w 3024845"/>
                <a:gd name="connsiteY240-17504" fmla="*/ 559900 h 1059043"/>
                <a:gd name="connsiteX241-17505" fmla="*/ 1321403 w 3024845"/>
                <a:gd name="connsiteY241-17506" fmla="*/ 598812 h 1059043"/>
                <a:gd name="connsiteX242-17507" fmla="*/ 1323176 w 3024845"/>
                <a:gd name="connsiteY242-17508" fmla="*/ 598812 h 1059043"/>
                <a:gd name="connsiteX243-17509" fmla="*/ 1335590 w 3024845"/>
                <a:gd name="connsiteY243-17510" fmla="*/ 598812 h 1059043"/>
                <a:gd name="connsiteX244-17511" fmla="*/ 1335590 w 3024845"/>
                <a:gd name="connsiteY244-17512" fmla="*/ 600974 h 1059043"/>
                <a:gd name="connsiteX245-17513" fmla="*/ 1335590 w 3024845"/>
                <a:gd name="connsiteY245-17514" fmla="*/ 616106 h 1059043"/>
                <a:gd name="connsiteX246-17515" fmla="*/ 1339643 w 3024845"/>
                <a:gd name="connsiteY246-17516" fmla="*/ 613945 h 1059043"/>
                <a:gd name="connsiteX247-17517" fmla="*/ 1339643 w 3024845"/>
                <a:gd name="connsiteY247-17518" fmla="*/ 598812 h 1059043"/>
                <a:gd name="connsiteX248-17519" fmla="*/ 1341163 w 3024845"/>
                <a:gd name="connsiteY248-17520" fmla="*/ 598812 h 1059043"/>
                <a:gd name="connsiteX249-17521" fmla="*/ 1351803 w 3024845"/>
                <a:gd name="connsiteY249-17522" fmla="*/ 598812 h 1059043"/>
                <a:gd name="connsiteX250-17523" fmla="*/ 1351803 w 3024845"/>
                <a:gd name="connsiteY250-17524" fmla="*/ 600433 h 1059043"/>
                <a:gd name="connsiteX251-17525" fmla="*/ 1351803 w 3024845"/>
                <a:gd name="connsiteY251-17526" fmla="*/ 611783 h 1059043"/>
                <a:gd name="connsiteX252-17527" fmla="*/ 1382204 w 3024845"/>
                <a:gd name="connsiteY252-17528" fmla="*/ 611783 h 1059043"/>
                <a:gd name="connsiteX253-17529" fmla="*/ 1382204 w 3024845"/>
                <a:gd name="connsiteY253-17530" fmla="*/ 575033 h 1059043"/>
                <a:gd name="connsiteX254-17531" fmla="*/ 1383470 w 3024845"/>
                <a:gd name="connsiteY254-17532" fmla="*/ 575033 h 1059043"/>
                <a:gd name="connsiteX255-17533" fmla="*/ 1392337 w 3024845"/>
                <a:gd name="connsiteY255-17534" fmla="*/ 575033 h 1059043"/>
                <a:gd name="connsiteX256-17535" fmla="*/ 1392337 w 3024845"/>
                <a:gd name="connsiteY256-17536" fmla="*/ 596650 h 1059043"/>
                <a:gd name="connsiteX257-17537" fmla="*/ 1394364 w 3024845"/>
                <a:gd name="connsiteY257-17538" fmla="*/ 564224 h 1059043"/>
                <a:gd name="connsiteX258-17539" fmla="*/ 1416657 w 3024845"/>
                <a:gd name="connsiteY258-17540" fmla="*/ 564224 h 1059043"/>
                <a:gd name="connsiteX259-17541" fmla="*/ 1416657 w 3024845"/>
                <a:gd name="connsiteY259-17542" fmla="*/ 562602 h 1059043"/>
                <a:gd name="connsiteX260-17543" fmla="*/ 1416657 w 3024845"/>
                <a:gd name="connsiteY260-17544" fmla="*/ 551253 h 1059043"/>
                <a:gd name="connsiteX261-17545" fmla="*/ 1417417 w 3024845"/>
                <a:gd name="connsiteY261-17546" fmla="*/ 551253 h 1059043"/>
                <a:gd name="connsiteX262-17547" fmla="*/ 1422737 w 3024845"/>
                <a:gd name="connsiteY262-17548" fmla="*/ 551253 h 1059043"/>
                <a:gd name="connsiteX263-17549" fmla="*/ 1422737 w 3024845"/>
                <a:gd name="connsiteY263-17550" fmla="*/ 549362 h 1059043"/>
                <a:gd name="connsiteX264-17551" fmla="*/ 1422737 w 3024845"/>
                <a:gd name="connsiteY264-17552" fmla="*/ 536121 h 1059043"/>
                <a:gd name="connsiteX265-17553" fmla="*/ 1426791 w 3024845"/>
                <a:gd name="connsiteY265-17554" fmla="*/ 542606 h 1059043"/>
                <a:gd name="connsiteX266-17555" fmla="*/ 1429071 w 3024845"/>
                <a:gd name="connsiteY266-17556" fmla="*/ 542606 h 1059043"/>
                <a:gd name="connsiteX267-17557" fmla="*/ 1445031 w 3024845"/>
                <a:gd name="connsiteY267-17558" fmla="*/ 542606 h 1059043"/>
                <a:gd name="connsiteX268-17559" fmla="*/ 1445031 w 3024845"/>
                <a:gd name="connsiteY268-17560" fmla="*/ 541795 h 1059043"/>
                <a:gd name="connsiteX269-17561" fmla="*/ 1445031 w 3024845"/>
                <a:gd name="connsiteY269-17562" fmla="*/ 536121 h 1059043"/>
                <a:gd name="connsiteX270-17563" fmla="*/ 1445791 w 3024845"/>
                <a:gd name="connsiteY270-17564" fmla="*/ 536121 h 1059043"/>
                <a:gd name="connsiteX271-17565" fmla="*/ 1451111 w 3024845"/>
                <a:gd name="connsiteY271-17566" fmla="*/ 536121 h 1059043"/>
                <a:gd name="connsiteX272-17567" fmla="*/ 1451111 w 3024845"/>
                <a:gd name="connsiteY272-17568" fmla="*/ 537472 h 1059043"/>
                <a:gd name="connsiteX273-17569" fmla="*/ 1451111 w 3024845"/>
                <a:gd name="connsiteY273-17570" fmla="*/ 546930 h 1059043"/>
                <a:gd name="connsiteX274-17571" fmla="*/ 1489618 w 3024845"/>
                <a:gd name="connsiteY274-17572" fmla="*/ 546930 h 1059043"/>
                <a:gd name="connsiteX275-17573" fmla="*/ 1489618 w 3024845"/>
                <a:gd name="connsiteY275-17574" fmla="*/ 685283 h 1059043"/>
                <a:gd name="connsiteX276-17575" fmla="*/ 1491138 w 3024845"/>
                <a:gd name="connsiteY276-17576" fmla="*/ 685283 h 1059043"/>
                <a:gd name="connsiteX277-17577" fmla="*/ 1501778 w 3024845"/>
                <a:gd name="connsiteY277-17578" fmla="*/ 685283 h 1059043"/>
                <a:gd name="connsiteX278-17579" fmla="*/ 1501778 w 3024845"/>
                <a:gd name="connsiteY278-17580" fmla="*/ 672313 h 1059043"/>
                <a:gd name="connsiteX279-17581" fmla="*/ 1505832 w 3024845"/>
                <a:gd name="connsiteY279-17582" fmla="*/ 672313 h 1059043"/>
                <a:gd name="connsiteX280-17583" fmla="*/ 1505832 w 3024845"/>
                <a:gd name="connsiteY280-17584" fmla="*/ 685283 h 1059043"/>
                <a:gd name="connsiteX281-17585" fmla="*/ 1536232 w 3024845"/>
                <a:gd name="connsiteY281-17586" fmla="*/ 685283 h 1059043"/>
                <a:gd name="connsiteX282-17587" fmla="*/ 1536232 w 3024845"/>
                <a:gd name="connsiteY282-17588" fmla="*/ 655018 h 1059043"/>
                <a:gd name="connsiteX283-17589" fmla="*/ 1548392 w 3024845"/>
                <a:gd name="connsiteY283-17590" fmla="*/ 655018 h 1059043"/>
                <a:gd name="connsiteX284-17591" fmla="*/ 1560552 w 3024845"/>
                <a:gd name="connsiteY284-17592" fmla="*/ 652857 h 1059043"/>
                <a:gd name="connsiteX285-17593" fmla="*/ 1564606 w 3024845"/>
                <a:gd name="connsiteY285-17594" fmla="*/ 655018 h 1059043"/>
                <a:gd name="connsiteX286-17595" fmla="*/ 1574739 w 3024845"/>
                <a:gd name="connsiteY286-17596" fmla="*/ 655018 h 1059043"/>
                <a:gd name="connsiteX287-17597" fmla="*/ 1574739 w 3024845"/>
                <a:gd name="connsiteY287-17598" fmla="*/ 685283 h 1059043"/>
                <a:gd name="connsiteX288-17599" fmla="*/ 1582846 w 3024845"/>
                <a:gd name="connsiteY288-17600" fmla="*/ 685283 h 1059043"/>
                <a:gd name="connsiteX289-17601" fmla="*/ 1582846 w 3024845"/>
                <a:gd name="connsiteY289-17602" fmla="*/ 702578 h 1059043"/>
                <a:gd name="connsiteX290-17603" fmla="*/ 1592182 w 3024845"/>
                <a:gd name="connsiteY290-17604" fmla="*/ 703483 h 1059043"/>
                <a:gd name="connsiteX291-17605" fmla="*/ 1605140 w 3024845"/>
                <a:gd name="connsiteY291-17606" fmla="*/ 703483 h 1059043"/>
                <a:gd name="connsiteX292-17607" fmla="*/ 1605140 w 3024845"/>
                <a:gd name="connsiteY292-17608" fmla="*/ 687445 h 1059043"/>
                <a:gd name="connsiteX293-17609" fmla="*/ 1673096 w 3024845"/>
                <a:gd name="connsiteY293-17610" fmla="*/ 687445 h 1059043"/>
                <a:gd name="connsiteX294-17611" fmla="*/ 1673096 w 3024845"/>
                <a:gd name="connsiteY294-17612" fmla="*/ 602192 h 1059043"/>
                <a:gd name="connsiteX295-17613" fmla="*/ 1745104 w 3024845"/>
                <a:gd name="connsiteY295-17614" fmla="*/ 602192 h 1059043"/>
                <a:gd name="connsiteX296-17615" fmla="*/ 1745104 w 3024845"/>
                <a:gd name="connsiteY296-17616" fmla="*/ 680960 h 1059043"/>
                <a:gd name="connsiteX297-17617" fmla="*/ 1747008 w 3024845"/>
                <a:gd name="connsiteY297-17618" fmla="*/ 680960 h 1059043"/>
                <a:gd name="connsiteX298-17619" fmla="*/ 1748250 w 3024845"/>
                <a:gd name="connsiteY298-17620" fmla="*/ 703483 h 1059043"/>
                <a:gd name="connsiteX299-17621" fmla="*/ 1757926 w 3024845"/>
                <a:gd name="connsiteY299-17622" fmla="*/ 703483 h 1059043"/>
                <a:gd name="connsiteX300-17623" fmla="*/ 1759168 w 3024845"/>
                <a:gd name="connsiteY300-17624" fmla="*/ 680960 h 1059043"/>
                <a:gd name="connsiteX301-17625" fmla="*/ 1765248 w 3024845"/>
                <a:gd name="connsiteY301-17626" fmla="*/ 680960 h 1059043"/>
                <a:gd name="connsiteX302-17627" fmla="*/ 1766490 w 3024845"/>
                <a:gd name="connsiteY302-17628" fmla="*/ 703483 h 1059043"/>
                <a:gd name="connsiteX303-17629" fmla="*/ 1817112 w 3024845"/>
                <a:gd name="connsiteY303-17630" fmla="*/ 703483 h 1059043"/>
                <a:gd name="connsiteX304-17631" fmla="*/ 1817112 w 3024845"/>
                <a:gd name="connsiteY304-17632" fmla="*/ 540455 h 1059043"/>
                <a:gd name="connsiteX305-17633" fmla="*/ 2014439 w 3024845"/>
                <a:gd name="connsiteY305-17634" fmla="*/ 540455 h 1059043"/>
                <a:gd name="connsiteX306-17635" fmla="*/ 2014439 w 3024845"/>
                <a:gd name="connsiteY306-17636" fmla="*/ 703483 h 1059043"/>
                <a:gd name="connsiteX307-17637" fmla="*/ 2033136 w 3024845"/>
                <a:gd name="connsiteY307-17638" fmla="*/ 703483 h 1059043"/>
                <a:gd name="connsiteX308-17639" fmla="*/ 2033136 w 3024845"/>
                <a:gd name="connsiteY308-17640" fmla="*/ 620790 h 1059043"/>
                <a:gd name="connsiteX309-17641" fmla="*/ 2128256 w 3024845"/>
                <a:gd name="connsiteY309-17642" fmla="*/ 620790 h 1059043"/>
                <a:gd name="connsiteX310-17643" fmla="*/ 2140186 w 3024845"/>
                <a:gd name="connsiteY310-17644" fmla="*/ 302649 h 1059043"/>
                <a:gd name="connsiteX311-17645" fmla="*/ 2128026 w 3024845"/>
                <a:gd name="connsiteY311-17646" fmla="*/ 281031 h 1059043"/>
                <a:gd name="connsiteX312-17647" fmla="*/ 2121946 w 3024845"/>
                <a:gd name="connsiteY312-17648" fmla="*/ 276707 h 1059043"/>
                <a:gd name="connsiteX313-17649" fmla="*/ 2130053 w 3024845"/>
                <a:gd name="connsiteY313-17650" fmla="*/ 252928 h 1059043"/>
                <a:gd name="connsiteX314-17651" fmla="*/ 2130053 w 3024845"/>
                <a:gd name="connsiteY314-17652" fmla="*/ 235634 h 1059043"/>
                <a:gd name="connsiteX315-17653" fmla="*/ 2144240 w 3024845"/>
                <a:gd name="connsiteY315-17654" fmla="*/ 235634 h 1059043"/>
                <a:gd name="connsiteX316-17655" fmla="*/ 2144240 w 3024845"/>
                <a:gd name="connsiteY316-17656" fmla="*/ 214016 h 1059043"/>
                <a:gd name="connsiteX317-17657" fmla="*/ 2146266 w 3024845"/>
                <a:gd name="connsiteY317-17658" fmla="*/ 209692 h 1059043"/>
                <a:gd name="connsiteX318-17659" fmla="*/ 2146266 w 3024845"/>
                <a:gd name="connsiteY318-17660" fmla="*/ 131868 h 1059043"/>
                <a:gd name="connsiteX319-17661" fmla="*/ 2144240 w 3024845"/>
                <a:gd name="connsiteY319-17662" fmla="*/ 125383 h 1059043"/>
                <a:gd name="connsiteX320-17663" fmla="*/ 2150320 w 3024845"/>
                <a:gd name="connsiteY320-17664" fmla="*/ 118897 h 1059043"/>
                <a:gd name="connsiteX321-17665" fmla="*/ 2150320 w 3024845"/>
                <a:gd name="connsiteY321-17666" fmla="*/ 60529 h 1059043"/>
                <a:gd name="connsiteX322-17667" fmla="*/ 2152346 w 3024845"/>
                <a:gd name="connsiteY322-17668" fmla="*/ 56206 h 1059043"/>
                <a:gd name="connsiteX323-17669" fmla="*/ 2152346 w 3024845"/>
                <a:gd name="connsiteY323-17670" fmla="*/ 0 h 1059043"/>
                <a:gd name="connsiteX324-17671" fmla="*/ 2162480 w 3024845"/>
                <a:gd name="connsiteY324-17672" fmla="*/ 118897 h 1059043"/>
                <a:gd name="connsiteX325-17673" fmla="*/ 2168560 w 3024845"/>
                <a:gd name="connsiteY325-17674" fmla="*/ 125383 h 1059043"/>
                <a:gd name="connsiteX326-17675" fmla="*/ 2166533 w 3024845"/>
                <a:gd name="connsiteY326-17676" fmla="*/ 131868 h 1059043"/>
                <a:gd name="connsiteX327-17677" fmla="*/ 2166533 w 3024845"/>
                <a:gd name="connsiteY327-17678" fmla="*/ 209692 h 1059043"/>
                <a:gd name="connsiteX328-17679" fmla="*/ 2168560 w 3024845"/>
                <a:gd name="connsiteY328-17680" fmla="*/ 214016 h 1059043"/>
                <a:gd name="connsiteX329-17681" fmla="*/ 2168560 w 3024845"/>
                <a:gd name="connsiteY329-17682" fmla="*/ 235634 h 1059043"/>
                <a:gd name="connsiteX330-17683" fmla="*/ 2182747 w 3024845"/>
                <a:gd name="connsiteY330-17684" fmla="*/ 235634 h 1059043"/>
                <a:gd name="connsiteX331-17685" fmla="*/ 2182747 w 3024845"/>
                <a:gd name="connsiteY331-17686" fmla="*/ 252928 h 1059043"/>
                <a:gd name="connsiteX332-17687" fmla="*/ 2190854 w 3024845"/>
                <a:gd name="connsiteY332-17688" fmla="*/ 276707 h 1059043"/>
                <a:gd name="connsiteX333-17689" fmla="*/ 2180720 w 3024845"/>
                <a:gd name="connsiteY333-17690" fmla="*/ 555577 h 1059043"/>
                <a:gd name="connsiteX334-17691" fmla="*/ 2245574 w 3024845"/>
                <a:gd name="connsiteY334-17692" fmla="*/ 555577 h 1059043"/>
                <a:gd name="connsiteX335-17693" fmla="*/ 2245574 w 3024845"/>
                <a:gd name="connsiteY335-17694" fmla="*/ 631239 h 1059043"/>
                <a:gd name="connsiteX336-17695" fmla="*/ 2253681 w 3024845"/>
                <a:gd name="connsiteY336-17696" fmla="*/ 631239 h 1059043"/>
                <a:gd name="connsiteX337-17697" fmla="*/ 2255708 w 3024845"/>
                <a:gd name="connsiteY337-17698" fmla="*/ 624754 h 1059043"/>
                <a:gd name="connsiteX338-17699" fmla="*/ 2261788 w 3024845"/>
                <a:gd name="connsiteY338-17700" fmla="*/ 624754 h 1059043"/>
                <a:gd name="connsiteX339-17701" fmla="*/ 2263815 w 3024845"/>
                <a:gd name="connsiteY339-17702" fmla="*/ 633401 h 1059043"/>
                <a:gd name="connsiteX340-17703" fmla="*/ 2275975 w 3024845"/>
                <a:gd name="connsiteY340-17704" fmla="*/ 633401 h 1059043"/>
                <a:gd name="connsiteX341-17705" fmla="*/ 2275975 w 3024845"/>
                <a:gd name="connsiteY341-17706" fmla="*/ 626915 h 1059043"/>
                <a:gd name="connsiteX342-17707" fmla="*/ 2298268 w 3024845"/>
                <a:gd name="connsiteY342-17708" fmla="*/ 626915 h 1059043"/>
                <a:gd name="connsiteX343-17709" fmla="*/ 2298268 w 3024845"/>
                <a:gd name="connsiteY343-17710" fmla="*/ 633401 h 1059043"/>
                <a:gd name="connsiteX344-17711" fmla="*/ 2318535 w 3024845"/>
                <a:gd name="connsiteY344-17712" fmla="*/ 633401 h 1059043"/>
                <a:gd name="connsiteX345-17713" fmla="*/ 2318535 w 3024845"/>
                <a:gd name="connsiteY345-17714" fmla="*/ 678798 h 1059043"/>
                <a:gd name="connsiteX346-17715" fmla="*/ 2332722 w 3024845"/>
                <a:gd name="connsiteY346-17716" fmla="*/ 678798 h 1059043"/>
                <a:gd name="connsiteX347-17717" fmla="*/ 2332722 w 3024845"/>
                <a:gd name="connsiteY347-17718" fmla="*/ 665827 h 1059043"/>
                <a:gd name="connsiteX348-17719" fmla="*/ 2348936 w 3024845"/>
                <a:gd name="connsiteY348-17720" fmla="*/ 665827 h 1059043"/>
                <a:gd name="connsiteX349-17721" fmla="*/ 2348936 w 3024845"/>
                <a:gd name="connsiteY349-17722" fmla="*/ 486400 h 1059043"/>
                <a:gd name="connsiteX350-17723" fmla="*/ 2355016 w 3024845"/>
                <a:gd name="connsiteY350-17724" fmla="*/ 479914 h 1059043"/>
                <a:gd name="connsiteX351-17725" fmla="*/ 2427977 w 3024845"/>
                <a:gd name="connsiteY351-17726" fmla="*/ 479914 h 1059043"/>
                <a:gd name="connsiteX352-17727" fmla="*/ 2427977 w 3024845"/>
                <a:gd name="connsiteY352-17728" fmla="*/ 488562 h 1059043"/>
                <a:gd name="connsiteX353-17729" fmla="*/ 2438110 w 3024845"/>
                <a:gd name="connsiteY353-17730" fmla="*/ 488562 h 1059043"/>
                <a:gd name="connsiteX354-17731" fmla="*/ 2438110 w 3024845"/>
                <a:gd name="connsiteY354-17732" fmla="*/ 603136 h 1059043"/>
                <a:gd name="connsiteX355-17733" fmla="*/ 2460404 w 3024845"/>
                <a:gd name="connsiteY355-17734" fmla="*/ 603136 h 1059043"/>
                <a:gd name="connsiteX356-17735" fmla="*/ 2460404 w 3024845"/>
                <a:gd name="connsiteY356-17736" fmla="*/ 536121 h 1059043"/>
                <a:gd name="connsiteX357-17737" fmla="*/ 2486751 w 3024845"/>
                <a:gd name="connsiteY357-17738" fmla="*/ 536121 h 1059043"/>
                <a:gd name="connsiteX358-17739" fmla="*/ 2490804 w 3024845"/>
                <a:gd name="connsiteY358-17740" fmla="*/ 531797 h 1059043"/>
                <a:gd name="connsiteX359-17741" fmla="*/ 2498911 w 3024845"/>
                <a:gd name="connsiteY359-17742" fmla="*/ 531797 h 1059043"/>
                <a:gd name="connsiteX360-17743" fmla="*/ 2502964 w 3024845"/>
                <a:gd name="connsiteY360-17744" fmla="*/ 536121 h 1059043"/>
                <a:gd name="connsiteX361-17745" fmla="*/ 2525258 w 3024845"/>
                <a:gd name="connsiteY361-17746" fmla="*/ 536121 h 1059043"/>
                <a:gd name="connsiteX362-17747" fmla="*/ 2525258 w 3024845"/>
                <a:gd name="connsiteY362-17748" fmla="*/ 419385 h 1059043"/>
                <a:gd name="connsiteX363-17749" fmla="*/ 2582005 w 3024845"/>
                <a:gd name="connsiteY363-17750" fmla="*/ 408576 h 1059043"/>
                <a:gd name="connsiteX364-17751" fmla="*/ 2582005 w 3024845"/>
                <a:gd name="connsiteY364-17752" fmla="*/ 409657 h 1059043"/>
                <a:gd name="connsiteX365-17753" fmla="*/ 2582005 w 3024845"/>
                <a:gd name="connsiteY365-17754" fmla="*/ 417223 h 1059043"/>
                <a:gd name="connsiteX366-17755" fmla="*/ 2608352 w 3024845"/>
                <a:gd name="connsiteY366-17756" fmla="*/ 417223 h 1059043"/>
                <a:gd name="connsiteX367-17757" fmla="*/ 2608352 w 3024845"/>
                <a:gd name="connsiteY367-17758" fmla="*/ 672313 h 1059043"/>
                <a:gd name="connsiteX368-17759" fmla="*/ 2630646 w 3024845"/>
                <a:gd name="connsiteY368-17760" fmla="*/ 672313 h 1059043"/>
                <a:gd name="connsiteX369-17761" fmla="*/ 2630646 w 3024845"/>
                <a:gd name="connsiteY369-17762" fmla="*/ 667989 h 1059043"/>
                <a:gd name="connsiteX370-17763" fmla="*/ 2642806 w 3024845"/>
                <a:gd name="connsiteY370-17764" fmla="*/ 667989 h 1059043"/>
                <a:gd name="connsiteX371-17765" fmla="*/ 2642806 w 3024845"/>
                <a:gd name="connsiteY371-17766" fmla="*/ 672313 h 1059043"/>
                <a:gd name="connsiteX372-17767" fmla="*/ 2667126 w 3024845"/>
                <a:gd name="connsiteY372-17768" fmla="*/ 672313 h 1059043"/>
                <a:gd name="connsiteX373-17769" fmla="*/ 2667126 w 3024845"/>
                <a:gd name="connsiteY373-17770" fmla="*/ 659342 h 1059043"/>
                <a:gd name="connsiteX374-17771" fmla="*/ 2695500 w 3024845"/>
                <a:gd name="connsiteY374-17772" fmla="*/ 659342 h 1059043"/>
                <a:gd name="connsiteX375-17773" fmla="*/ 2707660 w 3024845"/>
                <a:gd name="connsiteY375-17774" fmla="*/ 655018 h 1059043"/>
                <a:gd name="connsiteX376-17775" fmla="*/ 2727927 w 3024845"/>
                <a:gd name="connsiteY376-17776" fmla="*/ 659342 h 1059043"/>
                <a:gd name="connsiteX377-17777" fmla="*/ 2727927 w 3024845"/>
                <a:gd name="connsiteY377-17778" fmla="*/ 642048 h 1059043"/>
                <a:gd name="connsiteX378-17779" fmla="*/ 2736034 w 3024845"/>
                <a:gd name="connsiteY378-17780" fmla="*/ 642048 h 1059043"/>
                <a:gd name="connsiteX379-17781" fmla="*/ 2736034 w 3024845"/>
                <a:gd name="connsiteY379-17782" fmla="*/ 629077 h 1059043"/>
                <a:gd name="connsiteX380-17783" fmla="*/ 2792781 w 3024845"/>
                <a:gd name="connsiteY380-17784" fmla="*/ 629077 h 1059043"/>
                <a:gd name="connsiteX381-17785" fmla="*/ 2792781 w 3024845"/>
                <a:gd name="connsiteY381-17786" fmla="*/ 598812 h 1059043"/>
                <a:gd name="connsiteX382-17787" fmla="*/ 2811021 w 3024845"/>
                <a:gd name="connsiteY382-17788" fmla="*/ 598812 h 1059043"/>
                <a:gd name="connsiteX383-17789" fmla="*/ 2811021 w 3024845"/>
                <a:gd name="connsiteY383-17790" fmla="*/ 592327 h 1059043"/>
                <a:gd name="connsiteX384-17791" fmla="*/ 2823181 w 3024845"/>
                <a:gd name="connsiteY384-17792" fmla="*/ 592327 h 1059043"/>
                <a:gd name="connsiteX385-17793" fmla="*/ 2823181 w 3024845"/>
                <a:gd name="connsiteY385-17794" fmla="*/ 598812 h 1059043"/>
                <a:gd name="connsiteX386-17795" fmla="*/ 2839395 w 3024845"/>
                <a:gd name="connsiteY386-17796" fmla="*/ 598812 h 1059043"/>
                <a:gd name="connsiteX387-17797" fmla="*/ 2839395 w 3024845"/>
                <a:gd name="connsiteY387-17798" fmla="*/ 648533 h 1059043"/>
                <a:gd name="connsiteX388-17799" fmla="*/ 2871822 w 3024845"/>
                <a:gd name="connsiteY388-17800" fmla="*/ 648533 h 1059043"/>
                <a:gd name="connsiteX389-17801" fmla="*/ 2871822 w 3024845"/>
                <a:gd name="connsiteY389-17802" fmla="*/ 622592 h 1059043"/>
                <a:gd name="connsiteX390-17803" fmla="*/ 2910329 w 3024845"/>
                <a:gd name="connsiteY390-17804" fmla="*/ 622592 h 1059043"/>
                <a:gd name="connsiteX391-17805" fmla="*/ 2910329 w 3024845"/>
                <a:gd name="connsiteY391-17806" fmla="*/ 592327 h 1059043"/>
                <a:gd name="connsiteX392-17807" fmla="*/ 2958970 w 3024845"/>
                <a:gd name="connsiteY392-17808" fmla="*/ 592327 h 1059043"/>
                <a:gd name="connsiteX393-17809" fmla="*/ 2958970 w 3024845"/>
                <a:gd name="connsiteY393-17810" fmla="*/ 703483 h 1059043"/>
                <a:gd name="connsiteX394-17811" fmla="*/ 2958970 w 3024845"/>
                <a:gd name="connsiteY394-17812" fmla="*/ 717262 h 1059043"/>
                <a:gd name="connsiteX395-17813" fmla="*/ 3024845 w 3024845"/>
                <a:gd name="connsiteY395-17814" fmla="*/ 717262 h 1059043"/>
                <a:gd name="connsiteX396-17815" fmla="*/ 3024845 w 3024845"/>
                <a:gd name="connsiteY396-17816" fmla="*/ 1059043 h 1059043"/>
                <a:gd name="connsiteX397-17817" fmla="*/ 2054 w 3024845"/>
                <a:gd name="connsiteY397-17818" fmla="*/ 1056710 h 1059043"/>
                <a:gd name="connsiteX398-17819" fmla="*/ 0 w 3024845"/>
                <a:gd name="connsiteY398-17820" fmla="*/ 622592 h 1059043"/>
                <a:gd name="connsiteX399-17821" fmla="*/ 20267 w 3024845"/>
                <a:gd name="connsiteY399-17822" fmla="*/ 622592 h 1059043"/>
                <a:gd name="connsiteX400-17823" fmla="*/ 20774 w 3024845"/>
                <a:gd name="connsiteY400-17824" fmla="*/ 621511 h 1059043"/>
                <a:gd name="connsiteX401-17825" fmla="*/ 24320 w 3024845"/>
                <a:gd name="connsiteY401-17826" fmla="*/ 613945 h 1059043"/>
                <a:gd name="connsiteX402-17827" fmla="*/ 26094 w 3024845"/>
                <a:gd name="connsiteY402-17828" fmla="*/ 614215 h 1059043"/>
                <a:gd name="connsiteX403-17829" fmla="*/ 38507 w 3024845"/>
                <a:gd name="connsiteY403-17830" fmla="*/ 616106 h 1059043"/>
                <a:gd name="connsiteX404-17831" fmla="*/ 39014 w 3024845"/>
                <a:gd name="connsiteY404-17832" fmla="*/ 617458 h 1059043"/>
                <a:gd name="connsiteX405-17833" fmla="*/ 42560 w 3024845"/>
                <a:gd name="connsiteY405-17834" fmla="*/ 626915 h 1059043"/>
                <a:gd name="connsiteX406-17835" fmla="*/ 68907 w 3024845"/>
                <a:gd name="connsiteY406-17836" fmla="*/ 629077 h 1059043"/>
                <a:gd name="connsiteX407-17837" fmla="*/ 68907 w 3024845"/>
                <a:gd name="connsiteY407-17838" fmla="*/ 505856 h 1059043"/>
                <a:gd name="connsiteX408-17839" fmla="*/ 70934 w 3024845"/>
                <a:gd name="connsiteY408-17840" fmla="*/ 505856 h 1059043"/>
                <a:gd name="connsiteX409-17841" fmla="*/ 85121 w 3024845"/>
                <a:gd name="connsiteY409-17842" fmla="*/ 505856 h 1059043"/>
                <a:gd name="connsiteX410-17843" fmla="*/ 85121 w 3024845"/>
                <a:gd name="connsiteY410-17844" fmla="*/ 369664 h 1059043"/>
                <a:gd name="connsiteX411-17845" fmla="*/ 86894 w 3024845"/>
                <a:gd name="connsiteY411-17846" fmla="*/ 369664 h 1059043"/>
                <a:gd name="connsiteX412-17847" fmla="*/ 99308 w 3024845"/>
                <a:gd name="connsiteY412-17848" fmla="*/ 369664 h 1059043"/>
                <a:gd name="connsiteX413-17849" fmla="*/ 99308 w 3024845"/>
                <a:gd name="connsiteY413-17850" fmla="*/ 255090 h 1059043"/>
                <a:gd name="connsiteX414-17851" fmla="*/ 103361 w 3024845"/>
                <a:gd name="connsiteY414-17852" fmla="*/ 226986 h 1059043"/>
                <a:gd name="connsiteX415-17853" fmla="*/ 105388 w 3024845"/>
                <a:gd name="connsiteY415-17854" fmla="*/ 226986 h 1059043"/>
                <a:gd name="connsiteX416-17855" fmla="*/ 119575 w 3024845"/>
                <a:gd name="connsiteY416-17856" fmla="*/ 226986 h 1059043"/>
                <a:gd name="connsiteX0-17857" fmla="*/ 119575 w 3024845"/>
                <a:gd name="connsiteY0-17858" fmla="*/ 226986 h 1059043"/>
                <a:gd name="connsiteX1-17859" fmla="*/ 200642 w 3024845"/>
                <a:gd name="connsiteY1-17860" fmla="*/ 224825 h 1059043"/>
                <a:gd name="connsiteX2-17861" fmla="*/ 202669 w 3024845"/>
                <a:gd name="connsiteY2-17862" fmla="*/ 224825 h 1059043"/>
                <a:gd name="connsiteX3-17863" fmla="*/ 216856 w 3024845"/>
                <a:gd name="connsiteY3-17864" fmla="*/ 224825 h 1059043"/>
                <a:gd name="connsiteX4-17865" fmla="*/ 216856 w 3024845"/>
                <a:gd name="connsiteY4-17866" fmla="*/ 248604 h 1059043"/>
                <a:gd name="connsiteX5-17867" fmla="*/ 217363 w 3024845"/>
                <a:gd name="connsiteY5-17868" fmla="*/ 249415 h 1059043"/>
                <a:gd name="connsiteX6-17869" fmla="*/ 220909 w 3024845"/>
                <a:gd name="connsiteY6-17870" fmla="*/ 255090 h 1059043"/>
                <a:gd name="connsiteX7-17871" fmla="*/ 220909 w 3024845"/>
                <a:gd name="connsiteY7-17872" fmla="*/ 369664 h 1059043"/>
                <a:gd name="connsiteX8-17873" fmla="*/ 223189 w 3024845"/>
                <a:gd name="connsiteY8-17874" fmla="*/ 369664 h 1059043"/>
                <a:gd name="connsiteX9-17875" fmla="*/ 239150 w 3024845"/>
                <a:gd name="connsiteY9-17876" fmla="*/ 369664 h 1059043"/>
                <a:gd name="connsiteX10-17877" fmla="*/ 239150 w 3024845"/>
                <a:gd name="connsiteY10-17878" fmla="*/ 510179 h 1059043"/>
                <a:gd name="connsiteX11-17879" fmla="*/ 240670 w 3024845"/>
                <a:gd name="connsiteY11-17880" fmla="*/ 509909 h 1059043"/>
                <a:gd name="connsiteX12-17881" fmla="*/ 251310 w 3024845"/>
                <a:gd name="connsiteY12-17882" fmla="*/ 508018 h 1059043"/>
                <a:gd name="connsiteX13-17883" fmla="*/ 249283 w 3024845"/>
                <a:gd name="connsiteY13-17884" fmla="*/ 596650 h 1059043"/>
                <a:gd name="connsiteX14-17885" fmla="*/ 250803 w 3024845"/>
                <a:gd name="connsiteY14-17886" fmla="*/ 596921 h 1059043"/>
                <a:gd name="connsiteX15-17887" fmla="*/ 261443 w 3024845"/>
                <a:gd name="connsiteY15-17888" fmla="*/ 598812 h 1059043"/>
                <a:gd name="connsiteX16-17889" fmla="*/ 261696 w 3024845"/>
                <a:gd name="connsiteY16-17890" fmla="*/ 599623 h 1059043"/>
                <a:gd name="connsiteX17-17891" fmla="*/ 263470 w 3024845"/>
                <a:gd name="connsiteY17-17892" fmla="*/ 605298 h 1059043"/>
                <a:gd name="connsiteX18-17893" fmla="*/ 264230 w 3024845"/>
                <a:gd name="connsiteY18-17894" fmla="*/ 602866 h 1059043"/>
                <a:gd name="connsiteX19-17895" fmla="*/ 269550 w 3024845"/>
                <a:gd name="connsiteY19-17896" fmla="*/ 585842 h 1059043"/>
                <a:gd name="connsiteX20-17897" fmla="*/ 271323 w 3024845"/>
                <a:gd name="connsiteY20-17898" fmla="*/ 585842 h 1059043"/>
                <a:gd name="connsiteX21-17899" fmla="*/ 283737 w 3024845"/>
                <a:gd name="connsiteY21-17900" fmla="*/ 585842 h 1059043"/>
                <a:gd name="connsiteX22-17901" fmla="*/ 283737 w 3024845"/>
                <a:gd name="connsiteY22-17902" fmla="*/ 618268 h 1059043"/>
                <a:gd name="connsiteX23-17903" fmla="*/ 284750 w 3024845"/>
                <a:gd name="connsiteY23-17904" fmla="*/ 618809 h 1059043"/>
                <a:gd name="connsiteX24-17905" fmla="*/ 291844 w 3024845"/>
                <a:gd name="connsiteY24-17906" fmla="*/ 622592 h 1059043"/>
                <a:gd name="connsiteX25-17907" fmla="*/ 291844 w 3024845"/>
                <a:gd name="connsiteY25-17908" fmla="*/ 623943 h 1059043"/>
                <a:gd name="connsiteX26-17909" fmla="*/ 291844 w 3024845"/>
                <a:gd name="connsiteY26-17910" fmla="*/ 633401 h 1059043"/>
                <a:gd name="connsiteX27-17911" fmla="*/ 336431 w 3024845"/>
                <a:gd name="connsiteY27-17912" fmla="*/ 633401 h 1059043"/>
                <a:gd name="connsiteX28-17913" fmla="*/ 336431 w 3024845"/>
                <a:gd name="connsiteY28-17914" fmla="*/ 634482 h 1059043"/>
                <a:gd name="connsiteX29-17915" fmla="*/ 336431 w 3024845"/>
                <a:gd name="connsiteY29-17916" fmla="*/ 642048 h 1059043"/>
                <a:gd name="connsiteX30-17917" fmla="*/ 338457 w 3024845"/>
                <a:gd name="connsiteY30-17918" fmla="*/ 642048 h 1059043"/>
                <a:gd name="connsiteX31-17919" fmla="*/ 352644 w 3024845"/>
                <a:gd name="connsiteY31-17920" fmla="*/ 642048 h 1059043"/>
                <a:gd name="connsiteX32-17921" fmla="*/ 352644 w 3024845"/>
                <a:gd name="connsiteY32-17922" fmla="*/ 611783 h 1059043"/>
                <a:gd name="connsiteX33-17923" fmla="*/ 397231 w 3024845"/>
                <a:gd name="connsiteY33-17924" fmla="*/ 611783 h 1059043"/>
                <a:gd name="connsiteX34-17925" fmla="*/ 397231 w 3024845"/>
                <a:gd name="connsiteY34-17926" fmla="*/ 610432 h 1059043"/>
                <a:gd name="connsiteX35-17927" fmla="*/ 397231 w 3024845"/>
                <a:gd name="connsiteY35-17928" fmla="*/ 600974 h 1059043"/>
                <a:gd name="connsiteX36-17929" fmla="*/ 398245 w 3024845"/>
                <a:gd name="connsiteY36-17930" fmla="*/ 600974 h 1059043"/>
                <a:gd name="connsiteX37-17931" fmla="*/ 405338 w 3024845"/>
                <a:gd name="connsiteY37-17932" fmla="*/ 600974 h 1059043"/>
                <a:gd name="connsiteX38-17933" fmla="*/ 405338 w 3024845"/>
                <a:gd name="connsiteY38-17934" fmla="*/ 599083 h 1059043"/>
                <a:gd name="connsiteX39-17935" fmla="*/ 405338 w 3024845"/>
                <a:gd name="connsiteY39-17936" fmla="*/ 585842 h 1059043"/>
                <a:gd name="connsiteX40-17937" fmla="*/ 406098 w 3024845"/>
                <a:gd name="connsiteY40-17938" fmla="*/ 585842 h 1059043"/>
                <a:gd name="connsiteX41-17939" fmla="*/ 411418 w 3024845"/>
                <a:gd name="connsiteY41-17940" fmla="*/ 585842 h 1059043"/>
                <a:gd name="connsiteX42-17941" fmla="*/ 411418 w 3024845"/>
                <a:gd name="connsiteY42-17942" fmla="*/ 584761 h 1059043"/>
                <a:gd name="connsiteX43-17943" fmla="*/ 411418 w 3024845"/>
                <a:gd name="connsiteY43-17944" fmla="*/ 577194 h 1059043"/>
                <a:gd name="connsiteX44-17945" fmla="*/ 413445 w 3024845"/>
                <a:gd name="connsiteY44-17946" fmla="*/ 577194 h 1059043"/>
                <a:gd name="connsiteX45-17947" fmla="*/ 427632 w 3024845"/>
                <a:gd name="connsiteY45-17948" fmla="*/ 577194 h 1059043"/>
                <a:gd name="connsiteX46-17949" fmla="*/ 427632 w 3024845"/>
                <a:gd name="connsiteY46-17950" fmla="*/ 578275 h 1059043"/>
                <a:gd name="connsiteX47-17951" fmla="*/ 427632 w 3024845"/>
                <a:gd name="connsiteY47-17952" fmla="*/ 585842 h 1059043"/>
                <a:gd name="connsiteX48-17953" fmla="*/ 449925 w 3024845"/>
                <a:gd name="connsiteY48-17954" fmla="*/ 585842 h 1059043"/>
                <a:gd name="connsiteX49-17955" fmla="*/ 449925 w 3024845"/>
                <a:gd name="connsiteY49-17956" fmla="*/ 583950 h 1059043"/>
                <a:gd name="connsiteX50-17957" fmla="*/ 449925 w 3024845"/>
                <a:gd name="connsiteY50-17958" fmla="*/ 570709 h 1059043"/>
                <a:gd name="connsiteX51-17959" fmla="*/ 451699 w 3024845"/>
                <a:gd name="connsiteY51-17960" fmla="*/ 570709 h 1059043"/>
                <a:gd name="connsiteX52-17961" fmla="*/ 464112 w 3024845"/>
                <a:gd name="connsiteY52-17962" fmla="*/ 570709 h 1059043"/>
                <a:gd name="connsiteX53-17963" fmla="*/ 464112 w 3024845"/>
                <a:gd name="connsiteY53-17964" fmla="*/ 594489 h 1059043"/>
                <a:gd name="connsiteX54-17965" fmla="*/ 465126 w 3024845"/>
                <a:gd name="connsiteY54-17966" fmla="*/ 594489 h 1059043"/>
                <a:gd name="connsiteX55-17967" fmla="*/ 472219 w 3024845"/>
                <a:gd name="connsiteY55-17968" fmla="*/ 594489 h 1059043"/>
                <a:gd name="connsiteX56-17969" fmla="*/ 472219 w 3024845"/>
                <a:gd name="connsiteY56-17970" fmla="*/ 593408 h 1059043"/>
                <a:gd name="connsiteX57-17971" fmla="*/ 472219 w 3024845"/>
                <a:gd name="connsiteY57-17972" fmla="*/ 585842 h 1059043"/>
                <a:gd name="connsiteX58-17973" fmla="*/ 473992 w 3024845"/>
                <a:gd name="connsiteY58-17974" fmla="*/ 585842 h 1059043"/>
                <a:gd name="connsiteX59-17975" fmla="*/ 486406 w 3024845"/>
                <a:gd name="connsiteY59-17976" fmla="*/ 585842 h 1059043"/>
                <a:gd name="connsiteX60-17977" fmla="*/ 486406 w 3024845"/>
                <a:gd name="connsiteY60-17978" fmla="*/ 611783 h 1059043"/>
                <a:gd name="connsiteX61-17979" fmla="*/ 488433 w 3024845"/>
                <a:gd name="connsiteY61-17980" fmla="*/ 611783 h 1059043"/>
                <a:gd name="connsiteX62-17981" fmla="*/ 502619 w 3024845"/>
                <a:gd name="connsiteY62-17982" fmla="*/ 611783 h 1059043"/>
                <a:gd name="connsiteX63-17983" fmla="*/ 502619 w 3024845"/>
                <a:gd name="connsiteY63-17984" fmla="*/ 613404 h 1059043"/>
                <a:gd name="connsiteX64-17985" fmla="*/ 502619 w 3024845"/>
                <a:gd name="connsiteY64-17986" fmla="*/ 624754 h 1059043"/>
                <a:gd name="connsiteX65-17987" fmla="*/ 503379 w 3024845"/>
                <a:gd name="connsiteY65-17988" fmla="*/ 624754 h 1059043"/>
                <a:gd name="connsiteX66-17989" fmla="*/ 508700 w 3024845"/>
                <a:gd name="connsiteY66-17990" fmla="*/ 624754 h 1059043"/>
                <a:gd name="connsiteX67-17991" fmla="*/ 508700 w 3024845"/>
                <a:gd name="connsiteY67-17992" fmla="*/ 623943 h 1059043"/>
                <a:gd name="connsiteX68-17993" fmla="*/ 508700 w 3024845"/>
                <a:gd name="connsiteY68-17994" fmla="*/ 618268 h 1059043"/>
                <a:gd name="connsiteX69-17995" fmla="*/ 539100 w 3024845"/>
                <a:gd name="connsiteY69-17996" fmla="*/ 618268 h 1059043"/>
                <a:gd name="connsiteX70-17997" fmla="*/ 539100 w 3024845"/>
                <a:gd name="connsiteY70-17998" fmla="*/ 642048 h 1059043"/>
                <a:gd name="connsiteX71-17999" fmla="*/ 540113 w 3024845"/>
                <a:gd name="connsiteY71-18000" fmla="*/ 642048 h 1059043"/>
                <a:gd name="connsiteX72-18001" fmla="*/ 547207 w 3024845"/>
                <a:gd name="connsiteY72-18002" fmla="*/ 642048 h 1059043"/>
                <a:gd name="connsiteX73-18003" fmla="*/ 547207 w 3024845"/>
                <a:gd name="connsiteY73-18004" fmla="*/ 643129 h 1059043"/>
                <a:gd name="connsiteX74-18005" fmla="*/ 547207 w 3024845"/>
                <a:gd name="connsiteY74-18006" fmla="*/ 650695 h 1059043"/>
                <a:gd name="connsiteX75-18007" fmla="*/ 547967 w 3024845"/>
                <a:gd name="connsiteY75-18008" fmla="*/ 650695 h 1059043"/>
                <a:gd name="connsiteX76-18009" fmla="*/ 553287 w 3024845"/>
                <a:gd name="connsiteY76-18010" fmla="*/ 650695 h 1059043"/>
                <a:gd name="connsiteX77-18011" fmla="*/ 553287 w 3024845"/>
                <a:gd name="connsiteY77-18012" fmla="*/ 648533 h 1059043"/>
                <a:gd name="connsiteX78-18013" fmla="*/ 553287 w 3024845"/>
                <a:gd name="connsiteY78-18014" fmla="*/ 633401 h 1059043"/>
                <a:gd name="connsiteX79-18015" fmla="*/ 554300 w 3024845"/>
                <a:gd name="connsiteY79-18016" fmla="*/ 633401 h 1059043"/>
                <a:gd name="connsiteX80-18017" fmla="*/ 561394 w 3024845"/>
                <a:gd name="connsiteY80-18018" fmla="*/ 633401 h 1059043"/>
                <a:gd name="connsiteX81-18019" fmla="*/ 561394 w 3024845"/>
                <a:gd name="connsiteY81-18020" fmla="*/ 634482 h 1059043"/>
                <a:gd name="connsiteX82-18021" fmla="*/ 561394 w 3024845"/>
                <a:gd name="connsiteY82-18022" fmla="*/ 642048 h 1059043"/>
                <a:gd name="connsiteX83-18023" fmla="*/ 566714 w 3024845"/>
                <a:gd name="connsiteY83-18024" fmla="*/ 640055 h 1059043"/>
                <a:gd name="connsiteX84-18025" fmla="*/ 567474 w 3024845"/>
                <a:gd name="connsiteY84-18026" fmla="*/ 639075 h 1059043"/>
                <a:gd name="connsiteX85-18027" fmla="*/ 567474 w 3024845"/>
                <a:gd name="connsiteY85-18028" fmla="*/ 633401 h 1059043"/>
                <a:gd name="connsiteX86-18029" fmla="*/ 605981 w 3024845"/>
                <a:gd name="connsiteY86-18030" fmla="*/ 633401 h 1059043"/>
                <a:gd name="connsiteX87-18031" fmla="*/ 605981 w 3024845"/>
                <a:gd name="connsiteY87-18032" fmla="*/ 657180 h 1059043"/>
                <a:gd name="connsiteX88-18033" fmla="*/ 608007 w 3024845"/>
                <a:gd name="connsiteY88-18034" fmla="*/ 657180 h 1059043"/>
                <a:gd name="connsiteX89-18035" fmla="*/ 622194 w 3024845"/>
                <a:gd name="connsiteY89-18036" fmla="*/ 657180 h 1059043"/>
                <a:gd name="connsiteX90-18037" fmla="*/ 622194 w 3024845"/>
                <a:gd name="connsiteY90-18038" fmla="*/ 658261 h 1059043"/>
                <a:gd name="connsiteX91-18039" fmla="*/ 622194 w 3024845"/>
                <a:gd name="connsiteY91-18040" fmla="*/ 665827 h 1059043"/>
                <a:gd name="connsiteX92-18041" fmla="*/ 623968 w 3024845"/>
                <a:gd name="connsiteY92-18042" fmla="*/ 665827 h 1059043"/>
                <a:gd name="connsiteX93-18043" fmla="*/ 636381 w 3024845"/>
                <a:gd name="connsiteY93-18044" fmla="*/ 665827 h 1059043"/>
                <a:gd name="connsiteX94-18045" fmla="*/ 636381 w 3024845"/>
                <a:gd name="connsiteY94-18046" fmla="*/ 642048 h 1059043"/>
                <a:gd name="connsiteX95-18047" fmla="*/ 637394 w 3024845"/>
                <a:gd name="connsiteY95-18048" fmla="*/ 642048 h 1059043"/>
                <a:gd name="connsiteX96-18049" fmla="*/ 644488 w 3024845"/>
                <a:gd name="connsiteY96-18050" fmla="*/ 642048 h 1059043"/>
                <a:gd name="connsiteX97-18051" fmla="*/ 644488 w 3024845"/>
                <a:gd name="connsiteY97-18052" fmla="*/ 609621 h 1059043"/>
                <a:gd name="connsiteX98-18053" fmla="*/ 645501 w 3024845"/>
                <a:gd name="connsiteY98-18054" fmla="*/ 609621 h 1059043"/>
                <a:gd name="connsiteX99-18055" fmla="*/ 652595 w 3024845"/>
                <a:gd name="connsiteY99-18056" fmla="*/ 609621 h 1059043"/>
                <a:gd name="connsiteX100-18057" fmla="*/ 652595 w 3024845"/>
                <a:gd name="connsiteY100-18058" fmla="*/ 607730 h 1059043"/>
                <a:gd name="connsiteX101-18059" fmla="*/ 652595 w 3024845"/>
                <a:gd name="connsiteY101-18060" fmla="*/ 594489 h 1059043"/>
                <a:gd name="connsiteX102-18061" fmla="*/ 651328 w 3024845"/>
                <a:gd name="connsiteY102-18062" fmla="*/ 592867 h 1059043"/>
                <a:gd name="connsiteX103-18063" fmla="*/ 656648 w 3024845"/>
                <a:gd name="connsiteY103-18064" fmla="*/ 581518 h 1059043"/>
                <a:gd name="connsiteX104-18065" fmla="*/ 664755 w 3024845"/>
                <a:gd name="connsiteY104-18066" fmla="*/ 609621 h 1059043"/>
                <a:gd name="connsiteX105-18067" fmla="*/ 665515 w 3024845"/>
                <a:gd name="connsiteY105-18068" fmla="*/ 609621 h 1059043"/>
                <a:gd name="connsiteX106-18069" fmla="*/ 670835 w 3024845"/>
                <a:gd name="connsiteY106-18070" fmla="*/ 609621 h 1059043"/>
                <a:gd name="connsiteX107-18071" fmla="*/ 670835 w 3024845"/>
                <a:gd name="connsiteY107-18072" fmla="*/ 503694 h 1059043"/>
                <a:gd name="connsiteX108-18073" fmla="*/ 672355 w 3024845"/>
                <a:gd name="connsiteY108-18074" fmla="*/ 503694 h 1059043"/>
                <a:gd name="connsiteX109-18075" fmla="*/ 682995 w 3024845"/>
                <a:gd name="connsiteY109-18076" fmla="*/ 503694 h 1059043"/>
                <a:gd name="connsiteX110-18077" fmla="*/ 682995 w 3024845"/>
                <a:gd name="connsiteY110-18078" fmla="*/ 456135 h 1059043"/>
                <a:gd name="connsiteX111-18079" fmla="*/ 709342 w 3024845"/>
                <a:gd name="connsiteY111-18080" fmla="*/ 456135 h 1059043"/>
                <a:gd name="connsiteX112-18081" fmla="*/ 709342 w 3024845"/>
                <a:gd name="connsiteY112-18082" fmla="*/ 434517 h 1059043"/>
                <a:gd name="connsiteX113-18083" fmla="*/ 743796 w 3024845"/>
                <a:gd name="connsiteY113-18084" fmla="*/ 434517 h 1059043"/>
                <a:gd name="connsiteX114-18085" fmla="*/ 743796 w 3024845"/>
                <a:gd name="connsiteY114-18086" fmla="*/ 436949 h 1059043"/>
                <a:gd name="connsiteX115-18087" fmla="*/ 743796 w 3024845"/>
                <a:gd name="connsiteY115-18088" fmla="*/ 453973 h 1059043"/>
                <a:gd name="connsiteX116-18089" fmla="*/ 746076 w 3024845"/>
                <a:gd name="connsiteY116-18090" fmla="*/ 453973 h 1059043"/>
                <a:gd name="connsiteX117-18091" fmla="*/ 762036 w 3024845"/>
                <a:gd name="connsiteY117-18092" fmla="*/ 453973 h 1059043"/>
                <a:gd name="connsiteX118-18093" fmla="*/ 762036 w 3024845"/>
                <a:gd name="connsiteY118-18094" fmla="*/ 501532 h 1059043"/>
                <a:gd name="connsiteX119-18095" fmla="*/ 763049 w 3024845"/>
                <a:gd name="connsiteY119-18096" fmla="*/ 501532 h 1059043"/>
                <a:gd name="connsiteX120-18097" fmla="*/ 770143 w 3024845"/>
                <a:gd name="connsiteY120-18098" fmla="*/ 501532 h 1059043"/>
                <a:gd name="connsiteX121-18099" fmla="*/ 784330 w 3024845"/>
                <a:gd name="connsiteY121-18100" fmla="*/ 505856 h 1059043"/>
                <a:gd name="connsiteX122-18101" fmla="*/ 784330 w 3024845"/>
                <a:gd name="connsiteY122-18102" fmla="*/ 544768 h 1059043"/>
                <a:gd name="connsiteX123-18103" fmla="*/ 785343 w 3024845"/>
                <a:gd name="connsiteY123-18104" fmla="*/ 544768 h 1059043"/>
                <a:gd name="connsiteX124-18105" fmla="*/ 792436 w 3024845"/>
                <a:gd name="connsiteY124-18106" fmla="*/ 544768 h 1059043"/>
                <a:gd name="connsiteX125-18107" fmla="*/ 792436 w 3024845"/>
                <a:gd name="connsiteY125-18108" fmla="*/ 546389 h 1059043"/>
                <a:gd name="connsiteX126-18109" fmla="*/ 792436 w 3024845"/>
                <a:gd name="connsiteY126-18110" fmla="*/ 557738 h 1059043"/>
                <a:gd name="connsiteX127-18111" fmla="*/ 794463 w 3024845"/>
                <a:gd name="connsiteY127-18112" fmla="*/ 557738 h 1059043"/>
                <a:gd name="connsiteX128-18113" fmla="*/ 808650 w 3024845"/>
                <a:gd name="connsiteY128-18114" fmla="*/ 557738 h 1059043"/>
                <a:gd name="connsiteX129-18115" fmla="*/ 814730 w 3024845"/>
                <a:gd name="connsiteY129-18116" fmla="*/ 564224 h 1059043"/>
                <a:gd name="connsiteX130-18117" fmla="*/ 814730 w 3024845"/>
                <a:gd name="connsiteY130-18118" fmla="*/ 585842 h 1059043"/>
                <a:gd name="connsiteX131-18119" fmla="*/ 817010 w 3024845"/>
                <a:gd name="connsiteY131-18120" fmla="*/ 585842 h 1059043"/>
                <a:gd name="connsiteX132-18121" fmla="*/ 832970 w 3024845"/>
                <a:gd name="connsiteY132-18122" fmla="*/ 585842 h 1059043"/>
                <a:gd name="connsiteX133-18123" fmla="*/ 832970 w 3024845"/>
                <a:gd name="connsiteY133-18124" fmla="*/ 586922 h 1059043"/>
                <a:gd name="connsiteX134-18125" fmla="*/ 832970 w 3024845"/>
                <a:gd name="connsiteY134-18126" fmla="*/ 594489 h 1059043"/>
                <a:gd name="connsiteX135-18127" fmla="*/ 834237 w 3024845"/>
                <a:gd name="connsiteY135-18128" fmla="*/ 594489 h 1059043"/>
                <a:gd name="connsiteX136-18129" fmla="*/ 843104 w 3024845"/>
                <a:gd name="connsiteY136-18130" fmla="*/ 594489 h 1059043"/>
                <a:gd name="connsiteX137-18131" fmla="*/ 843104 w 3024845"/>
                <a:gd name="connsiteY137-18132" fmla="*/ 596650 h 1059043"/>
                <a:gd name="connsiteX138-18133" fmla="*/ 843104 w 3024845"/>
                <a:gd name="connsiteY138-18134" fmla="*/ 611783 h 1059043"/>
                <a:gd name="connsiteX139-18135" fmla="*/ 847157 w 3024845"/>
                <a:gd name="connsiteY139-18136" fmla="*/ 609891 h 1059043"/>
                <a:gd name="connsiteX140-18137" fmla="*/ 847157 w 3024845"/>
                <a:gd name="connsiteY140-18138" fmla="*/ 596650 h 1059043"/>
                <a:gd name="connsiteX141-18139" fmla="*/ 848170 w 3024845"/>
                <a:gd name="connsiteY141-18140" fmla="*/ 596650 h 1059043"/>
                <a:gd name="connsiteX142-18141" fmla="*/ 855264 w 3024845"/>
                <a:gd name="connsiteY142-18142" fmla="*/ 596650 h 1059043"/>
                <a:gd name="connsiteX143-18143" fmla="*/ 855264 w 3024845"/>
                <a:gd name="connsiteY143-18144" fmla="*/ 598272 h 1059043"/>
                <a:gd name="connsiteX144-18145" fmla="*/ 855264 w 3024845"/>
                <a:gd name="connsiteY144-18146" fmla="*/ 609621 h 1059043"/>
                <a:gd name="connsiteX145-18147" fmla="*/ 856024 w 3024845"/>
                <a:gd name="connsiteY145-18148" fmla="*/ 609621 h 1059043"/>
                <a:gd name="connsiteX146-18149" fmla="*/ 861344 w 3024845"/>
                <a:gd name="connsiteY146-18150" fmla="*/ 609621 h 1059043"/>
                <a:gd name="connsiteX147-18151" fmla="*/ 909984 w 3024845"/>
                <a:gd name="connsiteY147-18152" fmla="*/ 605298 h 1059043"/>
                <a:gd name="connsiteX148-18153" fmla="*/ 909984 w 3024845"/>
                <a:gd name="connsiteY148-18154" fmla="*/ 606649 h 1059043"/>
                <a:gd name="connsiteX149-18155" fmla="*/ 909984 w 3024845"/>
                <a:gd name="connsiteY149-18156" fmla="*/ 616106 h 1059043"/>
                <a:gd name="connsiteX150-18157" fmla="*/ 910744 w 3024845"/>
                <a:gd name="connsiteY150-18158" fmla="*/ 616106 h 1059043"/>
                <a:gd name="connsiteX151-18159" fmla="*/ 916065 w 3024845"/>
                <a:gd name="connsiteY151-18160" fmla="*/ 616106 h 1059043"/>
                <a:gd name="connsiteX152-18161" fmla="*/ 916065 w 3024845"/>
                <a:gd name="connsiteY152-18162" fmla="*/ 618268 h 1059043"/>
                <a:gd name="connsiteX153-18163" fmla="*/ 916065 w 3024845"/>
                <a:gd name="connsiteY153-18164" fmla="*/ 633401 h 1059043"/>
                <a:gd name="connsiteX154-18165" fmla="*/ 918091 w 3024845"/>
                <a:gd name="connsiteY154-18166" fmla="*/ 632050 h 1059043"/>
                <a:gd name="connsiteX155-18167" fmla="*/ 932278 w 3024845"/>
                <a:gd name="connsiteY155-18168" fmla="*/ 622592 h 1059043"/>
                <a:gd name="connsiteX156-18169" fmla="*/ 938358 w 3024845"/>
                <a:gd name="connsiteY156-18170" fmla="*/ 581518 h 1059043"/>
                <a:gd name="connsiteX157-18171" fmla="*/ 939118 w 3024845"/>
                <a:gd name="connsiteY157-18172" fmla="*/ 581248 h 1059043"/>
                <a:gd name="connsiteX158-18173" fmla="*/ 944438 w 3024845"/>
                <a:gd name="connsiteY158-18174" fmla="*/ 579356 h 1059043"/>
                <a:gd name="connsiteX159-18175" fmla="*/ 946465 w 3024845"/>
                <a:gd name="connsiteY159-18176" fmla="*/ 510179 h 1059043"/>
                <a:gd name="connsiteX160-18177" fmla="*/ 948492 w 3024845"/>
                <a:gd name="connsiteY160-18178" fmla="*/ 579356 h 1059043"/>
                <a:gd name="connsiteX161-18179" fmla="*/ 949252 w 3024845"/>
                <a:gd name="connsiteY161-18180" fmla="*/ 579626 h 1059043"/>
                <a:gd name="connsiteX162-18181" fmla="*/ 954572 w 3024845"/>
                <a:gd name="connsiteY162-18182" fmla="*/ 581518 h 1059043"/>
                <a:gd name="connsiteX163-18183" fmla="*/ 954572 w 3024845"/>
                <a:gd name="connsiteY163-18184" fmla="*/ 495047 h 1059043"/>
                <a:gd name="connsiteX164-18185" fmla="*/ 958625 w 3024845"/>
                <a:gd name="connsiteY164-18186" fmla="*/ 462620 h 1059043"/>
                <a:gd name="connsiteX165-18187" fmla="*/ 997132 w 3024845"/>
                <a:gd name="connsiteY165-18188" fmla="*/ 462620 h 1059043"/>
                <a:gd name="connsiteX166-18189" fmla="*/ 997132 w 3024845"/>
                <a:gd name="connsiteY166-18190" fmla="*/ 495047 h 1059043"/>
                <a:gd name="connsiteX167-18191" fmla="*/ 997892 w 3024845"/>
                <a:gd name="connsiteY167-18192" fmla="*/ 495047 h 1059043"/>
                <a:gd name="connsiteX168-18193" fmla="*/ 1003212 w 3024845"/>
                <a:gd name="connsiteY168-18194" fmla="*/ 495047 h 1059043"/>
                <a:gd name="connsiteX169-18195" fmla="*/ 1003212 w 3024845"/>
                <a:gd name="connsiteY169-18196" fmla="*/ 412899 h 1059043"/>
                <a:gd name="connsiteX170-18197" fmla="*/ 1004986 w 3024845"/>
                <a:gd name="connsiteY170-18198" fmla="*/ 412899 h 1059043"/>
                <a:gd name="connsiteX171-18199" fmla="*/ 1017399 w 3024845"/>
                <a:gd name="connsiteY171-18200" fmla="*/ 412899 h 1059043"/>
                <a:gd name="connsiteX172-18201" fmla="*/ 1017399 w 3024845"/>
                <a:gd name="connsiteY172-18202" fmla="*/ 411008 h 1059043"/>
                <a:gd name="connsiteX173-18203" fmla="*/ 1017399 w 3024845"/>
                <a:gd name="connsiteY173-18204" fmla="*/ 397767 h 1059043"/>
                <a:gd name="connsiteX174-18205" fmla="*/ 1039693 w 3024845"/>
                <a:gd name="connsiteY174-18206" fmla="*/ 397767 h 1059043"/>
                <a:gd name="connsiteX175-18207" fmla="*/ 1039693 w 3024845"/>
                <a:gd name="connsiteY175-18208" fmla="*/ 396686 h 1059043"/>
                <a:gd name="connsiteX176-18209" fmla="*/ 1039693 w 3024845"/>
                <a:gd name="connsiteY176-18210" fmla="*/ 389120 h 1059043"/>
                <a:gd name="connsiteX177-18211" fmla="*/ 1041466 w 3024845"/>
                <a:gd name="connsiteY177-18212" fmla="*/ 389120 h 1059043"/>
                <a:gd name="connsiteX178-18213" fmla="*/ 1053880 w 3024845"/>
                <a:gd name="connsiteY178-18214" fmla="*/ 389120 h 1059043"/>
                <a:gd name="connsiteX179-18215" fmla="*/ 1053880 w 3024845"/>
                <a:gd name="connsiteY179-18216" fmla="*/ 390201 h 1059043"/>
                <a:gd name="connsiteX180-18217" fmla="*/ 1053880 w 3024845"/>
                <a:gd name="connsiteY180-18218" fmla="*/ 397767 h 1059043"/>
                <a:gd name="connsiteX181-18219" fmla="*/ 1054640 w 3024845"/>
                <a:gd name="connsiteY181-18220" fmla="*/ 397767 h 1059043"/>
                <a:gd name="connsiteX182-18221" fmla="*/ 1059960 w 3024845"/>
                <a:gd name="connsiteY182-18222" fmla="*/ 397767 h 1059043"/>
                <a:gd name="connsiteX183-18223" fmla="*/ 1070093 w 3024845"/>
                <a:gd name="connsiteY183-18224" fmla="*/ 393443 h 1059043"/>
                <a:gd name="connsiteX184-18225" fmla="*/ 1074146 w 3024845"/>
                <a:gd name="connsiteY184-18226" fmla="*/ 396686 h 1059043"/>
                <a:gd name="connsiteX185-18227" fmla="*/ 1074146 w 3024845"/>
                <a:gd name="connsiteY185-18228" fmla="*/ 389120 h 1059043"/>
                <a:gd name="connsiteX186-18229" fmla="*/ 1076426 w 3024845"/>
                <a:gd name="connsiteY186-18230" fmla="*/ 389120 h 1059043"/>
                <a:gd name="connsiteX187-18231" fmla="*/ 1092387 w 3024845"/>
                <a:gd name="connsiteY187-18232" fmla="*/ 389120 h 1059043"/>
                <a:gd name="connsiteX188-18233" fmla="*/ 1092387 w 3024845"/>
                <a:gd name="connsiteY188-18234" fmla="*/ 390201 h 1059043"/>
                <a:gd name="connsiteX189-18235" fmla="*/ 1092387 w 3024845"/>
                <a:gd name="connsiteY189-18236" fmla="*/ 397767 h 1059043"/>
                <a:gd name="connsiteX190-18237" fmla="*/ 1122787 w 3024845"/>
                <a:gd name="connsiteY190-18238" fmla="*/ 397767 h 1059043"/>
                <a:gd name="connsiteX191-18239" fmla="*/ 1122787 w 3024845"/>
                <a:gd name="connsiteY191-18240" fmla="*/ 399388 h 1059043"/>
                <a:gd name="connsiteX192-18241" fmla="*/ 1122787 w 3024845"/>
                <a:gd name="connsiteY192-18242" fmla="*/ 410738 h 1059043"/>
                <a:gd name="connsiteX193-18243" fmla="*/ 1149134 w 3024845"/>
                <a:gd name="connsiteY193-18244" fmla="*/ 410738 h 1059043"/>
                <a:gd name="connsiteX194-18245" fmla="*/ 1149134 w 3024845"/>
                <a:gd name="connsiteY194-18246" fmla="*/ 441002 h 1059043"/>
                <a:gd name="connsiteX195-18247" fmla="*/ 1149894 w 3024845"/>
                <a:gd name="connsiteY195-18248" fmla="*/ 441002 h 1059043"/>
                <a:gd name="connsiteX196-18249" fmla="*/ 1155214 w 3024845"/>
                <a:gd name="connsiteY196-18250" fmla="*/ 441002 h 1059043"/>
                <a:gd name="connsiteX197-18251" fmla="*/ 1155214 w 3024845"/>
                <a:gd name="connsiteY197-18252" fmla="*/ 442083 h 1059043"/>
                <a:gd name="connsiteX198-18253" fmla="*/ 1155214 w 3024845"/>
                <a:gd name="connsiteY198-18254" fmla="*/ 449650 h 1059043"/>
                <a:gd name="connsiteX199-18255" fmla="*/ 1159268 w 3024845"/>
                <a:gd name="connsiteY199-18256" fmla="*/ 479914 h 1059043"/>
                <a:gd name="connsiteX200-18257" fmla="*/ 1160028 w 3024845"/>
                <a:gd name="connsiteY200-18258" fmla="*/ 479914 h 1059043"/>
                <a:gd name="connsiteX201-18259" fmla="*/ 1165348 w 3024845"/>
                <a:gd name="connsiteY201-18260" fmla="*/ 479914 h 1059043"/>
                <a:gd name="connsiteX202-18261" fmla="*/ 1165348 w 3024845"/>
                <a:gd name="connsiteY202-18262" fmla="*/ 480725 h 1059043"/>
                <a:gd name="connsiteX203-18263" fmla="*/ 1165348 w 3024845"/>
                <a:gd name="connsiteY203-18264" fmla="*/ 486400 h 1059043"/>
                <a:gd name="connsiteX204-18265" fmla="*/ 1166361 w 3024845"/>
                <a:gd name="connsiteY204-18266" fmla="*/ 486400 h 1059043"/>
                <a:gd name="connsiteX205-18267" fmla="*/ 1173454 w 3024845"/>
                <a:gd name="connsiteY205-18268" fmla="*/ 486400 h 1059043"/>
                <a:gd name="connsiteX206-18269" fmla="*/ 1173454 w 3024845"/>
                <a:gd name="connsiteY206-18270" fmla="*/ 516665 h 1059043"/>
                <a:gd name="connsiteX207-18271" fmla="*/ 1175481 w 3024845"/>
                <a:gd name="connsiteY207-18272" fmla="*/ 516665 h 1059043"/>
                <a:gd name="connsiteX208-18273" fmla="*/ 1189668 w 3024845"/>
                <a:gd name="connsiteY208-18274" fmla="*/ 516665 h 1059043"/>
                <a:gd name="connsiteX209-18275" fmla="*/ 1189668 w 3024845"/>
                <a:gd name="connsiteY209-18276" fmla="*/ 540444 h 1059043"/>
                <a:gd name="connsiteX210-18277" fmla="*/ 1191695 w 3024845"/>
                <a:gd name="connsiteY210-18278" fmla="*/ 542065 h 1059043"/>
                <a:gd name="connsiteX211-18279" fmla="*/ 1191695 w 3024845"/>
                <a:gd name="connsiteY211-18280" fmla="*/ 553415 h 1059043"/>
                <a:gd name="connsiteX212-18281" fmla="*/ 1192455 w 3024845"/>
                <a:gd name="connsiteY212-18282" fmla="*/ 553415 h 1059043"/>
                <a:gd name="connsiteX213-18283" fmla="*/ 1197775 w 3024845"/>
                <a:gd name="connsiteY213-18284" fmla="*/ 553415 h 1059043"/>
                <a:gd name="connsiteX214-18285" fmla="*/ 1197775 w 3024845"/>
                <a:gd name="connsiteY214-18286" fmla="*/ 577194 h 1059043"/>
                <a:gd name="connsiteX215-18287" fmla="*/ 1199041 w 3024845"/>
                <a:gd name="connsiteY215-18288" fmla="*/ 577194 h 1059043"/>
                <a:gd name="connsiteX216-18289" fmla="*/ 1207908 w 3024845"/>
                <a:gd name="connsiteY216-18290" fmla="*/ 577194 h 1059043"/>
                <a:gd name="connsiteX217-18291" fmla="*/ 1209935 w 3024845"/>
                <a:gd name="connsiteY217-18292" fmla="*/ 581248 h 1059043"/>
                <a:gd name="connsiteX218-18293" fmla="*/ 1209935 w 3024845"/>
                <a:gd name="connsiteY218-18294" fmla="*/ 594489 h 1059043"/>
                <a:gd name="connsiteX219-18295" fmla="*/ 1211455 w 3024845"/>
                <a:gd name="connsiteY219-18296" fmla="*/ 592597 h 1059043"/>
                <a:gd name="connsiteX220-18297" fmla="*/ 1222095 w 3024845"/>
                <a:gd name="connsiteY220-18298" fmla="*/ 579356 h 1059043"/>
                <a:gd name="connsiteX221-18299" fmla="*/ 1250469 w 3024845"/>
                <a:gd name="connsiteY221-18300" fmla="*/ 579356 h 1059043"/>
                <a:gd name="connsiteX222-18301" fmla="*/ 1250469 w 3024845"/>
                <a:gd name="connsiteY222-18302" fmla="*/ 665827 h 1059043"/>
                <a:gd name="connsiteX223-18303" fmla="*/ 1251229 w 3024845"/>
                <a:gd name="connsiteY223-18304" fmla="*/ 665827 h 1059043"/>
                <a:gd name="connsiteX224-18305" fmla="*/ 1256549 w 3024845"/>
                <a:gd name="connsiteY224-18306" fmla="*/ 665827 h 1059043"/>
                <a:gd name="connsiteX225-18307" fmla="*/ 1257309 w 3024845"/>
                <a:gd name="connsiteY225-18308" fmla="*/ 664476 h 1059043"/>
                <a:gd name="connsiteX226-18309" fmla="*/ 1262629 w 3024845"/>
                <a:gd name="connsiteY226-18310" fmla="*/ 655018 h 1059043"/>
                <a:gd name="connsiteX227-18311" fmla="*/ 1262629 w 3024845"/>
                <a:gd name="connsiteY227-18312" fmla="*/ 656910 h 1059043"/>
                <a:gd name="connsiteX228-18313" fmla="*/ 1262629 w 3024845"/>
                <a:gd name="connsiteY228-18314" fmla="*/ 670151 h 1059043"/>
                <a:gd name="connsiteX229-18315" fmla="*/ 1266682 w 3024845"/>
                <a:gd name="connsiteY229-18316" fmla="*/ 624754 h 1059043"/>
                <a:gd name="connsiteX230-18317" fmla="*/ 1267442 w 3024845"/>
                <a:gd name="connsiteY230-18318" fmla="*/ 624754 h 1059043"/>
                <a:gd name="connsiteX231-18319" fmla="*/ 1272762 w 3024845"/>
                <a:gd name="connsiteY231-18320" fmla="*/ 624754 h 1059043"/>
                <a:gd name="connsiteX232-18321" fmla="*/ 1272762 w 3024845"/>
                <a:gd name="connsiteY232-18322" fmla="*/ 559900 h 1059043"/>
                <a:gd name="connsiteX233-18323" fmla="*/ 1273776 w 3024845"/>
                <a:gd name="connsiteY233-18324" fmla="*/ 559900 h 1059043"/>
                <a:gd name="connsiteX234-18325" fmla="*/ 1280869 w 3024845"/>
                <a:gd name="connsiteY234-18326" fmla="*/ 559900 h 1059043"/>
                <a:gd name="connsiteX235-18327" fmla="*/ 1293029 w 3024845"/>
                <a:gd name="connsiteY235-18328" fmla="*/ 516665 h 1059043"/>
                <a:gd name="connsiteX236-18329" fmla="*/ 1294296 w 3024845"/>
                <a:gd name="connsiteY236-18330" fmla="*/ 516665 h 1059043"/>
                <a:gd name="connsiteX237-18331" fmla="*/ 1303163 w 3024845"/>
                <a:gd name="connsiteY237-18332" fmla="*/ 516665 h 1059043"/>
                <a:gd name="connsiteX238-18333" fmla="*/ 1313296 w 3024845"/>
                <a:gd name="connsiteY238-18334" fmla="*/ 559900 h 1059043"/>
                <a:gd name="connsiteX239-18335" fmla="*/ 1314309 w 3024845"/>
                <a:gd name="connsiteY239-18336" fmla="*/ 559900 h 1059043"/>
                <a:gd name="connsiteX240-18337" fmla="*/ 1321403 w 3024845"/>
                <a:gd name="connsiteY240-18338" fmla="*/ 559900 h 1059043"/>
                <a:gd name="connsiteX241-18339" fmla="*/ 1321403 w 3024845"/>
                <a:gd name="connsiteY241-18340" fmla="*/ 598812 h 1059043"/>
                <a:gd name="connsiteX242-18341" fmla="*/ 1323176 w 3024845"/>
                <a:gd name="connsiteY242-18342" fmla="*/ 598812 h 1059043"/>
                <a:gd name="connsiteX243-18343" fmla="*/ 1335590 w 3024845"/>
                <a:gd name="connsiteY243-18344" fmla="*/ 598812 h 1059043"/>
                <a:gd name="connsiteX244-18345" fmla="*/ 1335590 w 3024845"/>
                <a:gd name="connsiteY244-18346" fmla="*/ 600974 h 1059043"/>
                <a:gd name="connsiteX245-18347" fmla="*/ 1335590 w 3024845"/>
                <a:gd name="connsiteY245-18348" fmla="*/ 616106 h 1059043"/>
                <a:gd name="connsiteX246-18349" fmla="*/ 1339643 w 3024845"/>
                <a:gd name="connsiteY246-18350" fmla="*/ 613945 h 1059043"/>
                <a:gd name="connsiteX247-18351" fmla="*/ 1339643 w 3024845"/>
                <a:gd name="connsiteY247-18352" fmla="*/ 598812 h 1059043"/>
                <a:gd name="connsiteX248-18353" fmla="*/ 1341163 w 3024845"/>
                <a:gd name="connsiteY248-18354" fmla="*/ 598812 h 1059043"/>
                <a:gd name="connsiteX249-18355" fmla="*/ 1351803 w 3024845"/>
                <a:gd name="connsiteY249-18356" fmla="*/ 598812 h 1059043"/>
                <a:gd name="connsiteX250-18357" fmla="*/ 1351803 w 3024845"/>
                <a:gd name="connsiteY250-18358" fmla="*/ 600433 h 1059043"/>
                <a:gd name="connsiteX251-18359" fmla="*/ 1351803 w 3024845"/>
                <a:gd name="connsiteY251-18360" fmla="*/ 611783 h 1059043"/>
                <a:gd name="connsiteX252-18361" fmla="*/ 1382204 w 3024845"/>
                <a:gd name="connsiteY252-18362" fmla="*/ 611783 h 1059043"/>
                <a:gd name="connsiteX253-18363" fmla="*/ 1382204 w 3024845"/>
                <a:gd name="connsiteY253-18364" fmla="*/ 575033 h 1059043"/>
                <a:gd name="connsiteX254-18365" fmla="*/ 1383470 w 3024845"/>
                <a:gd name="connsiteY254-18366" fmla="*/ 575033 h 1059043"/>
                <a:gd name="connsiteX255-18367" fmla="*/ 1392337 w 3024845"/>
                <a:gd name="connsiteY255-18368" fmla="*/ 575033 h 1059043"/>
                <a:gd name="connsiteX256-18369" fmla="*/ 1392337 w 3024845"/>
                <a:gd name="connsiteY256-18370" fmla="*/ 596650 h 1059043"/>
                <a:gd name="connsiteX257-18371" fmla="*/ 1394364 w 3024845"/>
                <a:gd name="connsiteY257-18372" fmla="*/ 564224 h 1059043"/>
                <a:gd name="connsiteX258-18373" fmla="*/ 1416657 w 3024845"/>
                <a:gd name="connsiteY258-18374" fmla="*/ 564224 h 1059043"/>
                <a:gd name="connsiteX259-18375" fmla="*/ 1416657 w 3024845"/>
                <a:gd name="connsiteY259-18376" fmla="*/ 562602 h 1059043"/>
                <a:gd name="connsiteX260-18377" fmla="*/ 1416657 w 3024845"/>
                <a:gd name="connsiteY260-18378" fmla="*/ 551253 h 1059043"/>
                <a:gd name="connsiteX261-18379" fmla="*/ 1417417 w 3024845"/>
                <a:gd name="connsiteY261-18380" fmla="*/ 551253 h 1059043"/>
                <a:gd name="connsiteX262-18381" fmla="*/ 1422737 w 3024845"/>
                <a:gd name="connsiteY262-18382" fmla="*/ 551253 h 1059043"/>
                <a:gd name="connsiteX263-18383" fmla="*/ 1422737 w 3024845"/>
                <a:gd name="connsiteY263-18384" fmla="*/ 549362 h 1059043"/>
                <a:gd name="connsiteX264-18385" fmla="*/ 1422737 w 3024845"/>
                <a:gd name="connsiteY264-18386" fmla="*/ 536121 h 1059043"/>
                <a:gd name="connsiteX265-18387" fmla="*/ 1426791 w 3024845"/>
                <a:gd name="connsiteY265-18388" fmla="*/ 542606 h 1059043"/>
                <a:gd name="connsiteX266-18389" fmla="*/ 1429071 w 3024845"/>
                <a:gd name="connsiteY266-18390" fmla="*/ 542606 h 1059043"/>
                <a:gd name="connsiteX267-18391" fmla="*/ 1445031 w 3024845"/>
                <a:gd name="connsiteY267-18392" fmla="*/ 542606 h 1059043"/>
                <a:gd name="connsiteX268-18393" fmla="*/ 1445031 w 3024845"/>
                <a:gd name="connsiteY268-18394" fmla="*/ 541795 h 1059043"/>
                <a:gd name="connsiteX269-18395" fmla="*/ 1445031 w 3024845"/>
                <a:gd name="connsiteY269-18396" fmla="*/ 536121 h 1059043"/>
                <a:gd name="connsiteX270-18397" fmla="*/ 1445791 w 3024845"/>
                <a:gd name="connsiteY270-18398" fmla="*/ 536121 h 1059043"/>
                <a:gd name="connsiteX271-18399" fmla="*/ 1451111 w 3024845"/>
                <a:gd name="connsiteY271-18400" fmla="*/ 536121 h 1059043"/>
                <a:gd name="connsiteX272-18401" fmla="*/ 1451111 w 3024845"/>
                <a:gd name="connsiteY272-18402" fmla="*/ 537472 h 1059043"/>
                <a:gd name="connsiteX273-18403" fmla="*/ 1451111 w 3024845"/>
                <a:gd name="connsiteY273-18404" fmla="*/ 546930 h 1059043"/>
                <a:gd name="connsiteX274-18405" fmla="*/ 1489618 w 3024845"/>
                <a:gd name="connsiteY274-18406" fmla="*/ 546930 h 1059043"/>
                <a:gd name="connsiteX275-18407" fmla="*/ 1489618 w 3024845"/>
                <a:gd name="connsiteY275-18408" fmla="*/ 685283 h 1059043"/>
                <a:gd name="connsiteX276-18409" fmla="*/ 1491138 w 3024845"/>
                <a:gd name="connsiteY276-18410" fmla="*/ 685283 h 1059043"/>
                <a:gd name="connsiteX277-18411" fmla="*/ 1501778 w 3024845"/>
                <a:gd name="connsiteY277-18412" fmla="*/ 685283 h 1059043"/>
                <a:gd name="connsiteX278-18413" fmla="*/ 1501778 w 3024845"/>
                <a:gd name="connsiteY278-18414" fmla="*/ 672313 h 1059043"/>
                <a:gd name="connsiteX279-18415" fmla="*/ 1505832 w 3024845"/>
                <a:gd name="connsiteY279-18416" fmla="*/ 672313 h 1059043"/>
                <a:gd name="connsiteX280-18417" fmla="*/ 1505832 w 3024845"/>
                <a:gd name="connsiteY280-18418" fmla="*/ 685283 h 1059043"/>
                <a:gd name="connsiteX281-18419" fmla="*/ 1536232 w 3024845"/>
                <a:gd name="connsiteY281-18420" fmla="*/ 685283 h 1059043"/>
                <a:gd name="connsiteX282-18421" fmla="*/ 1536232 w 3024845"/>
                <a:gd name="connsiteY282-18422" fmla="*/ 655018 h 1059043"/>
                <a:gd name="connsiteX283-18423" fmla="*/ 1548392 w 3024845"/>
                <a:gd name="connsiteY283-18424" fmla="*/ 655018 h 1059043"/>
                <a:gd name="connsiteX284-18425" fmla="*/ 1560552 w 3024845"/>
                <a:gd name="connsiteY284-18426" fmla="*/ 652857 h 1059043"/>
                <a:gd name="connsiteX285-18427" fmla="*/ 1564606 w 3024845"/>
                <a:gd name="connsiteY285-18428" fmla="*/ 655018 h 1059043"/>
                <a:gd name="connsiteX286-18429" fmla="*/ 1574739 w 3024845"/>
                <a:gd name="connsiteY286-18430" fmla="*/ 655018 h 1059043"/>
                <a:gd name="connsiteX287-18431" fmla="*/ 1574739 w 3024845"/>
                <a:gd name="connsiteY287-18432" fmla="*/ 685283 h 1059043"/>
                <a:gd name="connsiteX288-18433" fmla="*/ 1582846 w 3024845"/>
                <a:gd name="connsiteY288-18434" fmla="*/ 685283 h 1059043"/>
                <a:gd name="connsiteX289-18435" fmla="*/ 1582846 w 3024845"/>
                <a:gd name="connsiteY289-18436" fmla="*/ 702578 h 1059043"/>
                <a:gd name="connsiteX290-18437" fmla="*/ 1592182 w 3024845"/>
                <a:gd name="connsiteY290-18438" fmla="*/ 703483 h 1059043"/>
                <a:gd name="connsiteX291-18439" fmla="*/ 1605140 w 3024845"/>
                <a:gd name="connsiteY291-18440" fmla="*/ 703483 h 1059043"/>
                <a:gd name="connsiteX292-18441" fmla="*/ 1605140 w 3024845"/>
                <a:gd name="connsiteY292-18442" fmla="*/ 687445 h 1059043"/>
                <a:gd name="connsiteX293-18443" fmla="*/ 1673096 w 3024845"/>
                <a:gd name="connsiteY293-18444" fmla="*/ 687445 h 1059043"/>
                <a:gd name="connsiteX294-18445" fmla="*/ 1673096 w 3024845"/>
                <a:gd name="connsiteY294-18446" fmla="*/ 602192 h 1059043"/>
                <a:gd name="connsiteX295-18447" fmla="*/ 1745104 w 3024845"/>
                <a:gd name="connsiteY295-18448" fmla="*/ 602192 h 1059043"/>
                <a:gd name="connsiteX296-18449" fmla="*/ 1745104 w 3024845"/>
                <a:gd name="connsiteY296-18450" fmla="*/ 680960 h 1059043"/>
                <a:gd name="connsiteX297-18451" fmla="*/ 1747008 w 3024845"/>
                <a:gd name="connsiteY297-18452" fmla="*/ 680960 h 1059043"/>
                <a:gd name="connsiteX298-18453" fmla="*/ 1748250 w 3024845"/>
                <a:gd name="connsiteY298-18454" fmla="*/ 703483 h 1059043"/>
                <a:gd name="connsiteX299-18455" fmla="*/ 1757926 w 3024845"/>
                <a:gd name="connsiteY299-18456" fmla="*/ 703483 h 1059043"/>
                <a:gd name="connsiteX300-18457" fmla="*/ 1759168 w 3024845"/>
                <a:gd name="connsiteY300-18458" fmla="*/ 680960 h 1059043"/>
                <a:gd name="connsiteX301-18459" fmla="*/ 1765248 w 3024845"/>
                <a:gd name="connsiteY301-18460" fmla="*/ 680960 h 1059043"/>
                <a:gd name="connsiteX302-18461" fmla="*/ 1766490 w 3024845"/>
                <a:gd name="connsiteY302-18462" fmla="*/ 703483 h 1059043"/>
                <a:gd name="connsiteX303-18463" fmla="*/ 1817112 w 3024845"/>
                <a:gd name="connsiteY303-18464" fmla="*/ 703483 h 1059043"/>
                <a:gd name="connsiteX304-18465" fmla="*/ 1817112 w 3024845"/>
                <a:gd name="connsiteY304-18466" fmla="*/ 540455 h 1059043"/>
                <a:gd name="connsiteX305-18467" fmla="*/ 2014439 w 3024845"/>
                <a:gd name="connsiteY305-18468" fmla="*/ 540455 h 1059043"/>
                <a:gd name="connsiteX306-18469" fmla="*/ 2014439 w 3024845"/>
                <a:gd name="connsiteY306-18470" fmla="*/ 703483 h 1059043"/>
                <a:gd name="connsiteX307-18471" fmla="*/ 2033136 w 3024845"/>
                <a:gd name="connsiteY307-18472" fmla="*/ 703483 h 1059043"/>
                <a:gd name="connsiteX308-18473" fmla="*/ 2033136 w 3024845"/>
                <a:gd name="connsiteY308-18474" fmla="*/ 620790 h 1059043"/>
                <a:gd name="connsiteX309-18475" fmla="*/ 2128256 w 3024845"/>
                <a:gd name="connsiteY309-18476" fmla="*/ 620790 h 1059043"/>
                <a:gd name="connsiteX310-18477" fmla="*/ 2128026 w 3024845"/>
                <a:gd name="connsiteY310-18478" fmla="*/ 281031 h 1059043"/>
                <a:gd name="connsiteX311-18479" fmla="*/ 2121946 w 3024845"/>
                <a:gd name="connsiteY311-18480" fmla="*/ 276707 h 1059043"/>
                <a:gd name="connsiteX312-18481" fmla="*/ 2130053 w 3024845"/>
                <a:gd name="connsiteY312-18482" fmla="*/ 252928 h 1059043"/>
                <a:gd name="connsiteX313-18483" fmla="*/ 2130053 w 3024845"/>
                <a:gd name="connsiteY313-18484" fmla="*/ 235634 h 1059043"/>
                <a:gd name="connsiteX314-18485" fmla="*/ 2144240 w 3024845"/>
                <a:gd name="connsiteY314-18486" fmla="*/ 235634 h 1059043"/>
                <a:gd name="connsiteX315-18487" fmla="*/ 2144240 w 3024845"/>
                <a:gd name="connsiteY315-18488" fmla="*/ 214016 h 1059043"/>
                <a:gd name="connsiteX316-18489" fmla="*/ 2146266 w 3024845"/>
                <a:gd name="connsiteY316-18490" fmla="*/ 209692 h 1059043"/>
                <a:gd name="connsiteX317-18491" fmla="*/ 2146266 w 3024845"/>
                <a:gd name="connsiteY317-18492" fmla="*/ 131868 h 1059043"/>
                <a:gd name="connsiteX318-18493" fmla="*/ 2144240 w 3024845"/>
                <a:gd name="connsiteY318-18494" fmla="*/ 125383 h 1059043"/>
                <a:gd name="connsiteX319-18495" fmla="*/ 2150320 w 3024845"/>
                <a:gd name="connsiteY319-18496" fmla="*/ 118897 h 1059043"/>
                <a:gd name="connsiteX320-18497" fmla="*/ 2150320 w 3024845"/>
                <a:gd name="connsiteY320-18498" fmla="*/ 60529 h 1059043"/>
                <a:gd name="connsiteX321-18499" fmla="*/ 2152346 w 3024845"/>
                <a:gd name="connsiteY321-18500" fmla="*/ 56206 h 1059043"/>
                <a:gd name="connsiteX322-18501" fmla="*/ 2152346 w 3024845"/>
                <a:gd name="connsiteY322-18502" fmla="*/ 0 h 1059043"/>
                <a:gd name="connsiteX323-18503" fmla="*/ 2162480 w 3024845"/>
                <a:gd name="connsiteY323-18504" fmla="*/ 118897 h 1059043"/>
                <a:gd name="connsiteX324-18505" fmla="*/ 2168560 w 3024845"/>
                <a:gd name="connsiteY324-18506" fmla="*/ 125383 h 1059043"/>
                <a:gd name="connsiteX325-18507" fmla="*/ 2166533 w 3024845"/>
                <a:gd name="connsiteY325-18508" fmla="*/ 131868 h 1059043"/>
                <a:gd name="connsiteX326-18509" fmla="*/ 2166533 w 3024845"/>
                <a:gd name="connsiteY326-18510" fmla="*/ 209692 h 1059043"/>
                <a:gd name="connsiteX327-18511" fmla="*/ 2168560 w 3024845"/>
                <a:gd name="connsiteY327-18512" fmla="*/ 214016 h 1059043"/>
                <a:gd name="connsiteX328-18513" fmla="*/ 2168560 w 3024845"/>
                <a:gd name="connsiteY328-18514" fmla="*/ 235634 h 1059043"/>
                <a:gd name="connsiteX329-18515" fmla="*/ 2182747 w 3024845"/>
                <a:gd name="connsiteY329-18516" fmla="*/ 235634 h 1059043"/>
                <a:gd name="connsiteX330-18517" fmla="*/ 2182747 w 3024845"/>
                <a:gd name="connsiteY330-18518" fmla="*/ 252928 h 1059043"/>
                <a:gd name="connsiteX331-18519" fmla="*/ 2190854 w 3024845"/>
                <a:gd name="connsiteY331-18520" fmla="*/ 276707 h 1059043"/>
                <a:gd name="connsiteX332-18521" fmla="*/ 2180720 w 3024845"/>
                <a:gd name="connsiteY332-18522" fmla="*/ 555577 h 1059043"/>
                <a:gd name="connsiteX333-18523" fmla="*/ 2245574 w 3024845"/>
                <a:gd name="connsiteY333-18524" fmla="*/ 555577 h 1059043"/>
                <a:gd name="connsiteX334-18525" fmla="*/ 2245574 w 3024845"/>
                <a:gd name="connsiteY334-18526" fmla="*/ 631239 h 1059043"/>
                <a:gd name="connsiteX335-18527" fmla="*/ 2253681 w 3024845"/>
                <a:gd name="connsiteY335-18528" fmla="*/ 631239 h 1059043"/>
                <a:gd name="connsiteX336-18529" fmla="*/ 2255708 w 3024845"/>
                <a:gd name="connsiteY336-18530" fmla="*/ 624754 h 1059043"/>
                <a:gd name="connsiteX337-18531" fmla="*/ 2261788 w 3024845"/>
                <a:gd name="connsiteY337-18532" fmla="*/ 624754 h 1059043"/>
                <a:gd name="connsiteX338-18533" fmla="*/ 2263815 w 3024845"/>
                <a:gd name="connsiteY338-18534" fmla="*/ 633401 h 1059043"/>
                <a:gd name="connsiteX339-18535" fmla="*/ 2275975 w 3024845"/>
                <a:gd name="connsiteY339-18536" fmla="*/ 633401 h 1059043"/>
                <a:gd name="connsiteX340-18537" fmla="*/ 2275975 w 3024845"/>
                <a:gd name="connsiteY340-18538" fmla="*/ 626915 h 1059043"/>
                <a:gd name="connsiteX341-18539" fmla="*/ 2298268 w 3024845"/>
                <a:gd name="connsiteY341-18540" fmla="*/ 626915 h 1059043"/>
                <a:gd name="connsiteX342-18541" fmla="*/ 2298268 w 3024845"/>
                <a:gd name="connsiteY342-18542" fmla="*/ 633401 h 1059043"/>
                <a:gd name="connsiteX343-18543" fmla="*/ 2318535 w 3024845"/>
                <a:gd name="connsiteY343-18544" fmla="*/ 633401 h 1059043"/>
                <a:gd name="connsiteX344-18545" fmla="*/ 2318535 w 3024845"/>
                <a:gd name="connsiteY344-18546" fmla="*/ 678798 h 1059043"/>
                <a:gd name="connsiteX345-18547" fmla="*/ 2332722 w 3024845"/>
                <a:gd name="connsiteY345-18548" fmla="*/ 678798 h 1059043"/>
                <a:gd name="connsiteX346-18549" fmla="*/ 2332722 w 3024845"/>
                <a:gd name="connsiteY346-18550" fmla="*/ 665827 h 1059043"/>
                <a:gd name="connsiteX347-18551" fmla="*/ 2348936 w 3024845"/>
                <a:gd name="connsiteY347-18552" fmla="*/ 665827 h 1059043"/>
                <a:gd name="connsiteX348-18553" fmla="*/ 2348936 w 3024845"/>
                <a:gd name="connsiteY348-18554" fmla="*/ 486400 h 1059043"/>
                <a:gd name="connsiteX349-18555" fmla="*/ 2355016 w 3024845"/>
                <a:gd name="connsiteY349-18556" fmla="*/ 479914 h 1059043"/>
                <a:gd name="connsiteX350-18557" fmla="*/ 2427977 w 3024845"/>
                <a:gd name="connsiteY350-18558" fmla="*/ 479914 h 1059043"/>
                <a:gd name="connsiteX351-18559" fmla="*/ 2427977 w 3024845"/>
                <a:gd name="connsiteY351-18560" fmla="*/ 488562 h 1059043"/>
                <a:gd name="connsiteX352-18561" fmla="*/ 2438110 w 3024845"/>
                <a:gd name="connsiteY352-18562" fmla="*/ 488562 h 1059043"/>
                <a:gd name="connsiteX353-18563" fmla="*/ 2438110 w 3024845"/>
                <a:gd name="connsiteY353-18564" fmla="*/ 603136 h 1059043"/>
                <a:gd name="connsiteX354-18565" fmla="*/ 2460404 w 3024845"/>
                <a:gd name="connsiteY354-18566" fmla="*/ 603136 h 1059043"/>
                <a:gd name="connsiteX355-18567" fmla="*/ 2460404 w 3024845"/>
                <a:gd name="connsiteY355-18568" fmla="*/ 536121 h 1059043"/>
                <a:gd name="connsiteX356-18569" fmla="*/ 2486751 w 3024845"/>
                <a:gd name="connsiteY356-18570" fmla="*/ 536121 h 1059043"/>
                <a:gd name="connsiteX357-18571" fmla="*/ 2490804 w 3024845"/>
                <a:gd name="connsiteY357-18572" fmla="*/ 531797 h 1059043"/>
                <a:gd name="connsiteX358-18573" fmla="*/ 2498911 w 3024845"/>
                <a:gd name="connsiteY358-18574" fmla="*/ 531797 h 1059043"/>
                <a:gd name="connsiteX359-18575" fmla="*/ 2502964 w 3024845"/>
                <a:gd name="connsiteY359-18576" fmla="*/ 536121 h 1059043"/>
                <a:gd name="connsiteX360-18577" fmla="*/ 2525258 w 3024845"/>
                <a:gd name="connsiteY360-18578" fmla="*/ 536121 h 1059043"/>
                <a:gd name="connsiteX361-18579" fmla="*/ 2525258 w 3024845"/>
                <a:gd name="connsiteY361-18580" fmla="*/ 419385 h 1059043"/>
                <a:gd name="connsiteX362-18581" fmla="*/ 2582005 w 3024845"/>
                <a:gd name="connsiteY362-18582" fmla="*/ 408576 h 1059043"/>
                <a:gd name="connsiteX363-18583" fmla="*/ 2582005 w 3024845"/>
                <a:gd name="connsiteY363-18584" fmla="*/ 409657 h 1059043"/>
                <a:gd name="connsiteX364-18585" fmla="*/ 2582005 w 3024845"/>
                <a:gd name="connsiteY364-18586" fmla="*/ 417223 h 1059043"/>
                <a:gd name="connsiteX365-18587" fmla="*/ 2608352 w 3024845"/>
                <a:gd name="connsiteY365-18588" fmla="*/ 417223 h 1059043"/>
                <a:gd name="connsiteX366-18589" fmla="*/ 2608352 w 3024845"/>
                <a:gd name="connsiteY366-18590" fmla="*/ 672313 h 1059043"/>
                <a:gd name="connsiteX367-18591" fmla="*/ 2630646 w 3024845"/>
                <a:gd name="connsiteY367-18592" fmla="*/ 672313 h 1059043"/>
                <a:gd name="connsiteX368-18593" fmla="*/ 2630646 w 3024845"/>
                <a:gd name="connsiteY368-18594" fmla="*/ 667989 h 1059043"/>
                <a:gd name="connsiteX369-18595" fmla="*/ 2642806 w 3024845"/>
                <a:gd name="connsiteY369-18596" fmla="*/ 667989 h 1059043"/>
                <a:gd name="connsiteX370-18597" fmla="*/ 2642806 w 3024845"/>
                <a:gd name="connsiteY370-18598" fmla="*/ 672313 h 1059043"/>
                <a:gd name="connsiteX371-18599" fmla="*/ 2667126 w 3024845"/>
                <a:gd name="connsiteY371-18600" fmla="*/ 672313 h 1059043"/>
                <a:gd name="connsiteX372-18601" fmla="*/ 2667126 w 3024845"/>
                <a:gd name="connsiteY372-18602" fmla="*/ 659342 h 1059043"/>
                <a:gd name="connsiteX373-18603" fmla="*/ 2695500 w 3024845"/>
                <a:gd name="connsiteY373-18604" fmla="*/ 659342 h 1059043"/>
                <a:gd name="connsiteX374-18605" fmla="*/ 2707660 w 3024845"/>
                <a:gd name="connsiteY374-18606" fmla="*/ 655018 h 1059043"/>
                <a:gd name="connsiteX375-18607" fmla="*/ 2727927 w 3024845"/>
                <a:gd name="connsiteY375-18608" fmla="*/ 659342 h 1059043"/>
                <a:gd name="connsiteX376-18609" fmla="*/ 2727927 w 3024845"/>
                <a:gd name="connsiteY376-18610" fmla="*/ 642048 h 1059043"/>
                <a:gd name="connsiteX377-18611" fmla="*/ 2736034 w 3024845"/>
                <a:gd name="connsiteY377-18612" fmla="*/ 642048 h 1059043"/>
                <a:gd name="connsiteX378-18613" fmla="*/ 2736034 w 3024845"/>
                <a:gd name="connsiteY378-18614" fmla="*/ 629077 h 1059043"/>
                <a:gd name="connsiteX379-18615" fmla="*/ 2792781 w 3024845"/>
                <a:gd name="connsiteY379-18616" fmla="*/ 629077 h 1059043"/>
                <a:gd name="connsiteX380-18617" fmla="*/ 2792781 w 3024845"/>
                <a:gd name="connsiteY380-18618" fmla="*/ 598812 h 1059043"/>
                <a:gd name="connsiteX381-18619" fmla="*/ 2811021 w 3024845"/>
                <a:gd name="connsiteY381-18620" fmla="*/ 598812 h 1059043"/>
                <a:gd name="connsiteX382-18621" fmla="*/ 2811021 w 3024845"/>
                <a:gd name="connsiteY382-18622" fmla="*/ 592327 h 1059043"/>
                <a:gd name="connsiteX383-18623" fmla="*/ 2823181 w 3024845"/>
                <a:gd name="connsiteY383-18624" fmla="*/ 592327 h 1059043"/>
                <a:gd name="connsiteX384-18625" fmla="*/ 2823181 w 3024845"/>
                <a:gd name="connsiteY384-18626" fmla="*/ 598812 h 1059043"/>
                <a:gd name="connsiteX385-18627" fmla="*/ 2839395 w 3024845"/>
                <a:gd name="connsiteY385-18628" fmla="*/ 598812 h 1059043"/>
                <a:gd name="connsiteX386-18629" fmla="*/ 2839395 w 3024845"/>
                <a:gd name="connsiteY386-18630" fmla="*/ 648533 h 1059043"/>
                <a:gd name="connsiteX387-18631" fmla="*/ 2871822 w 3024845"/>
                <a:gd name="connsiteY387-18632" fmla="*/ 648533 h 1059043"/>
                <a:gd name="connsiteX388-18633" fmla="*/ 2871822 w 3024845"/>
                <a:gd name="connsiteY388-18634" fmla="*/ 622592 h 1059043"/>
                <a:gd name="connsiteX389-18635" fmla="*/ 2910329 w 3024845"/>
                <a:gd name="connsiteY389-18636" fmla="*/ 622592 h 1059043"/>
                <a:gd name="connsiteX390-18637" fmla="*/ 2910329 w 3024845"/>
                <a:gd name="connsiteY390-18638" fmla="*/ 592327 h 1059043"/>
                <a:gd name="connsiteX391-18639" fmla="*/ 2958970 w 3024845"/>
                <a:gd name="connsiteY391-18640" fmla="*/ 592327 h 1059043"/>
                <a:gd name="connsiteX392-18641" fmla="*/ 2958970 w 3024845"/>
                <a:gd name="connsiteY392-18642" fmla="*/ 703483 h 1059043"/>
                <a:gd name="connsiteX393-18643" fmla="*/ 2958970 w 3024845"/>
                <a:gd name="connsiteY393-18644" fmla="*/ 717262 h 1059043"/>
                <a:gd name="connsiteX394-18645" fmla="*/ 3024845 w 3024845"/>
                <a:gd name="connsiteY394-18646" fmla="*/ 717262 h 1059043"/>
                <a:gd name="connsiteX395-18647" fmla="*/ 3024845 w 3024845"/>
                <a:gd name="connsiteY395-18648" fmla="*/ 1059043 h 1059043"/>
                <a:gd name="connsiteX396-18649" fmla="*/ 2054 w 3024845"/>
                <a:gd name="connsiteY396-18650" fmla="*/ 1056710 h 1059043"/>
                <a:gd name="connsiteX397-18651" fmla="*/ 0 w 3024845"/>
                <a:gd name="connsiteY397-18652" fmla="*/ 622592 h 1059043"/>
                <a:gd name="connsiteX398-18653" fmla="*/ 20267 w 3024845"/>
                <a:gd name="connsiteY398-18654" fmla="*/ 622592 h 1059043"/>
                <a:gd name="connsiteX399-18655" fmla="*/ 20774 w 3024845"/>
                <a:gd name="connsiteY399-18656" fmla="*/ 621511 h 1059043"/>
                <a:gd name="connsiteX400-18657" fmla="*/ 24320 w 3024845"/>
                <a:gd name="connsiteY400-18658" fmla="*/ 613945 h 1059043"/>
                <a:gd name="connsiteX401-18659" fmla="*/ 26094 w 3024845"/>
                <a:gd name="connsiteY401-18660" fmla="*/ 614215 h 1059043"/>
                <a:gd name="connsiteX402-18661" fmla="*/ 38507 w 3024845"/>
                <a:gd name="connsiteY402-18662" fmla="*/ 616106 h 1059043"/>
                <a:gd name="connsiteX403-18663" fmla="*/ 39014 w 3024845"/>
                <a:gd name="connsiteY403-18664" fmla="*/ 617458 h 1059043"/>
                <a:gd name="connsiteX404-18665" fmla="*/ 42560 w 3024845"/>
                <a:gd name="connsiteY404-18666" fmla="*/ 626915 h 1059043"/>
                <a:gd name="connsiteX405-18667" fmla="*/ 68907 w 3024845"/>
                <a:gd name="connsiteY405-18668" fmla="*/ 629077 h 1059043"/>
                <a:gd name="connsiteX406-18669" fmla="*/ 68907 w 3024845"/>
                <a:gd name="connsiteY406-18670" fmla="*/ 505856 h 1059043"/>
                <a:gd name="connsiteX407-18671" fmla="*/ 70934 w 3024845"/>
                <a:gd name="connsiteY407-18672" fmla="*/ 505856 h 1059043"/>
                <a:gd name="connsiteX408-18673" fmla="*/ 85121 w 3024845"/>
                <a:gd name="connsiteY408-18674" fmla="*/ 505856 h 1059043"/>
                <a:gd name="connsiteX409-18675" fmla="*/ 85121 w 3024845"/>
                <a:gd name="connsiteY409-18676" fmla="*/ 369664 h 1059043"/>
                <a:gd name="connsiteX410-18677" fmla="*/ 86894 w 3024845"/>
                <a:gd name="connsiteY410-18678" fmla="*/ 369664 h 1059043"/>
                <a:gd name="connsiteX411-18679" fmla="*/ 99308 w 3024845"/>
                <a:gd name="connsiteY411-18680" fmla="*/ 369664 h 1059043"/>
                <a:gd name="connsiteX412-18681" fmla="*/ 99308 w 3024845"/>
                <a:gd name="connsiteY412-18682" fmla="*/ 255090 h 1059043"/>
                <a:gd name="connsiteX413-18683" fmla="*/ 103361 w 3024845"/>
                <a:gd name="connsiteY413-18684" fmla="*/ 226986 h 1059043"/>
                <a:gd name="connsiteX414-18685" fmla="*/ 105388 w 3024845"/>
                <a:gd name="connsiteY414-18686" fmla="*/ 226986 h 1059043"/>
                <a:gd name="connsiteX415-18687" fmla="*/ 119575 w 3024845"/>
                <a:gd name="connsiteY415-18688" fmla="*/ 226986 h 1059043"/>
                <a:gd name="connsiteX0-18689" fmla="*/ 119575 w 3024845"/>
                <a:gd name="connsiteY0-18690" fmla="*/ 226986 h 1059043"/>
                <a:gd name="connsiteX1-18691" fmla="*/ 200642 w 3024845"/>
                <a:gd name="connsiteY1-18692" fmla="*/ 224825 h 1059043"/>
                <a:gd name="connsiteX2-18693" fmla="*/ 202669 w 3024845"/>
                <a:gd name="connsiteY2-18694" fmla="*/ 224825 h 1059043"/>
                <a:gd name="connsiteX3-18695" fmla="*/ 216856 w 3024845"/>
                <a:gd name="connsiteY3-18696" fmla="*/ 224825 h 1059043"/>
                <a:gd name="connsiteX4-18697" fmla="*/ 216856 w 3024845"/>
                <a:gd name="connsiteY4-18698" fmla="*/ 248604 h 1059043"/>
                <a:gd name="connsiteX5-18699" fmla="*/ 217363 w 3024845"/>
                <a:gd name="connsiteY5-18700" fmla="*/ 249415 h 1059043"/>
                <a:gd name="connsiteX6-18701" fmla="*/ 220909 w 3024845"/>
                <a:gd name="connsiteY6-18702" fmla="*/ 255090 h 1059043"/>
                <a:gd name="connsiteX7-18703" fmla="*/ 220909 w 3024845"/>
                <a:gd name="connsiteY7-18704" fmla="*/ 369664 h 1059043"/>
                <a:gd name="connsiteX8-18705" fmla="*/ 223189 w 3024845"/>
                <a:gd name="connsiteY8-18706" fmla="*/ 369664 h 1059043"/>
                <a:gd name="connsiteX9-18707" fmla="*/ 239150 w 3024845"/>
                <a:gd name="connsiteY9-18708" fmla="*/ 369664 h 1059043"/>
                <a:gd name="connsiteX10-18709" fmla="*/ 239150 w 3024845"/>
                <a:gd name="connsiteY10-18710" fmla="*/ 510179 h 1059043"/>
                <a:gd name="connsiteX11-18711" fmla="*/ 240670 w 3024845"/>
                <a:gd name="connsiteY11-18712" fmla="*/ 509909 h 1059043"/>
                <a:gd name="connsiteX12-18713" fmla="*/ 251310 w 3024845"/>
                <a:gd name="connsiteY12-18714" fmla="*/ 508018 h 1059043"/>
                <a:gd name="connsiteX13-18715" fmla="*/ 249283 w 3024845"/>
                <a:gd name="connsiteY13-18716" fmla="*/ 596650 h 1059043"/>
                <a:gd name="connsiteX14-18717" fmla="*/ 250803 w 3024845"/>
                <a:gd name="connsiteY14-18718" fmla="*/ 596921 h 1059043"/>
                <a:gd name="connsiteX15-18719" fmla="*/ 261443 w 3024845"/>
                <a:gd name="connsiteY15-18720" fmla="*/ 598812 h 1059043"/>
                <a:gd name="connsiteX16-18721" fmla="*/ 261696 w 3024845"/>
                <a:gd name="connsiteY16-18722" fmla="*/ 599623 h 1059043"/>
                <a:gd name="connsiteX17-18723" fmla="*/ 263470 w 3024845"/>
                <a:gd name="connsiteY17-18724" fmla="*/ 605298 h 1059043"/>
                <a:gd name="connsiteX18-18725" fmla="*/ 264230 w 3024845"/>
                <a:gd name="connsiteY18-18726" fmla="*/ 602866 h 1059043"/>
                <a:gd name="connsiteX19-18727" fmla="*/ 269550 w 3024845"/>
                <a:gd name="connsiteY19-18728" fmla="*/ 585842 h 1059043"/>
                <a:gd name="connsiteX20-18729" fmla="*/ 271323 w 3024845"/>
                <a:gd name="connsiteY20-18730" fmla="*/ 585842 h 1059043"/>
                <a:gd name="connsiteX21-18731" fmla="*/ 283737 w 3024845"/>
                <a:gd name="connsiteY21-18732" fmla="*/ 585842 h 1059043"/>
                <a:gd name="connsiteX22-18733" fmla="*/ 283737 w 3024845"/>
                <a:gd name="connsiteY22-18734" fmla="*/ 618268 h 1059043"/>
                <a:gd name="connsiteX23-18735" fmla="*/ 284750 w 3024845"/>
                <a:gd name="connsiteY23-18736" fmla="*/ 618809 h 1059043"/>
                <a:gd name="connsiteX24-18737" fmla="*/ 291844 w 3024845"/>
                <a:gd name="connsiteY24-18738" fmla="*/ 622592 h 1059043"/>
                <a:gd name="connsiteX25-18739" fmla="*/ 291844 w 3024845"/>
                <a:gd name="connsiteY25-18740" fmla="*/ 623943 h 1059043"/>
                <a:gd name="connsiteX26-18741" fmla="*/ 291844 w 3024845"/>
                <a:gd name="connsiteY26-18742" fmla="*/ 633401 h 1059043"/>
                <a:gd name="connsiteX27-18743" fmla="*/ 336431 w 3024845"/>
                <a:gd name="connsiteY27-18744" fmla="*/ 633401 h 1059043"/>
                <a:gd name="connsiteX28-18745" fmla="*/ 336431 w 3024845"/>
                <a:gd name="connsiteY28-18746" fmla="*/ 634482 h 1059043"/>
                <a:gd name="connsiteX29-18747" fmla="*/ 336431 w 3024845"/>
                <a:gd name="connsiteY29-18748" fmla="*/ 642048 h 1059043"/>
                <a:gd name="connsiteX30-18749" fmla="*/ 338457 w 3024845"/>
                <a:gd name="connsiteY30-18750" fmla="*/ 642048 h 1059043"/>
                <a:gd name="connsiteX31-18751" fmla="*/ 352644 w 3024845"/>
                <a:gd name="connsiteY31-18752" fmla="*/ 642048 h 1059043"/>
                <a:gd name="connsiteX32-18753" fmla="*/ 352644 w 3024845"/>
                <a:gd name="connsiteY32-18754" fmla="*/ 611783 h 1059043"/>
                <a:gd name="connsiteX33-18755" fmla="*/ 397231 w 3024845"/>
                <a:gd name="connsiteY33-18756" fmla="*/ 611783 h 1059043"/>
                <a:gd name="connsiteX34-18757" fmla="*/ 397231 w 3024845"/>
                <a:gd name="connsiteY34-18758" fmla="*/ 610432 h 1059043"/>
                <a:gd name="connsiteX35-18759" fmla="*/ 397231 w 3024845"/>
                <a:gd name="connsiteY35-18760" fmla="*/ 600974 h 1059043"/>
                <a:gd name="connsiteX36-18761" fmla="*/ 398245 w 3024845"/>
                <a:gd name="connsiteY36-18762" fmla="*/ 600974 h 1059043"/>
                <a:gd name="connsiteX37-18763" fmla="*/ 405338 w 3024845"/>
                <a:gd name="connsiteY37-18764" fmla="*/ 600974 h 1059043"/>
                <a:gd name="connsiteX38-18765" fmla="*/ 405338 w 3024845"/>
                <a:gd name="connsiteY38-18766" fmla="*/ 599083 h 1059043"/>
                <a:gd name="connsiteX39-18767" fmla="*/ 405338 w 3024845"/>
                <a:gd name="connsiteY39-18768" fmla="*/ 585842 h 1059043"/>
                <a:gd name="connsiteX40-18769" fmla="*/ 406098 w 3024845"/>
                <a:gd name="connsiteY40-18770" fmla="*/ 585842 h 1059043"/>
                <a:gd name="connsiteX41-18771" fmla="*/ 411418 w 3024845"/>
                <a:gd name="connsiteY41-18772" fmla="*/ 585842 h 1059043"/>
                <a:gd name="connsiteX42-18773" fmla="*/ 411418 w 3024845"/>
                <a:gd name="connsiteY42-18774" fmla="*/ 584761 h 1059043"/>
                <a:gd name="connsiteX43-18775" fmla="*/ 411418 w 3024845"/>
                <a:gd name="connsiteY43-18776" fmla="*/ 577194 h 1059043"/>
                <a:gd name="connsiteX44-18777" fmla="*/ 413445 w 3024845"/>
                <a:gd name="connsiteY44-18778" fmla="*/ 577194 h 1059043"/>
                <a:gd name="connsiteX45-18779" fmla="*/ 427632 w 3024845"/>
                <a:gd name="connsiteY45-18780" fmla="*/ 577194 h 1059043"/>
                <a:gd name="connsiteX46-18781" fmla="*/ 427632 w 3024845"/>
                <a:gd name="connsiteY46-18782" fmla="*/ 578275 h 1059043"/>
                <a:gd name="connsiteX47-18783" fmla="*/ 427632 w 3024845"/>
                <a:gd name="connsiteY47-18784" fmla="*/ 585842 h 1059043"/>
                <a:gd name="connsiteX48-18785" fmla="*/ 449925 w 3024845"/>
                <a:gd name="connsiteY48-18786" fmla="*/ 585842 h 1059043"/>
                <a:gd name="connsiteX49-18787" fmla="*/ 449925 w 3024845"/>
                <a:gd name="connsiteY49-18788" fmla="*/ 583950 h 1059043"/>
                <a:gd name="connsiteX50-18789" fmla="*/ 449925 w 3024845"/>
                <a:gd name="connsiteY50-18790" fmla="*/ 570709 h 1059043"/>
                <a:gd name="connsiteX51-18791" fmla="*/ 451699 w 3024845"/>
                <a:gd name="connsiteY51-18792" fmla="*/ 570709 h 1059043"/>
                <a:gd name="connsiteX52-18793" fmla="*/ 464112 w 3024845"/>
                <a:gd name="connsiteY52-18794" fmla="*/ 570709 h 1059043"/>
                <a:gd name="connsiteX53-18795" fmla="*/ 464112 w 3024845"/>
                <a:gd name="connsiteY53-18796" fmla="*/ 594489 h 1059043"/>
                <a:gd name="connsiteX54-18797" fmla="*/ 465126 w 3024845"/>
                <a:gd name="connsiteY54-18798" fmla="*/ 594489 h 1059043"/>
                <a:gd name="connsiteX55-18799" fmla="*/ 472219 w 3024845"/>
                <a:gd name="connsiteY55-18800" fmla="*/ 594489 h 1059043"/>
                <a:gd name="connsiteX56-18801" fmla="*/ 472219 w 3024845"/>
                <a:gd name="connsiteY56-18802" fmla="*/ 593408 h 1059043"/>
                <a:gd name="connsiteX57-18803" fmla="*/ 472219 w 3024845"/>
                <a:gd name="connsiteY57-18804" fmla="*/ 585842 h 1059043"/>
                <a:gd name="connsiteX58-18805" fmla="*/ 473992 w 3024845"/>
                <a:gd name="connsiteY58-18806" fmla="*/ 585842 h 1059043"/>
                <a:gd name="connsiteX59-18807" fmla="*/ 486406 w 3024845"/>
                <a:gd name="connsiteY59-18808" fmla="*/ 585842 h 1059043"/>
                <a:gd name="connsiteX60-18809" fmla="*/ 486406 w 3024845"/>
                <a:gd name="connsiteY60-18810" fmla="*/ 611783 h 1059043"/>
                <a:gd name="connsiteX61-18811" fmla="*/ 488433 w 3024845"/>
                <a:gd name="connsiteY61-18812" fmla="*/ 611783 h 1059043"/>
                <a:gd name="connsiteX62-18813" fmla="*/ 502619 w 3024845"/>
                <a:gd name="connsiteY62-18814" fmla="*/ 611783 h 1059043"/>
                <a:gd name="connsiteX63-18815" fmla="*/ 502619 w 3024845"/>
                <a:gd name="connsiteY63-18816" fmla="*/ 613404 h 1059043"/>
                <a:gd name="connsiteX64-18817" fmla="*/ 502619 w 3024845"/>
                <a:gd name="connsiteY64-18818" fmla="*/ 624754 h 1059043"/>
                <a:gd name="connsiteX65-18819" fmla="*/ 503379 w 3024845"/>
                <a:gd name="connsiteY65-18820" fmla="*/ 624754 h 1059043"/>
                <a:gd name="connsiteX66-18821" fmla="*/ 508700 w 3024845"/>
                <a:gd name="connsiteY66-18822" fmla="*/ 624754 h 1059043"/>
                <a:gd name="connsiteX67-18823" fmla="*/ 508700 w 3024845"/>
                <a:gd name="connsiteY67-18824" fmla="*/ 623943 h 1059043"/>
                <a:gd name="connsiteX68-18825" fmla="*/ 508700 w 3024845"/>
                <a:gd name="connsiteY68-18826" fmla="*/ 618268 h 1059043"/>
                <a:gd name="connsiteX69-18827" fmla="*/ 539100 w 3024845"/>
                <a:gd name="connsiteY69-18828" fmla="*/ 618268 h 1059043"/>
                <a:gd name="connsiteX70-18829" fmla="*/ 539100 w 3024845"/>
                <a:gd name="connsiteY70-18830" fmla="*/ 642048 h 1059043"/>
                <a:gd name="connsiteX71-18831" fmla="*/ 540113 w 3024845"/>
                <a:gd name="connsiteY71-18832" fmla="*/ 642048 h 1059043"/>
                <a:gd name="connsiteX72-18833" fmla="*/ 547207 w 3024845"/>
                <a:gd name="connsiteY72-18834" fmla="*/ 642048 h 1059043"/>
                <a:gd name="connsiteX73-18835" fmla="*/ 547207 w 3024845"/>
                <a:gd name="connsiteY73-18836" fmla="*/ 643129 h 1059043"/>
                <a:gd name="connsiteX74-18837" fmla="*/ 547207 w 3024845"/>
                <a:gd name="connsiteY74-18838" fmla="*/ 650695 h 1059043"/>
                <a:gd name="connsiteX75-18839" fmla="*/ 547967 w 3024845"/>
                <a:gd name="connsiteY75-18840" fmla="*/ 650695 h 1059043"/>
                <a:gd name="connsiteX76-18841" fmla="*/ 553287 w 3024845"/>
                <a:gd name="connsiteY76-18842" fmla="*/ 650695 h 1059043"/>
                <a:gd name="connsiteX77-18843" fmla="*/ 553287 w 3024845"/>
                <a:gd name="connsiteY77-18844" fmla="*/ 648533 h 1059043"/>
                <a:gd name="connsiteX78-18845" fmla="*/ 553287 w 3024845"/>
                <a:gd name="connsiteY78-18846" fmla="*/ 633401 h 1059043"/>
                <a:gd name="connsiteX79-18847" fmla="*/ 554300 w 3024845"/>
                <a:gd name="connsiteY79-18848" fmla="*/ 633401 h 1059043"/>
                <a:gd name="connsiteX80-18849" fmla="*/ 561394 w 3024845"/>
                <a:gd name="connsiteY80-18850" fmla="*/ 633401 h 1059043"/>
                <a:gd name="connsiteX81-18851" fmla="*/ 561394 w 3024845"/>
                <a:gd name="connsiteY81-18852" fmla="*/ 634482 h 1059043"/>
                <a:gd name="connsiteX82-18853" fmla="*/ 561394 w 3024845"/>
                <a:gd name="connsiteY82-18854" fmla="*/ 642048 h 1059043"/>
                <a:gd name="connsiteX83-18855" fmla="*/ 566714 w 3024845"/>
                <a:gd name="connsiteY83-18856" fmla="*/ 640055 h 1059043"/>
                <a:gd name="connsiteX84-18857" fmla="*/ 567474 w 3024845"/>
                <a:gd name="connsiteY84-18858" fmla="*/ 639075 h 1059043"/>
                <a:gd name="connsiteX85-18859" fmla="*/ 567474 w 3024845"/>
                <a:gd name="connsiteY85-18860" fmla="*/ 633401 h 1059043"/>
                <a:gd name="connsiteX86-18861" fmla="*/ 605981 w 3024845"/>
                <a:gd name="connsiteY86-18862" fmla="*/ 633401 h 1059043"/>
                <a:gd name="connsiteX87-18863" fmla="*/ 605981 w 3024845"/>
                <a:gd name="connsiteY87-18864" fmla="*/ 657180 h 1059043"/>
                <a:gd name="connsiteX88-18865" fmla="*/ 608007 w 3024845"/>
                <a:gd name="connsiteY88-18866" fmla="*/ 657180 h 1059043"/>
                <a:gd name="connsiteX89-18867" fmla="*/ 622194 w 3024845"/>
                <a:gd name="connsiteY89-18868" fmla="*/ 657180 h 1059043"/>
                <a:gd name="connsiteX90-18869" fmla="*/ 622194 w 3024845"/>
                <a:gd name="connsiteY90-18870" fmla="*/ 658261 h 1059043"/>
                <a:gd name="connsiteX91-18871" fmla="*/ 622194 w 3024845"/>
                <a:gd name="connsiteY91-18872" fmla="*/ 665827 h 1059043"/>
                <a:gd name="connsiteX92-18873" fmla="*/ 623968 w 3024845"/>
                <a:gd name="connsiteY92-18874" fmla="*/ 665827 h 1059043"/>
                <a:gd name="connsiteX93-18875" fmla="*/ 636381 w 3024845"/>
                <a:gd name="connsiteY93-18876" fmla="*/ 665827 h 1059043"/>
                <a:gd name="connsiteX94-18877" fmla="*/ 636381 w 3024845"/>
                <a:gd name="connsiteY94-18878" fmla="*/ 642048 h 1059043"/>
                <a:gd name="connsiteX95-18879" fmla="*/ 637394 w 3024845"/>
                <a:gd name="connsiteY95-18880" fmla="*/ 642048 h 1059043"/>
                <a:gd name="connsiteX96-18881" fmla="*/ 644488 w 3024845"/>
                <a:gd name="connsiteY96-18882" fmla="*/ 642048 h 1059043"/>
                <a:gd name="connsiteX97-18883" fmla="*/ 644488 w 3024845"/>
                <a:gd name="connsiteY97-18884" fmla="*/ 609621 h 1059043"/>
                <a:gd name="connsiteX98-18885" fmla="*/ 645501 w 3024845"/>
                <a:gd name="connsiteY98-18886" fmla="*/ 609621 h 1059043"/>
                <a:gd name="connsiteX99-18887" fmla="*/ 652595 w 3024845"/>
                <a:gd name="connsiteY99-18888" fmla="*/ 609621 h 1059043"/>
                <a:gd name="connsiteX100-18889" fmla="*/ 652595 w 3024845"/>
                <a:gd name="connsiteY100-18890" fmla="*/ 607730 h 1059043"/>
                <a:gd name="connsiteX101-18891" fmla="*/ 652595 w 3024845"/>
                <a:gd name="connsiteY101-18892" fmla="*/ 594489 h 1059043"/>
                <a:gd name="connsiteX102-18893" fmla="*/ 651328 w 3024845"/>
                <a:gd name="connsiteY102-18894" fmla="*/ 592867 h 1059043"/>
                <a:gd name="connsiteX103-18895" fmla="*/ 656648 w 3024845"/>
                <a:gd name="connsiteY103-18896" fmla="*/ 581518 h 1059043"/>
                <a:gd name="connsiteX104-18897" fmla="*/ 664755 w 3024845"/>
                <a:gd name="connsiteY104-18898" fmla="*/ 609621 h 1059043"/>
                <a:gd name="connsiteX105-18899" fmla="*/ 665515 w 3024845"/>
                <a:gd name="connsiteY105-18900" fmla="*/ 609621 h 1059043"/>
                <a:gd name="connsiteX106-18901" fmla="*/ 670835 w 3024845"/>
                <a:gd name="connsiteY106-18902" fmla="*/ 609621 h 1059043"/>
                <a:gd name="connsiteX107-18903" fmla="*/ 670835 w 3024845"/>
                <a:gd name="connsiteY107-18904" fmla="*/ 503694 h 1059043"/>
                <a:gd name="connsiteX108-18905" fmla="*/ 672355 w 3024845"/>
                <a:gd name="connsiteY108-18906" fmla="*/ 503694 h 1059043"/>
                <a:gd name="connsiteX109-18907" fmla="*/ 682995 w 3024845"/>
                <a:gd name="connsiteY109-18908" fmla="*/ 503694 h 1059043"/>
                <a:gd name="connsiteX110-18909" fmla="*/ 682995 w 3024845"/>
                <a:gd name="connsiteY110-18910" fmla="*/ 456135 h 1059043"/>
                <a:gd name="connsiteX111-18911" fmla="*/ 709342 w 3024845"/>
                <a:gd name="connsiteY111-18912" fmla="*/ 456135 h 1059043"/>
                <a:gd name="connsiteX112-18913" fmla="*/ 709342 w 3024845"/>
                <a:gd name="connsiteY112-18914" fmla="*/ 434517 h 1059043"/>
                <a:gd name="connsiteX113-18915" fmla="*/ 743796 w 3024845"/>
                <a:gd name="connsiteY113-18916" fmla="*/ 434517 h 1059043"/>
                <a:gd name="connsiteX114-18917" fmla="*/ 743796 w 3024845"/>
                <a:gd name="connsiteY114-18918" fmla="*/ 436949 h 1059043"/>
                <a:gd name="connsiteX115-18919" fmla="*/ 743796 w 3024845"/>
                <a:gd name="connsiteY115-18920" fmla="*/ 453973 h 1059043"/>
                <a:gd name="connsiteX116-18921" fmla="*/ 746076 w 3024845"/>
                <a:gd name="connsiteY116-18922" fmla="*/ 453973 h 1059043"/>
                <a:gd name="connsiteX117-18923" fmla="*/ 762036 w 3024845"/>
                <a:gd name="connsiteY117-18924" fmla="*/ 453973 h 1059043"/>
                <a:gd name="connsiteX118-18925" fmla="*/ 762036 w 3024845"/>
                <a:gd name="connsiteY118-18926" fmla="*/ 501532 h 1059043"/>
                <a:gd name="connsiteX119-18927" fmla="*/ 763049 w 3024845"/>
                <a:gd name="connsiteY119-18928" fmla="*/ 501532 h 1059043"/>
                <a:gd name="connsiteX120-18929" fmla="*/ 770143 w 3024845"/>
                <a:gd name="connsiteY120-18930" fmla="*/ 501532 h 1059043"/>
                <a:gd name="connsiteX121-18931" fmla="*/ 784330 w 3024845"/>
                <a:gd name="connsiteY121-18932" fmla="*/ 505856 h 1059043"/>
                <a:gd name="connsiteX122-18933" fmla="*/ 784330 w 3024845"/>
                <a:gd name="connsiteY122-18934" fmla="*/ 544768 h 1059043"/>
                <a:gd name="connsiteX123-18935" fmla="*/ 785343 w 3024845"/>
                <a:gd name="connsiteY123-18936" fmla="*/ 544768 h 1059043"/>
                <a:gd name="connsiteX124-18937" fmla="*/ 792436 w 3024845"/>
                <a:gd name="connsiteY124-18938" fmla="*/ 544768 h 1059043"/>
                <a:gd name="connsiteX125-18939" fmla="*/ 792436 w 3024845"/>
                <a:gd name="connsiteY125-18940" fmla="*/ 546389 h 1059043"/>
                <a:gd name="connsiteX126-18941" fmla="*/ 792436 w 3024845"/>
                <a:gd name="connsiteY126-18942" fmla="*/ 557738 h 1059043"/>
                <a:gd name="connsiteX127-18943" fmla="*/ 794463 w 3024845"/>
                <a:gd name="connsiteY127-18944" fmla="*/ 557738 h 1059043"/>
                <a:gd name="connsiteX128-18945" fmla="*/ 808650 w 3024845"/>
                <a:gd name="connsiteY128-18946" fmla="*/ 557738 h 1059043"/>
                <a:gd name="connsiteX129-18947" fmla="*/ 814730 w 3024845"/>
                <a:gd name="connsiteY129-18948" fmla="*/ 564224 h 1059043"/>
                <a:gd name="connsiteX130-18949" fmla="*/ 814730 w 3024845"/>
                <a:gd name="connsiteY130-18950" fmla="*/ 585842 h 1059043"/>
                <a:gd name="connsiteX131-18951" fmla="*/ 817010 w 3024845"/>
                <a:gd name="connsiteY131-18952" fmla="*/ 585842 h 1059043"/>
                <a:gd name="connsiteX132-18953" fmla="*/ 832970 w 3024845"/>
                <a:gd name="connsiteY132-18954" fmla="*/ 585842 h 1059043"/>
                <a:gd name="connsiteX133-18955" fmla="*/ 832970 w 3024845"/>
                <a:gd name="connsiteY133-18956" fmla="*/ 586922 h 1059043"/>
                <a:gd name="connsiteX134-18957" fmla="*/ 832970 w 3024845"/>
                <a:gd name="connsiteY134-18958" fmla="*/ 594489 h 1059043"/>
                <a:gd name="connsiteX135-18959" fmla="*/ 834237 w 3024845"/>
                <a:gd name="connsiteY135-18960" fmla="*/ 594489 h 1059043"/>
                <a:gd name="connsiteX136-18961" fmla="*/ 843104 w 3024845"/>
                <a:gd name="connsiteY136-18962" fmla="*/ 594489 h 1059043"/>
                <a:gd name="connsiteX137-18963" fmla="*/ 843104 w 3024845"/>
                <a:gd name="connsiteY137-18964" fmla="*/ 596650 h 1059043"/>
                <a:gd name="connsiteX138-18965" fmla="*/ 843104 w 3024845"/>
                <a:gd name="connsiteY138-18966" fmla="*/ 611783 h 1059043"/>
                <a:gd name="connsiteX139-18967" fmla="*/ 847157 w 3024845"/>
                <a:gd name="connsiteY139-18968" fmla="*/ 609891 h 1059043"/>
                <a:gd name="connsiteX140-18969" fmla="*/ 847157 w 3024845"/>
                <a:gd name="connsiteY140-18970" fmla="*/ 596650 h 1059043"/>
                <a:gd name="connsiteX141-18971" fmla="*/ 848170 w 3024845"/>
                <a:gd name="connsiteY141-18972" fmla="*/ 596650 h 1059043"/>
                <a:gd name="connsiteX142-18973" fmla="*/ 855264 w 3024845"/>
                <a:gd name="connsiteY142-18974" fmla="*/ 596650 h 1059043"/>
                <a:gd name="connsiteX143-18975" fmla="*/ 855264 w 3024845"/>
                <a:gd name="connsiteY143-18976" fmla="*/ 598272 h 1059043"/>
                <a:gd name="connsiteX144-18977" fmla="*/ 855264 w 3024845"/>
                <a:gd name="connsiteY144-18978" fmla="*/ 609621 h 1059043"/>
                <a:gd name="connsiteX145-18979" fmla="*/ 856024 w 3024845"/>
                <a:gd name="connsiteY145-18980" fmla="*/ 609621 h 1059043"/>
                <a:gd name="connsiteX146-18981" fmla="*/ 861344 w 3024845"/>
                <a:gd name="connsiteY146-18982" fmla="*/ 609621 h 1059043"/>
                <a:gd name="connsiteX147-18983" fmla="*/ 909984 w 3024845"/>
                <a:gd name="connsiteY147-18984" fmla="*/ 605298 h 1059043"/>
                <a:gd name="connsiteX148-18985" fmla="*/ 909984 w 3024845"/>
                <a:gd name="connsiteY148-18986" fmla="*/ 606649 h 1059043"/>
                <a:gd name="connsiteX149-18987" fmla="*/ 909984 w 3024845"/>
                <a:gd name="connsiteY149-18988" fmla="*/ 616106 h 1059043"/>
                <a:gd name="connsiteX150-18989" fmla="*/ 910744 w 3024845"/>
                <a:gd name="connsiteY150-18990" fmla="*/ 616106 h 1059043"/>
                <a:gd name="connsiteX151-18991" fmla="*/ 916065 w 3024845"/>
                <a:gd name="connsiteY151-18992" fmla="*/ 616106 h 1059043"/>
                <a:gd name="connsiteX152-18993" fmla="*/ 916065 w 3024845"/>
                <a:gd name="connsiteY152-18994" fmla="*/ 618268 h 1059043"/>
                <a:gd name="connsiteX153-18995" fmla="*/ 916065 w 3024845"/>
                <a:gd name="connsiteY153-18996" fmla="*/ 633401 h 1059043"/>
                <a:gd name="connsiteX154-18997" fmla="*/ 918091 w 3024845"/>
                <a:gd name="connsiteY154-18998" fmla="*/ 632050 h 1059043"/>
                <a:gd name="connsiteX155-18999" fmla="*/ 932278 w 3024845"/>
                <a:gd name="connsiteY155-19000" fmla="*/ 622592 h 1059043"/>
                <a:gd name="connsiteX156-19001" fmla="*/ 938358 w 3024845"/>
                <a:gd name="connsiteY156-19002" fmla="*/ 581518 h 1059043"/>
                <a:gd name="connsiteX157-19003" fmla="*/ 939118 w 3024845"/>
                <a:gd name="connsiteY157-19004" fmla="*/ 581248 h 1059043"/>
                <a:gd name="connsiteX158-19005" fmla="*/ 944438 w 3024845"/>
                <a:gd name="connsiteY158-19006" fmla="*/ 579356 h 1059043"/>
                <a:gd name="connsiteX159-19007" fmla="*/ 946465 w 3024845"/>
                <a:gd name="connsiteY159-19008" fmla="*/ 510179 h 1059043"/>
                <a:gd name="connsiteX160-19009" fmla="*/ 948492 w 3024845"/>
                <a:gd name="connsiteY160-19010" fmla="*/ 579356 h 1059043"/>
                <a:gd name="connsiteX161-19011" fmla="*/ 949252 w 3024845"/>
                <a:gd name="connsiteY161-19012" fmla="*/ 579626 h 1059043"/>
                <a:gd name="connsiteX162-19013" fmla="*/ 954572 w 3024845"/>
                <a:gd name="connsiteY162-19014" fmla="*/ 581518 h 1059043"/>
                <a:gd name="connsiteX163-19015" fmla="*/ 954572 w 3024845"/>
                <a:gd name="connsiteY163-19016" fmla="*/ 495047 h 1059043"/>
                <a:gd name="connsiteX164-19017" fmla="*/ 958625 w 3024845"/>
                <a:gd name="connsiteY164-19018" fmla="*/ 462620 h 1059043"/>
                <a:gd name="connsiteX165-19019" fmla="*/ 997132 w 3024845"/>
                <a:gd name="connsiteY165-19020" fmla="*/ 462620 h 1059043"/>
                <a:gd name="connsiteX166-19021" fmla="*/ 997132 w 3024845"/>
                <a:gd name="connsiteY166-19022" fmla="*/ 495047 h 1059043"/>
                <a:gd name="connsiteX167-19023" fmla="*/ 997892 w 3024845"/>
                <a:gd name="connsiteY167-19024" fmla="*/ 495047 h 1059043"/>
                <a:gd name="connsiteX168-19025" fmla="*/ 1003212 w 3024845"/>
                <a:gd name="connsiteY168-19026" fmla="*/ 495047 h 1059043"/>
                <a:gd name="connsiteX169-19027" fmla="*/ 1003212 w 3024845"/>
                <a:gd name="connsiteY169-19028" fmla="*/ 412899 h 1059043"/>
                <a:gd name="connsiteX170-19029" fmla="*/ 1004986 w 3024845"/>
                <a:gd name="connsiteY170-19030" fmla="*/ 412899 h 1059043"/>
                <a:gd name="connsiteX171-19031" fmla="*/ 1017399 w 3024845"/>
                <a:gd name="connsiteY171-19032" fmla="*/ 412899 h 1059043"/>
                <a:gd name="connsiteX172-19033" fmla="*/ 1017399 w 3024845"/>
                <a:gd name="connsiteY172-19034" fmla="*/ 411008 h 1059043"/>
                <a:gd name="connsiteX173-19035" fmla="*/ 1017399 w 3024845"/>
                <a:gd name="connsiteY173-19036" fmla="*/ 397767 h 1059043"/>
                <a:gd name="connsiteX174-19037" fmla="*/ 1039693 w 3024845"/>
                <a:gd name="connsiteY174-19038" fmla="*/ 397767 h 1059043"/>
                <a:gd name="connsiteX175-19039" fmla="*/ 1039693 w 3024845"/>
                <a:gd name="connsiteY175-19040" fmla="*/ 396686 h 1059043"/>
                <a:gd name="connsiteX176-19041" fmla="*/ 1039693 w 3024845"/>
                <a:gd name="connsiteY176-19042" fmla="*/ 389120 h 1059043"/>
                <a:gd name="connsiteX177-19043" fmla="*/ 1041466 w 3024845"/>
                <a:gd name="connsiteY177-19044" fmla="*/ 389120 h 1059043"/>
                <a:gd name="connsiteX178-19045" fmla="*/ 1053880 w 3024845"/>
                <a:gd name="connsiteY178-19046" fmla="*/ 389120 h 1059043"/>
                <a:gd name="connsiteX179-19047" fmla="*/ 1053880 w 3024845"/>
                <a:gd name="connsiteY179-19048" fmla="*/ 390201 h 1059043"/>
                <a:gd name="connsiteX180-19049" fmla="*/ 1053880 w 3024845"/>
                <a:gd name="connsiteY180-19050" fmla="*/ 397767 h 1059043"/>
                <a:gd name="connsiteX181-19051" fmla="*/ 1054640 w 3024845"/>
                <a:gd name="connsiteY181-19052" fmla="*/ 397767 h 1059043"/>
                <a:gd name="connsiteX182-19053" fmla="*/ 1059960 w 3024845"/>
                <a:gd name="connsiteY182-19054" fmla="*/ 397767 h 1059043"/>
                <a:gd name="connsiteX183-19055" fmla="*/ 1070093 w 3024845"/>
                <a:gd name="connsiteY183-19056" fmla="*/ 393443 h 1059043"/>
                <a:gd name="connsiteX184-19057" fmla="*/ 1074146 w 3024845"/>
                <a:gd name="connsiteY184-19058" fmla="*/ 396686 h 1059043"/>
                <a:gd name="connsiteX185-19059" fmla="*/ 1074146 w 3024845"/>
                <a:gd name="connsiteY185-19060" fmla="*/ 389120 h 1059043"/>
                <a:gd name="connsiteX186-19061" fmla="*/ 1076426 w 3024845"/>
                <a:gd name="connsiteY186-19062" fmla="*/ 389120 h 1059043"/>
                <a:gd name="connsiteX187-19063" fmla="*/ 1092387 w 3024845"/>
                <a:gd name="connsiteY187-19064" fmla="*/ 389120 h 1059043"/>
                <a:gd name="connsiteX188-19065" fmla="*/ 1092387 w 3024845"/>
                <a:gd name="connsiteY188-19066" fmla="*/ 390201 h 1059043"/>
                <a:gd name="connsiteX189-19067" fmla="*/ 1092387 w 3024845"/>
                <a:gd name="connsiteY189-19068" fmla="*/ 397767 h 1059043"/>
                <a:gd name="connsiteX190-19069" fmla="*/ 1122787 w 3024845"/>
                <a:gd name="connsiteY190-19070" fmla="*/ 397767 h 1059043"/>
                <a:gd name="connsiteX191-19071" fmla="*/ 1122787 w 3024845"/>
                <a:gd name="connsiteY191-19072" fmla="*/ 399388 h 1059043"/>
                <a:gd name="connsiteX192-19073" fmla="*/ 1122787 w 3024845"/>
                <a:gd name="connsiteY192-19074" fmla="*/ 410738 h 1059043"/>
                <a:gd name="connsiteX193-19075" fmla="*/ 1149134 w 3024845"/>
                <a:gd name="connsiteY193-19076" fmla="*/ 410738 h 1059043"/>
                <a:gd name="connsiteX194-19077" fmla="*/ 1149134 w 3024845"/>
                <a:gd name="connsiteY194-19078" fmla="*/ 441002 h 1059043"/>
                <a:gd name="connsiteX195-19079" fmla="*/ 1149894 w 3024845"/>
                <a:gd name="connsiteY195-19080" fmla="*/ 441002 h 1059043"/>
                <a:gd name="connsiteX196-19081" fmla="*/ 1155214 w 3024845"/>
                <a:gd name="connsiteY196-19082" fmla="*/ 441002 h 1059043"/>
                <a:gd name="connsiteX197-19083" fmla="*/ 1155214 w 3024845"/>
                <a:gd name="connsiteY197-19084" fmla="*/ 442083 h 1059043"/>
                <a:gd name="connsiteX198-19085" fmla="*/ 1155214 w 3024845"/>
                <a:gd name="connsiteY198-19086" fmla="*/ 449650 h 1059043"/>
                <a:gd name="connsiteX199-19087" fmla="*/ 1159268 w 3024845"/>
                <a:gd name="connsiteY199-19088" fmla="*/ 479914 h 1059043"/>
                <a:gd name="connsiteX200-19089" fmla="*/ 1160028 w 3024845"/>
                <a:gd name="connsiteY200-19090" fmla="*/ 479914 h 1059043"/>
                <a:gd name="connsiteX201-19091" fmla="*/ 1165348 w 3024845"/>
                <a:gd name="connsiteY201-19092" fmla="*/ 479914 h 1059043"/>
                <a:gd name="connsiteX202-19093" fmla="*/ 1165348 w 3024845"/>
                <a:gd name="connsiteY202-19094" fmla="*/ 480725 h 1059043"/>
                <a:gd name="connsiteX203-19095" fmla="*/ 1165348 w 3024845"/>
                <a:gd name="connsiteY203-19096" fmla="*/ 486400 h 1059043"/>
                <a:gd name="connsiteX204-19097" fmla="*/ 1166361 w 3024845"/>
                <a:gd name="connsiteY204-19098" fmla="*/ 486400 h 1059043"/>
                <a:gd name="connsiteX205-19099" fmla="*/ 1173454 w 3024845"/>
                <a:gd name="connsiteY205-19100" fmla="*/ 486400 h 1059043"/>
                <a:gd name="connsiteX206-19101" fmla="*/ 1173454 w 3024845"/>
                <a:gd name="connsiteY206-19102" fmla="*/ 516665 h 1059043"/>
                <a:gd name="connsiteX207-19103" fmla="*/ 1175481 w 3024845"/>
                <a:gd name="connsiteY207-19104" fmla="*/ 516665 h 1059043"/>
                <a:gd name="connsiteX208-19105" fmla="*/ 1189668 w 3024845"/>
                <a:gd name="connsiteY208-19106" fmla="*/ 516665 h 1059043"/>
                <a:gd name="connsiteX209-19107" fmla="*/ 1189668 w 3024845"/>
                <a:gd name="connsiteY209-19108" fmla="*/ 540444 h 1059043"/>
                <a:gd name="connsiteX210-19109" fmla="*/ 1191695 w 3024845"/>
                <a:gd name="connsiteY210-19110" fmla="*/ 542065 h 1059043"/>
                <a:gd name="connsiteX211-19111" fmla="*/ 1191695 w 3024845"/>
                <a:gd name="connsiteY211-19112" fmla="*/ 553415 h 1059043"/>
                <a:gd name="connsiteX212-19113" fmla="*/ 1192455 w 3024845"/>
                <a:gd name="connsiteY212-19114" fmla="*/ 553415 h 1059043"/>
                <a:gd name="connsiteX213-19115" fmla="*/ 1197775 w 3024845"/>
                <a:gd name="connsiteY213-19116" fmla="*/ 553415 h 1059043"/>
                <a:gd name="connsiteX214-19117" fmla="*/ 1197775 w 3024845"/>
                <a:gd name="connsiteY214-19118" fmla="*/ 577194 h 1059043"/>
                <a:gd name="connsiteX215-19119" fmla="*/ 1199041 w 3024845"/>
                <a:gd name="connsiteY215-19120" fmla="*/ 577194 h 1059043"/>
                <a:gd name="connsiteX216-19121" fmla="*/ 1207908 w 3024845"/>
                <a:gd name="connsiteY216-19122" fmla="*/ 577194 h 1059043"/>
                <a:gd name="connsiteX217-19123" fmla="*/ 1209935 w 3024845"/>
                <a:gd name="connsiteY217-19124" fmla="*/ 581248 h 1059043"/>
                <a:gd name="connsiteX218-19125" fmla="*/ 1209935 w 3024845"/>
                <a:gd name="connsiteY218-19126" fmla="*/ 594489 h 1059043"/>
                <a:gd name="connsiteX219-19127" fmla="*/ 1211455 w 3024845"/>
                <a:gd name="connsiteY219-19128" fmla="*/ 592597 h 1059043"/>
                <a:gd name="connsiteX220-19129" fmla="*/ 1222095 w 3024845"/>
                <a:gd name="connsiteY220-19130" fmla="*/ 579356 h 1059043"/>
                <a:gd name="connsiteX221-19131" fmla="*/ 1250469 w 3024845"/>
                <a:gd name="connsiteY221-19132" fmla="*/ 579356 h 1059043"/>
                <a:gd name="connsiteX222-19133" fmla="*/ 1250469 w 3024845"/>
                <a:gd name="connsiteY222-19134" fmla="*/ 665827 h 1059043"/>
                <a:gd name="connsiteX223-19135" fmla="*/ 1251229 w 3024845"/>
                <a:gd name="connsiteY223-19136" fmla="*/ 665827 h 1059043"/>
                <a:gd name="connsiteX224-19137" fmla="*/ 1256549 w 3024845"/>
                <a:gd name="connsiteY224-19138" fmla="*/ 665827 h 1059043"/>
                <a:gd name="connsiteX225-19139" fmla="*/ 1257309 w 3024845"/>
                <a:gd name="connsiteY225-19140" fmla="*/ 664476 h 1059043"/>
                <a:gd name="connsiteX226-19141" fmla="*/ 1262629 w 3024845"/>
                <a:gd name="connsiteY226-19142" fmla="*/ 655018 h 1059043"/>
                <a:gd name="connsiteX227-19143" fmla="*/ 1262629 w 3024845"/>
                <a:gd name="connsiteY227-19144" fmla="*/ 656910 h 1059043"/>
                <a:gd name="connsiteX228-19145" fmla="*/ 1262629 w 3024845"/>
                <a:gd name="connsiteY228-19146" fmla="*/ 670151 h 1059043"/>
                <a:gd name="connsiteX229-19147" fmla="*/ 1266682 w 3024845"/>
                <a:gd name="connsiteY229-19148" fmla="*/ 624754 h 1059043"/>
                <a:gd name="connsiteX230-19149" fmla="*/ 1267442 w 3024845"/>
                <a:gd name="connsiteY230-19150" fmla="*/ 624754 h 1059043"/>
                <a:gd name="connsiteX231-19151" fmla="*/ 1272762 w 3024845"/>
                <a:gd name="connsiteY231-19152" fmla="*/ 624754 h 1059043"/>
                <a:gd name="connsiteX232-19153" fmla="*/ 1272762 w 3024845"/>
                <a:gd name="connsiteY232-19154" fmla="*/ 559900 h 1059043"/>
                <a:gd name="connsiteX233-19155" fmla="*/ 1273776 w 3024845"/>
                <a:gd name="connsiteY233-19156" fmla="*/ 559900 h 1059043"/>
                <a:gd name="connsiteX234-19157" fmla="*/ 1280869 w 3024845"/>
                <a:gd name="connsiteY234-19158" fmla="*/ 559900 h 1059043"/>
                <a:gd name="connsiteX235-19159" fmla="*/ 1293029 w 3024845"/>
                <a:gd name="connsiteY235-19160" fmla="*/ 516665 h 1059043"/>
                <a:gd name="connsiteX236-19161" fmla="*/ 1294296 w 3024845"/>
                <a:gd name="connsiteY236-19162" fmla="*/ 516665 h 1059043"/>
                <a:gd name="connsiteX237-19163" fmla="*/ 1303163 w 3024845"/>
                <a:gd name="connsiteY237-19164" fmla="*/ 516665 h 1059043"/>
                <a:gd name="connsiteX238-19165" fmla="*/ 1313296 w 3024845"/>
                <a:gd name="connsiteY238-19166" fmla="*/ 559900 h 1059043"/>
                <a:gd name="connsiteX239-19167" fmla="*/ 1314309 w 3024845"/>
                <a:gd name="connsiteY239-19168" fmla="*/ 559900 h 1059043"/>
                <a:gd name="connsiteX240-19169" fmla="*/ 1321403 w 3024845"/>
                <a:gd name="connsiteY240-19170" fmla="*/ 559900 h 1059043"/>
                <a:gd name="connsiteX241-19171" fmla="*/ 1321403 w 3024845"/>
                <a:gd name="connsiteY241-19172" fmla="*/ 598812 h 1059043"/>
                <a:gd name="connsiteX242-19173" fmla="*/ 1323176 w 3024845"/>
                <a:gd name="connsiteY242-19174" fmla="*/ 598812 h 1059043"/>
                <a:gd name="connsiteX243-19175" fmla="*/ 1335590 w 3024845"/>
                <a:gd name="connsiteY243-19176" fmla="*/ 598812 h 1059043"/>
                <a:gd name="connsiteX244-19177" fmla="*/ 1335590 w 3024845"/>
                <a:gd name="connsiteY244-19178" fmla="*/ 600974 h 1059043"/>
                <a:gd name="connsiteX245-19179" fmla="*/ 1335590 w 3024845"/>
                <a:gd name="connsiteY245-19180" fmla="*/ 616106 h 1059043"/>
                <a:gd name="connsiteX246-19181" fmla="*/ 1339643 w 3024845"/>
                <a:gd name="connsiteY246-19182" fmla="*/ 613945 h 1059043"/>
                <a:gd name="connsiteX247-19183" fmla="*/ 1339643 w 3024845"/>
                <a:gd name="connsiteY247-19184" fmla="*/ 598812 h 1059043"/>
                <a:gd name="connsiteX248-19185" fmla="*/ 1341163 w 3024845"/>
                <a:gd name="connsiteY248-19186" fmla="*/ 598812 h 1059043"/>
                <a:gd name="connsiteX249-19187" fmla="*/ 1351803 w 3024845"/>
                <a:gd name="connsiteY249-19188" fmla="*/ 598812 h 1059043"/>
                <a:gd name="connsiteX250-19189" fmla="*/ 1351803 w 3024845"/>
                <a:gd name="connsiteY250-19190" fmla="*/ 600433 h 1059043"/>
                <a:gd name="connsiteX251-19191" fmla="*/ 1351803 w 3024845"/>
                <a:gd name="connsiteY251-19192" fmla="*/ 611783 h 1059043"/>
                <a:gd name="connsiteX252-19193" fmla="*/ 1382204 w 3024845"/>
                <a:gd name="connsiteY252-19194" fmla="*/ 611783 h 1059043"/>
                <a:gd name="connsiteX253-19195" fmla="*/ 1382204 w 3024845"/>
                <a:gd name="connsiteY253-19196" fmla="*/ 575033 h 1059043"/>
                <a:gd name="connsiteX254-19197" fmla="*/ 1383470 w 3024845"/>
                <a:gd name="connsiteY254-19198" fmla="*/ 575033 h 1059043"/>
                <a:gd name="connsiteX255-19199" fmla="*/ 1392337 w 3024845"/>
                <a:gd name="connsiteY255-19200" fmla="*/ 575033 h 1059043"/>
                <a:gd name="connsiteX256-19201" fmla="*/ 1392337 w 3024845"/>
                <a:gd name="connsiteY256-19202" fmla="*/ 596650 h 1059043"/>
                <a:gd name="connsiteX257-19203" fmla="*/ 1394364 w 3024845"/>
                <a:gd name="connsiteY257-19204" fmla="*/ 564224 h 1059043"/>
                <a:gd name="connsiteX258-19205" fmla="*/ 1416657 w 3024845"/>
                <a:gd name="connsiteY258-19206" fmla="*/ 564224 h 1059043"/>
                <a:gd name="connsiteX259-19207" fmla="*/ 1416657 w 3024845"/>
                <a:gd name="connsiteY259-19208" fmla="*/ 562602 h 1059043"/>
                <a:gd name="connsiteX260-19209" fmla="*/ 1416657 w 3024845"/>
                <a:gd name="connsiteY260-19210" fmla="*/ 551253 h 1059043"/>
                <a:gd name="connsiteX261-19211" fmla="*/ 1417417 w 3024845"/>
                <a:gd name="connsiteY261-19212" fmla="*/ 551253 h 1059043"/>
                <a:gd name="connsiteX262-19213" fmla="*/ 1422737 w 3024845"/>
                <a:gd name="connsiteY262-19214" fmla="*/ 551253 h 1059043"/>
                <a:gd name="connsiteX263-19215" fmla="*/ 1422737 w 3024845"/>
                <a:gd name="connsiteY263-19216" fmla="*/ 549362 h 1059043"/>
                <a:gd name="connsiteX264-19217" fmla="*/ 1422737 w 3024845"/>
                <a:gd name="connsiteY264-19218" fmla="*/ 536121 h 1059043"/>
                <a:gd name="connsiteX265-19219" fmla="*/ 1426791 w 3024845"/>
                <a:gd name="connsiteY265-19220" fmla="*/ 542606 h 1059043"/>
                <a:gd name="connsiteX266-19221" fmla="*/ 1429071 w 3024845"/>
                <a:gd name="connsiteY266-19222" fmla="*/ 542606 h 1059043"/>
                <a:gd name="connsiteX267-19223" fmla="*/ 1445031 w 3024845"/>
                <a:gd name="connsiteY267-19224" fmla="*/ 542606 h 1059043"/>
                <a:gd name="connsiteX268-19225" fmla="*/ 1445031 w 3024845"/>
                <a:gd name="connsiteY268-19226" fmla="*/ 541795 h 1059043"/>
                <a:gd name="connsiteX269-19227" fmla="*/ 1445031 w 3024845"/>
                <a:gd name="connsiteY269-19228" fmla="*/ 536121 h 1059043"/>
                <a:gd name="connsiteX270-19229" fmla="*/ 1445791 w 3024845"/>
                <a:gd name="connsiteY270-19230" fmla="*/ 536121 h 1059043"/>
                <a:gd name="connsiteX271-19231" fmla="*/ 1451111 w 3024845"/>
                <a:gd name="connsiteY271-19232" fmla="*/ 536121 h 1059043"/>
                <a:gd name="connsiteX272-19233" fmla="*/ 1451111 w 3024845"/>
                <a:gd name="connsiteY272-19234" fmla="*/ 537472 h 1059043"/>
                <a:gd name="connsiteX273-19235" fmla="*/ 1451111 w 3024845"/>
                <a:gd name="connsiteY273-19236" fmla="*/ 546930 h 1059043"/>
                <a:gd name="connsiteX274-19237" fmla="*/ 1489618 w 3024845"/>
                <a:gd name="connsiteY274-19238" fmla="*/ 546930 h 1059043"/>
                <a:gd name="connsiteX275-19239" fmla="*/ 1489618 w 3024845"/>
                <a:gd name="connsiteY275-19240" fmla="*/ 685283 h 1059043"/>
                <a:gd name="connsiteX276-19241" fmla="*/ 1491138 w 3024845"/>
                <a:gd name="connsiteY276-19242" fmla="*/ 685283 h 1059043"/>
                <a:gd name="connsiteX277-19243" fmla="*/ 1501778 w 3024845"/>
                <a:gd name="connsiteY277-19244" fmla="*/ 685283 h 1059043"/>
                <a:gd name="connsiteX278-19245" fmla="*/ 1501778 w 3024845"/>
                <a:gd name="connsiteY278-19246" fmla="*/ 672313 h 1059043"/>
                <a:gd name="connsiteX279-19247" fmla="*/ 1505832 w 3024845"/>
                <a:gd name="connsiteY279-19248" fmla="*/ 672313 h 1059043"/>
                <a:gd name="connsiteX280-19249" fmla="*/ 1505832 w 3024845"/>
                <a:gd name="connsiteY280-19250" fmla="*/ 685283 h 1059043"/>
                <a:gd name="connsiteX281-19251" fmla="*/ 1536232 w 3024845"/>
                <a:gd name="connsiteY281-19252" fmla="*/ 685283 h 1059043"/>
                <a:gd name="connsiteX282-19253" fmla="*/ 1536232 w 3024845"/>
                <a:gd name="connsiteY282-19254" fmla="*/ 655018 h 1059043"/>
                <a:gd name="connsiteX283-19255" fmla="*/ 1548392 w 3024845"/>
                <a:gd name="connsiteY283-19256" fmla="*/ 655018 h 1059043"/>
                <a:gd name="connsiteX284-19257" fmla="*/ 1560552 w 3024845"/>
                <a:gd name="connsiteY284-19258" fmla="*/ 652857 h 1059043"/>
                <a:gd name="connsiteX285-19259" fmla="*/ 1564606 w 3024845"/>
                <a:gd name="connsiteY285-19260" fmla="*/ 655018 h 1059043"/>
                <a:gd name="connsiteX286-19261" fmla="*/ 1574739 w 3024845"/>
                <a:gd name="connsiteY286-19262" fmla="*/ 655018 h 1059043"/>
                <a:gd name="connsiteX287-19263" fmla="*/ 1574739 w 3024845"/>
                <a:gd name="connsiteY287-19264" fmla="*/ 685283 h 1059043"/>
                <a:gd name="connsiteX288-19265" fmla="*/ 1582846 w 3024845"/>
                <a:gd name="connsiteY288-19266" fmla="*/ 685283 h 1059043"/>
                <a:gd name="connsiteX289-19267" fmla="*/ 1582846 w 3024845"/>
                <a:gd name="connsiteY289-19268" fmla="*/ 702578 h 1059043"/>
                <a:gd name="connsiteX290-19269" fmla="*/ 1592182 w 3024845"/>
                <a:gd name="connsiteY290-19270" fmla="*/ 703483 h 1059043"/>
                <a:gd name="connsiteX291-19271" fmla="*/ 1605140 w 3024845"/>
                <a:gd name="connsiteY291-19272" fmla="*/ 703483 h 1059043"/>
                <a:gd name="connsiteX292-19273" fmla="*/ 1605140 w 3024845"/>
                <a:gd name="connsiteY292-19274" fmla="*/ 687445 h 1059043"/>
                <a:gd name="connsiteX293-19275" fmla="*/ 1673096 w 3024845"/>
                <a:gd name="connsiteY293-19276" fmla="*/ 687445 h 1059043"/>
                <a:gd name="connsiteX294-19277" fmla="*/ 1673096 w 3024845"/>
                <a:gd name="connsiteY294-19278" fmla="*/ 602192 h 1059043"/>
                <a:gd name="connsiteX295-19279" fmla="*/ 1745104 w 3024845"/>
                <a:gd name="connsiteY295-19280" fmla="*/ 602192 h 1059043"/>
                <a:gd name="connsiteX296-19281" fmla="*/ 1745104 w 3024845"/>
                <a:gd name="connsiteY296-19282" fmla="*/ 680960 h 1059043"/>
                <a:gd name="connsiteX297-19283" fmla="*/ 1747008 w 3024845"/>
                <a:gd name="connsiteY297-19284" fmla="*/ 680960 h 1059043"/>
                <a:gd name="connsiteX298-19285" fmla="*/ 1748250 w 3024845"/>
                <a:gd name="connsiteY298-19286" fmla="*/ 703483 h 1059043"/>
                <a:gd name="connsiteX299-19287" fmla="*/ 1757926 w 3024845"/>
                <a:gd name="connsiteY299-19288" fmla="*/ 703483 h 1059043"/>
                <a:gd name="connsiteX300-19289" fmla="*/ 1759168 w 3024845"/>
                <a:gd name="connsiteY300-19290" fmla="*/ 680960 h 1059043"/>
                <a:gd name="connsiteX301-19291" fmla="*/ 1765248 w 3024845"/>
                <a:gd name="connsiteY301-19292" fmla="*/ 680960 h 1059043"/>
                <a:gd name="connsiteX302-19293" fmla="*/ 1766490 w 3024845"/>
                <a:gd name="connsiteY302-19294" fmla="*/ 703483 h 1059043"/>
                <a:gd name="connsiteX303-19295" fmla="*/ 1817112 w 3024845"/>
                <a:gd name="connsiteY303-19296" fmla="*/ 703483 h 1059043"/>
                <a:gd name="connsiteX304-19297" fmla="*/ 1817112 w 3024845"/>
                <a:gd name="connsiteY304-19298" fmla="*/ 540455 h 1059043"/>
                <a:gd name="connsiteX305-19299" fmla="*/ 2014439 w 3024845"/>
                <a:gd name="connsiteY305-19300" fmla="*/ 540455 h 1059043"/>
                <a:gd name="connsiteX306-19301" fmla="*/ 2014439 w 3024845"/>
                <a:gd name="connsiteY306-19302" fmla="*/ 703483 h 1059043"/>
                <a:gd name="connsiteX307-19303" fmla="*/ 2033136 w 3024845"/>
                <a:gd name="connsiteY307-19304" fmla="*/ 703483 h 1059043"/>
                <a:gd name="connsiteX308-19305" fmla="*/ 2033136 w 3024845"/>
                <a:gd name="connsiteY308-19306" fmla="*/ 620790 h 1059043"/>
                <a:gd name="connsiteX309-19307" fmla="*/ 2128256 w 3024845"/>
                <a:gd name="connsiteY309-19308" fmla="*/ 620790 h 1059043"/>
                <a:gd name="connsiteX310-19309" fmla="*/ 2128026 w 3024845"/>
                <a:gd name="connsiteY310-19310" fmla="*/ 281031 h 1059043"/>
                <a:gd name="connsiteX311-19311" fmla="*/ 2121946 w 3024845"/>
                <a:gd name="connsiteY311-19312" fmla="*/ 276707 h 1059043"/>
                <a:gd name="connsiteX312-19313" fmla="*/ 2130053 w 3024845"/>
                <a:gd name="connsiteY312-19314" fmla="*/ 252928 h 1059043"/>
                <a:gd name="connsiteX313-19315" fmla="*/ 2130053 w 3024845"/>
                <a:gd name="connsiteY313-19316" fmla="*/ 235634 h 1059043"/>
                <a:gd name="connsiteX314-19317" fmla="*/ 2144240 w 3024845"/>
                <a:gd name="connsiteY314-19318" fmla="*/ 235634 h 1059043"/>
                <a:gd name="connsiteX315-19319" fmla="*/ 2144240 w 3024845"/>
                <a:gd name="connsiteY315-19320" fmla="*/ 214016 h 1059043"/>
                <a:gd name="connsiteX316-19321" fmla="*/ 2146266 w 3024845"/>
                <a:gd name="connsiteY316-19322" fmla="*/ 209692 h 1059043"/>
                <a:gd name="connsiteX317-19323" fmla="*/ 2146266 w 3024845"/>
                <a:gd name="connsiteY317-19324" fmla="*/ 131868 h 1059043"/>
                <a:gd name="connsiteX318-19325" fmla="*/ 2144240 w 3024845"/>
                <a:gd name="connsiteY318-19326" fmla="*/ 125383 h 1059043"/>
                <a:gd name="connsiteX319-19327" fmla="*/ 2150320 w 3024845"/>
                <a:gd name="connsiteY319-19328" fmla="*/ 118897 h 1059043"/>
                <a:gd name="connsiteX320-19329" fmla="*/ 2150320 w 3024845"/>
                <a:gd name="connsiteY320-19330" fmla="*/ 60529 h 1059043"/>
                <a:gd name="connsiteX321-19331" fmla="*/ 2152346 w 3024845"/>
                <a:gd name="connsiteY321-19332" fmla="*/ 56206 h 1059043"/>
                <a:gd name="connsiteX322-19333" fmla="*/ 2152346 w 3024845"/>
                <a:gd name="connsiteY322-19334" fmla="*/ 0 h 1059043"/>
                <a:gd name="connsiteX323-19335" fmla="*/ 2162480 w 3024845"/>
                <a:gd name="connsiteY323-19336" fmla="*/ 118897 h 1059043"/>
                <a:gd name="connsiteX324-19337" fmla="*/ 2168560 w 3024845"/>
                <a:gd name="connsiteY324-19338" fmla="*/ 125383 h 1059043"/>
                <a:gd name="connsiteX325-19339" fmla="*/ 2166533 w 3024845"/>
                <a:gd name="connsiteY325-19340" fmla="*/ 131868 h 1059043"/>
                <a:gd name="connsiteX326-19341" fmla="*/ 2166533 w 3024845"/>
                <a:gd name="connsiteY326-19342" fmla="*/ 209692 h 1059043"/>
                <a:gd name="connsiteX327-19343" fmla="*/ 2168560 w 3024845"/>
                <a:gd name="connsiteY327-19344" fmla="*/ 214016 h 1059043"/>
                <a:gd name="connsiteX328-19345" fmla="*/ 2168560 w 3024845"/>
                <a:gd name="connsiteY328-19346" fmla="*/ 235634 h 1059043"/>
                <a:gd name="connsiteX329-19347" fmla="*/ 2182747 w 3024845"/>
                <a:gd name="connsiteY329-19348" fmla="*/ 252928 h 1059043"/>
                <a:gd name="connsiteX330-19349" fmla="*/ 2190854 w 3024845"/>
                <a:gd name="connsiteY330-19350" fmla="*/ 276707 h 1059043"/>
                <a:gd name="connsiteX331-19351" fmla="*/ 2180720 w 3024845"/>
                <a:gd name="connsiteY331-19352" fmla="*/ 555577 h 1059043"/>
                <a:gd name="connsiteX332-19353" fmla="*/ 2245574 w 3024845"/>
                <a:gd name="connsiteY332-19354" fmla="*/ 555577 h 1059043"/>
                <a:gd name="connsiteX333-19355" fmla="*/ 2245574 w 3024845"/>
                <a:gd name="connsiteY333-19356" fmla="*/ 631239 h 1059043"/>
                <a:gd name="connsiteX334-19357" fmla="*/ 2253681 w 3024845"/>
                <a:gd name="connsiteY334-19358" fmla="*/ 631239 h 1059043"/>
                <a:gd name="connsiteX335-19359" fmla="*/ 2255708 w 3024845"/>
                <a:gd name="connsiteY335-19360" fmla="*/ 624754 h 1059043"/>
                <a:gd name="connsiteX336-19361" fmla="*/ 2261788 w 3024845"/>
                <a:gd name="connsiteY336-19362" fmla="*/ 624754 h 1059043"/>
                <a:gd name="connsiteX337-19363" fmla="*/ 2263815 w 3024845"/>
                <a:gd name="connsiteY337-19364" fmla="*/ 633401 h 1059043"/>
                <a:gd name="connsiteX338-19365" fmla="*/ 2275975 w 3024845"/>
                <a:gd name="connsiteY338-19366" fmla="*/ 633401 h 1059043"/>
                <a:gd name="connsiteX339-19367" fmla="*/ 2275975 w 3024845"/>
                <a:gd name="connsiteY339-19368" fmla="*/ 626915 h 1059043"/>
                <a:gd name="connsiteX340-19369" fmla="*/ 2298268 w 3024845"/>
                <a:gd name="connsiteY340-19370" fmla="*/ 626915 h 1059043"/>
                <a:gd name="connsiteX341-19371" fmla="*/ 2298268 w 3024845"/>
                <a:gd name="connsiteY341-19372" fmla="*/ 633401 h 1059043"/>
                <a:gd name="connsiteX342-19373" fmla="*/ 2318535 w 3024845"/>
                <a:gd name="connsiteY342-19374" fmla="*/ 633401 h 1059043"/>
                <a:gd name="connsiteX343-19375" fmla="*/ 2318535 w 3024845"/>
                <a:gd name="connsiteY343-19376" fmla="*/ 678798 h 1059043"/>
                <a:gd name="connsiteX344-19377" fmla="*/ 2332722 w 3024845"/>
                <a:gd name="connsiteY344-19378" fmla="*/ 678798 h 1059043"/>
                <a:gd name="connsiteX345-19379" fmla="*/ 2332722 w 3024845"/>
                <a:gd name="connsiteY345-19380" fmla="*/ 665827 h 1059043"/>
                <a:gd name="connsiteX346-19381" fmla="*/ 2348936 w 3024845"/>
                <a:gd name="connsiteY346-19382" fmla="*/ 665827 h 1059043"/>
                <a:gd name="connsiteX347-19383" fmla="*/ 2348936 w 3024845"/>
                <a:gd name="connsiteY347-19384" fmla="*/ 486400 h 1059043"/>
                <a:gd name="connsiteX348-19385" fmla="*/ 2355016 w 3024845"/>
                <a:gd name="connsiteY348-19386" fmla="*/ 479914 h 1059043"/>
                <a:gd name="connsiteX349-19387" fmla="*/ 2427977 w 3024845"/>
                <a:gd name="connsiteY349-19388" fmla="*/ 479914 h 1059043"/>
                <a:gd name="connsiteX350-19389" fmla="*/ 2427977 w 3024845"/>
                <a:gd name="connsiteY350-19390" fmla="*/ 488562 h 1059043"/>
                <a:gd name="connsiteX351-19391" fmla="*/ 2438110 w 3024845"/>
                <a:gd name="connsiteY351-19392" fmla="*/ 488562 h 1059043"/>
                <a:gd name="connsiteX352-19393" fmla="*/ 2438110 w 3024845"/>
                <a:gd name="connsiteY352-19394" fmla="*/ 603136 h 1059043"/>
                <a:gd name="connsiteX353-19395" fmla="*/ 2460404 w 3024845"/>
                <a:gd name="connsiteY353-19396" fmla="*/ 603136 h 1059043"/>
                <a:gd name="connsiteX354-19397" fmla="*/ 2460404 w 3024845"/>
                <a:gd name="connsiteY354-19398" fmla="*/ 536121 h 1059043"/>
                <a:gd name="connsiteX355-19399" fmla="*/ 2486751 w 3024845"/>
                <a:gd name="connsiteY355-19400" fmla="*/ 536121 h 1059043"/>
                <a:gd name="connsiteX356-19401" fmla="*/ 2490804 w 3024845"/>
                <a:gd name="connsiteY356-19402" fmla="*/ 531797 h 1059043"/>
                <a:gd name="connsiteX357-19403" fmla="*/ 2498911 w 3024845"/>
                <a:gd name="connsiteY357-19404" fmla="*/ 531797 h 1059043"/>
                <a:gd name="connsiteX358-19405" fmla="*/ 2502964 w 3024845"/>
                <a:gd name="connsiteY358-19406" fmla="*/ 536121 h 1059043"/>
                <a:gd name="connsiteX359-19407" fmla="*/ 2525258 w 3024845"/>
                <a:gd name="connsiteY359-19408" fmla="*/ 536121 h 1059043"/>
                <a:gd name="connsiteX360-19409" fmla="*/ 2525258 w 3024845"/>
                <a:gd name="connsiteY360-19410" fmla="*/ 419385 h 1059043"/>
                <a:gd name="connsiteX361-19411" fmla="*/ 2582005 w 3024845"/>
                <a:gd name="connsiteY361-19412" fmla="*/ 408576 h 1059043"/>
                <a:gd name="connsiteX362-19413" fmla="*/ 2582005 w 3024845"/>
                <a:gd name="connsiteY362-19414" fmla="*/ 409657 h 1059043"/>
                <a:gd name="connsiteX363-19415" fmla="*/ 2582005 w 3024845"/>
                <a:gd name="connsiteY363-19416" fmla="*/ 417223 h 1059043"/>
                <a:gd name="connsiteX364-19417" fmla="*/ 2608352 w 3024845"/>
                <a:gd name="connsiteY364-19418" fmla="*/ 417223 h 1059043"/>
                <a:gd name="connsiteX365-19419" fmla="*/ 2608352 w 3024845"/>
                <a:gd name="connsiteY365-19420" fmla="*/ 672313 h 1059043"/>
                <a:gd name="connsiteX366-19421" fmla="*/ 2630646 w 3024845"/>
                <a:gd name="connsiteY366-19422" fmla="*/ 672313 h 1059043"/>
                <a:gd name="connsiteX367-19423" fmla="*/ 2630646 w 3024845"/>
                <a:gd name="connsiteY367-19424" fmla="*/ 667989 h 1059043"/>
                <a:gd name="connsiteX368-19425" fmla="*/ 2642806 w 3024845"/>
                <a:gd name="connsiteY368-19426" fmla="*/ 667989 h 1059043"/>
                <a:gd name="connsiteX369-19427" fmla="*/ 2642806 w 3024845"/>
                <a:gd name="connsiteY369-19428" fmla="*/ 672313 h 1059043"/>
                <a:gd name="connsiteX370-19429" fmla="*/ 2667126 w 3024845"/>
                <a:gd name="connsiteY370-19430" fmla="*/ 672313 h 1059043"/>
                <a:gd name="connsiteX371-19431" fmla="*/ 2667126 w 3024845"/>
                <a:gd name="connsiteY371-19432" fmla="*/ 659342 h 1059043"/>
                <a:gd name="connsiteX372-19433" fmla="*/ 2695500 w 3024845"/>
                <a:gd name="connsiteY372-19434" fmla="*/ 659342 h 1059043"/>
                <a:gd name="connsiteX373-19435" fmla="*/ 2707660 w 3024845"/>
                <a:gd name="connsiteY373-19436" fmla="*/ 655018 h 1059043"/>
                <a:gd name="connsiteX374-19437" fmla="*/ 2727927 w 3024845"/>
                <a:gd name="connsiteY374-19438" fmla="*/ 659342 h 1059043"/>
                <a:gd name="connsiteX375-19439" fmla="*/ 2727927 w 3024845"/>
                <a:gd name="connsiteY375-19440" fmla="*/ 642048 h 1059043"/>
                <a:gd name="connsiteX376-19441" fmla="*/ 2736034 w 3024845"/>
                <a:gd name="connsiteY376-19442" fmla="*/ 642048 h 1059043"/>
                <a:gd name="connsiteX377-19443" fmla="*/ 2736034 w 3024845"/>
                <a:gd name="connsiteY377-19444" fmla="*/ 629077 h 1059043"/>
                <a:gd name="connsiteX378-19445" fmla="*/ 2792781 w 3024845"/>
                <a:gd name="connsiteY378-19446" fmla="*/ 629077 h 1059043"/>
                <a:gd name="connsiteX379-19447" fmla="*/ 2792781 w 3024845"/>
                <a:gd name="connsiteY379-19448" fmla="*/ 598812 h 1059043"/>
                <a:gd name="connsiteX380-19449" fmla="*/ 2811021 w 3024845"/>
                <a:gd name="connsiteY380-19450" fmla="*/ 598812 h 1059043"/>
                <a:gd name="connsiteX381-19451" fmla="*/ 2811021 w 3024845"/>
                <a:gd name="connsiteY381-19452" fmla="*/ 592327 h 1059043"/>
                <a:gd name="connsiteX382-19453" fmla="*/ 2823181 w 3024845"/>
                <a:gd name="connsiteY382-19454" fmla="*/ 592327 h 1059043"/>
                <a:gd name="connsiteX383-19455" fmla="*/ 2823181 w 3024845"/>
                <a:gd name="connsiteY383-19456" fmla="*/ 598812 h 1059043"/>
                <a:gd name="connsiteX384-19457" fmla="*/ 2839395 w 3024845"/>
                <a:gd name="connsiteY384-19458" fmla="*/ 598812 h 1059043"/>
                <a:gd name="connsiteX385-19459" fmla="*/ 2839395 w 3024845"/>
                <a:gd name="connsiteY385-19460" fmla="*/ 648533 h 1059043"/>
                <a:gd name="connsiteX386-19461" fmla="*/ 2871822 w 3024845"/>
                <a:gd name="connsiteY386-19462" fmla="*/ 648533 h 1059043"/>
                <a:gd name="connsiteX387-19463" fmla="*/ 2871822 w 3024845"/>
                <a:gd name="connsiteY387-19464" fmla="*/ 622592 h 1059043"/>
                <a:gd name="connsiteX388-19465" fmla="*/ 2910329 w 3024845"/>
                <a:gd name="connsiteY388-19466" fmla="*/ 622592 h 1059043"/>
                <a:gd name="connsiteX389-19467" fmla="*/ 2910329 w 3024845"/>
                <a:gd name="connsiteY389-19468" fmla="*/ 592327 h 1059043"/>
                <a:gd name="connsiteX390-19469" fmla="*/ 2958970 w 3024845"/>
                <a:gd name="connsiteY390-19470" fmla="*/ 592327 h 1059043"/>
                <a:gd name="connsiteX391-19471" fmla="*/ 2958970 w 3024845"/>
                <a:gd name="connsiteY391-19472" fmla="*/ 703483 h 1059043"/>
                <a:gd name="connsiteX392-19473" fmla="*/ 2958970 w 3024845"/>
                <a:gd name="connsiteY392-19474" fmla="*/ 717262 h 1059043"/>
                <a:gd name="connsiteX393-19475" fmla="*/ 3024845 w 3024845"/>
                <a:gd name="connsiteY393-19476" fmla="*/ 717262 h 1059043"/>
                <a:gd name="connsiteX394-19477" fmla="*/ 3024845 w 3024845"/>
                <a:gd name="connsiteY394-19478" fmla="*/ 1059043 h 1059043"/>
                <a:gd name="connsiteX395-19479" fmla="*/ 2054 w 3024845"/>
                <a:gd name="connsiteY395-19480" fmla="*/ 1056710 h 1059043"/>
                <a:gd name="connsiteX396-19481" fmla="*/ 0 w 3024845"/>
                <a:gd name="connsiteY396-19482" fmla="*/ 622592 h 1059043"/>
                <a:gd name="connsiteX397-19483" fmla="*/ 20267 w 3024845"/>
                <a:gd name="connsiteY397-19484" fmla="*/ 622592 h 1059043"/>
                <a:gd name="connsiteX398-19485" fmla="*/ 20774 w 3024845"/>
                <a:gd name="connsiteY398-19486" fmla="*/ 621511 h 1059043"/>
                <a:gd name="connsiteX399-19487" fmla="*/ 24320 w 3024845"/>
                <a:gd name="connsiteY399-19488" fmla="*/ 613945 h 1059043"/>
                <a:gd name="connsiteX400-19489" fmla="*/ 26094 w 3024845"/>
                <a:gd name="connsiteY400-19490" fmla="*/ 614215 h 1059043"/>
                <a:gd name="connsiteX401-19491" fmla="*/ 38507 w 3024845"/>
                <a:gd name="connsiteY401-19492" fmla="*/ 616106 h 1059043"/>
                <a:gd name="connsiteX402-19493" fmla="*/ 39014 w 3024845"/>
                <a:gd name="connsiteY402-19494" fmla="*/ 617458 h 1059043"/>
                <a:gd name="connsiteX403-19495" fmla="*/ 42560 w 3024845"/>
                <a:gd name="connsiteY403-19496" fmla="*/ 626915 h 1059043"/>
                <a:gd name="connsiteX404-19497" fmla="*/ 68907 w 3024845"/>
                <a:gd name="connsiteY404-19498" fmla="*/ 629077 h 1059043"/>
                <a:gd name="connsiteX405-19499" fmla="*/ 68907 w 3024845"/>
                <a:gd name="connsiteY405-19500" fmla="*/ 505856 h 1059043"/>
                <a:gd name="connsiteX406-19501" fmla="*/ 70934 w 3024845"/>
                <a:gd name="connsiteY406-19502" fmla="*/ 505856 h 1059043"/>
                <a:gd name="connsiteX407-19503" fmla="*/ 85121 w 3024845"/>
                <a:gd name="connsiteY407-19504" fmla="*/ 505856 h 1059043"/>
                <a:gd name="connsiteX408-19505" fmla="*/ 85121 w 3024845"/>
                <a:gd name="connsiteY408-19506" fmla="*/ 369664 h 1059043"/>
                <a:gd name="connsiteX409-19507" fmla="*/ 86894 w 3024845"/>
                <a:gd name="connsiteY409-19508" fmla="*/ 369664 h 1059043"/>
                <a:gd name="connsiteX410-19509" fmla="*/ 99308 w 3024845"/>
                <a:gd name="connsiteY410-19510" fmla="*/ 369664 h 1059043"/>
                <a:gd name="connsiteX411-19511" fmla="*/ 99308 w 3024845"/>
                <a:gd name="connsiteY411-19512" fmla="*/ 255090 h 1059043"/>
                <a:gd name="connsiteX412-19513" fmla="*/ 103361 w 3024845"/>
                <a:gd name="connsiteY412-19514" fmla="*/ 226986 h 1059043"/>
                <a:gd name="connsiteX413-19515" fmla="*/ 105388 w 3024845"/>
                <a:gd name="connsiteY413-19516" fmla="*/ 226986 h 1059043"/>
                <a:gd name="connsiteX414-19517" fmla="*/ 119575 w 3024845"/>
                <a:gd name="connsiteY414-19518" fmla="*/ 226986 h 1059043"/>
                <a:gd name="connsiteX0-19519" fmla="*/ 119575 w 3024845"/>
                <a:gd name="connsiteY0-19520" fmla="*/ 226986 h 1059043"/>
                <a:gd name="connsiteX1-19521" fmla="*/ 200642 w 3024845"/>
                <a:gd name="connsiteY1-19522" fmla="*/ 224825 h 1059043"/>
                <a:gd name="connsiteX2-19523" fmla="*/ 202669 w 3024845"/>
                <a:gd name="connsiteY2-19524" fmla="*/ 224825 h 1059043"/>
                <a:gd name="connsiteX3-19525" fmla="*/ 216856 w 3024845"/>
                <a:gd name="connsiteY3-19526" fmla="*/ 224825 h 1059043"/>
                <a:gd name="connsiteX4-19527" fmla="*/ 216856 w 3024845"/>
                <a:gd name="connsiteY4-19528" fmla="*/ 248604 h 1059043"/>
                <a:gd name="connsiteX5-19529" fmla="*/ 217363 w 3024845"/>
                <a:gd name="connsiteY5-19530" fmla="*/ 249415 h 1059043"/>
                <a:gd name="connsiteX6-19531" fmla="*/ 220909 w 3024845"/>
                <a:gd name="connsiteY6-19532" fmla="*/ 255090 h 1059043"/>
                <a:gd name="connsiteX7-19533" fmla="*/ 220909 w 3024845"/>
                <a:gd name="connsiteY7-19534" fmla="*/ 369664 h 1059043"/>
                <a:gd name="connsiteX8-19535" fmla="*/ 223189 w 3024845"/>
                <a:gd name="connsiteY8-19536" fmla="*/ 369664 h 1059043"/>
                <a:gd name="connsiteX9-19537" fmla="*/ 239150 w 3024845"/>
                <a:gd name="connsiteY9-19538" fmla="*/ 369664 h 1059043"/>
                <a:gd name="connsiteX10-19539" fmla="*/ 239150 w 3024845"/>
                <a:gd name="connsiteY10-19540" fmla="*/ 510179 h 1059043"/>
                <a:gd name="connsiteX11-19541" fmla="*/ 240670 w 3024845"/>
                <a:gd name="connsiteY11-19542" fmla="*/ 509909 h 1059043"/>
                <a:gd name="connsiteX12-19543" fmla="*/ 251310 w 3024845"/>
                <a:gd name="connsiteY12-19544" fmla="*/ 508018 h 1059043"/>
                <a:gd name="connsiteX13-19545" fmla="*/ 249283 w 3024845"/>
                <a:gd name="connsiteY13-19546" fmla="*/ 596650 h 1059043"/>
                <a:gd name="connsiteX14-19547" fmla="*/ 250803 w 3024845"/>
                <a:gd name="connsiteY14-19548" fmla="*/ 596921 h 1059043"/>
                <a:gd name="connsiteX15-19549" fmla="*/ 261443 w 3024845"/>
                <a:gd name="connsiteY15-19550" fmla="*/ 598812 h 1059043"/>
                <a:gd name="connsiteX16-19551" fmla="*/ 261696 w 3024845"/>
                <a:gd name="connsiteY16-19552" fmla="*/ 599623 h 1059043"/>
                <a:gd name="connsiteX17-19553" fmla="*/ 263470 w 3024845"/>
                <a:gd name="connsiteY17-19554" fmla="*/ 605298 h 1059043"/>
                <a:gd name="connsiteX18-19555" fmla="*/ 264230 w 3024845"/>
                <a:gd name="connsiteY18-19556" fmla="*/ 602866 h 1059043"/>
                <a:gd name="connsiteX19-19557" fmla="*/ 269550 w 3024845"/>
                <a:gd name="connsiteY19-19558" fmla="*/ 585842 h 1059043"/>
                <a:gd name="connsiteX20-19559" fmla="*/ 271323 w 3024845"/>
                <a:gd name="connsiteY20-19560" fmla="*/ 585842 h 1059043"/>
                <a:gd name="connsiteX21-19561" fmla="*/ 283737 w 3024845"/>
                <a:gd name="connsiteY21-19562" fmla="*/ 585842 h 1059043"/>
                <a:gd name="connsiteX22-19563" fmla="*/ 283737 w 3024845"/>
                <a:gd name="connsiteY22-19564" fmla="*/ 618268 h 1059043"/>
                <a:gd name="connsiteX23-19565" fmla="*/ 284750 w 3024845"/>
                <a:gd name="connsiteY23-19566" fmla="*/ 618809 h 1059043"/>
                <a:gd name="connsiteX24-19567" fmla="*/ 291844 w 3024845"/>
                <a:gd name="connsiteY24-19568" fmla="*/ 622592 h 1059043"/>
                <a:gd name="connsiteX25-19569" fmla="*/ 291844 w 3024845"/>
                <a:gd name="connsiteY25-19570" fmla="*/ 623943 h 1059043"/>
                <a:gd name="connsiteX26-19571" fmla="*/ 291844 w 3024845"/>
                <a:gd name="connsiteY26-19572" fmla="*/ 633401 h 1059043"/>
                <a:gd name="connsiteX27-19573" fmla="*/ 336431 w 3024845"/>
                <a:gd name="connsiteY27-19574" fmla="*/ 633401 h 1059043"/>
                <a:gd name="connsiteX28-19575" fmla="*/ 336431 w 3024845"/>
                <a:gd name="connsiteY28-19576" fmla="*/ 634482 h 1059043"/>
                <a:gd name="connsiteX29-19577" fmla="*/ 336431 w 3024845"/>
                <a:gd name="connsiteY29-19578" fmla="*/ 642048 h 1059043"/>
                <a:gd name="connsiteX30-19579" fmla="*/ 338457 w 3024845"/>
                <a:gd name="connsiteY30-19580" fmla="*/ 642048 h 1059043"/>
                <a:gd name="connsiteX31-19581" fmla="*/ 352644 w 3024845"/>
                <a:gd name="connsiteY31-19582" fmla="*/ 642048 h 1059043"/>
                <a:gd name="connsiteX32-19583" fmla="*/ 352644 w 3024845"/>
                <a:gd name="connsiteY32-19584" fmla="*/ 611783 h 1059043"/>
                <a:gd name="connsiteX33-19585" fmla="*/ 397231 w 3024845"/>
                <a:gd name="connsiteY33-19586" fmla="*/ 611783 h 1059043"/>
                <a:gd name="connsiteX34-19587" fmla="*/ 397231 w 3024845"/>
                <a:gd name="connsiteY34-19588" fmla="*/ 610432 h 1059043"/>
                <a:gd name="connsiteX35-19589" fmla="*/ 397231 w 3024845"/>
                <a:gd name="connsiteY35-19590" fmla="*/ 600974 h 1059043"/>
                <a:gd name="connsiteX36-19591" fmla="*/ 398245 w 3024845"/>
                <a:gd name="connsiteY36-19592" fmla="*/ 600974 h 1059043"/>
                <a:gd name="connsiteX37-19593" fmla="*/ 405338 w 3024845"/>
                <a:gd name="connsiteY37-19594" fmla="*/ 600974 h 1059043"/>
                <a:gd name="connsiteX38-19595" fmla="*/ 405338 w 3024845"/>
                <a:gd name="connsiteY38-19596" fmla="*/ 599083 h 1059043"/>
                <a:gd name="connsiteX39-19597" fmla="*/ 405338 w 3024845"/>
                <a:gd name="connsiteY39-19598" fmla="*/ 585842 h 1059043"/>
                <a:gd name="connsiteX40-19599" fmla="*/ 406098 w 3024845"/>
                <a:gd name="connsiteY40-19600" fmla="*/ 585842 h 1059043"/>
                <a:gd name="connsiteX41-19601" fmla="*/ 411418 w 3024845"/>
                <a:gd name="connsiteY41-19602" fmla="*/ 585842 h 1059043"/>
                <a:gd name="connsiteX42-19603" fmla="*/ 411418 w 3024845"/>
                <a:gd name="connsiteY42-19604" fmla="*/ 584761 h 1059043"/>
                <a:gd name="connsiteX43-19605" fmla="*/ 411418 w 3024845"/>
                <a:gd name="connsiteY43-19606" fmla="*/ 577194 h 1059043"/>
                <a:gd name="connsiteX44-19607" fmla="*/ 413445 w 3024845"/>
                <a:gd name="connsiteY44-19608" fmla="*/ 577194 h 1059043"/>
                <a:gd name="connsiteX45-19609" fmla="*/ 427632 w 3024845"/>
                <a:gd name="connsiteY45-19610" fmla="*/ 577194 h 1059043"/>
                <a:gd name="connsiteX46-19611" fmla="*/ 427632 w 3024845"/>
                <a:gd name="connsiteY46-19612" fmla="*/ 578275 h 1059043"/>
                <a:gd name="connsiteX47-19613" fmla="*/ 427632 w 3024845"/>
                <a:gd name="connsiteY47-19614" fmla="*/ 585842 h 1059043"/>
                <a:gd name="connsiteX48-19615" fmla="*/ 449925 w 3024845"/>
                <a:gd name="connsiteY48-19616" fmla="*/ 585842 h 1059043"/>
                <a:gd name="connsiteX49-19617" fmla="*/ 449925 w 3024845"/>
                <a:gd name="connsiteY49-19618" fmla="*/ 583950 h 1059043"/>
                <a:gd name="connsiteX50-19619" fmla="*/ 449925 w 3024845"/>
                <a:gd name="connsiteY50-19620" fmla="*/ 570709 h 1059043"/>
                <a:gd name="connsiteX51-19621" fmla="*/ 451699 w 3024845"/>
                <a:gd name="connsiteY51-19622" fmla="*/ 570709 h 1059043"/>
                <a:gd name="connsiteX52-19623" fmla="*/ 464112 w 3024845"/>
                <a:gd name="connsiteY52-19624" fmla="*/ 570709 h 1059043"/>
                <a:gd name="connsiteX53-19625" fmla="*/ 464112 w 3024845"/>
                <a:gd name="connsiteY53-19626" fmla="*/ 594489 h 1059043"/>
                <a:gd name="connsiteX54-19627" fmla="*/ 465126 w 3024845"/>
                <a:gd name="connsiteY54-19628" fmla="*/ 594489 h 1059043"/>
                <a:gd name="connsiteX55-19629" fmla="*/ 472219 w 3024845"/>
                <a:gd name="connsiteY55-19630" fmla="*/ 594489 h 1059043"/>
                <a:gd name="connsiteX56-19631" fmla="*/ 472219 w 3024845"/>
                <a:gd name="connsiteY56-19632" fmla="*/ 593408 h 1059043"/>
                <a:gd name="connsiteX57-19633" fmla="*/ 472219 w 3024845"/>
                <a:gd name="connsiteY57-19634" fmla="*/ 585842 h 1059043"/>
                <a:gd name="connsiteX58-19635" fmla="*/ 473992 w 3024845"/>
                <a:gd name="connsiteY58-19636" fmla="*/ 585842 h 1059043"/>
                <a:gd name="connsiteX59-19637" fmla="*/ 486406 w 3024845"/>
                <a:gd name="connsiteY59-19638" fmla="*/ 585842 h 1059043"/>
                <a:gd name="connsiteX60-19639" fmla="*/ 486406 w 3024845"/>
                <a:gd name="connsiteY60-19640" fmla="*/ 611783 h 1059043"/>
                <a:gd name="connsiteX61-19641" fmla="*/ 488433 w 3024845"/>
                <a:gd name="connsiteY61-19642" fmla="*/ 611783 h 1059043"/>
                <a:gd name="connsiteX62-19643" fmla="*/ 502619 w 3024845"/>
                <a:gd name="connsiteY62-19644" fmla="*/ 611783 h 1059043"/>
                <a:gd name="connsiteX63-19645" fmla="*/ 502619 w 3024845"/>
                <a:gd name="connsiteY63-19646" fmla="*/ 613404 h 1059043"/>
                <a:gd name="connsiteX64-19647" fmla="*/ 502619 w 3024845"/>
                <a:gd name="connsiteY64-19648" fmla="*/ 624754 h 1059043"/>
                <a:gd name="connsiteX65-19649" fmla="*/ 503379 w 3024845"/>
                <a:gd name="connsiteY65-19650" fmla="*/ 624754 h 1059043"/>
                <a:gd name="connsiteX66-19651" fmla="*/ 508700 w 3024845"/>
                <a:gd name="connsiteY66-19652" fmla="*/ 624754 h 1059043"/>
                <a:gd name="connsiteX67-19653" fmla="*/ 508700 w 3024845"/>
                <a:gd name="connsiteY67-19654" fmla="*/ 623943 h 1059043"/>
                <a:gd name="connsiteX68-19655" fmla="*/ 508700 w 3024845"/>
                <a:gd name="connsiteY68-19656" fmla="*/ 618268 h 1059043"/>
                <a:gd name="connsiteX69-19657" fmla="*/ 539100 w 3024845"/>
                <a:gd name="connsiteY69-19658" fmla="*/ 618268 h 1059043"/>
                <a:gd name="connsiteX70-19659" fmla="*/ 539100 w 3024845"/>
                <a:gd name="connsiteY70-19660" fmla="*/ 642048 h 1059043"/>
                <a:gd name="connsiteX71-19661" fmla="*/ 540113 w 3024845"/>
                <a:gd name="connsiteY71-19662" fmla="*/ 642048 h 1059043"/>
                <a:gd name="connsiteX72-19663" fmla="*/ 547207 w 3024845"/>
                <a:gd name="connsiteY72-19664" fmla="*/ 642048 h 1059043"/>
                <a:gd name="connsiteX73-19665" fmla="*/ 547207 w 3024845"/>
                <a:gd name="connsiteY73-19666" fmla="*/ 643129 h 1059043"/>
                <a:gd name="connsiteX74-19667" fmla="*/ 547207 w 3024845"/>
                <a:gd name="connsiteY74-19668" fmla="*/ 650695 h 1059043"/>
                <a:gd name="connsiteX75-19669" fmla="*/ 547967 w 3024845"/>
                <a:gd name="connsiteY75-19670" fmla="*/ 650695 h 1059043"/>
                <a:gd name="connsiteX76-19671" fmla="*/ 553287 w 3024845"/>
                <a:gd name="connsiteY76-19672" fmla="*/ 650695 h 1059043"/>
                <a:gd name="connsiteX77-19673" fmla="*/ 553287 w 3024845"/>
                <a:gd name="connsiteY77-19674" fmla="*/ 648533 h 1059043"/>
                <a:gd name="connsiteX78-19675" fmla="*/ 553287 w 3024845"/>
                <a:gd name="connsiteY78-19676" fmla="*/ 633401 h 1059043"/>
                <a:gd name="connsiteX79-19677" fmla="*/ 554300 w 3024845"/>
                <a:gd name="connsiteY79-19678" fmla="*/ 633401 h 1059043"/>
                <a:gd name="connsiteX80-19679" fmla="*/ 561394 w 3024845"/>
                <a:gd name="connsiteY80-19680" fmla="*/ 633401 h 1059043"/>
                <a:gd name="connsiteX81-19681" fmla="*/ 561394 w 3024845"/>
                <a:gd name="connsiteY81-19682" fmla="*/ 634482 h 1059043"/>
                <a:gd name="connsiteX82-19683" fmla="*/ 561394 w 3024845"/>
                <a:gd name="connsiteY82-19684" fmla="*/ 642048 h 1059043"/>
                <a:gd name="connsiteX83-19685" fmla="*/ 566714 w 3024845"/>
                <a:gd name="connsiteY83-19686" fmla="*/ 640055 h 1059043"/>
                <a:gd name="connsiteX84-19687" fmla="*/ 567474 w 3024845"/>
                <a:gd name="connsiteY84-19688" fmla="*/ 639075 h 1059043"/>
                <a:gd name="connsiteX85-19689" fmla="*/ 567474 w 3024845"/>
                <a:gd name="connsiteY85-19690" fmla="*/ 633401 h 1059043"/>
                <a:gd name="connsiteX86-19691" fmla="*/ 605981 w 3024845"/>
                <a:gd name="connsiteY86-19692" fmla="*/ 633401 h 1059043"/>
                <a:gd name="connsiteX87-19693" fmla="*/ 605981 w 3024845"/>
                <a:gd name="connsiteY87-19694" fmla="*/ 657180 h 1059043"/>
                <a:gd name="connsiteX88-19695" fmla="*/ 608007 w 3024845"/>
                <a:gd name="connsiteY88-19696" fmla="*/ 657180 h 1059043"/>
                <a:gd name="connsiteX89-19697" fmla="*/ 622194 w 3024845"/>
                <a:gd name="connsiteY89-19698" fmla="*/ 657180 h 1059043"/>
                <a:gd name="connsiteX90-19699" fmla="*/ 622194 w 3024845"/>
                <a:gd name="connsiteY90-19700" fmla="*/ 658261 h 1059043"/>
                <a:gd name="connsiteX91-19701" fmla="*/ 622194 w 3024845"/>
                <a:gd name="connsiteY91-19702" fmla="*/ 665827 h 1059043"/>
                <a:gd name="connsiteX92-19703" fmla="*/ 623968 w 3024845"/>
                <a:gd name="connsiteY92-19704" fmla="*/ 665827 h 1059043"/>
                <a:gd name="connsiteX93-19705" fmla="*/ 636381 w 3024845"/>
                <a:gd name="connsiteY93-19706" fmla="*/ 665827 h 1059043"/>
                <a:gd name="connsiteX94-19707" fmla="*/ 636381 w 3024845"/>
                <a:gd name="connsiteY94-19708" fmla="*/ 642048 h 1059043"/>
                <a:gd name="connsiteX95-19709" fmla="*/ 637394 w 3024845"/>
                <a:gd name="connsiteY95-19710" fmla="*/ 642048 h 1059043"/>
                <a:gd name="connsiteX96-19711" fmla="*/ 644488 w 3024845"/>
                <a:gd name="connsiteY96-19712" fmla="*/ 642048 h 1059043"/>
                <a:gd name="connsiteX97-19713" fmla="*/ 644488 w 3024845"/>
                <a:gd name="connsiteY97-19714" fmla="*/ 609621 h 1059043"/>
                <a:gd name="connsiteX98-19715" fmla="*/ 645501 w 3024845"/>
                <a:gd name="connsiteY98-19716" fmla="*/ 609621 h 1059043"/>
                <a:gd name="connsiteX99-19717" fmla="*/ 652595 w 3024845"/>
                <a:gd name="connsiteY99-19718" fmla="*/ 609621 h 1059043"/>
                <a:gd name="connsiteX100-19719" fmla="*/ 652595 w 3024845"/>
                <a:gd name="connsiteY100-19720" fmla="*/ 607730 h 1059043"/>
                <a:gd name="connsiteX101-19721" fmla="*/ 652595 w 3024845"/>
                <a:gd name="connsiteY101-19722" fmla="*/ 594489 h 1059043"/>
                <a:gd name="connsiteX102-19723" fmla="*/ 651328 w 3024845"/>
                <a:gd name="connsiteY102-19724" fmla="*/ 592867 h 1059043"/>
                <a:gd name="connsiteX103-19725" fmla="*/ 656648 w 3024845"/>
                <a:gd name="connsiteY103-19726" fmla="*/ 581518 h 1059043"/>
                <a:gd name="connsiteX104-19727" fmla="*/ 664755 w 3024845"/>
                <a:gd name="connsiteY104-19728" fmla="*/ 609621 h 1059043"/>
                <a:gd name="connsiteX105-19729" fmla="*/ 665515 w 3024845"/>
                <a:gd name="connsiteY105-19730" fmla="*/ 609621 h 1059043"/>
                <a:gd name="connsiteX106-19731" fmla="*/ 670835 w 3024845"/>
                <a:gd name="connsiteY106-19732" fmla="*/ 609621 h 1059043"/>
                <a:gd name="connsiteX107-19733" fmla="*/ 670835 w 3024845"/>
                <a:gd name="connsiteY107-19734" fmla="*/ 503694 h 1059043"/>
                <a:gd name="connsiteX108-19735" fmla="*/ 672355 w 3024845"/>
                <a:gd name="connsiteY108-19736" fmla="*/ 503694 h 1059043"/>
                <a:gd name="connsiteX109-19737" fmla="*/ 682995 w 3024845"/>
                <a:gd name="connsiteY109-19738" fmla="*/ 503694 h 1059043"/>
                <a:gd name="connsiteX110-19739" fmla="*/ 682995 w 3024845"/>
                <a:gd name="connsiteY110-19740" fmla="*/ 456135 h 1059043"/>
                <a:gd name="connsiteX111-19741" fmla="*/ 709342 w 3024845"/>
                <a:gd name="connsiteY111-19742" fmla="*/ 456135 h 1059043"/>
                <a:gd name="connsiteX112-19743" fmla="*/ 709342 w 3024845"/>
                <a:gd name="connsiteY112-19744" fmla="*/ 434517 h 1059043"/>
                <a:gd name="connsiteX113-19745" fmla="*/ 743796 w 3024845"/>
                <a:gd name="connsiteY113-19746" fmla="*/ 434517 h 1059043"/>
                <a:gd name="connsiteX114-19747" fmla="*/ 743796 w 3024845"/>
                <a:gd name="connsiteY114-19748" fmla="*/ 436949 h 1059043"/>
                <a:gd name="connsiteX115-19749" fmla="*/ 743796 w 3024845"/>
                <a:gd name="connsiteY115-19750" fmla="*/ 453973 h 1059043"/>
                <a:gd name="connsiteX116-19751" fmla="*/ 746076 w 3024845"/>
                <a:gd name="connsiteY116-19752" fmla="*/ 453973 h 1059043"/>
                <a:gd name="connsiteX117-19753" fmla="*/ 762036 w 3024845"/>
                <a:gd name="connsiteY117-19754" fmla="*/ 453973 h 1059043"/>
                <a:gd name="connsiteX118-19755" fmla="*/ 762036 w 3024845"/>
                <a:gd name="connsiteY118-19756" fmla="*/ 501532 h 1059043"/>
                <a:gd name="connsiteX119-19757" fmla="*/ 763049 w 3024845"/>
                <a:gd name="connsiteY119-19758" fmla="*/ 501532 h 1059043"/>
                <a:gd name="connsiteX120-19759" fmla="*/ 770143 w 3024845"/>
                <a:gd name="connsiteY120-19760" fmla="*/ 501532 h 1059043"/>
                <a:gd name="connsiteX121-19761" fmla="*/ 784330 w 3024845"/>
                <a:gd name="connsiteY121-19762" fmla="*/ 505856 h 1059043"/>
                <a:gd name="connsiteX122-19763" fmla="*/ 784330 w 3024845"/>
                <a:gd name="connsiteY122-19764" fmla="*/ 544768 h 1059043"/>
                <a:gd name="connsiteX123-19765" fmla="*/ 785343 w 3024845"/>
                <a:gd name="connsiteY123-19766" fmla="*/ 544768 h 1059043"/>
                <a:gd name="connsiteX124-19767" fmla="*/ 792436 w 3024845"/>
                <a:gd name="connsiteY124-19768" fmla="*/ 544768 h 1059043"/>
                <a:gd name="connsiteX125-19769" fmla="*/ 792436 w 3024845"/>
                <a:gd name="connsiteY125-19770" fmla="*/ 546389 h 1059043"/>
                <a:gd name="connsiteX126-19771" fmla="*/ 792436 w 3024845"/>
                <a:gd name="connsiteY126-19772" fmla="*/ 557738 h 1059043"/>
                <a:gd name="connsiteX127-19773" fmla="*/ 794463 w 3024845"/>
                <a:gd name="connsiteY127-19774" fmla="*/ 557738 h 1059043"/>
                <a:gd name="connsiteX128-19775" fmla="*/ 808650 w 3024845"/>
                <a:gd name="connsiteY128-19776" fmla="*/ 557738 h 1059043"/>
                <a:gd name="connsiteX129-19777" fmla="*/ 814730 w 3024845"/>
                <a:gd name="connsiteY129-19778" fmla="*/ 564224 h 1059043"/>
                <a:gd name="connsiteX130-19779" fmla="*/ 814730 w 3024845"/>
                <a:gd name="connsiteY130-19780" fmla="*/ 585842 h 1059043"/>
                <a:gd name="connsiteX131-19781" fmla="*/ 817010 w 3024845"/>
                <a:gd name="connsiteY131-19782" fmla="*/ 585842 h 1059043"/>
                <a:gd name="connsiteX132-19783" fmla="*/ 832970 w 3024845"/>
                <a:gd name="connsiteY132-19784" fmla="*/ 585842 h 1059043"/>
                <a:gd name="connsiteX133-19785" fmla="*/ 832970 w 3024845"/>
                <a:gd name="connsiteY133-19786" fmla="*/ 586922 h 1059043"/>
                <a:gd name="connsiteX134-19787" fmla="*/ 832970 w 3024845"/>
                <a:gd name="connsiteY134-19788" fmla="*/ 594489 h 1059043"/>
                <a:gd name="connsiteX135-19789" fmla="*/ 834237 w 3024845"/>
                <a:gd name="connsiteY135-19790" fmla="*/ 594489 h 1059043"/>
                <a:gd name="connsiteX136-19791" fmla="*/ 843104 w 3024845"/>
                <a:gd name="connsiteY136-19792" fmla="*/ 594489 h 1059043"/>
                <a:gd name="connsiteX137-19793" fmla="*/ 843104 w 3024845"/>
                <a:gd name="connsiteY137-19794" fmla="*/ 596650 h 1059043"/>
                <a:gd name="connsiteX138-19795" fmla="*/ 843104 w 3024845"/>
                <a:gd name="connsiteY138-19796" fmla="*/ 611783 h 1059043"/>
                <a:gd name="connsiteX139-19797" fmla="*/ 847157 w 3024845"/>
                <a:gd name="connsiteY139-19798" fmla="*/ 609891 h 1059043"/>
                <a:gd name="connsiteX140-19799" fmla="*/ 847157 w 3024845"/>
                <a:gd name="connsiteY140-19800" fmla="*/ 596650 h 1059043"/>
                <a:gd name="connsiteX141-19801" fmla="*/ 848170 w 3024845"/>
                <a:gd name="connsiteY141-19802" fmla="*/ 596650 h 1059043"/>
                <a:gd name="connsiteX142-19803" fmla="*/ 855264 w 3024845"/>
                <a:gd name="connsiteY142-19804" fmla="*/ 596650 h 1059043"/>
                <a:gd name="connsiteX143-19805" fmla="*/ 855264 w 3024845"/>
                <a:gd name="connsiteY143-19806" fmla="*/ 598272 h 1059043"/>
                <a:gd name="connsiteX144-19807" fmla="*/ 855264 w 3024845"/>
                <a:gd name="connsiteY144-19808" fmla="*/ 609621 h 1059043"/>
                <a:gd name="connsiteX145-19809" fmla="*/ 856024 w 3024845"/>
                <a:gd name="connsiteY145-19810" fmla="*/ 609621 h 1059043"/>
                <a:gd name="connsiteX146-19811" fmla="*/ 861344 w 3024845"/>
                <a:gd name="connsiteY146-19812" fmla="*/ 609621 h 1059043"/>
                <a:gd name="connsiteX147-19813" fmla="*/ 909984 w 3024845"/>
                <a:gd name="connsiteY147-19814" fmla="*/ 605298 h 1059043"/>
                <a:gd name="connsiteX148-19815" fmla="*/ 909984 w 3024845"/>
                <a:gd name="connsiteY148-19816" fmla="*/ 606649 h 1059043"/>
                <a:gd name="connsiteX149-19817" fmla="*/ 909984 w 3024845"/>
                <a:gd name="connsiteY149-19818" fmla="*/ 616106 h 1059043"/>
                <a:gd name="connsiteX150-19819" fmla="*/ 910744 w 3024845"/>
                <a:gd name="connsiteY150-19820" fmla="*/ 616106 h 1059043"/>
                <a:gd name="connsiteX151-19821" fmla="*/ 916065 w 3024845"/>
                <a:gd name="connsiteY151-19822" fmla="*/ 616106 h 1059043"/>
                <a:gd name="connsiteX152-19823" fmla="*/ 916065 w 3024845"/>
                <a:gd name="connsiteY152-19824" fmla="*/ 618268 h 1059043"/>
                <a:gd name="connsiteX153-19825" fmla="*/ 916065 w 3024845"/>
                <a:gd name="connsiteY153-19826" fmla="*/ 633401 h 1059043"/>
                <a:gd name="connsiteX154-19827" fmla="*/ 918091 w 3024845"/>
                <a:gd name="connsiteY154-19828" fmla="*/ 632050 h 1059043"/>
                <a:gd name="connsiteX155-19829" fmla="*/ 932278 w 3024845"/>
                <a:gd name="connsiteY155-19830" fmla="*/ 622592 h 1059043"/>
                <a:gd name="connsiteX156-19831" fmla="*/ 938358 w 3024845"/>
                <a:gd name="connsiteY156-19832" fmla="*/ 581518 h 1059043"/>
                <a:gd name="connsiteX157-19833" fmla="*/ 939118 w 3024845"/>
                <a:gd name="connsiteY157-19834" fmla="*/ 581248 h 1059043"/>
                <a:gd name="connsiteX158-19835" fmla="*/ 944438 w 3024845"/>
                <a:gd name="connsiteY158-19836" fmla="*/ 579356 h 1059043"/>
                <a:gd name="connsiteX159-19837" fmla="*/ 946465 w 3024845"/>
                <a:gd name="connsiteY159-19838" fmla="*/ 510179 h 1059043"/>
                <a:gd name="connsiteX160-19839" fmla="*/ 948492 w 3024845"/>
                <a:gd name="connsiteY160-19840" fmla="*/ 579356 h 1059043"/>
                <a:gd name="connsiteX161-19841" fmla="*/ 949252 w 3024845"/>
                <a:gd name="connsiteY161-19842" fmla="*/ 579626 h 1059043"/>
                <a:gd name="connsiteX162-19843" fmla="*/ 954572 w 3024845"/>
                <a:gd name="connsiteY162-19844" fmla="*/ 581518 h 1059043"/>
                <a:gd name="connsiteX163-19845" fmla="*/ 954572 w 3024845"/>
                <a:gd name="connsiteY163-19846" fmla="*/ 495047 h 1059043"/>
                <a:gd name="connsiteX164-19847" fmla="*/ 958625 w 3024845"/>
                <a:gd name="connsiteY164-19848" fmla="*/ 462620 h 1059043"/>
                <a:gd name="connsiteX165-19849" fmla="*/ 997132 w 3024845"/>
                <a:gd name="connsiteY165-19850" fmla="*/ 462620 h 1059043"/>
                <a:gd name="connsiteX166-19851" fmla="*/ 997132 w 3024845"/>
                <a:gd name="connsiteY166-19852" fmla="*/ 495047 h 1059043"/>
                <a:gd name="connsiteX167-19853" fmla="*/ 997892 w 3024845"/>
                <a:gd name="connsiteY167-19854" fmla="*/ 495047 h 1059043"/>
                <a:gd name="connsiteX168-19855" fmla="*/ 1003212 w 3024845"/>
                <a:gd name="connsiteY168-19856" fmla="*/ 495047 h 1059043"/>
                <a:gd name="connsiteX169-19857" fmla="*/ 1003212 w 3024845"/>
                <a:gd name="connsiteY169-19858" fmla="*/ 412899 h 1059043"/>
                <a:gd name="connsiteX170-19859" fmla="*/ 1004986 w 3024845"/>
                <a:gd name="connsiteY170-19860" fmla="*/ 412899 h 1059043"/>
                <a:gd name="connsiteX171-19861" fmla="*/ 1017399 w 3024845"/>
                <a:gd name="connsiteY171-19862" fmla="*/ 412899 h 1059043"/>
                <a:gd name="connsiteX172-19863" fmla="*/ 1017399 w 3024845"/>
                <a:gd name="connsiteY172-19864" fmla="*/ 411008 h 1059043"/>
                <a:gd name="connsiteX173-19865" fmla="*/ 1017399 w 3024845"/>
                <a:gd name="connsiteY173-19866" fmla="*/ 397767 h 1059043"/>
                <a:gd name="connsiteX174-19867" fmla="*/ 1039693 w 3024845"/>
                <a:gd name="connsiteY174-19868" fmla="*/ 397767 h 1059043"/>
                <a:gd name="connsiteX175-19869" fmla="*/ 1039693 w 3024845"/>
                <a:gd name="connsiteY175-19870" fmla="*/ 396686 h 1059043"/>
                <a:gd name="connsiteX176-19871" fmla="*/ 1039693 w 3024845"/>
                <a:gd name="connsiteY176-19872" fmla="*/ 389120 h 1059043"/>
                <a:gd name="connsiteX177-19873" fmla="*/ 1041466 w 3024845"/>
                <a:gd name="connsiteY177-19874" fmla="*/ 389120 h 1059043"/>
                <a:gd name="connsiteX178-19875" fmla="*/ 1053880 w 3024845"/>
                <a:gd name="connsiteY178-19876" fmla="*/ 389120 h 1059043"/>
                <a:gd name="connsiteX179-19877" fmla="*/ 1053880 w 3024845"/>
                <a:gd name="connsiteY179-19878" fmla="*/ 390201 h 1059043"/>
                <a:gd name="connsiteX180-19879" fmla="*/ 1053880 w 3024845"/>
                <a:gd name="connsiteY180-19880" fmla="*/ 397767 h 1059043"/>
                <a:gd name="connsiteX181-19881" fmla="*/ 1054640 w 3024845"/>
                <a:gd name="connsiteY181-19882" fmla="*/ 397767 h 1059043"/>
                <a:gd name="connsiteX182-19883" fmla="*/ 1059960 w 3024845"/>
                <a:gd name="connsiteY182-19884" fmla="*/ 397767 h 1059043"/>
                <a:gd name="connsiteX183-19885" fmla="*/ 1070093 w 3024845"/>
                <a:gd name="connsiteY183-19886" fmla="*/ 393443 h 1059043"/>
                <a:gd name="connsiteX184-19887" fmla="*/ 1074146 w 3024845"/>
                <a:gd name="connsiteY184-19888" fmla="*/ 396686 h 1059043"/>
                <a:gd name="connsiteX185-19889" fmla="*/ 1074146 w 3024845"/>
                <a:gd name="connsiteY185-19890" fmla="*/ 389120 h 1059043"/>
                <a:gd name="connsiteX186-19891" fmla="*/ 1076426 w 3024845"/>
                <a:gd name="connsiteY186-19892" fmla="*/ 389120 h 1059043"/>
                <a:gd name="connsiteX187-19893" fmla="*/ 1092387 w 3024845"/>
                <a:gd name="connsiteY187-19894" fmla="*/ 389120 h 1059043"/>
                <a:gd name="connsiteX188-19895" fmla="*/ 1092387 w 3024845"/>
                <a:gd name="connsiteY188-19896" fmla="*/ 390201 h 1059043"/>
                <a:gd name="connsiteX189-19897" fmla="*/ 1092387 w 3024845"/>
                <a:gd name="connsiteY189-19898" fmla="*/ 397767 h 1059043"/>
                <a:gd name="connsiteX190-19899" fmla="*/ 1122787 w 3024845"/>
                <a:gd name="connsiteY190-19900" fmla="*/ 397767 h 1059043"/>
                <a:gd name="connsiteX191-19901" fmla="*/ 1122787 w 3024845"/>
                <a:gd name="connsiteY191-19902" fmla="*/ 399388 h 1059043"/>
                <a:gd name="connsiteX192-19903" fmla="*/ 1122787 w 3024845"/>
                <a:gd name="connsiteY192-19904" fmla="*/ 410738 h 1059043"/>
                <a:gd name="connsiteX193-19905" fmla="*/ 1149134 w 3024845"/>
                <a:gd name="connsiteY193-19906" fmla="*/ 410738 h 1059043"/>
                <a:gd name="connsiteX194-19907" fmla="*/ 1149134 w 3024845"/>
                <a:gd name="connsiteY194-19908" fmla="*/ 441002 h 1059043"/>
                <a:gd name="connsiteX195-19909" fmla="*/ 1149894 w 3024845"/>
                <a:gd name="connsiteY195-19910" fmla="*/ 441002 h 1059043"/>
                <a:gd name="connsiteX196-19911" fmla="*/ 1155214 w 3024845"/>
                <a:gd name="connsiteY196-19912" fmla="*/ 441002 h 1059043"/>
                <a:gd name="connsiteX197-19913" fmla="*/ 1155214 w 3024845"/>
                <a:gd name="connsiteY197-19914" fmla="*/ 442083 h 1059043"/>
                <a:gd name="connsiteX198-19915" fmla="*/ 1155214 w 3024845"/>
                <a:gd name="connsiteY198-19916" fmla="*/ 449650 h 1059043"/>
                <a:gd name="connsiteX199-19917" fmla="*/ 1159268 w 3024845"/>
                <a:gd name="connsiteY199-19918" fmla="*/ 479914 h 1059043"/>
                <a:gd name="connsiteX200-19919" fmla="*/ 1160028 w 3024845"/>
                <a:gd name="connsiteY200-19920" fmla="*/ 479914 h 1059043"/>
                <a:gd name="connsiteX201-19921" fmla="*/ 1165348 w 3024845"/>
                <a:gd name="connsiteY201-19922" fmla="*/ 479914 h 1059043"/>
                <a:gd name="connsiteX202-19923" fmla="*/ 1165348 w 3024845"/>
                <a:gd name="connsiteY202-19924" fmla="*/ 480725 h 1059043"/>
                <a:gd name="connsiteX203-19925" fmla="*/ 1165348 w 3024845"/>
                <a:gd name="connsiteY203-19926" fmla="*/ 486400 h 1059043"/>
                <a:gd name="connsiteX204-19927" fmla="*/ 1166361 w 3024845"/>
                <a:gd name="connsiteY204-19928" fmla="*/ 486400 h 1059043"/>
                <a:gd name="connsiteX205-19929" fmla="*/ 1173454 w 3024845"/>
                <a:gd name="connsiteY205-19930" fmla="*/ 486400 h 1059043"/>
                <a:gd name="connsiteX206-19931" fmla="*/ 1173454 w 3024845"/>
                <a:gd name="connsiteY206-19932" fmla="*/ 516665 h 1059043"/>
                <a:gd name="connsiteX207-19933" fmla="*/ 1175481 w 3024845"/>
                <a:gd name="connsiteY207-19934" fmla="*/ 516665 h 1059043"/>
                <a:gd name="connsiteX208-19935" fmla="*/ 1189668 w 3024845"/>
                <a:gd name="connsiteY208-19936" fmla="*/ 516665 h 1059043"/>
                <a:gd name="connsiteX209-19937" fmla="*/ 1189668 w 3024845"/>
                <a:gd name="connsiteY209-19938" fmla="*/ 540444 h 1059043"/>
                <a:gd name="connsiteX210-19939" fmla="*/ 1191695 w 3024845"/>
                <a:gd name="connsiteY210-19940" fmla="*/ 542065 h 1059043"/>
                <a:gd name="connsiteX211-19941" fmla="*/ 1191695 w 3024845"/>
                <a:gd name="connsiteY211-19942" fmla="*/ 553415 h 1059043"/>
                <a:gd name="connsiteX212-19943" fmla="*/ 1192455 w 3024845"/>
                <a:gd name="connsiteY212-19944" fmla="*/ 553415 h 1059043"/>
                <a:gd name="connsiteX213-19945" fmla="*/ 1197775 w 3024845"/>
                <a:gd name="connsiteY213-19946" fmla="*/ 553415 h 1059043"/>
                <a:gd name="connsiteX214-19947" fmla="*/ 1197775 w 3024845"/>
                <a:gd name="connsiteY214-19948" fmla="*/ 577194 h 1059043"/>
                <a:gd name="connsiteX215-19949" fmla="*/ 1199041 w 3024845"/>
                <a:gd name="connsiteY215-19950" fmla="*/ 577194 h 1059043"/>
                <a:gd name="connsiteX216-19951" fmla="*/ 1207908 w 3024845"/>
                <a:gd name="connsiteY216-19952" fmla="*/ 577194 h 1059043"/>
                <a:gd name="connsiteX217-19953" fmla="*/ 1209935 w 3024845"/>
                <a:gd name="connsiteY217-19954" fmla="*/ 581248 h 1059043"/>
                <a:gd name="connsiteX218-19955" fmla="*/ 1209935 w 3024845"/>
                <a:gd name="connsiteY218-19956" fmla="*/ 594489 h 1059043"/>
                <a:gd name="connsiteX219-19957" fmla="*/ 1211455 w 3024845"/>
                <a:gd name="connsiteY219-19958" fmla="*/ 592597 h 1059043"/>
                <a:gd name="connsiteX220-19959" fmla="*/ 1222095 w 3024845"/>
                <a:gd name="connsiteY220-19960" fmla="*/ 579356 h 1059043"/>
                <a:gd name="connsiteX221-19961" fmla="*/ 1250469 w 3024845"/>
                <a:gd name="connsiteY221-19962" fmla="*/ 579356 h 1059043"/>
                <a:gd name="connsiteX222-19963" fmla="*/ 1250469 w 3024845"/>
                <a:gd name="connsiteY222-19964" fmla="*/ 665827 h 1059043"/>
                <a:gd name="connsiteX223-19965" fmla="*/ 1251229 w 3024845"/>
                <a:gd name="connsiteY223-19966" fmla="*/ 665827 h 1059043"/>
                <a:gd name="connsiteX224-19967" fmla="*/ 1256549 w 3024845"/>
                <a:gd name="connsiteY224-19968" fmla="*/ 665827 h 1059043"/>
                <a:gd name="connsiteX225-19969" fmla="*/ 1257309 w 3024845"/>
                <a:gd name="connsiteY225-19970" fmla="*/ 664476 h 1059043"/>
                <a:gd name="connsiteX226-19971" fmla="*/ 1262629 w 3024845"/>
                <a:gd name="connsiteY226-19972" fmla="*/ 655018 h 1059043"/>
                <a:gd name="connsiteX227-19973" fmla="*/ 1262629 w 3024845"/>
                <a:gd name="connsiteY227-19974" fmla="*/ 656910 h 1059043"/>
                <a:gd name="connsiteX228-19975" fmla="*/ 1262629 w 3024845"/>
                <a:gd name="connsiteY228-19976" fmla="*/ 670151 h 1059043"/>
                <a:gd name="connsiteX229-19977" fmla="*/ 1266682 w 3024845"/>
                <a:gd name="connsiteY229-19978" fmla="*/ 624754 h 1059043"/>
                <a:gd name="connsiteX230-19979" fmla="*/ 1267442 w 3024845"/>
                <a:gd name="connsiteY230-19980" fmla="*/ 624754 h 1059043"/>
                <a:gd name="connsiteX231-19981" fmla="*/ 1272762 w 3024845"/>
                <a:gd name="connsiteY231-19982" fmla="*/ 624754 h 1059043"/>
                <a:gd name="connsiteX232-19983" fmla="*/ 1272762 w 3024845"/>
                <a:gd name="connsiteY232-19984" fmla="*/ 559900 h 1059043"/>
                <a:gd name="connsiteX233-19985" fmla="*/ 1273776 w 3024845"/>
                <a:gd name="connsiteY233-19986" fmla="*/ 559900 h 1059043"/>
                <a:gd name="connsiteX234-19987" fmla="*/ 1280869 w 3024845"/>
                <a:gd name="connsiteY234-19988" fmla="*/ 559900 h 1059043"/>
                <a:gd name="connsiteX235-19989" fmla="*/ 1293029 w 3024845"/>
                <a:gd name="connsiteY235-19990" fmla="*/ 516665 h 1059043"/>
                <a:gd name="connsiteX236-19991" fmla="*/ 1294296 w 3024845"/>
                <a:gd name="connsiteY236-19992" fmla="*/ 516665 h 1059043"/>
                <a:gd name="connsiteX237-19993" fmla="*/ 1303163 w 3024845"/>
                <a:gd name="connsiteY237-19994" fmla="*/ 516665 h 1059043"/>
                <a:gd name="connsiteX238-19995" fmla="*/ 1313296 w 3024845"/>
                <a:gd name="connsiteY238-19996" fmla="*/ 559900 h 1059043"/>
                <a:gd name="connsiteX239-19997" fmla="*/ 1314309 w 3024845"/>
                <a:gd name="connsiteY239-19998" fmla="*/ 559900 h 1059043"/>
                <a:gd name="connsiteX240-19999" fmla="*/ 1321403 w 3024845"/>
                <a:gd name="connsiteY240-20000" fmla="*/ 559900 h 1059043"/>
                <a:gd name="connsiteX241-20001" fmla="*/ 1321403 w 3024845"/>
                <a:gd name="connsiteY241-20002" fmla="*/ 598812 h 1059043"/>
                <a:gd name="connsiteX242-20003" fmla="*/ 1323176 w 3024845"/>
                <a:gd name="connsiteY242-20004" fmla="*/ 598812 h 1059043"/>
                <a:gd name="connsiteX243-20005" fmla="*/ 1335590 w 3024845"/>
                <a:gd name="connsiteY243-20006" fmla="*/ 598812 h 1059043"/>
                <a:gd name="connsiteX244-20007" fmla="*/ 1335590 w 3024845"/>
                <a:gd name="connsiteY244-20008" fmla="*/ 600974 h 1059043"/>
                <a:gd name="connsiteX245-20009" fmla="*/ 1335590 w 3024845"/>
                <a:gd name="connsiteY245-20010" fmla="*/ 616106 h 1059043"/>
                <a:gd name="connsiteX246-20011" fmla="*/ 1339643 w 3024845"/>
                <a:gd name="connsiteY246-20012" fmla="*/ 613945 h 1059043"/>
                <a:gd name="connsiteX247-20013" fmla="*/ 1339643 w 3024845"/>
                <a:gd name="connsiteY247-20014" fmla="*/ 598812 h 1059043"/>
                <a:gd name="connsiteX248-20015" fmla="*/ 1341163 w 3024845"/>
                <a:gd name="connsiteY248-20016" fmla="*/ 598812 h 1059043"/>
                <a:gd name="connsiteX249-20017" fmla="*/ 1351803 w 3024845"/>
                <a:gd name="connsiteY249-20018" fmla="*/ 598812 h 1059043"/>
                <a:gd name="connsiteX250-20019" fmla="*/ 1351803 w 3024845"/>
                <a:gd name="connsiteY250-20020" fmla="*/ 600433 h 1059043"/>
                <a:gd name="connsiteX251-20021" fmla="*/ 1351803 w 3024845"/>
                <a:gd name="connsiteY251-20022" fmla="*/ 611783 h 1059043"/>
                <a:gd name="connsiteX252-20023" fmla="*/ 1382204 w 3024845"/>
                <a:gd name="connsiteY252-20024" fmla="*/ 611783 h 1059043"/>
                <a:gd name="connsiteX253-20025" fmla="*/ 1382204 w 3024845"/>
                <a:gd name="connsiteY253-20026" fmla="*/ 575033 h 1059043"/>
                <a:gd name="connsiteX254-20027" fmla="*/ 1383470 w 3024845"/>
                <a:gd name="connsiteY254-20028" fmla="*/ 575033 h 1059043"/>
                <a:gd name="connsiteX255-20029" fmla="*/ 1392337 w 3024845"/>
                <a:gd name="connsiteY255-20030" fmla="*/ 575033 h 1059043"/>
                <a:gd name="connsiteX256-20031" fmla="*/ 1392337 w 3024845"/>
                <a:gd name="connsiteY256-20032" fmla="*/ 596650 h 1059043"/>
                <a:gd name="connsiteX257-20033" fmla="*/ 1394364 w 3024845"/>
                <a:gd name="connsiteY257-20034" fmla="*/ 564224 h 1059043"/>
                <a:gd name="connsiteX258-20035" fmla="*/ 1416657 w 3024845"/>
                <a:gd name="connsiteY258-20036" fmla="*/ 564224 h 1059043"/>
                <a:gd name="connsiteX259-20037" fmla="*/ 1416657 w 3024845"/>
                <a:gd name="connsiteY259-20038" fmla="*/ 562602 h 1059043"/>
                <a:gd name="connsiteX260-20039" fmla="*/ 1416657 w 3024845"/>
                <a:gd name="connsiteY260-20040" fmla="*/ 551253 h 1059043"/>
                <a:gd name="connsiteX261-20041" fmla="*/ 1417417 w 3024845"/>
                <a:gd name="connsiteY261-20042" fmla="*/ 551253 h 1059043"/>
                <a:gd name="connsiteX262-20043" fmla="*/ 1422737 w 3024845"/>
                <a:gd name="connsiteY262-20044" fmla="*/ 551253 h 1059043"/>
                <a:gd name="connsiteX263-20045" fmla="*/ 1422737 w 3024845"/>
                <a:gd name="connsiteY263-20046" fmla="*/ 549362 h 1059043"/>
                <a:gd name="connsiteX264-20047" fmla="*/ 1422737 w 3024845"/>
                <a:gd name="connsiteY264-20048" fmla="*/ 536121 h 1059043"/>
                <a:gd name="connsiteX265-20049" fmla="*/ 1426791 w 3024845"/>
                <a:gd name="connsiteY265-20050" fmla="*/ 542606 h 1059043"/>
                <a:gd name="connsiteX266-20051" fmla="*/ 1429071 w 3024845"/>
                <a:gd name="connsiteY266-20052" fmla="*/ 542606 h 1059043"/>
                <a:gd name="connsiteX267-20053" fmla="*/ 1445031 w 3024845"/>
                <a:gd name="connsiteY267-20054" fmla="*/ 542606 h 1059043"/>
                <a:gd name="connsiteX268-20055" fmla="*/ 1445031 w 3024845"/>
                <a:gd name="connsiteY268-20056" fmla="*/ 541795 h 1059043"/>
                <a:gd name="connsiteX269-20057" fmla="*/ 1445031 w 3024845"/>
                <a:gd name="connsiteY269-20058" fmla="*/ 536121 h 1059043"/>
                <a:gd name="connsiteX270-20059" fmla="*/ 1445791 w 3024845"/>
                <a:gd name="connsiteY270-20060" fmla="*/ 536121 h 1059043"/>
                <a:gd name="connsiteX271-20061" fmla="*/ 1451111 w 3024845"/>
                <a:gd name="connsiteY271-20062" fmla="*/ 536121 h 1059043"/>
                <a:gd name="connsiteX272-20063" fmla="*/ 1451111 w 3024845"/>
                <a:gd name="connsiteY272-20064" fmla="*/ 537472 h 1059043"/>
                <a:gd name="connsiteX273-20065" fmla="*/ 1451111 w 3024845"/>
                <a:gd name="connsiteY273-20066" fmla="*/ 546930 h 1059043"/>
                <a:gd name="connsiteX274-20067" fmla="*/ 1489618 w 3024845"/>
                <a:gd name="connsiteY274-20068" fmla="*/ 546930 h 1059043"/>
                <a:gd name="connsiteX275-20069" fmla="*/ 1489618 w 3024845"/>
                <a:gd name="connsiteY275-20070" fmla="*/ 685283 h 1059043"/>
                <a:gd name="connsiteX276-20071" fmla="*/ 1491138 w 3024845"/>
                <a:gd name="connsiteY276-20072" fmla="*/ 685283 h 1059043"/>
                <a:gd name="connsiteX277-20073" fmla="*/ 1501778 w 3024845"/>
                <a:gd name="connsiteY277-20074" fmla="*/ 685283 h 1059043"/>
                <a:gd name="connsiteX278-20075" fmla="*/ 1501778 w 3024845"/>
                <a:gd name="connsiteY278-20076" fmla="*/ 672313 h 1059043"/>
                <a:gd name="connsiteX279-20077" fmla="*/ 1505832 w 3024845"/>
                <a:gd name="connsiteY279-20078" fmla="*/ 672313 h 1059043"/>
                <a:gd name="connsiteX280-20079" fmla="*/ 1505832 w 3024845"/>
                <a:gd name="connsiteY280-20080" fmla="*/ 685283 h 1059043"/>
                <a:gd name="connsiteX281-20081" fmla="*/ 1536232 w 3024845"/>
                <a:gd name="connsiteY281-20082" fmla="*/ 685283 h 1059043"/>
                <a:gd name="connsiteX282-20083" fmla="*/ 1536232 w 3024845"/>
                <a:gd name="connsiteY282-20084" fmla="*/ 655018 h 1059043"/>
                <a:gd name="connsiteX283-20085" fmla="*/ 1548392 w 3024845"/>
                <a:gd name="connsiteY283-20086" fmla="*/ 655018 h 1059043"/>
                <a:gd name="connsiteX284-20087" fmla="*/ 1560552 w 3024845"/>
                <a:gd name="connsiteY284-20088" fmla="*/ 652857 h 1059043"/>
                <a:gd name="connsiteX285-20089" fmla="*/ 1564606 w 3024845"/>
                <a:gd name="connsiteY285-20090" fmla="*/ 655018 h 1059043"/>
                <a:gd name="connsiteX286-20091" fmla="*/ 1574739 w 3024845"/>
                <a:gd name="connsiteY286-20092" fmla="*/ 655018 h 1059043"/>
                <a:gd name="connsiteX287-20093" fmla="*/ 1574739 w 3024845"/>
                <a:gd name="connsiteY287-20094" fmla="*/ 685283 h 1059043"/>
                <a:gd name="connsiteX288-20095" fmla="*/ 1582846 w 3024845"/>
                <a:gd name="connsiteY288-20096" fmla="*/ 685283 h 1059043"/>
                <a:gd name="connsiteX289-20097" fmla="*/ 1582846 w 3024845"/>
                <a:gd name="connsiteY289-20098" fmla="*/ 702578 h 1059043"/>
                <a:gd name="connsiteX290-20099" fmla="*/ 1592182 w 3024845"/>
                <a:gd name="connsiteY290-20100" fmla="*/ 703483 h 1059043"/>
                <a:gd name="connsiteX291-20101" fmla="*/ 1605140 w 3024845"/>
                <a:gd name="connsiteY291-20102" fmla="*/ 703483 h 1059043"/>
                <a:gd name="connsiteX292-20103" fmla="*/ 1605140 w 3024845"/>
                <a:gd name="connsiteY292-20104" fmla="*/ 687445 h 1059043"/>
                <a:gd name="connsiteX293-20105" fmla="*/ 1673096 w 3024845"/>
                <a:gd name="connsiteY293-20106" fmla="*/ 687445 h 1059043"/>
                <a:gd name="connsiteX294-20107" fmla="*/ 1673096 w 3024845"/>
                <a:gd name="connsiteY294-20108" fmla="*/ 602192 h 1059043"/>
                <a:gd name="connsiteX295-20109" fmla="*/ 1745104 w 3024845"/>
                <a:gd name="connsiteY295-20110" fmla="*/ 602192 h 1059043"/>
                <a:gd name="connsiteX296-20111" fmla="*/ 1745104 w 3024845"/>
                <a:gd name="connsiteY296-20112" fmla="*/ 680960 h 1059043"/>
                <a:gd name="connsiteX297-20113" fmla="*/ 1747008 w 3024845"/>
                <a:gd name="connsiteY297-20114" fmla="*/ 680960 h 1059043"/>
                <a:gd name="connsiteX298-20115" fmla="*/ 1748250 w 3024845"/>
                <a:gd name="connsiteY298-20116" fmla="*/ 703483 h 1059043"/>
                <a:gd name="connsiteX299-20117" fmla="*/ 1757926 w 3024845"/>
                <a:gd name="connsiteY299-20118" fmla="*/ 703483 h 1059043"/>
                <a:gd name="connsiteX300-20119" fmla="*/ 1759168 w 3024845"/>
                <a:gd name="connsiteY300-20120" fmla="*/ 680960 h 1059043"/>
                <a:gd name="connsiteX301-20121" fmla="*/ 1765248 w 3024845"/>
                <a:gd name="connsiteY301-20122" fmla="*/ 680960 h 1059043"/>
                <a:gd name="connsiteX302-20123" fmla="*/ 1766490 w 3024845"/>
                <a:gd name="connsiteY302-20124" fmla="*/ 703483 h 1059043"/>
                <a:gd name="connsiteX303-20125" fmla="*/ 1817112 w 3024845"/>
                <a:gd name="connsiteY303-20126" fmla="*/ 703483 h 1059043"/>
                <a:gd name="connsiteX304-20127" fmla="*/ 1817112 w 3024845"/>
                <a:gd name="connsiteY304-20128" fmla="*/ 540455 h 1059043"/>
                <a:gd name="connsiteX305-20129" fmla="*/ 2014439 w 3024845"/>
                <a:gd name="connsiteY305-20130" fmla="*/ 540455 h 1059043"/>
                <a:gd name="connsiteX306-20131" fmla="*/ 2014439 w 3024845"/>
                <a:gd name="connsiteY306-20132" fmla="*/ 703483 h 1059043"/>
                <a:gd name="connsiteX307-20133" fmla="*/ 2033136 w 3024845"/>
                <a:gd name="connsiteY307-20134" fmla="*/ 703483 h 1059043"/>
                <a:gd name="connsiteX308-20135" fmla="*/ 2033136 w 3024845"/>
                <a:gd name="connsiteY308-20136" fmla="*/ 620790 h 1059043"/>
                <a:gd name="connsiteX309-20137" fmla="*/ 2128256 w 3024845"/>
                <a:gd name="connsiteY309-20138" fmla="*/ 620790 h 1059043"/>
                <a:gd name="connsiteX310-20139" fmla="*/ 2128026 w 3024845"/>
                <a:gd name="connsiteY310-20140" fmla="*/ 281031 h 1059043"/>
                <a:gd name="connsiteX311-20141" fmla="*/ 2121946 w 3024845"/>
                <a:gd name="connsiteY311-20142" fmla="*/ 276707 h 1059043"/>
                <a:gd name="connsiteX312-20143" fmla="*/ 2130053 w 3024845"/>
                <a:gd name="connsiteY312-20144" fmla="*/ 252928 h 1059043"/>
                <a:gd name="connsiteX313-20145" fmla="*/ 2130053 w 3024845"/>
                <a:gd name="connsiteY313-20146" fmla="*/ 235634 h 1059043"/>
                <a:gd name="connsiteX314-20147" fmla="*/ 2144240 w 3024845"/>
                <a:gd name="connsiteY314-20148" fmla="*/ 235634 h 1059043"/>
                <a:gd name="connsiteX315-20149" fmla="*/ 2144240 w 3024845"/>
                <a:gd name="connsiteY315-20150" fmla="*/ 214016 h 1059043"/>
                <a:gd name="connsiteX316-20151" fmla="*/ 2146266 w 3024845"/>
                <a:gd name="connsiteY316-20152" fmla="*/ 209692 h 1059043"/>
                <a:gd name="connsiteX317-20153" fmla="*/ 2146266 w 3024845"/>
                <a:gd name="connsiteY317-20154" fmla="*/ 131868 h 1059043"/>
                <a:gd name="connsiteX318-20155" fmla="*/ 2144240 w 3024845"/>
                <a:gd name="connsiteY318-20156" fmla="*/ 125383 h 1059043"/>
                <a:gd name="connsiteX319-20157" fmla="*/ 2150320 w 3024845"/>
                <a:gd name="connsiteY319-20158" fmla="*/ 118897 h 1059043"/>
                <a:gd name="connsiteX320-20159" fmla="*/ 2150320 w 3024845"/>
                <a:gd name="connsiteY320-20160" fmla="*/ 60529 h 1059043"/>
                <a:gd name="connsiteX321-20161" fmla="*/ 2152346 w 3024845"/>
                <a:gd name="connsiteY321-20162" fmla="*/ 56206 h 1059043"/>
                <a:gd name="connsiteX322-20163" fmla="*/ 2152346 w 3024845"/>
                <a:gd name="connsiteY322-20164" fmla="*/ 0 h 1059043"/>
                <a:gd name="connsiteX323-20165" fmla="*/ 2162480 w 3024845"/>
                <a:gd name="connsiteY323-20166" fmla="*/ 118897 h 1059043"/>
                <a:gd name="connsiteX324-20167" fmla="*/ 2168560 w 3024845"/>
                <a:gd name="connsiteY324-20168" fmla="*/ 125383 h 1059043"/>
                <a:gd name="connsiteX325-20169" fmla="*/ 2166533 w 3024845"/>
                <a:gd name="connsiteY325-20170" fmla="*/ 131868 h 1059043"/>
                <a:gd name="connsiteX326-20171" fmla="*/ 2166533 w 3024845"/>
                <a:gd name="connsiteY326-20172" fmla="*/ 209692 h 1059043"/>
                <a:gd name="connsiteX327-20173" fmla="*/ 2168560 w 3024845"/>
                <a:gd name="connsiteY327-20174" fmla="*/ 214016 h 1059043"/>
                <a:gd name="connsiteX328-20175" fmla="*/ 2168560 w 3024845"/>
                <a:gd name="connsiteY328-20176" fmla="*/ 235634 h 1059043"/>
                <a:gd name="connsiteX329-20177" fmla="*/ 2182747 w 3024845"/>
                <a:gd name="connsiteY329-20178" fmla="*/ 252928 h 1059043"/>
                <a:gd name="connsiteX330-20179" fmla="*/ 2180720 w 3024845"/>
                <a:gd name="connsiteY330-20180" fmla="*/ 555577 h 1059043"/>
                <a:gd name="connsiteX331-20181" fmla="*/ 2245574 w 3024845"/>
                <a:gd name="connsiteY331-20182" fmla="*/ 555577 h 1059043"/>
                <a:gd name="connsiteX332-20183" fmla="*/ 2245574 w 3024845"/>
                <a:gd name="connsiteY332-20184" fmla="*/ 631239 h 1059043"/>
                <a:gd name="connsiteX333-20185" fmla="*/ 2253681 w 3024845"/>
                <a:gd name="connsiteY333-20186" fmla="*/ 631239 h 1059043"/>
                <a:gd name="connsiteX334-20187" fmla="*/ 2255708 w 3024845"/>
                <a:gd name="connsiteY334-20188" fmla="*/ 624754 h 1059043"/>
                <a:gd name="connsiteX335-20189" fmla="*/ 2261788 w 3024845"/>
                <a:gd name="connsiteY335-20190" fmla="*/ 624754 h 1059043"/>
                <a:gd name="connsiteX336-20191" fmla="*/ 2263815 w 3024845"/>
                <a:gd name="connsiteY336-20192" fmla="*/ 633401 h 1059043"/>
                <a:gd name="connsiteX337-20193" fmla="*/ 2275975 w 3024845"/>
                <a:gd name="connsiteY337-20194" fmla="*/ 633401 h 1059043"/>
                <a:gd name="connsiteX338-20195" fmla="*/ 2275975 w 3024845"/>
                <a:gd name="connsiteY338-20196" fmla="*/ 626915 h 1059043"/>
                <a:gd name="connsiteX339-20197" fmla="*/ 2298268 w 3024845"/>
                <a:gd name="connsiteY339-20198" fmla="*/ 626915 h 1059043"/>
                <a:gd name="connsiteX340-20199" fmla="*/ 2298268 w 3024845"/>
                <a:gd name="connsiteY340-20200" fmla="*/ 633401 h 1059043"/>
                <a:gd name="connsiteX341-20201" fmla="*/ 2318535 w 3024845"/>
                <a:gd name="connsiteY341-20202" fmla="*/ 633401 h 1059043"/>
                <a:gd name="connsiteX342-20203" fmla="*/ 2318535 w 3024845"/>
                <a:gd name="connsiteY342-20204" fmla="*/ 678798 h 1059043"/>
                <a:gd name="connsiteX343-20205" fmla="*/ 2332722 w 3024845"/>
                <a:gd name="connsiteY343-20206" fmla="*/ 678798 h 1059043"/>
                <a:gd name="connsiteX344-20207" fmla="*/ 2332722 w 3024845"/>
                <a:gd name="connsiteY344-20208" fmla="*/ 665827 h 1059043"/>
                <a:gd name="connsiteX345-20209" fmla="*/ 2348936 w 3024845"/>
                <a:gd name="connsiteY345-20210" fmla="*/ 665827 h 1059043"/>
                <a:gd name="connsiteX346-20211" fmla="*/ 2348936 w 3024845"/>
                <a:gd name="connsiteY346-20212" fmla="*/ 486400 h 1059043"/>
                <a:gd name="connsiteX347-20213" fmla="*/ 2355016 w 3024845"/>
                <a:gd name="connsiteY347-20214" fmla="*/ 479914 h 1059043"/>
                <a:gd name="connsiteX348-20215" fmla="*/ 2427977 w 3024845"/>
                <a:gd name="connsiteY348-20216" fmla="*/ 479914 h 1059043"/>
                <a:gd name="connsiteX349-20217" fmla="*/ 2427977 w 3024845"/>
                <a:gd name="connsiteY349-20218" fmla="*/ 488562 h 1059043"/>
                <a:gd name="connsiteX350-20219" fmla="*/ 2438110 w 3024845"/>
                <a:gd name="connsiteY350-20220" fmla="*/ 488562 h 1059043"/>
                <a:gd name="connsiteX351-20221" fmla="*/ 2438110 w 3024845"/>
                <a:gd name="connsiteY351-20222" fmla="*/ 603136 h 1059043"/>
                <a:gd name="connsiteX352-20223" fmla="*/ 2460404 w 3024845"/>
                <a:gd name="connsiteY352-20224" fmla="*/ 603136 h 1059043"/>
                <a:gd name="connsiteX353-20225" fmla="*/ 2460404 w 3024845"/>
                <a:gd name="connsiteY353-20226" fmla="*/ 536121 h 1059043"/>
                <a:gd name="connsiteX354-20227" fmla="*/ 2486751 w 3024845"/>
                <a:gd name="connsiteY354-20228" fmla="*/ 536121 h 1059043"/>
                <a:gd name="connsiteX355-20229" fmla="*/ 2490804 w 3024845"/>
                <a:gd name="connsiteY355-20230" fmla="*/ 531797 h 1059043"/>
                <a:gd name="connsiteX356-20231" fmla="*/ 2498911 w 3024845"/>
                <a:gd name="connsiteY356-20232" fmla="*/ 531797 h 1059043"/>
                <a:gd name="connsiteX357-20233" fmla="*/ 2502964 w 3024845"/>
                <a:gd name="connsiteY357-20234" fmla="*/ 536121 h 1059043"/>
                <a:gd name="connsiteX358-20235" fmla="*/ 2525258 w 3024845"/>
                <a:gd name="connsiteY358-20236" fmla="*/ 536121 h 1059043"/>
                <a:gd name="connsiteX359-20237" fmla="*/ 2525258 w 3024845"/>
                <a:gd name="connsiteY359-20238" fmla="*/ 419385 h 1059043"/>
                <a:gd name="connsiteX360-20239" fmla="*/ 2582005 w 3024845"/>
                <a:gd name="connsiteY360-20240" fmla="*/ 408576 h 1059043"/>
                <a:gd name="connsiteX361-20241" fmla="*/ 2582005 w 3024845"/>
                <a:gd name="connsiteY361-20242" fmla="*/ 409657 h 1059043"/>
                <a:gd name="connsiteX362-20243" fmla="*/ 2582005 w 3024845"/>
                <a:gd name="connsiteY362-20244" fmla="*/ 417223 h 1059043"/>
                <a:gd name="connsiteX363-20245" fmla="*/ 2608352 w 3024845"/>
                <a:gd name="connsiteY363-20246" fmla="*/ 417223 h 1059043"/>
                <a:gd name="connsiteX364-20247" fmla="*/ 2608352 w 3024845"/>
                <a:gd name="connsiteY364-20248" fmla="*/ 672313 h 1059043"/>
                <a:gd name="connsiteX365-20249" fmla="*/ 2630646 w 3024845"/>
                <a:gd name="connsiteY365-20250" fmla="*/ 672313 h 1059043"/>
                <a:gd name="connsiteX366-20251" fmla="*/ 2630646 w 3024845"/>
                <a:gd name="connsiteY366-20252" fmla="*/ 667989 h 1059043"/>
                <a:gd name="connsiteX367-20253" fmla="*/ 2642806 w 3024845"/>
                <a:gd name="connsiteY367-20254" fmla="*/ 667989 h 1059043"/>
                <a:gd name="connsiteX368-20255" fmla="*/ 2642806 w 3024845"/>
                <a:gd name="connsiteY368-20256" fmla="*/ 672313 h 1059043"/>
                <a:gd name="connsiteX369-20257" fmla="*/ 2667126 w 3024845"/>
                <a:gd name="connsiteY369-20258" fmla="*/ 672313 h 1059043"/>
                <a:gd name="connsiteX370-20259" fmla="*/ 2667126 w 3024845"/>
                <a:gd name="connsiteY370-20260" fmla="*/ 659342 h 1059043"/>
                <a:gd name="connsiteX371-20261" fmla="*/ 2695500 w 3024845"/>
                <a:gd name="connsiteY371-20262" fmla="*/ 659342 h 1059043"/>
                <a:gd name="connsiteX372-20263" fmla="*/ 2707660 w 3024845"/>
                <a:gd name="connsiteY372-20264" fmla="*/ 655018 h 1059043"/>
                <a:gd name="connsiteX373-20265" fmla="*/ 2727927 w 3024845"/>
                <a:gd name="connsiteY373-20266" fmla="*/ 659342 h 1059043"/>
                <a:gd name="connsiteX374-20267" fmla="*/ 2727927 w 3024845"/>
                <a:gd name="connsiteY374-20268" fmla="*/ 642048 h 1059043"/>
                <a:gd name="connsiteX375-20269" fmla="*/ 2736034 w 3024845"/>
                <a:gd name="connsiteY375-20270" fmla="*/ 642048 h 1059043"/>
                <a:gd name="connsiteX376-20271" fmla="*/ 2736034 w 3024845"/>
                <a:gd name="connsiteY376-20272" fmla="*/ 629077 h 1059043"/>
                <a:gd name="connsiteX377-20273" fmla="*/ 2792781 w 3024845"/>
                <a:gd name="connsiteY377-20274" fmla="*/ 629077 h 1059043"/>
                <a:gd name="connsiteX378-20275" fmla="*/ 2792781 w 3024845"/>
                <a:gd name="connsiteY378-20276" fmla="*/ 598812 h 1059043"/>
                <a:gd name="connsiteX379-20277" fmla="*/ 2811021 w 3024845"/>
                <a:gd name="connsiteY379-20278" fmla="*/ 598812 h 1059043"/>
                <a:gd name="connsiteX380-20279" fmla="*/ 2811021 w 3024845"/>
                <a:gd name="connsiteY380-20280" fmla="*/ 592327 h 1059043"/>
                <a:gd name="connsiteX381-20281" fmla="*/ 2823181 w 3024845"/>
                <a:gd name="connsiteY381-20282" fmla="*/ 592327 h 1059043"/>
                <a:gd name="connsiteX382-20283" fmla="*/ 2823181 w 3024845"/>
                <a:gd name="connsiteY382-20284" fmla="*/ 598812 h 1059043"/>
                <a:gd name="connsiteX383-20285" fmla="*/ 2839395 w 3024845"/>
                <a:gd name="connsiteY383-20286" fmla="*/ 598812 h 1059043"/>
                <a:gd name="connsiteX384-20287" fmla="*/ 2839395 w 3024845"/>
                <a:gd name="connsiteY384-20288" fmla="*/ 648533 h 1059043"/>
                <a:gd name="connsiteX385-20289" fmla="*/ 2871822 w 3024845"/>
                <a:gd name="connsiteY385-20290" fmla="*/ 648533 h 1059043"/>
                <a:gd name="connsiteX386-20291" fmla="*/ 2871822 w 3024845"/>
                <a:gd name="connsiteY386-20292" fmla="*/ 622592 h 1059043"/>
                <a:gd name="connsiteX387-20293" fmla="*/ 2910329 w 3024845"/>
                <a:gd name="connsiteY387-20294" fmla="*/ 622592 h 1059043"/>
                <a:gd name="connsiteX388-20295" fmla="*/ 2910329 w 3024845"/>
                <a:gd name="connsiteY388-20296" fmla="*/ 592327 h 1059043"/>
                <a:gd name="connsiteX389-20297" fmla="*/ 2958970 w 3024845"/>
                <a:gd name="connsiteY389-20298" fmla="*/ 592327 h 1059043"/>
                <a:gd name="connsiteX390-20299" fmla="*/ 2958970 w 3024845"/>
                <a:gd name="connsiteY390-20300" fmla="*/ 703483 h 1059043"/>
                <a:gd name="connsiteX391-20301" fmla="*/ 2958970 w 3024845"/>
                <a:gd name="connsiteY391-20302" fmla="*/ 717262 h 1059043"/>
                <a:gd name="connsiteX392-20303" fmla="*/ 3024845 w 3024845"/>
                <a:gd name="connsiteY392-20304" fmla="*/ 717262 h 1059043"/>
                <a:gd name="connsiteX393-20305" fmla="*/ 3024845 w 3024845"/>
                <a:gd name="connsiteY393-20306" fmla="*/ 1059043 h 1059043"/>
                <a:gd name="connsiteX394-20307" fmla="*/ 2054 w 3024845"/>
                <a:gd name="connsiteY394-20308" fmla="*/ 1056710 h 1059043"/>
                <a:gd name="connsiteX395-20309" fmla="*/ 0 w 3024845"/>
                <a:gd name="connsiteY395-20310" fmla="*/ 622592 h 1059043"/>
                <a:gd name="connsiteX396-20311" fmla="*/ 20267 w 3024845"/>
                <a:gd name="connsiteY396-20312" fmla="*/ 622592 h 1059043"/>
                <a:gd name="connsiteX397-20313" fmla="*/ 20774 w 3024845"/>
                <a:gd name="connsiteY397-20314" fmla="*/ 621511 h 1059043"/>
                <a:gd name="connsiteX398-20315" fmla="*/ 24320 w 3024845"/>
                <a:gd name="connsiteY398-20316" fmla="*/ 613945 h 1059043"/>
                <a:gd name="connsiteX399-20317" fmla="*/ 26094 w 3024845"/>
                <a:gd name="connsiteY399-20318" fmla="*/ 614215 h 1059043"/>
                <a:gd name="connsiteX400-20319" fmla="*/ 38507 w 3024845"/>
                <a:gd name="connsiteY400-20320" fmla="*/ 616106 h 1059043"/>
                <a:gd name="connsiteX401-20321" fmla="*/ 39014 w 3024845"/>
                <a:gd name="connsiteY401-20322" fmla="*/ 617458 h 1059043"/>
                <a:gd name="connsiteX402-20323" fmla="*/ 42560 w 3024845"/>
                <a:gd name="connsiteY402-20324" fmla="*/ 626915 h 1059043"/>
                <a:gd name="connsiteX403-20325" fmla="*/ 68907 w 3024845"/>
                <a:gd name="connsiteY403-20326" fmla="*/ 629077 h 1059043"/>
                <a:gd name="connsiteX404-20327" fmla="*/ 68907 w 3024845"/>
                <a:gd name="connsiteY404-20328" fmla="*/ 505856 h 1059043"/>
                <a:gd name="connsiteX405-20329" fmla="*/ 70934 w 3024845"/>
                <a:gd name="connsiteY405-20330" fmla="*/ 505856 h 1059043"/>
                <a:gd name="connsiteX406-20331" fmla="*/ 85121 w 3024845"/>
                <a:gd name="connsiteY406-20332" fmla="*/ 505856 h 1059043"/>
                <a:gd name="connsiteX407-20333" fmla="*/ 85121 w 3024845"/>
                <a:gd name="connsiteY407-20334" fmla="*/ 369664 h 1059043"/>
                <a:gd name="connsiteX408-20335" fmla="*/ 86894 w 3024845"/>
                <a:gd name="connsiteY408-20336" fmla="*/ 369664 h 1059043"/>
                <a:gd name="connsiteX409-20337" fmla="*/ 99308 w 3024845"/>
                <a:gd name="connsiteY409-20338" fmla="*/ 369664 h 1059043"/>
                <a:gd name="connsiteX410-20339" fmla="*/ 99308 w 3024845"/>
                <a:gd name="connsiteY410-20340" fmla="*/ 255090 h 1059043"/>
                <a:gd name="connsiteX411-20341" fmla="*/ 103361 w 3024845"/>
                <a:gd name="connsiteY411-20342" fmla="*/ 226986 h 1059043"/>
                <a:gd name="connsiteX412-20343" fmla="*/ 105388 w 3024845"/>
                <a:gd name="connsiteY412-20344" fmla="*/ 226986 h 1059043"/>
                <a:gd name="connsiteX413-20345" fmla="*/ 119575 w 3024845"/>
                <a:gd name="connsiteY413-20346" fmla="*/ 226986 h 1059043"/>
                <a:gd name="connsiteX0-20347" fmla="*/ 119575 w 3024845"/>
                <a:gd name="connsiteY0-20348" fmla="*/ 226986 h 1059043"/>
                <a:gd name="connsiteX1-20349" fmla="*/ 200642 w 3024845"/>
                <a:gd name="connsiteY1-20350" fmla="*/ 224825 h 1059043"/>
                <a:gd name="connsiteX2-20351" fmla="*/ 202669 w 3024845"/>
                <a:gd name="connsiteY2-20352" fmla="*/ 224825 h 1059043"/>
                <a:gd name="connsiteX3-20353" fmla="*/ 216856 w 3024845"/>
                <a:gd name="connsiteY3-20354" fmla="*/ 224825 h 1059043"/>
                <a:gd name="connsiteX4-20355" fmla="*/ 216856 w 3024845"/>
                <a:gd name="connsiteY4-20356" fmla="*/ 248604 h 1059043"/>
                <a:gd name="connsiteX5-20357" fmla="*/ 217363 w 3024845"/>
                <a:gd name="connsiteY5-20358" fmla="*/ 249415 h 1059043"/>
                <a:gd name="connsiteX6-20359" fmla="*/ 220909 w 3024845"/>
                <a:gd name="connsiteY6-20360" fmla="*/ 255090 h 1059043"/>
                <a:gd name="connsiteX7-20361" fmla="*/ 220909 w 3024845"/>
                <a:gd name="connsiteY7-20362" fmla="*/ 369664 h 1059043"/>
                <a:gd name="connsiteX8-20363" fmla="*/ 223189 w 3024845"/>
                <a:gd name="connsiteY8-20364" fmla="*/ 369664 h 1059043"/>
                <a:gd name="connsiteX9-20365" fmla="*/ 239150 w 3024845"/>
                <a:gd name="connsiteY9-20366" fmla="*/ 369664 h 1059043"/>
                <a:gd name="connsiteX10-20367" fmla="*/ 239150 w 3024845"/>
                <a:gd name="connsiteY10-20368" fmla="*/ 510179 h 1059043"/>
                <a:gd name="connsiteX11-20369" fmla="*/ 240670 w 3024845"/>
                <a:gd name="connsiteY11-20370" fmla="*/ 509909 h 1059043"/>
                <a:gd name="connsiteX12-20371" fmla="*/ 251310 w 3024845"/>
                <a:gd name="connsiteY12-20372" fmla="*/ 508018 h 1059043"/>
                <a:gd name="connsiteX13-20373" fmla="*/ 249283 w 3024845"/>
                <a:gd name="connsiteY13-20374" fmla="*/ 596650 h 1059043"/>
                <a:gd name="connsiteX14-20375" fmla="*/ 250803 w 3024845"/>
                <a:gd name="connsiteY14-20376" fmla="*/ 596921 h 1059043"/>
                <a:gd name="connsiteX15-20377" fmla="*/ 261443 w 3024845"/>
                <a:gd name="connsiteY15-20378" fmla="*/ 598812 h 1059043"/>
                <a:gd name="connsiteX16-20379" fmla="*/ 261696 w 3024845"/>
                <a:gd name="connsiteY16-20380" fmla="*/ 599623 h 1059043"/>
                <a:gd name="connsiteX17-20381" fmla="*/ 263470 w 3024845"/>
                <a:gd name="connsiteY17-20382" fmla="*/ 605298 h 1059043"/>
                <a:gd name="connsiteX18-20383" fmla="*/ 264230 w 3024845"/>
                <a:gd name="connsiteY18-20384" fmla="*/ 602866 h 1059043"/>
                <a:gd name="connsiteX19-20385" fmla="*/ 269550 w 3024845"/>
                <a:gd name="connsiteY19-20386" fmla="*/ 585842 h 1059043"/>
                <a:gd name="connsiteX20-20387" fmla="*/ 271323 w 3024845"/>
                <a:gd name="connsiteY20-20388" fmla="*/ 585842 h 1059043"/>
                <a:gd name="connsiteX21-20389" fmla="*/ 283737 w 3024845"/>
                <a:gd name="connsiteY21-20390" fmla="*/ 585842 h 1059043"/>
                <a:gd name="connsiteX22-20391" fmla="*/ 283737 w 3024845"/>
                <a:gd name="connsiteY22-20392" fmla="*/ 618268 h 1059043"/>
                <a:gd name="connsiteX23-20393" fmla="*/ 284750 w 3024845"/>
                <a:gd name="connsiteY23-20394" fmla="*/ 618809 h 1059043"/>
                <a:gd name="connsiteX24-20395" fmla="*/ 291844 w 3024845"/>
                <a:gd name="connsiteY24-20396" fmla="*/ 622592 h 1059043"/>
                <a:gd name="connsiteX25-20397" fmla="*/ 291844 w 3024845"/>
                <a:gd name="connsiteY25-20398" fmla="*/ 623943 h 1059043"/>
                <a:gd name="connsiteX26-20399" fmla="*/ 291844 w 3024845"/>
                <a:gd name="connsiteY26-20400" fmla="*/ 633401 h 1059043"/>
                <a:gd name="connsiteX27-20401" fmla="*/ 336431 w 3024845"/>
                <a:gd name="connsiteY27-20402" fmla="*/ 633401 h 1059043"/>
                <a:gd name="connsiteX28-20403" fmla="*/ 336431 w 3024845"/>
                <a:gd name="connsiteY28-20404" fmla="*/ 634482 h 1059043"/>
                <a:gd name="connsiteX29-20405" fmla="*/ 336431 w 3024845"/>
                <a:gd name="connsiteY29-20406" fmla="*/ 642048 h 1059043"/>
                <a:gd name="connsiteX30-20407" fmla="*/ 338457 w 3024845"/>
                <a:gd name="connsiteY30-20408" fmla="*/ 642048 h 1059043"/>
                <a:gd name="connsiteX31-20409" fmla="*/ 352644 w 3024845"/>
                <a:gd name="connsiteY31-20410" fmla="*/ 642048 h 1059043"/>
                <a:gd name="connsiteX32-20411" fmla="*/ 352644 w 3024845"/>
                <a:gd name="connsiteY32-20412" fmla="*/ 611783 h 1059043"/>
                <a:gd name="connsiteX33-20413" fmla="*/ 397231 w 3024845"/>
                <a:gd name="connsiteY33-20414" fmla="*/ 611783 h 1059043"/>
                <a:gd name="connsiteX34-20415" fmla="*/ 397231 w 3024845"/>
                <a:gd name="connsiteY34-20416" fmla="*/ 610432 h 1059043"/>
                <a:gd name="connsiteX35-20417" fmla="*/ 397231 w 3024845"/>
                <a:gd name="connsiteY35-20418" fmla="*/ 600974 h 1059043"/>
                <a:gd name="connsiteX36-20419" fmla="*/ 398245 w 3024845"/>
                <a:gd name="connsiteY36-20420" fmla="*/ 600974 h 1059043"/>
                <a:gd name="connsiteX37-20421" fmla="*/ 405338 w 3024845"/>
                <a:gd name="connsiteY37-20422" fmla="*/ 600974 h 1059043"/>
                <a:gd name="connsiteX38-20423" fmla="*/ 405338 w 3024845"/>
                <a:gd name="connsiteY38-20424" fmla="*/ 599083 h 1059043"/>
                <a:gd name="connsiteX39-20425" fmla="*/ 405338 w 3024845"/>
                <a:gd name="connsiteY39-20426" fmla="*/ 585842 h 1059043"/>
                <a:gd name="connsiteX40-20427" fmla="*/ 406098 w 3024845"/>
                <a:gd name="connsiteY40-20428" fmla="*/ 585842 h 1059043"/>
                <a:gd name="connsiteX41-20429" fmla="*/ 411418 w 3024845"/>
                <a:gd name="connsiteY41-20430" fmla="*/ 585842 h 1059043"/>
                <a:gd name="connsiteX42-20431" fmla="*/ 411418 w 3024845"/>
                <a:gd name="connsiteY42-20432" fmla="*/ 584761 h 1059043"/>
                <a:gd name="connsiteX43-20433" fmla="*/ 411418 w 3024845"/>
                <a:gd name="connsiteY43-20434" fmla="*/ 577194 h 1059043"/>
                <a:gd name="connsiteX44-20435" fmla="*/ 413445 w 3024845"/>
                <a:gd name="connsiteY44-20436" fmla="*/ 577194 h 1059043"/>
                <a:gd name="connsiteX45-20437" fmla="*/ 427632 w 3024845"/>
                <a:gd name="connsiteY45-20438" fmla="*/ 577194 h 1059043"/>
                <a:gd name="connsiteX46-20439" fmla="*/ 427632 w 3024845"/>
                <a:gd name="connsiteY46-20440" fmla="*/ 578275 h 1059043"/>
                <a:gd name="connsiteX47-20441" fmla="*/ 427632 w 3024845"/>
                <a:gd name="connsiteY47-20442" fmla="*/ 585842 h 1059043"/>
                <a:gd name="connsiteX48-20443" fmla="*/ 449925 w 3024845"/>
                <a:gd name="connsiteY48-20444" fmla="*/ 585842 h 1059043"/>
                <a:gd name="connsiteX49-20445" fmla="*/ 449925 w 3024845"/>
                <a:gd name="connsiteY49-20446" fmla="*/ 583950 h 1059043"/>
                <a:gd name="connsiteX50-20447" fmla="*/ 449925 w 3024845"/>
                <a:gd name="connsiteY50-20448" fmla="*/ 570709 h 1059043"/>
                <a:gd name="connsiteX51-20449" fmla="*/ 451699 w 3024845"/>
                <a:gd name="connsiteY51-20450" fmla="*/ 570709 h 1059043"/>
                <a:gd name="connsiteX52-20451" fmla="*/ 464112 w 3024845"/>
                <a:gd name="connsiteY52-20452" fmla="*/ 570709 h 1059043"/>
                <a:gd name="connsiteX53-20453" fmla="*/ 464112 w 3024845"/>
                <a:gd name="connsiteY53-20454" fmla="*/ 594489 h 1059043"/>
                <a:gd name="connsiteX54-20455" fmla="*/ 465126 w 3024845"/>
                <a:gd name="connsiteY54-20456" fmla="*/ 594489 h 1059043"/>
                <a:gd name="connsiteX55-20457" fmla="*/ 472219 w 3024845"/>
                <a:gd name="connsiteY55-20458" fmla="*/ 594489 h 1059043"/>
                <a:gd name="connsiteX56-20459" fmla="*/ 472219 w 3024845"/>
                <a:gd name="connsiteY56-20460" fmla="*/ 593408 h 1059043"/>
                <a:gd name="connsiteX57-20461" fmla="*/ 472219 w 3024845"/>
                <a:gd name="connsiteY57-20462" fmla="*/ 585842 h 1059043"/>
                <a:gd name="connsiteX58-20463" fmla="*/ 473992 w 3024845"/>
                <a:gd name="connsiteY58-20464" fmla="*/ 585842 h 1059043"/>
                <a:gd name="connsiteX59-20465" fmla="*/ 486406 w 3024845"/>
                <a:gd name="connsiteY59-20466" fmla="*/ 585842 h 1059043"/>
                <a:gd name="connsiteX60-20467" fmla="*/ 486406 w 3024845"/>
                <a:gd name="connsiteY60-20468" fmla="*/ 611783 h 1059043"/>
                <a:gd name="connsiteX61-20469" fmla="*/ 488433 w 3024845"/>
                <a:gd name="connsiteY61-20470" fmla="*/ 611783 h 1059043"/>
                <a:gd name="connsiteX62-20471" fmla="*/ 502619 w 3024845"/>
                <a:gd name="connsiteY62-20472" fmla="*/ 611783 h 1059043"/>
                <a:gd name="connsiteX63-20473" fmla="*/ 502619 w 3024845"/>
                <a:gd name="connsiteY63-20474" fmla="*/ 613404 h 1059043"/>
                <a:gd name="connsiteX64-20475" fmla="*/ 502619 w 3024845"/>
                <a:gd name="connsiteY64-20476" fmla="*/ 624754 h 1059043"/>
                <a:gd name="connsiteX65-20477" fmla="*/ 503379 w 3024845"/>
                <a:gd name="connsiteY65-20478" fmla="*/ 624754 h 1059043"/>
                <a:gd name="connsiteX66-20479" fmla="*/ 508700 w 3024845"/>
                <a:gd name="connsiteY66-20480" fmla="*/ 624754 h 1059043"/>
                <a:gd name="connsiteX67-20481" fmla="*/ 508700 w 3024845"/>
                <a:gd name="connsiteY67-20482" fmla="*/ 623943 h 1059043"/>
                <a:gd name="connsiteX68-20483" fmla="*/ 508700 w 3024845"/>
                <a:gd name="connsiteY68-20484" fmla="*/ 618268 h 1059043"/>
                <a:gd name="connsiteX69-20485" fmla="*/ 539100 w 3024845"/>
                <a:gd name="connsiteY69-20486" fmla="*/ 618268 h 1059043"/>
                <a:gd name="connsiteX70-20487" fmla="*/ 539100 w 3024845"/>
                <a:gd name="connsiteY70-20488" fmla="*/ 642048 h 1059043"/>
                <a:gd name="connsiteX71-20489" fmla="*/ 540113 w 3024845"/>
                <a:gd name="connsiteY71-20490" fmla="*/ 642048 h 1059043"/>
                <a:gd name="connsiteX72-20491" fmla="*/ 547207 w 3024845"/>
                <a:gd name="connsiteY72-20492" fmla="*/ 642048 h 1059043"/>
                <a:gd name="connsiteX73-20493" fmla="*/ 547207 w 3024845"/>
                <a:gd name="connsiteY73-20494" fmla="*/ 643129 h 1059043"/>
                <a:gd name="connsiteX74-20495" fmla="*/ 547207 w 3024845"/>
                <a:gd name="connsiteY74-20496" fmla="*/ 650695 h 1059043"/>
                <a:gd name="connsiteX75-20497" fmla="*/ 547967 w 3024845"/>
                <a:gd name="connsiteY75-20498" fmla="*/ 650695 h 1059043"/>
                <a:gd name="connsiteX76-20499" fmla="*/ 553287 w 3024845"/>
                <a:gd name="connsiteY76-20500" fmla="*/ 650695 h 1059043"/>
                <a:gd name="connsiteX77-20501" fmla="*/ 553287 w 3024845"/>
                <a:gd name="connsiteY77-20502" fmla="*/ 648533 h 1059043"/>
                <a:gd name="connsiteX78-20503" fmla="*/ 553287 w 3024845"/>
                <a:gd name="connsiteY78-20504" fmla="*/ 633401 h 1059043"/>
                <a:gd name="connsiteX79-20505" fmla="*/ 554300 w 3024845"/>
                <a:gd name="connsiteY79-20506" fmla="*/ 633401 h 1059043"/>
                <a:gd name="connsiteX80-20507" fmla="*/ 561394 w 3024845"/>
                <a:gd name="connsiteY80-20508" fmla="*/ 633401 h 1059043"/>
                <a:gd name="connsiteX81-20509" fmla="*/ 561394 w 3024845"/>
                <a:gd name="connsiteY81-20510" fmla="*/ 634482 h 1059043"/>
                <a:gd name="connsiteX82-20511" fmla="*/ 561394 w 3024845"/>
                <a:gd name="connsiteY82-20512" fmla="*/ 642048 h 1059043"/>
                <a:gd name="connsiteX83-20513" fmla="*/ 566714 w 3024845"/>
                <a:gd name="connsiteY83-20514" fmla="*/ 640055 h 1059043"/>
                <a:gd name="connsiteX84-20515" fmla="*/ 567474 w 3024845"/>
                <a:gd name="connsiteY84-20516" fmla="*/ 639075 h 1059043"/>
                <a:gd name="connsiteX85-20517" fmla="*/ 567474 w 3024845"/>
                <a:gd name="connsiteY85-20518" fmla="*/ 633401 h 1059043"/>
                <a:gd name="connsiteX86-20519" fmla="*/ 605981 w 3024845"/>
                <a:gd name="connsiteY86-20520" fmla="*/ 633401 h 1059043"/>
                <a:gd name="connsiteX87-20521" fmla="*/ 605981 w 3024845"/>
                <a:gd name="connsiteY87-20522" fmla="*/ 657180 h 1059043"/>
                <a:gd name="connsiteX88-20523" fmla="*/ 608007 w 3024845"/>
                <a:gd name="connsiteY88-20524" fmla="*/ 657180 h 1059043"/>
                <a:gd name="connsiteX89-20525" fmla="*/ 622194 w 3024845"/>
                <a:gd name="connsiteY89-20526" fmla="*/ 657180 h 1059043"/>
                <a:gd name="connsiteX90-20527" fmla="*/ 622194 w 3024845"/>
                <a:gd name="connsiteY90-20528" fmla="*/ 658261 h 1059043"/>
                <a:gd name="connsiteX91-20529" fmla="*/ 622194 w 3024845"/>
                <a:gd name="connsiteY91-20530" fmla="*/ 665827 h 1059043"/>
                <a:gd name="connsiteX92-20531" fmla="*/ 623968 w 3024845"/>
                <a:gd name="connsiteY92-20532" fmla="*/ 665827 h 1059043"/>
                <a:gd name="connsiteX93-20533" fmla="*/ 636381 w 3024845"/>
                <a:gd name="connsiteY93-20534" fmla="*/ 665827 h 1059043"/>
                <a:gd name="connsiteX94-20535" fmla="*/ 636381 w 3024845"/>
                <a:gd name="connsiteY94-20536" fmla="*/ 642048 h 1059043"/>
                <a:gd name="connsiteX95-20537" fmla="*/ 637394 w 3024845"/>
                <a:gd name="connsiteY95-20538" fmla="*/ 642048 h 1059043"/>
                <a:gd name="connsiteX96-20539" fmla="*/ 644488 w 3024845"/>
                <a:gd name="connsiteY96-20540" fmla="*/ 642048 h 1059043"/>
                <a:gd name="connsiteX97-20541" fmla="*/ 644488 w 3024845"/>
                <a:gd name="connsiteY97-20542" fmla="*/ 609621 h 1059043"/>
                <a:gd name="connsiteX98-20543" fmla="*/ 645501 w 3024845"/>
                <a:gd name="connsiteY98-20544" fmla="*/ 609621 h 1059043"/>
                <a:gd name="connsiteX99-20545" fmla="*/ 652595 w 3024845"/>
                <a:gd name="connsiteY99-20546" fmla="*/ 609621 h 1059043"/>
                <a:gd name="connsiteX100-20547" fmla="*/ 652595 w 3024845"/>
                <a:gd name="connsiteY100-20548" fmla="*/ 607730 h 1059043"/>
                <a:gd name="connsiteX101-20549" fmla="*/ 652595 w 3024845"/>
                <a:gd name="connsiteY101-20550" fmla="*/ 594489 h 1059043"/>
                <a:gd name="connsiteX102-20551" fmla="*/ 651328 w 3024845"/>
                <a:gd name="connsiteY102-20552" fmla="*/ 592867 h 1059043"/>
                <a:gd name="connsiteX103-20553" fmla="*/ 656648 w 3024845"/>
                <a:gd name="connsiteY103-20554" fmla="*/ 581518 h 1059043"/>
                <a:gd name="connsiteX104-20555" fmla="*/ 664755 w 3024845"/>
                <a:gd name="connsiteY104-20556" fmla="*/ 609621 h 1059043"/>
                <a:gd name="connsiteX105-20557" fmla="*/ 665515 w 3024845"/>
                <a:gd name="connsiteY105-20558" fmla="*/ 609621 h 1059043"/>
                <a:gd name="connsiteX106-20559" fmla="*/ 670835 w 3024845"/>
                <a:gd name="connsiteY106-20560" fmla="*/ 609621 h 1059043"/>
                <a:gd name="connsiteX107-20561" fmla="*/ 670835 w 3024845"/>
                <a:gd name="connsiteY107-20562" fmla="*/ 503694 h 1059043"/>
                <a:gd name="connsiteX108-20563" fmla="*/ 672355 w 3024845"/>
                <a:gd name="connsiteY108-20564" fmla="*/ 503694 h 1059043"/>
                <a:gd name="connsiteX109-20565" fmla="*/ 682995 w 3024845"/>
                <a:gd name="connsiteY109-20566" fmla="*/ 503694 h 1059043"/>
                <a:gd name="connsiteX110-20567" fmla="*/ 682995 w 3024845"/>
                <a:gd name="connsiteY110-20568" fmla="*/ 456135 h 1059043"/>
                <a:gd name="connsiteX111-20569" fmla="*/ 709342 w 3024845"/>
                <a:gd name="connsiteY111-20570" fmla="*/ 456135 h 1059043"/>
                <a:gd name="connsiteX112-20571" fmla="*/ 709342 w 3024845"/>
                <a:gd name="connsiteY112-20572" fmla="*/ 434517 h 1059043"/>
                <a:gd name="connsiteX113-20573" fmla="*/ 743796 w 3024845"/>
                <a:gd name="connsiteY113-20574" fmla="*/ 434517 h 1059043"/>
                <a:gd name="connsiteX114-20575" fmla="*/ 743796 w 3024845"/>
                <a:gd name="connsiteY114-20576" fmla="*/ 436949 h 1059043"/>
                <a:gd name="connsiteX115-20577" fmla="*/ 743796 w 3024845"/>
                <a:gd name="connsiteY115-20578" fmla="*/ 453973 h 1059043"/>
                <a:gd name="connsiteX116-20579" fmla="*/ 746076 w 3024845"/>
                <a:gd name="connsiteY116-20580" fmla="*/ 453973 h 1059043"/>
                <a:gd name="connsiteX117-20581" fmla="*/ 762036 w 3024845"/>
                <a:gd name="connsiteY117-20582" fmla="*/ 453973 h 1059043"/>
                <a:gd name="connsiteX118-20583" fmla="*/ 762036 w 3024845"/>
                <a:gd name="connsiteY118-20584" fmla="*/ 501532 h 1059043"/>
                <a:gd name="connsiteX119-20585" fmla="*/ 763049 w 3024845"/>
                <a:gd name="connsiteY119-20586" fmla="*/ 501532 h 1059043"/>
                <a:gd name="connsiteX120-20587" fmla="*/ 770143 w 3024845"/>
                <a:gd name="connsiteY120-20588" fmla="*/ 501532 h 1059043"/>
                <a:gd name="connsiteX121-20589" fmla="*/ 784330 w 3024845"/>
                <a:gd name="connsiteY121-20590" fmla="*/ 505856 h 1059043"/>
                <a:gd name="connsiteX122-20591" fmla="*/ 784330 w 3024845"/>
                <a:gd name="connsiteY122-20592" fmla="*/ 544768 h 1059043"/>
                <a:gd name="connsiteX123-20593" fmla="*/ 785343 w 3024845"/>
                <a:gd name="connsiteY123-20594" fmla="*/ 544768 h 1059043"/>
                <a:gd name="connsiteX124-20595" fmla="*/ 792436 w 3024845"/>
                <a:gd name="connsiteY124-20596" fmla="*/ 544768 h 1059043"/>
                <a:gd name="connsiteX125-20597" fmla="*/ 792436 w 3024845"/>
                <a:gd name="connsiteY125-20598" fmla="*/ 546389 h 1059043"/>
                <a:gd name="connsiteX126-20599" fmla="*/ 792436 w 3024845"/>
                <a:gd name="connsiteY126-20600" fmla="*/ 557738 h 1059043"/>
                <a:gd name="connsiteX127-20601" fmla="*/ 794463 w 3024845"/>
                <a:gd name="connsiteY127-20602" fmla="*/ 557738 h 1059043"/>
                <a:gd name="connsiteX128-20603" fmla="*/ 808650 w 3024845"/>
                <a:gd name="connsiteY128-20604" fmla="*/ 557738 h 1059043"/>
                <a:gd name="connsiteX129-20605" fmla="*/ 814730 w 3024845"/>
                <a:gd name="connsiteY129-20606" fmla="*/ 564224 h 1059043"/>
                <a:gd name="connsiteX130-20607" fmla="*/ 814730 w 3024845"/>
                <a:gd name="connsiteY130-20608" fmla="*/ 585842 h 1059043"/>
                <a:gd name="connsiteX131-20609" fmla="*/ 817010 w 3024845"/>
                <a:gd name="connsiteY131-20610" fmla="*/ 585842 h 1059043"/>
                <a:gd name="connsiteX132-20611" fmla="*/ 832970 w 3024845"/>
                <a:gd name="connsiteY132-20612" fmla="*/ 585842 h 1059043"/>
                <a:gd name="connsiteX133-20613" fmla="*/ 832970 w 3024845"/>
                <a:gd name="connsiteY133-20614" fmla="*/ 586922 h 1059043"/>
                <a:gd name="connsiteX134-20615" fmla="*/ 832970 w 3024845"/>
                <a:gd name="connsiteY134-20616" fmla="*/ 594489 h 1059043"/>
                <a:gd name="connsiteX135-20617" fmla="*/ 834237 w 3024845"/>
                <a:gd name="connsiteY135-20618" fmla="*/ 594489 h 1059043"/>
                <a:gd name="connsiteX136-20619" fmla="*/ 843104 w 3024845"/>
                <a:gd name="connsiteY136-20620" fmla="*/ 594489 h 1059043"/>
                <a:gd name="connsiteX137-20621" fmla="*/ 843104 w 3024845"/>
                <a:gd name="connsiteY137-20622" fmla="*/ 596650 h 1059043"/>
                <a:gd name="connsiteX138-20623" fmla="*/ 843104 w 3024845"/>
                <a:gd name="connsiteY138-20624" fmla="*/ 611783 h 1059043"/>
                <a:gd name="connsiteX139-20625" fmla="*/ 847157 w 3024845"/>
                <a:gd name="connsiteY139-20626" fmla="*/ 609891 h 1059043"/>
                <a:gd name="connsiteX140-20627" fmla="*/ 847157 w 3024845"/>
                <a:gd name="connsiteY140-20628" fmla="*/ 596650 h 1059043"/>
                <a:gd name="connsiteX141-20629" fmla="*/ 848170 w 3024845"/>
                <a:gd name="connsiteY141-20630" fmla="*/ 596650 h 1059043"/>
                <a:gd name="connsiteX142-20631" fmla="*/ 855264 w 3024845"/>
                <a:gd name="connsiteY142-20632" fmla="*/ 596650 h 1059043"/>
                <a:gd name="connsiteX143-20633" fmla="*/ 855264 w 3024845"/>
                <a:gd name="connsiteY143-20634" fmla="*/ 598272 h 1059043"/>
                <a:gd name="connsiteX144-20635" fmla="*/ 855264 w 3024845"/>
                <a:gd name="connsiteY144-20636" fmla="*/ 609621 h 1059043"/>
                <a:gd name="connsiteX145-20637" fmla="*/ 856024 w 3024845"/>
                <a:gd name="connsiteY145-20638" fmla="*/ 609621 h 1059043"/>
                <a:gd name="connsiteX146-20639" fmla="*/ 861344 w 3024845"/>
                <a:gd name="connsiteY146-20640" fmla="*/ 609621 h 1059043"/>
                <a:gd name="connsiteX147-20641" fmla="*/ 909984 w 3024845"/>
                <a:gd name="connsiteY147-20642" fmla="*/ 605298 h 1059043"/>
                <a:gd name="connsiteX148-20643" fmla="*/ 909984 w 3024845"/>
                <a:gd name="connsiteY148-20644" fmla="*/ 606649 h 1059043"/>
                <a:gd name="connsiteX149-20645" fmla="*/ 909984 w 3024845"/>
                <a:gd name="connsiteY149-20646" fmla="*/ 616106 h 1059043"/>
                <a:gd name="connsiteX150-20647" fmla="*/ 910744 w 3024845"/>
                <a:gd name="connsiteY150-20648" fmla="*/ 616106 h 1059043"/>
                <a:gd name="connsiteX151-20649" fmla="*/ 916065 w 3024845"/>
                <a:gd name="connsiteY151-20650" fmla="*/ 616106 h 1059043"/>
                <a:gd name="connsiteX152-20651" fmla="*/ 916065 w 3024845"/>
                <a:gd name="connsiteY152-20652" fmla="*/ 618268 h 1059043"/>
                <a:gd name="connsiteX153-20653" fmla="*/ 916065 w 3024845"/>
                <a:gd name="connsiteY153-20654" fmla="*/ 633401 h 1059043"/>
                <a:gd name="connsiteX154-20655" fmla="*/ 918091 w 3024845"/>
                <a:gd name="connsiteY154-20656" fmla="*/ 632050 h 1059043"/>
                <a:gd name="connsiteX155-20657" fmla="*/ 932278 w 3024845"/>
                <a:gd name="connsiteY155-20658" fmla="*/ 622592 h 1059043"/>
                <a:gd name="connsiteX156-20659" fmla="*/ 938358 w 3024845"/>
                <a:gd name="connsiteY156-20660" fmla="*/ 581518 h 1059043"/>
                <a:gd name="connsiteX157-20661" fmla="*/ 939118 w 3024845"/>
                <a:gd name="connsiteY157-20662" fmla="*/ 581248 h 1059043"/>
                <a:gd name="connsiteX158-20663" fmla="*/ 944438 w 3024845"/>
                <a:gd name="connsiteY158-20664" fmla="*/ 579356 h 1059043"/>
                <a:gd name="connsiteX159-20665" fmla="*/ 946465 w 3024845"/>
                <a:gd name="connsiteY159-20666" fmla="*/ 510179 h 1059043"/>
                <a:gd name="connsiteX160-20667" fmla="*/ 948492 w 3024845"/>
                <a:gd name="connsiteY160-20668" fmla="*/ 579356 h 1059043"/>
                <a:gd name="connsiteX161-20669" fmla="*/ 949252 w 3024845"/>
                <a:gd name="connsiteY161-20670" fmla="*/ 579626 h 1059043"/>
                <a:gd name="connsiteX162-20671" fmla="*/ 954572 w 3024845"/>
                <a:gd name="connsiteY162-20672" fmla="*/ 581518 h 1059043"/>
                <a:gd name="connsiteX163-20673" fmla="*/ 954572 w 3024845"/>
                <a:gd name="connsiteY163-20674" fmla="*/ 495047 h 1059043"/>
                <a:gd name="connsiteX164-20675" fmla="*/ 958625 w 3024845"/>
                <a:gd name="connsiteY164-20676" fmla="*/ 462620 h 1059043"/>
                <a:gd name="connsiteX165-20677" fmla="*/ 997132 w 3024845"/>
                <a:gd name="connsiteY165-20678" fmla="*/ 462620 h 1059043"/>
                <a:gd name="connsiteX166-20679" fmla="*/ 997132 w 3024845"/>
                <a:gd name="connsiteY166-20680" fmla="*/ 495047 h 1059043"/>
                <a:gd name="connsiteX167-20681" fmla="*/ 997892 w 3024845"/>
                <a:gd name="connsiteY167-20682" fmla="*/ 495047 h 1059043"/>
                <a:gd name="connsiteX168-20683" fmla="*/ 1003212 w 3024845"/>
                <a:gd name="connsiteY168-20684" fmla="*/ 495047 h 1059043"/>
                <a:gd name="connsiteX169-20685" fmla="*/ 1003212 w 3024845"/>
                <a:gd name="connsiteY169-20686" fmla="*/ 412899 h 1059043"/>
                <a:gd name="connsiteX170-20687" fmla="*/ 1004986 w 3024845"/>
                <a:gd name="connsiteY170-20688" fmla="*/ 412899 h 1059043"/>
                <a:gd name="connsiteX171-20689" fmla="*/ 1017399 w 3024845"/>
                <a:gd name="connsiteY171-20690" fmla="*/ 412899 h 1059043"/>
                <a:gd name="connsiteX172-20691" fmla="*/ 1017399 w 3024845"/>
                <a:gd name="connsiteY172-20692" fmla="*/ 411008 h 1059043"/>
                <a:gd name="connsiteX173-20693" fmla="*/ 1017399 w 3024845"/>
                <a:gd name="connsiteY173-20694" fmla="*/ 397767 h 1059043"/>
                <a:gd name="connsiteX174-20695" fmla="*/ 1039693 w 3024845"/>
                <a:gd name="connsiteY174-20696" fmla="*/ 397767 h 1059043"/>
                <a:gd name="connsiteX175-20697" fmla="*/ 1039693 w 3024845"/>
                <a:gd name="connsiteY175-20698" fmla="*/ 396686 h 1059043"/>
                <a:gd name="connsiteX176-20699" fmla="*/ 1039693 w 3024845"/>
                <a:gd name="connsiteY176-20700" fmla="*/ 389120 h 1059043"/>
                <a:gd name="connsiteX177-20701" fmla="*/ 1041466 w 3024845"/>
                <a:gd name="connsiteY177-20702" fmla="*/ 389120 h 1059043"/>
                <a:gd name="connsiteX178-20703" fmla="*/ 1053880 w 3024845"/>
                <a:gd name="connsiteY178-20704" fmla="*/ 389120 h 1059043"/>
                <a:gd name="connsiteX179-20705" fmla="*/ 1053880 w 3024845"/>
                <a:gd name="connsiteY179-20706" fmla="*/ 390201 h 1059043"/>
                <a:gd name="connsiteX180-20707" fmla="*/ 1053880 w 3024845"/>
                <a:gd name="connsiteY180-20708" fmla="*/ 397767 h 1059043"/>
                <a:gd name="connsiteX181-20709" fmla="*/ 1054640 w 3024845"/>
                <a:gd name="connsiteY181-20710" fmla="*/ 397767 h 1059043"/>
                <a:gd name="connsiteX182-20711" fmla="*/ 1059960 w 3024845"/>
                <a:gd name="connsiteY182-20712" fmla="*/ 397767 h 1059043"/>
                <a:gd name="connsiteX183-20713" fmla="*/ 1070093 w 3024845"/>
                <a:gd name="connsiteY183-20714" fmla="*/ 393443 h 1059043"/>
                <a:gd name="connsiteX184-20715" fmla="*/ 1074146 w 3024845"/>
                <a:gd name="connsiteY184-20716" fmla="*/ 396686 h 1059043"/>
                <a:gd name="connsiteX185-20717" fmla="*/ 1074146 w 3024845"/>
                <a:gd name="connsiteY185-20718" fmla="*/ 389120 h 1059043"/>
                <a:gd name="connsiteX186-20719" fmla="*/ 1076426 w 3024845"/>
                <a:gd name="connsiteY186-20720" fmla="*/ 389120 h 1059043"/>
                <a:gd name="connsiteX187-20721" fmla="*/ 1092387 w 3024845"/>
                <a:gd name="connsiteY187-20722" fmla="*/ 389120 h 1059043"/>
                <a:gd name="connsiteX188-20723" fmla="*/ 1092387 w 3024845"/>
                <a:gd name="connsiteY188-20724" fmla="*/ 390201 h 1059043"/>
                <a:gd name="connsiteX189-20725" fmla="*/ 1092387 w 3024845"/>
                <a:gd name="connsiteY189-20726" fmla="*/ 397767 h 1059043"/>
                <a:gd name="connsiteX190-20727" fmla="*/ 1122787 w 3024845"/>
                <a:gd name="connsiteY190-20728" fmla="*/ 397767 h 1059043"/>
                <a:gd name="connsiteX191-20729" fmla="*/ 1122787 w 3024845"/>
                <a:gd name="connsiteY191-20730" fmla="*/ 399388 h 1059043"/>
                <a:gd name="connsiteX192-20731" fmla="*/ 1122787 w 3024845"/>
                <a:gd name="connsiteY192-20732" fmla="*/ 410738 h 1059043"/>
                <a:gd name="connsiteX193-20733" fmla="*/ 1149134 w 3024845"/>
                <a:gd name="connsiteY193-20734" fmla="*/ 410738 h 1059043"/>
                <a:gd name="connsiteX194-20735" fmla="*/ 1149134 w 3024845"/>
                <a:gd name="connsiteY194-20736" fmla="*/ 441002 h 1059043"/>
                <a:gd name="connsiteX195-20737" fmla="*/ 1149894 w 3024845"/>
                <a:gd name="connsiteY195-20738" fmla="*/ 441002 h 1059043"/>
                <a:gd name="connsiteX196-20739" fmla="*/ 1155214 w 3024845"/>
                <a:gd name="connsiteY196-20740" fmla="*/ 441002 h 1059043"/>
                <a:gd name="connsiteX197-20741" fmla="*/ 1155214 w 3024845"/>
                <a:gd name="connsiteY197-20742" fmla="*/ 442083 h 1059043"/>
                <a:gd name="connsiteX198-20743" fmla="*/ 1155214 w 3024845"/>
                <a:gd name="connsiteY198-20744" fmla="*/ 449650 h 1059043"/>
                <a:gd name="connsiteX199-20745" fmla="*/ 1159268 w 3024845"/>
                <a:gd name="connsiteY199-20746" fmla="*/ 479914 h 1059043"/>
                <a:gd name="connsiteX200-20747" fmla="*/ 1160028 w 3024845"/>
                <a:gd name="connsiteY200-20748" fmla="*/ 479914 h 1059043"/>
                <a:gd name="connsiteX201-20749" fmla="*/ 1165348 w 3024845"/>
                <a:gd name="connsiteY201-20750" fmla="*/ 479914 h 1059043"/>
                <a:gd name="connsiteX202-20751" fmla="*/ 1165348 w 3024845"/>
                <a:gd name="connsiteY202-20752" fmla="*/ 480725 h 1059043"/>
                <a:gd name="connsiteX203-20753" fmla="*/ 1165348 w 3024845"/>
                <a:gd name="connsiteY203-20754" fmla="*/ 486400 h 1059043"/>
                <a:gd name="connsiteX204-20755" fmla="*/ 1166361 w 3024845"/>
                <a:gd name="connsiteY204-20756" fmla="*/ 486400 h 1059043"/>
                <a:gd name="connsiteX205-20757" fmla="*/ 1173454 w 3024845"/>
                <a:gd name="connsiteY205-20758" fmla="*/ 486400 h 1059043"/>
                <a:gd name="connsiteX206-20759" fmla="*/ 1173454 w 3024845"/>
                <a:gd name="connsiteY206-20760" fmla="*/ 516665 h 1059043"/>
                <a:gd name="connsiteX207-20761" fmla="*/ 1175481 w 3024845"/>
                <a:gd name="connsiteY207-20762" fmla="*/ 516665 h 1059043"/>
                <a:gd name="connsiteX208-20763" fmla="*/ 1189668 w 3024845"/>
                <a:gd name="connsiteY208-20764" fmla="*/ 516665 h 1059043"/>
                <a:gd name="connsiteX209-20765" fmla="*/ 1189668 w 3024845"/>
                <a:gd name="connsiteY209-20766" fmla="*/ 540444 h 1059043"/>
                <a:gd name="connsiteX210-20767" fmla="*/ 1191695 w 3024845"/>
                <a:gd name="connsiteY210-20768" fmla="*/ 542065 h 1059043"/>
                <a:gd name="connsiteX211-20769" fmla="*/ 1191695 w 3024845"/>
                <a:gd name="connsiteY211-20770" fmla="*/ 553415 h 1059043"/>
                <a:gd name="connsiteX212-20771" fmla="*/ 1192455 w 3024845"/>
                <a:gd name="connsiteY212-20772" fmla="*/ 553415 h 1059043"/>
                <a:gd name="connsiteX213-20773" fmla="*/ 1197775 w 3024845"/>
                <a:gd name="connsiteY213-20774" fmla="*/ 553415 h 1059043"/>
                <a:gd name="connsiteX214-20775" fmla="*/ 1197775 w 3024845"/>
                <a:gd name="connsiteY214-20776" fmla="*/ 577194 h 1059043"/>
                <a:gd name="connsiteX215-20777" fmla="*/ 1199041 w 3024845"/>
                <a:gd name="connsiteY215-20778" fmla="*/ 577194 h 1059043"/>
                <a:gd name="connsiteX216-20779" fmla="*/ 1207908 w 3024845"/>
                <a:gd name="connsiteY216-20780" fmla="*/ 577194 h 1059043"/>
                <a:gd name="connsiteX217-20781" fmla="*/ 1209935 w 3024845"/>
                <a:gd name="connsiteY217-20782" fmla="*/ 581248 h 1059043"/>
                <a:gd name="connsiteX218-20783" fmla="*/ 1209935 w 3024845"/>
                <a:gd name="connsiteY218-20784" fmla="*/ 594489 h 1059043"/>
                <a:gd name="connsiteX219-20785" fmla="*/ 1211455 w 3024845"/>
                <a:gd name="connsiteY219-20786" fmla="*/ 592597 h 1059043"/>
                <a:gd name="connsiteX220-20787" fmla="*/ 1222095 w 3024845"/>
                <a:gd name="connsiteY220-20788" fmla="*/ 579356 h 1059043"/>
                <a:gd name="connsiteX221-20789" fmla="*/ 1250469 w 3024845"/>
                <a:gd name="connsiteY221-20790" fmla="*/ 579356 h 1059043"/>
                <a:gd name="connsiteX222-20791" fmla="*/ 1250469 w 3024845"/>
                <a:gd name="connsiteY222-20792" fmla="*/ 665827 h 1059043"/>
                <a:gd name="connsiteX223-20793" fmla="*/ 1251229 w 3024845"/>
                <a:gd name="connsiteY223-20794" fmla="*/ 665827 h 1059043"/>
                <a:gd name="connsiteX224-20795" fmla="*/ 1256549 w 3024845"/>
                <a:gd name="connsiteY224-20796" fmla="*/ 665827 h 1059043"/>
                <a:gd name="connsiteX225-20797" fmla="*/ 1257309 w 3024845"/>
                <a:gd name="connsiteY225-20798" fmla="*/ 664476 h 1059043"/>
                <a:gd name="connsiteX226-20799" fmla="*/ 1262629 w 3024845"/>
                <a:gd name="connsiteY226-20800" fmla="*/ 655018 h 1059043"/>
                <a:gd name="connsiteX227-20801" fmla="*/ 1262629 w 3024845"/>
                <a:gd name="connsiteY227-20802" fmla="*/ 656910 h 1059043"/>
                <a:gd name="connsiteX228-20803" fmla="*/ 1262629 w 3024845"/>
                <a:gd name="connsiteY228-20804" fmla="*/ 670151 h 1059043"/>
                <a:gd name="connsiteX229-20805" fmla="*/ 1266682 w 3024845"/>
                <a:gd name="connsiteY229-20806" fmla="*/ 624754 h 1059043"/>
                <a:gd name="connsiteX230-20807" fmla="*/ 1267442 w 3024845"/>
                <a:gd name="connsiteY230-20808" fmla="*/ 624754 h 1059043"/>
                <a:gd name="connsiteX231-20809" fmla="*/ 1272762 w 3024845"/>
                <a:gd name="connsiteY231-20810" fmla="*/ 624754 h 1059043"/>
                <a:gd name="connsiteX232-20811" fmla="*/ 1272762 w 3024845"/>
                <a:gd name="connsiteY232-20812" fmla="*/ 559900 h 1059043"/>
                <a:gd name="connsiteX233-20813" fmla="*/ 1273776 w 3024845"/>
                <a:gd name="connsiteY233-20814" fmla="*/ 559900 h 1059043"/>
                <a:gd name="connsiteX234-20815" fmla="*/ 1280869 w 3024845"/>
                <a:gd name="connsiteY234-20816" fmla="*/ 559900 h 1059043"/>
                <a:gd name="connsiteX235-20817" fmla="*/ 1293029 w 3024845"/>
                <a:gd name="connsiteY235-20818" fmla="*/ 516665 h 1059043"/>
                <a:gd name="connsiteX236-20819" fmla="*/ 1294296 w 3024845"/>
                <a:gd name="connsiteY236-20820" fmla="*/ 516665 h 1059043"/>
                <a:gd name="connsiteX237-20821" fmla="*/ 1303163 w 3024845"/>
                <a:gd name="connsiteY237-20822" fmla="*/ 516665 h 1059043"/>
                <a:gd name="connsiteX238-20823" fmla="*/ 1313296 w 3024845"/>
                <a:gd name="connsiteY238-20824" fmla="*/ 559900 h 1059043"/>
                <a:gd name="connsiteX239-20825" fmla="*/ 1314309 w 3024845"/>
                <a:gd name="connsiteY239-20826" fmla="*/ 559900 h 1059043"/>
                <a:gd name="connsiteX240-20827" fmla="*/ 1321403 w 3024845"/>
                <a:gd name="connsiteY240-20828" fmla="*/ 559900 h 1059043"/>
                <a:gd name="connsiteX241-20829" fmla="*/ 1321403 w 3024845"/>
                <a:gd name="connsiteY241-20830" fmla="*/ 598812 h 1059043"/>
                <a:gd name="connsiteX242-20831" fmla="*/ 1323176 w 3024845"/>
                <a:gd name="connsiteY242-20832" fmla="*/ 598812 h 1059043"/>
                <a:gd name="connsiteX243-20833" fmla="*/ 1335590 w 3024845"/>
                <a:gd name="connsiteY243-20834" fmla="*/ 598812 h 1059043"/>
                <a:gd name="connsiteX244-20835" fmla="*/ 1335590 w 3024845"/>
                <a:gd name="connsiteY244-20836" fmla="*/ 600974 h 1059043"/>
                <a:gd name="connsiteX245-20837" fmla="*/ 1335590 w 3024845"/>
                <a:gd name="connsiteY245-20838" fmla="*/ 616106 h 1059043"/>
                <a:gd name="connsiteX246-20839" fmla="*/ 1339643 w 3024845"/>
                <a:gd name="connsiteY246-20840" fmla="*/ 613945 h 1059043"/>
                <a:gd name="connsiteX247-20841" fmla="*/ 1339643 w 3024845"/>
                <a:gd name="connsiteY247-20842" fmla="*/ 598812 h 1059043"/>
                <a:gd name="connsiteX248-20843" fmla="*/ 1341163 w 3024845"/>
                <a:gd name="connsiteY248-20844" fmla="*/ 598812 h 1059043"/>
                <a:gd name="connsiteX249-20845" fmla="*/ 1351803 w 3024845"/>
                <a:gd name="connsiteY249-20846" fmla="*/ 598812 h 1059043"/>
                <a:gd name="connsiteX250-20847" fmla="*/ 1351803 w 3024845"/>
                <a:gd name="connsiteY250-20848" fmla="*/ 600433 h 1059043"/>
                <a:gd name="connsiteX251-20849" fmla="*/ 1351803 w 3024845"/>
                <a:gd name="connsiteY251-20850" fmla="*/ 611783 h 1059043"/>
                <a:gd name="connsiteX252-20851" fmla="*/ 1382204 w 3024845"/>
                <a:gd name="connsiteY252-20852" fmla="*/ 611783 h 1059043"/>
                <a:gd name="connsiteX253-20853" fmla="*/ 1382204 w 3024845"/>
                <a:gd name="connsiteY253-20854" fmla="*/ 575033 h 1059043"/>
                <a:gd name="connsiteX254-20855" fmla="*/ 1383470 w 3024845"/>
                <a:gd name="connsiteY254-20856" fmla="*/ 575033 h 1059043"/>
                <a:gd name="connsiteX255-20857" fmla="*/ 1392337 w 3024845"/>
                <a:gd name="connsiteY255-20858" fmla="*/ 575033 h 1059043"/>
                <a:gd name="connsiteX256-20859" fmla="*/ 1392337 w 3024845"/>
                <a:gd name="connsiteY256-20860" fmla="*/ 596650 h 1059043"/>
                <a:gd name="connsiteX257-20861" fmla="*/ 1394364 w 3024845"/>
                <a:gd name="connsiteY257-20862" fmla="*/ 564224 h 1059043"/>
                <a:gd name="connsiteX258-20863" fmla="*/ 1416657 w 3024845"/>
                <a:gd name="connsiteY258-20864" fmla="*/ 564224 h 1059043"/>
                <a:gd name="connsiteX259-20865" fmla="*/ 1416657 w 3024845"/>
                <a:gd name="connsiteY259-20866" fmla="*/ 562602 h 1059043"/>
                <a:gd name="connsiteX260-20867" fmla="*/ 1416657 w 3024845"/>
                <a:gd name="connsiteY260-20868" fmla="*/ 551253 h 1059043"/>
                <a:gd name="connsiteX261-20869" fmla="*/ 1417417 w 3024845"/>
                <a:gd name="connsiteY261-20870" fmla="*/ 551253 h 1059043"/>
                <a:gd name="connsiteX262-20871" fmla="*/ 1422737 w 3024845"/>
                <a:gd name="connsiteY262-20872" fmla="*/ 551253 h 1059043"/>
                <a:gd name="connsiteX263-20873" fmla="*/ 1422737 w 3024845"/>
                <a:gd name="connsiteY263-20874" fmla="*/ 549362 h 1059043"/>
                <a:gd name="connsiteX264-20875" fmla="*/ 1422737 w 3024845"/>
                <a:gd name="connsiteY264-20876" fmla="*/ 536121 h 1059043"/>
                <a:gd name="connsiteX265-20877" fmla="*/ 1426791 w 3024845"/>
                <a:gd name="connsiteY265-20878" fmla="*/ 542606 h 1059043"/>
                <a:gd name="connsiteX266-20879" fmla="*/ 1429071 w 3024845"/>
                <a:gd name="connsiteY266-20880" fmla="*/ 542606 h 1059043"/>
                <a:gd name="connsiteX267-20881" fmla="*/ 1445031 w 3024845"/>
                <a:gd name="connsiteY267-20882" fmla="*/ 542606 h 1059043"/>
                <a:gd name="connsiteX268-20883" fmla="*/ 1445031 w 3024845"/>
                <a:gd name="connsiteY268-20884" fmla="*/ 541795 h 1059043"/>
                <a:gd name="connsiteX269-20885" fmla="*/ 1445031 w 3024845"/>
                <a:gd name="connsiteY269-20886" fmla="*/ 536121 h 1059043"/>
                <a:gd name="connsiteX270-20887" fmla="*/ 1445791 w 3024845"/>
                <a:gd name="connsiteY270-20888" fmla="*/ 536121 h 1059043"/>
                <a:gd name="connsiteX271-20889" fmla="*/ 1451111 w 3024845"/>
                <a:gd name="connsiteY271-20890" fmla="*/ 536121 h 1059043"/>
                <a:gd name="connsiteX272-20891" fmla="*/ 1451111 w 3024845"/>
                <a:gd name="connsiteY272-20892" fmla="*/ 537472 h 1059043"/>
                <a:gd name="connsiteX273-20893" fmla="*/ 1451111 w 3024845"/>
                <a:gd name="connsiteY273-20894" fmla="*/ 546930 h 1059043"/>
                <a:gd name="connsiteX274-20895" fmla="*/ 1489618 w 3024845"/>
                <a:gd name="connsiteY274-20896" fmla="*/ 546930 h 1059043"/>
                <a:gd name="connsiteX275-20897" fmla="*/ 1489618 w 3024845"/>
                <a:gd name="connsiteY275-20898" fmla="*/ 685283 h 1059043"/>
                <a:gd name="connsiteX276-20899" fmla="*/ 1491138 w 3024845"/>
                <a:gd name="connsiteY276-20900" fmla="*/ 685283 h 1059043"/>
                <a:gd name="connsiteX277-20901" fmla="*/ 1501778 w 3024845"/>
                <a:gd name="connsiteY277-20902" fmla="*/ 685283 h 1059043"/>
                <a:gd name="connsiteX278-20903" fmla="*/ 1501778 w 3024845"/>
                <a:gd name="connsiteY278-20904" fmla="*/ 672313 h 1059043"/>
                <a:gd name="connsiteX279-20905" fmla="*/ 1505832 w 3024845"/>
                <a:gd name="connsiteY279-20906" fmla="*/ 672313 h 1059043"/>
                <a:gd name="connsiteX280-20907" fmla="*/ 1505832 w 3024845"/>
                <a:gd name="connsiteY280-20908" fmla="*/ 685283 h 1059043"/>
                <a:gd name="connsiteX281-20909" fmla="*/ 1536232 w 3024845"/>
                <a:gd name="connsiteY281-20910" fmla="*/ 685283 h 1059043"/>
                <a:gd name="connsiteX282-20911" fmla="*/ 1536232 w 3024845"/>
                <a:gd name="connsiteY282-20912" fmla="*/ 655018 h 1059043"/>
                <a:gd name="connsiteX283-20913" fmla="*/ 1548392 w 3024845"/>
                <a:gd name="connsiteY283-20914" fmla="*/ 655018 h 1059043"/>
                <a:gd name="connsiteX284-20915" fmla="*/ 1560552 w 3024845"/>
                <a:gd name="connsiteY284-20916" fmla="*/ 652857 h 1059043"/>
                <a:gd name="connsiteX285-20917" fmla="*/ 1564606 w 3024845"/>
                <a:gd name="connsiteY285-20918" fmla="*/ 655018 h 1059043"/>
                <a:gd name="connsiteX286-20919" fmla="*/ 1574739 w 3024845"/>
                <a:gd name="connsiteY286-20920" fmla="*/ 655018 h 1059043"/>
                <a:gd name="connsiteX287-20921" fmla="*/ 1574739 w 3024845"/>
                <a:gd name="connsiteY287-20922" fmla="*/ 685283 h 1059043"/>
                <a:gd name="connsiteX288-20923" fmla="*/ 1582846 w 3024845"/>
                <a:gd name="connsiteY288-20924" fmla="*/ 685283 h 1059043"/>
                <a:gd name="connsiteX289-20925" fmla="*/ 1582846 w 3024845"/>
                <a:gd name="connsiteY289-20926" fmla="*/ 702578 h 1059043"/>
                <a:gd name="connsiteX290-20927" fmla="*/ 1592182 w 3024845"/>
                <a:gd name="connsiteY290-20928" fmla="*/ 703483 h 1059043"/>
                <a:gd name="connsiteX291-20929" fmla="*/ 1605140 w 3024845"/>
                <a:gd name="connsiteY291-20930" fmla="*/ 703483 h 1059043"/>
                <a:gd name="connsiteX292-20931" fmla="*/ 1605140 w 3024845"/>
                <a:gd name="connsiteY292-20932" fmla="*/ 687445 h 1059043"/>
                <a:gd name="connsiteX293-20933" fmla="*/ 1673096 w 3024845"/>
                <a:gd name="connsiteY293-20934" fmla="*/ 687445 h 1059043"/>
                <a:gd name="connsiteX294-20935" fmla="*/ 1673096 w 3024845"/>
                <a:gd name="connsiteY294-20936" fmla="*/ 602192 h 1059043"/>
                <a:gd name="connsiteX295-20937" fmla="*/ 1745104 w 3024845"/>
                <a:gd name="connsiteY295-20938" fmla="*/ 602192 h 1059043"/>
                <a:gd name="connsiteX296-20939" fmla="*/ 1745104 w 3024845"/>
                <a:gd name="connsiteY296-20940" fmla="*/ 680960 h 1059043"/>
                <a:gd name="connsiteX297-20941" fmla="*/ 1747008 w 3024845"/>
                <a:gd name="connsiteY297-20942" fmla="*/ 680960 h 1059043"/>
                <a:gd name="connsiteX298-20943" fmla="*/ 1748250 w 3024845"/>
                <a:gd name="connsiteY298-20944" fmla="*/ 703483 h 1059043"/>
                <a:gd name="connsiteX299-20945" fmla="*/ 1757926 w 3024845"/>
                <a:gd name="connsiteY299-20946" fmla="*/ 703483 h 1059043"/>
                <a:gd name="connsiteX300-20947" fmla="*/ 1759168 w 3024845"/>
                <a:gd name="connsiteY300-20948" fmla="*/ 680960 h 1059043"/>
                <a:gd name="connsiteX301-20949" fmla="*/ 1765248 w 3024845"/>
                <a:gd name="connsiteY301-20950" fmla="*/ 680960 h 1059043"/>
                <a:gd name="connsiteX302-20951" fmla="*/ 1766490 w 3024845"/>
                <a:gd name="connsiteY302-20952" fmla="*/ 703483 h 1059043"/>
                <a:gd name="connsiteX303-20953" fmla="*/ 1817112 w 3024845"/>
                <a:gd name="connsiteY303-20954" fmla="*/ 703483 h 1059043"/>
                <a:gd name="connsiteX304-20955" fmla="*/ 1817112 w 3024845"/>
                <a:gd name="connsiteY304-20956" fmla="*/ 540455 h 1059043"/>
                <a:gd name="connsiteX305-20957" fmla="*/ 2014439 w 3024845"/>
                <a:gd name="connsiteY305-20958" fmla="*/ 540455 h 1059043"/>
                <a:gd name="connsiteX306-20959" fmla="*/ 2014439 w 3024845"/>
                <a:gd name="connsiteY306-20960" fmla="*/ 703483 h 1059043"/>
                <a:gd name="connsiteX307-20961" fmla="*/ 2033136 w 3024845"/>
                <a:gd name="connsiteY307-20962" fmla="*/ 703483 h 1059043"/>
                <a:gd name="connsiteX308-20963" fmla="*/ 2033136 w 3024845"/>
                <a:gd name="connsiteY308-20964" fmla="*/ 620790 h 1059043"/>
                <a:gd name="connsiteX309-20965" fmla="*/ 2128256 w 3024845"/>
                <a:gd name="connsiteY309-20966" fmla="*/ 620790 h 1059043"/>
                <a:gd name="connsiteX310-20967" fmla="*/ 2128026 w 3024845"/>
                <a:gd name="connsiteY310-20968" fmla="*/ 281031 h 1059043"/>
                <a:gd name="connsiteX311-20969" fmla="*/ 2121946 w 3024845"/>
                <a:gd name="connsiteY311-20970" fmla="*/ 276707 h 1059043"/>
                <a:gd name="connsiteX312-20971" fmla="*/ 2130053 w 3024845"/>
                <a:gd name="connsiteY312-20972" fmla="*/ 252928 h 1059043"/>
                <a:gd name="connsiteX313-20973" fmla="*/ 2130053 w 3024845"/>
                <a:gd name="connsiteY313-20974" fmla="*/ 235634 h 1059043"/>
                <a:gd name="connsiteX314-20975" fmla="*/ 2144240 w 3024845"/>
                <a:gd name="connsiteY314-20976" fmla="*/ 235634 h 1059043"/>
                <a:gd name="connsiteX315-20977" fmla="*/ 2144240 w 3024845"/>
                <a:gd name="connsiteY315-20978" fmla="*/ 214016 h 1059043"/>
                <a:gd name="connsiteX316-20979" fmla="*/ 2146266 w 3024845"/>
                <a:gd name="connsiteY316-20980" fmla="*/ 209692 h 1059043"/>
                <a:gd name="connsiteX317-20981" fmla="*/ 2146266 w 3024845"/>
                <a:gd name="connsiteY317-20982" fmla="*/ 131868 h 1059043"/>
                <a:gd name="connsiteX318-20983" fmla="*/ 2144240 w 3024845"/>
                <a:gd name="connsiteY318-20984" fmla="*/ 125383 h 1059043"/>
                <a:gd name="connsiteX319-20985" fmla="*/ 2150320 w 3024845"/>
                <a:gd name="connsiteY319-20986" fmla="*/ 118897 h 1059043"/>
                <a:gd name="connsiteX320-20987" fmla="*/ 2150320 w 3024845"/>
                <a:gd name="connsiteY320-20988" fmla="*/ 60529 h 1059043"/>
                <a:gd name="connsiteX321-20989" fmla="*/ 2152346 w 3024845"/>
                <a:gd name="connsiteY321-20990" fmla="*/ 56206 h 1059043"/>
                <a:gd name="connsiteX322-20991" fmla="*/ 2152346 w 3024845"/>
                <a:gd name="connsiteY322-20992" fmla="*/ 0 h 1059043"/>
                <a:gd name="connsiteX323-20993" fmla="*/ 2162480 w 3024845"/>
                <a:gd name="connsiteY323-20994" fmla="*/ 118897 h 1059043"/>
                <a:gd name="connsiteX324-20995" fmla="*/ 2168560 w 3024845"/>
                <a:gd name="connsiteY324-20996" fmla="*/ 125383 h 1059043"/>
                <a:gd name="connsiteX325-20997" fmla="*/ 2166533 w 3024845"/>
                <a:gd name="connsiteY325-20998" fmla="*/ 131868 h 1059043"/>
                <a:gd name="connsiteX326-20999" fmla="*/ 2166533 w 3024845"/>
                <a:gd name="connsiteY326-21000" fmla="*/ 209692 h 1059043"/>
                <a:gd name="connsiteX327-21001" fmla="*/ 2168560 w 3024845"/>
                <a:gd name="connsiteY327-21002" fmla="*/ 214016 h 1059043"/>
                <a:gd name="connsiteX328-21003" fmla="*/ 2168560 w 3024845"/>
                <a:gd name="connsiteY328-21004" fmla="*/ 235634 h 1059043"/>
                <a:gd name="connsiteX329-21005" fmla="*/ 2180720 w 3024845"/>
                <a:gd name="connsiteY329-21006" fmla="*/ 555577 h 1059043"/>
                <a:gd name="connsiteX330-21007" fmla="*/ 2245574 w 3024845"/>
                <a:gd name="connsiteY330-21008" fmla="*/ 555577 h 1059043"/>
                <a:gd name="connsiteX331-21009" fmla="*/ 2245574 w 3024845"/>
                <a:gd name="connsiteY331-21010" fmla="*/ 631239 h 1059043"/>
                <a:gd name="connsiteX332-21011" fmla="*/ 2253681 w 3024845"/>
                <a:gd name="connsiteY332-21012" fmla="*/ 631239 h 1059043"/>
                <a:gd name="connsiteX333-21013" fmla="*/ 2255708 w 3024845"/>
                <a:gd name="connsiteY333-21014" fmla="*/ 624754 h 1059043"/>
                <a:gd name="connsiteX334-21015" fmla="*/ 2261788 w 3024845"/>
                <a:gd name="connsiteY334-21016" fmla="*/ 624754 h 1059043"/>
                <a:gd name="connsiteX335-21017" fmla="*/ 2263815 w 3024845"/>
                <a:gd name="connsiteY335-21018" fmla="*/ 633401 h 1059043"/>
                <a:gd name="connsiteX336-21019" fmla="*/ 2275975 w 3024845"/>
                <a:gd name="connsiteY336-21020" fmla="*/ 633401 h 1059043"/>
                <a:gd name="connsiteX337-21021" fmla="*/ 2275975 w 3024845"/>
                <a:gd name="connsiteY337-21022" fmla="*/ 626915 h 1059043"/>
                <a:gd name="connsiteX338-21023" fmla="*/ 2298268 w 3024845"/>
                <a:gd name="connsiteY338-21024" fmla="*/ 626915 h 1059043"/>
                <a:gd name="connsiteX339-21025" fmla="*/ 2298268 w 3024845"/>
                <a:gd name="connsiteY339-21026" fmla="*/ 633401 h 1059043"/>
                <a:gd name="connsiteX340-21027" fmla="*/ 2318535 w 3024845"/>
                <a:gd name="connsiteY340-21028" fmla="*/ 633401 h 1059043"/>
                <a:gd name="connsiteX341-21029" fmla="*/ 2318535 w 3024845"/>
                <a:gd name="connsiteY341-21030" fmla="*/ 678798 h 1059043"/>
                <a:gd name="connsiteX342-21031" fmla="*/ 2332722 w 3024845"/>
                <a:gd name="connsiteY342-21032" fmla="*/ 678798 h 1059043"/>
                <a:gd name="connsiteX343-21033" fmla="*/ 2332722 w 3024845"/>
                <a:gd name="connsiteY343-21034" fmla="*/ 665827 h 1059043"/>
                <a:gd name="connsiteX344-21035" fmla="*/ 2348936 w 3024845"/>
                <a:gd name="connsiteY344-21036" fmla="*/ 665827 h 1059043"/>
                <a:gd name="connsiteX345-21037" fmla="*/ 2348936 w 3024845"/>
                <a:gd name="connsiteY345-21038" fmla="*/ 486400 h 1059043"/>
                <a:gd name="connsiteX346-21039" fmla="*/ 2355016 w 3024845"/>
                <a:gd name="connsiteY346-21040" fmla="*/ 479914 h 1059043"/>
                <a:gd name="connsiteX347-21041" fmla="*/ 2427977 w 3024845"/>
                <a:gd name="connsiteY347-21042" fmla="*/ 479914 h 1059043"/>
                <a:gd name="connsiteX348-21043" fmla="*/ 2427977 w 3024845"/>
                <a:gd name="connsiteY348-21044" fmla="*/ 488562 h 1059043"/>
                <a:gd name="connsiteX349-21045" fmla="*/ 2438110 w 3024845"/>
                <a:gd name="connsiteY349-21046" fmla="*/ 488562 h 1059043"/>
                <a:gd name="connsiteX350-21047" fmla="*/ 2438110 w 3024845"/>
                <a:gd name="connsiteY350-21048" fmla="*/ 603136 h 1059043"/>
                <a:gd name="connsiteX351-21049" fmla="*/ 2460404 w 3024845"/>
                <a:gd name="connsiteY351-21050" fmla="*/ 603136 h 1059043"/>
                <a:gd name="connsiteX352-21051" fmla="*/ 2460404 w 3024845"/>
                <a:gd name="connsiteY352-21052" fmla="*/ 536121 h 1059043"/>
                <a:gd name="connsiteX353-21053" fmla="*/ 2486751 w 3024845"/>
                <a:gd name="connsiteY353-21054" fmla="*/ 536121 h 1059043"/>
                <a:gd name="connsiteX354-21055" fmla="*/ 2490804 w 3024845"/>
                <a:gd name="connsiteY354-21056" fmla="*/ 531797 h 1059043"/>
                <a:gd name="connsiteX355-21057" fmla="*/ 2498911 w 3024845"/>
                <a:gd name="connsiteY355-21058" fmla="*/ 531797 h 1059043"/>
                <a:gd name="connsiteX356-21059" fmla="*/ 2502964 w 3024845"/>
                <a:gd name="connsiteY356-21060" fmla="*/ 536121 h 1059043"/>
                <a:gd name="connsiteX357-21061" fmla="*/ 2525258 w 3024845"/>
                <a:gd name="connsiteY357-21062" fmla="*/ 536121 h 1059043"/>
                <a:gd name="connsiteX358-21063" fmla="*/ 2525258 w 3024845"/>
                <a:gd name="connsiteY358-21064" fmla="*/ 419385 h 1059043"/>
                <a:gd name="connsiteX359-21065" fmla="*/ 2582005 w 3024845"/>
                <a:gd name="connsiteY359-21066" fmla="*/ 408576 h 1059043"/>
                <a:gd name="connsiteX360-21067" fmla="*/ 2582005 w 3024845"/>
                <a:gd name="connsiteY360-21068" fmla="*/ 409657 h 1059043"/>
                <a:gd name="connsiteX361-21069" fmla="*/ 2582005 w 3024845"/>
                <a:gd name="connsiteY361-21070" fmla="*/ 417223 h 1059043"/>
                <a:gd name="connsiteX362-21071" fmla="*/ 2608352 w 3024845"/>
                <a:gd name="connsiteY362-21072" fmla="*/ 417223 h 1059043"/>
                <a:gd name="connsiteX363-21073" fmla="*/ 2608352 w 3024845"/>
                <a:gd name="connsiteY363-21074" fmla="*/ 672313 h 1059043"/>
                <a:gd name="connsiteX364-21075" fmla="*/ 2630646 w 3024845"/>
                <a:gd name="connsiteY364-21076" fmla="*/ 672313 h 1059043"/>
                <a:gd name="connsiteX365-21077" fmla="*/ 2630646 w 3024845"/>
                <a:gd name="connsiteY365-21078" fmla="*/ 667989 h 1059043"/>
                <a:gd name="connsiteX366-21079" fmla="*/ 2642806 w 3024845"/>
                <a:gd name="connsiteY366-21080" fmla="*/ 667989 h 1059043"/>
                <a:gd name="connsiteX367-21081" fmla="*/ 2642806 w 3024845"/>
                <a:gd name="connsiteY367-21082" fmla="*/ 672313 h 1059043"/>
                <a:gd name="connsiteX368-21083" fmla="*/ 2667126 w 3024845"/>
                <a:gd name="connsiteY368-21084" fmla="*/ 672313 h 1059043"/>
                <a:gd name="connsiteX369-21085" fmla="*/ 2667126 w 3024845"/>
                <a:gd name="connsiteY369-21086" fmla="*/ 659342 h 1059043"/>
                <a:gd name="connsiteX370-21087" fmla="*/ 2695500 w 3024845"/>
                <a:gd name="connsiteY370-21088" fmla="*/ 659342 h 1059043"/>
                <a:gd name="connsiteX371-21089" fmla="*/ 2707660 w 3024845"/>
                <a:gd name="connsiteY371-21090" fmla="*/ 655018 h 1059043"/>
                <a:gd name="connsiteX372-21091" fmla="*/ 2727927 w 3024845"/>
                <a:gd name="connsiteY372-21092" fmla="*/ 659342 h 1059043"/>
                <a:gd name="connsiteX373-21093" fmla="*/ 2727927 w 3024845"/>
                <a:gd name="connsiteY373-21094" fmla="*/ 642048 h 1059043"/>
                <a:gd name="connsiteX374-21095" fmla="*/ 2736034 w 3024845"/>
                <a:gd name="connsiteY374-21096" fmla="*/ 642048 h 1059043"/>
                <a:gd name="connsiteX375-21097" fmla="*/ 2736034 w 3024845"/>
                <a:gd name="connsiteY375-21098" fmla="*/ 629077 h 1059043"/>
                <a:gd name="connsiteX376-21099" fmla="*/ 2792781 w 3024845"/>
                <a:gd name="connsiteY376-21100" fmla="*/ 629077 h 1059043"/>
                <a:gd name="connsiteX377-21101" fmla="*/ 2792781 w 3024845"/>
                <a:gd name="connsiteY377-21102" fmla="*/ 598812 h 1059043"/>
                <a:gd name="connsiteX378-21103" fmla="*/ 2811021 w 3024845"/>
                <a:gd name="connsiteY378-21104" fmla="*/ 598812 h 1059043"/>
                <a:gd name="connsiteX379-21105" fmla="*/ 2811021 w 3024845"/>
                <a:gd name="connsiteY379-21106" fmla="*/ 592327 h 1059043"/>
                <a:gd name="connsiteX380-21107" fmla="*/ 2823181 w 3024845"/>
                <a:gd name="connsiteY380-21108" fmla="*/ 592327 h 1059043"/>
                <a:gd name="connsiteX381-21109" fmla="*/ 2823181 w 3024845"/>
                <a:gd name="connsiteY381-21110" fmla="*/ 598812 h 1059043"/>
                <a:gd name="connsiteX382-21111" fmla="*/ 2839395 w 3024845"/>
                <a:gd name="connsiteY382-21112" fmla="*/ 598812 h 1059043"/>
                <a:gd name="connsiteX383-21113" fmla="*/ 2839395 w 3024845"/>
                <a:gd name="connsiteY383-21114" fmla="*/ 648533 h 1059043"/>
                <a:gd name="connsiteX384-21115" fmla="*/ 2871822 w 3024845"/>
                <a:gd name="connsiteY384-21116" fmla="*/ 648533 h 1059043"/>
                <a:gd name="connsiteX385-21117" fmla="*/ 2871822 w 3024845"/>
                <a:gd name="connsiteY385-21118" fmla="*/ 622592 h 1059043"/>
                <a:gd name="connsiteX386-21119" fmla="*/ 2910329 w 3024845"/>
                <a:gd name="connsiteY386-21120" fmla="*/ 622592 h 1059043"/>
                <a:gd name="connsiteX387-21121" fmla="*/ 2910329 w 3024845"/>
                <a:gd name="connsiteY387-21122" fmla="*/ 592327 h 1059043"/>
                <a:gd name="connsiteX388-21123" fmla="*/ 2958970 w 3024845"/>
                <a:gd name="connsiteY388-21124" fmla="*/ 592327 h 1059043"/>
                <a:gd name="connsiteX389-21125" fmla="*/ 2958970 w 3024845"/>
                <a:gd name="connsiteY389-21126" fmla="*/ 703483 h 1059043"/>
                <a:gd name="connsiteX390-21127" fmla="*/ 2958970 w 3024845"/>
                <a:gd name="connsiteY390-21128" fmla="*/ 717262 h 1059043"/>
                <a:gd name="connsiteX391-21129" fmla="*/ 3024845 w 3024845"/>
                <a:gd name="connsiteY391-21130" fmla="*/ 717262 h 1059043"/>
                <a:gd name="connsiteX392-21131" fmla="*/ 3024845 w 3024845"/>
                <a:gd name="connsiteY392-21132" fmla="*/ 1059043 h 1059043"/>
                <a:gd name="connsiteX393-21133" fmla="*/ 2054 w 3024845"/>
                <a:gd name="connsiteY393-21134" fmla="*/ 1056710 h 1059043"/>
                <a:gd name="connsiteX394-21135" fmla="*/ 0 w 3024845"/>
                <a:gd name="connsiteY394-21136" fmla="*/ 622592 h 1059043"/>
                <a:gd name="connsiteX395-21137" fmla="*/ 20267 w 3024845"/>
                <a:gd name="connsiteY395-21138" fmla="*/ 622592 h 1059043"/>
                <a:gd name="connsiteX396-21139" fmla="*/ 20774 w 3024845"/>
                <a:gd name="connsiteY396-21140" fmla="*/ 621511 h 1059043"/>
                <a:gd name="connsiteX397-21141" fmla="*/ 24320 w 3024845"/>
                <a:gd name="connsiteY397-21142" fmla="*/ 613945 h 1059043"/>
                <a:gd name="connsiteX398-21143" fmla="*/ 26094 w 3024845"/>
                <a:gd name="connsiteY398-21144" fmla="*/ 614215 h 1059043"/>
                <a:gd name="connsiteX399-21145" fmla="*/ 38507 w 3024845"/>
                <a:gd name="connsiteY399-21146" fmla="*/ 616106 h 1059043"/>
                <a:gd name="connsiteX400-21147" fmla="*/ 39014 w 3024845"/>
                <a:gd name="connsiteY400-21148" fmla="*/ 617458 h 1059043"/>
                <a:gd name="connsiteX401-21149" fmla="*/ 42560 w 3024845"/>
                <a:gd name="connsiteY401-21150" fmla="*/ 626915 h 1059043"/>
                <a:gd name="connsiteX402-21151" fmla="*/ 68907 w 3024845"/>
                <a:gd name="connsiteY402-21152" fmla="*/ 629077 h 1059043"/>
                <a:gd name="connsiteX403-21153" fmla="*/ 68907 w 3024845"/>
                <a:gd name="connsiteY403-21154" fmla="*/ 505856 h 1059043"/>
                <a:gd name="connsiteX404-21155" fmla="*/ 70934 w 3024845"/>
                <a:gd name="connsiteY404-21156" fmla="*/ 505856 h 1059043"/>
                <a:gd name="connsiteX405-21157" fmla="*/ 85121 w 3024845"/>
                <a:gd name="connsiteY405-21158" fmla="*/ 505856 h 1059043"/>
                <a:gd name="connsiteX406-21159" fmla="*/ 85121 w 3024845"/>
                <a:gd name="connsiteY406-21160" fmla="*/ 369664 h 1059043"/>
                <a:gd name="connsiteX407-21161" fmla="*/ 86894 w 3024845"/>
                <a:gd name="connsiteY407-21162" fmla="*/ 369664 h 1059043"/>
                <a:gd name="connsiteX408-21163" fmla="*/ 99308 w 3024845"/>
                <a:gd name="connsiteY408-21164" fmla="*/ 369664 h 1059043"/>
                <a:gd name="connsiteX409-21165" fmla="*/ 99308 w 3024845"/>
                <a:gd name="connsiteY409-21166" fmla="*/ 255090 h 1059043"/>
                <a:gd name="connsiteX410-21167" fmla="*/ 103361 w 3024845"/>
                <a:gd name="connsiteY410-21168" fmla="*/ 226986 h 1059043"/>
                <a:gd name="connsiteX411-21169" fmla="*/ 105388 w 3024845"/>
                <a:gd name="connsiteY411-21170" fmla="*/ 226986 h 1059043"/>
                <a:gd name="connsiteX412-21171" fmla="*/ 119575 w 3024845"/>
                <a:gd name="connsiteY412-21172" fmla="*/ 226986 h 1059043"/>
                <a:gd name="connsiteX0-21173" fmla="*/ 119575 w 3024845"/>
                <a:gd name="connsiteY0-21174" fmla="*/ 226986 h 1059043"/>
                <a:gd name="connsiteX1-21175" fmla="*/ 200642 w 3024845"/>
                <a:gd name="connsiteY1-21176" fmla="*/ 224825 h 1059043"/>
                <a:gd name="connsiteX2-21177" fmla="*/ 202669 w 3024845"/>
                <a:gd name="connsiteY2-21178" fmla="*/ 224825 h 1059043"/>
                <a:gd name="connsiteX3-21179" fmla="*/ 216856 w 3024845"/>
                <a:gd name="connsiteY3-21180" fmla="*/ 224825 h 1059043"/>
                <a:gd name="connsiteX4-21181" fmla="*/ 216856 w 3024845"/>
                <a:gd name="connsiteY4-21182" fmla="*/ 248604 h 1059043"/>
                <a:gd name="connsiteX5-21183" fmla="*/ 217363 w 3024845"/>
                <a:gd name="connsiteY5-21184" fmla="*/ 249415 h 1059043"/>
                <a:gd name="connsiteX6-21185" fmla="*/ 220909 w 3024845"/>
                <a:gd name="connsiteY6-21186" fmla="*/ 255090 h 1059043"/>
                <a:gd name="connsiteX7-21187" fmla="*/ 220909 w 3024845"/>
                <a:gd name="connsiteY7-21188" fmla="*/ 369664 h 1059043"/>
                <a:gd name="connsiteX8-21189" fmla="*/ 223189 w 3024845"/>
                <a:gd name="connsiteY8-21190" fmla="*/ 369664 h 1059043"/>
                <a:gd name="connsiteX9-21191" fmla="*/ 239150 w 3024845"/>
                <a:gd name="connsiteY9-21192" fmla="*/ 369664 h 1059043"/>
                <a:gd name="connsiteX10-21193" fmla="*/ 239150 w 3024845"/>
                <a:gd name="connsiteY10-21194" fmla="*/ 510179 h 1059043"/>
                <a:gd name="connsiteX11-21195" fmla="*/ 240670 w 3024845"/>
                <a:gd name="connsiteY11-21196" fmla="*/ 509909 h 1059043"/>
                <a:gd name="connsiteX12-21197" fmla="*/ 251310 w 3024845"/>
                <a:gd name="connsiteY12-21198" fmla="*/ 508018 h 1059043"/>
                <a:gd name="connsiteX13-21199" fmla="*/ 249283 w 3024845"/>
                <a:gd name="connsiteY13-21200" fmla="*/ 596650 h 1059043"/>
                <a:gd name="connsiteX14-21201" fmla="*/ 250803 w 3024845"/>
                <a:gd name="connsiteY14-21202" fmla="*/ 596921 h 1059043"/>
                <a:gd name="connsiteX15-21203" fmla="*/ 261443 w 3024845"/>
                <a:gd name="connsiteY15-21204" fmla="*/ 598812 h 1059043"/>
                <a:gd name="connsiteX16-21205" fmla="*/ 261696 w 3024845"/>
                <a:gd name="connsiteY16-21206" fmla="*/ 599623 h 1059043"/>
                <a:gd name="connsiteX17-21207" fmla="*/ 263470 w 3024845"/>
                <a:gd name="connsiteY17-21208" fmla="*/ 605298 h 1059043"/>
                <a:gd name="connsiteX18-21209" fmla="*/ 264230 w 3024845"/>
                <a:gd name="connsiteY18-21210" fmla="*/ 602866 h 1059043"/>
                <a:gd name="connsiteX19-21211" fmla="*/ 269550 w 3024845"/>
                <a:gd name="connsiteY19-21212" fmla="*/ 585842 h 1059043"/>
                <a:gd name="connsiteX20-21213" fmla="*/ 271323 w 3024845"/>
                <a:gd name="connsiteY20-21214" fmla="*/ 585842 h 1059043"/>
                <a:gd name="connsiteX21-21215" fmla="*/ 283737 w 3024845"/>
                <a:gd name="connsiteY21-21216" fmla="*/ 585842 h 1059043"/>
                <a:gd name="connsiteX22-21217" fmla="*/ 283737 w 3024845"/>
                <a:gd name="connsiteY22-21218" fmla="*/ 618268 h 1059043"/>
                <a:gd name="connsiteX23-21219" fmla="*/ 284750 w 3024845"/>
                <a:gd name="connsiteY23-21220" fmla="*/ 618809 h 1059043"/>
                <a:gd name="connsiteX24-21221" fmla="*/ 291844 w 3024845"/>
                <a:gd name="connsiteY24-21222" fmla="*/ 622592 h 1059043"/>
                <a:gd name="connsiteX25-21223" fmla="*/ 291844 w 3024845"/>
                <a:gd name="connsiteY25-21224" fmla="*/ 623943 h 1059043"/>
                <a:gd name="connsiteX26-21225" fmla="*/ 291844 w 3024845"/>
                <a:gd name="connsiteY26-21226" fmla="*/ 633401 h 1059043"/>
                <a:gd name="connsiteX27-21227" fmla="*/ 336431 w 3024845"/>
                <a:gd name="connsiteY27-21228" fmla="*/ 633401 h 1059043"/>
                <a:gd name="connsiteX28-21229" fmla="*/ 336431 w 3024845"/>
                <a:gd name="connsiteY28-21230" fmla="*/ 634482 h 1059043"/>
                <a:gd name="connsiteX29-21231" fmla="*/ 336431 w 3024845"/>
                <a:gd name="connsiteY29-21232" fmla="*/ 642048 h 1059043"/>
                <a:gd name="connsiteX30-21233" fmla="*/ 338457 w 3024845"/>
                <a:gd name="connsiteY30-21234" fmla="*/ 642048 h 1059043"/>
                <a:gd name="connsiteX31-21235" fmla="*/ 352644 w 3024845"/>
                <a:gd name="connsiteY31-21236" fmla="*/ 642048 h 1059043"/>
                <a:gd name="connsiteX32-21237" fmla="*/ 352644 w 3024845"/>
                <a:gd name="connsiteY32-21238" fmla="*/ 611783 h 1059043"/>
                <a:gd name="connsiteX33-21239" fmla="*/ 397231 w 3024845"/>
                <a:gd name="connsiteY33-21240" fmla="*/ 611783 h 1059043"/>
                <a:gd name="connsiteX34-21241" fmla="*/ 397231 w 3024845"/>
                <a:gd name="connsiteY34-21242" fmla="*/ 610432 h 1059043"/>
                <a:gd name="connsiteX35-21243" fmla="*/ 397231 w 3024845"/>
                <a:gd name="connsiteY35-21244" fmla="*/ 600974 h 1059043"/>
                <a:gd name="connsiteX36-21245" fmla="*/ 398245 w 3024845"/>
                <a:gd name="connsiteY36-21246" fmla="*/ 600974 h 1059043"/>
                <a:gd name="connsiteX37-21247" fmla="*/ 405338 w 3024845"/>
                <a:gd name="connsiteY37-21248" fmla="*/ 600974 h 1059043"/>
                <a:gd name="connsiteX38-21249" fmla="*/ 405338 w 3024845"/>
                <a:gd name="connsiteY38-21250" fmla="*/ 599083 h 1059043"/>
                <a:gd name="connsiteX39-21251" fmla="*/ 405338 w 3024845"/>
                <a:gd name="connsiteY39-21252" fmla="*/ 585842 h 1059043"/>
                <a:gd name="connsiteX40-21253" fmla="*/ 406098 w 3024845"/>
                <a:gd name="connsiteY40-21254" fmla="*/ 585842 h 1059043"/>
                <a:gd name="connsiteX41-21255" fmla="*/ 411418 w 3024845"/>
                <a:gd name="connsiteY41-21256" fmla="*/ 585842 h 1059043"/>
                <a:gd name="connsiteX42-21257" fmla="*/ 411418 w 3024845"/>
                <a:gd name="connsiteY42-21258" fmla="*/ 584761 h 1059043"/>
                <a:gd name="connsiteX43-21259" fmla="*/ 411418 w 3024845"/>
                <a:gd name="connsiteY43-21260" fmla="*/ 577194 h 1059043"/>
                <a:gd name="connsiteX44-21261" fmla="*/ 413445 w 3024845"/>
                <a:gd name="connsiteY44-21262" fmla="*/ 577194 h 1059043"/>
                <a:gd name="connsiteX45-21263" fmla="*/ 427632 w 3024845"/>
                <a:gd name="connsiteY45-21264" fmla="*/ 577194 h 1059043"/>
                <a:gd name="connsiteX46-21265" fmla="*/ 427632 w 3024845"/>
                <a:gd name="connsiteY46-21266" fmla="*/ 578275 h 1059043"/>
                <a:gd name="connsiteX47-21267" fmla="*/ 427632 w 3024845"/>
                <a:gd name="connsiteY47-21268" fmla="*/ 585842 h 1059043"/>
                <a:gd name="connsiteX48-21269" fmla="*/ 449925 w 3024845"/>
                <a:gd name="connsiteY48-21270" fmla="*/ 585842 h 1059043"/>
                <a:gd name="connsiteX49-21271" fmla="*/ 449925 w 3024845"/>
                <a:gd name="connsiteY49-21272" fmla="*/ 583950 h 1059043"/>
                <a:gd name="connsiteX50-21273" fmla="*/ 449925 w 3024845"/>
                <a:gd name="connsiteY50-21274" fmla="*/ 570709 h 1059043"/>
                <a:gd name="connsiteX51-21275" fmla="*/ 451699 w 3024845"/>
                <a:gd name="connsiteY51-21276" fmla="*/ 570709 h 1059043"/>
                <a:gd name="connsiteX52-21277" fmla="*/ 464112 w 3024845"/>
                <a:gd name="connsiteY52-21278" fmla="*/ 570709 h 1059043"/>
                <a:gd name="connsiteX53-21279" fmla="*/ 464112 w 3024845"/>
                <a:gd name="connsiteY53-21280" fmla="*/ 594489 h 1059043"/>
                <a:gd name="connsiteX54-21281" fmla="*/ 465126 w 3024845"/>
                <a:gd name="connsiteY54-21282" fmla="*/ 594489 h 1059043"/>
                <a:gd name="connsiteX55-21283" fmla="*/ 472219 w 3024845"/>
                <a:gd name="connsiteY55-21284" fmla="*/ 594489 h 1059043"/>
                <a:gd name="connsiteX56-21285" fmla="*/ 472219 w 3024845"/>
                <a:gd name="connsiteY56-21286" fmla="*/ 593408 h 1059043"/>
                <a:gd name="connsiteX57-21287" fmla="*/ 472219 w 3024845"/>
                <a:gd name="connsiteY57-21288" fmla="*/ 585842 h 1059043"/>
                <a:gd name="connsiteX58-21289" fmla="*/ 473992 w 3024845"/>
                <a:gd name="connsiteY58-21290" fmla="*/ 585842 h 1059043"/>
                <a:gd name="connsiteX59-21291" fmla="*/ 486406 w 3024845"/>
                <a:gd name="connsiteY59-21292" fmla="*/ 585842 h 1059043"/>
                <a:gd name="connsiteX60-21293" fmla="*/ 486406 w 3024845"/>
                <a:gd name="connsiteY60-21294" fmla="*/ 611783 h 1059043"/>
                <a:gd name="connsiteX61-21295" fmla="*/ 488433 w 3024845"/>
                <a:gd name="connsiteY61-21296" fmla="*/ 611783 h 1059043"/>
                <a:gd name="connsiteX62-21297" fmla="*/ 502619 w 3024845"/>
                <a:gd name="connsiteY62-21298" fmla="*/ 611783 h 1059043"/>
                <a:gd name="connsiteX63-21299" fmla="*/ 502619 w 3024845"/>
                <a:gd name="connsiteY63-21300" fmla="*/ 613404 h 1059043"/>
                <a:gd name="connsiteX64-21301" fmla="*/ 502619 w 3024845"/>
                <a:gd name="connsiteY64-21302" fmla="*/ 624754 h 1059043"/>
                <a:gd name="connsiteX65-21303" fmla="*/ 503379 w 3024845"/>
                <a:gd name="connsiteY65-21304" fmla="*/ 624754 h 1059043"/>
                <a:gd name="connsiteX66-21305" fmla="*/ 508700 w 3024845"/>
                <a:gd name="connsiteY66-21306" fmla="*/ 624754 h 1059043"/>
                <a:gd name="connsiteX67-21307" fmla="*/ 508700 w 3024845"/>
                <a:gd name="connsiteY67-21308" fmla="*/ 623943 h 1059043"/>
                <a:gd name="connsiteX68-21309" fmla="*/ 508700 w 3024845"/>
                <a:gd name="connsiteY68-21310" fmla="*/ 618268 h 1059043"/>
                <a:gd name="connsiteX69-21311" fmla="*/ 539100 w 3024845"/>
                <a:gd name="connsiteY69-21312" fmla="*/ 618268 h 1059043"/>
                <a:gd name="connsiteX70-21313" fmla="*/ 539100 w 3024845"/>
                <a:gd name="connsiteY70-21314" fmla="*/ 642048 h 1059043"/>
                <a:gd name="connsiteX71-21315" fmla="*/ 540113 w 3024845"/>
                <a:gd name="connsiteY71-21316" fmla="*/ 642048 h 1059043"/>
                <a:gd name="connsiteX72-21317" fmla="*/ 547207 w 3024845"/>
                <a:gd name="connsiteY72-21318" fmla="*/ 642048 h 1059043"/>
                <a:gd name="connsiteX73-21319" fmla="*/ 547207 w 3024845"/>
                <a:gd name="connsiteY73-21320" fmla="*/ 643129 h 1059043"/>
                <a:gd name="connsiteX74-21321" fmla="*/ 547207 w 3024845"/>
                <a:gd name="connsiteY74-21322" fmla="*/ 650695 h 1059043"/>
                <a:gd name="connsiteX75-21323" fmla="*/ 547967 w 3024845"/>
                <a:gd name="connsiteY75-21324" fmla="*/ 650695 h 1059043"/>
                <a:gd name="connsiteX76-21325" fmla="*/ 553287 w 3024845"/>
                <a:gd name="connsiteY76-21326" fmla="*/ 650695 h 1059043"/>
                <a:gd name="connsiteX77-21327" fmla="*/ 553287 w 3024845"/>
                <a:gd name="connsiteY77-21328" fmla="*/ 648533 h 1059043"/>
                <a:gd name="connsiteX78-21329" fmla="*/ 553287 w 3024845"/>
                <a:gd name="connsiteY78-21330" fmla="*/ 633401 h 1059043"/>
                <a:gd name="connsiteX79-21331" fmla="*/ 554300 w 3024845"/>
                <a:gd name="connsiteY79-21332" fmla="*/ 633401 h 1059043"/>
                <a:gd name="connsiteX80-21333" fmla="*/ 561394 w 3024845"/>
                <a:gd name="connsiteY80-21334" fmla="*/ 633401 h 1059043"/>
                <a:gd name="connsiteX81-21335" fmla="*/ 561394 w 3024845"/>
                <a:gd name="connsiteY81-21336" fmla="*/ 634482 h 1059043"/>
                <a:gd name="connsiteX82-21337" fmla="*/ 561394 w 3024845"/>
                <a:gd name="connsiteY82-21338" fmla="*/ 642048 h 1059043"/>
                <a:gd name="connsiteX83-21339" fmla="*/ 566714 w 3024845"/>
                <a:gd name="connsiteY83-21340" fmla="*/ 640055 h 1059043"/>
                <a:gd name="connsiteX84-21341" fmla="*/ 567474 w 3024845"/>
                <a:gd name="connsiteY84-21342" fmla="*/ 639075 h 1059043"/>
                <a:gd name="connsiteX85-21343" fmla="*/ 567474 w 3024845"/>
                <a:gd name="connsiteY85-21344" fmla="*/ 633401 h 1059043"/>
                <a:gd name="connsiteX86-21345" fmla="*/ 605981 w 3024845"/>
                <a:gd name="connsiteY86-21346" fmla="*/ 633401 h 1059043"/>
                <a:gd name="connsiteX87-21347" fmla="*/ 605981 w 3024845"/>
                <a:gd name="connsiteY87-21348" fmla="*/ 657180 h 1059043"/>
                <a:gd name="connsiteX88-21349" fmla="*/ 608007 w 3024845"/>
                <a:gd name="connsiteY88-21350" fmla="*/ 657180 h 1059043"/>
                <a:gd name="connsiteX89-21351" fmla="*/ 622194 w 3024845"/>
                <a:gd name="connsiteY89-21352" fmla="*/ 657180 h 1059043"/>
                <a:gd name="connsiteX90-21353" fmla="*/ 622194 w 3024845"/>
                <a:gd name="connsiteY90-21354" fmla="*/ 658261 h 1059043"/>
                <a:gd name="connsiteX91-21355" fmla="*/ 622194 w 3024845"/>
                <a:gd name="connsiteY91-21356" fmla="*/ 665827 h 1059043"/>
                <a:gd name="connsiteX92-21357" fmla="*/ 623968 w 3024845"/>
                <a:gd name="connsiteY92-21358" fmla="*/ 665827 h 1059043"/>
                <a:gd name="connsiteX93-21359" fmla="*/ 636381 w 3024845"/>
                <a:gd name="connsiteY93-21360" fmla="*/ 665827 h 1059043"/>
                <a:gd name="connsiteX94-21361" fmla="*/ 636381 w 3024845"/>
                <a:gd name="connsiteY94-21362" fmla="*/ 642048 h 1059043"/>
                <a:gd name="connsiteX95-21363" fmla="*/ 637394 w 3024845"/>
                <a:gd name="connsiteY95-21364" fmla="*/ 642048 h 1059043"/>
                <a:gd name="connsiteX96-21365" fmla="*/ 644488 w 3024845"/>
                <a:gd name="connsiteY96-21366" fmla="*/ 642048 h 1059043"/>
                <a:gd name="connsiteX97-21367" fmla="*/ 644488 w 3024845"/>
                <a:gd name="connsiteY97-21368" fmla="*/ 609621 h 1059043"/>
                <a:gd name="connsiteX98-21369" fmla="*/ 645501 w 3024845"/>
                <a:gd name="connsiteY98-21370" fmla="*/ 609621 h 1059043"/>
                <a:gd name="connsiteX99-21371" fmla="*/ 652595 w 3024845"/>
                <a:gd name="connsiteY99-21372" fmla="*/ 609621 h 1059043"/>
                <a:gd name="connsiteX100-21373" fmla="*/ 652595 w 3024845"/>
                <a:gd name="connsiteY100-21374" fmla="*/ 607730 h 1059043"/>
                <a:gd name="connsiteX101-21375" fmla="*/ 652595 w 3024845"/>
                <a:gd name="connsiteY101-21376" fmla="*/ 594489 h 1059043"/>
                <a:gd name="connsiteX102-21377" fmla="*/ 651328 w 3024845"/>
                <a:gd name="connsiteY102-21378" fmla="*/ 592867 h 1059043"/>
                <a:gd name="connsiteX103-21379" fmla="*/ 656648 w 3024845"/>
                <a:gd name="connsiteY103-21380" fmla="*/ 581518 h 1059043"/>
                <a:gd name="connsiteX104-21381" fmla="*/ 664755 w 3024845"/>
                <a:gd name="connsiteY104-21382" fmla="*/ 609621 h 1059043"/>
                <a:gd name="connsiteX105-21383" fmla="*/ 665515 w 3024845"/>
                <a:gd name="connsiteY105-21384" fmla="*/ 609621 h 1059043"/>
                <a:gd name="connsiteX106-21385" fmla="*/ 670835 w 3024845"/>
                <a:gd name="connsiteY106-21386" fmla="*/ 609621 h 1059043"/>
                <a:gd name="connsiteX107-21387" fmla="*/ 670835 w 3024845"/>
                <a:gd name="connsiteY107-21388" fmla="*/ 503694 h 1059043"/>
                <a:gd name="connsiteX108-21389" fmla="*/ 672355 w 3024845"/>
                <a:gd name="connsiteY108-21390" fmla="*/ 503694 h 1059043"/>
                <a:gd name="connsiteX109-21391" fmla="*/ 682995 w 3024845"/>
                <a:gd name="connsiteY109-21392" fmla="*/ 503694 h 1059043"/>
                <a:gd name="connsiteX110-21393" fmla="*/ 682995 w 3024845"/>
                <a:gd name="connsiteY110-21394" fmla="*/ 456135 h 1059043"/>
                <a:gd name="connsiteX111-21395" fmla="*/ 709342 w 3024845"/>
                <a:gd name="connsiteY111-21396" fmla="*/ 456135 h 1059043"/>
                <a:gd name="connsiteX112-21397" fmla="*/ 709342 w 3024845"/>
                <a:gd name="connsiteY112-21398" fmla="*/ 434517 h 1059043"/>
                <a:gd name="connsiteX113-21399" fmla="*/ 743796 w 3024845"/>
                <a:gd name="connsiteY113-21400" fmla="*/ 434517 h 1059043"/>
                <a:gd name="connsiteX114-21401" fmla="*/ 743796 w 3024845"/>
                <a:gd name="connsiteY114-21402" fmla="*/ 436949 h 1059043"/>
                <a:gd name="connsiteX115-21403" fmla="*/ 743796 w 3024845"/>
                <a:gd name="connsiteY115-21404" fmla="*/ 453973 h 1059043"/>
                <a:gd name="connsiteX116-21405" fmla="*/ 746076 w 3024845"/>
                <a:gd name="connsiteY116-21406" fmla="*/ 453973 h 1059043"/>
                <a:gd name="connsiteX117-21407" fmla="*/ 762036 w 3024845"/>
                <a:gd name="connsiteY117-21408" fmla="*/ 453973 h 1059043"/>
                <a:gd name="connsiteX118-21409" fmla="*/ 762036 w 3024845"/>
                <a:gd name="connsiteY118-21410" fmla="*/ 501532 h 1059043"/>
                <a:gd name="connsiteX119-21411" fmla="*/ 763049 w 3024845"/>
                <a:gd name="connsiteY119-21412" fmla="*/ 501532 h 1059043"/>
                <a:gd name="connsiteX120-21413" fmla="*/ 770143 w 3024845"/>
                <a:gd name="connsiteY120-21414" fmla="*/ 501532 h 1059043"/>
                <a:gd name="connsiteX121-21415" fmla="*/ 784330 w 3024845"/>
                <a:gd name="connsiteY121-21416" fmla="*/ 505856 h 1059043"/>
                <a:gd name="connsiteX122-21417" fmla="*/ 784330 w 3024845"/>
                <a:gd name="connsiteY122-21418" fmla="*/ 544768 h 1059043"/>
                <a:gd name="connsiteX123-21419" fmla="*/ 785343 w 3024845"/>
                <a:gd name="connsiteY123-21420" fmla="*/ 544768 h 1059043"/>
                <a:gd name="connsiteX124-21421" fmla="*/ 792436 w 3024845"/>
                <a:gd name="connsiteY124-21422" fmla="*/ 544768 h 1059043"/>
                <a:gd name="connsiteX125-21423" fmla="*/ 792436 w 3024845"/>
                <a:gd name="connsiteY125-21424" fmla="*/ 546389 h 1059043"/>
                <a:gd name="connsiteX126-21425" fmla="*/ 792436 w 3024845"/>
                <a:gd name="connsiteY126-21426" fmla="*/ 557738 h 1059043"/>
                <a:gd name="connsiteX127-21427" fmla="*/ 794463 w 3024845"/>
                <a:gd name="connsiteY127-21428" fmla="*/ 557738 h 1059043"/>
                <a:gd name="connsiteX128-21429" fmla="*/ 808650 w 3024845"/>
                <a:gd name="connsiteY128-21430" fmla="*/ 557738 h 1059043"/>
                <a:gd name="connsiteX129-21431" fmla="*/ 814730 w 3024845"/>
                <a:gd name="connsiteY129-21432" fmla="*/ 564224 h 1059043"/>
                <a:gd name="connsiteX130-21433" fmla="*/ 814730 w 3024845"/>
                <a:gd name="connsiteY130-21434" fmla="*/ 585842 h 1059043"/>
                <a:gd name="connsiteX131-21435" fmla="*/ 817010 w 3024845"/>
                <a:gd name="connsiteY131-21436" fmla="*/ 585842 h 1059043"/>
                <a:gd name="connsiteX132-21437" fmla="*/ 832970 w 3024845"/>
                <a:gd name="connsiteY132-21438" fmla="*/ 585842 h 1059043"/>
                <a:gd name="connsiteX133-21439" fmla="*/ 832970 w 3024845"/>
                <a:gd name="connsiteY133-21440" fmla="*/ 586922 h 1059043"/>
                <a:gd name="connsiteX134-21441" fmla="*/ 832970 w 3024845"/>
                <a:gd name="connsiteY134-21442" fmla="*/ 594489 h 1059043"/>
                <a:gd name="connsiteX135-21443" fmla="*/ 834237 w 3024845"/>
                <a:gd name="connsiteY135-21444" fmla="*/ 594489 h 1059043"/>
                <a:gd name="connsiteX136-21445" fmla="*/ 843104 w 3024845"/>
                <a:gd name="connsiteY136-21446" fmla="*/ 594489 h 1059043"/>
                <a:gd name="connsiteX137-21447" fmla="*/ 843104 w 3024845"/>
                <a:gd name="connsiteY137-21448" fmla="*/ 596650 h 1059043"/>
                <a:gd name="connsiteX138-21449" fmla="*/ 843104 w 3024845"/>
                <a:gd name="connsiteY138-21450" fmla="*/ 611783 h 1059043"/>
                <a:gd name="connsiteX139-21451" fmla="*/ 847157 w 3024845"/>
                <a:gd name="connsiteY139-21452" fmla="*/ 609891 h 1059043"/>
                <a:gd name="connsiteX140-21453" fmla="*/ 847157 w 3024845"/>
                <a:gd name="connsiteY140-21454" fmla="*/ 596650 h 1059043"/>
                <a:gd name="connsiteX141-21455" fmla="*/ 848170 w 3024845"/>
                <a:gd name="connsiteY141-21456" fmla="*/ 596650 h 1059043"/>
                <a:gd name="connsiteX142-21457" fmla="*/ 855264 w 3024845"/>
                <a:gd name="connsiteY142-21458" fmla="*/ 596650 h 1059043"/>
                <a:gd name="connsiteX143-21459" fmla="*/ 855264 w 3024845"/>
                <a:gd name="connsiteY143-21460" fmla="*/ 598272 h 1059043"/>
                <a:gd name="connsiteX144-21461" fmla="*/ 855264 w 3024845"/>
                <a:gd name="connsiteY144-21462" fmla="*/ 609621 h 1059043"/>
                <a:gd name="connsiteX145-21463" fmla="*/ 856024 w 3024845"/>
                <a:gd name="connsiteY145-21464" fmla="*/ 609621 h 1059043"/>
                <a:gd name="connsiteX146-21465" fmla="*/ 861344 w 3024845"/>
                <a:gd name="connsiteY146-21466" fmla="*/ 609621 h 1059043"/>
                <a:gd name="connsiteX147-21467" fmla="*/ 909984 w 3024845"/>
                <a:gd name="connsiteY147-21468" fmla="*/ 605298 h 1059043"/>
                <a:gd name="connsiteX148-21469" fmla="*/ 909984 w 3024845"/>
                <a:gd name="connsiteY148-21470" fmla="*/ 606649 h 1059043"/>
                <a:gd name="connsiteX149-21471" fmla="*/ 909984 w 3024845"/>
                <a:gd name="connsiteY149-21472" fmla="*/ 616106 h 1059043"/>
                <a:gd name="connsiteX150-21473" fmla="*/ 910744 w 3024845"/>
                <a:gd name="connsiteY150-21474" fmla="*/ 616106 h 1059043"/>
                <a:gd name="connsiteX151-21475" fmla="*/ 916065 w 3024845"/>
                <a:gd name="connsiteY151-21476" fmla="*/ 616106 h 1059043"/>
                <a:gd name="connsiteX152-21477" fmla="*/ 916065 w 3024845"/>
                <a:gd name="connsiteY152-21478" fmla="*/ 618268 h 1059043"/>
                <a:gd name="connsiteX153-21479" fmla="*/ 916065 w 3024845"/>
                <a:gd name="connsiteY153-21480" fmla="*/ 633401 h 1059043"/>
                <a:gd name="connsiteX154-21481" fmla="*/ 918091 w 3024845"/>
                <a:gd name="connsiteY154-21482" fmla="*/ 632050 h 1059043"/>
                <a:gd name="connsiteX155-21483" fmla="*/ 932278 w 3024845"/>
                <a:gd name="connsiteY155-21484" fmla="*/ 622592 h 1059043"/>
                <a:gd name="connsiteX156-21485" fmla="*/ 938358 w 3024845"/>
                <a:gd name="connsiteY156-21486" fmla="*/ 581518 h 1059043"/>
                <a:gd name="connsiteX157-21487" fmla="*/ 939118 w 3024845"/>
                <a:gd name="connsiteY157-21488" fmla="*/ 581248 h 1059043"/>
                <a:gd name="connsiteX158-21489" fmla="*/ 944438 w 3024845"/>
                <a:gd name="connsiteY158-21490" fmla="*/ 579356 h 1059043"/>
                <a:gd name="connsiteX159-21491" fmla="*/ 946465 w 3024845"/>
                <a:gd name="connsiteY159-21492" fmla="*/ 510179 h 1059043"/>
                <a:gd name="connsiteX160-21493" fmla="*/ 948492 w 3024845"/>
                <a:gd name="connsiteY160-21494" fmla="*/ 579356 h 1059043"/>
                <a:gd name="connsiteX161-21495" fmla="*/ 949252 w 3024845"/>
                <a:gd name="connsiteY161-21496" fmla="*/ 579626 h 1059043"/>
                <a:gd name="connsiteX162-21497" fmla="*/ 954572 w 3024845"/>
                <a:gd name="connsiteY162-21498" fmla="*/ 581518 h 1059043"/>
                <a:gd name="connsiteX163-21499" fmla="*/ 954572 w 3024845"/>
                <a:gd name="connsiteY163-21500" fmla="*/ 495047 h 1059043"/>
                <a:gd name="connsiteX164-21501" fmla="*/ 958625 w 3024845"/>
                <a:gd name="connsiteY164-21502" fmla="*/ 462620 h 1059043"/>
                <a:gd name="connsiteX165-21503" fmla="*/ 997132 w 3024845"/>
                <a:gd name="connsiteY165-21504" fmla="*/ 462620 h 1059043"/>
                <a:gd name="connsiteX166-21505" fmla="*/ 997132 w 3024845"/>
                <a:gd name="connsiteY166-21506" fmla="*/ 495047 h 1059043"/>
                <a:gd name="connsiteX167-21507" fmla="*/ 997892 w 3024845"/>
                <a:gd name="connsiteY167-21508" fmla="*/ 495047 h 1059043"/>
                <a:gd name="connsiteX168-21509" fmla="*/ 1003212 w 3024845"/>
                <a:gd name="connsiteY168-21510" fmla="*/ 495047 h 1059043"/>
                <a:gd name="connsiteX169-21511" fmla="*/ 1003212 w 3024845"/>
                <a:gd name="connsiteY169-21512" fmla="*/ 412899 h 1059043"/>
                <a:gd name="connsiteX170-21513" fmla="*/ 1004986 w 3024845"/>
                <a:gd name="connsiteY170-21514" fmla="*/ 412899 h 1059043"/>
                <a:gd name="connsiteX171-21515" fmla="*/ 1017399 w 3024845"/>
                <a:gd name="connsiteY171-21516" fmla="*/ 412899 h 1059043"/>
                <a:gd name="connsiteX172-21517" fmla="*/ 1017399 w 3024845"/>
                <a:gd name="connsiteY172-21518" fmla="*/ 411008 h 1059043"/>
                <a:gd name="connsiteX173-21519" fmla="*/ 1017399 w 3024845"/>
                <a:gd name="connsiteY173-21520" fmla="*/ 397767 h 1059043"/>
                <a:gd name="connsiteX174-21521" fmla="*/ 1039693 w 3024845"/>
                <a:gd name="connsiteY174-21522" fmla="*/ 397767 h 1059043"/>
                <a:gd name="connsiteX175-21523" fmla="*/ 1039693 w 3024845"/>
                <a:gd name="connsiteY175-21524" fmla="*/ 396686 h 1059043"/>
                <a:gd name="connsiteX176-21525" fmla="*/ 1039693 w 3024845"/>
                <a:gd name="connsiteY176-21526" fmla="*/ 389120 h 1059043"/>
                <a:gd name="connsiteX177-21527" fmla="*/ 1041466 w 3024845"/>
                <a:gd name="connsiteY177-21528" fmla="*/ 389120 h 1059043"/>
                <a:gd name="connsiteX178-21529" fmla="*/ 1053880 w 3024845"/>
                <a:gd name="connsiteY178-21530" fmla="*/ 389120 h 1059043"/>
                <a:gd name="connsiteX179-21531" fmla="*/ 1053880 w 3024845"/>
                <a:gd name="connsiteY179-21532" fmla="*/ 390201 h 1059043"/>
                <a:gd name="connsiteX180-21533" fmla="*/ 1053880 w 3024845"/>
                <a:gd name="connsiteY180-21534" fmla="*/ 397767 h 1059043"/>
                <a:gd name="connsiteX181-21535" fmla="*/ 1054640 w 3024845"/>
                <a:gd name="connsiteY181-21536" fmla="*/ 397767 h 1059043"/>
                <a:gd name="connsiteX182-21537" fmla="*/ 1059960 w 3024845"/>
                <a:gd name="connsiteY182-21538" fmla="*/ 397767 h 1059043"/>
                <a:gd name="connsiteX183-21539" fmla="*/ 1070093 w 3024845"/>
                <a:gd name="connsiteY183-21540" fmla="*/ 393443 h 1059043"/>
                <a:gd name="connsiteX184-21541" fmla="*/ 1074146 w 3024845"/>
                <a:gd name="connsiteY184-21542" fmla="*/ 396686 h 1059043"/>
                <a:gd name="connsiteX185-21543" fmla="*/ 1074146 w 3024845"/>
                <a:gd name="connsiteY185-21544" fmla="*/ 389120 h 1059043"/>
                <a:gd name="connsiteX186-21545" fmla="*/ 1076426 w 3024845"/>
                <a:gd name="connsiteY186-21546" fmla="*/ 389120 h 1059043"/>
                <a:gd name="connsiteX187-21547" fmla="*/ 1092387 w 3024845"/>
                <a:gd name="connsiteY187-21548" fmla="*/ 389120 h 1059043"/>
                <a:gd name="connsiteX188-21549" fmla="*/ 1092387 w 3024845"/>
                <a:gd name="connsiteY188-21550" fmla="*/ 390201 h 1059043"/>
                <a:gd name="connsiteX189-21551" fmla="*/ 1092387 w 3024845"/>
                <a:gd name="connsiteY189-21552" fmla="*/ 397767 h 1059043"/>
                <a:gd name="connsiteX190-21553" fmla="*/ 1122787 w 3024845"/>
                <a:gd name="connsiteY190-21554" fmla="*/ 397767 h 1059043"/>
                <a:gd name="connsiteX191-21555" fmla="*/ 1122787 w 3024845"/>
                <a:gd name="connsiteY191-21556" fmla="*/ 399388 h 1059043"/>
                <a:gd name="connsiteX192-21557" fmla="*/ 1122787 w 3024845"/>
                <a:gd name="connsiteY192-21558" fmla="*/ 410738 h 1059043"/>
                <a:gd name="connsiteX193-21559" fmla="*/ 1149134 w 3024845"/>
                <a:gd name="connsiteY193-21560" fmla="*/ 410738 h 1059043"/>
                <a:gd name="connsiteX194-21561" fmla="*/ 1149134 w 3024845"/>
                <a:gd name="connsiteY194-21562" fmla="*/ 441002 h 1059043"/>
                <a:gd name="connsiteX195-21563" fmla="*/ 1149894 w 3024845"/>
                <a:gd name="connsiteY195-21564" fmla="*/ 441002 h 1059043"/>
                <a:gd name="connsiteX196-21565" fmla="*/ 1155214 w 3024845"/>
                <a:gd name="connsiteY196-21566" fmla="*/ 441002 h 1059043"/>
                <a:gd name="connsiteX197-21567" fmla="*/ 1155214 w 3024845"/>
                <a:gd name="connsiteY197-21568" fmla="*/ 442083 h 1059043"/>
                <a:gd name="connsiteX198-21569" fmla="*/ 1155214 w 3024845"/>
                <a:gd name="connsiteY198-21570" fmla="*/ 449650 h 1059043"/>
                <a:gd name="connsiteX199-21571" fmla="*/ 1159268 w 3024845"/>
                <a:gd name="connsiteY199-21572" fmla="*/ 479914 h 1059043"/>
                <a:gd name="connsiteX200-21573" fmla="*/ 1160028 w 3024845"/>
                <a:gd name="connsiteY200-21574" fmla="*/ 479914 h 1059043"/>
                <a:gd name="connsiteX201-21575" fmla="*/ 1165348 w 3024845"/>
                <a:gd name="connsiteY201-21576" fmla="*/ 479914 h 1059043"/>
                <a:gd name="connsiteX202-21577" fmla="*/ 1165348 w 3024845"/>
                <a:gd name="connsiteY202-21578" fmla="*/ 480725 h 1059043"/>
                <a:gd name="connsiteX203-21579" fmla="*/ 1165348 w 3024845"/>
                <a:gd name="connsiteY203-21580" fmla="*/ 486400 h 1059043"/>
                <a:gd name="connsiteX204-21581" fmla="*/ 1166361 w 3024845"/>
                <a:gd name="connsiteY204-21582" fmla="*/ 486400 h 1059043"/>
                <a:gd name="connsiteX205-21583" fmla="*/ 1173454 w 3024845"/>
                <a:gd name="connsiteY205-21584" fmla="*/ 486400 h 1059043"/>
                <a:gd name="connsiteX206-21585" fmla="*/ 1173454 w 3024845"/>
                <a:gd name="connsiteY206-21586" fmla="*/ 516665 h 1059043"/>
                <a:gd name="connsiteX207-21587" fmla="*/ 1175481 w 3024845"/>
                <a:gd name="connsiteY207-21588" fmla="*/ 516665 h 1059043"/>
                <a:gd name="connsiteX208-21589" fmla="*/ 1189668 w 3024845"/>
                <a:gd name="connsiteY208-21590" fmla="*/ 516665 h 1059043"/>
                <a:gd name="connsiteX209-21591" fmla="*/ 1189668 w 3024845"/>
                <a:gd name="connsiteY209-21592" fmla="*/ 540444 h 1059043"/>
                <a:gd name="connsiteX210-21593" fmla="*/ 1191695 w 3024845"/>
                <a:gd name="connsiteY210-21594" fmla="*/ 542065 h 1059043"/>
                <a:gd name="connsiteX211-21595" fmla="*/ 1191695 w 3024845"/>
                <a:gd name="connsiteY211-21596" fmla="*/ 553415 h 1059043"/>
                <a:gd name="connsiteX212-21597" fmla="*/ 1192455 w 3024845"/>
                <a:gd name="connsiteY212-21598" fmla="*/ 553415 h 1059043"/>
                <a:gd name="connsiteX213-21599" fmla="*/ 1197775 w 3024845"/>
                <a:gd name="connsiteY213-21600" fmla="*/ 553415 h 1059043"/>
                <a:gd name="connsiteX214-21601" fmla="*/ 1197775 w 3024845"/>
                <a:gd name="connsiteY214-21602" fmla="*/ 577194 h 1059043"/>
                <a:gd name="connsiteX215-21603" fmla="*/ 1199041 w 3024845"/>
                <a:gd name="connsiteY215-21604" fmla="*/ 577194 h 1059043"/>
                <a:gd name="connsiteX216-21605" fmla="*/ 1207908 w 3024845"/>
                <a:gd name="connsiteY216-21606" fmla="*/ 577194 h 1059043"/>
                <a:gd name="connsiteX217-21607" fmla="*/ 1209935 w 3024845"/>
                <a:gd name="connsiteY217-21608" fmla="*/ 581248 h 1059043"/>
                <a:gd name="connsiteX218-21609" fmla="*/ 1209935 w 3024845"/>
                <a:gd name="connsiteY218-21610" fmla="*/ 594489 h 1059043"/>
                <a:gd name="connsiteX219-21611" fmla="*/ 1211455 w 3024845"/>
                <a:gd name="connsiteY219-21612" fmla="*/ 592597 h 1059043"/>
                <a:gd name="connsiteX220-21613" fmla="*/ 1222095 w 3024845"/>
                <a:gd name="connsiteY220-21614" fmla="*/ 579356 h 1059043"/>
                <a:gd name="connsiteX221-21615" fmla="*/ 1250469 w 3024845"/>
                <a:gd name="connsiteY221-21616" fmla="*/ 579356 h 1059043"/>
                <a:gd name="connsiteX222-21617" fmla="*/ 1250469 w 3024845"/>
                <a:gd name="connsiteY222-21618" fmla="*/ 665827 h 1059043"/>
                <a:gd name="connsiteX223-21619" fmla="*/ 1251229 w 3024845"/>
                <a:gd name="connsiteY223-21620" fmla="*/ 665827 h 1059043"/>
                <a:gd name="connsiteX224-21621" fmla="*/ 1256549 w 3024845"/>
                <a:gd name="connsiteY224-21622" fmla="*/ 665827 h 1059043"/>
                <a:gd name="connsiteX225-21623" fmla="*/ 1257309 w 3024845"/>
                <a:gd name="connsiteY225-21624" fmla="*/ 664476 h 1059043"/>
                <a:gd name="connsiteX226-21625" fmla="*/ 1262629 w 3024845"/>
                <a:gd name="connsiteY226-21626" fmla="*/ 655018 h 1059043"/>
                <a:gd name="connsiteX227-21627" fmla="*/ 1262629 w 3024845"/>
                <a:gd name="connsiteY227-21628" fmla="*/ 656910 h 1059043"/>
                <a:gd name="connsiteX228-21629" fmla="*/ 1262629 w 3024845"/>
                <a:gd name="connsiteY228-21630" fmla="*/ 670151 h 1059043"/>
                <a:gd name="connsiteX229-21631" fmla="*/ 1266682 w 3024845"/>
                <a:gd name="connsiteY229-21632" fmla="*/ 624754 h 1059043"/>
                <a:gd name="connsiteX230-21633" fmla="*/ 1267442 w 3024845"/>
                <a:gd name="connsiteY230-21634" fmla="*/ 624754 h 1059043"/>
                <a:gd name="connsiteX231-21635" fmla="*/ 1272762 w 3024845"/>
                <a:gd name="connsiteY231-21636" fmla="*/ 624754 h 1059043"/>
                <a:gd name="connsiteX232-21637" fmla="*/ 1272762 w 3024845"/>
                <a:gd name="connsiteY232-21638" fmla="*/ 559900 h 1059043"/>
                <a:gd name="connsiteX233-21639" fmla="*/ 1273776 w 3024845"/>
                <a:gd name="connsiteY233-21640" fmla="*/ 559900 h 1059043"/>
                <a:gd name="connsiteX234-21641" fmla="*/ 1280869 w 3024845"/>
                <a:gd name="connsiteY234-21642" fmla="*/ 559900 h 1059043"/>
                <a:gd name="connsiteX235-21643" fmla="*/ 1293029 w 3024845"/>
                <a:gd name="connsiteY235-21644" fmla="*/ 516665 h 1059043"/>
                <a:gd name="connsiteX236-21645" fmla="*/ 1294296 w 3024845"/>
                <a:gd name="connsiteY236-21646" fmla="*/ 516665 h 1059043"/>
                <a:gd name="connsiteX237-21647" fmla="*/ 1303163 w 3024845"/>
                <a:gd name="connsiteY237-21648" fmla="*/ 516665 h 1059043"/>
                <a:gd name="connsiteX238-21649" fmla="*/ 1313296 w 3024845"/>
                <a:gd name="connsiteY238-21650" fmla="*/ 559900 h 1059043"/>
                <a:gd name="connsiteX239-21651" fmla="*/ 1314309 w 3024845"/>
                <a:gd name="connsiteY239-21652" fmla="*/ 559900 h 1059043"/>
                <a:gd name="connsiteX240-21653" fmla="*/ 1321403 w 3024845"/>
                <a:gd name="connsiteY240-21654" fmla="*/ 559900 h 1059043"/>
                <a:gd name="connsiteX241-21655" fmla="*/ 1321403 w 3024845"/>
                <a:gd name="connsiteY241-21656" fmla="*/ 598812 h 1059043"/>
                <a:gd name="connsiteX242-21657" fmla="*/ 1323176 w 3024845"/>
                <a:gd name="connsiteY242-21658" fmla="*/ 598812 h 1059043"/>
                <a:gd name="connsiteX243-21659" fmla="*/ 1335590 w 3024845"/>
                <a:gd name="connsiteY243-21660" fmla="*/ 598812 h 1059043"/>
                <a:gd name="connsiteX244-21661" fmla="*/ 1335590 w 3024845"/>
                <a:gd name="connsiteY244-21662" fmla="*/ 600974 h 1059043"/>
                <a:gd name="connsiteX245-21663" fmla="*/ 1335590 w 3024845"/>
                <a:gd name="connsiteY245-21664" fmla="*/ 616106 h 1059043"/>
                <a:gd name="connsiteX246-21665" fmla="*/ 1339643 w 3024845"/>
                <a:gd name="connsiteY246-21666" fmla="*/ 613945 h 1059043"/>
                <a:gd name="connsiteX247-21667" fmla="*/ 1339643 w 3024845"/>
                <a:gd name="connsiteY247-21668" fmla="*/ 598812 h 1059043"/>
                <a:gd name="connsiteX248-21669" fmla="*/ 1341163 w 3024845"/>
                <a:gd name="connsiteY248-21670" fmla="*/ 598812 h 1059043"/>
                <a:gd name="connsiteX249-21671" fmla="*/ 1351803 w 3024845"/>
                <a:gd name="connsiteY249-21672" fmla="*/ 598812 h 1059043"/>
                <a:gd name="connsiteX250-21673" fmla="*/ 1351803 w 3024845"/>
                <a:gd name="connsiteY250-21674" fmla="*/ 600433 h 1059043"/>
                <a:gd name="connsiteX251-21675" fmla="*/ 1351803 w 3024845"/>
                <a:gd name="connsiteY251-21676" fmla="*/ 611783 h 1059043"/>
                <a:gd name="connsiteX252-21677" fmla="*/ 1382204 w 3024845"/>
                <a:gd name="connsiteY252-21678" fmla="*/ 611783 h 1059043"/>
                <a:gd name="connsiteX253-21679" fmla="*/ 1382204 w 3024845"/>
                <a:gd name="connsiteY253-21680" fmla="*/ 575033 h 1059043"/>
                <a:gd name="connsiteX254-21681" fmla="*/ 1383470 w 3024845"/>
                <a:gd name="connsiteY254-21682" fmla="*/ 575033 h 1059043"/>
                <a:gd name="connsiteX255-21683" fmla="*/ 1392337 w 3024845"/>
                <a:gd name="connsiteY255-21684" fmla="*/ 575033 h 1059043"/>
                <a:gd name="connsiteX256-21685" fmla="*/ 1392337 w 3024845"/>
                <a:gd name="connsiteY256-21686" fmla="*/ 596650 h 1059043"/>
                <a:gd name="connsiteX257-21687" fmla="*/ 1394364 w 3024845"/>
                <a:gd name="connsiteY257-21688" fmla="*/ 564224 h 1059043"/>
                <a:gd name="connsiteX258-21689" fmla="*/ 1416657 w 3024845"/>
                <a:gd name="connsiteY258-21690" fmla="*/ 564224 h 1059043"/>
                <a:gd name="connsiteX259-21691" fmla="*/ 1416657 w 3024845"/>
                <a:gd name="connsiteY259-21692" fmla="*/ 562602 h 1059043"/>
                <a:gd name="connsiteX260-21693" fmla="*/ 1416657 w 3024845"/>
                <a:gd name="connsiteY260-21694" fmla="*/ 551253 h 1059043"/>
                <a:gd name="connsiteX261-21695" fmla="*/ 1417417 w 3024845"/>
                <a:gd name="connsiteY261-21696" fmla="*/ 551253 h 1059043"/>
                <a:gd name="connsiteX262-21697" fmla="*/ 1422737 w 3024845"/>
                <a:gd name="connsiteY262-21698" fmla="*/ 551253 h 1059043"/>
                <a:gd name="connsiteX263-21699" fmla="*/ 1422737 w 3024845"/>
                <a:gd name="connsiteY263-21700" fmla="*/ 549362 h 1059043"/>
                <a:gd name="connsiteX264-21701" fmla="*/ 1422737 w 3024845"/>
                <a:gd name="connsiteY264-21702" fmla="*/ 536121 h 1059043"/>
                <a:gd name="connsiteX265-21703" fmla="*/ 1426791 w 3024845"/>
                <a:gd name="connsiteY265-21704" fmla="*/ 542606 h 1059043"/>
                <a:gd name="connsiteX266-21705" fmla="*/ 1429071 w 3024845"/>
                <a:gd name="connsiteY266-21706" fmla="*/ 542606 h 1059043"/>
                <a:gd name="connsiteX267-21707" fmla="*/ 1445031 w 3024845"/>
                <a:gd name="connsiteY267-21708" fmla="*/ 542606 h 1059043"/>
                <a:gd name="connsiteX268-21709" fmla="*/ 1445031 w 3024845"/>
                <a:gd name="connsiteY268-21710" fmla="*/ 541795 h 1059043"/>
                <a:gd name="connsiteX269-21711" fmla="*/ 1445031 w 3024845"/>
                <a:gd name="connsiteY269-21712" fmla="*/ 536121 h 1059043"/>
                <a:gd name="connsiteX270-21713" fmla="*/ 1445791 w 3024845"/>
                <a:gd name="connsiteY270-21714" fmla="*/ 536121 h 1059043"/>
                <a:gd name="connsiteX271-21715" fmla="*/ 1451111 w 3024845"/>
                <a:gd name="connsiteY271-21716" fmla="*/ 536121 h 1059043"/>
                <a:gd name="connsiteX272-21717" fmla="*/ 1451111 w 3024845"/>
                <a:gd name="connsiteY272-21718" fmla="*/ 537472 h 1059043"/>
                <a:gd name="connsiteX273-21719" fmla="*/ 1451111 w 3024845"/>
                <a:gd name="connsiteY273-21720" fmla="*/ 546930 h 1059043"/>
                <a:gd name="connsiteX274-21721" fmla="*/ 1489618 w 3024845"/>
                <a:gd name="connsiteY274-21722" fmla="*/ 546930 h 1059043"/>
                <a:gd name="connsiteX275-21723" fmla="*/ 1489618 w 3024845"/>
                <a:gd name="connsiteY275-21724" fmla="*/ 685283 h 1059043"/>
                <a:gd name="connsiteX276-21725" fmla="*/ 1491138 w 3024845"/>
                <a:gd name="connsiteY276-21726" fmla="*/ 685283 h 1059043"/>
                <a:gd name="connsiteX277-21727" fmla="*/ 1501778 w 3024845"/>
                <a:gd name="connsiteY277-21728" fmla="*/ 685283 h 1059043"/>
                <a:gd name="connsiteX278-21729" fmla="*/ 1501778 w 3024845"/>
                <a:gd name="connsiteY278-21730" fmla="*/ 672313 h 1059043"/>
                <a:gd name="connsiteX279-21731" fmla="*/ 1505832 w 3024845"/>
                <a:gd name="connsiteY279-21732" fmla="*/ 672313 h 1059043"/>
                <a:gd name="connsiteX280-21733" fmla="*/ 1505832 w 3024845"/>
                <a:gd name="connsiteY280-21734" fmla="*/ 685283 h 1059043"/>
                <a:gd name="connsiteX281-21735" fmla="*/ 1536232 w 3024845"/>
                <a:gd name="connsiteY281-21736" fmla="*/ 685283 h 1059043"/>
                <a:gd name="connsiteX282-21737" fmla="*/ 1536232 w 3024845"/>
                <a:gd name="connsiteY282-21738" fmla="*/ 655018 h 1059043"/>
                <a:gd name="connsiteX283-21739" fmla="*/ 1548392 w 3024845"/>
                <a:gd name="connsiteY283-21740" fmla="*/ 655018 h 1059043"/>
                <a:gd name="connsiteX284-21741" fmla="*/ 1560552 w 3024845"/>
                <a:gd name="connsiteY284-21742" fmla="*/ 652857 h 1059043"/>
                <a:gd name="connsiteX285-21743" fmla="*/ 1564606 w 3024845"/>
                <a:gd name="connsiteY285-21744" fmla="*/ 655018 h 1059043"/>
                <a:gd name="connsiteX286-21745" fmla="*/ 1574739 w 3024845"/>
                <a:gd name="connsiteY286-21746" fmla="*/ 655018 h 1059043"/>
                <a:gd name="connsiteX287-21747" fmla="*/ 1574739 w 3024845"/>
                <a:gd name="connsiteY287-21748" fmla="*/ 685283 h 1059043"/>
                <a:gd name="connsiteX288-21749" fmla="*/ 1582846 w 3024845"/>
                <a:gd name="connsiteY288-21750" fmla="*/ 685283 h 1059043"/>
                <a:gd name="connsiteX289-21751" fmla="*/ 1582846 w 3024845"/>
                <a:gd name="connsiteY289-21752" fmla="*/ 702578 h 1059043"/>
                <a:gd name="connsiteX290-21753" fmla="*/ 1592182 w 3024845"/>
                <a:gd name="connsiteY290-21754" fmla="*/ 703483 h 1059043"/>
                <a:gd name="connsiteX291-21755" fmla="*/ 1605140 w 3024845"/>
                <a:gd name="connsiteY291-21756" fmla="*/ 703483 h 1059043"/>
                <a:gd name="connsiteX292-21757" fmla="*/ 1605140 w 3024845"/>
                <a:gd name="connsiteY292-21758" fmla="*/ 687445 h 1059043"/>
                <a:gd name="connsiteX293-21759" fmla="*/ 1673096 w 3024845"/>
                <a:gd name="connsiteY293-21760" fmla="*/ 687445 h 1059043"/>
                <a:gd name="connsiteX294-21761" fmla="*/ 1673096 w 3024845"/>
                <a:gd name="connsiteY294-21762" fmla="*/ 602192 h 1059043"/>
                <a:gd name="connsiteX295-21763" fmla="*/ 1745104 w 3024845"/>
                <a:gd name="connsiteY295-21764" fmla="*/ 602192 h 1059043"/>
                <a:gd name="connsiteX296-21765" fmla="*/ 1745104 w 3024845"/>
                <a:gd name="connsiteY296-21766" fmla="*/ 680960 h 1059043"/>
                <a:gd name="connsiteX297-21767" fmla="*/ 1747008 w 3024845"/>
                <a:gd name="connsiteY297-21768" fmla="*/ 680960 h 1059043"/>
                <a:gd name="connsiteX298-21769" fmla="*/ 1748250 w 3024845"/>
                <a:gd name="connsiteY298-21770" fmla="*/ 703483 h 1059043"/>
                <a:gd name="connsiteX299-21771" fmla="*/ 1757926 w 3024845"/>
                <a:gd name="connsiteY299-21772" fmla="*/ 703483 h 1059043"/>
                <a:gd name="connsiteX300-21773" fmla="*/ 1759168 w 3024845"/>
                <a:gd name="connsiteY300-21774" fmla="*/ 680960 h 1059043"/>
                <a:gd name="connsiteX301-21775" fmla="*/ 1765248 w 3024845"/>
                <a:gd name="connsiteY301-21776" fmla="*/ 680960 h 1059043"/>
                <a:gd name="connsiteX302-21777" fmla="*/ 1766490 w 3024845"/>
                <a:gd name="connsiteY302-21778" fmla="*/ 703483 h 1059043"/>
                <a:gd name="connsiteX303-21779" fmla="*/ 1817112 w 3024845"/>
                <a:gd name="connsiteY303-21780" fmla="*/ 703483 h 1059043"/>
                <a:gd name="connsiteX304-21781" fmla="*/ 1817112 w 3024845"/>
                <a:gd name="connsiteY304-21782" fmla="*/ 540455 h 1059043"/>
                <a:gd name="connsiteX305-21783" fmla="*/ 2014439 w 3024845"/>
                <a:gd name="connsiteY305-21784" fmla="*/ 540455 h 1059043"/>
                <a:gd name="connsiteX306-21785" fmla="*/ 2014439 w 3024845"/>
                <a:gd name="connsiteY306-21786" fmla="*/ 703483 h 1059043"/>
                <a:gd name="connsiteX307-21787" fmla="*/ 2033136 w 3024845"/>
                <a:gd name="connsiteY307-21788" fmla="*/ 703483 h 1059043"/>
                <a:gd name="connsiteX308-21789" fmla="*/ 2033136 w 3024845"/>
                <a:gd name="connsiteY308-21790" fmla="*/ 620790 h 1059043"/>
                <a:gd name="connsiteX309-21791" fmla="*/ 2128256 w 3024845"/>
                <a:gd name="connsiteY309-21792" fmla="*/ 620790 h 1059043"/>
                <a:gd name="connsiteX310-21793" fmla="*/ 2128026 w 3024845"/>
                <a:gd name="connsiteY310-21794" fmla="*/ 281031 h 1059043"/>
                <a:gd name="connsiteX311-21795" fmla="*/ 2121946 w 3024845"/>
                <a:gd name="connsiteY311-21796" fmla="*/ 276707 h 1059043"/>
                <a:gd name="connsiteX312-21797" fmla="*/ 2130053 w 3024845"/>
                <a:gd name="connsiteY312-21798" fmla="*/ 252928 h 1059043"/>
                <a:gd name="connsiteX313-21799" fmla="*/ 2130053 w 3024845"/>
                <a:gd name="connsiteY313-21800" fmla="*/ 235634 h 1059043"/>
                <a:gd name="connsiteX314-21801" fmla="*/ 2144240 w 3024845"/>
                <a:gd name="connsiteY314-21802" fmla="*/ 235634 h 1059043"/>
                <a:gd name="connsiteX315-21803" fmla="*/ 2144240 w 3024845"/>
                <a:gd name="connsiteY315-21804" fmla="*/ 214016 h 1059043"/>
                <a:gd name="connsiteX316-21805" fmla="*/ 2146266 w 3024845"/>
                <a:gd name="connsiteY316-21806" fmla="*/ 209692 h 1059043"/>
                <a:gd name="connsiteX317-21807" fmla="*/ 2146266 w 3024845"/>
                <a:gd name="connsiteY317-21808" fmla="*/ 131868 h 1059043"/>
                <a:gd name="connsiteX318-21809" fmla="*/ 2144240 w 3024845"/>
                <a:gd name="connsiteY318-21810" fmla="*/ 125383 h 1059043"/>
                <a:gd name="connsiteX319-21811" fmla="*/ 2150320 w 3024845"/>
                <a:gd name="connsiteY319-21812" fmla="*/ 118897 h 1059043"/>
                <a:gd name="connsiteX320-21813" fmla="*/ 2150320 w 3024845"/>
                <a:gd name="connsiteY320-21814" fmla="*/ 60529 h 1059043"/>
                <a:gd name="connsiteX321-21815" fmla="*/ 2152346 w 3024845"/>
                <a:gd name="connsiteY321-21816" fmla="*/ 56206 h 1059043"/>
                <a:gd name="connsiteX322-21817" fmla="*/ 2152346 w 3024845"/>
                <a:gd name="connsiteY322-21818" fmla="*/ 0 h 1059043"/>
                <a:gd name="connsiteX323-21819" fmla="*/ 2162480 w 3024845"/>
                <a:gd name="connsiteY323-21820" fmla="*/ 118897 h 1059043"/>
                <a:gd name="connsiteX324-21821" fmla="*/ 2168560 w 3024845"/>
                <a:gd name="connsiteY324-21822" fmla="*/ 125383 h 1059043"/>
                <a:gd name="connsiteX325-21823" fmla="*/ 2166533 w 3024845"/>
                <a:gd name="connsiteY325-21824" fmla="*/ 131868 h 1059043"/>
                <a:gd name="connsiteX326-21825" fmla="*/ 2166533 w 3024845"/>
                <a:gd name="connsiteY326-21826" fmla="*/ 209692 h 1059043"/>
                <a:gd name="connsiteX327-21827" fmla="*/ 2168560 w 3024845"/>
                <a:gd name="connsiteY327-21828" fmla="*/ 235634 h 1059043"/>
                <a:gd name="connsiteX328-21829" fmla="*/ 2180720 w 3024845"/>
                <a:gd name="connsiteY328-21830" fmla="*/ 555577 h 1059043"/>
                <a:gd name="connsiteX329-21831" fmla="*/ 2245574 w 3024845"/>
                <a:gd name="connsiteY329-21832" fmla="*/ 555577 h 1059043"/>
                <a:gd name="connsiteX330-21833" fmla="*/ 2245574 w 3024845"/>
                <a:gd name="connsiteY330-21834" fmla="*/ 631239 h 1059043"/>
                <a:gd name="connsiteX331-21835" fmla="*/ 2253681 w 3024845"/>
                <a:gd name="connsiteY331-21836" fmla="*/ 631239 h 1059043"/>
                <a:gd name="connsiteX332-21837" fmla="*/ 2255708 w 3024845"/>
                <a:gd name="connsiteY332-21838" fmla="*/ 624754 h 1059043"/>
                <a:gd name="connsiteX333-21839" fmla="*/ 2261788 w 3024845"/>
                <a:gd name="connsiteY333-21840" fmla="*/ 624754 h 1059043"/>
                <a:gd name="connsiteX334-21841" fmla="*/ 2263815 w 3024845"/>
                <a:gd name="connsiteY334-21842" fmla="*/ 633401 h 1059043"/>
                <a:gd name="connsiteX335-21843" fmla="*/ 2275975 w 3024845"/>
                <a:gd name="connsiteY335-21844" fmla="*/ 633401 h 1059043"/>
                <a:gd name="connsiteX336-21845" fmla="*/ 2275975 w 3024845"/>
                <a:gd name="connsiteY336-21846" fmla="*/ 626915 h 1059043"/>
                <a:gd name="connsiteX337-21847" fmla="*/ 2298268 w 3024845"/>
                <a:gd name="connsiteY337-21848" fmla="*/ 626915 h 1059043"/>
                <a:gd name="connsiteX338-21849" fmla="*/ 2298268 w 3024845"/>
                <a:gd name="connsiteY338-21850" fmla="*/ 633401 h 1059043"/>
                <a:gd name="connsiteX339-21851" fmla="*/ 2318535 w 3024845"/>
                <a:gd name="connsiteY339-21852" fmla="*/ 633401 h 1059043"/>
                <a:gd name="connsiteX340-21853" fmla="*/ 2318535 w 3024845"/>
                <a:gd name="connsiteY340-21854" fmla="*/ 678798 h 1059043"/>
                <a:gd name="connsiteX341-21855" fmla="*/ 2332722 w 3024845"/>
                <a:gd name="connsiteY341-21856" fmla="*/ 678798 h 1059043"/>
                <a:gd name="connsiteX342-21857" fmla="*/ 2332722 w 3024845"/>
                <a:gd name="connsiteY342-21858" fmla="*/ 665827 h 1059043"/>
                <a:gd name="connsiteX343-21859" fmla="*/ 2348936 w 3024845"/>
                <a:gd name="connsiteY343-21860" fmla="*/ 665827 h 1059043"/>
                <a:gd name="connsiteX344-21861" fmla="*/ 2348936 w 3024845"/>
                <a:gd name="connsiteY344-21862" fmla="*/ 486400 h 1059043"/>
                <a:gd name="connsiteX345-21863" fmla="*/ 2355016 w 3024845"/>
                <a:gd name="connsiteY345-21864" fmla="*/ 479914 h 1059043"/>
                <a:gd name="connsiteX346-21865" fmla="*/ 2427977 w 3024845"/>
                <a:gd name="connsiteY346-21866" fmla="*/ 479914 h 1059043"/>
                <a:gd name="connsiteX347-21867" fmla="*/ 2427977 w 3024845"/>
                <a:gd name="connsiteY347-21868" fmla="*/ 488562 h 1059043"/>
                <a:gd name="connsiteX348-21869" fmla="*/ 2438110 w 3024845"/>
                <a:gd name="connsiteY348-21870" fmla="*/ 488562 h 1059043"/>
                <a:gd name="connsiteX349-21871" fmla="*/ 2438110 w 3024845"/>
                <a:gd name="connsiteY349-21872" fmla="*/ 603136 h 1059043"/>
                <a:gd name="connsiteX350-21873" fmla="*/ 2460404 w 3024845"/>
                <a:gd name="connsiteY350-21874" fmla="*/ 603136 h 1059043"/>
                <a:gd name="connsiteX351-21875" fmla="*/ 2460404 w 3024845"/>
                <a:gd name="connsiteY351-21876" fmla="*/ 536121 h 1059043"/>
                <a:gd name="connsiteX352-21877" fmla="*/ 2486751 w 3024845"/>
                <a:gd name="connsiteY352-21878" fmla="*/ 536121 h 1059043"/>
                <a:gd name="connsiteX353-21879" fmla="*/ 2490804 w 3024845"/>
                <a:gd name="connsiteY353-21880" fmla="*/ 531797 h 1059043"/>
                <a:gd name="connsiteX354-21881" fmla="*/ 2498911 w 3024845"/>
                <a:gd name="connsiteY354-21882" fmla="*/ 531797 h 1059043"/>
                <a:gd name="connsiteX355-21883" fmla="*/ 2502964 w 3024845"/>
                <a:gd name="connsiteY355-21884" fmla="*/ 536121 h 1059043"/>
                <a:gd name="connsiteX356-21885" fmla="*/ 2525258 w 3024845"/>
                <a:gd name="connsiteY356-21886" fmla="*/ 536121 h 1059043"/>
                <a:gd name="connsiteX357-21887" fmla="*/ 2525258 w 3024845"/>
                <a:gd name="connsiteY357-21888" fmla="*/ 419385 h 1059043"/>
                <a:gd name="connsiteX358-21889" fmla="*/ 2582005 w 3024845"/>
                <a:gd name="connsiteY358-21890" fmla="*/ 408576 h 1059043"/>
                <a:gd name="connsiteX359-21891" fmla="*/ 2582005 w 3024845"/>
                <a:gd name="connsiteY359-21892" fmla="*/ 409657 h 1059043"/>
                <a:gd name="connsiteX360-21893" fmla="*/ 2582005 w 3024845"/>
                <a:gd name="connsiteY360-21894" fmla="*/ 417223 h 1059043"/>
                <a:gd name="connsiteX361-21895" fmla="*/ 2608352 w 3024845"/>
                <a:gd name="connsiteY361-21896" fmla="*/ 417223 h 1059043"/>
                <a:gd name="connsiteX362-21897" fmla="*/ 2608352 w 3024845"/>
                <a:gd name="connsiteY362-21898" fmla="*/ 672313 h 1059043"/>
                <a:gd name="connsiteX363-21899" fmla="*/ 2630646 w 3024845"/>
                <a:gd name="connsiteY363-21900" fmla="*/ 672313 h 1059043"/>
                <a:gd name="connsiteX364-21901" fmla="*/ 2630646 w 3024845"/>
                <a:gd name="connsiteY364-21902" fmla="*/ 667989 h 1059043"/>
                <a:gd name="connsiteX365-21903" fmla="*/ 2642806 w 3024845"/>
                <a:gd name="connsiteY365-21904" fmla="*/ 667989 h 1059043"/>
                <a:gd name="connsiteX366-21905" fmla="*/ 2642806 w 3024845"/>
                <a:gd name="connsiteY366-21906" fmla="*/ 672313 h 1059043"/>
                <a:gd name="connsiteX367-21907" fmla="*/ 2667126 w 3024845"/>
                <a:gd name="connsiteY367-21908" fmla="*/ 672313 h 1059043"/>
                <a:gd name="connsiteX368-21909" fmla="*/ 2667126 w 3024845"/>
                <a:gd name="connsiteY368-21910" fmla="*/ 659342 h 1059043"/>
                <a:gd name="connsiteX369-21911" fmla="*/ 2695500 w 3024845"/>
                <a:gd name="connsiteY369-21912" fmla="*/ 659342 h 1059043"/>
                <a:gd name="connsiteX370-21913" fmla="*/ 2707660 w 3024845"/>
                <a:gd name="connsiteY370-21914" fmla="*/ 655018 h 1059043"/>
                <a:gd name="connsiteX371-21915" fmla="*/ 2727927 w 3024845"/>
                <a:gd name="connsiteY371-21916" fmla="*/ 659342 h 1059043"/>
                <a:gd name="connsiteX372-21917" fmla="*/ 2727927 w 3024845"/>
                <a:gd name="connsiteY372-21918" fmla="*/ 642048 h 1059043"/>
                <a:gd name="connsiteX373-21919" fmla="*/ 2736034 w 3024845"/>
                <a:gd name="connsiteY373-21920" fmla="*/ 642048 h 1059043"/>
                <a:gd name="connsiteX374-21921" fmla="*/ 2736034 w 3024845"/>
                <a:gd name="connsiteY374-21922" fmla="*/ 629077 h 1059043"/>
                <a:gd name="connsiteX375-21923" fmla="*/ 2792781 w 3024845"/>
                <a:gd name="connsiteY375-21924" fmla="*/ 629077 h 1059043"/>
                <a:gd name="connsiteX376-21925" fmla="*/ 2792781 w 3024845"/>
                <a:gd name="connsiteY376-21926" fmla="*/ 598812 h 1059043"/>
                <a:gd name="connsiteX377-21927" fmla="*/ 2811021 w 3024845"/>
                <a:gd name="connsiteY377-21928" fmla="*/ 598812 h 1059043"/>
                <a:gd name="connsiteX378-21929" fmla="*/ 2811021 w 3024845"/>
                <a:gd name="connsiteY378-21930" fmla="*/ 592327 h 1059043"/>
                <a:gd name="connsiteX379-21931" fmla="*/ 2823181 w 3024845"/>
                <a:gd name="connsiteY379-21932" fmla="*/ 592327 h 1059043"/>
                <a:gd name="connsiteX380-21933" fmla="*/ 2823181 w 3024845"/>
                <a:gd name="connsiteY380-21934" fmla="*/ 598812 h 1059043"/>
                <a:gd name="connsiteX381-21935" fmla="*/ 2839395 w 3024845"/>
                <a:gd name="connsiteY381-21936" fmla="*/ 598812 h 1059043"/>
                <a:gd name="connsiteX382-21937" fmla="*/ 2839395 w 3024845"/>
                <a:gd name="connsiteY382-21938" fmla="*/ 648533 h 1059043"/>
                <a:gd name="connsiteX383-21939" fmla="*/ 2871822 w 3024845"/>
                <a:gd name="connsiteY383-21940" fmla="*/ 648533 h 1059043"/>
                <a:gd name="connsiteX384-21941" fmla="*/ 2871822 w 3024845"/>
                <a:gd name="connsiteY384-21942" fmla="*/ 622592 h 1059043"/>
                <a:gd name="connsiteX385-21943" fmla="*/ 2910329 w 3024845"/>
                <a:gd name="connsiteY385-21944" fmla="*/ 622592 h 1059043"/>
                <a:gd name="connsiteX386-21945" fmla="*/ 2910329 w 3024845"/>
                <a:gd name="connsiteY386-21946" fmla="*/ 592327 h 1059043"/>
                <a:gd name="connsiteX387-21947" fmla="*/ 2958970 w 3024845"/>
                <a:gd name="connsiteY387-21948" fmla="*/ 592327 h 1059043"/>
                <a:gd name="connsiteX388-21949" fmla="*/ 2958970 w 3024845"/>
                <a:gd name="connsiteY388-21950" fmla="*/ 703483 h 1059043"/>
                <a:gd name="connsiteX389-21951" fmla="*/ 2958970 w 3024845"/>
                <a:gd name="connsiteY389-21952" fmla="*/ 717262 h 1059043"/>
                <a:gd name="connsiteX390-21953" fmla="*/ 3024845 w 3024845"/>
                <a:gd name="connsiteY390-21954" fmla="*/ 717262 h 1059043"/>
                <a:gd name="connsiteX391-21955" fmla="*/ 3024845 w 3024845"/>
                <a:gd name="connsiteY391-21956" fmla="*/ 1059043 h 1059043"/>
                <a:gd name="connsiteX392-21957" fmla="*/ 2054 w 3024845"/>
                <a:gd name="connsiteY392-21958" fmla="*/ 1056710 h 1059043"/>
                <a:gd name="connsiteX393-21959" fmla="*/ 0 w 3024845"/>
                <a:gd name="connsiteY393-21960" fmla="*/ 622592 h 1059043"/>
                <a:gd name="connsiteX394-21961" fmla="*/ 20267 w 3024845"/>
                <a:gd name="connsiteY394-21962" fmla="*/ 622592 h 1059043"/>
                <a:gd name="connsiteX395-21963" fmla="*/ 20774 w 3024845"/>
                <a:gd name="connsiteY395-21964" fmla="*/ 621511 h 1059043"/>
                <a:gd name="connsiteX396-21965" fmla="*/ 24320 w 3024845"/>
                <a:gd name="connsiteY396-21966" fmla="*/ 613945 h 1059043"/>
                <a:gd name="connsiteX397-21967" fmla="*/ 26094 w 3024845"/>
                <a:gd name="connsiteY397-21968" fmla="*/ 614215 h 1059043"/>
                <a:gd name="connsiteX398-21969" fmla="*/ 38507 w 3024845"/>
                <a:gd name="connsiteY398-21970" fmla="*/ 616106 h 1059043"/>
                <a:gd name="connsiteX399-21971" fmla="*/ 39014 w 3024845"/>
                <a:gd name="connsiteY399-21972" fmla="*/ 617458 h 1059043"/>
                <a:gd name="connsiteX400-21973" fmla="*/ 42560 w 3024845"/>
                <a:gd name="connsiteY400-21974" fmla="*/ 626915 h 1059043"/>
                <a:gd name="connsiteX401-21975" fmla="*/ 68907 w 3024845"/>
                <a:gd name="connsiteY401-21976" fmla="*/ 629077 h 1059043"/>
                <a:gd name="connsiteX402-21977" fmla="*/ 68907 w 3024845"/>
                <a:gd name="connsiteY402-21978" fmla="*/ 505856 h 1059043"/>
                <a:gd name="connsiteX403-21979" fmla="*/ 70934 w 3024845"/>
                <a:gd name="connsiteY403-21980" fmla="*/ 505856 h 1059043"/>
                <a:gd name="connsiteX404-21981" fmla="*/ 85121 w 3024845"/>
                <a:gd name="connsiteY404-21982" fmla="*/ 505856 h 1059043"/>
                <a:gd name="connsiteX405-21983" fmla="*/ 85121 w 3024845"/>
                <a:gd name="connsiteY405-21984" fmla="*/ 369664 h 1059043"/>
                <a:gd name="connsiteX406-21985" fmla="*/ 86894 w 3024845"/>
                <a:gd name="connsiteY406-21986" fmla="*/ 369664 h 1059043"/>
                <a:gd name="connsiteX407-21987" fmla="*/ 99308 w 3024845"/>
                <a:gd name="connsiteY407-21988" fmla="*/ 369664 h 1059043"/>
                <a:gd name="connsiteX408-21989" fmla="*/ 99308 w 3024845"/>
                <a:gd name="connsiteY408-21990" fmla="*/ 255090 h 1059043"/>
                <a:gd name="connsiteX409-21991" fmla="*/ 103361 w 3024845"/>
                <a:gd name="connsiteY409-21992" fmla="*/ 226986 h 1059043"/>
                <a:gd name="connsiteX410-21993" fmla="*/ 105388 w 3024845"/>
                <a:gd name="connsiteY410-21994" fmla="*/ 226986 h 1059043"/>
                <a:gd name="connsiteX411-21995" fmla="*/ 119575 w 3024845"/>
                <a:gd name="connsiteY411-21996" fmla="*/ 226986 h 1059043"/>
                <a:gd name="connsiteX0-21997" fmla="*/ 119575 w 3024845"/>
                <a:gd name="connsiteY0-21998" fmla="*/ 226986 h 1059043"/>
                <a:gd name="connsiteX1-21999" fmla="*/ 200642 w 3024845"/>
                <a:gd name="connsiteY1-22000" fmla="*/ 224825 h 1059043"/>
                <a:gd name="connsiteX2-22001" fmla="*/ 202669 w 3024845"/>
                <a:gd name="connsiteY2-22002" fmla="*/ 224825 h 1059043"/>
                <a:gd name="connsiteX3-22003" fmla="*/ 216856 w 3024845"/>
                <a:gd name="connsiteY3-22004" fmla="*/ 224825 h 1059043"/>
                <a:gd name="connsiteX4-22005" fmla="*/ 216856 w 3024845"/>
                <a:gd name="connsiteY4-22006" fmla="*/ 248604 h 1059043"/>
                <a:gd name="connsiteX5-22007" fmla="*/ 217363 w 3024845"/>
                <a:gd name="connsiteY5-22008" fmla="*/ 249415 h 1059043"/>
                <a:gd name="connsiteX6-22009" fmla="*/ 220909 w 3024845"/>
                <a:gd name="connsiteY6-22010" fmla="*/ 255090 h 1059043"/>
                <a:gd name="connsiteX7-22011" fmla="*/ 220909 w 3024845"/>
                <a:gd name="connsiteY7-22012" fmla="*/ 369664 h 1059043"/>
                <a:gd name="connsiteX8-22013" fmla="*/ 223189 w 3024845"/>
                <a:gd name="connsiteY8-22014" fmla="*/ 369664 h 1059043"/>
                <a:gd name="connsiteX9-22015" fmla="*/ 239150 w 3024845"/>
                <a:gd name="connsiteY9-22016" fmla="*/ 369664 h 1059043"/>
                <a:gd name="connsiteX10-22017" fmla="*/ 239150 w 3024845"/>
                <a:gd name="connsiteY10-22018" fmla="*/ 510179 h 1059043"/>
                <a:gd name="connsiteX11-22019" fmla="*/ 240670 w 3024845"/>
                <a:gd name="connsiteY11-22020" fmla="*/ 509909 h 1059043"/>
                <a:gd name="connsiteX12-22021" fmla="*/ 251310 w 3024845"/>
                <a:gd name="connsiteY12-22022" fmla="*/ 508018 h 1059043"/>
                <a:gd name="connsiteX13-22023" fmla="*/ 249283 w 3024845"/>
                <a:gd name="connsiteY13-22024" fmla="*/ 596650 h 1059043"/>
                <a:gd name="connsiteX14-22025" fmla="*/ 250803 w 3024845"/>
                <a:gd name="connsiteY14-22026" fmla="*/ 596921 h 1059043"/>
                <a:gd name="connsiteX15-22027" fmla="*/ 261443 w 3024845"/>
                <a:gd name="connsiteY15-22028" fmla="*/ 598812 h 1059043"/>
                <a:gd name="connsiteX16-22029" fmla="*/ 261696 w 3024845"/>
                <a:gd name="connsiteY16-22030" fmla="*/ 599623 h 1059043"/>
                <a:gd name="connsiteX17-22031" fmla="*/ 263470 w 3024845"/>
                <a:gd name="connsiteY17-22032" fmla="*/ 605298 h 1059043"/>
                <a:gd name="connsiteX18-22033" fmla="*/ 264230 w 3024845"/>
                <a:gd name="connsiteY18-22034" fmla="*/ 602866 h 1059043"/>
                <a:gd name="connsiteX19-22035" fmla="*/ 269550 w 3024845"/>
                <a:gd name="connsiteY19-22036" fmla="*/ 585842 h 1059043"/>
                <a:gd name="connsiteX20-22037" fmla="*/ 271323 w 3024845"/>
                <a:gd name="connsiteY20-22038" fmla="*/ 585842 h 1059043"/>
                <a:gd name="connsiteX21-22039" fmla="*/ 283737 w 3024845"/>
                <a:gd name="connsiteY21-22040" fmla="*/ 585842 h 1059043"/>
                <a:gd name="connsiteX22-22041" fmla="*/ 283737 w 3024845"/>
                <a:gd name="connsiteY22-22042" fmla="*/ 618268 h 1059043"/>
                <a:gd name="connsiteX23-22043" fmla="*/ 284750 w 3024845"/>
                <a:gd name="connsiteY23-22044" fmla="*/ 618809 h 1059043"/>
                <a:gd name="connsiteX24-22045" fmla="*/ 291844 w 3024845"/>
                <a:gd name="connsiteY24-22046" fmla="*/ 622592 h 1059043"/>
                <a:gd name="connsiteX25-22047" fmla="*/ 291844 w 3024845"/>
                <a:gd name="connsiteY25-22048" fmla="*/ 623943 h 1059043"/>
                <a:gd name="connsiteX26-22049" fmla="*/ 291844 w 3024845"/>
                <a:gd name="connsiteY26-22050" fmla="*/ 633401 h 1059043"/>
                <a:gd name="connsiteX27-22051" fmla="*/ 336431 w 3024845"/>
                <a:gd name="connsiteY27-22052" fmla="*/ 633401 h 1059043"/>
                <a:gd name="connsiteX28-22053" fmla="*/ 336431 w 3024845"/>
                <a:gd name="connsiteY28-22054" fmla="*/ 634482 h 1059043"/>
                <a:gd name="connsiteX29-22055" fmla="*/ 336431 w 3024845"/>
                <a:gd name="connsiteY29-22056" fmla="*/ 642048 h 1059043"/>
                <a:gd name="connsiteX30-22057" fmla="*/ 338457 w 3024845"/>
                <a:gd name="connsiteY30-22058" fmla="*/ 642048 h 1059043"/>
                <a:gd name="connsiteX31-22059" fmla="*/ 352644 w 3024845"/>
                <a:gd name="connsiteY31-22060" fmla="*/ 642048 h 1059043"/>
                <a:gd name="connsiteX32-22061" fmla="*/ 352644 w 3024845"/>
                <a:gd name="connsiteY32-22062" fmla="*/ 611783 h 1059043"/>
                <a:gd name="connsiteX33-22063" fmla="*/ 397231 w 3024845"/>
                <a:gd name="connsiteY33-22064" fmla="*/ 611783 h 1059043"/>
                <a:gd name="connsiteX34-22065" fmla="*/ 397231 w 3024845"/>
                <a:gd name="connsiteY34-22066" fmla="*/ 610432 h 1059043"/>
                <a:gd name="connsiteX35-22067" fmla="*/ 397231 w 3024845"/>
                <a:gd name="connsiteY35-22068" fmla="*/ 600974 h 1059043"/>
                <a:gd name="connsiteX36-22069" fmla="*/ 398245 w 3024845"/>
                <a:gd name="connsiteY36-22070" fmla="*/ 600974 h 1059043"/>
                <a:gd name="connsiteX37-22071" fmla="*/ 405338 w 3024845"/>
                <a:gd name="connsiteY37-22072" fmla="*/ 600974 h 1059043"/>
                <a:gd name="connsiteX38-22073" fmla="*/ 405338 w 3024845"/>
                <a:gd name="connsiteY38-22074" fmla="*/ 599083 h 1059043"/>
                <a:gd name="connsiteX39-22075" fmla="*/ 405338 w 3024845"/>
                <a:gd name="connsiteY39-22076" fmla="*/ 585842 h 1059043"/>
                <a:gd name="connsiteX40-22077" fmla="*/ 406098 w 3024845"/>
                <a:gd name="connsiteY40-22078" fmla="*/ 585842 h 1059043"/>
                <a:gd name="connsiteX41-22079" fmla="*/ 411418 w 3024845"/>
                <a:gd name="connsiteY41-22080" fmla="*/ 585842 h 1059043"/>
                <a:gd name="connsiteX42-22081" fmla="*/ 411418 w 3024845"/>
                <a:gd name="connsiteY42-22082" fmla="*/ 584761 h 1059043"/>
                <a:gd name="connsiteX43-22083" fmla="*/ 411418 w 3024845"/>
                <a:gd name="connsiteY43-22084" fmla="*/ 577194 h 1059043"/>
                <a:gd name="connsiteX44-22085" fmla="*/ 413445 w 3024845"/>
                <a:gd name="connsiteY44-22086" fmla="*/ 577194 h 1059043"/>
                <a:gd name="connsiteX45-22087" fmla="*/ 427632 w 3024845"/>
                <a:gd name="connsiteY45-22088" fmla="*/ 577194 h 1059043"/>
                <a:gd name="connsiteX46-22089" fmla="*/ 427632 w 3024845"/>
                <a:gd name="connsiteY46-22090" fmla="*/ 578275 h 1059043"/>
                <a:gd name="connsiteX47-22091" fmla="*/ 427632 w 3024845"/>
                <a:gd name="connsiteY47-22092" fmla="*/ 585842 h 1059043"/>
                <a:gd name="connsiteX48-22093" fmla="*/ 449925 w 3024845"/>
                <a:gd name="connsiteY48-22094" fmla="*/ 585842 h 1059043"/>
                <a:gd name="connsiteX49-22095" fmla="*/ 449925 w 3024845"/>
                <a:gd name="connsiteY49-22096" fmla="*/ 583950 h 1059043"/>
                <a:gd name="connsiteX50-22097" fmla="*/ 449925 w 3024845"/>
                <a:gd name="connsiteY50-22098" fmla="*/ 570709 h 1059043"/>
                <a:gd name="connsiteX51-22099" fmla="*/ 451699 w 3024845"/>
                <a:gd name="connsiteY51-22100" fmla="*/ 570709 h 1059043"/>
                <a:gd name="connsiteX52-22101" fmla="*/ 464112 w 3024845"/>
                <a:gd name="connsiteY52-22102" fmla="*/ 570709 h 1059043"/>
                <a:gd name="connsiteX53-22103" fmla="*/ 464112 w 3024845"/>
                <a:gd name="connsiteY53-22104" fmla="*/ 594489 h 1059043"/>
                <a:gd name="connsiteX54-22105" fmla="*/ 465126 w 3024845"/>
                <a:gd name="connsiteY54-22106" fmla="*/ 594489 h 1059043"/>
                <a:gd name="connsiteX55-22107" fmla="*/ 472219 w 3024845"/>
                <a:gd name="connsiteY55-22108" fmla="*/ 594489 h 1059043"/>
                <a:gd name="connsiteX56-22109" fmla="*/ 472219 w 3024845"/>
                <a:gd name="connsiteY56-22110" fmla="*/ 593408 h 1059043"/>
                <a:gd name="connsiteX57-22111" fmla="*/ 472219 w 3024845"/>
                <a:gd name="connsiteY57-22112" fmla="*/ 585842 h 1059043"/>
                <a:gd name="connsiteX58-22113" fmla="*/ 473992 w 3024845"/>
                <a:gd name="connsiteY58-22114" fmla="*/ 585842 h 1059043"/>
                <a:gd name="connsiteX59-22115" fmla="*/ 486406 w 3024845"/>
                <a:gd name="connsiteY59-22116" fmla="*/ 585842 h 1059043"/>
                <a:gd name="connsiteX60-22117" fmla="*/ 486406 w 3024845"/>
                <a:gd name="connsiteY60-22118" fmla="*/ 611783 h 1059043"/>
                <a:gd name="connsiteX61-22119" fmla="*/ 488433 w 3024845"/>
                <a:gd name="connsiteY61-22120" fmla="*/ 611783 h 1059043"/>
                <a:gd name="connsiteX62-22121" fmla="*/ 502619 w 3024845"/>
                <a:gd name="connsiteY62-22122" fmla="*/ 611783 h 1059043"/>
                <a:gd name="connsiteX63-22123" fmla="*/ 502619 w 3024845"/>
                <a:gd name="connsiteY63-22124" fmla="*/ 613404 h 1059043"/>
                <a:gd name="connsiteX64-22125" fmla="*/ 502619 w 3024845"/>
                <a:gd name="connsiteY64-22126" fmla="*/ 624754 h 1059043"/>
                <a:gd name="connsiteX65-22127" fmla="*/ 503379 w 3024845"/>
                <a:gd name="connsiteY65-22128" fmla="*/ 624754 h 1059043"/>
                <a:gd name="connsiteX66-22129" fmla="*/ 508700 w 3024845"/>
                <a:gd name="connsiteY66-22130" fmla="*/ 624754 h 1059043"/>
                <a:gd name="connsiteX67-22131" fmla="*/ 508700 w 3024845"/>
                <a:gd name="connsiteY67-22132" fmla="*/ 623943 h 1059043"/>
                <a:gd name="connsiteX68-22133" fmla="*/ 508700 w 3024845"/>
                <a:gd name="connsiteY68-22134" fmla="*/ 618268 h 1059043"/>
                <a:gd name="connsiteX69-22135" fmla="*/ 539100 w 3024845"/>
                <a:gd name="connsiteY69-22136" fmla="*/ 618268 h 1059043"/>
                <a:gd name="connsiteX70-22137" fmla="*/ 539100 w 3024845"/>
                <a:gd name="connsiteY70-22138" fmla="*/ 642048 h 1059043"/>
                <a:gd name="connsiteX71-22139" fmla="*/ 540113 w 3024845"/>
                <a:gd name="connsiteY71-22140" fmla="*/ 642048 h 1059043"/>
                <a:gd name="connsiteX72-22141" fmla="*/ 547207 w 3024845"/>
                <a:gd name="connsiteY72-22142" fmla="*/ 642048 h 1059043"/>
                <a:gd name="connsiteX73-22143" fmla="*/ 547207 w 3024845"/>
                <a:gd name="connsiteY73-22144" fmla="*/ 643129 h 1059043"/>
                <a:gd name="connsiteX74-22145" fmla="*/ 547207 w 3024845"/>
                <a:gd name="connsiteY74-22146" fmla="*/ 650695 h 1059043"/>
                <a:gd name="connsiteX75-22147" fmla="*/ 547967 w 3024845"/>
                <a:gd name="connsiteY75-22148" fmla="*/ 650695 h 1059043"/>
                <a:gd name="connsiteX76-22149" fmla="*/ 553287 w 3024845"/>
                <a:gd name="connsiteY76-22150" fmla="*/ 650695 h 1059043"/>
                <a:gd name="connsiteX77-22151" fmla="*/ 553287 w 3024845"/>
                <a:gd name="connsiteY77-22152" fmla="*/ 648533 h 1059043"/>
                <a:gd name="connsiteX78-22153" fmla="*/ 553287 w 3024845"/>
                <a:gd name="connsiteY78-22154" fmla="*/ 633401 h 1059043"/>
                <a:gd name="connsiteX79-22155" fmla="*/ 554300 w 3024845"/>
                <a:gd name="connsiteY79-22156" fmla="*/ 633401 h 1059043"/>
                <a:gd name="connsiteX80-22157" fmla="*/ 561394 w 3024845"/>
                <a:gd name="connsiteY80-22158" fmla="*/ 633401 h 1059043"/>
                <a:gd name="connsiteX81-22159" fmla="*/ 561394 w 3024845"/>
                <a:gd name="connsiteY81-22160" fmla="*/ 634482 h 1059043"/>
                <a:gd name="connsiteX82-22161" fmla="*/ 561394 w 3024845"/>
                <a:gd name="connsiteY82-22162" fmla="*/ 642048 h 1059043"/>
                <a:gd name="connsiteX83-22163" fmla="*/ 566714 w 3024845"/>
                <a:gd name="connsiteY83-22164" fmla="*/ 640055 h 1059043"/>
                <a:gd name="connsiteX84-22165" fmla="*/ 567474 w 3024845"/>
                <a:gd name="connsiteY84-22166" fmla="*/ 639075 h 1059043"/>
                <a:gd name="connsiteX85-22167" fmla="*/ 567474 w 3024845"/>
                <a:gd name="connsiteY85-22168" fmla="*/ 633401 h 1059043"/>
                <a:gd name="connsiteX86-22169" fmla="*/ 605981 w 3024845"/>
                <a:gd name="connsiteY86-22170" fmla="*/ 633401 h 1059043"/>
                <a:gd name="connsiteX87-22171" fmla="*/ 605981 w 3024845"/>
                <a:gd name="connsiteY87-22172" fmla="*/ 657180 h 1059043"/>
                <a:gd name="connsiteX88-22173" fmla="*/ 608007 w 3024845"/>
                <a:gd name="connsiteY88-22174" fmla="*/ 657180 h 1059043"/>
                <a:gd name="connsiteX89-22175" fmla="*/ 622194 w 3024845"/>
                <a:gd name="connsiteY89-22176" fmla="*/ 657180 h 1059043"/>
                <a:gd name="connsiteX90-22177" fmla="*/ 622194 w 3024845"/>
                <a:gd name="connsiteY90-22178" fmla="*/ 658261 h 1059043"/>
                <a:gd name="connsiteX91-22179" fmla="*/ 622194 w 3024845"/>
                <a:gd name="connsiteY91-22180" fmla="*/ 665827 h 1059043"/>
                <a:gd name="connsiteX92-22181" fmla="*/ 623968 w 3024845"/>
                <a:gd name="connsiteY92-22182" fmla="*/ 665827 h 1059043"/>
                <a:gd name="connsiteX93-22183" fmla="*/ 636381 w 3024845"/>
                <a:gd name="connsiteY93-22184" fmla="*/ 665827 h 1059043"/>
                <a:gd name="connsiteX94-22185" fmla="*/ 636381 w 3024845"/>
                <a:gd name="connsiteY94-22186" fmla="*/ 642048 h 1059043"/>
                <a:gd name="connsiteX95-22187" fmla="*/ 637394 w 3024845"/>
                <a:gd name="connsiteY95-22188" fmla="*/ 642048 h 1059043"/>
                <a:gd name="connsiteX96-22189" fmla="*/ 644488 w 3024845"/>
                <a:gd name="connsiteY96-22190" fmla="*/ 642048 h 1059043"/>
                <a:gd name="connsiteX97-22191" fmla="*/ 644488 w 3024845"/>
                <a:gd name="connsiteY97-22192" fmla="*/ 609621 h 1059043"/>
                <a:gd name="connsiteX98-22193" fmla="*/ 645501 w 3024845"/>
                <a:gd name="connsiteY98-22194" fmla="*/ 609621 h 1059043"/>
                <a:gd name="connsiteX99-22195" fmla="*/ 652595 w 3024845"/>
                <a:gd name="connsiteY99-22196" fmla="*/ 609621 h 1059043"/>
                <a:gd name="connsiteX100-22197" fmla="*/ 652595 w 3024845"/>
                <a:gd name="connsiteY100-22198" fmla="*/ 607730 h 1059043"/>
                <a:gd name="connsiteX101-22199" fmla="*/ 652595 w 3024845"/>
                <a:gd name="connsiteY101-22200" fmla="*/ 594489 h 1059043"/>
                <a:gd name="connsiteX102-22201" fmla="*/ 651328 w 3024845"/>
                <a:gd name="connsiteY102-22202" fmla="*/ 592867 h 1059043"/>
                <a:gd name="connsiteX103-22203" fmla="*/ 656648 w 3024845"/>
                <a:gd name="connsiteY103-22204" fmla="*/ 581518 h 1059043"/>
                <a:gd name="connsiteX104-22205" fmla="*/ 664755 w 3024845"/>
                <a:gd name="connsiteY104-22206" fmla="*/ 609621 h 1059043"/>
                <a:gd name="connsiteX105-22207" fmla="*/ 665515 w 3024845"/>
                <a:gd name="connsiteY105-22208" fmla="*/ 609621 h 1059043"/>
                <a:gd name="connsiteX106-22209" fmla="*/ 670835 w 3024845"/>
                <a:gd name="connsiteY106-22210" fmla="*/ 609621 h 1059043"/>
                <a:gd name="connsiteX107-22211" fmla="*/ 670835 w 3024845"/>
                <a:gd name="connsiteY107-22212" fmla="*/ 503694 h 1059043"/>
                <a:gd name="connsiteX108-22213" fmla="*/ 672355 w 3024845"/>
                <a:gd name="connsiteY108-22214" fmla="*/ 503694 h 1059043"/>
                <a:gd name="connsiteX109-22215" fmla="*/ 682995 w 3024845"/>
                <a:gd name="connsiteY109-22216" fmla="*/ 503694 h 1059043"/>
                <a:gd name="connsiteX110-22217" fmla="*/ 682995 w 3024845"/>
                <a:gd name="connsiteY110-22218" fmla="*/ 456135 h 1059043"/>
                <a:gd name="connsiteX111-22219" fmla="*/ 709342 w 3024845"/>
                <a:gd name="connsiteY111-22220" fmla="*/ 456135 h 1059043"/>
                <a:gd name="connsiteX112-22221" fmla="*/ 709342 w 3024845"/>
                <a:gd name="connsiteY112-22222" fmla="*/ 434517 h 1059043"/>
                <a:gd name="connsiteX113-22223" fmla="*/ 743796 w 3024845"/>
                <a:gd name="connsiteY113-22224" fmla="*/ 434517 h 1059043"/>
                <a:gd name="connsiteX114-22225" fmla="*/ 743796 w 3024845"/>
                <a:gd name="connsiteY114-22226" fmla="*/ 436949 h 1059043"/>
                <a:gd name="connsiteX115-22227" fmla="*/ 743796 w 3024845"/>
                <a:gd name="connsiteY115-22228" fmla="*/ 453973 h 1059043"/>
                <a:gd name="connsiteX116-22229" fmla="*/ 746076 w 3024845"/>
                <a:gd name="connsiteY116-22230" fmla="*/ 453973 h 1059043"/>
                <a:gd name="connsiteX117-22231" fmla="*/ 762036 w 3024845"/>
                <a:gd name="connsiteY117-22232" fmla="*/ 453973 h 1059043"/>
                <a:gd name="connsiteX118-22233" fmla="*/ 762036 w 3024845"/>
                <a:gd name="connsiteY118-22234" fmla="*/ 501532 h 1059043"/>
                <a:gd name="connsiteX119-22235" fmla="*/ 763049 w 3024845"/>
                <a:gd name="connsiteY119-22236" fmla="*/ 501532 h 1059043"/>
                <a:gd name="connsiteX120-22237" fmla="*/ 770143 w 3024845"/>
                <a:gd name="connsiteY120-22238" fmla="*/ 501532 h 1059043"/>
                <a:gd name="connsiteX121-22239" fmla="*/ 784330 w 3024845"/>
                <a:gd name="connsiteY121-22240" fmla="*/ 505856 h 1059043"/>
                <a:gd name="connsiteX122-22241" fmla="*/ 784330 w 3024845"/>
                <a:gd name="connsiteY122-22242" fmla="*/ 544768 h 1059043"/>
                <a:gd name="connsiteX123-22243" fmla="*/ 785343 w 3024845"/>
                <a:gd name="connsiteY123-22244" fmla="*/ 544768 h 1059043"/>
                <a:gd name="connsiteX124-22245" fmla="*/ 792436 w 3024845"/>
                <a:gd name="connsiteY124-22246" fmla="*/ 544768 h 1059043"/>
                <a:gd name="connsiteX125-22247" fmla="*/ 792436 w 3024845"/>
                <a:gd name="connsiteY125-22248" fmla="*/ 546389 h 1059043"/>
                <a:gd name="connsiteX126-22249" fmla="*/ 792436 w 3024845"/>
                <a:gd name="connsiteY126-22250" fmla="*/ 557738 h 1059043"/>
                <a:gd name="connsiteX127-22251" fmla="*/ 794463 w 3024845"/>
                <a:gd name="connsiteY127-22252" fmla="*/ 557738 h 1059043"/>
                <a:gd name="connsiteX128-22253" fmla="*/ 808650 w 3024845"/>
                <a:gd name="connsiteY128-22254" fmla="*/ 557738 h 1059043"/>
                <a:gd name="connsiteX129-22255" fmla="*/ 814730 w 3024845"/>
                <a:gd name="connsiteY129-22256" fmla="*/ 564224 h 1059043"/>
                <a:gd name="connsiteX130-22257" fmla="*/ 814730 w 3024845"/>
                <a:gd name="connsiteY130-22258" fmla="*/ 585842 h 1059043"/>
                <a:gd name="connsiteX131-22259" fmla="*/ 817010 w 3024845"/>
                <a:gd name="connsiteY131-22260" fmla="*/ 585842 h 1059043"/>
                <a:gd name="connsiteX132-22261" fmla="*/ 832970 w 3024845"/>
                <a:gd name="connsiteY132-22262" fmla="*/ 585842 h 1059043"/>
                <a:gd name="connsiteX133-22263" fmla="*/ 832970 w 3024845"/>
                <a:gd name="connsiteY133-22264" fmla="*/ 586922 h 1059043"/>
                <a:gd name="connsiteX134-22265" fmla="*/ 832970 w 3024845"/>
                <a:gd name="connsiteY134-22266" fmla="*/ 594489 h 1059043"/>
                <a:gd name="connsiteX135-22267" fmla="*/ 834237 w 3024845"/>
                <a:gd name="connsiteY135-22268" fmla="*/ 594489 h 1059043"/>
                <a:gd name="connsiteX136-22269" fmla="*/ 843104 w 3024845"/>
                <a:gd name="connsiteY136-22270" fmla="*/ 594489 h 1059043"/>
                <a:gd name="connsiteX137-22271" fmla="*/ 843104 w 3024845"/>
                <a:gd name="connsiteY137-22272" fmla="*/ 596650 h 1059043"/>
                <a:gd name="connsiteX138-22273" fmla="*/ 843104 w 3024845"/>
                <a:gd name="connsiteY138-22274" fmla="*/ 611783 h 1059043"/>
                <a:gd name="connsiteX139-22275" fmla="*/ 847157 w 3024845"/>
                <a:gd name="connsiteY139-22276" fmla="*/ 609891 h 1059043"/>
                <a:gd name="connsiteX140-22277" fmla="*/ 847157 w 3024845"/>
                <a:gd name="connsiteY140-22278" fmla="*/ 596650 h 1059043"/>
                <a:gd name="connsiteX141-22279" fmla="*/ 848170 w 3024845"/>
                <a:gd name="connsiteY141-22280" fmla="*/ 596650 h 1059043"/>
                <a:gd name="connsiteX142-22281" fmla="*/ 855264 w 3024845"/>
                <a:gd name="connsiteY142-22282" fmla="*/ 596650 h 1059043"/>
                <a:gd name="connsiteX143-22283" fmla="*/ 855264 w 3024845"/>
                <a:gd name="connsiteY143-22284" fmla="*/ 598272 h 1059043"/>
                <a:gd name="connsiteX144-22285" fmla="*/ 855264 w 3024845"/>
                <a:gd name="connsiteY144-22286" fmla="*/ 609621 h 1059043"/>
                <a:gd name="connsiteX145-22287" fmla="*/ 856024 w 3024845"/>
                <a:gd name="connsiteY145-22288" fmla="*/ 609621 h 1059043"/>
                <a:gd name="connsiteX146-22289" fmla="*/ 861344 w 3024845"/>
                <a:gd name="connsiteY146-22290" fmla="*/ 609621 h 1059043"/>
                <a:gd name="connsiteX147-22291" fmla="*/ 909984 w 3024845"/>
                <a:gd name="connsiteY147-22292" fmla="*/ 605298 h 1059043"/>
                <a:gd name="connsiteX148-22293" fmla="*/ 909984 w 3024845"/>
                <a:gd name="connsiteY148-22294" fmla="*/ 606649 h 1059043"/>
                <a:gd name="connsiteX149-22295" fmla="*/ 909984 w 3024845"/>
                <a:gd name="connsiteY149-22296" fmla="*/ 616106 h 1059043"/>
                <a:gd name="connsiteX150-22297" fmla="*/ 910744 w 3024845"/>
                <a:gd name="connsiteY150-22298" fmla="*/ 616106 h 1059043"/>
                <a:gd name="connsiteX151-22299" fmla="*/ 916065 w 3024845"/>
                <a:gd name="connsiteY151-22300" fmla="*/ 616106 h 1059043"/>
                <a:gd name="connsiteX152-22301" fmla="*/ 916065 w 3024845"/>
                <a:gd name="connsiteY152-22302" fmla="*/ 618268 h 1059043"/>
                <a:gd name="connsiteX153-22303" fmla="*/ 916065 w 3024845"/>
                <a:gd name="connsiteY153-22304" fmla="*/ 633401 h 1059043"/>
                <a:gd name="connsiteX154-22305" fmla="*/ 918091 w 3024845"/>
                <a:gd name="connsiteY154-22306" fmla="*/ 632050 h 1059043"/>
                <a:gd name="connsiteX155-22307" fmla="*/ 932278 w 3024845"/>
                <a:gd name="connsiteY155-22308" fmla="*/ 622592 h 1059043"/>
                <a:gd name="connsiteX156-22309" fmla="*/ 938358 w 3024845"/>
                <a:gd name="connsiteY156-22310" fmla="*/ 581518 h 1059043"/>
                <a:gd name="connsiteX157-22311" fmla="*/ 939118 w 3024845"/>
                <a:gd name="connsiteY157-22312" fmla="*/ 581248 h 1059043"/>
                <a:gd name="connsiteX158-22313" fmla="*/ 944438 w 3024845"/>
                <a:gd name="connsiteY158-22314" fmla="*/ 579356 h 1059043"/>
                <a:gd name="connsiteX159-22315" fmla="*/ 946465 w 3024845"/>
                <a:gd name="connsiteY159-22316" fmla="*/ 510179 h 1059043"/>
                <a:gd name="connsiteX160-22317" fmla="*/ 948492 w 3024845"/>
                <a:gd name="connsiteY160-22318" fmla="*/ 579356 h 1059043"/>
                <a:gd name="connsiteX161-22319" fmla="*/ 949252 w 3024845"/>
                <a:gd name="connsiteY161-22320" fmla="*/ 579626 h 1059043"/>
                <a:gd name="connsiteX162-22321" fmla="*/ 954572 w 3024845"/>
                <a:gd name="connsiteY162-22322" fmla="*/ 581518 h 1059043"/>
                <a:gd name="connsiteX163-22323" fmla="*/ 954572 w 3024845"/>
                <a:gd name="connsiteY163-22324" fmla="*/ 495047 h 1059043"/>
                <a:gd name="connsiteX164-22325" fmla="*/ 958625 w 3024845"/>
                <a:gd name="connsiteY164-22326" fmla="*/ 462620 h 1059043"/>
                <a:gd name="connsiteX165-22327" fmla="*/ 997132 w 3024845"/>
                <a:gd name="connsiteY165-22328" fmla="*/ 462620 h 1059043"/>
                <a:gd name="connsiteX166-22329" fmla="*/ 997132 w 3024845"/>
                <a:gd name="connsiteY166-22330" fmla="*/ 495047 h 1059043"/>
                <a:gd name="connsiteX167-22331" fmla="*/ 997892 w 3024845"/>
                <a:gd name="connsiteY167-22332" fmla="*/ 495047 h 1059043"/>
                <a:gd name="connsiteX168-22333" fmla="*/ 1003212 w 3024845"/>
                <a:gd name="connsiteY168-22334" fmla="*/ 495047 h 1059043"/>
                <a:gd name="connsiteX169-22335" fmla="*/ 1003212 w 3024845"/>
                <a:gd name="connsiteY169-22336" fmla="*/ 412899 h 1059043"/>
                <a:gd name="connsiteX170-22337" fmla="*/ 1004986 w 3024845"/>
                <a:gd name="connsiteY170-22338" fmla="*/ 412899 h 1059043"/>
                <a:gd name="connsiteX171-22339" fmla="*/ 1017399 w 3024845"/>
                <a:gd name="connsiteY171-22340" fmla="*/ 412899 h 1059043"/>
                <a:gd name="connsiteX172-22341" fmla="*/ 1017399 w 3024845"/>
                <a:gd name="connsiteY172-22342" fmla="*/ 411008 h 1059043"/>
                <a:gd name="connsiteX173-22343" fmla="*/ 1017399 w 3024845"/>
                <a:gd name="connsiteY173-22344" fmla="*/ 397767 h 1059043"/>
                <a:gd name="connsiteX174-22345" fmla="*/ 1039693 w 3024845"/>
                <a:gd name="connsiteY174-22346" fmla="*/ 397767 h 1059043"/>
                <a:gd name="connsiteX175-22347" fmla="*/ 1039693 w 3024845"/>
                <a:gd name="connsiteY175-22348" fmla="*/ 396686 h 1059043"/>
                <a:gd name="connsiteX176-22349" fmla="*/ 1039693 w 3024845"/>
                <a:gd name="connsiteY176-22350" fmla="*/ 389120 h 1059043"/>
                <a:gd name="connsiteX177-22351" fmla="*/ 1041466 w 3024845"/>
                <a:gd name="connsiteY177-22352" fmla="*/ 389120 h 1059043"/>
                <a:gd name="connsiteX178-22353" fmla="*/ 1053880 w 3024845"/>
                <a:gd name="connsiteY178-22354" fmla="*/ 389120 h 1059043"/>
                <a:gd name="connsiteX179-22355" fmla="*/ 1053880 w 3024845"/>
                <a:gd name="connsiteY179-22356" fmla="*/ 390201 h 1059043"/>
                <a:gd name="connsiteX180-22357" fmla="*/ 1053880 w 3024845"/>
                <a:gd name="connsiteY180-22358" fmla="*/ 397767 h 1059043"/>
                <a:gd name="connsiteX181-22359" fmla="*/ 1054640 w 3024845"/>
                <a:gd name="connsiteY181-22360" fmla="*/ 397767 h 1059043"/>
                <a:gd name="connsiteX182-22361" fmla="*/ 1059960 w 3024845"/>
                <a:gd name="connsiteY182-22362" fmla="*/ 397767 h 1059043"/>
                <a:gd name="connsiteX183-22363" fmla="*/ 1070093 w 3024845"/>
                <a:gd name="connsiteY183-22364" fmla="*/ 393443 h 1059043"/>
                <a:gd name="connsiteX184-22365" fmla="*/ 1074146 w 3024845"/>
                <a:gd name="connsiteY184-22366" fmla="*/ 396686 h 1059043"/>
                <a:gd name="connsiteX185-22367" fmla="*/ 1074146 w 3024845"/>
                <a:gd name="connsiteY185-22368" fmla="*/ 389120 h 1059043"/>
                <a:gd name="connsiteX186-22369" fmla="*/ 1076426 w 3024845"/>
                <a:gd name="connsiteY186-22370" fmla="*/ 389120 h 1059043"/>
                <a:gd name="connsiteX187-22371" fmla="*/ 1092387 w 3024845"/>
                <a:gd name="connsiteY187-22372" fmla="*/ 389120 h 1059043"/>
                <a:gd name="connsiteX188-22373" fmla="*/ 1092387 w 3024845"/>
                <a:gd name="connsiteY188-22374" fmla="*/ 390201 h 1059043"/>
                <a:gd name="connsiteX189-22375" fmla="*/ 1092387 w 3024845"/>
                <a:gd name="connsiteY189-22376" fmla="*/ 397767 h 1059043"/>
                <a:gd name="connsiteX190-22377" fmla="*/ 1122787 w 3024845"/>
                <a:gd name="connsiteY190-22378" fmla="*/ 397767 h 1059043"/>
                <a:gd name="connsiteX191-22379" fmla="*/ 1122787 w 3024845"/>
                <a:gd name="connsiteY191-22380" fmla="*/ 399388 h 1059043"/>
                <a:gd name="connsiteX192-22381" fmla="*/ 1122787 w 3024845"/>
                <a:gd name="connsiteY192-22382" fmla="*/ 410738 h 1059043"/>
                <a:gd name="connsiteX193-22383" fmla="*/ 1149134 w 3024845"/>
                <a:gd name="connsiteY193-22384" fmla="*/ 410738 h 1059043"/>
                <a:gd name="connsiteX194-22385" fmla="*/ 1149134 w 3024845"/>
                <a:gd name="connsiteY194-22386" fmla="*/ 441002 h 1059043"/>
                <a:gd name="connsiteX195-22387" fmla="*/ 1149894 w 3024845"/>
                <a:gd name="connsiteY195-22388" fmla="*/ 441002 h 1059043"/>
                <a:gd name="connsiteX196-22389" fmla="*/ 1155214 w 3024845"/>
                <a:gd name="connsiteY196-22390" fmla="*/ 441002 h 1059043"/>
                <a:gd name="connsiteX197-22391" fmla="*/ 1155214 w 3024845"/>
                <a:gd name="connsiteY197-22392" fmla="*/ 442083 h 1059043"/>
                <a:gd name="connsiteX198-22393" fmla="*/ 1155214 w 3024845"/>
                <a:gd name="connsiteY198-22394" fmla="*/ 449650 h 1059043"/>
                <a:gd name="connsiteX199-22395" fmla="*/ 1159268 w 3024845"/>
                <a:gd name="connsiteY199-22396" fmla="*/ 479914 h 1059043"/>
                <a:gd name="connsiteX200-22397" fmla="*/ 1160028 w 3024845"/>
                <a:gd name="connsiteY200-22398" fmla="*/ 479914 h 1059043"/>
                <a:gd name="connsiteX201-22399" fmla="*/ 1165348 w 3024845"/>
                <a:gd name="connsiteY201-22400" fmla="*/ 479914 h 1059043"/>
                <a:gd name="connsiteX202-22401" fmla="*/ 1165348 w 3024845"/>
                <a:gd name="connsiteY202-22402" fmla="*/ 480725 h 1059043"/>
                <a:gd name="connsiteX203-22403" fmla="*/ 1165348 w 3024845"/>
                <a:gd name="connsiteY203-22404" fmla="*/ 486400 h 1059043"/>
                <a:gd name="connsiteX204-22405" fmla="*/ 1166361 w 3024845"/>
                <a:gd name="connsiteY204-22406" fmla="*/ 486400 h 1059043"/>
                <a:gd name="connsiteX205-22407" fmla="*/ 1173454 w 3024845"/>
                <a:gd name="connsiteY205-22408" fmla="*/ 486400 h 1059043"/>
                <a:gd name="connsiteX206-22409" fmla="*/ 1173454 w 3024845"/>
                <a:gd name="connsiteY206-22410" fmla="*/ 516665 h 1059043"/>
                <a:gd name="connsiteX207-22411" fmla="*/ 1175481 w 3024845"/>
                <a:gd name="connsiteY207-22412" fmla="*/ 516665 h 1059043"/>
                <a:gd name="connsiteX208-22413" fmla="*/ 1189668 w 3024845"/>
                <a:gd name="connsiteY208-22414" fmla="*/ 516665 h 1059043"/>
                <a:gd name="connsiteX209-22415" fmla="*/ 1189668 w 3024845"/>
                <a:gd name="connsiteY209-22416" fmla="*/ 540444 h 1059043"/>
                <a:gd name="connsiteX210-22417" fmla="*/ 1191695 w 3024845"/>
                <a:gd name="connsiteY210-22418" fmla="*/ 542065 h 1059043"/>
                <a:gd name="connsiteX211-22419" fmla="*/ 1191695 w 3024845"/>
                <a:gd name="connsiteY211-22420" fmla="*/ 553415 h 1059043"/>
                <a:gd name="connsiteX212-22421" fmla="*/ 1192455 w 3024845"/>
                <a:gd name="connsiteY212-22422" fmla="*/ 553415 h 1059043"/>
                <a:gd name="connsiteX213-22423" fmla="*/ 1197775 w 3024845"/>
                <a:gd name="connsiteY213-22424" fmla="*/ 553415 h 1059043"/>
                <a:gd name="connsiteX214-22425" fmla="*/ 1197775 w 3024845"/>
                <a:gd name="connsiteY214-22426" fmla="*/ 577194 h 1059043"/>
                <a:gd name="connsiteX215-22427" fmla="*/ 1199041 w 3024845"/>
                <a:gd name="connsiteY215-22428" fmla="*/ 577194 h 1059043"/>
                <a:gd name="connsiteX216-22429" fmla="*/ 1207908 w 3024845"/>
                <a:gd name="connsiteY216-22430" fmla="*/ 577194 h 1059043"/>
                <a:gd name="connsiteX217-22431" fmla="*/ 1209935 w 3024845"/>
                <a:gd name="connsiteY217-22432" fmla="*/ 581248 h 1059043"/>
                <a:gd name="connsiteX218-22433" fmla="*/ 1209935 w 3024845"/>
                <a:gd name="connsiteY218-22434" fmla="*/ 594489 h 1059043"/>
                <a:gd name="connsiteX219-22435" fmla="*/ 1211455 w 3024845"/>
                <a:gd name="connsiteY219-22436" fmla="*/ 592597 h 1059043"/>
                <a:gd name="connsiteX220-22437" fmla="*/ 1222095 w 3024845"/>
                <a:gd name="connsiteY220-22438" fmla="*/ 579356 h 1059043"/>
                <a:gd name="connsiteX221-22439" fmla="*/ 1250469 w 3024845"/>
                <a:gd name="connsiteY221-22440" fmla="*/ 579356 h 1059043"/>
                <a:gd name="connsiteX222-22441" fmla="*/ 1250469 w 3024845"/>
                <a:gd name="connsiteY222-22442" fmla="*/ 665827 h 1059043"/>
                <a:gd name="connsiteX223-22443" fmla="*/ 1251229 w 3024845"/>
                <a:gd name="connsiteY223-22444" fmla="*/ 665827 h 1059043"/>
                <a:gd name="connsiteX224-22445" fmla="*/ 1256549 w 3024845"/>
                <a:gd name="connsiteY224-22446" fmla="*/ 665827 h 1059043"/>
                <a:gd name="connsiteX225-22447" fmla="*/ 1257309 w 3024845"/>
                <a:gd name="connsiteY225-22448" fmla="*/ 664476 h 1059043"/>
                <a:gd name="connsiteX226-22449" fmla="*/ 1262629 w 3024845"/>
                <a:gd name="connsiteY226-22450" fmla="*/ 655018 h 1059043"/>
                <a:gd name="connsiteX227-22451" fmla="*/ 1262629 w 3024845"/>
                <a:gd name="connsiteY227-22452" fmla="*/ 656910 h 1059043"/>
                <a:gd name="connsiteX228-22453" fmla="*/ 1262629 w 3024845"/>
                <a:gd name="connsiteY228-22454" fmla="*/ 670151 h 1059043"/>
                <a:gd name="connsiteX229-22455" fmla="*/ 1266682 w 3024845"/>
                <a:gd name="connsiteY229-22456" fmla="*/ 624754 h 1059043"/>
                <a:gd name="connsiteX230-22457" fmla="*/ 1267442 w 3024845"/>
                <a:gd name="connsiteY230-22458" fmla="*/ 624754 h 1059043"/>
                <a:gd name="connsiteX231-22459" fmla="*/ 1272762 w 3024845"/>
                <a:gd name="connsiteY231-22460" fmla="*/ 624754 h 1059043"/>
                <a:gd name="connsiteX232-22461" fmla="*/ 1272762 w 3024845"/>
                <a:gd name="connsiteY232-22462" fmla="*/ 559900 h 1059043"/>
                <a:gd name="connsiteX233-22463" fmla="*/ 1273776 w 3024845"/>
                <a:gd name="connsiteY233-22464" fmla="*/ 559900 h 1059043"/>
                <a:gd name="connsiteX234-22465" fmla="*/ 1280869 w 3024845"/>
                <a:gd name="connsiteY234-22466" fmla="*/ 559900 h 1059043"/>
                <a:gd name="connsiteX235-22467" fmla="*/ 1293029 w 3024845"/>
                <a:gd name="connsiteY235-22468" fmla="*/ 516665 h 1059043"/>
                <a:gd name="connsiteX236-22469" fmla="*/ 1294296 w 3024845"/>
                <a:gd name="connsiteY236-22470" fmla="*/ 516665 h 1059043"/>
                <a:gd name="connsiteX237-22471" fmla="*/ 1303163 w 3024845"/>
                <a:gd name="connsiteY237-22472" fmla="*/ 516665 h 1059043"/>
                <a:gd name="connsiteX238-22473" fmla="*/ 1313296 w 3024845"/>
                <a:gd name="connsiteY238-22474" fmla="*/ 559900 h 1059043"/>
                <a:gd name="connsiteX239-22475" fmla="*/ 1314309 w 3024845"/>
                <a:gd name="connsiteY239-22476" fmla="*/ 559900 h 1059043"/>
                <a:gd name="connsiteX240-22477" fmla="*/ 1321403 w 3024845"/>
                <a:gd name="connsiteY240-22478" fmla="*/ 559900 h 1059043"/>
                <a:gd name="connsiteX241-22479" fmla="*/ 1321403 w 3024845"/>
                <a:gd name="connsiteY241-22480" fmla="*/ 598812 h 1059043"/>
                <a:gd name="connsiteX242-22481" fmla="*/ 1323176 w 3024845"/>
                <a:gd name="connsiteY242-22482" fmla="*/ 598812 h 1059043"/>
                <a:gd name="connsiteX243-22483" fmla="*/ 1335590 w 3024845"/>
                <a:gd name="connsiteY243-22484" fmla="*/ 598812 h 1059043"/>
                <a:gd name="connsiteX244-22485" fmla="*/ 1335590 w 3024845"/>
                <a:gd name="connsiteY244-22486" fmla="*/ 600974 h 1059043"/>
                <a:gd name="connsiteX245-22487" fmla="*/ 1335590 w 3024845"/>
                <a:gd name="connsiteY245-22488" fmla="*/ 616106 h 1059043"/>
                <a:gd name="connsiteX246-22489" fmla="*/ 1339643 w 3024845"/>
                <a:gd name="connsiteY246-22490" fmla="*/ 613945 h 1059043"/>
                <a:gd name="connsiteX247-22491" fmla="*/ 1339643 w 3024845"/>
                <a:gd name="connsiteY247-22492" fmla="*/ 598812 h 1059043"/>
                <a:gd name="connsiteX248-22493" fmla="*/ 1341163 w 3024845"/>
                <a:gd name="connsiteY248-22494" fmla="*/ 598812 h 1059043"/>
                <a:gd name="connsiteX249-22495" fmla="*/ 1351803 w 3024845"/>
                <a:gd name="connsiteY249-22496" fmla="*/ 598812 h 1059043"/>
                <a:gd name="connsiteX250-22497" fmla="*/ 1351803 w 3024845"/>
                <a:gd name="connsiteY250-22498" fmla="*/ 600433 h 1059043"/>
                <a:gd name="connsiteX251-22499" fmla="*/ 1351803 w 3024845"/>
                <a:gd name="connsiteY251-22500" fmla="*/ 611783 h 1059043"/>
                <a:gd name="connsiteX252-22501" fmla="*/ 1382204 w 3024845"/>
                <a:gd name="connsiteY252-22502" fmla="*/ 611783 h 1059043"/>
                <a:gd name="connsiteX253-22503" fmla="*/ 1382204 w 3024845"/>
                <a:gd name="connsiteY253-22504" fmla="*/ 575033 h 1059043"/>
                <a:gd name="connsiteX254-22505" fmla="*/ 1383470 w 3024845"/>
                <a:gd name="connsiteY254-22506" fmla="*/ 575033 h 1059043"/>
                <a:gd name="connsiteX255-22507" fmla="*/ 1392337 w 3024845"/>
                <a:gd name="connsiteY255-22508" fmla="*/ 575033 h 1059043"/>
                <a:gd name="connsiteX256-22509" fmla="*/ 1392337 w 3024845"/>
                <a:gd name="connsiteY256-22510" fmla="*/ 596650 h 1059043"/>
                <a:gd name="connsiteX257-22511" fmla="*/ 1394364 w 3024845"/>
                <a:gd name="connsiteY257-22512" fmla="*/ 564224 h 1059043"/>
                <a:gd name="connsiteX258-22513" fmla="*/ 1416657 w 3024845"/>
                <a:gd name="connsiteY258-22514" fmla="*/ 564224 h 1059043"/>
                <a:gd name="connsiteX259-22515" fmla="*/ 1416657 w 3024845"/>
                <a:gd name="connsiteY259-22516" fmla="*/ 562602 h 1059043"/>
                <a:gd name="connsiteX260-22517" fmla="*/ 1416657 w 3024845"/>
                <a:gd name="connsiteY260-22518" fmla="*/ 551253 h 1059043"/>
                <a:gd name="connsiteX261-22519" fmla="*/ 1417417 w 3024845"/>
                <a:gd name="connsiteY261-22520" fmla="*/ 551253 h 1059043"/>
                <a:gd name="connsiteX262-22521" fmla="*/ 1422737 w 3024845"/>
                <a:gd name="connsiteY262-22522" fmla="*/ 551253 h 1059043"/>
                <a:gd name="connsiteX263-22523" fmla="*/ 1422737 w 3024845"/>
                <a:gd name="connsiteY263-22524" fmla="*/ 549362 h 1059043"/>
                <a:gd name="connsiteX264-22525" fmla="*/ 1422737 w 3024845"/>
                <a:gd name="connsiteY264-22526" fmla="*/ 536121 h 1059043"/>
                <a:gd name="connsiteX265-22527" fmla="*/ 1426791 w 3024845"/>
                <a:gd name="connsiteY265-22528" fmla="*/ 542606 h 1059043"/>
                <a:gd name="connsiteX266-22529" fmla="*/ 1429071 w 3024845"/>
                <a:gd name="connsiteY266-22530" fmla="*/ 542606 h 1059043"/>
                <a:gd name="connsiteX267-22531" fmla="*/ 1445031 w 3024845"/>
                <a:gd name="connsiteY267-22532" fmla="*/ 542606 h 1059043"/>
                <a:gd name="connsiteX268-22533" fmla="*/ 1445031 w 3024845"/>
                <a:gd name="connsiteY268-22534" fmla="*/ 541795 h 1059043"/>
                <a:gd name="connsiteX269-22535" fmla="*/ 1445031 w 3024845"/>
                <a:gd name="connsiteY269-22536" fmla="*/ 536121 h 1059043"/>
                <a:gd name="connsiteX270-22537" fmla="*/ 1445791 w 3024845"/>
                <a:gd name="connsiteY270-22538" fmla="*/ 536121 h 1059043"/>
                <a:gd name="connsiteX271-22539" fmla="*/ 1451111 w 3024845"/>
                <a:gd name="connsiteY271-22540" fmla="*/ 536121 h 1059043"/>
                <a:gd name="connsiteX272-22541" fmla="*/ 1451111 w 3024845"/>
                <a:gd name="connsiteY272-22542" fmla="*/ 537472 h 1059043"/>
                <a:gd name="connsiteX273-22543" fmla="*/ 1451111 w 3024845"/>
                <a:gd name="connsiteY273-22544" fmla="*/ 546930 h 1059043"/>
                <a:gd name="connsiteX274-22545" fmla="*/ 1489618 w 3024845"/>
                <a:gd name="connsiteY274-22546" fmla="*/ 546930 h 1059043"/>
                <a:gd name="connsiteX275-22547" fmla="*/ 1489618 w 3024845"/>
                <a:gd name="connsiteY275-22548" fmla="*/ 685283 h 1059043"/>
                <a:gd name="connsiteX276-22549" fmla="*/ 1491138 w 3024845"/>
                <a:gd name="connsiteY276-22550" fmla="*/ 685283 h 1059043"/>
                <a:gd name="connsiteX277-22551" fmla="*/ 1501778 w 3024845"/>
                <a:gd name="connsiteY277-22552" fmla="*/ 685283 h 1059043"/>
                <a:gd name="connsiteX278-22553" fmla="*/ 1501778 w 3024845"/>
                <a:gd name="connsiteY278-22554" fmla="*/ 672313 h 1059043"/>
                <a:gd name="connsiteX279-22555" fmla="*/ 1505832 w 3024845"/>
                <a:gd name="connsiteY279-22556" fmla="*/ 672313 h 1059043"/>
                <a:gd name="connsiteX280-22557" fmla="*/ 1505832 w 3024845"/>
                <a:gd name="connsiteY280-22558" fmla="*/ 685283 h 1059043"/>
                <a:gd name="connsiteX281-22559" fmla="*/ 1536232 w 3024845"/>
                <a:gd name="connsiteY281-22560" fmla="*/ 685283 h 1059043"/>
                <a:gd name="connsiteX282-22561" fmla="*/ 1536232 w 3024845"/>
                <a:gd name="connsiteY282-22562" fmla="*/ 655018 h 1059043"/>
                <a:gd name="connsiteX283-22563" fmla="*/ 1548392 w 3024845"/>
                <a:gd name="connsiteY283-22564" fmla="*/ 655018 h 1059043"/>
                <a:gd name="connsiteX284-22565" fmla="*/ 1560552 w 3024845"/>
                <a:gd name="connsiteY284-22566" fmla="*/ 652857 h 1059043"/>
                <a:gd name="connsiteX285-22567" fmla="*/ 1564606 w 3024845"/>
                <a:gd name="connsiteY285-22568" fmla="*/ 655018 h 1059043"/>
                <a:gd name="connsiteX286-22569" fmla="*/ 1574739 w 3024845"/>
                <a:gd name="connsiteY286-22570" fmla="*/ 655018 h 1059043"/>
                <a:gd name="connsiteX287-22571" fmla="*/ 1574739 w 3024845"/>
                <a:gd name="connsiteY287-22572" fmla="*/ 685283 h 1059043"/>
                <a:gd name="connsiteX288-22573" fmla="*/ 1582846 w 3024845"/>
                <a:gd name="connsiteY288-22574" fmla="*/ 685283 h 1059043"/>
                <a:gd name="connsiteX289-22575" fmla="*/ 1582846 w 3024845"/>
                <a:gd name="connsiteY289-22576" fmla="*/ 702578 h 1059043"/>
                <a:gd name="connsiteX290-22577" fmla="*/ 1592182 w 3024845"/>
                <a:gd name="connsiteY290-22578" fmla="*/ 703483 h 1059043"/>
                <a:gd name="connsiteX291-22579" fmla="*/ 1605140 w 3024845"/>
                <a:gd name="connsiteY291-22580" fmla="*/ 703483 h 1059043"/>
                <a:gd name="connsiteX292-22581" fmla="*/ 1605140 w 3024845"/>
                <a:gd name="connsiteY292-22582" fmla="*/ 687445 h 1059043"/>
                <a:gd name="connsiteX293-22583" fmla="*/ 1673096 w 3024845"/>
                <a:gd name="connsiteY293-22584" fmla="*/ 687445 h 1059043"/>
                <a:gd name="connsiteX294-22585" fmla="*/ 1673096 w 3024845"/>
                <a:gd name="connsiteY294-22586" fmla="*/ 602192 h 1059043"/>
                <a:gd name="connsiteX295-22587" fmla="*/ 1745104 w 3024845"/>
                <a:gd name="connsiteY295-22588" fmla="*/ 602192 h 1059043"/>
                <a:gd name="connsiteX296-22589" fmla="*/ 1745104 w 3024845"/>
                <a:gd name="connsiteY296-22590" fmla="*/ 680960 h 1059043"/>
                <a:gd name="connsiteX297-22591" fmla="*/ 1747008 w 3024845"/>
                <a:gd name="connsiteY297-22592" fmla="*/ 680960 h 1059043"/>
                <a:gd name="connsiteX298-22593" fmla="*/ 1748250 w 3024845"/>
                <a:gd name="connsiteY298-22594" fmla="*/ 703483 h 1059043"/>
                <a:gd name="connsiteX299-22595" fmla="*/ 1757926 w 3024845"/>
                <a:gd name="connsiteY299-22596" fmla="*/ 703483 h 1059043"/>
                <a:gd name="connsiteX300-22597" fmla="*/ 1759168 w 3024845"/>
                <a:gd name="connsiteY300-22598" fmla="*/ 680960 h 1059043"/>
                <a:gd name="connsiteX301-22599" fmla="*/ 1765248 w 3024845"/>
                <a:gd name="connsiteY301-22600" fmla="*/ 680960 h 1059043"/>
                <a:gd name="connsiteX302-22601" fmla="*/ 1766490 w 3024845"/>
                <a:gd name="connsiteY302-22602" fmla="*/ 703483 h 1059043"/>
                <a:gd name="connsiteX303-22603" fmla="*/ 1817112 w 3024845"/>
                <a:gd name="connsiteY303-22604" fmla="*/ 703483 h 1059043"/>
                <a:gd name="connsiteX304-22605" fmla="*/ 1817112 w 3024845"/>
                <a:gd name="connsiteY304-22606" fmla="*/ 540455 h 1059043"/>
                <a:gd name="connsiteX305-22607" fmla="*/ 2014439 w 3024845"/>
                <a:gd name="connsiteY305-22608" fmla="*/ 540455 h 1059043"/>
                <a:gd name="connsiteX306-22609" fmla="*/ 2014439 w 3024845"/>
                <a:gd name="connsiteY306-22610" fmla="*/ 703483 h 1059043"/>
                <a:gd name="connsiteX307-22611" fmla="*/ 2033136 w 3024845"/>
                <a:gd name="connsiteY307-22612" fmla="*/ 703483 h 1059043"/>
                <a:gd name="connsiteX308-22613" fmla="*/ 2033136 w 3024845"/>
                <a:gd name="connsiteY308-22614" fmla="*/ 620790 h 1059043"/>
                <a:gd name="connsiteX309-22615" fmla="*/ 2128256 w 3024845"/>
                <a:gd name="connsiteY309-22616" fmla="*/ 620790 h 1059043"/>
                <a:gd name="connsiteX310-22617" fmla="*/ 2128026 w 3024845"/>
                <a:gd name="connsiteY310-22618" fmla="*/ 281031 h 1059043"/>
                <a:gd name="connsiteX311-22619" fmla="*/ 2121946 w 3024845"/>
                <a:gd name="connsiteY311-22620" fmla="*/ 276707 h 1059043"/>
                <a:gd name="connsiteX312-22621" fmla="*/ 2130053 w 3024845"/>
                <a:gd name="connsiteY312-22622" fmla="*/ 252928 h 1059043"/>
                <a:gd name="connsiteX313-22623" fmla="*/ 2130053 w 3024845"/>
                <a:gd name="connsiteY313-22624" fmla="*/ 235634 h 1059043"/>
                <a:gd name="connsiteX314-22625" fmla="*/ 2144240 w 3024845"/>
                <a:gd name="connsiteY314-22626" fmla="*/ 235634 h 1059043"/>
                <a:gd name="connsiteX315-22627" fmla="*/ 2144240 w 3024845"/>
                <a:gd name="connsiteY315-22628" fmla="*/ 214016 h 1059043"/>
                <a:gd name="connsiteX316-22629" fmla="*/ 2146266 w 3024845"/>
                <a:gd name="connsiteY316-22630" fmla="*/ 209692 h 1059043"/>
                <a:gd name="connsiteX317-22631" fmla="*/ 2146266 w 3024845"/>
                <a:gd name="connsiteY317-22632" fmla="*/ 131868 h 1059043"/>
                <a:gd name="connsiteX318-22633" fmla="*/ 2144240 w 3024845"/>
                <a:gd name="connsiteY318-22634" fmla="*/ 125383 h 1059043"/>
                <a:gd name="connsiteX319-22635" fmla="*/ 2150320 w 3024845"/>
                <a:gd name="connsiteY319-22636" fmla="*/ 118897 h 1059043"/>
                <a:gd name="connsiteX320-22637" fmla="*/ 2150320 w 3024845"/>
                <a:gd name="connsiteY320-22638" fmla="*/ 60529 h 1059043"/>
                <a:gd name="connsiteX321-22639" fmla="*/ 2152346 w 3024845"/>
                <a:gd name="connsiteY321-22640" fmla="*/ 56206 h 1059043"/>
                <a:gd name="connsiteX322-22641" fmla="*/ 2152346 w 3024845"/>
                <a:gd name="connsiteY322-22642" fmla="*/ 0 h 1059043"/>
                <a:gd name="connsiteX323-22643" fmla="*/ 2162480 w 3024845"/>
                <a:gd name="connsiteY323-22644" fmla="*/ 118897 h 1059043"/>
                <a:gd name="connsiteX324-22645" fmla="*/ 2168560 w 3024845"/>
                <a:gd name="connsiteY324-22646" fmla="*/ 125383 h 1059043"/>
                <a:gd name="connsiteX325-22647" fmla="*/ 2166533 w 3024845"/>
                <a:gd name="connsiteY325-22648" fmla="*/ 131868 h 1059043"/>
                <a:gd name="connsiteX326-22649" fmla="*/ 2166533 w 3024845"/>
                <a:gd name="connsiteY326-22650" fmla="*/ 209692 h 1059043"/>
                <a:gd name="connsiteX327-22651" fmla="*/ 2180720 w 3024845"/>
                <a:gd name="connsiteY327-22652" fmla="*/ 555577 h 1059043"/>
                <a:gd name="connsiteX328-22653" fmla="*/ 2245574 w 3024845"/>
                <a:gd name="connsiteY328-22654" fmla="*/ 555577 h 1059043"/>
                <a:gd name="connsiteX329-22655" fmla="*/ 2245574 w 3024845"/>
                <a:gd name="connsiteY329-22656" fmla="*/ 631239 h 1059043"/>
                <a:gd name="connsiteX330-22657" fmla="*/ 2253681 w 3024845"/>
                <a:gd name="connsiteY330-22658" fmla="*/ 631239 h 1059043"/>
                <a:gd name="connsiteX331-22659" fmla="*/ 2255708 w 3024845"/>
                <a:gd name="connsiteY331-22660" fmla="*/ 624754 h 1059043"/>
                <a:gd name="connsiteX332-22661" fmla="*/ 2261788 w 3024845"/>
                <a:gd name="connsiteY332-22662" fmla="*/ 624754 h 1059043"/>
                <a:gd name="connsiteX333-22663" fmla="*/ 2263815 w 3024845"/>
                <a:gd name="connsiteY333-22664" fmla="*/ 633401 h 1059043"/>
                <a:gd name="connsiteX334-22665" fmla="*/ 2275975 w 3024845"/>
                <a:gd name="connsiteY334-22666" fmla="*/ 633401 h 1059043"/>
                <a:gd name="connsiteX335-22667" fmla="*/ 2275975 w 3024845"/>
                <a:gd name="connsiteY335-22668" fmla="*/ 626915 h 1059043"/>
                <a:gd name="connsiteX336-22669" fmla="*/ 2298268 w 3024845"/>
                <a:gd name="connsiteY336-22670" fmla="*/ 626915 h 1059043"/>
                <a:gd name="connsiteX337-22671" fmla="*/ 2298268 w 3024845"/>
                <a:gd name="connsiteY337-22672" fmla="*/ 633401 h 1059043"/>
                <a:gd name="connsiteX338-22673" fmla="*/ 2318535 w 3024845"/>
                <a:gd name="connsiteY338-22674" fmla="*/ 633401 h 1059043"/>
                <a:gd name="connsiteX339-22675" fmla="*/ 2318535 w 3024845"/>
                <a:gd name="connsiteY339-22676" fmla="*/ 678798 h 1059043"/>
                <a:gd name="connsiteX340-22677" fmla="*/ 2332722 w 3024845"/>
                <a:gd name="connsiteY340-22678" fmla="*/ 678798 h 1059043"/>
                <a:gd name="connsiteX341-22679" fmla="*/ 2332722 w 3024845"/>
                <a:gd name="connsiteY341-22680" fmla="*/ 665827 h 1059043"/>
                <a:gd name="connsiteX342-22681" fmla="*/ 2348936 w 3024845"/>
                <a:gd name="connsiteY342-22682" fmla="*/ 665827 h 1059043"/>
                <a:gd name="connsiteX343-22683" fmla="*/ 2348936 w 3024845"/>
                <a:gd name="connsiteY343-22684" fmla="*/ 486400 h 1059043"/>
                <a:gd name="connsiteX344-22685" fmla="*/ 2355016 w 3024845"/>
                <a:gd name="connsiteY344-22686" fmla="*/ 479914 h 1059043"/>
                <a:gd name="connsiteX345-22687" fmla="*/ 2427977 w 3024845"/>
                <a:gd name="connsiteY345-22688" fmla="*/ 479914 h 1059043"/>
                <a:gd name="connsiteX346-22689" fmla="*/ 2427977 w 3024845"/>
                <a:gd name="connsiteY346-22690" fmla="*/ 488562 h 1059043"/>
                <a:gd name="connsiteX347-22691" fmla="*/ 2438110 w 3024845"/>
                <a:gd name="connsiteY347-22692" fmla="*/ 488562 h 1059043"/>
                <a:gd name="connsiteX348-22693" fmla="*/ 2438110 w 3024845"/>
                <a:gd name="connsiteY348-22694" fmla="*/ 603136 h 1059043"/>
                <a:gd name="connsiteX349-22695" fmla="*/ 2460404 w 3024845"/>
                <a:gd name="connsiteY349-22696" fmla="*/ 603136 h 1059043"/>
                <a:gd name="connsiteX350-22697" fmla="*/ 2460404 w 3024845"/>
                <a:gd name="connsiteY350-22698" fmla="*/ 536121 h 1059043"/>
                <a:gd name="connsiteX351-22699" fmla="*/ 2486751 w 3024845"/>
                <a:gd name="connsiteY351-22700" fmla="*/ 536121 h 1059043"/>
                <a:gd name="connsiteX352-22701" fmla="*/ 2490804 w 3024845"/>
                <a:gd name="connsiteY352-22702" fmla="*/ 531797 h 1059043"/>
                <a:gd name="connsiteX353-22703" fmla="*/ 2498911 w 3024845"/>
                <a:gd name="connsiteY353-22704" fmla="*/ 531797 h 1059043"/>
                <a:gd name="connsiteX354-22705" fmla="*/ 2502964 w 3024845"/>
                <a:gd name="connsiteY354-22706" fmla="*/ 536121 h 1059043"/>
                <a:gd name="connsiteX355-22707" fmla="*/ 2525258 w 3024845"/>
                <a:gd name="connsiteY355-22708" fmla="*/ 536121 h 1059043"/>
                <a:gd name="connsiteX356-22709" fmla="*/ 2525258 w 3024845"/>
                <a:gd name="connsiteY356-22710" fmla="*/ 419385 h 1059043"/>
                <a:gd name="connsiteX357-22711" fmla="*/ 2582005 w 3024845"/>
                <a:gd name="connsiteY357-22712" fmla="*/ 408576 h 1059043"/>
                <a:gd name="connsiteX358-22713" fmla="*/ 2582005 w 3024845"/>
                <a:gd name="connsiteY358-22714" fmla="*/ 409657 h 1059043"/>
                <a:gd name="connsiteX359-22715" fmla="*/ 2582005 w 3024845"/>
                <a:gd name="connsiteY359-22716" fmla="*/ 417223 h 1059043"/>
                <a:gd name="connsiteX360-22717" fmla="*/ 2608352 w 3024845"/>
                <a:gd name="connsiteY360-22718" fmla="*/ 417223 h 1059043"/>
                <a:gd name="connsiteX361-22719" fmla="*/ 2608352 w 3024845"/>
                <a:gd name="connsiteY361-22720" fmla="*/ 672313 h 1059043"/>
                <a:gd name="connsiteX362-22721" fmla="*/ 2630646 w 3024845"/>
                <a:gd name="connsiteY362-22722" fmla="*/ 672313 h 1059043"/>
                <a:gd name="connsiteX363-22723" fmla="*/ 2630646 w 3024845"/>
                <a:gd name="connsiteY363-22724" fmla="*/ 667989 h 1059043"/>
                <a:gd name="connsiteX364-22725" fmla="*/ 2642806 w 3024845"/>
                <a:gd name="connsiteY364-22726" fmla="*/ 667989 h 1059043"/>
                <a:gd name="connsiteX365-22727" fmla="*/ 2642806 w 3024845"/>
                <a:gd name="connsiteY365-22728" fmla="*/ 672313 h 1059043"/>
                <a:gd name="connsiteX366-22729" fmla="*/ 2667126 w 3024845"/>
                <a:gd name="connsiteY366-22730" fmla="*/ 672313 h 1059043"/>
                <a:gd name="connsiteX367-22731" fmla="*/ 2667126 w 3024845"/>
                <a:gd name="connsiteY367-22732" fmla="*/ 659342 h 1059043"/>
                <a:gd name="connsiteX368-22733" fmla="*/ 2695500 w 3024845"/>
                <a:gd name="connsiteY368-22734" fmla="*/ 659342 h 1059043"/>
                <a:gd name="connsiteX369-22735" fmla="*/ 2707660 w 3024845"/>
                <a:gd name="connsiteY369-22736" fmla="*/ 655018 h 1059043"/>
                <a:gd name="connsiteX370-22737" fmla="*/ 2727927 w 3024845"/>
                <a:gd name="connsiteY370-22738" fmla="*/ 659342 h 1059043"/>
                <a:gd name="connsiteX371-22739" fmla="*/ 2727927 w 3024845"/>
                <a:gd name="connsiteY371-22740" fmla="*/ 642048 h 1059043"/>
                <a:gd name="connsiteX372-22741" fmla="*/ 2736034 w 3024845"/>
                <a:gd name="connsiteY372-22742" fmla="*/ 642048 h 1059043"/>
                <a:gd name="connsiteX373-22743" fmla="*/ 2736034 w 3024845"/>
                <a:gd name="connsiteY373-22744" fmla="*/ 629077 h 1059043"/>
                <a:gd name="connsiteX374-22745" fmla="*/ 2792781 w 3024845"/>
                <a:gd name="connsiteY374-22746" fmla="*/ 629077 h 1059043"/>
                <a:gd name="connsiteX375-22747" fmla="*/ 2792781 w 3024845"/>
                <a:gd name="connsiteY375-22748" fmla="*/ 598812 h 1059043"/>
                <a:gd name="connsiteX376-22749" fmla="*/ 2811021 w 3024845"/>
                <a:gd name="connsiteY376-22750" fmla="*/ 598812 h 1059043"/>
                <a:gd name="connsiteX377-22751" fmla="*/ 2811021 w 3024845"/>
                <a:gd name="connsiteY377-22752" fmla="*/ 592327 h 1059043"/>
                <a:gd name="connsiteX378-22753" fmla="*/ 2823181 w 3024845"/>
                <a:gd name="connsiteY378-22754" fmla="*/ 592327 h 1059043"/>
                <a:gd name="connsiteX379-22755" fmla="*/ 2823181 w 3024845"/>
                <a:gd name="connsiteY379-22756" fmla="*/ 598812 h 1059043"/>
                <a:gd name="connsiteX380-22757" fmla="*/ 2839395 w 3024845"/>
                <a:gd name="connsiteY380-22758" fmla="*/ 598812 h 1059043"/>
                <a:gd name="connsiteX381-22759" fmla="*/ 2839395 w 3024845"/>
                <a:gd name="connsiteY381-22760" fmla="*/ 648533 h 1059043"/>
                <a:gd name="connsiteX382-22761" fmla="*/ 2871822 w 3024845"/>
                <a:gd name="connsiteY382-22762" fmla="*/ 648533 h 1059043"/>
                <a:gd name="connsiteX383-22763" fmla="*/ 2871822 w 3024845"/>
                <a:gd name="connsiteY383-22764" fmla="*/ 622592 h 1059043"/>
                <a:gd name="connsiteX384-22765" fmla="*/ 2910329 w 3024845"/>
                <a:gd name="connsiteY384-22766" fmla="*/ 622592 h 1059043"/>
                <a:gd name="connsiteX385-22767" fmla="*/ 2910329 w 3024845"/>
                <a:gd name="connsiteY385-22768" fmla="*/ 592327 h 1059043"/>
                <a:gd name="connsiteX386-22769" fmla="*/ 2958970 w 3024845"/>
                <a:gd name="connsiteY386-22770" fmla="*/ 592327 h 1059043"/>
                <a:gd name="connsiteX387-22771" fmla="*/ 2958970 w 3024845"/>
                <a:gd name="connsiteY387-22772" fmla="*/ 703483 h 1059043"/>
                <a:gd name="connsiteX388-22773" fmla="*/ 2958970 w 3024845"/>
                <a:gd name="connsiteY388-22774" fmla="*/ 717262 h 1059043"/>
                <a:gd name="connsiteX389-22775" fmla="*/ 3024845 w 3024845"/>
                <a:gd name="connsiteY389-22776" fmla="*/ 717262 h 1059043"/>
                <a:gd name="connsiteX390-22777" fmla="*/ 3024845 w 3024845"/>
                <a:gd name="connsiteY390-22778" fmla="*/ 1059043 h 1059043"/>
                <a:gd name="connsiteX391-22779" fmla="*/ 2054 w 3024845"/>
                <a:gd name="connsiteY391-22780" fmla="*/ 1056710 h 1059043"/>
                <a:gd name="connsiteX392-22781" fmla="*/ 0 w 3024845"/>
                <a:gd name="connsiteY392-22782" fmla="*/ 622592 h 1059043"/>
                <a:gd name="connsiteX393-22783" fmla="*/ 20267 w 3024845"/>
                <a:gd name="connsiteY393-22784" fmla="*/ 622592 h 1059043"/>
                <a:gd name="connsiteX394-22785" fmla="*/ 20774 w 3024845"/>
                <a:gd name="connsiteY394-22786" fmla="*/ 621511 h 1059043"/>
                <a:gd name="connsiteX395-22787" fmla="*/ 24320 w 3024845"/>
                <a:gd name="connsiteY395-22788" fmla="*/ 613945 h 1059043"/>
                <a:gd name="connsiteX396-22789" fmla="*/ 26094 w 3024845"/>
                <a:gd name="connsiteY396-22790" fmla="*/ 614215 h 1059043"/>
                <a:gd name="connsiteX397-22791" fmla="*/ 38507 w 3024845"/>
                <a:gd name="connsiteY397-22792" fmla="*/ 616106 h 1059043"/>
                <a:gd name="connsiteX398-22793" fmla="*/ 39014 w 3024845"/>
                <a:gd name="connsiteY398-22794" fmla="*/ 617458 h 1059043"/>
                <a:gd name="connsiteX399-22795" fmla="*/ 42560 w 3024845"/>
                <a:gd name="connsiteY399-22796" fmla="*/ 626915 h 1059043"/>
                <a:gd name="connsiteX400-22797" fmla="*/ 68907 w 3024845"/>
                <a:gd name="connsiteY400-22798" fmla="*/ 629077 h 1059043"/>
                <a:gd name="connsiteX401-22799" fmla="*/ 68907 w 3024845"/>
                <a:gd name="connsiteY401-22800" fmla="*/ 505856 h 1059043"/>
                <a:gd name="connsiteX402-22801" fmla="*/ 70934 w 3024845"/>
                <a:gd name="connsiteY402-22802" fmla="*/ 505856 h 1059043"/>
                <a:gd name="connsiteX403-22803" fmla="*/ 85121 w 3024845"/>
                <a:gd name="connsiteY403-22804" fmla="*/ 505856 h 1059043"/>
                <a:gd name="connsiteX404-22805" fmla="*/ 85121 w 3024845"/>
                <a:gd name="connsiteY404-22806" fmla="*/ 369664 h 1059043"/>
                <a:gd name="connsiteX405-22807" fmla="*/ 86894 w 3024845"/>
                <a:gd name="connsiteY405-22808" fmla="*/ 369664 h 1059043"/>
                <a:gd name="connsiteX406-22809" fmla="*/ 99308 w 3024845"/>
                <a:gd name="connsiteY406-22810" fmla="*/ 369664 h 1059043"/>
                <a:gd name="connsiteX407-22811" fmla="*/ 99308 w 3024845"/>
                <a:gd name="connsiteY407-22812" fmla="*/ 255090 h 1059043"/>
                <a:gd name="connsiteX408-22813" fmla="*/ 103361 w 3024845"/>
                <a:gd name="connsiteY408-22814" fmla="*/ 226986 h 1059043"/>
                <a:gd name="connsiteX409-22815" fmla="*/ 105388 w 3024845"/>
                <a:gd name="connsiteY409-22816" fmla="*/ 226986 h 1059043"/>
                <a:gd name="connsiteX410-22817" fmla="*/ 119575 w 3024845"/>
                <a:gd name="connsiteY410-22818" fmla="*/ 226986 h 1059043"/>
                <a:gd name="connsiteX0-22819" fmla="*/ 119575 w 3024845"/>
                <a:gd name="connsiteY0-22820" fmla="*/ 226986 h 1059043"/>
                <a:gd name="connsiteX1-22821" fmla="*/ 200642 w 3024845"/>
                <a:gd name="connsiteY1-22822" fmla="*/ 224825 h 1059043"/>
                <a:gd name="connsiteX2-22823" fmla="*/ 202669 w 3024845"/>
                <a:gd name="connsiteY2-22824" fmla="*/ 224825 h 1059043"/>
                <a:gd name="connsiteX3-22825" fmla="*/ 216856 w 3024845"/>
                <a:gd name="connsiteY3-22826" fmla="*/ 224825 h 1059043"/>
                <a:gd name="connsiteX4-22827" fmla="*/ 216856 w 3024845"/>
                <a:gd name="connsiteY4-22828" fmla="*/ 248604 h 1059043"/>
                <a:gd name="connsiteX5-22829" fmla="*/ 217363 w 3024845"/>
                <a:gd name="connsiteY5-22830" fmla="*/ 249415 h 1059043"/>
                <a:gd name="connsiteX6-22831" fmla="*/ 220909 w 3024845"/>
                <a:gd name="connsiteY6-22832" fmla="*/ 255090 h 1059043"/>
                <a:gd name="connsiteX7-22833" fmla="*/ 220909 w 3024845"/>
                <a:gd name="connsiteY7-22834" fmla="*/ 369664 h 1059043"/>
                <a:gd name="connsiteX8-22835" fmla="*/ 223189 w 3024845"/>
                <a:gd name="connsiteY8-22836" fmla="*/ 369664 h 1059043"/>
                <a:gd name="connsiteX9-22837" fmla="*/ 239150 w 3024845"/>
                <a:gd name="connsiteY9-22838" fmla="*/ 369664 h 1059043"/>
                <a:gd name="connsiteX10-22839" fmla="*/ 239150 w 3024845"/>
                <a:gd name="connsiteY10-22840" fmla="*/ 510179 h 1059043"/>
                <a:gd name="connsiteX11-22841" fmla="*/ 240670 w 3024845"/>
                <a:gd name="connsiteY11-22842" fmla="*/ 509909 h 1059043"/>
                <a:gd name="connsiteX12-22843" fmla="*/ 251310 w 3024845"/>
                <a:gd name="connsiteY12-22844" fmla="*/ 508018 h 1059043"/>
                <a:gd name="connsiteX13-22845" fmla="*/ 249283 w 3024845"/>
                <a:gd name="connsiteY13-22846" fmla="*/ 596650 h 1059043"/>
                <a:gd name="connsiteX14-22847" fmla="*/ 250803 w 3024845"/>
                <a:gd name="connsiteY14-22848" fmla="*/ 596921 h 1059043"/>
                <a:gd name="connsiteX15-22849" fmla="*/ 261443 w 3024845"/>
                <a:gd name="connsiteY15-22850" fmla="*/ 598812 h 1059043"/>
                <a:gd name="connsiteX16-22851" fmla="*/ 261696 w 3024845"/>
                <a:gd name="connsiteY16-22852" fmla="*/ 599623 h 1059043"/>
                <a:gd name="connsiteX17-22853" fmla="*/ 263470 w 3024845"/>
                <a:gd name="connsiteY17-22854" fmla="*/ 605298 h 1059043"/>
                <a:gd name="connsiteX18-22855" fmla="*/ 264230 w 3024845"/>
                <a:gd name="connsiteY18-22856" fmla="*/ 602866 h 1059043"/>
                <a:gd name="connsiteX19-22857" fmla="*/ 269550 w 3024845"/>
                <a:gd name="connsiteY19-22858" fmla="*/ 585842 h 1059043"/>
                <a:gd name="connsiteX20-22859" fmla="*/ 271323 w 3024845"/>
                <a:gd name="connsiteY20-22860" fmla="*/ 585842 h 1059043"/>
                <a:gd name="connsiteX21-22861" fmla="*/ 283737 w 3024845"/>
                <a:gd name="connsiteY21-22862" fmla="*/ 585842 h 1059043"/>
                <a:gd name="connsiteX22-22863" fmla="*/ 283737 w 3024845"/>
                <a:gd name="connsiteY22-22864" fmla="*/ 618268 h 1059043"/>
                <a:gd name="connsiteX23-22865" fmla="*/ 284750 w 3024845"/>
                <a:gd name="connsiteY23-22866" fmla="*/ 618809 h 1059043"/>
                <a:gd name="connsiteX24-22867" fmla="*/ 291844 w 3024845"/>
                <a:gd name="connsiteY24-22868" fmla="*/ 622592 h 1059043"/>
                <a:gd name="connsiteX25-22869" fmla="*/ 291844 w 3024845"/>
                <a:gd name="connsiteY25-22870" fmla="*/ 623943 h 1059043"/>
                <a:gd name="connsiteX26-22871" fmla="*/ 291844 w 3024845"/>
                <a:gd name="connsiteY26-22872" fmla="*/ 633401 h 1059043"/>
                <a:gd name="connsiteX27-22873" fmla="*/ 336431 w 3024845"/>
                <a:gd name="connsiteY27-22874" fmla="*/ 633401 h 1059043"/>
                <a:gd name="connsiteX28-22875" fmla="*/ 336431 w 3024845"/>
                <a:gd name="connsiteY28-22876" fmla="*/ 634482 h 1059043"/>
                <a:gd name="connsiteX29-22877" fmla="*/ 336431 w 3024845"/>
                <a:gd name="connsiteY29-22878" fmla="*/ 642048 h 1059043"/>
                <a:gd name="connsiteX30-22879" fmla="*/ 338457 w 3024845"/>
                <a:gd name="connsiteY30-22880" fmla="*/ 642048 h 1059043"/>
                <a:gd name="connsiteX31-22881" fmla="*/ 352644 w 3024845"/>
                <a:gd name="connsiteY31-22882" fmla="*/ 642048 h 1059043"/>
                <a:gd name="connsiteX32-22883" fmla="*/ 352644 w 3024845"/>
                <a:gd name="connsiteY32-22884" fmla="*/ 611783 h 1059043"/>
                <a:gd name="connsiteX33-22885" fmla="*/ 397231 w 3024845"/>
                <a:gd name="connsiteY33-22886" fmla="*/ 611783 h 1059043"/>
                <a:gd name="connsiteX34-22887" fmla="*/ 397231 w 3024845"/>
                <a:gd name="connsiteY34-22888" fmla="*/ 610432 h 1059043"/>
                <a:gd name="connsiteX35-22889" fmla="*/ 397231 w 3024845"/>
                <a:gd name="connsiteY35-22890" fmla="*/ 600974 h 1059043"/>
                <a:gd name="connsiteX36-22891" fmla="*/ 398245 w 3024845"/>
                <a:gd name="connsiteY36-22892" fmla="*/ 600974 h 1059043"/>
                <a:gd name="connsiteX37-22893" fmla="*/ 405338 w 3024845"/>
                <a:gd name="connsiteY37-22894" fmla="*/ 600974 h 1059043"/>
                <a:gd name="connsiteX38-22895" fmla="*/ 405338 w 3024845"/>
                <a:gd name="connsiteY38-22896" fmla="*/ 599083 h 1059043"/>
                <a:gd name="connsiteX39-22897" fmla="*/ 405338 w 3024845"/>
                <a:gd name="connsiteY39-22898" fmla="*/ 585842 h 1059043"/>
                <a:gd name="connsiteX40-22899" fmla="*/ 406098 w 3024845"/>
                <a:gd name="connsiteY40-22900" fmla="*/ 585842 h 1059043"/>
                <a:gd name="connsiteX41-22901" fmla="*/ 411418 w 3024845"/>
                <a:gd name="connsiteY41-22902" fmla="*/ 585842 h 1059043"/>
                <a:gd name="connsiteX42-22903" fmla="*/ 411418 w 3024845"/>
                <a:gd name="connsiteY42-22904" fmla="*/ 584761 h 1059043"/>
                <a:gd name="connsiteX43-22905" fmla="*/ 411418 w 3024845"/>
                <a:gd name="connsiteY43-22906" fmla="*/ 577194 h 1059043"/>
                <a:gd name="connsiteX44-22907" fmla="*/ 413445 w 3024845"/>
                <a:gd name="connsiteY44-22908" fmla="*/ 577194 h 1059043"/>
                <a:gd name="connsiteX45-22909" fmla="*/ 427632 w 3024845"/>
                <a:gd name="connsiteY45-22910" fmla="*/ 577194 h 1059043"/>
                <a:gd name="connsiteX46-22911" fmla="*/ 427632 w 3024845"/>
                <a:gd name="connsiteY46-22912" fmla="*/ 578275 h 1059043"/>
                <a:gd name="connsiteX47-22913" fmla="*/ 427632 w 3024845"/>
                <a:gd name="connsiteY47-22914" fmla="*/ 585842 h 1059043"/>
                <a:gd name="connsiteX48-22915" fmla="*/ 449925 w 3024845"/>
                <a:gd name="connsiteY48-22916" fmla="*/ 585842 h 1059043"/>
                <a:gd name="connsiteX49-22917" fmla="*/ 449925 w 3024845"/>
                <a:gd name="connsiteY49-22918" fmla="*/ 583950 h 1059043"/>
                <a:gd name="connsiteX50-22919" fmla="*/ 449925 w 3024845"/>
                <a:gd name="connsiteY50-22920" fmla="*/ 570709 h 1059043"/>
                <a:gd name="connsiteX51-22921" fmla="*/ 451699 w 3024845"/>
                <a:gd name="connsiteY51-22922" fmla="*/ 570709 h 1059043"/>
                <a:gd name="connsiteX52-22923" fmla="*/ 464112 w 3024845"/>
                <a:gd name="connsiteY52-22924" fmla="*/ 570709 h 1059043"/>
                <a:gd name="connsiteX53-22925" fmla="*/ 464112 w 3024845"/>
                <a:gd name="connsiteY53-22926" fmla="*/ 594489 h 1059043"/>
                <a:gd name="connsiteX54-22927" fmla="*/ 465126 w 3024845"/>
                <a:gd name="connsiteY54-22928" fmla="*/ 594489 h 1059043"/>
                <a:gd name="connsiteX55-22929" fmla="*/ 472219 w 3024845"/>
                <a:gd name="connsiteY55-22930" fmla="*/ 594489 h 1059043"/>
                <a:gd name="connsiteX56-22931" fmla="*/ 472219 w 3024845"/>
                <a:gd name="connsiteY56-22932" fmla="*/ 593408 h 1059043"/>
                <a:gd name="connsiteX57-22933" fmla="*/ 472219 w 3024845"/>
                <a:gd name="connsiteY57-22934" fmla="*/ 585842 h 1059043"/>
                <a:gd name="connsiteX58-22935" fmla="*/ 473992 w 3024845"/>
                <a:gd name="connsiteY58-22936" fmla="*/ 585842 h 1059043"/>
                <a:gd name="connsiteX59-22937" fmla="*/ 486406 w 3024845"/>
                <a:gd name="connsiteY59-22938" fmla="*/ 585842 h 1059043"/>
                <a:gd name="connsiteX60-22939" fmla="*/ 486406 w 3024845"/>
                <a:gd name="connsiteY60-22940" fmla="*/ 611783 h 1059043"/>
                <a:gd name="connsiteX61-22941" fmla="*/ 488433 w 3024845"/>
                <a:gd name="connsiteY61-22942" fmla="*/ 611783 h 1059043"/>
                <a:gd name="connsiteX62-22943" fmla="*/ 502619 w 3024845"/>
                <a:gd name="connsiteY62-22944" fmla="*/ 611783 h 1059043"/>
                <a:gd name="connsiteX63-22945" fmla="*/ 502619 w 3024845"/>
                <a:gd name="connsiteY63-22946" fmla="*/ 613404 h 1059043"/>
                <a:gd name="connsiteX64-22947" fmla="*/ 502619 w 3024845"/>
                <a:gd name="connsiteY64-22948" fmla="*/ 624754 h 1059043"/>
                <a:gd name="connsiteX65-22949" fmla="*/ 503379 w 3024845"/>
                <a:gd name="connsiteY65-22950" fmla="*/ 624754 h 1059043"/>
                <a:gd name="connsiteX66-22951" fmla="*/ 508700 w 3024845"/>
                <a:gd name="connsiteY66-22952" fmla="*/ 624754 h 1059043"/>
                <a:gd name="connsiteX67-22953" fmla="*/ 508700 w 3024845"/>
                <a:gd name="connsiteY67-22954" fmla="*/ 623943 h 1059043"/>
                <a:gd name="connsiteX68-22955" fmla="*/ 508700 w 3024845"/>
                <a:gd name="connsiteY68-22956" fmla="*/ 618268 h 1059043"/>
                <a:gd name="connsiteX69-22957" fmla="*/ 539100 w 3024845"/>
                <a:gd name="connsiteY69-22958" fmla="*/ 618268 h 1059043"/>
                <a:gd name="connsiteX70-22959" fmla="*/ 539100 w 3024845"/>
                <a:gd name="connsiteY70-22960" fmla="*/ 642048 h 1059043"/>
                <a:gd name="connsiteX71-22961" fmla="*/ 540113 w 3024845"/>
                <a:gd name="connsiteY71-22962" fmla="*/ 642048 h 1059043"/>
                <a:gd name="connsiteX72-22963" fmla="*/ 547207 w 3024845"/>
                <a:gd name="connsiteY72-22964" fmla="*/ 642048 h 1059043"/>
                <a:gd name="connsiteX73-22965" fmla="*/ 547207 w 3024845"/>
                <a:gd name="connsiteY73-22966" fmla="*/ 643129 h 1059043"/>
                <a:gd name="connsiteX74-22967" fmla="*/ 547207 w 3024845"/>
                <a:gd name="connsiteY74-22968" fmla="*/ 650695 h 1059043"/>
                <a:gd name="connsiteX75-22969" fmla="*/ 547967 w 3024845"/>
                <a:gd name="connsiteY75-22970" fmla="*/ 650695 h 1059043"/>
                <a:gd name="connsiteX76-22971" fmla="*/ 553287 w 3024845"/>
                <a:gd name="connsiteY76-22972" fmla="*/ 650695 h 1059043"/>
                <a:gd name="connsiteX77-22973" fmla="*/ 553287 w 3024845"/>
                <a:gd name="connsiteY77-22974" fmla="*/ 648533 h 1059043"/>
                <a:gd name="connsiteX78-22975" fmla="*/ 553287 w 3024845"/>
                <a:gd name="connsiteY78-22976" fmla="*/ 633401 h 1059043"/>
                <a:gd name="connsiteX79-22977" fmla="*/ 554300 w 3024845"/>
                <a:gd name="connsiteY79-22978" fmla="*/ 633401 h 1059043"/>
                <a:gd name="connsiteX80-22979" fmla="*/ 561394 w 3024845"/>
                <a:gd name="connsiteY80-22980" fmla="*/ 633401 h 1059043"/>
                <a:gd name="connsiteX81-22981" fmla="*/ 561394 w 3024845"/>
                <a:gd name="connsiteY81-22982" fmla="*/ 634482 h 1059043"/>
                <a:gd name="connsiteX82-22983" fmla="*/ 561394 w 3024845"/>
                <a:gd name="connsiteY82-22984" fmla="*/ 642048 h 1059043"/>
                <a:gd name="connsiteX83-22985" fmla="*/ 566714 w 3024845"/>
                <a:gd name="connsiteY83-22986" fmla="*/ 640055 h 1059043"/>
                <a:gd name="connsiteX84-22987" fmla="*/ 567474 w 3024845"/>
                <a:gd name="connsiteY84-22988" fmla="*/ 639075 h 1059043"/>
                <a:gd name="connsiteX85-22989" fmla="*/ 567474 w 3024845"/>
                <a:gd name="connsiteY85-22990" fmla="*/ 633401 h 1059043"/>
                <a:gd name="connsiteX86-22991" fmla="*/ 605981 w 3024845"/>
                <a:gd name="connsiteY86-22992" fmla="*/ 633401 h 1059043"/>
                <a:gd name="connsiteX87-22993" fmla="*/ 605981 w 3024845"/>
                <a:gd name="connsiteY87-22994" fmla="*/ 657180 h 1059043"/>
                <a:gd name="connsiteX88-22995" fmla="*/ 608007 w 3024845"/>
                <a:gd name="connsiteY88-22996" fmla="*/ 657180 h 1059043"/>
                <a:gd name="connsiteX89-22997" fmla="*/ 622194 w 3024845"/>
                <a:gd name="connsiteY89-22998" fmla="*/ 657180 h 1059043"/>
                <a:gd name="connsiteX90-22999" fmla="*/ 622194 w 3024845"/>
                <a:gd name="connsiteY90-23000" fmla="*/ 658261 h 1059043"/>
                <a:gd name="connsiteX91-23001" fmla="*/ 622194 w 3024845"/>
                <a:gd name="connsiteY91-23002" fmla="*/ 665827 h 1059043"/>
                <a:gd name="connsiteX92-23003" fmla="*/ 623968 w 3024845"/>
                <a:gd name="connsiteY92-23004" fmla="*/ 665827 h 1059043"/>
                <a:gd name="connsiteX93-23005" fmla="*/ 636381 w 3024845"/>
                <a:gd name="connsiteY93-23006" fmla="*/ 665827 h 1059043"/>
                <a:gd name="connsiteX94-23007" fmla="*/ 636381 w 3024845"/>
                <a:gd name="connsiteY94-23008" fmla="*/ 642048 h 1059043"/>
                <a:gd name="connsiteX95-23009" fmla="*/ 637394 w 3024845"/>
                <a:gd name="connsiteY95-23010" fmla="*/ 642048 h 1059043"/>
                <a:gd name="connsiteX96-23011" fmla="*/ 644488 w 3024845"/>
                <a:gd name="connsiteY96-23012" fmla="*/ 642048 h 1059043"/>
                <a:gd name="connsiteX97-23013" fmla="*/ 644488 w 3024845"/>
                <a:gd name="connsiteY97-23014" fmla="*/ 609621 h 1059043"/>
                <a:gd name="connsiteX98-23015" fmla="*/ 645501 w 3024845"/>
                <a:gd name="connsiteY98-23016" fmla="*/ 609621 h 1059043"/>
                <a:gd name="connsiteX99-23017" fmla="*/ 652595 w 3024845"/>
                <a:gd name="connsiteY99-23018" fmla="*/ 609621 h 1059043"/>
                <a:gd name="connsiteX100-23019" fmla="*/ 652595 w 3024845"/>
                <a:gd name="connsiteY100-23020" fmla="*/ 607730 h 1059043"/>
                <a:gd name="connsiteX101-23021" fmla="*/ 652595 w 3024845"/>
                <a:gd name="connsiteY101-23022" fmla="*/ 594489 h 1059043"/>
                <a:gd name="connsiteX102-23023" fmla="*/ 651328 w 3024845"/>
                <a:gd name="connsiteY102-23024" fmla="*/ 592867 h 1059043"/>
                <a:gd name="connsiteX103-23025" fmla="*/ 656648 w 3024845"/>
                <a:gd name="connsiteY103-23026" fmla="*/ 581518 h 1059043"/>
                <a:gd name="connsiteX104-23027" fmla="*/ 664755 w 3024845"/>
                <a:gd name="connsiteY104-23028" fmla="*/ 609621 h 1059043"/>
                <a:gd name="connsiteX105-23029" fmla="*/ 665515 w 3024845"/>
                <a:gd name="connsiteY105-23030" fmla="*/ 609621 h 1059043"/>
                <a:gd name="connsiteX106-23031" fmla="*/ 670835 w 3024845"/>
                <a:gd name="connsiteY106-23032" fmla="*/ 609621 h 1059043"/>
                <a:gd name="connsiteX107-23033" fmla="*/ 670835 w 3024845"/>
                <a:gd name="connsiteY107-23034" fmla="*/ 503694 h 1059043"/>
                <a:gd name="connsiteX108-23035" fmla="*/ 672355 w 3024845"/>
                <a:gd name="connsiteY108-23036" fmla="*/ 503694 h 1059043"/>
                <a:gd name="connsiteX109-23037" fmla="*/ 682995 w 3024845"/>
                <a:gd name="connsiteY109-23038" fmla="*/ 503694 h 1059043"/>
                <a:gd name="connsiteX110-23039" fmla="*/ 682995 w 3024845"/>
                <a:gd name="connsiteY110-23040" fmla="*/ 456135 h 1059043"/>
                <a:gd name="connsiteX111-23041" fmla="*/ 709342 w 3024845"/>
                <a:gd name="connsiteY111-23042" fmla="*/ 456135 h 1059043"/>
                <a:gd name="connsiteX112-23043" fmla="*/ 709342 w 3024845"/>
                <a:gd name="connsiteY112-23044" fmla="*/ 434517 h 1059043"/>
                <a:gd name="connsiteX113-23045" fmla="*/ 743796 w 3024845"/>
                <a:gd name="connsiteY113-23046" fmla="*/ 434517 h 1059043"/>
                <a:gd name="connsiteX114-23047" fmla="*/ 743796 w 3024845"/>
                <a:gd name="connsiteY114-23048" fmla="*/ 436949 h 1059043"/>
                <a:gd name="connsiteX115-23049" fmla="*/ 743796 w 3024845"/>
                <a:gd name="connsiteY115-23050" fmla="*/ 453973 h 1059043"/>
                <a:gd name="connsiteX116-23051" fmla="*/ 746076 w 3024845"/>
                <a:gd name="connsiteY116-23052" fmla="*/ 453973 h 1059043"/>
                <a:gd name="connsiteX117-23053" fmla="*/ 762036 w 3024845"/>
                <a:gd name="connsiteY117-23054" fmla="*/ 453973 h 1059043"/>
                <a:gd name="connsiteX118-23055" fmla="*/ 762036 w 3024845"/>
                <a:gd name="connsiteY118-23056" fmla="*/ 501532 h 1059043"/>
                <a:gd name="connsiteX119-23057" fmla="*/ 763049 w 3024845"/>
                <a:gd name="connsiteY119-23058" fmla="*/ 501532 h 1059043"/>
                <a:gd name="connsiteX120-23059" fmla="*/ 770143 w 3024845"/>
                <a:gd name="connsiteY120-23060" fmla="*/ 501532 h 1059043"/>
                <a:gd name="connsiteX121-23061" fmla="*/ 784330 w 3024845"/>
                <a:gd name="connsiteY121-23062" fmla="*/ 505856 h 1059043"/>
                <a:gd name="connsiteX122-23063" fmla="*/ 784330 w 3024845"/>
                <a:gd name="connsiteY122-23064" fmla="*/ 544768 h 1059043"/>
                <a:gd name="connsiteX123-23065" fmla="*/ 785343 w 3024845"/>
                <a:gd name="connsiteY123-23066" fmla="*/ 544768 h 1059043"/>
                <a:gd name="connsiteX124-23067" fmla="*/ 792436 w 3024845"/>
                <a:gd name="connsiteY124-23068" fmla="*/ 544768 h 1059043"/>
                <a:gd name="connsiteX125-23069" fmla="*/ 792436 w 3024845"/>
                <a:gd name="connsiteY125-23070" fmla="*/ 546389 h 1059043"/>
                <a:gd name="connsiteX126-23071" fmla="*/ 792436 w 3024845"/>
                <a:gd name="connsiteY126-23072" fmla="*/ 557738 h 1059043"/>
                <a:gd name="connsiteX127-23073" fmla="*/ 794463 w 3024845"/>
                <a:gd name="connsiteY127-23074" fmla="*/ 557738 h 1059043"/>
                <a:gd name="connsiteX128-23075" fmla="*/ 808650 w 3024845"/>
                <a:gd name="connsiteY128-23076" fmla="*/ 557738 h 1059043"/>
                <a:gd name="connsiteX129-23077" fmla="*/ 814730 w 3024845"/>
                <a:gd name="connsiteY129-23078" fmla="*/ 564224 h 1059043"/>
                <a:gd name="connsiteX130-23079" fmla="*/ 814730 w 3024845"/>
                <a:gd name="connsiteY130-23080" fmla="*/ 585842 h 1059043"/>
                <a:gd name="connsiteX131-23081" fmla="*/ 817010 w 3024845"/>
                <a:gd name="connsiteY131-23082" fmla="*/ 585842 h 1059043"/>
                <a:gd name="connsiteX132-23083" fmla="*/ 832970 w 3024845"/>
                <a:gd name="connsiteY132-23084" fmla="*/ 585842 h 1059043"/>
                <a:gd name="connsiteX133-23085" fmla="*/ 832970 w 3024845"/>
                <a:gd name="connsiteY133-23086" fmla="*/ 586922 h 1059043"/>
                <a:gd name="connsiteX134-23087" fmla="*/ 832970 w 3024845"/>
                <a:gd name="connsiteY134-23088" fmla="*/ 594489 h 1059043"/>
                <a:gd name="connsiteX135-23089" fmla="*/ 834237 w 3024845"/>
                <a:gd name="connsiteY135-23090" fmla="*/ 594489 h 1059043"/>
                <a:gd name="connsiteX136-23091" fmla="*/ 843104 w 3024845"/>
                <a:gd name="connsiteY136-23092" fmla="*/ 594489 h 1059043"/>
                <a:gd name="connsiteX137-23093" fmla="*/ 843104 w 3024845"/>
                <a:gd name="connsiteY137-23094" fmla="*/ 596650 h 1059043"/>
                <a:gd name="connsiteX138-23095" fmla="*/ 843104 w 3024845"/>
                <a:gd name="connsiteY138-23096" fmla="*/ 611783 h 1059043"/>
                <a:gd name="connsiteX139-23097" fmla="*/ 847157 w 3024845"/>
                <a:gd name="connsiteY139-23098" fmla="*/ 609891 h 1059043"/>
                <a:gd name="connsiteX140-23099" fmla="*/ 847157 w 3024845"/>
                <a:gd name="connsiteY140-23100" fmla="*/ 596650 h 1059043"/>
                <a:gd name="connsiteX141-23101" fmla="*/ 848170 w 3024845"/>
                <a:gd name="connsiteY141-23102" fmla="*/ 596650 h 1059043"/>
                <a:gd name="connsiteX142-23103" fmla="*/ 855264 w 3024845"/>
                <a:gd name="connsiteY142-23104" fmla="*/ 596650 h 1059043"/>
                <a:gd name="connsiteX143-23105" fmla="*/ 855264 w 3024845"/>
                <a:gd name="connsiteY143-23106" fmla="*/ 598272 h 1059043"/>
                <a:gd name="connsiteX144-23107" fmla="*/ 855264 w 3024845"/>
                <a:gd name="connsiteY144-23108" fmla="*/ 609621 h 1059043"/>
                <a:gd name="connsiteX145-23109" fmla="*/ 856024 w 3024845"/>
                <a:gd name="connsiteY145-23110" fmla="*/ 609621 h 1059043"/>
                <a:gd name="connsiteX146-23111" fmla="*/ 861344 w 3024845"/>
                <a:gd name="connsiteY146-23112" fmla="*/ 609621 h 1059043"/>
                <a:gd name="connsiteX147-23113" fmla="*/ 909984 w 3024845"/>
                <a:gd name="connsiteY147-23114" fmla="*/ 605298 h 1059043"/>
                <a:gd name="connsiteX148-23115" fmla="*/ 909984 w 3024845"/>
                <a:gd name="connsiteY148-23116" fmla="*/ 606649 h 1059043"/>
                <a:gd name="connsiteX149-23117" fmla="*/ 909984 w 3024845"/>
                <a:gd name="connsiteY149-23118" fmla="*/ 616106 h 1059043"/>
                <a:gd name="connsiteX150-23119" fmla="*/ 910744 w 3024845"/>
                <a:gd name="connsiteY150-23120" fmla="*/ 616106 h 1059043"/>
                <a:gd name="connsiteX151-23121" fmla="*/ 916065 w 3024845"/>
                <a:gd name="connsiteY151-23122" fmla="*/ 616106 h 1059043"/>
                <a:gd name="connsiteX152-23123" fmla="*/ 916065 w 3024845"/>
                <a:gd name="connsiteY152-23124" fmla="*/ 618268 h 1059043"/>
                <a:gd name="connsiteX153-23125" fmla="*/ 916065 w 3024845"/>
                <a:gd name="connsiteY153-23126" fmla="*/ 633401 h 1059043"/>
                <a:gd name="connsiteX154-23127" fmla="*/ 918091 w 3024845"/>
                <a:gd name="connsiteY154-23128" fmla="*/ 632050 h 1059043"/>
                <a:gd name="connsiteX155-23129" fmla="*/ 932278 w 3024845"/>
                <a:gd name="connsiteY155-23130" fmla="*/ 622592 h 1059043"/>
                <a:gd name="connsiteX156-23131" fmla="*/ 938358 w 3024845"/>
                <a:gd name="connsiteY156-23132" fmla="*/ 581518 h 1059043"/>
                <a:gd name="connsiteX157-23133" fmla="*/ 939118 w 3024845"/>
                <a:gd name="connsiteY157-23134" fmla="*/ 581248 h 1059043"/>
                <a:gd name="connsiteX158-23135" fmla="*/ 944438 w 3024845"/>
                <a:gd name="connsiteY158-23136" fmla="*/ 579356 h 1059043"/>
                <a:gd name="connsiteX159-23137" fmla="*/ 946465 w 3024845"/>
                <a:gd name="connsiteY159-23138" fmla="*/ 510179 h 1059043"/>
                <a:gd name="connsiteX160-23139" fmla="*/ 948492 w 3024845"/>
                <a:gd name="connsiteY160-23140" fmla="*/ 579356 h 1059043"/>
                <a:gd name="connsiteX161-23141" fmla="*/ 949252 w 3024845"/>
                <a:gd name="connsiteY161-23142" fmla="*/ 579626 h 1059043"/>
                <a:gd name="connsiteX162-23143" fmla="*/ 954572 w 3024845"/>
                <a:gd name="connsiteY162-23144" fmla="*/ 581518 h 1059043"/>
                <a:gd name="connsiteX163-23145" fmla="*/ 954572 w 3024845"/>
                <a:gd name="connsiteY163-23146" fmla="*/ 495047 h 1059043"/>
                <a:gd name="connsiteX164-23147" fmla="*/ 958625 w 3024845"/>
                <a:gd name="connsiteY164-23148" fmla="*/ 462620 h 1059043"/>
                <a:gd name="connsiteX165-23149" fmla="*/ 997132 w 3024845"/>
                <a:gd name="connsiteY165-23150" fmla="*/ 462620 h 1059043"/>
                <a:gd name="connsiteX166-23151" fmla="*/ 997132 w 3024845"/>
                <a:gd name="connsiteY166-23152" fmla="*/ 495047 h 1059043"/>
                <a:gd name="connsiteX167-23153" fmla="*/ 997892 w 3024845"/>
                <a:gd name="connsiteY167-23154" fmla="*/ 495047 h 1059043"/>
                <a:gd name="connsiteX168-23155" fmla="*/ 1003212 w 3024845"/>
                <a:gd name="connsiteY168-23156" fmla="*/ 495047 h 1059043"/>
                <a:gd name="connsiteX169-23157" fmla="*/ 1003212 w 3024845"/>
                <a:gd name="connsiteY169-23158" fmla="*/ 412899 h 1059043"/>
                <a:gd name="connsiteX170-23159" fmla="*/ 1004986 w 3024845"/>
                <a:gd name="connsiteY170-23160" fmla="*/ 412899 h 1059043"/>
                <a:gd name="connsiteX171-23161" fmla="*/ 1017399 w 3024845"/>
                <a:gd name="connsiteY171-23162" fmla="*/ 412899 h 1059043"/>
                <a:gd name="connsiteX172-23163" fmla="*/ 1017399 w 3024845"/>
                <a:gd name="connsiteY172-23164" fmla="*/ 411008 h 1059043"/>
                <a:gd name="connsiteX173-23165" fmla="*/ 1017399 w 3024845"/>
                <a:gd name="connsiteY173-23166" fmla="*/ 397767 h 1059043"/>
                <a:gd name="connsiteX174-23167" fmla="*/ 1039693 w 3024845"/>
                <a:gd name="connsiteY174-23168" fmla="*/ 397767 h 1059043"/>
                <a:gd name="connsiteX175-23169" fmla="*/ 1039693 w 3024845"/>
                <a:gd name="connsiteY175-23170" fmla="*/ 396686 h 1059043"/>
                <a:gd name="connsiteX176-23171" fmla="*/ 1039693 w 3024845"/>
                <a:gd name="connsiteY176-23172" fmla="*/ 389120 h 1059043"/>
                <a:gd name="connsiteX177-23173" fmla="*/ 1041466 w 3024845"/>
                <a:gd name="connsiteY177-23174" fmla="*/ 389120 h 1059043"/>
                <a:gd name="connsiteX178-23175" fmla="*/ 1053880 w 3024845"/>
                <a:gd name="connsiteY178-23176" fmla="*/ 389120 h 1059043"/>
                <a:gd name="connsiteX179-23177" fmla="*/ 1053880 w 3024845"/>
                <a:gd name="connsiteY179-23178" fmla="*/ 390201 h 1059043"/>
                <a:gd name="connsiteX180-23179" fmla="*/ 1053880 w 3024845"/>
                <a:gd name="connsiteY180-23180" fmla="*/ 397767 h 1059043"/>
                <a:gd name="connsiteX181-23181" fmla="*/ 1054640 w 3024845"/>
                <a:gd name="connsiteY181-23182" fmla="*/ 397767 h 1059043"/>
                <a:gd name="connsiteX182-23183" fmla="*/ 1059960 w 3024845"/>
                <a:gd name="connsiteY182-23184" fmla="*/ 397767 h 1059043"/>
                <a:gd name="connsiteX183-23185" fmla="*/ 1070093 w 3024845"/>
                <a:gd name="connsiteY183-23186" fmla="*/ 393443 h 1059043"/>
                <a:gd name="connsiteX184-23187" fmla="*/ 1074146 w 3024845"/>
                <a:gd name="connsiteY184-23188" fmla="*/ 396686 h 1059043"/>
                <a:gd name="connsiteX185-23189" fmla="*/ 1074146 w 3024845"/>
                <a:gd name="connsiteY185-23190" fmla="*/ 389120 h 1059043"/>
                <a:gd name="connsiteX186-23191" fmla="*/ 1076426 w 3024845"/>
                <a:gd name="connsiteY186-23192" fmla="*/ 389120 h 1059043"/>
                <a:gd name="connsiteX187-23193" fmla="*/ 1092387 w 3024845"/>
                <a:gd name="connsiteY187-23194" fmla="*/ 389120 h 1059043"/>
                <a:gd name="connsiteX188-23195" fmla="*/ 1092387 w 3024845"/>
                <a:gd name="connsiteY188-23196" fmla="*/ 390201 h 1059043"/>
                <a:gd name="connsiteX189-23197" fmla="*/ 1092387 w 3024845"/>
                <a:gd name="connsiteY189-23198" fmla="*/ 397767 h 1059043"/>
                <a:gd name="connsiteX190-23199" fmla="*/ 1122787 w 3024845"/>
                <a:gd name="connsiteY190-23200" fmla="*/ 397767 h 1059043"/>
                <a:gd name="connsiteX191-23201" fmla="*/ 1122787 w 3024845"/>
                <a:gd name="connsiteY191-23202" fmla="*/ 399388 h 1059043"/>
                <a:gd name="connsiteX192-23203" fmla="*/ 1122787 w 3024845"/>
                <a:gd name="connsiteY192-23204" fmla="*/ 410738 h 1059043"/>
                <a:gd name="connsiteX193-23205" fmla="*/ 1149134 w 3024845"/>
                <a:gd name="connsiteY193-23206" fmla="*/ 410738 h 1059043"/>
                <a:gd name="connsiteX194-23207" fmla="*/ 1149134 w 3024845"/>
                <a:gd name="connsiteY194-23208" fmla="*/ 441002 h 1059043"/>
                <a:gd name="connsiteX195-23209" fmla="*/ 1149894 w 3024845"/>
                <a:gd name="connsiteY195-23210" fmla="*/ 441002 h 1059043"/>
                <a:gd name="connsiteX196-23211" fmla="*/ 1155214 w 3024845"/>
                <a:gd name="connsiteY196-23212" fmla="*/ 441002 h 1059043"/>
                <a:gd name="connsiteX197-23213" fmla="*/ 1155214 w 3024845"/>
                <a:gd name="connsiteY197-23214" fmla="*/ 442083 h 1059043"/>
                <a:gd name="connsiteX198-23215" fmla="*/ 1155214 w 3024845"/>
                <a:gd name="connsiteY198-23216" fmla="*/ 449650 h 1059043"/>
                <a:gd name="connsiteX199-23217" fmla="*/ 1159268 w 3024845"/>
                <a:gd name="connsiteY199-23218" fmla="*/ 479914 h 1059043"/>
                <a:gd name="connsiteX200-23219" fmla="*/ 1160028 w 3024845"/>
                <a:gd name="connsiteY200-23220" fmla="*/ 479914 h 1059043"/>
                <a:gd name="connsiteX201-23221" fmla="*/ 1165348 w 3024845"/>
                <a:gd name="connsiteY201-23222" fmla="*/ 479914 h 1059043"/>
                <a:gd name="connsiteX202-23223" fmla="*/ 1165348 w 3024845"/>
                <a:gd name="connsiteY202-23224" fmla="*/ 480725 h 1059043"/>
                <a:gd name="connsiteX203-23225" fmla="*/ 1165348 w 3024845"/>
                <a:gd name="connsiteY203-23226" fmla="*/ 486400 h 1059043"/>
                <a:gd name="connsiteX204-23227" fmla="*/ 1166361 w 3024845"/>
                <a:gd name="connsiteY204-23228" fmla="*/ 486400 h 1059043"/>
                <a:gd name="connsiteX205-23229" fmla="*/ 1173454 w 3024845"/>
                <a:gd name="connsiteY205-23230" fmla="*/ 486400 h 1059043"/>
                <a:gd name="connsiteX206-23231" fmla="*/ 1173454 w 3024845"/>
                <a:gd name="connsiteY206-23232" fmla="*/ 516665 h 1059043"/>
                <a:gd name="connsiteX207-23233" fmla="*/ 1175481 w 3024845"/>
                <a:gd name="connsiteY207-23234" fmla="*/ 516665 h 1059043"/>
                <a:gd name="connsiteX208-23235" fmla="*/ 1189668 w 3024845"/>
                <a:gd name="connsiteY208-23236" fmla="*/ 516665 h 1059043"/>
                <a:gd name="connsiteX209-23237" fmla="*/ 1189668 w 3024845"/>
                <a:gd name="connsiteY209-23238" fmla="*/ 540444 h 1059043"/>
                <a:gd name="connsiteX210-23239" fmla="*/ 1191695 w 3024845"/>
                <a:gd name="connsiteY210-23240" fmla="*/ 542065 h 1059043"/>
                <a:gd name="connsiteX211-23241" fmla="*/ 1191695 w 3024845"/>
                <a:gd name="connsiteY211-23242" fmla="*/ 553415 h 1059043"/>
                <a:gd name="connsiteX212-23243" fmla="*/ 1192455 w 3024845"/>
                <a:gd name="connsiteY212-23244" fmla="*/ 553415 h 1059043"/>
                <a:gd name="connsiteX213-23245" fmla="*/ 1197775 w 3024845"/>
                <a:gd name="connsiteY213-23246" fmla="*/ 553415 h 1059043"/>
                <a:gd name="connsiteX214-23247" fmla="*/ 1197775 w 3024845"/>
                <a:gd name="connsiteY214-23248" fmla="*/ 577194 h 1059043"/>
                <a:gd name="connsiteX215-23249" fmla="*/ 1199041 w 3024845"/>
                <a:gd name="connsiteY215-23250" fmla="*/ 577194 h 1059043"/>
                <a:gd name="connsiteX216-23251" fmla="*/ 1207908 w 3024845"/>
                <a:gd name="connsiteY216-23252" fmla="*/ 577194 h 1059043"/>
                <a:gd name="connsiteX217-23253" fmla="*/ 1209935 w 3024845"/>
                <a:gd name="connsiteY217-23254" fmla="*/ 581248 h 1059043"/>
                <a:gd name="connsiteX218-23255" fmla="*/ 1209935 w 3024845"/>
                <a:gd name="connsiteY218-23256" fmla="*/ 594489 h 1059043"/>
                <a:gd name="connsiteX219-23257" fmla="*/ 1211455 w 3024845"/>
                <a:gd name="connsiteY219-23258" fmla="*/ 592597 h 1059043"/>
                <a:gd name="connsiteX220-23259" fmla="*/ 1222095 w 3024845"/>
                <a:gd name="connsiteY220-23260" fmla="*/ 579356 h 1059043"/>
                <a:gd name="connsiteX221-23261" fmla="*/ 1250469 w 3024845"/>
                <a:gd name="connsiteY221-23262" fmla="*/ 579356 h 1059043"/>
                <a:gd name="connsiteX222-23263" fmla="*/ 1250469 w 3024845"/>
                <a:gd name="connsiteY222-23264" fmla="*/ 665827 h 1059043"/>
                <a:gd name="connsiteX223-23265" fmla="*/ 1251229 w 3024845"/>
                <a:gd name="connsiteY223-23266" fmla="*/ 665827 h 1059043"/>
                <a:gd name="connsiteX224-23267" fmla="*/ 1256549 w 3024845"/>
                <a:gd name="connsiteY224-23268" fmla="*/ 665827 h 1059043"/>
                <a:gd name="connsiteX225-23269" fmla="*/ 1257309 w 3024845"/>
                <a:gd name="connsiteY225-23270" fmla="*/ 664476 h 1059043"/>
                <a:gd name="connsiteX226-23271" fmla="*/ 1262629 w 3024845"/>
                <a:gd name="connsiteY226-23272" fmla="*/ 655018 h 1059043"/>
                <a:gd name="connsiteX227-23273" fmla="*/ 1262629 w 3024845"/>
                <a:gd name="connsiteY227-23274" fmla="*/ 656910 h 1059043"/>
                <a:gd name="connsiteX228-23275" fmla="*/ 1262629 w 3024845"/>
                <a:gd name="connsiteY228-23276" fmla="*/ 670151 h 1059043"/>
                <a:gd name="connsiteX229-23277" fmla="*/ 1266682 w 3024845"/>
                <a:gd name="connsiteY229-23278" fmla="*/ 624754 h 1059043"/>
                <a:gd name="connsiteX230-23279" fmla="*/ 1267442 w 3024845"/>
                <a:gd name="connsiteY230-23280" fmla="*/ 624754 h 1059043"/>
                <a:gd name="connsiteX231-23281" fmla="*/ 1272762 w 3024845"/>
                <a:gd name="connsiteY231-23282" fmla="*/ 624754 h 1059043"/>
                <a:gd name="connsiteX232-23283" fmla="*/ 1272762 w 3024845"/>
                <a:gd name="connsiteY232-23284" fmla="*/ 559900 h 1059043"/>
                <a:gd name="connsiteX233-23285" fmla="*/ 1273776 w 3024845"/>
                <a:gd name="connsiteY233-23286" fmla="*/ 559900 h 1059043"/>
                <a:gd name="connsiteX234-23287" fmla="*/ 1280869 w 3024845"/>
                <a:gd name="connsiteY234-23288" fmla="*/ 559900 h 1059043"/>
                <a:gd name="connsiteX235-23289" fmla="*/ 1293029 w 3024845"/>
                <a:gd name="connsiteY235-23290" fmla="*/ 516665 h 1059043"/>
                <a:gd name="connsiteX236-23291" fmla="*/ 1294296 w 3024845"/>
                <a:gd name="connsiteY236-23292" fmla="*/ 516665 h 1059043"/>
                <a:gd name="connsiteX237-23293" fmla="*/ 1303163 w 3024845"/>
                <a:gd name="connsiteY237-23294" fmla="*/ 516665 h 1059043"/>
                <a:gd name="connsiteX238-23295" fmla="*/ 1313296 w 3024845"/>
                <a:gd name="connsiteY238-23296" fmla="*/ 559900 h 1059043"/>
                <a:gd name="connsiteX239-23297" fmla="*/ 1314309 w 3024845"/>
                <a:gd name="connsiteY239-23298" fmla="*/ 559900 h 1059043"/>
                <a:gd name="connsiteX240-23299" fmla="*/ 1321403 w 3024845"/>
                <a:gd name="connsiteY240-23300" fmla="*/ 559900 h 1059043"/>
                <a:gd name="connsiteX241-23301" fmla="*/ 1321403 w 3024845"/>
                <a:gd name="connsiteY241-23302" fmla="*/ 598812 h 1059043"/>
                <a:gd name="connsiteX242-23303" fmla="*/ 1323176 w 3024845"/>
                <a:gd name="connsiteY242-23304" fmla="*/ 598812 h 1059043"/>
                <a:gd name="connsiteX243-23305" fmla="*/ 1335590 w 3024845"/>
                <a:gd name="connsiteY243-23306" fmla="*/ 598812 h 1059043"/>
                <a:gd name="connsiteX244-23307" fmla="*/ 1335590 w 3024845"/>
                <a:gd name="connsiteY244-23308" fmla="*/ 600974 h 1059043"/>
                <a:gd name="connsiteX245-23309" fmla="*/ 1335590 w 3024845"/>
                <a:gd name="connsiteY245-23310" fmla="*/ 616106 h 1059043"/>
                <a:gd name="connsiteX246-23311" fmla="*/ 1339643 w 3024845"/>
                <a:gd name="connsiteY246-23312" fmla="*/ 613945 h 1059043"/>
                <a:gd name="connsiteX247-23313" fmla="*/ 1339643 w 3024845"/>
                <a:gd name="connsiteY247-23314" fmla="*/ 598812 h 1059043"/>
                <a:gd name="connsiteX248-23315" fmla="*/ 1341163 w 3024845"/>
                <a:gd name="connsiteY248-23316" fmla="*/ 598812 h 1059043"/>
                <a:gd name="connsiteX249-23317" fmla="*/ 1351803 w 3024845"/>
                <a:gd name="connsiteY249-23318" fmla="*/ 598812 h 1059043"/>
                <a:gd name="connsiteX250-23319" fmla="*/ 1351803 w 3024845"/>
                <a:gd name="connsiteY250-23320" fmla="*/ 600433 h 1059043"/>
                <a:gd name="connsiteX251-23321" fmla="*/ 1351803 w 3024845"/>
                <a:gd name="connsiteY251-23322" fmla="*/ 611783 h 1059043"/>
                <a:gd name="connsiteX252-23323" fmla="*/ 1382204 w 3024845"/>
                <a:gd name="connsiteY252-23324" fmla="*/ 611783 h 1059043"/>
                <a:gd name="connsiteX253-23325" fmla="*/ 1382204 w 3024845"/>
                <a:gd name="connsiteY253-23326" fmla="*/ 575033 h 1059043"/>
                <a:gd name="connsiteX254-23327" fmla="*/ 1383470 w 3024845"/>
                <a:gd name="connsiteY254-23328" fmla="*/ 575033 h 1059043"/>
                <a:gd name="connsiteX255-23329" fmla="*/ 1392337 w 3024845"/>
                <a:gd name="connsiteY255-23330" fmla="*/ 575033 h 1059043"/>
                <a:gd name="connsiteX256-23331" fmla="*/ 1392337 w 3024845"/>
                <a:gd name="connsiteY256-23332" fmla="*/ 596650 h 1059043"/>
                <a:gd name="connsiteX257-23333" fmla="*/ 1394364 w 3024845"/>
                <a:gd name="connsiteY257-23334" fmla="*/ 564224 h 1059043"/>
                <a:gd name="connsiteX258-23335" fmla="*/ 1416657 w 3024845"/>
                <a:gd name="connsiteY258-23336" fmla="*/ 564224 h 1059043"/>
                <a:gd name="connsiteX259-23337" fmla="*/ 1416657 w 3024845"/>
                <a:gd name="connsiteY259-23338" fmla="*/ 562602 h 1059043"/>
                <a:gd name="connsiteX260-23339" fmla="*/ 1416657 w 3024845"/>
                <a:gd name="connsiteY260-23340" fmla="*/ 551253 h 1059043"/>
                <a:gd name="connsiteX261-23341" fmla="*/ 1417417 w 3024845"/>
                <a:gd name="connsiteY261-23342" fmla="*/ 551253 h 1059043"/>
                <a:gd name="connsiteX262-23343" fmla="*/ 1422737 w 3024845"/>
                <a:gd name="connsiteY262-23344" fmla="*/ 551253 h 1059043"/>
                <a:gd name="connsiteX263-23345" fmla="*/ 1422737 w 3024845"/>
                <a:gd name="connsiteY263-23346" fmla="*/ 549362 h 1059043"/>
                <a:gd name="connsiteX264-23347" fmla="*/ 1422737 w 3024845"/>
                <a:gd name="connsiteY264-23348" fmla="*/ 536121 h 1059043"/>
                <a:gd name="connsiteX265-23349" fmla="*/ 1426791 w 3024845"/>
                <a:gd name="connsiteY265-23350" fmla="*/ 542606 h 1059043"/>
                <a:gd name="connsiteX266-23351" fmla="*/ 1429071 w 3024845"/>
                <a:gd name="connsiteY266-23352" fmla="*/ 542606 h 1059043"/>
                <a:gd name="connsiteX267-23353" fmla="*/ 1445031 w 3024845"/>
                <a:gd name="connsiteY267-23354" fmla="*/ 542606 h 1059043"/>
                <a:gd name="connsiteX268-23355" fmla="*/ 1445031 w 3024845"/>
                <a:gd name="connsiteY268-23356" fmla="*/ 541795 h 1059043"/>
                <a:gd name="connsiteX269-23357" fmla="*/ 1445031 w 3024845"/>
                <a:gd name="connsiteY269-23358" fmla="*/ 536121 h 1059043"/>
                <a:gd name="connsiteX270-23359" fmla="*/ 1445791 w 3024845"/>
                <a:gd name="connsiteY270-23360" fmla="*/ 536121 h 1059043"/>
                <a:gd name="connsiteX271-23361" fmla="*/ 1451111 w 3024845"/>
                <a:gd name="connsiteY271-23362" fmla="*/ 536121 h 1059043"/>
                <a:gd name="connsiteX272-23363" fmla="*/ 1451111 w 3024845"/>
                <a:gd name="connsiteY272-23364" fmla="*/ 537472 h 1059043"/>
                <a:gd name="connsiteX273-23365" fmla="*/ 1451111 w 3024845"/>
                <a:gd name="connsiteY273-23366" fmla="*/ 546930 h 1059043"/>
                <a:gd name="connsiteX274-23367" fmla="*/ 1489618 w 3024845"/>
                <a:gd name="connsiteY274-23368" fmla="*/ 546930 h 1059043"/>
                <a:gd name="connsiteX275-23369" fmla="*/ 1489618 w 3024845"/>
                <a:gd name="connsiteY275-23370" fmla="*/ 685283 h 1059043"/>
                <a:gd name="connsiteX276-23371" fmla="*/ 1491138 w 3024845"/>
                <a:gd name="connsiteY276-23372" fmla="*/ 685283 h 1059043"/>
                <a:gd name="connsiteX277-23373" fmla="*/ 1501778 w 3024845"/>
                <a:gd name="connsiteY277-23374" fmla="*/ 685283 h 1059043"/>
                <a:gd name="connsiteX278-23375" fmla="*/ 1501778 w 3024845"/>
                <a:gd name="connsiteY278-23376" fmla="*/ 672313 h 1059043"/>
                <a:gd name="connsiteX279-23377" fmla="*/ 1505832 w 3024845"/>
                <a:gd name="connsiteY279-23378" fmla="*/ 672313 h 1059043"/>
                <a:gd name="connsiteX280-23379" fmla="*/ 1505832 w 3024845"/>
                <a:gd name="connsiteY280-23380" fmla="*/ 685283 h 1059043"/>
                <a:gd name="connsiteX281-23381" fmla="*/ 1536232 w 3024845"/>
                <a:gd name="connsiteY281-23382" fmla="*/ 685283 h 1059043"/>
                <a:gd name="connsiteX282-23383" fmla="*/ 1536232 w 3024845"/>
                <a:gd name="connsiteY282-23384" fmla="*/ 655018 h 1059043"/>
                <a:gd name="connsiteX283-23385" fmla="*/ 1548392 w 3024845"/>
                <a:gd name="connsiteY283-23386" fmla="*/ 655018 h 1059043"/>
                <a:gd name="connsiteX284-23387" fmla="*/ 1560552 w 3024845"/>
                <a:gd name="connsiteY284-23388" fmla="*/ 652857 h 1059043"/>
                <a:gd name="connsiteX285-23389" fmla="*/ 1564606 w 3024845"/>
                <a:gd name="connsiteY285-23390" fmla="*/ 655018 h 1059043"/>
                <a:gd name="connsiteX286-23391" fmla="*/ 1574739 w 3024845"/>
                <a:gd name="connsiteY286-23392" fmla="*/ 655018 h 1059043"/>
                <a:gd name="connsiteX287-23393" fmla="*/ 1574739 w 3024845"/>
                <a:gd name="connsiteY287-23394" fmla="*/ 685283 h 1059043"/>
                <a:gd name="connsiteX288-23395" fmla="*/ 1582846 w 3024845"/>
                <a:gd name="connsiteY288-23396" fmla="*/ 685283 h 1059043"/>
                <a:gd name="connsiteX289-23397" fmla="*/ 1582846 w 3024845"/>
                <a:gd name="connsiteY289-23398" fmla="*/ 702578 h 1059043"/>
                <a:gd name="connsiteX290-23399" fmla="*/ 1592182 w 3024845"/>
                <a:gd name="connsiteY290-23400" fmla="*/ 703483 h 1059043"/>
                <a:gd name="connsiteX291-23401" fmla="*/ 1605140 w 3024845"/>
                <a:gd name="connsiteY291-23402" fmla="*/ 703483 h 1059043"/>
                <a:gd name="connsiteX292-23403" fmla="*/ 1605140 w 3024845"/>
                <a:gd name="connsiteY292-23404" fmla="*/ 687445 h 1059043"/>
                <a:gd name="connsiteX293-23405" fmla="*/ 1673096 w 3024845"/>
                <a:gd name="connsiteY293-23406" fmla="*/ 687445 h 1059043"/>
                <a:gd name="connsiteX294-23407" fmla="*/ 1673096 w 3024845"/>
                <a:gd name="connsiteY294-23408" fmla="*/ 602192 h 1059043"/>
                <a:gd name="connsiteX295-23409" fmla="*/ 1745104 w 3024845"/>
                <a:gd name="connsiteY295-23410" fmla="*/ 602192 h 1059043"/>
                <a:gd name="connsiteX296-23411" fmla="*/ 1745104 w 3024845"/>
                <a:gd name="connsiteY296-23412" fmla="*/ 680960 h 1059043"/>
                <a:gd name="connsiteX297-23413" fmla="*/ 1747008 w 3024845"/>
                <a:gd name="connsiteY297-23414" fmla="*/ 680960 h 1059043"/>
                <a:gd name="connsiteX298-23415" fmla="*/ 1748250 w 3024845"/>
                <a:gd name="connsiteY298-23416" fmla="*/ 703483 h 1059043"/>
                <a:gd name="connsiteX299-23417" fmla="*/ 1757926 w 3024845"/>
                <a:gd name="connsiteY299-23418" fmla="*/ 703483 h 1059043"/>
                <a:gd name="connsiteX300-23419" fmla="*/ 1759168 w 3024845"/>
                <a:gd name="connsiteY300-23420" fmla="*/ 680960 h 1059043"/>
                <a:gd name="connsiteX301-23421" fmla="*/ 1765248 w 3024845"/>
                <a:gd name="connsiteY301-23422" fmla="*/ 680960 h 1059043"/>
                <a:gd name="connsiteX302-23423" fmla="*/ 1766490 w 3024845"/>
                <a:gd name="connsiteY302-23424" fmla="*/ 703483 h 1059043"/>
                <a:gd name="connsiteX303-23425" fmla="*/ 1817112 w 3024845"/>
                <a:gd name="connsiteY303-23426" fmla="*/ 703483 h 1059043"/>
                <a:gd name="connsiteX304-23427" fmla="*/ 1817112 w 3024845"/>
                <a:gd name="connsiteY304-23428" fmla="*/ 540455 h 1059043"/>
                <a:gd name="connsiteX305-23429" fmla="*/ 2014439 w 3024845"/>
                <a:gd name="connsiteY305-23430" fmla="*/ 540455 h 1059043"/>
                <a:gd name="connsiteX306-23431" fmla="*/ 2014439 w 3024845"/>
                <a:gd name="connsiteY306-23432" fmla="*/ 703483 h 1059043"/>
                <a:gd name="connsiteX307-23433" fmla="*/ 2033136 w 3024845"/>
                <a:gd name="connsiteY307-23434" fmla="*/ 703483 h 1059043"/>
                <a:gd name="connsiteX308-23435" fmla="*/ 2033136 w 3024845"/>
                <a:gd name="connsiteY308-23436" fmla="*/ 620790 h 1059043"/>
                <a:gd name="connsiteX309-23437" fmla="*/ 2128256 w 3024845"/>
                <a:gd name="connsiteY309-23438" fmla="*/ 620790 h 1059043"/>
                <a:gd name="connsiteX310-23439" fmla="*/ 2128026 w 3024845"/>
                <a:gd name="connsiteY310-23440" fmla="*/ 281031 h 1059043"/>
                <a:gd name="connsiteX311-23441" fmla="*/ 2121946 w 3024845"/>
                <a:gd name="connsiteY311-23442" fmla="*/ 276707 h 1059043"/>
                <a:gd name="connsiteX312-23443" fmla="*/ 2130053 w 3024845"/>
                <a:gd name="connsiteY312-23444" fmla="*/ 252928 h 1059043"/>
                <a:gd name="connsiteX313-23445" fmla="*/ 2130053 w 3024845"/>
                <a:gd name="connsiteY313-23446" fmla="*/ 235634 h 1059043"/>
                <a:gd name="connsiteX314-23447" fmla="*/ 2144240 w 3024845"/>
                <a:gd name="connsiteY314-23448" fmla="*/ 235634 h 1059043"/>
                <a:gd name="connsiteX315-23449" fmla="*/ 2144240 w 3024845"/>
                <a:gd name="connsiteY315-23450" fmla="*/ 214016 h 1059043"/>
                <a:gd name="connsiteX316-23451" fmla="*/ 2146266 w 3024845"/>
                <a:gd name="connsiteY316-23452" fmla="*/ 209692 h 1059043"/>
                <a:gd name="connsiteX317-23453" fmla="*/ 2146266 w 3024845"/>
                <a:gd name="connsiteY317-23454" fmla="*/ 131868 h 1059043"/>
                <a:gd name="connsiteX318-23455" fmla="*/ 2144240 w 3024845"/>
                <a:gd name="connsiteY318-23456" fmla="*/ 125383 h 1059043"/>
                <a:gd name="connsiteX319-23457" fmla="*/ 2150320 w 3024845"/>
                <a:gd name="connsiteY319-23458" fmla="*/ 118897 h 1059043"/>
                <a:gd name="connsiteX320-23459" fmla="*/ 2150320 w 3024845"/>
                <a:gd name="connsiteY320-23460" fmla="*/ 60529 h 1059043"/>
                <a:gd name="connsiteX321-23461" fmla="*/ 2152346 w 3024845"/>
                <a:gd name="connsiteY321-23462" fmla="*/ 56206 h 1059043"/>
                <a:gd name="connsiteX322-23463" fmla="*/ 2152346 w 3024845"/>
                <a:gd name="connsiteY322-23464" fmla="*/ 0 h 1059043"/>
                <a:gd name="connsiteX323-23465" fmla="*/ 2162480 w 3024845"/>
                <a:gd name="connsiteY323-23466" fmla="*/ 118897 h 1059043"/>
                <a:gd name="connsiteX324-23467" fmla="*/ 2168560 w 3024845"/>
                <a:gd name="connsiteY324-23468" fmla="*/ 125383 h 1059043"/>
                <a:gd name="connsiteX325-23469" fmla="*/ 2166533 w 3024845"/>
                <a:gd name="connsiteY325-23470" fmla="*/ 131868 h 1059043"/>
                <a:gd name="connsiteX326-23471" fmla="*/ 2180720 w 3024845"/>
                <a:gd name="connsiteY326-23472" fmla="*/ 555577 h 1059043"/>
                <a:gd name="connsiteX327-23473" fmla="*/ 2245574 w 3024845"/>
                <a:gd name="connsiteY327-23474" fmla="*/ 555577 h 1059043"/>
                <a:gd name="connsiteX328-23475" fmla="*/ 2245574 w 3024845"/>
                <a:gd name="connsiteY328-23476" fmla="*/ 631239 h 1059043"/>
                <a:gd name="connsiteX329-23477" fmla="*/ 2253681 w 3024845"/>
                <a:gd name="connsiteY329-23478" fmla="*/ 631239 h 1059043"/>
                <a:gd name="connsiteX330-23479" fmla="*/ 2255708 w 3024845"/>
                <a:gd name="connsiteY330-23480" fmla="*/ 624754 h 1059043"/>
                <a:gd name="connsiteX331-23481" fmla="*/ 2261788 w 3024845"/>
                <a:gd name="connsiteY331-23482" fmla="*/ 624754 h 1059043"/>
                <a:gd name="connsiteX332-23483" fmla="*/ 2263815 w 3024845"/>
                <a:gd name="connsiteY332-23484" fmla="*/ 633401 h 1059043"/>
                <a:gd name="connsiteX333-23485" fmla="*/ 2275975 w 3024845"/>
                <a:gd name="connsiteY333-23486" fmla="*/ 633401 h 1059043"/>
                <a:gd name="connsiteX334-23487" fmla="*/ 2275975 w 3024845"/>
                <a:gd name="connsiteY334-23488" fmla="*/ 626915 h 1059043"/>
                <a:gd name="connsiteX335-23489" fmla="*/ 2298268 w 3024845"/>
                <a:gd name="connsiteY335-23490" fmla="*/ 626915 h 1059043"/>
                <a:gd name="connsiteX336-23491" fmla="*/ 2298268 w 3024845"/>
                <a:gd name="connsiteY336-23492" fmla="*/ 633401 h 1059043"/>
                <a:gd name="connsiteX337-23493" fmla="*/ 2318535 w 3024845"/>
                <a:gd name="connsiteY337-23494" fmla="*/ 633401 h 1059043"/>
                <a:gd name="connsiteX338-23495" fmla="*/ 2318535 w 3024845"/>
                <a:gd name="connsiteY338-23496" fmla="*/ 678798 h 1059043"/>
                <a:gd name="connsiteX339-23497" fmla="*/ 2332722 w 3024845"/>
                <a:gd name="connsiteY339-23498" fmla="*/ 678798 h 1059043"/>
                <a:gd name="connsiteX340-23499" fmla="*/ 2332722 w 3024845"/>
                <a:gd name="connsiteY340-23500" fmla="*/ 665827 h 1059043"/>
                <a:gd name="connsiteX341-23501" fmla="*/ 2348936 w 3024845"/>
                <a:gd name="connsiteY341-23502" fmla="*/ 665827 h 1059043"/>
                <a:gd name="connsiteX342-23503" fmla="*/ 2348936 w 3024845"/>
                <a:gd name="connsiteY342-23504" fmla="*/ 486400 h 1059043"/>
                <a:gd name="connsiteX343-23505" fmla="*/ 2355016 w 3024845"/>
                <a:gd name="connsiteY343-23506" fmla="*/ 479914 h 1059043"/>
                <a:gd name="connsiteX344-23507" fmla="*/ 2427977 w 3024845"/>
                <a:gd name="connsiteY344-23508" fmla="*/ 479914 h 1059043"/>
                <a:gd name="connsiteX345-23509" fmla="*/ 2427977 w 3024845"/>
                <a:gd name="connsiteY345-23510" fmla="*/ 488562 h 1059043"/>
                <a:gd name="connsiteX346-23511" fmla="*/ 2438110 w 3024845"/>
                <a:gd name="connsiteY346-23512" fmla="*/ 488562 h 1059043"/>
                <a:gd name="connsiteX347-23513" fmla="*/ 2438110 w 3024845"/>
                <a:gd name="connsiteY347-23514" fmla="*/ 603136 h 1059043"/>
                <a:gd name="connsiteX348-23515" fmla="*/ 2460404 w 3024845"/>
                <a:gd name="connsiteY348-23516" fmla="*/ 603136 h 1059043"/>
                <a:gd name="connsiteX349-23517" fmla="*/ 2460404 w 3024845"/>
                <a:gd name="connsiteY349-23518" fmla="*/ 536121 h 1059043"/>
                <a:gd name="connsiteX350-23519" fmla="*/ 2486751 w 3024845"/>
                <a:gd name="connsiteY350-23520" fmla="*/ 536121 h 1059043"/>
                <a:gd name="connsiteX351-23521" fmla="*/ 2490804 w 3024845"/>
                <a:gd name="connsiteY351-23522" fmla="*/ 531797 h 1059043"/>
                <a:gd name="connsiteX352-23523" fmla="*/ 2498911 w 3024845"/>
                <a:gd name="connsiteY352-23524" fmla="*/ 531797 h 1059043"/>
                <a:gd name="connsiteX353-23525" fmla="*/ 2502964 w 3024845"/>
                <a:gd name="connsiteY353-23526" fmla="*/ 536121 h 1059043"/>
                <a:gd name="connsiteX354-23527" fmla="*/ 2525258 w 3024845"/>
                <a:gd name="connsiteY354-23528" fmla="*/ 536121 h 1059043"/>
                <a:gd name="connsiteX355-23529" fmla="*/ 2525258 w 3024845"/>
                <a:gd name="connsiteY355-23530" fmla="*/ 419385 h 1059043"/>
                <a:gd name="connsiteX356-23531" fmla="*/ 2582005 w 3024845"/>
                <a:gd name="connsiteY356-23532" fmla="*/ 408576 h 1059043"/>
                <a:gd name="connsiteX357-23533" fmla="*/ 2582005 w 3024845"/>
                <a:gd name="connsiteY357-23534" fmla="*/ 409657 h 1059043"/>
                <a:gd name="connsiteX358-23535" fmla="*/ 2582005 w 3024845"/>
                <a:gd name="connsiteY358-23536" fmla="*/ 417223 h 1059043"/>
                <a:gd name="connsiteX359-23537" fmla="*/ 2608352 w 3024845"/>
                <a:gd name="connsiteY359-23538" fmla="*/ 417223 h 1059043"/>
                <a:gd name="connsiteX360-23539" fmla="*/ 2608352 w 3024845"/>
                <a:gd name="connsiteY360-23540" fmla="*/ 672313 h 1059043"/>
                <a:gd name="connsiteX361-23541" fmla="*/ 2630646 w 3024845"/>
                <a:gd name="connsiteY361-23542" fmla="*/ 672313 h 1059043"/>
                <a:gd name="connsiteX362-23543" fmla="*/ 2630646 w 3024845"/>
                <a:gd name="connsiteY362-23544" fmla="*/ 667989 h 1059043"/>
                <a:gd name="connsiteX363-23545" fmla="*/ 2642806 w 3024845"/>
                <a:gd name="connsiteY363-23546" fmla="*/ 667989 h 1059043"/>
                <a:gd name="connsiteX364-23547" fmla="*/ 2642806 w 3024845"/>
                <a:gd name="connsiteY364-23548" fmla="*/ 672313 h 1059043"/>
                <a:gd name="connsiteX365-23549" fmla="*/ 2667126 w 3024845"/>
                <a:gd name="connsiteY365-23550" fmla="*/ 672313 h 1059043"/>
                <a:gd name="connsiteX366-23551" fmla="*/ 2667126 w 3024845"/>
                <a:gd name="connsiteY366-23552" fmla="*/ 659342 h 1059043"/>
                <a:gd name="connsiteX367-23553" fmla="*/ 2695500 w 3024845"/>
                <a:gd name="connsiteY367-23554" fmla="*/ 659342 h 1059043"/>
                <a:gd name="connsiteX368-23555" fmla="*/ 2707660 w 3024845"/>
                <a:gd name="connsiteY368-23556" fmla="*/ 655018 h 1059043"/>
                <a:gd name="connsiteX369-23557" fmla="*/ 2727927 w 3024845"/>
                <a:gd name="connsiteY369-23558" fmla="*/ 659342 h 1059043"/>
                <a:gd name="connsiteX370-23559" fmla="*/ 2727927 w 3024845"/>
                <a:gd name="connsiteY370-23560" fmla="*/ 642048 h 1059043"/>
                <a:gd name="connsiteX371-23561" fmla="*/ 2736034 w 3024845"/>
                <a:gd name="connsiteY371-23562" fmla="*/ 642048 h 1059043"/>
                <a:gd name="connsiteX372-23563" fmla="*/ 2736034 w 3024845"/>
                <a:gd name="connsiteY372-23564" fmla="*/ 629077 h 1059043"/>
                <a:gd name="connsiteX373-23565" fmla="*/ 2792781 w 3024845"/>
                <a:gd name="connsiteY373-23566" fmla="*/ 629077 h 1059043"/>
                <a:gd name="connsiteX374-23567" fmla="*/ 2792781 w 3024845"/>
                <a:gd name="connsiteY374-23568" fmla="*/ 598812 h 1059043"/>
                <a:gd name="connsiteX375-23569" fmla="*/ 2811021 w 3024845"/>
                <a:gd name="connsiteY375-23570" fmla="*/ 598812 h 1059043"/>
                <a:gd name="connsiteX376-23571" fmla="*/ 2811021 w 3024845"/>
                <a:gd name="connsiteY376-23572" fmla="*/ 592327 h 1059043"/>
                <a:gd name="connsiteX377-23573" fmla="*/ 2823181 w 3024845"/>
                <a:gd name="connsiteY377-23574" fmla="*/ 592327 h 1059043"/>
                <a:gd name="connsiteX378-23575" fmla="*/ 2823181 w 3024845"/>
                <a:gd name="connsiteY378-23576" fmla="*/ 598812 h 1059043"/>
                <a:gd name="connsiteX379-23577" fmla="*/ 2839395 w 3024845"/>
                <a:gd name="connsiteY379-23578" fmla="*/ 598812 h 1059043"/>
                <a:gd name="connsiteX380-23579" fmla="*/ 2839395 w 3024845"/>
                <a:gd name="connsiteY380-23580" fmla="*/ 648533 h 1059043"/>
                <a:gd name="connsiteX381-23581" fmla="*/ 2871822 w 3024845"/>
                <a:gd name="connsiteY381-23582" fmla="*/ 648533 h 1059043"/>
                <a:gd name="connsiteX382-23583" fmla="*/ 2871822 w 3024845"/>
                <a:gd name="connsiteY382-23584" fmla="*/ 622592 h 1059043"/>
                <a:gd name="connsiteX383-23585" fmla="*/ 2910329 w 3024845"/>
                <a:gd name="connsiteY383-23586" fmla="*/ 622592 h 1059043"/>
                <a:gd name="connsiteX384-23587" fmla="*/ 2910329 w 3024845"/>
                <a:gd name="connsiteY384-23588" fmla="*/ 592327 h 1059043"/>
                <a:gd name="connsiteX385-23589" fmla="*/ 2958970 w 3024845"/>
                <a:gd name="connsiteY385-23590" fmla="*/ 592327 h 1059043"/>
                <a:gd name="connsiteX386-23591" fmla="*/ 2958970 w 3024845"/>
                <a:gd name="connsiteY386-23592" fmla="*/ 703483 h 1059043"/>
                <a:gd name="connsiteX387-23593" fmla="*/ 2958970 w 3024845"/>
                <a:gd name="connsiteY387-23594" fmla="*/ 717262 h 1059043"/>
                <a:gd name="connsiteX388-23595" fmla="*/ 3024845 w 3024845"/>
                <a:gd name="connsiteY388-23596" fmla="*/ 717262 h 1059043"/>
                <a:gd name="connsiteX389-23597" fmla="*/ 3024845 w 3024845"/>
                <a:gd name="connsiteY389-23598" fmla="*/ 1059043 h 1059043"/>
                <a:gd name="connsiteX390-23599" fmla="*/ 2054 w 3024845"/>
                <a:gd name="connsiteY390-23600" fmla="*/ 1056710 h 1059043"/>
                <a:gd name="connsiteX391-23601" fmla="*/ 0 w 3024845"/>
                <a:gd name="connsiteY391-23602" fmla="*/ 622592 h 1059043"/>
                <a:gd name="connsiteX392-23603" fmla="*/ 20267 w 3024845"/>
                <a:gd name="connsiteY392-23604" fmla="*/ 622592 h 1059043"/>
                <a:gd name="connsiteX393-23605" fmla="*/ 20774 w 3024845"/>
                <a:gd name="connsiteY393-23606" fmla="*/ 621511 h 1059043"/>
                <a:gd name="connsiteX394-23607" fmla="*/ 24320 w 3024845"/>
                <a:gd name="connsiteY394-23608" fmla="*/ 613945 h 1059043"/>
                <a:gd name="connsiteX395-23609" fmla="*/ 26094 w 3024845"/>
                <a:gd name="connsiteY395-23610" fmla="*/ 614215 h 1059043"/>
                <a:gd name="connsiteX396-23611" fmla="*/ 38507 w 3024845"/>
                <a:gd name="connsiteY396-23612" fmla="*/ 616106 h 1059043"/>
                <a:gd name="connsiteX397-23613" fmla="*/ 39014 w 3024845"/>
                <a:gd name="connsiteY397-23614" fmla="*/ 617458 h 1059043"/>
                <a:gd name="connsiteX398-23615" fmla="*/ 42560 w 3024845"/>
                <a:gd name="connsiteY398-23616" fmla="*/ 626915 h 1059043"/>
                <a:gd name="connsiteX399-23617" fmla="*/ 68907 w 3024845"/>
                <a:gd name="connsiteY399-23618" fmla="*/ 629077 h 1059043"/>
                <a:gd name="connsiteX400-23619" fmla="*/ 68907 w 3024845"/>
                <a:gd name="connsiteY400-23620" fmla="*/ 505856 h 1059043"/>
                <a:gd name="connsiteX401-23621" fmla="*/ 70934 w 3024845"/>
                <a:gd name="connsiteY401-23622" fmla="*/ 505856 h 1059043"/>
                <a:gd name="connsiteX402-23623" fmla="*/ 85121 w 3024845"/>
                <a:gd name="connsiteY402-23624" fmla="*/ 505856 h 1059043"/>
                <a:gd name="connsiteX403-23625" fmla="*/ 85121 w 3024845"/>
                <a:gd name="connsiteY403-23626" fmla="*/ 369664 h 1059043"/>
                <a:gd name="connsiteX404-23627" fmla="*/ 86894 w 3024845"/>
                <a:gd name="connsiteY404-23628" fmla="*/ 369664 h 1059043"/>
                <a:gd name="connsiteX405-23629" fmla="*/ 99308 w 3024845"/>
                <a:gd name="connsiteY405-23630" fmla="*/ 369664 h 1059043"/>
                <a:gd name="connsiteX406-23631" fmla="*/ 99308 w 3024845"/>
                <a:gd name="connsiteY406-23632" fmla="*/ 255090 h 1059043"/>
                <a:gd name="connsiteX407-23633" fmla="*/ 103361 w 3024845"/>
                <a:gd name="connsiteY407-23634" fmla="*/ 226986 h 1059043"/>
                <a:gd name="connsiteX408-23635" fmla="*/ 105388 w 3024845"/>
                <a:gd name="connsiteY408-23636" fmla="*/ 226986 h 1059043"/>
                <a:gd name="connsiteX409-23637" fmla="*/ 119575 w 3024845"/>
                <a:gd name="connsiteY409-23638" fmla="*/ 226986 h 1059043"/>
                <a:gd name="connsiteX0-23639" fmla="*/ 119575 w 3024845"/>
                <a:gd name="connsiteY0-23640" fmla="*/ 226986 h 1059043"/>
                <a:gd name="connsiteX1-23641" fmla="*/ 200642 w 3024845"/>
                <a:gd name="connsiteY1-23642" fmla="*/ 224825 h 1059043"/>
                <a:gd name="connsiteX2-23643" fmla="*/ 202669 w 3024845"/>
                <a:gd name="connsiteY2-23644" fmla="*/ 224825 h 1059043"/>
                <a:gd name="connsiteX3-23645" fmla="*/ 216856 w 3024845"/>
                <a:gd name="connsiteY3-23646" fmla="*/ 224825 h 1059043"/>
                <a:gd name="connsiteX4-23647" fmla="*/ 216856 w 3024845"/>
                <a:gd name="connsiteY4-23648" fmla="*/ 248604 h 1059043"/>
                <a:gd name="connsiteX5-23649" fmla="*/ 217363 w 3024845"/>
                <a:gd name="connsiteY5-23650" fmla="*/ 249415 h 1059043"/>
                <a:gd name="connsiteX6-23651" fmla="*/ 220909 w 3024845"/>
                <a:gd name="connsiteY6-23652" fmla="*/ 255090 h 1059043"/>
                <a:gd name="connsiteX7-23653" fmla="*/ 220909 w 3024845"/>
                <a:gd name="connsiteY7-23654" fmla="*/ 369664 h 1059043"/>
                <a:gd name="connsiteX8-23655" fmla="*/ 223189 w 3024845"/>
                <a:gd name="connsiteY8-23656" fmla="*/ 369664 h 1059043"/>
                <a:gd name="connsiteX9-23657" fmla="*/ 239150 w 3024845"/>
                <a:gd name="connsiteY9-23658" fmla="*/ 369664 h 1059043"/>
                <a:gd name="connsiteX10-23659" fmla="*/ 239150 w 3024845"/>
                <a:gd name="connsiteY10-23660" fmla="*/ 510179 h 1059043"/>
                <a:gd name="connsiteX11-23661" fmla="*/ 240670 w 3024845"/>
                <a:gd name="connsiteY11-23662" fmla="*/ 509909 h 1059043"/>
                <a:gd name="connsiteX12-23663" fmla="*/ 251310 w 3024845"/>
                <a:gd name="connsiteY12-23664" fmla="*/ 508018 h 1059043"/>
                <a:gd name="connsiteX13-23665" fmla="*/ 249283 w 3024845"/>
                <a:gd name="connsiteY13-23666" fmla="*/ 596650 h 1059043"/>
                <a:gd name="connsiteX14-23667" fmla="*/ 250803 w 3024845"/>
                <a:gd name="connsiteY14-23668" fmla="*/ 596921 h 1059043"/>
                <a:gd name="connsiteX15-23669" fmla="*/ 261443 w 3024845"/>
                <a:gd name="connsiteY15-23670" fmla="*/ 598812 h 1059043"/>
                <a:gd name="connsiteX16-23671" fmla="*/ 261696 w 3024845"/>
                <a:gd name="connsiteY16-23672" fmla="*/ 599623 h 1059043"/>
                <a:gd name="connsiteX17-23673" fmla="*/ 263470 w 3024845"/>
                <a:gd name="connsiteY17-23674" fmla="*/ 605298 h 1059043"/>
                <a:gd name="connsiteX18-23675" fmla="*/ 264230 w 3024845"/>
                <a:gd name="connsiteY18-23676" fmla="*/ 602866 h 1059043"/>
                <a:gd name="connsiteX19-23677" fmla="*/ 269550 w 3024845"/>
                <a:gd name="connsiteY19-23678" fmla="*/ 585842 h 1059043"/>
                <a:gd name="connsiteX20-23679" fmla="*/ 271323 w 3024845"/>
                <a:gd name="connsiteY20-23680" fmla="*/ 585842 h 1059043"/>
                <a:gd name="connsiteX21-23681" fmla="*/ 283737 w 3024845"/>
                <a:gd name="connsiteY21-23682" fmla="*/ 585842 h 1059043"/>
                <a:gd name="connsiteX22-23683" fmla="*/ 283737 w 3024845"/>
                <a:gd name="connsiteY22-23684" fmla="*/ 618268 h 1059043"/>
                <a:gd name="connsiteX23-23685" fmla="*/ 284750 w 3024845"/>
                <a:gd name="connsiteY23-23686" fmla="*/ 618809 h 1059043"/>
                <a:gd name="connsiteX24-23687" fmla="*/ 291844 w 3024845"/>
                <a:gd name="connsiteY24-23688" fmla="*/ 622592 h 1059043"/>
                <a:gd name="connsiteX25-23689" fmla="*/ 291844 w 3024845"/>
                <a:gd name="connsiteY25-23690" fmla="*/ 623943 h 1059043"/>
                <a:gd name="connsiteX26-23691" fmla="*/ 291844 w 3024845"/>
                <a:gd name="connsiteY26-23692" fmla="*/ 633401 h 1059043"/>
                <a:gd name="connsiteX27-23693" fmla="*/ 336431 w 3024845"/>
                <a:gd name="connsiteY27-23694" fmla="*/ 633401 h 1059043"/>
                <a:gd name="connsiteX28-23695" fmla="*/ 336431 w 3024845"/>
                <a:gd name="connsiteY28-23696" fmla="*/ 634482 h 1059043"/>
                <a:gd name="connsiteX29-23697" fmla="*/ 336431 w 3024845"/>
                <a:gd name="connsiteY29-23698" fmla="*/ 642048 h 1059043"/>
                <a:gd name="connsiteX30-23699" fmla="*/ 338457 w 3024845"/>
                <a:gd name="connsiteY30-23700" fmla="*/ 642048 h 1059043"/>
                <a:gd name="connsiteX31-23701" fmla="*/ 352644 w 3024845"/>
                <a:gd name="connsiteY31-23702" fmla="*/ 642048 h 1059043"/>
                <a:gd name="connsiteX32-23703" fmla="*/ 352644 w 3024845"/>
                <a:gd name="connsiteY32-23704" fmla="*/ 611783 h 1059043"/>
                <a:gd name="connsiteX33-23705" fmla="*/ 397231 w 3024845"/>
                <a:gd name="connsiteY33-23706" fmla="*/ 611783 h 1059043"/>
                <a:gd name="connsiteX34-23707" fmla="*/ 397231 w 3024845"/>
                <a:gd name="connsiteY34-23708" fmla="*/ 610432 h 1059043"/>
                <a:gd name="connsiteX35-23709" fmla="*/ 397231 w 3024845"/>
                <a:gd name="connsiteY35-23710" fmla="*/ 600974 h 1059043"/>
                <a:gd name="connsiteX36-23711" fmla="*/ 398245 w 3024845"/>
                <a:gd name="connsiteY36-23712" fmla="*/ 600974 h 1059043"/>
                <a:gd name="connsiteX37-23713" fmla="*/ 405338 w 3024845"/>
                <a:gd name="connsiteY37-23714" fmla="*/ 600974 h 1059043"/>
                <a:gd name="connsiteX38-23715" fmla="*/ 405338 w 3024845"/>
                <a:gd name="connsiteY38-23716" fmla="*/ 599083 h 1059043"/>
                <a:gd name="connsiteX39-23717" fmla="*/ 405338 w 3024845"/>
                <a:gd name="connsiteY39-23718" fmla="*/ 585842 h 1059043"/>
                <a:gd name="connsiteX40-23719" fmla="*/ 406098 w 3024845"/>
                <a:gd name="connsiteY40-23720" fmla="*/ 585842 h 1059043"/>
                <a:gd name="connsiteX41-23721" fmla="*/ 411418 w 3024845"/>
                <a:gd name="connsiteY41-23722" fmla="*/ 585842 h 1059043"/>
                <a:gd name="connsiteX42-23723" fmla="*/ 411418 w 3024845"/>
                <a:gd name="connsiteY42-23724" fmla="*/ 584761 h 1059043"/>
                <a:gd name="connsiteX43-23725" fmla="*/ 411418 w 3024845"/>
                <a:gd name="connsiteY43-23726" fmla="*/ 577194 h 1059043"/>
                <a:gd name="connsiteX44-23727" fmla="*/ 413445 w 3024845"/>
                <a:gd name="connsiteY44-23728" fmla="*/ 577194 h 1059043"/>
                <a:gd name="connsiteX45-23729" fmla="*/ 427632 w 3024845"/>
                <a:gd name="connsiteY45-23730" fmla="*/ 577194 h 1059043"/>
                <a:gd name="connsiteX46-23731" fmla="*/ 427632 w 3024845"/>
                <a:gd name="connsiteY46-23732" fmla="*/ 578275 h 1059043"/>
                <a:gd name="connsiteX47-23733" fmla="*/ 427632 w 3024845"/>
                <a:gd name="connsiteY47-23734" fmla="*/ 585842 h 1059043"/>
                <a:gd name="connsiteX48-23735" fmla="*/ 449925 w 3024845"/>
                <a:gd name="connsiteY48-23736" fmla="*/ 585842 h 1059043"/>
                <a:gd name="connsiteX49-23737" fmla="*/ 449925 w 3024845"/>
                <a:gd name="connsiteY49-23738" fmla="*/ 583950 h 1059043"/>
                <a:gd name="connsiteX50-23739" fmla="*/ 449925 w 3024845"/>
                <a:gd name="connsiteY50-23740" fmla="*/ 570709 h 1059043"/>
                <a:gd name="connsiteX51-23741" fmla="*/ 451699 w 3024845"/>
                <a:gd name="connsiteY51-23742" fmla="*/ 570709 h 1059043"/>
                <a:gd name="connsiteX52-23743" fmla="*/ 464112 w 3024845"/>
                <a:gd name="connsiteY52-23744" fmla="*/ 570709 h 1059043"/>
                <a:gd name="connsiteX53-23745" fmla="*/ 464112 w 3024845"/>
                <a:gd name="connsiteY53-23746" fmla="*/ 594489 h 1059043"/>
                <a:gd name="connsiteX54-23747" fmla="*/ 465126 w 3024845"/>
                <a:gd name="connsiteY54-23748" fmla="*/ 594489 h 1059043"/>
                <a:gd name="connsiteX55-23749" fmla="*/ 472219 w 3024845"/>
                <a:gd name="connsiteY55-23750" fmla="*/ 594489 h 1059043"/>
                <a:gd name="connsiteX56-23751" fmla="*/ 472219 w 3024845"/>
                <a:gd name="connsiteY56-23752" fmla="*/ 593408 h 1059043"/>
                <a:gd name="connsiteX57-23753" fmla="*/ 472219 w 3024845"/>
                <a:gd name="connsiteY57-23754" fmla="*/ 585842 h 1059043"/>
                <a:gd name="connsiteX58-23755" fmla="*/ 473992 w 3024845"/>
                <a:gd name="connsiteY58-23756" fmla="*/ 585842 h 1059043"/>
                <a:gd name="connsiteX59-23757" fmla="*/ 486406 w 3024845"/>
                <a:gd name="connsiteY59-23758" fmla="*/ 585842 h 1059043"/>
                <a:gd name="connsiteX60-23759" fmla="*/ 486406 w 3024845"/>
                <a:gd name="connsiteY60-23760" fmla="*/ 611783 h 1059043"/>
                <a:gd name="connsiteX61-23761" fmla="*/ 488433 w 3024845"/>
                <a:gd name="connsiteY61-23762" fmla="*/ 611783 h 1059043"/>
                <a:gd name="connsiteX62-23763" fmla="*/ 502619 w 3024845"/>
                <a:gd name="connsiteY62-23764" fmla="*/ 611783 h 1059043"/>
                <a:gd name="connsiteX63-23765" fmla="*/ 502619 w 3024845"/>
                <a:gd name="connsiteY63-23766" fmla="*/ 613404 h 1059043"/>
                <a:gd name="connsiteX64-23767" fmla="*/ 502619 w 3024845"/>
                <a:gd name="connsiteY64-23768" fmla="*/ 624754 h 1059043"/>
                <a:gd name="connsiteX65-23769" fmla="*/ 503379 w 3024845"/>
                <a:gd name="connsiteY65-23770" fmla="*/ 624754 h 1059043"/>
                <a:gd name="connsiteX66-23771" fmla="*/ 508700 w 3024845"/>
                <a:gd name="connsiteY66-23772" fmla="*/ 624754 h 1059043"/>
                <a:gd name="connsiteX67-23773" fmla="*/ 508700 w 3024845"/>
                <a:gd name="connsiteY67-23774" fmla="*/ 623943 h 1059043"/>
                <a:gd name="connsiteX68-23775" fmla="*/ 508700 w 3024845"/>
                <a:gd name="connsiteY68-23776" fmla="*/ 618268 h 1059043"/>
                <a:gd name="connsiteX69-23777" fmla="*/ 539100 w 3024845"/>
                <a:gd name="connsiteY69-23778" fmla="*/ 618268 h 1059043"/>
                <a:gd name="connsiteX70-23779" fmla="*/ 539100 w 3024845"/>
                <a:gd name="connsiteY70-23780" fmla="*/ 642048 h 1059043"/>
                <a:gd name="connsiteX71-23781" fmla="*/ 540113 w 3024845"/>
                <a:gd name="connsiteY71-23782" fmla="*/ 642048 h 1059043"/>
                <a:gd name="connsiteX72-23783" fmla="*/ 547207 w 3024845"/>
                <a:gd name="connsiteY72-23784" fmla="*/ 642048 h 1059043"/>
                <a:gd name="connsiteX73-23785" fmla="*/ 547207 w 3024845"/>
                <a:gd name="connsiteY73-23786" fmla="*/ 643129 h 1059043"/>
                <a:gd name="connsiteX74-23787" fmla="*/ 547207 w 3024845"/>
                <a:gd name="connsiteY74-23788" fmla="*/ 650695 h 1059043"/>
                <a:gd name="connsiteX75-23789" fmla="*/ 547967 w 3024845"/>
                <a:gd name="connsiteY75-23790" fmla="*/ 650695 h 1059043"/>
                <a:gd name="connsiteX76-23791" fmla="*/ 553287 w 3024845"/>
                <a:gd name="connsiteY76-23792" fmla="*/ 650695 h 1059043"/>
                <a:gd name="connsiteX77-23793" fmla="*/ 553287 w 3024845"/>
                <a:gd name="connsiteY77-23794" fmla="*/ 648533 h 1059043"/>
                <a:gd name="connsiteX78-23795" fmla="*/ 553287 w 3024845"/>
                <a:gd name="connsiteY78-23796" fmla="*/ 633401 h 1059043"/>
                <a:gd name="connsiteX79-23797" fmla="*/ 554300 w 3024845"/>
                <a:gd name="connsiteY79-23798" fmla="*/ 633401 h 1059043"/>
                <a:gd name="connsiteX80-23799" fmla="*/ 561394 w 3024845"/>
                <a:gd name="connsiteY80-23800" fmla="*/ 633401 h 1059043"/>
                <a:gd name="connsiteX81-23801" fmla="*/ 561394 w 3024845"/>
                <a:gd name="connsiteY81-23802" fmla="*/ 634482 h 1059043"/>
                <a:gd name="connsiteX82-23803" fmla="*/ 561394 w 3024845"/>
                <a:gd name="connsiteY82-23804" fmla="*/ 642048 h 1059043"/>
                <a:gd name="connsiteX83-23805" fmla="*/ 566714 w 3024845"/>
                <a:gd name="connsiteY83-23806" fmla="*/ 640055 h 1059043"/>
                <a:gd name="connsiteX84-23807" fmla="*/ 567474 w 3024845"/>
                <a:gd name="connsiteY84-23808" fmla="*/ 639075 h 1059043"/>
                <a:gd name="connsiteX85-23809" fmla="*/ 567474 w 3024845"/>
                <a:gd name="connsiteY85-23810" fmla="*/ 633401 h 1059043"/>
                <a:gd name="connsiteX86-23811" fmla="*/ 605981 w 3024845"/>
                <a:gd name="connsiteY86-23812" fmla="*/ 633401 h 1059043"/>
                <a:gd name="connsiteX87-23813" fmla="*/ 605981 w 3024845"/>
                <a:gd name="connsiteY87-23814" fmla="*/ 657180 h 1059043"/>
                <a:gd name="connsiteX88-23815" fmla="*/ 608007 w 3024845"/>
                <a:gd name="connsiteY88-23816" fmla="*/ 657180 h 1059043"/>
                <a:gd name="connsiteX89-23817" fmla="*/ 622194 w 3024845"/>
                <a:gd name="connsiteY89-23818" fmla="*/ 657180 h 1059043"/>
                <a:gd name="connsiteX90-23819" fmla="*/ 622194 w 3024845"/>
                <a:gd name="connsiteY90-23820" fmla="*/ 658261 h 1059043"/>
                <a:gd name="connsiteX91-23821" fmla="*/ 622194 w 3024845"/>
                <a:gd name="connsiteY91-23822" fmla="*/ 665827 h 1059043"/>
                <a:gd name="connsiteX92-23823" fmla="*/ 623968 w 3024845"/>
                <a:gd name="connsiteY92-23824" fmla="*/ 665827 h 1059043"/>
                <a:gd name="connsiteX93-23825" fmla="*/ 636381 w 3024845"/>
                <a:gd name="connsiteY93-23826" fmla="*/ 665827 h 1059043"/>
                <a:gd name="connsiteX94-23827" fmla="*/ 636381 w 3024845"/>
                <a:gd name="connsiteY94-23828" fmla="*/ 642048 h 1059043"/>
                <a:gd name="connsiteX95-23829" fmla="*/ 637394 w 3024845"/>
                <a:gd name="connsiteY95-23830" fmla="*/ 642048 h 1059043"/>
                <a:gd name="connsiteX96-23831" fmla="*/ 644488 w 3024845"/>
                <a:gd name="connsiteY96-23832" fmla="*/ 642048 h 1059043"/>
                <a:gd name="connsiteX97-23833" fmla="*/ 644488 w 3024845"/>
                <a:gd name="connsiteY97-23834" fmla="*/ 609621 h 1059043"/>
                <a:gd name="connsiteX98-23835" fmla="*/ 645501 w 3024845"/>
                <a:gd name="connsiteY98-23836" fmla="*/ 609621 h 1059043"/>
                <a:gd name="connsiteX99-23837" fmla="*/ 652595 w 3024845"/>
                <a:gd name="connsiteY99-23838" fmla="*/ 609621 h 1059043"/>
                <a:gd name="connsiteX100-23839" fmla="*/ 652595 w 3024845"/>
                <a:gd name="connsiteY100-23840" fmla="*/ 607730 h 1059043"/>
                <a:gd name="connsiteX101-23841" fmla="*/ 652595 w 3024845"/>
                <a:gd name="connsiteY101-23842" fmla="*/ 594489 h 1059043"/>
                <a:gd name="connsiteX102-23843" fmla="*/ 651328 w 3024845"/>
                <a:gd name="connsiteY102-23844" fmla="*/ 592867 h 1059043"/>
                <a:gd name="connsiteX103-23845" fmla="*/ 656648 w 3024845"/>
                <a:gd name="connsiteY103-23846" fmla="*/ 581518 h 1059043"/>
                <a:gd name="connsiteX104-23847" fmla="*/ 664755 w 3024845"/>
                <a:gd name="connsiteY104-23848" fmla="*/ 609621 h 1059043"/>
                <a:gd name="connsiteX105-23849" fmla="*/ 665515 w 3024845"/>
                <a:gd name="connsiteY105-23850" fmla="*/ 609621 h 1059043"/>
                <a:gd name="connsiteX106-23851" fmla="*/ 670835 w 3024845"/>
                <a:gd name="connsiteY106-23852" fmla="*/ 609621 h 1059043"/>
                <a:gd name="connsiteX107-23853" fmla="*/ 670835 w 3024845"/>
                <a:gd name="connsiteY107-23854" fmla="*/ 503694 h 1059043"/>
                <a:gd name="connsiteX108-23855" fmla="*/ 672355 w 3024845"/>
                <a:gd name="connsiteY108-23856" fmla="*/ 503694 h 1059043"/>
                <a:gd name="connsiteX109-23857" fmla="*/ 682995 w 3024845"/>
                <a:gd name="connsiteY109-23858" fmla="*/ 503694 h 1059043"/>
                <a:gd name="connsiteX110-23859" fmla="*/ 682995 w 3024845"/>
                <a:gd name="connsiteY110-23860" fmla="*/ 456135 h 1059043"/>
                <a:gd name="connsiteX111-23861" fmla="*/ 709342 w 3024845"/>
                <a:gd name="connsiteY111-23862" fmla="*/ 456135 h 1059043"/>
                <a:gd name="connsiteX112-23863" fmla="*/ 709342 w 3024845"/>
                <a:gd name="connsiteY112-23864" fmla="*/ 434517 h 1059043"/>
                <a:gd name="connsiteX113-23865" fmla="*/ 743796 w 3024845"/>
                <a:gd name="connsiteY113-23866" fmla="*/ 434517 h 1059043"/>
                <a:gd name="connsiteX114-23867" fmla="*/ 743796 w 3024845"/>
                <a:gd name="connsiteY114-23868" fmla="*/ 436949 h 1059043"/>
                <a:gd name="connsiteX115-23869" fmla="*/ 743796 w 3024845"/>
                <a:gd name="connsiteY115-23870" fmla="*/ 453973 h 1059043"/>
                <a:gd name="connsiteX116-23871" fmla="*/ 746076 w 3024845"/>
                <a:gd name="connsiteY116-23872" fmla="*/ 453973 h 1059043"/>
                <a:gd name="connsiteX117-23873" fmla="*/ 762036 w 3024845"/>
                <a:gd name="connsiteY117-23874" fmla="*/ 453973 h 1059043"/>
                <a:gd name="connsiteX118-23875" fmla="*/ 762036 w 3024845"/>
                <a:gd name="connsiteY118-23876" fmla="*/ 501532 h 1059043"/>
                <a:gd name="connsiteX119-23877" fmla="*/ 763049 w 3024845"/>
                <a:gd name="connsiteY119-23878" fmla="*/ 501532 h 1059043"/>
                <a:gd name="connsiteX120-23879" fmla="*/ 770143 w 3024845"/>
                <a:gd name="connsiteY120-23880" fmla="*/ 501532 h 1059043"/>
                <a:gd name="connsiteX121-23881" fmla="*/ 784330 w 3024845"/>
                <a:gd name="connsiteY121-23882" fmla="*/ 505856 h 1059043"/>
                <a:gd name="connsiteX122-23883" fmla="*/ 784330 w 3024845"/>
                <a:gd name="connsiteY122-23884" fmla="*/ 544768 h 1059043"/>
                <a:gd name="connsiteX123-23885" fmla="*/ 785343 w 3024845"/>
                <a:gd name="connsiteY123-23886" fmla="*/ 544768 h 1059043"/>
                <a:gd name="connsiteX124-23887" fmla="*/ 792436 w 3024845"/>
                <a:gd name="connsiteY124-23888" fmla="*/ 544768 h 1059043"/>
                <a:gd name="connsiteX125-23889" fmla="*/ 792436 w 3024845"/>
                <a:gd name="connsiteY125-23890" fmla="*/ 546389 h 1059043"/>
                <a:gd name="connsiteX126-23891" fmla="*/ 792436 w 3024845"/>
                <a:gd name="connsiteY126-23892" fmla="*/ 557738 h 1059043"/>
                <a:gd name="connsiteX127-23893" fmla="*/ 794463 w 3024845"/>
                <a:gd name="connsiteY127-23894" fmla="*/ 557738 h 1059043"/>
                <a:gd name="connsiteX128-23895" fmla="*/ 808650 w 3024845"/>
                <a:gd name="connsiteY128-23896" fmla="*/ 557738 h 1059043"/>
                <a:gd name="connsiteX129-23897" fmla="*/ 814730 w 3024845"/>
                <a:gd name="connsiteY129-23898" fmla="*/ 564224 h 1059043"/>
                <a:gd name="connsiteX130-23899" fmla="*/ 814730 w 3024845"/>
                <a:gd name="connsiteY130-23900" fmla="*/ 585842 h 1059043"/>
                <a:gd name="connsiteX131-23901" fmla="*/ 817010 w 3024845"/>
                <a:gd name="connsiteY131-23902" fmla="*/ 585842 h 1059043"/>
                <a:gd name="connsiteX132-23903" fmla="*/ 832970 w 3024845"/>
                <a:gd name="connsiteY132-23904" fmla="*/ 585842 h 1059043"/>
                <a:gd name="connsiteX133-23905" fmla="*/ 832970 w 3024845"/>
                <a:gd name="connsiteY133-23906" fmla="*/ 586922 h 1059043"/>
                <a:gd name="connsiteX134-23907" fmla="*/ 832970 w 3024845"/>
                <a:gd name="connsiteY134-23908" fmla="*/ 594489 h 1059043"/>
                <a:gd name="connsiteX135-23909" fmla="*/ 834237 w 3024845"/>
                <a:gd name="connsiteY135-23910" fmla="*/ 594489 h 1059043"/>
                <a:gd name="connsiteX136-23911" fmla="*/ 843104 w 3024845"/>
                <a:gd name="connsiteY136-23912" fmla="*/ 594489 h 1059043"/>
                <a:gd name="connsiteX137-23913" fmla="*/ 843104 w 3024845"/>
                <a:gd name="connsiteY137-23914" fmla="*/ 596650 h 1059043"/>
                <a:gd name="connsiteX138-23915" fmla="*/ 843104 w 3024845"/>
                <a:gd name="connsiteY138-23916" fmla="*/ 611783 h 1059043"/>
                <a:gd name="connsiteX139-23917" fmla="*/ 847157 w 3024845"/>
                <a:gd name="connsiteY139-23918" fmla="*/ 609891 h 1059043"/>
                <a:gd name="connsiteX140-23919" fmla="*/ 847157 w 3024845"/>
                <a:gd name="connsiteY140-23920" fmla="*/ 596650 h 1059043"/>
                <a:gd name="connsiteX141-23921" fmla="*/ 848170 w 3024845"/>
                <a:gd name="connsiteY141-23922" fmla="*/ 596650 h 1059043"/>
                <a:gd name="connsiteX142-23923" fmla="*/ 855264 w 3024845"/>
                <a:gd name="connsiteY142-23924" fmla="*/ 596650 h 1059043"/>
                <a:gd name="connsiteX143-23925" fmla="*/ 855264 w 3024845"/>
                <a:gd name="connsiteY143-23926" fmla="*/ 598272 h 1059043"/>
                <a:gd name="connsiteX144-23927" fmla="*/ 855264 w 3024845"/>
                <a:gd name="connsiteY144-23928" fmla="*/ 609621 h 1059043"/>
                <a:gd name="connsiteX145-23929" fmla="*/ 856024 w 3024845"/>
                <a:gd name="connsiteY145-23930" fmla="*/ 609621 h 1059043"/>
                <a:gd name="connsiteX146-23931" fmla="*/ 861344 w 3024845"/>
                <a:gd name="connsiteY146-23932" fmla="*/ 609621 h 1059043"/>
                <a:gd name="connsiteX147-23933" fmla="*/ 909984 w 3024845"/>
                <a:gd name="connsiteY147-23934" fmla="*/ 605298 h 1059043"/>
                <a:gd name="connsiteX148-23935" fmla="*/ 909984 w 3024845"/>
                <a:gd name="connsiteY148-23936" fmla="*/ 606649 h 1059043"/>
                <a:gd name="connsiteX149-23937" fmla="*/ 909984 w 3024845"/>
                <a:gd name="connsiteY149-23938" fmla="*/ 616106 h 1059043"/>
                <a:gd name="connsiteX150-23939" fmla="*/ 910744 w 3024845"/>
                <a:gd name="connsiteY150-23940" fmla="*/ 616106 h 1059043"/>
                <a:gd name="connsiteX151-23941" fmla="*/ 916065 w 3024845"/>
                <a:gd name="connsiteY151-23942" fmla="*/ 616106 h 1059043"/>
                <a:gd name="connsiteX152-23943" fmla="*/ 916065 w 3024845"/>
                <a:gd name="connsiteY152-23944" fmla="*/ 618268 h 1059043"/>
                <a:gd name="connsiteX153-23945" fmla="*/ 916065 w 3024845"/>
                <a:gd name="connsiteY153-23946" fmla="*/ 633401 h 1059043"/>
                <a:gd name="connsiteX154-23947" fmla="*/ 918091 w 3024845"/>
                <a:gd name="connsiteY154-23948" fmla="*/ 632050 h 1059043"/>
                <a:gd name="connsiteX155-23949" fmla="*/ 932278 w 3024845"/>
                <a:gd name="connsiteY155-23950" fmla="*/ 622592 h 1059043"/>
                <a:gd name="connsiteX156-23951" fmla="*/ 938358 w 3024845"/>
                <a:gd name="connsiteY156-23952" fmla="*/ 581518 h 1059043"/>
                <a:gd name="connsiteX157-23953" fmla="*/ 939118 w 3024845"/>
                <a:gd name="connsiteY157-23954" fmla="*/ 581248 h 1059043"/>
                <a:gd name="connsiteX158-23955" fmla="*/ 944438 w 3024845"/>
                <a:gd name="connsiteY158-23956" fmla="*/ 579356 h 1059043"/>
                <a:gd name="connsiteX159-23957" fmla="*/ 946465 w 3024845"/>
                <a:gd name="connsiteY159-23958" fmla="*/ 510179 h 1059043"/>
                <a:gd name="connsiteX160-23959" fmla="*/ 948492 w 3024845"/>
                <a:gd name="connsiteY160-23960" fmla="*/ 579356 h 1059043"/>
                <a:gd name="connsiteX161-23961" fmla="*/ 949252 w 3024845"/>
                <a:gd name="connsiteY161-23962" fmla="*/ 579626 h 1059043"/>
                <a:gd name="connsiteX162-23963" fmla="*/ 954572 w 3024845"/>
                <a:gd name="connsiteY162-23964" fmla="*/ 581518 h 1059043"/>
                <a:gd name="connsiteX163-23965" fmla="*/ 954572 w 3024845"/>
                <a:gd name="connsiteY163-23966" fmla="*/ 495047 h 1059043"/>
                <a:gd name="connsiteX164-23967" fmla="*/ 958625 w 3024845"/>
                <a:gd name="connsiteY164-23968" fmla="*/ 462620 h 1059043"/>
                <a:gd name="connsiteX165-23969" fmla="*/ 997132 w 3024845"/>
                <a:gd name="connsiteY165-23970" fmla="*/ 462620 h 1059043"/>
                <a:gd name="connsiteX166-23971" fmla="*/ 997132 w 3024845"/>
                <a:gd name="connsiteY166-23972" fmla="*/ 495047 h 1059043"/>
                <a:gd name="connsiteX167-23973" fmla="*/ 997892 w 3024845"/>
                <a:gd name="connsiteY167-23974" fmla="*/ 495047 h 1059043"/>
                <a:gd name="connsiteX168-23975" fmla="*/ 1003212 w 3024845"/>
                <a:gd name="connsiteY168-23976" fmla="*/ 495047 h 1059043"/>
                <a:gd name="connsiteX169-23977" fmla="*/ 1003212 w 3024845"/>
                <a:gd name="connsiteY169-23978" fmla="*/ 412899 h 1059043"/>
                <a:gd name="connsiteX170-23979" fmla="*/ 1004986 w 3024845"/>
                <a:gd name="connsiteY170-23980" fmla="*/ 412899 h 1059043"/>
                <a:gd name="connsiteX171-23981" fmla="*/ 1017399 w 3024845"/>
                <a:gd name="connsiteY171-23982" fmla="*/ 412899 h 1059043"/>
                <a:gd name="connsiteX172-23983" fmla="*/ 1017399 w 3024845"/>
                <a:gd name="connsiteY172-23984" fmla="*/ 411008 h 1059043"/>
                <a:gd name="connsiteX173-23985" fmla="*/ 1017399 w 3024845"/>
                <a:gd name="connsiteY173-23986" fmla="*/ 397767 h 1059043"/>
                <a:gd name="connsiteX174-23987" fmla="*/ 1039693 w 3024845"/>
                <a:gd name="connsiteY174-23988" fmla="*/ 397767 h 1059043"/>
                <a:gd name="connsiteX175-23989" fmla="*/ 1039693 w 3024845"/>
                <a:gd name="connsiteY175-23990" fmla="*/ 396686 h 1059043"/>
                <a:gd name="connsiteX176-23991" fmla="*/ 1039693 w 3024845"/>
                <a:gd name="connsiteY176-23992" fmla="*/ 389120 h 1059043"/>
                <a:gd name="connsiteX177-23993" fmla="*/ 1041466 w 3024845"/>
                <a:gd name="connsiteY177-23994" fmla="*/ 389120 h 1059043"/>
                <a:gd name="connsiteX178-23995" fmla="*/ 1053880 w 3024845"/>
                <a:gd name="connsiteY178-23996" fmla="*/ 389120 h 1059043"/>
                <a:gd name="connsiteX179-23997" fmla="*/ 1053880 w 3024845"/>
                <a:gd name="connsiteY179-23998" fmla="*/ 390201 h 1059043"/>
                <a:gd name="connsiteX180-23999" fmla="*/ 1053880 w 3024845"/>
                <a:gd name="connsiteY180-24000" fmla="*/ 397767 h 1059043"/>
                <a:gd name="connsiteX181-24001" fmla="*/ 1054640 w 3024845"/>
                <a:gd name="connsiteY181-24002" fmla="*/ 397767 h 1059043"/>
                <a:gd name="connsiteX182-24003" fmla="*/ 1059960 w 3024845"/>
                <a:gd name="connsiteY182-24004" fmla="*/ 397767 h 1059043"/>
                <a:gd name="connsiteX183-24005" fmla="*/ 1070093 w 3024845"/>
                <a:gd name="connsiteY183-24006" fmla="*/ 393443 h 1059043"/>
                <a:gd name="connsiteX184-24007" fmla="*/ 1074146 w 3024845"/>
                <a:gd name="connsiteY184-24008" fmla="*/ 396686 h 1059043"/>
                <a:gd name="connsiteX185-24009" fmla="*/ 1074146 w 3024845"/>
                <a:gd name="connsiteY185-24010" fmla="*/ 389120 h 1059043"/>
                <a:gd name="connsiteX186-24011" fmla="*/ 1076426 w 3024845"/>
                <a:gd name="connsiteY186-24012" fmla="*/ 389120 h 1059043"/>
                <a:gd name="connsiteX187-24013" fmla="*/ 1092387 w 3024845"/>
                <a:gd name="connsiteY187-24014" fmla="*/ 389120 h 1059043"/>
                <a:gd name="connsiteX188-24015" fmla="*/ 1092387 w 3024845"/>
                <a:gd name="connsiteY188-24016" fmla="*/ 390201 h 1059043"/>
                <a:gd name="connsiteX189-24017" fmla="*/ 1092387 w 3024845"/>
                <a:gd name="connsiteY189-24018" fmla="*/ 397767 h 1059043"/>
                <a:gd name="connsiteX190-24019" fmla="*/ 1122787 w 3024845"/>
                <a:gd name="connsiteY190-24020" fmla="*/ 397767 h 1059043"/>
                <a:gd name="connsiteX191-24021" fmla="*/ 1122787 w 3024845"/>
                <a:gd name="connsiteY191-24022" fmla="*/ 399388 h 1059043"/>
                <a:gd name="connsiteX192-24023" fmla="*/ 1122787 w 3024845"/>
                <a:gd name="connsiteY192-24024" fmla="*/ 410738 h 1059043"/>
                <a:gd name="connsiteX193-24025" fmla="*/ 1149134 w 3024845"/>
                <a:gd name="connsiteY193-24026" fmla="*/ 410738 h 1059043"/>
                <a:gd name="connsiteX194-24027" fmla="*/ 1149134 w 3024845"/>
                <a:gd name="connsiteY194-24028" fmla="*/ 441002 h 1059043"/>
                <a:gd name="connsiteX195-24029" fmla="*/ 1149894 w 3024845"/>
                <a:gd name="connsiteY195-24030" fmla="*/ 441002 h 1059043"/>
                <a:gd name="connsiteX196-24031" fmla="*/ 1155214 w 3024845"/>
                <a:gd name="connsiteY196-24032" fmla="*/ 441002 h 1059043"/>
                <a:gd name="connsiteX197-24033" fmla="*/ 1155214 w 3024845"/>
                <a:gd name="connsiteY197-24034" fmla="*/ 442083 h 1059043"/>
                <a:gd name="connsiteX198-24035" fmla="*/ 1155214 w 3024845"/>
                <a:gd name="connsiteY198-24036" fmla="*/ 449650 h 1059043"/>
                <a:gd name="connsiteX199-24037" fmla="*/ 1159268 w 3024845"/>
                <a:gd name="connsiteY199-24038" fmla="*/ 479914 h 1059043"/>
                <a:gd name="connsiteX200-24039" fmla="*/ 1160028 w 3024845"/>
                <a:gd name="connsiteY200-24040" fmla="*/ 479914 h 1059043"/>
                <a:gd name="connsiteX201-24041" fmla="*/ 1165348 w 3024845"/>
                <a:gd name="connsiteY201-24042" fmla="*/ 479914 h 1059043"/>
                <a:gd name="connsiteX202-24043" fmla="*/ 1165348 w 3024845"/>
                <a:gd name="connsiteY202-24044" fmla="*/ 480725 h 1059043"/>
                <a:gd name="connsiteX203-24045" fmla="*/ 1165348 w 3024845"/>
                <a:gd name="connsiteY203-24046" fmla="*/ 486400 h 1059043"/>
                <a:gd name="connsiteX204-24047" fmla="*/ 1166361 w 3024845"/>
                <a:gd name="connsiteY204-24048" fmla="*/ 486400 h 1059043"/>
                <a:gd name="connsiteX205-24049" fmla="*/ 1173454 w 3024845"/>
                <a:gd name="connsiteY205-24050" fmla="*/ 486400 h 1059043"/>
                <a:gd name="connsiteX206-24051" fmla="*/ 1173454 w 3024845"/>
                <a:gd name="connsiteY206-24052" fmla="*/ 516665 h 1059043"/>
                <a:gd name="connsiteX207-24053" fmla="*/ 1175481 w 3024845"/>
                <a:gd name="connsiteY207-24054" fmla="*/ 516665 h 1059043"/>
                <a:gd name="connsiteX208-24055" fmla="*/ 1189668 w 3024845"/>
                <a:gd name="connsiteY208-24056" fmla="*/ 516665 h 1059043"/>
                <a:gd name="connsiteX209-24057" fmla="*/ 1189668 w 3024845"/>
                <a:gd name="connsiteY209-24058" fmla="*/ 540444 h 1059043"/>
                <a:gd name="connsiteX210-24059" fmla="*/ 1191695 w 3024845"/>
                <a:gd name="connsiteY210-24060" fmla="*/ 542065 h 1059043"/>
                <a:gd name="connsiteX211-24061" fmla="*/ 1191695 w 3024845"/>
                <a:gd name="connsiteY211-24062" fmla="*/ 553415 h 1059043"/>
                <a:gd name="connsiteX212-24063" fmla="*/ 1192455 w 3024845"/>
                <a:gd name="connsiteY212-24064" fmla="*/ 553415 h 1059043"/>
                <a:gd name="connsiteX213-24065" fmla="*/ 1197775 w 3024845"/>
                <a:gd name="connsiteY213-24066" fmla="*/ 553415 h 1059043"/>
                <a:gd name="connsiteX214-24067" fmla="*/ 1197775 w 3024845"/>
                <a:gd name="connsiteY214-24068" fmla="*/ 577194 h 1059043"/>
                <a:gd name="connsiteX215-24069" fmla="*/ 1199041 w 3024845"/>
                <a:gd name="connsiteY215-24070" fmla="*/ 577194 h 1059043"/>
                <a:gd name="connsiteX216-24071" fmla="*/ 1207908 w 3024845"/>
                <a:gd name="connsiteY216-24072" fmla="*/ 577194 h 1059043"/>
                <a:gd name="connsiteX217-24073" fmla="*/ 1209935 w 3024845"/>
                <a:gd name="connsiteY217-24074" fmla="*/ 581248 h 1059043"/>
                <a:gd name="connsiteX218-24075" fmla="*/ 1209935 w 3024845"/>
                <a:gd name="connsiteY218-24076" fmla="*/ 594489 h 1059043"/>
                <a:gd name="connsiteX219-24077" fmla="*/ 1211455 w 3024845"/>
                <a:gd name="connsiteY219-24078" fmla="*/ 592597 h 1059043"/>
                <a:gd name="connsiteX220-24079" fmla="*/ 1222095 w 3024845"/>
                <a:gd name="connsiteY220-24080" fmla="*/ 579356 h 1059043"/>
                <a:gd name="connsiteX221-24081" fmla="*/ 1250469 w 3024845"/>
                <a:gd name="connsiteY221-24082" fmla="*/ 579356 h 1059043"/>
                <a:gd name="connsiteX222-24083" fmla="*/ 1250469 w 3024845"/>
                <a:gd name="connsiteY222-24084" fmla="*/ 665827 h 1059043"/>
                <a:gd name="connsiteX223-24085" fmla="*/ 1251229 w 3024845"/>
                <a:gd name="connsiteY223-24086" fmla="*/ 665827 h 1059043"/>
                <a:gd name="connsiteX224-24087" fmla="*/ 1256549 w 3024845"/>
                <a:gd name="connsiteY224-24088" fmla="*/ 665827 h 1059043"/>
                <a:gd name="connsiteX225-24089" fmla="*/ 1257309 w 3024845"/>
                <a:gd name="connsiteY225-24090" fmla="*/ 664476 h 1059043"/>
                <a:gd name="connsiteX226-24091" fmla="*/ 1262629 w 3024845"/>
                <a:gd name="connsiteY226-24092" fmla="*/ 655018 h 1059043"/>
                <a:gd name="connsiteX227-24093" fmla="*/ 1262629 w 3024845"/>
                <a:gd name="connsiteY227-24094" fmla="*/ 656910 h 1059043"/>
                <a:gd name="connsiteX228-24095" fmla="*/ 1262629 w 3024845"/>
                <a:gd name="connsiteY228-24096" fmla="*/ 670151 h 1059043"/>
                <a:gd name="connsiteX229-24097" fmla="*/ 1266682 w 3024845"/>
                <a:gd name="connsiteY229-24098" fmla="*/ 624754 h 1059043"/>
                <a:gd name="connsiteX230-24099" fmla="*/ 1267442 w 3024845"/>
                <a:gd name="connsiteY230-24100" fmla="*/ 624754 h 1059043"/>
                <a:gd name="connsiteX231-24101" fmla="*/ 1272762 w 3024845"/>
                <a:gd name="connsiteY231-24102" fmla="*/ 624754 h 1059043"/>
                <a:gd name="connsiteX232-24103" fmla="*/ 1272762 w 3024845"/>
                <a:gd name="connsiteY232-24104" fmla="*/ 559900 h 1059043"/>
                <a:gd name="connsiteX233-24105" fmla="*/ 1273776 w 3024845"/>
                <a:gd name="connsiteY233-24106" fmla="*/ 559900 h 1059043"/>
                <a:gd name="connsiteX234-24107" fmla="*/ 1280869 w 3024845"/>
                <a:gd name="connsiteY234-24108" fmla="*/ 559900 h 1059043"/>
                <a:gd name="connsiteX235-24109" fmla="*/ 1293029 w 3024845"/>
                <a:gd name="connsiteY235-24110" fmla="*/ 516665 h 1059043"/>
                <a:gd name="connsiteX236-24111" fmla="*/ 1294296 w 3024845"/>
                <a:gd name="connsiteY236-24112" fmla="*/ 516665 h 1059043"/>
                <a:gd name="connsiteX237-24113" fmla="*/ 1303163 w 3024845"/>
                <a:gd name="connsiteY237-24114" fmla="*/ 516665 h 1059043"/>
                <a:gd name="connsiteX238-24115" fmla="*/ 1313296 w 3024845"/>
                <a:gd name="connsiteY238-24116" fmla="*/ 559900 h 1059043"/>
                <a:gd name="connsiteX239-24117" fmla="*/ 1314309 w 3024845"/>
                <a:gd name="connsiteY239-24118" fmla="*/ 559900 h 1059043"/>
                <a:gd name="connsiteX240-24119" fmla="*/ 1321403 w 3024845"/>
                <a:gd name="connsiteY240-24120" fmla="*/ 559900 h 1059043"/>
                <a:gd name="connsiteX241-24121" fmla="*/ 1321403 w 3024845"/>
                <a:gd name="connsiteY241-24122" fmla="*/ 598812 h 1059043"/>
                <a:gd name="connsiteX242-24123" fmla="*/ 1323176 w 3024845"/>
                <a:gd name="connsiteY242-24124" fmla="*/ 598812 h 1059043"/>
                <a:gd name="connsiteX243-24125" fmla="*/ 1335590 w 3024845"/>
                <a:gd name="connsiteY243-24126" fmla="*/ 598812 h 1059043"/>
                <a:gd name="connsiteX244-24127" fmla="*/ 1335590 w 3024845"/>
                <a:gd name="connsiteY244-24128" fmla="*/ 600974 h 1059043"/>
                <a:gd name="connsiteX245-24129" fmla="*/ 1335590 w 3024845"/>
                <a:gd name="connsiteY245-24130" fmla="*/ 616106 h 1059043"/>
                <a:gd name="connsiteX246-24131" fmla="*/ 1339643 w 3024845"/>
                <a:gd name="connsiteY246-24132" fmla="*/ 613945 h 1059043"/>
                <a:gd name="connsiteX247-24133" fmla="*/ 1339643 w 3024845"/>
                <a:gd name="connsiteY247-24134" fmla="*/ 598812 h 1059043"/>
                <a:gd name="connsiteX248-24135" fmla="*/ 1341163 w 3024845"/>
                <a:gd name="connsiteY248-24136" fmla="*/ 598812 h 1059043"/>
                <a:gd name="connsiteX249-24137" fmla="*/ 1351803 w 3024845"/>
                <a:gd name="connsiteY249-24138" fmla="*/ 598812 h 1059043"/>
                <a:gd name="connsiteX250-24139" fmla="*/ 1351803 w 3024845"/>
                <a:gd name="connsiteY250-24140" fmla="*/ 600433 h 1059043"/>
                <a:gd name="connsiteX251-24141" fmla="*/ 1351803 w 3024845"/>
                <a:gd name="connsiteY251-24142" fmla="*/ 611783 h 1059043"/>
                <a:gd name="connsiteX252-24143" fmla="*/ 1382204 w 3024845"/>
                <a:gd name="connsiteY252-24144" fmla="*/ 611783 h 1059043"/>
                <a:gd name="connsiteX253-24145" fmla="*/ 1382204 w 3024845"/>
                <a:gd name="connsiteY253-24146" fmla="*/ 575033 h 1059043"/>
                <a:gd name="connsiteX254-24147" fmla="*/ 1383470 w 3024845"/>
                <a:gd name="connsiteY254-24148" fmla="*/ 575033 h 1059043"/>
                <a:gd name="connsiteX255-24149" fmla="*/ 1392337 w 3024845"/>
                <a:gd name="connsiteY255-24150" fmla="*/ 575033 h 1059043"/>
                <a:gd name="connsiteX256-24151" fmla="*/ 1392337 w 3024845"/>
                <a:gd name="connsiteY256-24152" fmla="*/ 596650 h 1059043"/>
                <a:gd name="connsiteX257-24153" fmla="*/ 1394364 w 3024845"/>
                <a:gd name="connsiteY257-24154" fmla="*/ 564224 h 1059043"/>
                <a:gd name="connsiteX258-24155" fmla="*/ 1416657 w 3024845"/>
                <a:gd name="connsiteY258-24156" fmla="*/ 564224 h 1059043"/>
                <a:gd name="connsiteX259-24157" fmla="*/ 1416657 w 3024845"/>
                <a:gd name="connsiteY259-24158" fmla="*/ 562602 h 1059043"/>
                <a:gd name="connsiteX260-24159" fmla="*/ 1416657 w 3024845"/>
                <a:gd name="connsiteY260-24160" fmla="*/ 551253 h 1059043"/>
                <a:gd name="connsiteX261-24161" fmla="*/ 1417417 w 3024845"/>
                <a:gd name="connsiteY261-24162" fmla="*/ 551253 h 1059043"/>
                <a:gd name="connsiteX262-24163" fmla="*/ 1422737 w 3024845"/>
                <a:gd name="connsiteY262-24164" fmla="*/ 551253 h 1059043"/>
                <a:gd name="connsiteX263-24165" fmla="*/ 1422737 w 3024845"/>
                <a:gd name="connsiteY263-24166" fmla="*/ 549362 h 1059043"/>
                <a:gd name="connsiteX264-24167" fmla="*/ 1422737 w 3024845"/>
                <a:gd name="connsiteY264-24168" fmla="*/ 536121 h 1059043"/>
                <a:gd name="connsiteX265-24169" fmla="*/ 1426791 w 3024845"/>
                <a:gd name="connsiteY265-24170" fmla="*/ 542606 h 1059043"/>
                <a:gd name="connsiteX266-24171" fmla="*/ 1429071 w 3024845"/>
                <a:gd name="connsiteY266-24172" fmla="*/ 542606 h 1059043"/>
                <a:gd name="connsiteX267-24173" fmla="*/ 1445031 w 3024845"/>
                <a:gd name="connsiteY267-24174" fmla="*/ 542606 h 1059043"/>
                <a:gd name="connsiteX268-24175" fmla="*/ 1445031 w 3024845"/>
                <a:gd name="connsiteY268-24176" fmla="*/ 541795 h 1059043"/>
                <a:gd name="connsiteX269-24177" fmla="*/ 1445031 w 3024845"/>
                <a:gd name="connsiteY269-24178" fmla="*/ 536121 h 1059043"/>
                <a:gd name="connsiteX270-24179" fmla="*/ 1445791 w 3024845"/>
                <a:gd name="connsiteY270-24180" fmla="*/ 536121 h 1059043"/>
                <a:gd name="connsiteX271-24181" fmla="*/ 1451111 w 3024845"/>
                <a:gd name="connsiteY271-24182" fmla="*/ 536121 h 1059043"/>
                <a:gd name="connsiteX272-24183" fmla="*/ 1451111 w 3024845"/>
                <a:gd name="connsiteY272-24184" fmla="*/ 537472 h 1059043"/>
                <a:gd name="connsiteX273-24185" fmla="*/ 1451111 w 3024845"/>
                <a:gd name="connsiteY273-24186" fmla="*/ 546930 h 1059043"/>
                <a:gd name="connsiteX274-24187" fmla="*/ 1489618 w 3024845"/>
                <a:gd name="connsiteY274-24188" fmla="*/ 546930 h 1059043"/>
                <a:gd name="connsiteX275-24189" fmla="*/ 1489618 w 3024845"/>
                <a:gd name="connsiteY275-24190" fmla="*/ 685283 h 1059043"/>
                <a:gd name="connsiteX276-24191" fmla="*/ 1491138 w 3024845"/>
                <a:gd name="connsiteY276-24192" fmla="*/ 685283 h 1059043"/>
                <a:gd name="connsiteX277-24193" fmla="*/ 1501778 w 3024845"/>
                <a:gd name="connsiteY277-24194" fmla="*/ 685283 h 1059043"/>
                <a:gd name="connsiteX278-24195" fmla="*/ 1501778 w 3024845"/>
                <a:gd name="connsiteY278-24196" fmla="*/ 672313 h 1059043"/>
                <a:gd name="connsiteX279-24197" fmla="*/ 1505832 w 3024845"/>
                <a:gd name="connsiteY279-24198" fmla="*/ 672313 h 1059043"/>
                <a:gd name="connsiteX280-24199" fmla="*/ 1505832 w 3024845"/>
                <a:gd name="connsiteY280-24200" fmla="*/ 685283 h 1059043"/>
                <a:gd name="connsiteX281-24201" fmla="*/ 1536232 w 3024845"/>
                <a:gd name="connsiteY281-24202" fmla="*/ 685283 h 1059043"/>
                <a:gd name="connsiteX282-24203" fmla="*/ 1536232 w 3024845"/>
                <a:gd name="connsiteY282-24204" fmla="*/ 655018 h 1059043"/>
                <a:gd name="connsiteX283-24205" fmla="*/ 1548392 w 3024845"/>
                <a:gd name="connsiteY283-24206" fmla="*/ 655018 h 1059043"/>
                <a:gd name="connsiteX284-24207" fmla="*/ 1560552 w 3024845"/>
                <a:gd name="connsiteY284-24208" fmla="*/ 652857 h 1059043"/>
                <a:gd name="connsiteX285-24209" fmla="*/ 1564606 w 3024845"/>
                <a:gd name="connsiteY285-24210" fmla="*/ 655018 h 1059043"/>
                <a:gd name="connsiteX286-24211" fmla="*/ 1574739 w 3024845"/>
                <a:gd name="connsiteY286-24212" fmla="*/ 655018 h 1059043"/>
                <a:gd name="connsiteX287-24213" fmla="*/ 1574739 w 3024845"/>
                <a:gd name="connsiteY287-24214" fmla="*/ 685283 h 1059043"/>
                <a:gd name="connsiteX288-24215" fmla="*/ 1582846 w 3024845"/>
                <a:gd name="connsiteY288-24216" fmla="*/ 685283 h 1059043"/>
                <a:gd name="connsiteX289-24217" fmla="*/ 1582846 w 3024845"/>
                <a:gd name="connsiteY289-24218" fmla="*/ 702578 h 1059043"/>
                <a:gd name="connsiteX290-24219" fmla="*/ 1592182 w 3024845"/>
                <a:gd name="connsiteY290-24220" fmla="*/ 703483 h 1059043"/>
                <a:gd name="connsiteX291-24221" fmla="*/ 1605140 w 3024845"/>
                <a:gd name="connsiteY291-24222" fmla="*/ 703483 h 1059043"/>
                <a:gd name="connsiteX292-24223" fmla="*/ 1605140 w 3024845"/>
                <a:gd name="connsiteY292-24224" fmla="*/ 687445 h 1059043"/>
                <a:gd name="connsiteX293-24225" fmla="*/ 1673096 w 3024845"/>
                <a:gd name="connsiteY293-24226" fmla="*/ 687445 h 1059043"/>
                <a:gd name="connsiteX294-24227" fmla="*/ 1673096 w 3024845"/>
                <a:gd name="connsiteY294-24228" fmla="*/ 602192 h 1059043"/>
                <a:gd name="connsiteX295-24229" fmla="*/ 1745104 w 3024845"/>
                <a:gd name="connsiteY295-24230" fmla="*/ 602192 h 1059043"/>
                <a:gd name="connsiteX296-24231" fmla="*/ 1745104 w 3024845"/>
                <a:gd name="connsiteY296-24232" fmla="*/ 680960 h 1059043"/>
                <a:gd name="connsiteX297-24233" fmla="*/ 1747008 w 3024845"/>
                <a:gd name="connsiteY297-24234" fmla="*/ 680960 h 1059043"/>
                <a:gd name="connsiteX298-24235" fmla="*/ 1748250 w 3024845"/>
                <a:gd name="connsiteY298-24236" fmla="*/ 703483 h 1059043"/>
                <a:gd name="connsiteX299-24237" fmla="*/ 1757926 w 3024845"/>
                <a:gd name="connsiteY299-24238" fmla="*/ 703483 h 1059043"/>
                <a:gd name="connsiteX300-24239" fmla="*/ 1759168 w 3024845"/>
                <a:gd name="connsiteY300-24240" fmla="*/ 680960 h 1059043"/>
                <a:gd name="connsiteX301-24241" fmla="*/ 1765248 w 3024845"/>
                <a:gd name="connsiteY301-24242" fmla="*/ 680960 h 1059043"/>
                <a:gd name="connsiteX302-24243" fmla="*/ 1766490 w 3024845"/>
                <a:gd name="connsiteY302-24244" fmla="*/ 703483 h 1059043"/>
                <a:gd name="connsiteX303-24245" fmla="*/ 1817112 w 3024845"/>
                <a:gd name="connsiteY303-24246" fmla="*/ 703483 h 1059043"/>
                <a:gd name="connsiteX304-24247" fmla="*/ 1817112 w 3024845"/>
                <a:gd name="connsiteY304-24248" fmla="*/ 540455 h 1059043"/>
                <a:gd name="connsiteX305-24249" fmla="*/ 2014439 w 3024845"/>
                <a:gd name="connsiteY305-24250" fmla="*/ 540455 h 1059043"/>
                <a:gd name="connsiteX306-24251" fmla="*/ 2014439 w 3024845"/>
                <a:gd name="connsiteY306-24252" fmla="*/ 703483 h 1059043"/>
                <a:gd name="connsiteX307-24253" fmla="*/ 2033136 w 3024845"/>
                <a:gd name="connsiteY307-24254" fmla="*/ 703483 h 1059043"/>
                <a:gd name="connsiteX308-24255" fmla="*/ 2033136 w 3024845"/>
                <a:gd name="connsiteY308-24256" fmla="*/ 620790 h 1059043"/>
                <a:gd name="connsiteX309-24257" fmla="*/ 2128256 w 3024845"/>
                <a:gd name="connsiteY309-24258" fmla="*/ 620790 h 1059043"/>
                <a:gd name="connsiteX310-24259" fmla="*/ 2128026 w 3024845"/>
                <a:gd name="connsiteY310-24260" fmla="*/ 281031 h 1059043"/>
                <a:gd name="connsiteX311-24261" fmla="*/ 2121946 w 3024845"/>
                <a:gd name="connsiteY311-24262" fmla="*/ 276707 h 1059043"/>
                <a:gd name="connsiteX312-24263" fmla="*/ 2130053 w 3024845"/>
                <a:gd name="connsiteY312-24264" fmla="*/ 252928 h 1059043"/>
                <a:gd name="connsiteX313-24265" fmla="*/ 2130053 w 3024845"/>
                <a:gd name="connsiteY313-24266" fmla="*/ 235634 h 1059043"/>
                <a:gd name="connsiteX314-24267" fmla="*/ 2144240 w 3024845"/>
                <a:gd name="connsiteY314-24268" fmla="*/ 235634 h 1059043"/>
                <a:gd name="connsiteX315-24269" fmla="*/ 2144240 w 3024845"/>
                <a:gd name="connsiteY315-24270" fmla="*/ 214016 h 1059043"/>
                <a:gd name="connsiteX316-24271" fmla="*/ 2146266 w 3024845"/>
                <a:gd name="connsiteY316-24272" fmla="*/ 131868 h 1059043"/>
                <a:gd name="connsiteX317-24273" fmla="*/ 2144240 w 3024845"/>
                <a:gd name="connsiteY317-24274" fmla="*/ 125383 h 1059043"/>
                <a:gd name="connsiteX318-24275" fmla="*/ 2150320 w 3024845"/>
                <a:gd name="connsiteY318-24276" fmla="*/ 118897 h 1059043"/>
                <a:gd name="connsiteX319-24277" fmla="*/ 2150320 w 3024845"/>
                <a:gd name="connsiteY319-24278" fmla="*/ 60529 h 1059043"/>
                <a:gd name="connsiteX320-24279" fmla="*/ 2152346 w 3024845"/>
                <a:gd name="connsiteY320-24280" fmla="*/ 56206 h 1059043"/>
                <a:gd name="connsiteX321-24281" fmla="*/ 2152346 w 3024845"/>
                <a:gd name="connsiteY321-24282" fmla="*/ 0 h 1059043"/>
                <a:gd name="connsiteX322-24283" fmla="*/ 2162480 w 3024845"/>
                <a:gd name="connsiteY322-24284" fmla="*/ 118897 h 1059043"/>
                <a:gd name="connsiteX323-24285" fmla="*/ 2168560 w 3024845"/>
                <a:gd name="connsiteY323-24286" fmla="*/ 125383 h 1059043"/>
                <a:gd name="connsiteX324-24287" fmla="*/ 2166533 w 3024845"/>
                <a:gd name="connsiteY324-24288" fmla="*/ 131868 h 1059043"/>
                <a:gd name="connsiteX325-24289" fmla="*/ 2180720 w 3024845"/>
                <a:gd name="connsiteY325-24290" fmla="*/ 555577 h 1059043"/>
                <a:gd name="connsiteX326-24291" fmla="*/ 2245574 w 3024845"/>
                <a:gd name="connsiteY326-24292" fmla="*/ 555577 h 1059043"/>
                <a:gd name="connsiteX327-24293" fmla="*/ 2245574 w 3024845"/>
                <a:gd name="connsiteY327-24294" fmla="*/ 631239 h 1059043"/>
                <a:gd name="connsiteX328-24295" fmla="*/ 2253681 w 3024845"/>
                <a:gd name="connsiteY328-24296" fmla="*/ 631239 h 1059043"/>
                <a:gd name="connsiteX329-24297" fmla="*/ 2255708 w 3024845"/>
                <a:gd name="connsiteY329-24298" fmla="*/ 624754 h 1059043"/>
                <a:gd name="connsiteX330-24299" fmla="*/ 2261788 w 3024845"/>
                <a:gd name="connsiteY330-24300" fmla="*/ 624754 h 1059043"/>
                <a:gd name="connsiteX331-24301" fmla="*/ 2263815 w 3024845"/>
                <a:gd name="connsiteY331-24302" fmla="*/ 633401 h 1059043"/>
                <a:gd name="connsiteX332-24303" fmla="*/ 2275975 w 3024845"/>
                <a:gd name="connsiteY332-24304" fmla="*/ 633401 h 1059043"/>
                <a:gd name="connsiteX333-24305" fmla="*/ 2275975 w 3024845"/>
                <a:gd name="connsiteY333-24306" fmla="*/ 626915 h 1059043"/>
                <a:gd name="connsiteX334-24307" fmla="*/ 2298268 w 3024845"/>
                <a:gd name="connsiteY334-24308" fmla="*/ 626915 h 1059043"/>
                <a:gd name="connsiteX335-24309" fmla="*/ 2298268 w 3024845"/>
                <a:gd name="connsiteY335-24310" fmla="*/ 633401 h 1059043"/>
                <a:gd name="connsiteX336-24311" fmla="*/ 2318535 w 3024845"/>
                <a:gd name="connsiteY336-24312" fmla="*/ 633401 h 1059043"/>
                <a:gd name="connsiteX337-24313" fmla="*/ 2318535 w 3024845"/>
                <a:gd name="connsiteY337-24314" fmla="*/ 678798 h 1059043"/>
                <a:gd name="connsiteX338-24315" fmla="*/ 2332722 w 3024845"/>
                <a:gd name="connsiteY338-24316" fmla="*/ 678798 h 1059043"/>
                <a:gd name="connsiteX339-24317" fmla="*/ 2332722 w 3024845"/>
                <a:gd name="connsiteY339-24318" fmla="*/ 665827 h 1059043"/>
                <a:gd name="connsiteX340-24319" fmla="*/ 2348936 w 3024845"/>
                <a:gd name="connsiteY340-24320" fmla="*/ 665827 h 1059043"/>
                <a:gd name="connsiteX341-24321" fmla="*/ 2348936 w 3024845"/>
                <a:gd name="connsiteY341-24322" fmla="*/ 486400 h 1059043"/>
                <a:gd name="connsiteX342-24323" fmla="*/ 2355016 w 3024845"/>
                <a:gd name="connsiteY342-24324" fmla="*/ 479914 h 1059043"/>
                <a:gd name="connsiteX343-24325" fmla="*/ 2427977 w 3024845"/>
                <a:gd name="connsiteY343-24326" fmla="*/ 479914 h 1059043"/>
                <a:gd name="connsiteX344-24327" fmla="*/ 2427977 w 3024845"/>
                <a:gd name="connsiteY344-24328" fmla="*/ 488562 h 1059043"/>
                <a:gd name="connsiteX345-24329" fmla="*/ 2438110 w 3024845"/>
                <a:gd name="connsiteY345-24330" fmla="*/ 488562 h 1059043"/>
                <a:gd name="connsiteX346-24331" fmla="*/ 2438110 w 3024845"/>
                <a:gd name="connsiteY346-24332" fmla="*/ 603136 h 1059043"/>
                <a:gd name="connsiteX347-24333" fmla="*/ 2460404 w 3024845"/>
                <a:gd name="connsiteY347-24334" fmla="*/ 603136 h 1059043"/>
                <a:gd name="connsiteX348-24335" fmla="*/ 2460404 w 3024845"/>
                <a:gd name="connsiteY348-24336" fmla="*/ 536121 h 1059043"/>
                <a:gd name="connsiteX349-24337" fmla="*/ 2486751 w 3024845"/>
                <a:gd name="connsiteY349-24338" fmla="*/ 536121 h 1059043"/>
                <a:gd name="connsiteX350-24339" fmla="*/ 2490804 w 3024845"/>
                <a:gd name="connsiteY350-24340" fmla="*/ 531797 h 1059043"/>
                <a:gd name="connsiteX351-24341" fmla="*/ 2498911 w 3024845"/>
                <a:gd name="connsiteY351-24342" fmla="*/ 531797 h 1059043"/>
                <a:gd name="connsiteX352-24343" fmla="*/ 2502964 w 3024845"/>
                <a:gd name="connsiteY352-24344" fmla="*/ 536121 h 1059043"/>
                <a:gd name="connsiteX353-24345" fmla="*/ 2525258 w 3024845"/>
                <a:gd name="connsiteY353-24346" fmla="*/ 536121 h 1059043"/>
                <a:gd name="connsiteX354-24347" fmla="*/ 2525258 w 3024845"/>
                <a:gd name="connsiteY354-24348" fmla="*/ 419385 h 1059043"/>
                <a:gd name="connsiteX355-24349" fmla="*/ 2582005 w 3024845"/>
                <a:gd name="connsiteY355-24350" fmla="*/ 408576 h 1059043"/>
                <a:gd name="connsiteX356-24351" fmla="*/ 2582005 w 3024845"/>
                <a:gd name="connsiteY356-24352" fmla="*/ 409657 h 1059043"/>
                <a:gd name="connsiteX357-24353" fmla="*/ 2582005 w 3024845"/>
                <a:gd name="connsiteY357-24354" fmla="*/ 417223 h 1059043"/>
                <a:gd name="connsiteX358-24355" fmla="*/ 2608352 w 3024845"/>
                <a:gd name="connsiteY358-24356" fmla="*/ 417223 h 1059043"/>
                <a:gd name="connsiteX359-24357" fmla="*/ 2608352 w 3024845"/>
                <a:gd name="connsiteY359-24358" fmla="*/ 672313 h 1059043"/>
                <a:gd name="connsiteX360-24359" fmla="*/ 2630646 w 3024845"/>
                <a:gd name="connsiteY360-24360" fmla="*/ 672313 h 1059043"/>
                <a:gd name="connsiteX361-24361" fmla="*/ 2630646 w 3024845"/>
                <a:gd name="connsiteY361-24362" fmla="*/ 667989 h 1059043"/>
                <a:gd name="connsiteX362-24363" fmla="*/ 2642806 w 3024845"/>
                <a:gd name="connsiteY362-24364" fmla="*/ 667989 h 1059043"/>
                <a:gd name="connsiteX363-24365" fmla="*/ 2642806 w 3024845"/>
                <a:gd name="connsiteY363-24366" fmla="*/ 672313 h 1059043"/>
                <a:gd name="connsiteX364-24367" fmla="*/ 2667126 w 3024845"/>
                <a:gd name="connsiteY364-24368" fmla="*/ 672313 h 1059043"/>
                <a:gd name="connsiteX365-24369" fmla="*/ 2667126 w 3024845"/>
                <a:gd name="connsiteY365-24370" fmla="*/ 659342 h 1059043"/>
                <a:gd name="connsiteX366-24371" fmla="*/ 2695500 w 3024845"/>
                <a:gd name="connsiteY366-24372" fmla="*/ 659342 h 1059043"/>
                <a:gd name="connsiteX367-24373" fmla="*/ 2707660 w 3024845"/>
                <a:gd name="connsiteY367-24374" fmla="*/ 655018 h 1059043"/>
                <a:gd name="connsiteX368-24375" fmla="*/ 2727927 w 3024845"/>
                <a:gd name="connsiteY368-24376" fmla="*/ 659342 h 1059043"/>
                <a:gd name="connsiteX369-24377" fmla="*/ 2727927 w 3024845"/>
                <a:gd name="connsiteY369-24378" fmla="*/ 642048 h 1059043"/>
                <a:gd name="connsiteX370-24379" fmla="*/ 2736034 w 3024845"/>
                <a:gd name="connsiteY370-24380" fmla="*/ 642048 h 1059043"/>
                <a:gd name="connsiteX371-24381" fmla="*/ 2736034 w 3024845"/>
                <a:gd name="connsiteY371-24382" fmla="*/ 629077 h 1059043"/>
                <a:gd name="connsiteX372-24383" fmla="*/ 2792781 w 3024845"/>
                <a:gd name="connsiteY372-24384" fmla="*/ 629077 h 1059043"/>
                <a:gd name="connsiteX373-24385" fmla="*/ 2792781 w 3024845"/>
                <a:gd name="connsiteY373-24386" fmla="*/ 598812 h 1059043"/>
                <a:gd name="connsiteX374-24387" fmla="*/ 2811021 w 3024845"/>
                <a:gd name="connsiteY374-24388" fmla="*/ 598812 h 1059043"/>
                <a:gd name="connsiteX375-24389" fmla="*/ 2811021 w 3024845"/>
                <a:gd name="connsiteY375-24390" fmla="*/ 592327 h 1059043"/>
                <a:gd name="connsiteX376-24391" fmla="*/ 2823181 w 3024845"/>
                <a:gd name="connsiteY376-24392" fmla="*/ 592327 h 1059043"/>
                <a:gd name="connsiteX377-24393" fmla="*/ 2823181 w 3024845"/>
                <a:gd name="connsiteY377-24394" fmla="*/ 598812 h 1059043"/>
                <a:gd name="connsiteX378-24395" fmla="*/ 2839395 w 3024845"/>
                <a:gd name="connsiteY378-24396" fmla="*/ 598812 h 1059043"/>
                <a:gd name="connsiteX379-24397" fmla="*/ 2839395 w 3024845"/>
                <a:gd name="connsiteY379-24398" fmla="*/ 648533 h 1059043"/>
                <a:gd name="connsiteX380-24399" fmla="*/ 2871822 w 3024845"/>
                <a:gd name="connsiteY380-24400" fmla="*/ 648533 h 1059043"/>
                <a:gd name="connsiteX381-24401" fmla="*/ 2871822 w 3024845"/>
                <a:gd name="connsiteY381-24402" fmla="*/ 622592 h 1059043"/>
                <a:gd name="connsiteX382-24403" fmla="*/ 2910329 w 3024845"/>
                <a:gd name="connsiteY382-24404" fmla="*/ 622592 h 1059043"/>
                <a:gd name="connsiteX383-24405" fmla="*/ 2910329 w 3024845"/>
                <a:gd name="connsiteY383-24406" fmla="*/ 592327 h 1059043"/>
                <a:gd name="connsiteX384-24407" fmla="*/ 2958970 w 3024845"/>
                <a:gd name="connsiteY384-24408" fmla="*/ 592327 h 1059043"/>
                <a:gd name="connsiteX385-24409" fmla="*/ 2958970 w 3024845"/>
                <a:gd name="connsiteY385-24410" fmla="*/ 703483 h 1059043"/>
                <a:gd name="connsiteX386-24411" fmla="*/ 2958970 w 3024845"/>
                <a:gd name="connsiteY386-24412" fmla="*/ 717262 h 1059043"/>
                <a:gd name="connsiteX387-24413" fmla="*/ 3024845 w 3024845"/>
                <a:gd name="connsiteY387-24414" fmla="*/ 717262 h 1059043"/>
                <a:gd name="connsiteX388-24415" fmla="*/ 3024845 w 3024845"/>
                <a:gd name="connsiteY388-24416" fmla="*/ 1059043 h 1059043"/>
                <a:gd name="connsiteX389-24417" fmla="*/ 2054 w 3024845"/>
                <a:gd name="connsiteY389-24418" fmla="*/ 1056710 h 1059043"/>
                <a:gd name="connsiteX390-24419" fmla="*/ 0 w 3024845"/>
                <a:gd name="connsiteY390-24420" fmla="*/ 622592 h 1059043"/>
                <a:gd name="connsiteX391-24421" fmla="*/ 20267 w 3024845"/>
                <a:gd name="connsiteY391-24422" fmla="*/ 622592 h 1059043"/>
                <a:gd name="connsiteX392-24423" fmla="*/ 20774 w 3024845"/>
                <a:gd name="connsiteY392-24424" fmla="*/ 621511 h 1059043"/>
                <a:gd name="connsiteX393-24425" fmla="*/ 24320 w 3024845"/>
                <a:gd name="connsiteY393-24426" fmla="*/ 613945 h 1059043"/>
                <a:gd name="connsiteX394-24427" fmla="*/ 26094 w 3024845"/>
                <a:gd name="connsiteY394-24428" fmla="*/ 614215 h 1059043"/>
                <a:gd name="connsiteX395-24429" fmla="*/ 38507 w 3024845"/>
                <a:gd name="connsiteY395-24430" fmla="*/ 616106 h 1059043"/>
                <a:gd name="connsiteX396-24431" fmla="*/ 39014 w 3024845"/>
                <a:gd name="connsiteY396-24432" fmla="*/ 617458 h 1059043"/>
                <a:gd name="connsiteX397-24433" fmla="*/ 42560 w 3024845"/>
                <a:gd name="connsiteY397-24434" fmla="*/ 626915 h 1059043"/>
                <a:gd name="connsiteX398-24435" fmla="*/ 68907 w 3024845"/>
                <a:gd name="connsiteY398-24436" fmla="*/ 629077 h 1059043"/>
                <a:gd name="connsiteX399-24437" fmla="*/ 68907 w 3024845"/>
                <a:gd name="connsiteY399-24438" fmla="*/ 505856 h 1059043"/>
                <a:gd name="connsiteX400-24439" fmla="*/ 70934 w 3024845"/>
                <a:gd name="connsiteY400-24440" fmla="*/ 505856 h 1059043"/>
                <a:gd name="connsiteX401-24441" fmla="*/ 85121 w 3024845"/>
                <a:gd name="connsiteY401-24442" fmla="*/ 505856 h 1059043"/>
                <a:gd name="connsiteX402-24443" fmla="*/ 85121 w 3024845"/>
                <a:gd name="connsiteY402-24444" fmla="*/ 369664 h 1059043"/>
                <a:gd name="connsiteX403-24445" fmla="*/ 86894 w 3024845"/>
                <a:gd name="connsiteY403-24446" fmla="*/ 369664 h 1059043"/>
                <a:gd name="connsiteX404-24447" fmla="*/ 99308 w 3024845"/>
                <a:gd name="connsiteY404-24448" fmla="*/ 369664 h 1059043"/>
                <a:gd name="connsiteX405-24449" fmla="*/ 99308 w 3024845"/>
                <a:gd name="connsiteY405-24450" fmla="*/ 255090 h 1059043"/>
                <a:gd name="connsiteX406-24451" fmla="*/ 103361 w 3024845"/>
                <a:gd name="connsiteY406-24452" fmla="*/ 226986 h 1059043"/>
                <a:gd name="connsiteX407-24453" fmla="*/ 105388 w 3024845"/>
                <a:gd name="connsiteY407-24454" fmla="*/ 226986 h 1059043"/>
                <a:gd name="connsiteX408-24455" fmla="*/ 119575 w 3024845"/>
                <a:gd name="connsiteY408-24456" fmla="*/ 226986 h 1059043"/>
                <a:gd name="connsiteX0-24457" fmla="*/ 119575 w 3024845"/>
                <a:gd name="connsiteY0-24458" fmla="*/ 226986 h 1059043"/>
                <a:gd name="connsiteX1-24459" fmla="*/ 200642 w 3024845"/>
                <a:gd name="connsiteY1-24460" fmla="*/ 224825 h 1059043"/>
                <a:gd name="connsiteX2-24461" fmla="*/ 202669 w 3024845"/>
                <a:gd name="connsiteY2-24462" fmla="*/ 224825 h 1059043"/>
                <a:gd name="connsiteX3-24463" fmla="*/ 216856 w 3024845"/>
                <a:gd name="connsiteY3-24464" fmla="*/ 224825 h 1059043"/>
                <a:gd name="connsiteX4-24465" fmla="*/ 216856 w 3024845"/>
                <a:gd name="connsiteY4-24466" fmla="*/ 248604 h 1059043"/>
                <a:gd name="connsiteX5-24467" fmla="*/ 217363 w 3024845"/>
                <a:gd name="connsiteY5-24468" fmla="*/ 249415 h 1059043"/>
                <a:gd name="connsiteX6-24469" fmla="*/ 220909 w 3024845"/>
                <a:gd name="connsiteY6-24470" fmla="*/ 255090 h 1059043"/>
                <a:gd name="connsiteX7-24471" fmla="*/ 220909 w 3024845"/>
                <a:gd name="connsiteY7-24472" fmla="*/ 369664 h 1059043"/>
                <a:gd name="connsiteX8-24473" fmla="*/ 223189 w 3024845"/>
                <a:gd name="connsiteY8-24474" fmla="*/ 369664 h 1059043"/>
                <a:gd name="connsiteX9-24475" fmla="*/ 239150 w 3024845"/>
                <a:gd name="connsiteY9-24476" fmla="*/ 369664 h 1059043"/>
                <a:gd name="connsiteX10-24477" fmla="*/ 239150 w 3024845"/>
                <a:gd name="connsiteY10-24478" fmla="*/ 510179 h 1059043"/>
                <a:gd name="connsiteX11-24479" fmla="*/ 240670 w 3024845"/>
                <a:gd name="connsiteY11-24480" fmla="*/ 509909 h 1059043"/>
                <a:gd name="connsiteX12-24481" fmla="*/ 251310 w 3024845"/>
                <a:gd name="connsiteY12-24482" fmla="*/ 508018 h 1059043"/>
                <a:gd name="connsiteX13-24483" fmla="*/ 249283 w 3024845"/>
                <a:gd name="connsiteY13-24484" fmla="*/ 596650 h 1059043"/>
                <a:gd name="connsiteX14-24485" fmla="*/ 250803 w 3024845"/>
                <a:gd name="connsiteY14-24486" fmla="*/ 596921 h 1059043"/>
                <a:gd name="connsiteX15-24487" fmla="*/ 261443 w 3024845"/>
                <a:gd name="connsiteY15-24488" fmla="*/ 598812 h 1059043"/>
                <a:gd name="connsiteX16-24489" fmla="*/ 261696 w 3024845"/>
                <a:gd name="connsiteY16-24490" fmla="*/ 599623 h 1059043"/>
                <a:gd name="connsiteX17-24491" fmla="*/ 263470 w 3024845"/>
                <a:gd name="connsiteY17-24492" fmla="*/ 605298 h 1059043"/>
                <a:gd name="connsiteX18-24493" fmla="*/ 264230 w 3024845"/>
                <a:gd name="connsiteY18-24494" fmla="*/ 602866 h 1059043"/>
                <a:gd name="connsiteX19-24495" fmla="*/ 269550 w 3024845"/>
                <a:gd name="connsiteY19-24496" fmla="*/ 585842 h 1059043"/>
                <a:gd name="connsiteX20-24497" fmla="*/ 271323 w 3024845"/>
                <a:gd name="connsiteY20-24498" fmla="*/ 585842 h 1059043"/>
                <a:gd name="connsiteX21-24499" fmla="*/ 283737 w 3024845"/>
                <a:gd name="connsiteY21-24500" fmla="*/ 585842 h 1059043"/>
                <a:gd name="connsiteX22-24501" fmla="*/ 283737 w 3024845"/>
                <a:gd name="connsiteY22-24502" fmla="*/ 618268 h 1059043"/>
                <a:gd name="connsiteX23-24503" fmla="*/ 284750 w 3024845"/>
                <a:gd name="connsiteY23-24504" fmla="*/ 618809 h 1059043"/>
                <a:gd name="connsiteX24-24505" fmla="*/ 291844 w 3024845"/>
                <a:gd name="connsiteY24-24506" fmla="*/ 622592 h 1059043"/>
                <a:gd name="connsiteX25-24507" fmla="*/ 291844 w 3024845"/>
                <a:gd name="connsiteY25-24508" fmla="*/ 623943 h 1059043"/>
                <a:gd name="connsiteX26-24509" fmla="*/ 291844 w 3024845"/>
                <a:gd name="connsiteY26-24510" fmla="*/ 633401 h 1059043"/>
                <a:gd name="connsiteX27-24511" fmla="*/ 336431 w 3024845"/>
                <a:gd name="connsiteY27-24512" fmla="*/ 633401 h 1059043"/>
                <a:gd name="connsiteX28-24513" fmla="*/ 336431 w 3024845"/>
                <a:gd name="connsiteY28-24514" fmla="*/ 634482 h 1059043"/>
                <a:gd name="connsiteX29-24515" fmla="*/ 336431 w 3024845"/>
                <a:gd name="connsiteY29-24516" fmla="*/ 642048 h 1059043"/>
                <a:gd name="connsiteX30-24517" fmla="*/ 338457 w 3024845"/>
                <a:gd name="connsiteY30-24518" fmla="*/ 642048 h 1059043"/>
                <a:gd name="connsiteX31-24519" fmla="*/ 352644 w 3024845"/>
                <a:gd name="connsiteY31-24520" fmla="*/ 642048 h 1059043"/>
                <a:gd name="connsiteX32-24521" fmla="*/ 352644 w 3024845"/>
                <a:gd name="connsiteY32-24522" fmla="*/ 611783 h 1059043"/>
                <a:gd name="connsiteX33-24523" fmla="*/ 397231 w 3024845"/>
                <a:gd name="connsiteY33-24524" fmla="*/ 611783 h 1059043"/>
                <a:gd name="connsiteX34-24525" fmla="*/ 397231 w 3024845"/>
                <a:gd name="connsiteY34-24526" fmla="*/ 610432 h 1059043"/>
                <a:gd name="connsiteX35-24527" fmla="*/ 397231 w 3024845"/>
                <a:gd name="connsiteY35-24528" fmla="*/ 600974 h 1059043"/>
                <a:gd name="connsiteX36-24529" fmla="*/ 398245 w 3024845"/>
                <a:gd name="connsiteY36-24530" fmla="*/ 600974 h 1059043"/>
                <a:gd name="connsiteX37-24531" fmla="*/ 405338 w 3024845"/>
                <a:gd name="connsiteY37-24532" fmla="*/ 600974 h 1059043"/>
                <a:gd name="connsiteX38-24533" fmla="*/ 405338 w 3024845"/>
                <a:gd name="connsiteY38-24534" fmla="*/ 599083 h 1059043"/>
                <a:gd name="connsiteX39-24535" fmla="*/ 405338 w 3024845"/>
                <a:gd name="connsiteY39-24536" fmla="*/ 585842 h 1059043"/>
                <a:gd name="connsiteX40-24537" fmla="*/ 406098 w 3024845"/>
                <a:gd name="connsiteY40-24538" fmla="*/ 585842 h 1059043"/>
                <a:gd name="connsiteX41-24539" fmla="*/ 411418 w 3024845"/>
                <a:gd name="connsiteY41-24540" fmla="*/ 585842 h 1059043"/>
                <a:gd name="connsiteX42-24541" fmla="*/ 411418 w 3024845"/>
                <a:gd name="connsiteY42-24542" fmla="*/ 584761 h 1059043"/>
                <a:gd name="connsiteX43-24543" fmla="*/ 411418 w 3024845"/>
                <a:gd name="connsiteY43-24544" fmla="*/ 577194 h 1059043"/>
                <a:gd name="connsiteX44-24545" fmla="*/ 413445 w 3024845"/>
                <a:gd name="connsiteY44-24546" fmla="*/ 577194 h 1059043"/>
                <a:gd name="connsiteX45-24547" fmla="*/ 427632 w 3024845"/>
                <a:gd name="connsiteY45-24548" fmla="*/ 577194 h 1059043"/>
                <a:gd name="connsiteX46-24549" fmla="*/ 427632 w 3024845"/>
                <a:gd name="connsiteY46-24550" fmla="*/ 578275 h 1059043"/>
                <a:gd name="connsiteX47-24551" fmla="*/ 427632 w 3024845"/>
                <a:gd name="connsiteY47-24552" fmla="*/ 585842 h 1059043"/>
                <a:gd name="connsiteX48-24553" fmla="*/ 449925 w 3024845"/>
                <a:gd name="connsiteY48-24554" fmla="*/ 585842 h 1059043"/>
                <a:gd name="connsiteX49-24555" fmla="*/ 449925 w 3024845"/>
                <a:gd name="connsiteY49-24556" fmla="*/ 583950 h 1059043"/>
                <a:gd name="connsiteX50-24557" fmla="*/ 449925 w 3024845"/>
                <a:gd name="connsiteY50-24558" fmla="*/ 570709 h 1059043"/>
                <a:gd name="connsiteX51-24559" fmla="*/ 451699 w 3024845"/>
                <a:gd name="connsiteY51-24560" fmla="*/ 570709 h 1059043"/>
                <a:gd name="connsiteX52-24561" fmla="*/ 464112 w 3024845"/>
                <a:gd name="connsiteY52-24562" fmla="*/ 570709 h 1059043"/>
                <a:gd name="connsiteX53-24563" fmla="*/ 464112 w 3024845"/>
                <a:gd name="connsiteY53-24564" fmla="*/ 594489 h 1059043"/>
                <a:gd name="connsiteX54-24565" fmla="*/ 465126 w 3024845"/>
                <a:gd name="connsiteY54-24566" fmla="*/ 594489 h 1059043"/>
                <a:gd name="connsiteX55-24567" fmla="*/ 472219 w 3024845"/>
                <a:gd name="connsiteY55-24568" fmla="*/ 594489 h 1059043"/>
                <a:gd name="connsiteX56-24569" fmla="*/ 472219 w 3024845"/>
                <a:gd name="connsiteY56-24570" fmla="*/ 593408 h 1059043"/>
                <a:gd name="connsiteX57-24571" fmla="*/ 472219 w 3024845"/>
                <a:gd name="connsiteY57-24572" fmla="*/ 585842 h 1059043"/>
                <a:gd name="connsiteX58-24573" fmla="*/ 473992 w 3024845"/>
                <a:gd name="connsiteY58-24574" fmla="*/ 585842 h 1059043"/>
                <a:gd name="connsiteX59-24575" fmla="*/ 486406 w 3024845"/>
                <a:gd name="connsiteY59-24576" fmla="*/ 585842 h 1059043"/>
                <a:gd name="connsiteX60-24577" fmla="*/ 486406 w 3024845"/>
                <a:gd name="connsiteY60-24578" fmla="*/ 611783 h 1059043"/>
                <a:gd name="connsiteX61-24579" fmla="*/ 488433 w 3024845"/>
                <a:gd name="connsiteY61-24580" fmla="*/ 611783 h 1059043"/>
                <a:gd name="connsiteX62-24581" fmla="*/ 502619 w 3024845"/>
                <a:gd name="connsiteY62-24582" fmla="*/ 611783 h 1059043"/>
                <a:gd name="connsiteX63-24583" fmla="*/ 502619 w 3024845"/>
                <a:gd name="connsiteY63-24584" fmla="*/ 613404 h 1059043"/>
                <a:gd name="connsiteX64-24585" fmla="*/ 502619 w 3024845"/>
                <a:gd name="connsiteY64-24586" fmla="*/ 624754 h 1059043"/>
                <a:gd name="connsiteX65-24587" fmla="*/ 503379 w 3024845"/>
                <a:gd name="connsiteY65-24588" fmla="*/ 624754 h 1059043"/>
                <a:gd name="connsiteX66-24589" fmla="*/ 508700 w 3024845"/>
                <a:gd name="connsiteY66-24590" fmla="*/ 624754 h 1059043"/>
                <a:gd name="connsiteX67-24591" fmla="*/ 508700 w 3024845"/>
                <a:gd name="connsiteY67-24592" fmla="*/ 623943 h 1059043"/>
                <a:gd name="connsiteX68-24593" fmla="*/ 508700 w 3024845"/>
                <a:gd name="connsiteY68-24594" fmla="*/ 618268 h 1059043"/>
                <a:gd name="connsiteX69-24595" fmla="*/ 539100 w 3024845"/>
                <a:gd name="connsiteY69-24596" fmla="*/ 618268 h 1059043"/>
                <a:gd name="connsiteX70-24597" fmla="*/ 539100 w 3024845"/>
                <a:gd name="connsiteY70-24598" fmla="*/ 642048 h 1059043"/>
                <a:gd name="connsiteX71-24599" fmla="*/ 540113 w 3024845"/>
                <a:gd name="connsiteY71-24600" fmla="*/ 642048 h 1059043"/>
                <a:gd name="connsiteX72-24601" fmla="*/ 547207 w 3024845"/>
                <a:gd name="connsiteY72-24602" fmla="*/ 642048 h 1059043"/>
                <a:gd name="connsiteX73-24603" fmla="*/ 547207 w 3024845"/>
                <a:gd name="connsiteY73-24604" fmla="*/ 643129 h 1059043"/>
                <a:gd name="connsiteX74-24605" fmla="*/ 547207 w 3024845"/>
                <a:gd name="connsiteY74-24606" fmla="*/ 650695 h 1059043"/>
                <a:gd name="connsiteX75-24607" fmla="*/ 547967 w 3024845"/>
                <a:gd name="connsiteY75-24608" fmla="*/ 650695 h 1059043"/>
                <a:gd name="connsiteX76-24609" fmla="*/ 553287 w 3024845"/>
                <a:gd name="connsiteY76-24610" fmla="*/ 650695 h 1059043"/>
                <a:gd name="connsiteX77-24611" fmla="*/ 553287 w 3024845"/>
                <a:gd name="connsiteY77-24612" fmla="*/ 648533 h 1059043"/>
                <a:gd name="connsiteX78-24613" fmla="*/ 553287 w 3024845"/>
                <a:gd name="connsiteY78-24614" fmla="*/ 633401 h 1059043"/>
                <a:gd name="connsiteX79-24615" fmla="*/ 554300 w 3024845"/>
                <a:gd name="connsiteY79-24616" fmla="*/ 633401 h 1059043"/>
                <a:gd name="connsiteX80-24617" fmla="*/ 561394 w 3024845"/>
                <a:gd name="connsiteY80-24618" fmla="*/ 633401 h 1059043"/>
                <a:gd name="connsiteX81-24619" fmla="*/ 561394 w 3024845"/>
                <a:gd name="connsiteY81-24620" fmla="*/ 634482 h 1059043"/>
                <a:gd name="connsiteX82-24621" fmla="*/ 561394 w 3024845"/>
                <a:gd name="connsiteY82-24622" fmla="*/ 642048 h 1059043"/>
                <a:gd name="connsiteX83-24623" fmla="*/ 566714 w 3024845"/>
                <a:gd name="connsiteY83-24624" fmla="*/ 640055 h 1059043"/>
                <a:gd name="connsiteX84-24625" fmla="*/ 567474 w 3024845"/>
                <a:gd name="connsiteY84-24626" fmla="*/ 639075 h 1059043"/>
                <a:gd name="connsiteX85-24627" fmla="*/ 567474 w 3024845"/>
                <a:gd name="connsiteY85-24628" fmla="*/ 633401 h 1059043"/>
                <a:gd name="connsiteX86-24629" fmla="*/ 605981 w 3024845"/>
                <a:gd name="connsiteY86-24630" fmla="*/ 633401 h 1059043"/>
                <a:gd name="connsiteX87-24631" fmla="*/ 605981 w 3024845"/>
                <a:gd name="connsiteY87-24632" fmla="*/ 657180 h 1059043"/>
                <a:gd name="connsiteX88-24633" fmla="*/ 608007 w 3024845"/>
                <a:gd name="connsiteY88-24634" fmla="*/ 657180 h 1059043"/>
                <a:gd name="connsiteX89-24635" fmla="*/ 622194 w 3024845"/>
                <a:gd name="connsiteY89-24636" fmla="*/ 657180 h 1059043"/>
                <a:gd name="connsiteX90-24637" fmla="*/ 622194 w 3024845"/>
                <a:gd name="connsiteY90-24638" fmla="*/ 658261 h 1059043"/>
                <a:gd name="connsiteX91-24639" fmla="*/ 622194 w 3024845"/>
                <a:gd name="connsiteY91-24640" fmla="*/ 665827 h 1059043"/>
                <a:gd name="connsiteX92-24641" fmla="*/ 623968 w 3024845"/>
                <a:gd name="connsiteY92-24642" fmla="*/ 665827 h 1059043"/>
                <a:gd name="connsiteX93-24643" fmla="*/ 636381 w 3024845"/>
                <a:gd name="connsiteY93-24644" fmla="*/ 665827 h 1059043"/>
                <a:gd name="connsiteX94-24645" fmla="*/ 636381 w 3024845"/>
                <a:gd name="connsiteY94-24646" fmla="*/ 642048 h 1059043"/>
                <a:gd name="connsiteX95-24647" fmla="*/ 637394 w 3024845"/>
                <a:gd name="connsiteY95-24648" fmla="*/ 642048 h 1059043"/>
                <a:gd name="connsiteX96-24649" fmla="*/ 644488 w 3024845"/>
                <a:gd name="connsiteY96-24650" fmla="*/ 642048 h 1059043"/>
                <a:gd name="connsiteX97-24651" fmla="*/ 644488 w 3024845"/>
                <a:gd name="connsiteY97-24652" fmla="*/ 609621 h 1059043"/>
                <a:gd name="connsiteX98-24653" fmla="*/ 645501 w 3024845"/>
                <a:gd name="connsiteY98-24654" fmla="*/ 609621 h 1059043"/>
                <a:gd name="connsiteX99-24655" fmla="*/ 652595 w 3024845"/>
                <a:gd name="connsiteY99-24656" fmla="*/ 609621 h 1059043"/>
                <a:gd name="connsiteX100-24657" fmla="*/ 652595 w 3024845"/>
                <a:gd name="connsiteY100-24658" fmla="*/ 607730 h 1059043"/>
                <a:gd name="connsiteX101-24659" fmla="*/ 652595 w 3024845"/>
                <a:gd name="connsiteY101-24660" fmla="*/ 594489 h 1059043"/>
                <a:gd name="connsiteX102-24661" fmla="*/ 651328 w 3024845"/>
                <a:gd name="connsiteY102-24662" fmla="*/ 592867 h 1059043"/>
                <a:gd name="connsiteX103-24663" fmla="*/ 656648 w 3024845"/>
                <a:gd name="connsiteY103-24664" fmla="*/ 581518 h 1059043"/>
                <a:gd name="connsiteX104-24665" fmla="*/ 664755 w 3024845"/>
                <a:gd name="connsiteY104-24666" fmla="*/ 609621 h 1059043"/>
                <a:gd name="connsiteX105-24667" fmla="*/ 665515 w 3024845"/>
                <a:gd name="connsiteY105-24668" fmla="*/ 609621 h 1059043"/>
                <a:gd name="connsiteX106-24669" fmla="*/ 670835 w 3024845"/>
                <a:gd name="connsiteY106-24670" fmla="*/ 609621 h 1059043"/>
                <a:gd name="connsiteX107-24671" fmla="*/ 670835 w 3024845"/>
                <a:gd name="connsiteY107-24672" fmla="*/ 503694 h 1059043"/>
                <a:gd name="connsiteX108-24673" fmla="*/ 672355 w 3024845"/>
                <a:gd name="connsiteY108-24674" fmla="*/ 503694 h 1059043"/>
                <a:gd name="connsiteX109-24675" fmla="*/ 682995 w 3024845"/>
                <a:gd name="connsiteY109-24676" fmla="*/ 503694 h 1059043"/>
                <a:gd name="connsiteX110-24677" fmla="*/ 682995 w 3024845"/>
                <a:gd name="connsiteY110-24678" fmla="*/ 456135 h 1059043"/>
                <a:gd name="connsiteX111-24679" fmla="*/ 709342 w 3024845"/>
                <a:gd name="connsiteY111-24680" fmla="*/ 456135 h 1059043"/>
                <a:gd name="connsiteX112-24681" fmla="*/ 709342 w 3024845"/>
                <a:gd name="connsiteY112-24682" fmla="*/ 434517 h 1059043"/>
                <a:gd name="connsiteX113-24683" fmla="*/ 743796 w 3024845"/>
                <a:gd name="connsiteY113-24684" fmla="*/ 434517 h 1059043"/>
                <a:gd name="connsiteX114-24685" fmla="*/ 743796 w 3024845"/>
                <a:gd name="connsiteY114-24686" fmla="*/ 436949 h 1059043"/>
                <a:gd name="connsiteX115-24687" fmla="*/ 743796 w 3024845"/>
                <a:gd name="connsiteY115-24688" fmla="*/ 453973 h 1059043"/>
                <a:gd name="connsiteX116-24689" fmla="*/ 746076 w 3024845"/>
                <a:gd name="connsiteY116-24690" fmla="*/ 453973 h 1059043"/>
                <a:gd name="connsiteX117-24691" fmla="*/ 762036 w 3024845"/>
                <a:gd name="connsiteY117-24692" fmla="*/ 453973 h 1059043"/>
                <a:gd name="connsiteX118-24693" fmla="*/ 762036 w 3024845"/>
                <a:gd name="connsiteY118-24694" fmla="*/ 501532 h 1059043"/>
                <a:gd name="connsiteX119-24695" fmla="*/ 763049 w 3024845"/>
                <a:gd name="connsiteY119-24696" fmla="*/ 501532 h 1059043"/>
                <a:gd name="connsiteX120-24697" fmla="*/ 770143 w 3024845"/>
                <a:gd name="connsiteY120-24698" fmla="*/ 501532 h 1059043"/>
                <a:gd name="connsiteX121-24699" fmla="*/ 784330 w 3024845"/>
                <a:gd name="connsiteY121-24700" fmla="*/ 505856 h 1059043"/>
                <a:gd name="connsiteX122-24701" fmla="*/ 784330 w 3024845"/>
                <a:gd name="connsiteY122-24702" fmla="*/ 544768 h 1059043"/>
                <a:gd name="connsiteX123-24703" fmla="*/ 785343 w 3024845"/>
                <a:gd name="connsiteY123-24704" fmla="*/ 544768 h 1059043"/>
                <a:gd name="connsiteX124-24705" fmla="*/ 792436 w 3024845"/>
                <a:gd name="connsiteY124-24706" fmla="*/ 544768 h 1059043"/>
                <a:gd name="connsiteX125-24707" fmla="*/ 792436 w 3024845"/>
                <a:gd name="connsiteY125-24708" fmla="*/ 546389 h 1059043"/>
                <a:gd name="connsiteX126-24709" fmla="*/ 792436 w 3024845"/>
                <a:gd name="connsiteY126-24710" fmla="*/ 557738 h 1059043"/>
                <a:gd name="connsiteX127-24711" fmla="*/ 794463 w 3024845"/>
                <a:gd name="connsiteY127-24712" fmla="*/ 557738 h 1059043"/>
                <a:gd name="connsiteX128-24713" fmla="*/ 808650 w 3024845"/>
                <a:gd name="connsiteY128-24714" fmla="*/ 557738 h 1059043"/>
                <a:gd name="connsiteX129-24715" fmla="*/ 814730 w 3024845"/>
                <a:gd name="connsiteY129-24716" fmla="*/ 564224 h 1059043"/>
                <a:gd name="connsiteX130-24717" fmla="*/ 814730 w 3024845"/>
                <a:gd name="connsiteY130-24718" fmla="*/ 585842 h 1059043"/>
                <a:gd name="connsiteX131-24719" fmla="*/ 817010 w 3024845"/>
                <a:gd name="connsiteY131-24720" fmla="*/ 585842 h 1059043"/>
                <a:gd name="connsiteX132-24721" fmla="*/ 832970 w 3024845"/>
                <a:gd name="connsiteY132-24722" fmla="*/ 585842 h 1059043"/>
                <a:gd name="connsiteX133-24723" fmla="*/ 832970 w 3024845"/>
                <a:gd name="connsiteY133-24724" fmla="*/ 586922 h 1059043"/>
                <a:gd name="connsiteX134-24725" fmla="*/ 832970 w 3024845"/>
                <a:gd name="connsiteY134-24726" fmla="*/ 594489 h 1059043"/>
                <a:gd name="connsiteX135-24727" fmla="*/ 834237 w 3024845"/>
                <a:gd name="connsiteY135-24728" fmla="*/ 594489 h 1059043"/>
                <a:gd name="connsiteX136-24729" fmla="*/ 843104 w 3024845"/>
                <a:gd name="connsiteY136-24730" fmla="*/ 594489 h 1059043"/>
                <a:gd name="connsiteX137-24731" fmla="*/ 843104 w 3024845"/>
                <a:gd name="connsiteY137-24732" fmla="*/ 596650 h 1059043"/>
                <a:gd name="connsiteX138-24733" fmla="*/ 843104 w 3024845"/>
                <a:gd name="connsiteY138-24734" fmla="*/ 611783 h 1059043"/>
                <a:gd name="connsiteX139-24735" fmla="*/ 847157 w 3024845"/>
                <a:gd name="connsiteY139-24736" fmla="*/ 609891 h 1059043"/>
                <a:gd name="connsiteX140-24737" fmla="*/ 847157 w 3024845"/>
                <a:gd name="connsiteY140-24738" fmla="*/ 596650 h 1059043"/>
                <a:gd name="connsiteX141-24739" fmla="*/ 848170 w 3024845"/>
                <a:gd name="connsiteY141-24740" fmla="*/ 596650 h 1059043"/>
                <a:gd name="connsiteX142-24741" fmla="*/ 855264 w 3024845"/>
                <a:gd name="connsiteY142-24742" fmla="*/ 596650 h 1059043"/>
                <a:gd name="connsiteX143-24743" fmla="*/ 855264 w 3024845"/>
                <a:gd name="connsiteY143-24744" fmla="*/ 598272 h 1059043"/>
                <a:gd name="connsiteX144-24745" fmla="*/ 855264 w 3024845"/>
                <a:gd name="connsiteY144-24746" fmla="*/ 609621 h 1059043"/>
                <a:gd name="connsiteX145-24747" fmla="*/ 856024 w 3024845"/>
                <a:gd name="connsiteY145-24748" fmla="*/ 609621 h 1059043"/>
                <a:gd name="connsiteX146-24749" fmla="*/ 861344 w 3024845"/>
                <a:gd name="connsiteY146-24750" fmla="*/ 609621 h 1059043"/>
                <a:gd name="connsiteX147-24751" fmla="*/ 909984 w 3024845"/>
                <a:gd name="connsiteY147-24752" fmla="*/ 605298 h 1059043"/>
                <a:gd name="connsiteX148-24753" fmla="*/ 909984 w 3024845"/>
                <a:gd name="connsiteY148-24754" fmla="*/ 606649 h 1059043"/>
                <a:gd name="connsiteX149-24755" fmla="*/ 909984 w 3024845"/>
                <a:gd name="connsiteY149-24756" fmla="*/ 616106 h 1059043"/>
                <a:gd name="connsiteX150-24757" fmla="*/ 910744 w 3024845"/>
                <a:gd name="connsiteY150-24758" fmla="*/ 616106 h 1059043"/>
                <a:gd name="connsiteX151-24759" fmla="*/ 916065 w 3024845"/>
                <a:gd name="connsiteY151-24760" fmla="*/ 616106 h 1059043"/>
                <a:gd name="connsiteX152-24761" fmla="*/ 916065 w 3024845"/>
                <a:gd name="connsiteY152-24762" fmla="*/ 618268 h 1059043"/>
                <a:gd name="connsiteX153-24763" fmla="*/ 916065 w 3024845"/>
                <a:gd name="connsiteY153-24764" fmla="*/ 633401 h 1059043"/>
                <a:gd name="connsiteX154-24765" fmla="*/ 918091 w 3024845"/>
                <a:gd name="connsiteY154-24766" fmla="*/ 632050 h 1059043"/>
                <a:gd name="connsiteX155-24767" fmla="*/ 932278 w 3024845"/>
                <a:gd name="connsiteY155-24768" fmla="*/ 622592 h 1059043"/>
                <a:gd name="connsiteX156-24769" fmla="*/ 938358 w 3024845"/>
                <a:gd name="connsiteY156-24770" fmla="*/ 581518 h 1059043"/>
                <a:gd name="connsiteX157-24771" fmla="*/ 939118 w 3024845"/>
                <a:gd name="connsiteY157-24772" fmla="*/ 581248 h 1059043"/>
                <a:gd name="connsiteX158-24773" fmla="*/ 944438 w 3024845"/>
                <a:gd name="connsiteY158-24774" fmla="*/ 579356 h 1059043"/>
                <a:gd name="connsiteX159-24775" fmla="*/ 946465 w 3024845"/>
                <a:gd name="connsiteY159-24776" fmla="*/ 510179 h 1059043"/>
                <a:gd name="connsiteX160-24777" fmla="*/ 948492 w 3024845"/>
                <a:gd name="connsiteY160-24778" fmla="*/ 579356 h 1059043"/>
                <a:gd name="connsiteX161-24779" fmla="*/ 949252 w 3024845"/>
                <a:gd name="connsiteY161-24780" fmla="*/ 579626 h 1059043"/>
                <a:gd name="connsiteX162-24781" fmla="*/ 954572 w 3024845"/>
                <a:gd name="connsiteY162-24782" fmla="*/ 581518 h 1059043"/>
                <a:gd name="connsiteX163-24783" fmla="*/ 954572 w 3024845"/>
                <a:gd name="connsiteY163-24784" fmla="*/ 495047 h 1059043"/>
                <a:gd name="connsiteX164-24785" fmla="*/ 958625 w 3024845"/>
                <a:gd name="connsiteY164-24786" fmla="*/ 462620 h 1059043"/>
                <a:gd name="connsiteX165-24787" fmla="*/ 997132 w 3024845"/>
                <a:gd name="connsiteY165-24788" fmla="*/ 462620 h 1059043"/>
                <a:gd name="connsiteX166-24789" fmla="*/ 997132 w 3024845"/>
                <a:gd name="connsiteY166-24790" fmla="*/ 495047 h 1059043"/>
                <a:gd name="connsiteX167-24791" fmla="*/ 997892 w 3024845"/>
                <a:gd name="connsiteY167-24792" fmla="*/ 495047 h 1059043"/>
                <a:gd name="connsiteX168-24793" fmla="*/ 1003212 w 3024845"/>
                <a:gd name="connsiteY168-24794" fmla="*/ 495047 h 1059043"/>
                <a:gd name="connsiteX169-24795" fmla="*/ 1003212 w 3024845"/>
                <a:gd name="connsiteY169-24796" fmla="*/ 412899 h 1059043"/>
                <a:gd name="connsiteX170-24797" fmla="*/ 1004986 w 3024845"/>
                <a:gd name="connsiteY170-24798" fmla="*/ 412899 h 1059043"/>
                <a:gd name="connsiteX171-24799" fmla="*/ 1017399 w 3024845"/>
                <a:gd name="connsiteY171-24800" fmla="*/ 412899 h 1059043"/>
                <a:gd name="connsiteX172-24801" fmla="*/ 1017399 w 3024845"/>
                <a:gd name="connsiteY172-24802" fmla="*/ 411008 h 1059043"/>
                <a:gd name="connsiteX173-24803" fmla="*/ 1017399 w 3024845"/>
                <a:gd name="connsiteY173-24804" fmla="*/ 397767 h 1059043"/>
                <a:gd name="connsiteX174-24805" fmla="*/ 1039693 w 3024845"/>
                <a:gd name="connsiteY174-24806" fmla="*/ 397767 h 1059043"/>
                <a:gd name="connsiteX175-24807" fmla="*/ 1039693 w 3024845"/>
                <a:gd name="connsiteY175-24808" fmla="*/ 396686 h 1059043"/>
                <a:gd name="connsiteX176-24809" fmla="*/ 1039693 w 3024845"/>
                <a:gd name="connsiteY176-24810" fmla="*/ 389120 h 1059043"/>
                <a:gd name="connsiteX177-24811" fmla="*/ 1041466 w 3024845"/>
                <a:gd name="connsiteY177-24812" fmla="*/ 389120 h 1059043"/>
                <a:gd name="connsiteX178-24813" fmla="*/ 1053880 w 3024845"/>
                <a:gd name="connsiteY178-24814" fmla="*/ 389120 h 1059043"/>
                <a:gd name="connsiteX179-24815" fmla="*/ 1053880 w 3024845"/>
                <a:gd name="connsiteY179-24816" fmla="*/ 390201 h 1059043"/>
                <a:gd name="connsiteX180-24817" fmla="*/ 1053880 w 3024845"/>
                <a:gd name="connsiteY180-24818" fmla="*/ 397767 h 1059043"/>
                <a:gd name="connsiteX181-24819" fmla="*/ 1054640 w 3024845"/>
                <a:gd name="connsiteY181-24820" fmla="*/ 397767 h 1059043"/>
                <a:gd name="connsiteX182-24821" fmla="*/ 1059960 w 3024845"/>
                <a:gd name="connsiteY182-24822" fmla="*/ 397767 h 1059043"/>
                <a:gd name="connsiteX183-24823" fmla="*/ 1070093 w 3024845"/>
                <a:gd name="connsiteY183-24824" fmla="*/ 393443 h 1059043"/>
                <a:gd name="connsiteX184-24825" fmla="*/ 1074146 w 3024845"/>
                <a:gd name="connsiteY184-24826" fmla="*/ 396686 h 1059043"/>
                <a:gd name="connsiteX185-24827" fmla="*/ 1074146 w 3024845"/>
                <a:gd name="connsiteY185-24828" fmla="*/ 389120 h 1059043"/>
                <a:gd name="connsiteX186-24829" fmla="*/ 1076426 w 3024845"/>
                <a:gd name="connsiteY186-24830" fmla="*/ 389120 h 1059043"/>
                <a:gd name="connsiteX187-24831" fmla="*/ 1092387 w 3024845"/>
                <a:gd name="connsiteY187-24832" fmla="*/ 389120 h 1059043"/>
                <a:gd name="connsiteX188-24833" fmla="*/ 1092387 w 3024845"/>
                <a:gd name="connsiteY188-24834" fmla="*/ 390201 h 1059043"/>
                <a:gd name="connsiteX189-24835" fmla="*/ 1092387 w 3024845"/>
                <a:gd name="connsiteY189-24836" fmla="*/ 397767 h 1059043"/>
                <a:gd name="connsiteX190-24837" fmla="*/ 1122787 w 3024845"/>
                <a:gd name="connsiteY190-24838" fmla="*/ 397767 h 1059043"/>
                <a:gd name="connsiteX191-24839" fmla="*/ 1122787 w 3024845"/>
                <a:gd name="connsiteY191-24840" fmla="*/ 399388 h 1059043"/>
                <a:gd name="connsiteX192-24841" fmla="*/ 1122787 w 3024845"/>
                <a:gd name="connsiteY192-24842" fmla="*/ 410738 h 1059043"/>
                <a:gd name="connsiteX193-24843" fmla="*/ 1149134 w 3024845"/>
                <a:gd name="connsiteY193-24844" fmla="*/ 410738 h 1059043"/>
                <a:gd name="connsiteX194-24845" fmla="*/ 1149134 w 3024845"/>
                <a:gd name="connsiteY194-24846" fmla="*/ 441002 h 1059043"/>
                <a:gd name="connsiteX195-24847" fmla="*/ 1149894 w 3024845"/>
                <a:gd name="connsiteY195-24848" fmla="*/ 441002 h 1059043"/>
                <a:gd name="connsiteX196-24849" fmla="*/ 1155214 w 3024845"/>
                <a:gd name="connsiteY196-24850" fmla="*/ 441002 h 1059043"/>
                <a:gd name="connsiteX197-24851" fmla="*/ 1155214 w 3024845"/>
                <a:gd name="connsiteY197-24852" fmla="*/ 442083 h 1059043"/>
                <a:gd name="connsiteX198-24853" fmla="*/ 1155214 w 3024845"/>
                <a:gd name="connsiteY198-24854" fmla="*/ 449650 h 1059043"/>
                <a:gd name="connsiteX199-24855" fmla="*/ 1159268 w 3024845"/>
                <a:gd name="connsiteY199-24856" fmla="*/ 479914 h 1059043"/>
                <a:gd name="connsiteX200-24857" fmla="*/ 1160028 w 3024845"/>
                <a:gd name="connsiteY200-24858" fmla="*/ 479914 h 1059043"/>
                <a:gd name="connsiteX201-24859" fmla="*/ 1165348 w 3024845"/>
                <a:gd name="connsiteY201-24860" fmla="*/ 479914 h 1059043"/>
                <a:gd name="connsiteX202-24861" fmla="*/ 1165348 w 3024845"/>
                <a:gd name="connsiteY202-24862" fmla="*/ 480725 h 1059043"/>
                <a:gd name="connsiteX203-24863" fmla="*/ 1165348 w 3024845"/>
                <a:gd name="connsiteY203-24864" fmla="*/ 486400 h 1059043"/>
                <a:gd name="connsiteX204-24865" fmla="*/ 1166361 w 3024845"/>
                <a:gd name="connsiteY204-24866" fmla="*/ 486400 h 1059043"/>
                <a:gd name="connsiteX205-24867" fmla="*/ 1173454 w 3024845"/>
                <a:gd name="connsiteY205-24868" fmla="*/ 486400 h 1059043"/>
                <a:gd name="connsiteX206-24869" fmla="*/ 1173454 w 3024845"/>
                <a:gd name="connsiteY206-24870" fmla="*/ 516665 h 1059043"/>
                <a:gd name="connsiteX207-24871" fmla="*/ 1175481 w 3024845"/>
                <a:gd name="connsiteY207-24872" fmla="*/ 516665 h 1059043"/>
                <a:gd name="connsiteX208-24873" fmla="*/ 1189668 w 3024845"/>
                <a:gd name="connsiteY208-24874" fmla="*/ 516665 h 1059043"/>
                <a:gd name="connsiteX209-24875" fmla="*/ 1189668 w 3024845"/>
                <a:gd name="connsiteY209-24876" fmla="*/ 540444 h 1059043"/>
                <a:gd name="connsiteX210-24877" fmla="*/ 1191695 w 3024845"/>
                <a:gd name="connsiteY210-24878" fmla="*/ 542065 h 1059043"/>
                <a:gd name="connsiteX211-24879" fmla="*/ 1191695 w 3024845"/>
                <a:gd name="connsiteY211-24880" fmla="*/ 553415 h 1059043"/>
                <a:gd name="connsiteX212-24881" fmla="*/ 1192455 w 3024845"/>
                <a:gd name="connsiteY212-24882" fmla="*/ 553415 h 1059043"/>
                <a:gd name="connsiteX213-24883" fmla="*/ 1197775 w 3024845"/>
                <a:gd name="connsiteY213-24884" fmla="*/ 553415 h 1059043"/>
                <a:gd name="connsiteX214-24885" fmla="*/ 1197775 w 3024845"/>
                <a:gd name="connsiteY214-24886" fmla="*/ 577194 h 1059043"/>
                <a:gd name="connsiteX215-24887" fmla="*/ 1199041 w 3024845"/>
                <a:gd name="connsiteY215-24888" fmla="*/ 577194 h 1059043"/>
                <a:gd name="connsiteX216-24889" fmla="*/ 1207908 w 3024845"/>
                <a:gd name="connsiteY216-24890" fmla="*/ 577194 h 1059043"/>
                <a:gd name="connsiteX217-24891" fmla="*/ 1209935 w 3024845"/>
                <a:gd name="connsiteY217-24892" fmla="*/ 581248 h 1059043"/>
                <a:gd name="connsiteX218-24893" fmla="*/ 1209935 w 3024845"/>
                <a:gd name="connsiteY218-24894" fmla="*/ 594489 h 1059043"/>
                <a:gd name="connsiteX219-24895" fmla="*/ 1211455 w 3024845"/>
                <a:gd name="connsiteY219-24896" fmla="*/ 592597 h 1059043"/>
                <a:gd name="connsiteX220-24897" fmla="*/ 1222095 w 3024845"/>
                <a:gd name="connsiteY220-24898" fmla="*/ 579356 h 1059043"/>
                <a:gd name="connsiteX221-24899" fmla="*/ 1250469 w 3024845"/>
                <a:gd name="connsiteY221-24900" fmla="*/ 579356 h 1059043"/>
                <a:gd name="connsiteX222-24901" fmla="*/ 1250469 w 3024845"/>
                <a:gd name="connsiteY222-24902" fmla="*/ 665827 h 1059043"/>
                <a:gd name="connsiteX223-24903" fmla="*/ 1251229 w 3024845"/>
                <a:gd name="connsiteY223-24904" fmla="*/ 665827 h 1059043"/>
                <a:gd name="connsiteX224-24905" fmla="*/ 1256549 w 3024845"/>
                <a:gd name="connsiteY224-24906" fmla="*/ 665827 h 1059043"/>
                <a:gd name="connsiteX225-24907" fmla="*/ 1257309 w 3024845"/>
                <a:gd name="connsiteY225-24908" fmla="*/ 664476 h 1059043"/>
                <a:gd name="connsiteX226-24909" fmla="*/ 1262629 w 3024845"/>
                <a:gd name="connsiteY226-24910" fmla="*/ 655018 h 1059043"/>
                <a:gd name="connsiteX227-24911" fmla="*/ 1262629 w 3024845"/>
                <a:gd name="connsiteY227-24912" fmla="*/ 656910 h 1059043"/>
                <a:gd name="connsiteX228-24913" fmla="*/ 1262629 w 3024845"/>
                <a:gd name="connsiteY228-24914" fmla="*/ 670151 h 1059043"/>
                <a:gd name="connsiteX229-24915" fmla="*/ 1266682 w 3024845"/>
                <a:gd name="connsiteY229-24916" fmla="*/ 624754 h 1059043"/>
                <a:gd name="connsiteX230-24917" fmla="*/ 1267442 w 3024845"/>
                <a:gd name="connsiteY230-24918" fmla="*/ 624754 h 1059043"/>
                <a:gd name="connsiteX231-24919" fmla="*/ 1272762 w 3024845"/>
                <a:gd name="connsiteY231-24920" fmla="*/ 624754 h 1059043"/>
                <a:gd name="connsiteX232-24921" fmla="*/ 1272762 w 3024845"/>
                <a:gd name="connsiteY232-24922" fmla="*/ 559900 h 1059043"/>
                <a:gd name="connsiteX233-24923" fmla="*/ 1273776 w 3024845"/>
                <a:gd name="connsiteY233-24924" fmla="*/ 559900 h 1059043"/>
                <a:gd name="connsiteX234-24925" fmla="*/ 1280869 w 3024845"/>
                <a:gd name="connsiteY234-24926" fmla="*/ 559900 h 1059043"/>
                <a:gd name="connsiteX235-24927" fmla="*/ 1293029 w 3024845"/>
                <a:gd name="connsiteY235-24928" fmla="*/ 516665 h 1059043"/>
                <a:gd name="connsiteX236-24929" fmla="*/ 1294296 w 3024845"/>
                <a:gd name="connsiteY236-24930" fmla="*/ 516665 h 1059043"/>
                <a:gd name="connsiteX237-24931" fmla="*/ 1303163 w 3024845"/>
                <a:gd name="connsiteY237-24932" fmla="*/ 516665 h 1059043"/>
                <a:gd name="connsiteX238-24933" fmla="*/ 1313296 w 3024845"/>
                <a:gd name="connsiteY238-24934" fmla="*/ 559900 h 1059043"/>
                <a:gd name="connsiteX239-24935" fmla="*/ 1314309 w 3024845"/>
                <a:gd name="connsiteY239-24936" fmla="*/ 559900 h 1059043"/>
                <a:gd name="connsiteX240-24937" fmla="*/ 1321403 w 3024845"/>
                <a:gd name="connsiteY240-24938" fmla="*/ 559900 h 1059043"/>
                <a:gd name="connsiteX241-24939" fmla="*/ 1321403 w 3024845"/>
                <a:gd name="connsiteY241-24940" fmla="*/ 598812 h 1059043"/>
                <a:gd name="connsiteX242-24941" fmla="*/ 1323176 w 3024845"/>
                <a:gd name="connsiteY242-24942" fmla="*/ 598812 h 1059043"/>
                <a:gd name="connsiteX243-24943" fmla="*/ 1335590 w 3024845"/>
                <a:gd name="connsiteY243-24944" fmla="*/ 598812 h 1059043"/>
                <a:gd name="connsiteX244-24945" fmla="*/ 1335590 w 3024845"/>
                <a:gd name="connsiteY244-24946" fmla="*/ 600974 h 1059043"/>
                <a:gd name="connsiteX245-24947" fmla="*/ 1335590 w 3024845"/>
                <a:gd name="connsiteY245-24948" fmla="*/ 616106 h 1059043"/>
                <a:gd name="connsiteX246-24949" fmla="*/ 1339643 w 3024845"/>
                <a:gd name="connsiteY246-24950" fmla="*/ 613945 h 1059043"/>
                <a:gd name="connsiteX247-24951" fmla="*/ 1339643 w 3024845"/>
                <a:gd name="connsiteY247-24952" fmla="*/ 598812 h 1059043"/>
                <a:gd name="connsiteX248-24953" fmla="*/ 1341163 w 3024845"/>
                <a:gd name="connsiteY248-24954" fmla="*/ 598812 h 1059043"/>
                <a:gd name="connsiteX249-24955" fmla="*/ 1351803 w 3024845"/>
                <a:gd name="connsiteY249-24956" fmla="*/ 598812 h 1059043"/>
                <a:gd name="connsiteX250-24957" fmla="*/ 1351803 w 3024845"/>
                <a:gd name="connsiteY250-24958" fmla="*/ 600433 h 1059043"/>
                <a:gd name="connsiteX251-24959" fmla="*/ 1351803 w 3024845"/>
                <a:gd name="connsiteY251-24960" fmla="*/ 611783 h 1059043"/>
                <a:gd name="connsiteX252-24961" fmla="*/ 1382204 w 3024845"/>
                <a:gd name="connsiteY252-24962" fmla="*/ 611783 h 1059043"/>
                <a:gd name="connsiteX253-24963" fmla="*/ 1382204 w 3024845"/>
                <a:gd name="connsiteY253-24964" fmla="*/ 575033 h 1059043"/>
                <a:gd name="connsiteX254-24965" fmla="*/ 1383470 w 3024845"/>
                <a:gd name="connsiteY254-24966" fmla="*/ 575033 h 1059043"/>
                <a:gd name="connsiteX255-24967" fmla="*/ 1392337 w 3024845"/>
                <a:gd name="connsiteY255-24968" fmla="*/ 575033 h 1059043"/>
                <a:gd name="connsiteX256-24969" fmla="*/ 1392337 w 3024845"/>
                <a:gd name="connsiteY256-24970" fmla="*/ 596650 h 1059043"/>
                <a:gd name="connsiteX257-24971" fmla="*/ 1394364 w 3024845"/>
                <a:gd name="connsiteY257-24972" fmla="*/ 564224 h 1059043"/>
                <a:gd name="connsiteX258-24973" fmla="*/ 1416657 w 3024845"/>
                <a:gd name="connsiteY258-24974" fmla="*/ 564224 h 1059043"/>
                <a:gd name="connsiteX259-24975" fmla="*/ 1416657 w 3024845"/>
                <a:gd name="connsiteY259-24976" fmla="*/ 562602 h 1059043"/>
                <a:gd name="connsiteX260-24977" fmla="*/ 1416657 w 3024845"/>
                <a:gd name="connsiteY260-24978" fmla="*/ 551253 h 1059043"/>
                <a:gd name="connsiteX261-24979" fmla="*/ 1417417 w 3024845"/>
                <a:gd name="connsiteY261-24980" fmla="*/ 551253 h 1059043"/>
                <a:gd name="connsiteX262-24981" fmla="*/ 1422737 w 3024845"/>
                <a:gd name="connsiteY262-24982" fmla="*/ 551253 h 1059043"/>
                <a:gd name="connsiteX263-24983" fmla="*/ 1422737 w 3024845"/>
                <a:gd name="connsiteY263-24984" fmla="*/ 549362 h 1059043"/>
                <a:gd name="connsiteX264-24985" fmla="*/ 1422737 w 3024845"/>
                <a:gd name="connsiteY264-24986" fmla="*/ 536121 h 1059043"/>
                <a:gd name="connsiteX265-24987" fmla="*/ 1426791 w 3024845"/>
                <a:gd name="connsiteY265-24988" fmla="*/ 542606 h 1059043"/>
                <a:gd name="connsiteX266-24989" fmla="*/ 1429071 w 3024845"/>
                <a:gd name="connsiteY266-24990" fmla="*/ 542606 h 1059043"/>
                <a:gd name="connsiteX267-24991" fmla="*/ 1445031 w 3024845"/>
                <a:gd name="connsiteY267-24992" fmla="*/ 542606 h 1059043"/>
                <a:gd name="connsiteX268-24993" fmla="*/ 1445031 w 3024845"/>
                <a:gd name="connsiteY268-24994" fmla="*/ 541795 h 1059043"/>
                <a:gd name="connsiteX269-24995" fmla="*/ 1445031 w 3024845"/>
                <a:gd name="connsiteY269-24996" fmla="*/ 536121 h 1059043"/>
                <a:gd name="connsiteX270-24997" fmla="*/ 1445791 w 3024845"/>
                <a:gd name="connsiteY270-24998" fmla="*/ 536121 h 1059043"/>
                <a:gd name="connsiteX271-24999" fmla="*/ 1451111 w 3024845"/>
                <a:gd name="connsiteY271-25000" fmla="*/ 536121 h 1059043"/>
                <a:gd name="connsiteX272-25001" fmla="*/ 1451111 w 3024845"/>
                <a:gd name="connsiteY272-25002" fmla="*/ 537472 h 1059043"/>
                <a:gd name="connsiteX273-25003" fmla="*/ 1451111 w 3024845"/>
                <a:gd name="connsiteY273-25004" fmla="*/ 546930 h 1059043"/>
                <a:gd name="connsiteX274-25005" fmla="*/ 1489618 w 3024845"/>
                <a:gd name="connsiteY274-25006" fmla="*/ 546930 h 1059043"/>
                <a:gd name="connsiteX275-25007" fmla="*/ 1489618 w 3024845"/>
                <a:gd name="connsiteY275-25008" fmla="*/ 685283 h 1059043"/>
                <a:gd name="connsiteX276-25009" fmla="*/ 1491138 w 3024845"/>
                <a:gd name="connsiteY276-25010" fmla="*/ 685283 h 1059043"/>
                <a:gd name="connsiteX277-25011" fmla="*/ 1501778 w 3024845"/>
                <a:gd name="connsiteY277-25012" fmla="*/ 685283 h 1059043"/>
                <a:gd name="connsiteX278-25013" fmla="*/ 1501778 w 3024845"/>
                <a:gd name="connsiteY278-25014" fmla="*/ 672313 h 1059043"/>
                <a:gd name="connsiteX279-25015" fmla="*/ 1505832 w 3024845"/>
                <a:gd name="connsiteY279-25016" fmla="*/ 672313 h 1059043"/>
                <a:gd name="connsiteX280-25017" fmla="*/ 1505832 w 3024845"/>
                <a:gd name="connsiteY280-25018" fmla="*/ 685283 h 1059043"/>
                <a:gd name="connsiteX281-25019" fmla="*/ 1536232 w 3024845"/>
                <a:gd name="connsiteY281-25020" fmla="*/ 685283 h 1059043"/>
                <a:gd name="connsiteX282-25021" fmla="*/ 1536232 w 3024845"/>
                <a:gd name="connsiteY282-25022" fmla="*/ 655018 h 1059043"/>
                <a:gd name="connsiteX283-25023" fmla="*/ 1548392 w 3024845"/>
                <a:gd name="connsiteY283-25024" fmla="*/ 655018 h 1059043"/>
                <a:gd name="connsiteX284-25025" fmla="*/ 1560552 w 3024845"/>
                <a:gd name="connsiteY284-25026" fmla="*/ 652857 h 1059043"/>
                <a:gd name="connsiteX285-25027" fmla="*/ 1564606 w 3024845"/>
                <a:gd name="connsiteY285-25028" fmla="*/ 655018 h 1059043"/>
                <a:gd name="connsiteX286-25029" fmla="*/ 1574739 w 3024845"/>
                <a:gd name="connsiteY286-25030" fmla="*/ 655018 h 1059043"/>
                <a:gd name="connsiteX287-25031" fmla="*/ 1574739 w 3024845"/>
                <a:gd name="connsiteY287-25032" fmla="*/ 685283 h 1059043"/>
                <a:gd name="connsiteX288-25033" fmla="*/ 1582846 w 3024845"/>
                <a:gd name="connsiteY288-25034" fmla="*/ 685283 h 1059043"/>
                <a:gd name="connsiteX289-25035" fmla="*/ 1582846 w 3024845"/>
                <a:gd name="connsiteY289-25036" fmla="*/ 702578 h 1059043"/>
                <a:gd name="connsiteX290-25037" fmla="*/ 1592182 w 3024845"/>
                <a:gd name="connsiteY290-25038" fmla="*/ 703483 h 1059043"/>
                <a:gd name="connsiteX291-25039" fmla="*/ 1605140 w 3024845"/>
                <a:gd name="connsiteY291-25040" fmla="*/ 703483 h 1059043"/>
                <a:gd name="connsiteX292-25041" fmla="*/ 1605140 w 3024845"/>
                <a:gd name="connsiteY292-25042" fmla="*/ 687445 h 1059043"/>
                <a:gd name="connsiteX293-25043" fmla="*/ 1673096 w 3024845"/>
                <a:gd name="connsiteY293-25044" fmla="*/ 687445 h 1059043"/>
                <a:gd name="connsiteX294-25045" fmla="*/ 1673096 w 3024845"/>
                <a:gd name="connsiteY294-25046" fmla="*/ 602192 h 1059043"/>
                <a:gd name="connsiteX295-25047" fmla="*/ 1745104 w 3024845"/>
                <a:gd name="connsiteY295-25048" fmla="*/ 602192 h 1059043"/>
                <a:gd name="connsiteX296-25049" fmla="*/ 1745104 w 3024845"/>
                <a:gd name="connsiteY296-25050" fmla="*/ 680960 h 1059043"/>
                <a:gd name="connsiteX297-25051" fmla="*/ 1747008 w 3024845"/>
                <a:gd name="connsiteY297-25052" fmla="*/ 680960 h 1059043"/>
                <a:gd name="connsiteX298-25053" fmla="*/ 1748250 w 3024845"/>
                <a:gd name="connsiteY298-25054" fmla="*/ 703483 h 1059043"/>
                <a:gd name="connsiteX299-25055" fmla="*/ 1757926 w 3024845"/>
                <a:gd name="connsiteY299-25056" fmla="*/ 703483 h 1059043"/>
                <a:gd name="connsiteX300-25057" fmla="*/ 1759168 w 3024845"/>
                <a:gd name="connsiteY300-25058" fmla="*/ 680960 h 1059043"/>
                <a:gd name="connsiteX301-25059" fmla="*/ 1765248 w 3024845"/>
                <a:gd name="connsiteY301-25060" fmla="*/ 680960 h 1059043"/>
                <a:gd name="connsiteX302-25061" fmla="*/ 1766490 w 3024845"/>
                <a:gd name="connsiteY302-25062" fmla="*/ 703483 h 1059043"/>
                <a:gd name="connsiteX303-25063" fmla="*/ 1817112 w 3024845"/>
                <a:gd name="connsiteY303-25064" fmla="*/ 703483 h 1059043"/>
                <a:gd name="connsiteX304-25065" fmla="*/ 1817112 w 3024845"/>
                <a:gd name="connsiteY304-25066" fmla="*/ 540455 h 1059043"/>
                <a:gd name="connsiteX305-25067" fmla="*/ 2014439 w 3024845"/>
                <a:gd name="connsiteY305-25068" fmla="*/ 540455 h 1059043"/>
                <a:gd name="connsiteX306-25069" fmla="*/ 2014439 w 3024845"/>
                <a:gd name="connsiteY306-25070" fmla="*/ 703483 h 1059043"/>
                <a:gd name="connsiteX307-25071" fmla="*/ 2033136 w 3024845"/>
                <a:gd name="connsiteY307-25072" fmla="*/ 703483 h 1059043"/>
                <a:gd name="connsiteX308-25073" fmla="*/ 2033136 w 3024845"/>
                <a:gd name="connsiteY308-25074" fmla="*/ 620790 h 1059043"/>
                <a:gd name="connsiteX309-25075" fmla="*/ 2128256 w 3024845"/>
                <a:gd name="connsiteY309-25076" fmla="*/ 620790 h 1059043"/>
                <a:gd name="connsiteX310-25077" fmla="*/ 2128026 w 3024845"/>
                <a:gd name="connsiteY310-25078" fmla="*/ 281031 h 1059043"/>
                <a:gd name="connsiteX311-25079" fmla="*/ 2121946 w 3024845"/>
                <a:gd name="connsiteY311-25080" fmla="*/ 276707 h 1059043"/>
                <a:gd name="connsiteX312-25081" fmla="*/ 2130053 w 3024845"/>
                <a:gd name="connsiteY312-25082" fmla="*/ 252928 h 1059043"/>
                <a:gd name="connsiteX313-25083" fmla="*/ 2130053 w 3024845"/>
                <a:gd name="connsiteY313-25084" fmla="*/ 235634 h 1059043"/>
                <a:gd name="connsiteX314-25085" fmla="*/ 2144240 w 3024845"/>
                <a:gd name="connsiteY314-25086" fmla="*/ 214016 h 1059043"/>
                <a:gd name="connsiteX315-25087" fmla="*/ 2146266 w 3024845"/>
                <a:gd name="connsiteY315-25088" fmla="*/ 131868 h 1059043"/>
                <a:gd name="connsiteX316-25089" fmla="*/ 2144240 w 3024845"/>
                <a:gd name="connsiteY316-25090" fmla="*/ 125383 h 1059043"/>
                <a:gd name="connsiteX317-25091" fmla="*/ 2150320 w 3024845"/>
                <a:gd name="connsiteY317-25092" fmla="*/ 118897 h 1059043"/>
                <a:gd name="connsiteX318-25093" fmla="*/ 2150320 w 3024845"/>
                <a:gd name="connsiteY318-25094" fmla="*/ 60529 h 1059043"/>
                <a:gd name="connsiteX319-25095" fmla="*/ 2152346 w 3024845"/>
                <a:gd name="connsiteY319-25096" fmla="*/ 56206 h 1059043"/>
                <a:gd name="connsiteX320-25097" fmla="*/ 2152346 w 3024845"/>
                <a:gd name="connsiteY320-25098" fmla="*/ 0 h 1059043"/>
                <a:gd name="connsiteX321-25099" fmla="*/ 2162480 w 3024845"/>
                <a:gd name="connsiteY321-25100" fmla="*/ 118897 h 1059043"/>
                <a:gd name="connsiteX322-25101" fmla="*/ 2168560 w 3024845"/>
                <a:gd name="connsiteY322-25102" fmla="*/ 125383 h 1059043"/>
                <a:gd name="connsiteX323-25103" fmla="*/ 2166533 w 3024845"/>
                <a:gd name="connsiteY323-25104" fmla="*/ 131868 h 1059043"/>
                <a:gd name="connsiteX324-25105" fmla="*/ 2180720 w 3024845"/>
                <a:gd name="connsiteY324-25106" fmla="*/ 555577 h 1059043"/>
                <a:gd name="connsiteX325-25107" fmla="*/ 2245574 w 3024845"/>
                <a:gd name="connsiteY325-25108" fmla="*/ 555577 h 1059043"/>
                <a:gd name="connsiteX326-25109" fmla="*/ 2245574 w 3024845"/>
                <a:gd name="connsiteY326-25110" fmla="*/ 631239 h 1059043"/>
                <a:gd name="connsiteX327-25111" fmla="*/ 2253681 w 3024845"/>
                <a:gd name="connsiteY327-25112" fmla="*/ 631239 h 1059043"/>
                <a:gd name="connsiteX328-25113" fmla="*/ 2255708 w 3024845"/>
                <a:gd name="connsiteY328-25114" fmla="*/ 624754 h 1059043"/>
                <a:gd name="connsiteX329-25115" fmla="*/ 2261788 w 3024845"/>
                <a:gd name="connsiteY329-25116" fmla="*/ 624754 h 1059043"/>
                <a:gd name="connsiteX330-25117" fmla="*/ 2263815 w 3024845"/>
                <a:gd name="connsiteY330-25118" fmla="*/ 633401 h 1059043"/>
                <a:gd name="connsiteX331-25119" fmla="*/ 2275975 w 3024845"/>
                <a:gd name="connsiteY331-25120" fmla="*/ 633401 h 1059043"/>
                <a:gd name="connsiteX332-25121" fmla="*/ 2275975 w 3024845"/>
                <a:gd name="connsiteY332-25122" fmla="*/ 626915 h 1059043"/>
                <a:gd name="connsiteX333-25123" fmla="*/ 2298268 w 3024845"/>
                <a:gd name="connsiteY333-25124" fmla="*/ 626915 h 1059043"/>
                <a:gd name="connsiteX334-25125" fmla="*/ 2298268 w 3024845"/>
                <a:gd name="connsiteY334-25126" fmla="*/ 633401 h 1059043"/>
                <a:gd name="connsiteX335-25127" fmla="*/ 2318535 w 3024845"/>
                <a:gd name="connsiteY335-25128" fmla="*/ 633401 h 1059043"/>
                <a:gd name="connsiteX336-25129" fmla="*/ 2318535 w 3024845"/>
                <a:gd name="connsiteY336-25130" fmla="*/ 678798 h 1059043"/>
                <a:gd name="connsiteX337-25131" fmla="*/ 2332722 w 3024845"/>
                <a:gd name="connsiteY337-25132" fmla="*/ 678798 h 1059043"/>
                <a:gd name="connsiteX338-25133" fmla="*/ 2332722 w 3024845"/>
                <a:gd name="connsiteY338-25134" fmla="*/ 665827 h 1059043"/>
                <a:gd name="connsiteX339-25135" fmla="*/ 2348936 w 3024845"/>
                <a:gd name="connsiteY339-25136" fmla="*/ 665827 h 1059043"/>
                <a:gd name="connsiteX340-25137" fmla="*/ 2348936 w 3024845"/>
                <a:gd name="connsiteY340-25138" fmla="*/ 486400 h 1059043"/>
                <a:gd name="connsiteX341-25139" fmla="*/ 2355016 w 3024845"/>
                <a:gd name="connsiteY341-25140" fmla="*/ 479914 h 1059043"/>
                <a:gd name="connsiteX342-25141" fmla="*/ 2427977 w 3024845"/>
                <a:gd name="connsiteY342-25142" fmla="*/ 479914 h 1059043"/>
                <a:gd name="connsiteX343-25143" fmla="*/ 2427977 w 3024845"/>
                <a:gd name="connsiteY343-25144" fmla="*/ 488562 h 1059043"/>
                <a:gd name="connsiteX344-25145" fmla="*/ 2438110 w 3024845"/>
                <a:gd name="connsiteY344-25146" fmla="*/ 488562 h 1059043"/>
                <a:gd name="connsiteX345-25147" fmla="*/ 2438110 w 3024845"/>
                <a:gd name="connsiteY345-25148" fmla="*/ 603136 h 1059043"/>
                <a:gd name="connsiteX346-25149" fmla="*/ 2460404 w 3024845"/>
                <a:gd name="connsiteY346-25150" fmla="*/ 603136 h 1059043"/>
                <a:gd name="connsiteX347-25151" fmla="*/ 2460404 w 3024845"/>
                <a:gd name="connsiteY347-25152" fmla="*/ 536121 h 1059043"/>
                <a:gd name="connsiteX348-25153" fmla="*/ 2486751 w 3024845"/>
                <a:gd name="connsiteY348-25154" fmla="*/ 536121 h 1059043"/>
                <a:gd name="connsiteX349-25155" fmla="*/ 2490804 w 3024845"/>
                <a:gd name="connsiteY349-25156" fmla="*/ 531797 h 1059043"/>
                <a:gd name="connsiteX350-25157" fmla="*/ 2498911 w 3024845"/>
                <a:gd name="connsiteY350-25158" fmla="*/ 531797 h 1059043"/>
                <a:gd name="connsiteX351-25159" fmla="*/ 2502964 w 3024845"/>
                <a:gd name="connsiteY351-25160" fmla="*/ 536121 h 1059043"/>
                <a:gd name="connsiteX352-25161" fmla="*/ 2525258 w 3024845"/>
                <a:gd name="connsiteY352-25162" fmla="*/ 536121 h 1059043"/>
                <a:gd name="connsiteX353-25163" fmla="*/ 2525258 w 3024845"/>
                <a:gd name="connsiteY353-25164" fmla="*/ 419385 h 1059043"/>
                <a:gd name="connsiteX354-25165" fmla="*/ 2582005 w 3024845"/>
                <a:gd name="connsiteY354-25166" fmla="*/ 408576 h 1059043"/>
                <a:gd name="connsiteX355-25167" fmla="*/ 2582005 w 3024845"/>
                <a:gd name="connsiteY355-25168" fmla="*/ 409657 h 1059043"/>
                <a:gd name="connsiteX356-25169" fmla="*/ 2582005 w 3024845"/>
                <a:gd name="connsiteY356-25170" fmla="*/ 417223 h 1059043"/>
                <a:gd name="connsiteX357-25171" fmla="*/ 2608352 w 3024845"/>
                <a:gd name="connsiteY357-25172" fmla="*/ 417223 h 1059043"/>
                <a:gd name="connsiteX358-25173" fmla="*/ 2608352 w 3024845"/>
                <a:gd name="connsiteY358-25174" fmla="*/ 672313 h 1059043"/>
                <a:gd name="connsiteX359-25175" fmla="*/ 2630646 w 3024845"/>
                <a:gd name="connsiteY359-25176" fmla="*/ 672313 h 1059043"/>
                <a:gd name="connsiteX360-25177" fmla="*/ 2630646 w 3024845"/>
                <a:gd name="connsiteY360-25178" fmla="*/ 667989 h 1059043"/>
                <a:gd name="connsiteX361-25179" fmla="*/ 2642806 w 3024845"/>
                <a:gd name="connsiteY361-25180" fmla="*/ 667989 h 1059043"/>
                <a:gd name="connsiteX362-25181" fmla="*/ 2642806 w 3024845"/>
                <a:gd name="connsiteY362-25182" fmla="*/ 672313 h 1059043"/>
                <a:gd name="connsiteX363-25183" fmla="*/ 2667126 w 3024845"/>
                <a:gd name="connsiteY363-25184" fmla="*/ 672313 h 1059043"/>
                <a:gd name="connsiteX364-25185" fmla="*/ 2667126 w 3024845"/>
                <a:gd name="connsiteY364-25186" fmla="*/ 659342 h 1059043"/>
                <a:gd name="connsiteX365-25187" fmla="*/ 2695500 w 3024845"/>
                <a:gd name="connsiteY365-25188" fmla="*/ 659342 h 1059043"/>
                <a:gd name="connsiteX366-25189" fmla="*/ 2707660 w 3024845"/>
                <a:gd name="connsiteY366-25190" fmla="*/ 655018 h 1059043"/>
                <a:gd name="connsiteX367-25191" fmla="*/ 2727927 w 3024845"/>
                <a:gd name="connsiteY367-25192" fmla="*/ 659342 h 1059043"/>
                <a:gd name="connsiteX368-25193" fmla="*/ 2727927 w 3024845"/>
                <a:gd name="connsiteY368-25194" fmla="*/ 642048 h 1059043"/>
                <a:gd name="connsiteX369-25195" fmla="*/ 2736034 w 3024845"/>
                <a:gd name="connsiteY369-25196" fmla="*/ 642048 h 1059043"/>
                <a:gd name="connsiteX370-25197" fmla="*/ 2736034 w 3024845"/>
                <a:gd name="connsiteY370-25198" fmla="*/ 629077 h 1059043"/>
                <a:gd name="connsiteX371-25199" fmla="*/ 2792781 w 3024845"/>
                <a:gd name="connsiteY371-25200" fmla="*/ 629077 h 1059043"/>
                <a:gd name="connsiteX372-25201" fmla="*/ 2792781 w 3024845"/>
                <a:gd name="connsiteY372-25202" fmla="*/ 598812 h 1059043"/>
                <a:gd name="connsiteX373-25203" fmla="*/ 2811021 w 3024845"/>
                <a:gd name="connsiteY373-25204" fmla="*/ 598812 h 1059043"/>
                <a:gd name="connsiteX374-25205" fmla="*/ 2811021 w 3024845"/>
                <a:gd name="connsiteY374-25206" fmla="*/ 592327 h 1059043"/>
                <a:gd name="connsiteX375-25207" fmla="*/ 2823181 w 3024845"/>
                <a:gd name="connsiteY375-25208" fmla="*/ 592327 h 1059043"/>
                <a:gd name="connsiteX376-25209" fmla="*/ 2823181 w 3024845"/>
                <a:gd name="connsiteY376-25210" fmla="*/ 598812 h 1059043"/>
                <a:gd name="connsiteX377-25211" fmla="*/ 2839395 w 3024845"/>
                <a:gd name="connsiteY377-25212" fmla="*/ 598812 h 1059043"/>
                <a:gd name="connsiteX378-25213" fmla="*/ 2839395 w 3024845"/>
                <a:gd name="connsiteY378-25214" fmla="*/ 648533 h 1059043"/>
                <a:gd name="connsiteX379-25215" fmla="*/ 2871822 w 3024845"/>
                <a:gd name="connsiteY379-25216" fmla="*/ 648533 h 1059043"/>
                <a:gd name="connsiteX380-25217" fmla="*/ 2871822 w 3024845"/>
                <a:gd name="connsiteY380-25218" fmla="*/ 622592 h 1059043"/>
                <a:gd name="connsiteX381-25219" fmla="*/ 2910329 w 3024845"/>
                <a:gd name="connsiteY381-25220" fmla="*/ 622592 h 1059043"/>
                <a:gd name="connsiteX382-25221" fmla="*/ 2910329 w 3024845"/>
                <a:gd name="connsiteY382-25222" fmla="*/ 592327 h 1059043"/>
                <a:gd name="connsiteX383-25223" fmla="*/ 2958970 w 3024845"/>
                <a:gd name="connsiteY383-25224" fmla="*/ 592327 h 1059043"/>
                <a:gd name="connsiteX384-25225" fmla="*/ 2958970 w 3024845"/>
                <a:gd name="connsiteY384-25226" fmla="*/ 703483 h 1059043"/>
                <a:gd name="connsiteX385-25227" fmla="*/ 2958970 w 3024845"/>
                <a:gd name="connsiteY385-25228" fmla="*/ 717262 h 1059043"/>
                <a:gd name="connsiteX386-25229" fmla="*/ 3024845 w 3024845"/>
                <a:gd name="connsiteY386-25230" fmla="*/ 717262 h 1059043"/>
                <a:gd name="connsiteX387-25231" fmla="*/ 3024845 w 3024845"/>
                <a:gd name="connsiteY387-25232" fmla="*/ 1059043 h 1059043"/>
                <a:gd name="connsiteX388-25233" fmla="*/ 2054 w 3024845"/>
                <a:gd name="connsiteY388-25234" fmla="*/ 1056710 h 1059043"/>
                <a:gd name="connsiteX389-25235" fmla="*/ 0 w 3024845"/>
                <a:gd name="connsiteY389-25236" fmla="*/ 622592 h 1059043"/>
                <a:gd name="connsiteX390-25237" fmla="*/ 20267 w 3024845"/>
                <a:gd name="connsiteY390-25238" fmla="*/ 622592 h 1059043"/>
                <a:gd name="connsiteX391-25239" fmla="*/ 20774 w 3024845"/>
                <a:gd name="connsiteY391-25240" fmla="*/ 621511 h 1059043"/>
                <a:gd name="connsiteX392-25241" fmla="*/ 24320 w 3024845"/>
                <a:gd name="connsiteY392-25242" fmla="*/ 613945 h 1059043"/>
                <a:gd name="connsiteX393-25243" fmla="*/ 26094 w 3024845"/>
                <a:gd name="connsiteY393-25244" fmla="*/ 614215 h 1059043"/>
                <a:gd name="connsiteX394-25245" fmla="*/ 38507 w 3024845"/>
                <a:gd name="connsiteY394-25246" fmla="*/ 616106 h 1059043"/>
                <a:gd name="connsiteX395-25247" fmla="*/ 39014 w 3024845"/>
                <a:gd name="connsiteY395-25248" fmla="*/ 617458 h 1059043"/>
                <a:gd name="connsiteX396-25249" fmla="*/ 42560 w 3024845"/>
                <a:gd name="connsiteY396-25250" fmla="*/ 626915 h 1059043"/>
                <a:gd name="connsiteX397-25251" fmla="*/ 68907 w 3024845"/>
                <a:gd name="connsiteY397-25252" fmla="*/ 629077 h 1059043"/>
                <a:gd name="connsiteX398-25253" fmla="*/ 68907 w 3024845"/>
                <a:gd name="connsiteY398-25254" fmla="*/ 505856 h 1059043"/>
                <a:gd name="connsiteX399-25255" fmla="*/ 70934 w 3024845"/>
                <a:gd name="connsiteY399-25256" fmla="*/ 505856 h 1059043"/>
                <a:gd name="connsiteX400-25257" fmla="*/ 85121 w 3024845"/>
                <a:gd name="connsiteY400-25258" fmla="*/ 505856 h 1059043"/>
                <a:gd name="connsiteX401-25259" fmla="*/ 85121 w 3024845"/>
                <a:gd name="connsiteY401-25260" fmla="*/ 369664 h 1059043"/>
                <a:gd name="connsiteX402-25261" fmla="*/ 86894 w 3024845"/>
                <a:gd name="connsiteY402-25262" fmla="*/ 369664 h 1059043"/>
                <a:gd name="connsiteX403-25263" fmla="*/ 99308 w 3024845"/>
                <a:gd name="connsiteY403-25264" fmla="*/ 369664 h 1059043"/>
                <a:gd name="connsiteX404-25265" fmla="*/ 99308 w 3024845"/>
                <a:gd name="connsiteY404-25266" fmla="*/ 255090 h 1059043"/>
                <a:gd name="connsiteX405-25267" fmla="*/ 103361 w 3024845"/>
                <a:gd name="connsiteY405-25268" fmla="*/ 226986 h 1059043"/>
                <a:gd name="connsiteX406-25269" fmla="*/ 105388 w 3024845"/>
                <a:gd name="connsiteY406-25270" fmla="*/ 226986 h 1059043"/>
                <a:gd name="connsiteX407-25271" fmla="*/ 119575 w 3024845"/>
                <a:gd name="connsiteY407-25272" fmla="*/ 226986 h 1059043"/>
                <a:gd name="connsiteX0-25273" fmla="*/ 119575 w 3024845"/>
                <a:gd name="connsiteY0-25274" fmla="*/ 226986 h 1059043"/>
                <a:gd name="connsiteX1-25275" fmla="*/ 200642 w 3024845"/>
                <a:gd name="connsiteY1-25276" fmla="*/ 224825 h 1059043"/>
                <a:gd name="connsiteX2-25277" fmla="*/ 202669 w 3024845"/>
                <a:gd name="connsiteY2-25278" fmla="*/ 224825 h 1059043"/>
                <a:gd name="connsiteX3-25279" fmla="*/ 216856 w 3024845"/>
                <a:gd name="connsiteY3-25280" fmla="*/ 224825 h 1059043"/>
                <a:gd name="connsiteX4-25281" fmla="*/ 216856 w 3024845"/>
                <a:gd name="connsiteY4-25282" fmla="*/ 248604 h 1059043"/>
                <a:gd name="connsiteX5-25283" fmla="*/ 217363 w 3024845"/>
                <a:gd name="connsiteY5-25284" fmla="*/ 249415 h 1059043"/>
                <a:gd name="connsiteX6-25285" fmla="*/ 220909 w 3024845"/>
                <a:gd name="connsiteY6-25286" fmla="*/ 255090 h 1059043"/>
                <a:gd name="connsiteX7-25287" fmla="*/ 220909 w 3024845"/>
                <a:gd name="connsiteY7-25288" fmla="*/ 369664 h 1059043"/>
                <a:gd name="connsiteX8-25289" fmla="*/ 223189 w 3024845"/>
                <a:gd name="connsiteY8-25290" fmla="*/ 369664 h 1059043"/>
                <a:gd name="connsiteX9-25291" fmla="*/ 239150 w 3024845"/>
                <a:gd name="connsiteY9-25292" fmla="*/ 369664 h 1059043"/>
                <a:gd name="connsiteX10-25293" fmla="*/ 239150 w 3024845"/>
                <a:gd name="connsiteY10-25294" fmla="*/ 510179 h 1059043"/>
                <a:gd name="connsiteX11-25295" fmla="*/ 240670 w 3024845"/>
                <a:gd name="connsiteY11-25296" fmla="*/ 509909 h 1059043"/>
                <a:gd name="connsiteX12-25297" fmla="*/ 251310 w 3024845"/>
                <a:gd name="connsiteY12-25298" fmla="*/ 508018 h 1059043"/>
                <a:gd name="connsiteX13-25299" fmla="*/ 249283 w 3024845"/>
                <a:gd name="connsiteY13-25300" fmla="*/ 596650 h 1059043"/>
                <a:gd name="connsiteX14-25301" fmla="*/ 250803 w 3024845"/>
                <a:gd name="connsiteY14-25302" fmla="*/ 596921 h 1059043"/>
                <a:gd name="connsiteX15-25303" fmla="*/ 261443 w 3024845"/>
                <a:gd name="connsiteY15-25304" fmla="*/ 598812 h 1059043"/>
                <a:gd name="connsiteX16-25305" fmla="*/ 261696 w 3024845"/>
                <a:gd name="connsiteY16-25306" fmla="*/ 599623 h 1059043"/>
                <a:gd name="connsiteX17-25307" fmla="*/ 263470 w 3024845"/>
                <a:gd name="connsiteY17-25308" fmla="*/ 605298 h 1059043"/>
                <a:gd name="connsiteX18-25309" fmla="*/ 264230 w 3024845"/>
                <a:gd name="connsiteY18-25310" fmla="*/ 602866 h 1059043"/>
                <a:gd name="connsiteX19-25311" fmla="*/ 269550 w 3024845"/>
                <a:gd name="connsiteY19-25312" fmla="*/ 585842 h 1059043"/>
                <a:gd name="connsiteX20-25313" fmla="*/ 271323 w 3024845"/>
                <a:gd name="connsiteY20-25314" fmla="*/ 585842 h 1059043"/>
                <a:gd name="connsiteX21-25315" fmla="*/ 283737 w 3024845"/>
                <a:gd name="connsiteY21-25316" fmla="*/ 585842 h 1059043"/>
                <a:gd name="connsiteX22-25317" fmla="*/ 283737 w 3024845"/>
                <a:gd name="connsiteY22-25318" fmla="*/ 618268 h 1059043"/>
                <a:gd name="connsiteX23-25319" fmla="*/ 284750 w 3024845"/>
                <a:gd name="connsiteY23-25320" fmla="*/ 618809 h 1059043"/>
                <a:gd name="connsiteX24-25321" fmla="*/ 291844 w 3024845"/>
                <a:gd name="connsiteY24-25322" fmla="*/ 622592 h 1059043"/>
                <a:gd name="connsiteX25-25323" fmla="*/ 291844 w 3024845"/>
                <a:gd name="connsiteY25-25324" fmla="*/ 623943 h 1059043"/>
                <a:gd name="connsiteX26-25325" fmla="*/ 291844 w 3024845"/>
                <a:gd name="connsiteY26-25326" fmla="*/ 633401 h 1059043"/>
                <a:gd name="connsiteX27-25327" fmla="*/ 336431 w 3024845"/>
                <a:gd name="connsiteY27-25328" fmla="*/ 633401 h 1059043"/>
                <a:gd name="connsiteX28-25329" fmla="*/ 336431 w 3024845"/>
                <a:gd name="connsiteY28-25330" fmla="*/ 634482 h 1059043"/>
                <a:gd name="connsiteX29-25331" fmla="*/ 336431 w 3024845"/>
                <a:gd name="connsiteY29-25332" fmla="*/ 642048 h 1059043"/>
                <a:gd name="connsiteX30-25333" fmla="*/ 338457 w 3024845"/>
                <a:gd name="connsiteY30-25334" fmla="*/ 642048 h 1059043"/>
                <a:gd name="connsiteX31-25335" fmla="*/ 352644 w 3024845"/>
                <a:gd name="connsiteY31-25336" fmla="*/ 642048 h 1059043"/>
                <a:gd name="connsiteX32-25337" fmla="*/ 352644 w 3024845"/>
                <a:gd name="connsiteY32-25338" fmla="*/ 611783 h 1059043"/>
                <a:gd name="connsiteX33-25339" fmla="*/ 397231 w 3024845"/>
                <a:gd name="connsiteY33-25340" fmla="*/ 611783 h 1059043"/>
                <a:gd name="connsiteX34-25341" fmla="*/ 397231 w 3024845"/>
                <a:gd name="connsiteY34-25342" fmla="*/ 610432 h 1059043"/>
                <a:gd name="connsiteX35-25343" fmla="*/ 397231 w 3024845"/>
                <a:gd name="connsiteY35-25344" fmla="*/ 600974 h 1059043"/>
                <a:gd name="connsiteX36-25345" fmla="*/ 398245 w 3024845"/>
                <a:gd name="connsiteY36-25346" fmla="*/ 600974 h 1059043"/>
                <a:gd name="connsiteX37-25347" fmla="*/ 405338 w 3024845"/>
                <a:gd name="connsiteY37-25348" fmla="*/ 600974 h 1059043"/>
                <a:gd name="connsiteX38-25349" fmla="*/ 405338 w 3024845"/>
                <a:gd name="connsiteY38-25350" fmla="*/ 599083 h 1059043"/>
                <a:gd name="connsiteX39-25351" fmla="*/ 405338 w 3024845"/>
                <a:gd name="connsiteY39-25352" fmla="*/ 585842 h 1059043"/>
                <a:gd name="connsiteX40-25353" fmla="*/ 406098 w 3024845"/>
                <a:gd name="connsiteY40-25354" fmla="*/ 585842 h 1059043"/>
                <a:gd name="connsiteX41-25355" fmla="*/ 411418 w 3024845"/>
                <a:gd name="connsiteY41-25356" fmla="*/ 585842 h 1059043"/>
                <a:gd name="connsiteX42-25357" fmla="*/ 411418 w 3024845"/>
                <a:gd name="connsiteY42-25358" fmla="*/ 584761 h 1059043"/>
                <a:gd name="connsiteX43-25359" fmla="*/ 411418 w 3024845"/>
                <a:gd name="connsiteY43-25360" fmla="*/ 577194 h 1059043"/>
                <a:gd name="connsiteX44-25361" fmla="*/ 413445 w 3024845"/>
                <a:gd name="connsiteY44-25362" fmla="*/ 577194 h 1059043"/>
                <a:gd name="connsiteX45-25363" fmla="*/ 427632 w 3024845"/>
                <a:gd name="connsiteY45-25364" fmla="*/ 577194 h 1059043"/>
                <a:gd name="connsiteX46-25365" fmla="*/ 427632 w 3024845"/>
                <a:gd name="connsiteY46-25366" fmla="*/ 578275 h 1059043"/>
                <a:gd name="connsiteX47-25367" fmla="*/ 427632 w 3024845"/>
                <a:gd name="connsiteY47-25368" fmla="*/ 585842 h 1059043"/>
                <a:gd name="connsiteX48-25369" fmla="*/ 449925 w 3024845"/>
                <a:gd name="connsiteY48-25370" fmla="*/ 585842 h 1059043"/>
                <a:gd name="connsiteX49-25371" fmla="*/ 449925 w 3024845"/>
                <a:gd name="connsiteY49-25372" fmla="*/ 583950 h 1059043"/>
                <a:gd name="connsiteX50-25373" fmla="*/ 449925 w 3024845"/>
                <a:gd name="connsiteY50-25374" fmla="*/ 570709 h 1059043"/>
                <a:gd name="connsiteX51-25375" fmla="*/ 451699 w 3024845"/>
                <a:gd name="connsiteY51-25376" fmla="*/ 570709 h 1059043"/>
                <a:gd name="connsiteX52-25377" fmla="*/ 464112 w 3024845"/>
                <a:gd name="connsiteY52-25378" fmla="*/ 570709 h 1059043"/>
                <a:gd name="connsiteX53-25379" fmla="*/ 464112 w 3024845"/>
                <a:gd name="connsiteY53-25380" fmla="*/ 594489 h 1059043"/>
                <a:gd name="connsiteX54-25381" fmla="*/ 465126 w 3024845"/>
                <a:gd name="connsiteY54-25382" fmla="*/ 594489 h 1059043"/>
                <a:gd name="connsiteX55-25383" fmla="*/ 472219 w 3024845"/>
                <a:gd name="connsiteY55-25384" fmla="*/ 594489 h 1059043"/>
                <a:gd name="connsiteX56-25385" fmla="*/ 472219 w 3024845"/>
                <a:gd name="connsiteY56-25386" fmla="*/ 593408 h 1059043"/>
                <a:gd name="connsiteX57-25387" fmla="*/ 472219 w 3024845"/>
                <a:gd name="connsiteY57-25388" fmla="*/ 585842 h 1059043"/>
                <a:gd name="connsiteX58-25389" fmla="*/ 473992 w 3024845"/>
                <a:gd name="connsiteY58-25390" fmla="*/ 585842 h 1059043"/>
                <a:gd name="connsiteX59-25391" fmla="*/ 486406 w 3024845"/>
                <a:gd name="connsiteY59-25392" fmla="*/ 585842 h 1059043"/>
                <a:gd name="connsiteX60-25393" fmla="*/ 486406 w 3024845"/>
                <a:gd name="connsiteY60-25394" fmla="*/ 611783 h 1059043"/>
                <a:gd name="connsiteX61-25395" fmla="*/ 488433 w 3024845"/>
                <a:gd name="connsiteY61-25396" fmla="*/ 611783 h 1059043"/>
                <a:gd name="connsiteX62-25397" fmla="*/ 502619 w 3024845"/>
                <a:gd name="connsiteY62-25398" fmla="*/ 611783 h 1059043"/>
                <a:gd name="connsiteX63-25399" fmla="*/ 502619 w 3024845"/>
                <a:gd name="connsiteY63-25400" fmla="*/ 613404 h 1059043"/>
                <a:gd name="connsiteX64-25401" fmla="*/ 502619 w 3024845"/>
                <a:gd name="connsiteY64-25402" fmla="*/ 624754 h 1059043"/>
                <a:gd name="connsiteX65-25403" fmla="*/ 503379 w 3024845"/>
                <a:gd name="connsiteY65-25404" fmla="*/ 624754 h 1059043"/>
                <a:gd name="connsiteX66-25405" fmla="*/ 508700 w 3024845"/>
                <a:gd name="connsiteY66-25406" fmla="*/ 624754 h 1059043"/>
                <a:gd name="connsiteX67-25407" fmla="*/ 508700 w 3024845"/>
                <a:gd name="connsiteY67-25408" fmla="*/ 623943 h 1059043"/>
                <a:gd name="connsiteX68-25409" fmla="*/ 508700 w 3024845"/>
                <a:gd name="connsiteY68-25410" fmla="*/ 618268 h 1059043"/>
                <a:gd name="connsiteX69-25411" fmla="*/ 539100 w 3024845"/>
                <a:gd name="connsiteY69-25412" fmla="*/ 618268 h 1059043"/>
                <a:gd name="connsiteX70-25413" fmla="*/ 539100 w 3024845"/>
                <a:gd name="connsiteY70-25414" fmla="*/ 642048 h 1059043"/>
                <a:gd name="connsiteX71-25415" fmla="*/ 540113 w 3024845"/>
                <a:gd name="connsiteY71-25416" fmla="*/ 642048 h 1059043"/>
                <a:gd name="connsiteX72-25417" fmla="*/ 547207 w 3024845"/>
                <a:gd name="connsiteY72-25418" fmla="*/ 642048 h 1059043"/>
                <a:gd name="connsiteX73-25419" fmla="*/ 547207 w 3024845"/>
                <a:gd name="connsiteY73-25420" fmla="*/ 643129 h 1059043"/>
                <a:gd name="connsiteX74-25421" fmla="*/ 547207 w 3024845"/>
                <a:gd name="connsiteY74-25422" fmla="*/ 650695 h 1059043"/>
                <a:gd name="connsiteX75-25423" fmla="*/ 547967 w 3024845"/>
                <a:gd name="connsiteY75-25424" fmla="*/ 650695 h 1059043"/>
                <a:gd name="connsiteX76-25425" fmla="*/ 553287 w 3024845"/>
                <a:gd name="connsiteY76-25426" fmla="*/ 650695 h 1059043"/>
                <a:gd name="connsiteX77-25427" fmla="*/ 553287 w 3024845"/>
                <a:gd name="connsiteY77-25428" fmla="*/ 648533 h 1059043"/>
                <a:gd name="connsiteX78-25429" fmla="*/ 553287 w 3024845"/>
                <a:gd name="connsiteY78-25430" fmla="*/ 633401 h 1059043"/>
                <a:gd name="connsiteX79-25431" fmla="*/ 554300 w 3024845"/>
                <a:gd name="connsiteY79-25432" fmla="*/ 633401 h 1059043"/>
                <a:gd name="connsiteX80-25433" fmla="*/ 561394 w 3024845"/>
                <a:gd name="connsiteY80-25434" fmla="*/ 633401 h 1059043"/>
                <a:gd name="connsiteX81-25435" fmla="*/ 561394 w 3024845"/>
                <a:gd name="connsiteY81-25436" fmla="*/ 634482 h 1059043"/>
                <a:gd name="connsiteX82-25437" fmla="*/ 561394 w 3024845"/>
                <a:gd name="connsiteY82-25438" fmla="*/ 642048 h 1059043"/>
                <a:gd name="connsiteX83-25439" fmla="*/ 566714 w 3024845"/>
                <a:gd name="connsiteY83-25440" fmla="*/ 640055 h 1059043"/>
                <a:gd name="connsiteX84-25441" fmla="*/ 567474 w 3024845"/>
                <a:gd name="connsiteY84-25442" fmla="*/ 639075 h 1059043"/>
                <a:gd name="connsiteX85-25443" fmla="*/ 567474 w 3024845"/>
                <a:gd name="connsiteY85-25444" fmla="*/ 633401 h 1059043"/>
                <a:gd name="connsiteX86-25445" fmla="*/ 605981 w 3024845"/>
                <a:gd name="connsiteY86-25446" fmla="*/ 633401 h 1059043"/>
                <a:gd name="connsiteX87-25447" fmla="*/ 605981 w 3024845"/>
                <a:gd name="connsiteY87-25448" fmla="*/ 657180 h 1059043"/>
                <a:gd name="connsiteX88-25449" fmla="*/ 608007 w 3024845"/>
                <a:gd name="connsiteY88-25450" fmla="*/ 657180 h 1059043"/>
                <a:gd name="connsiteX89-25451" fmla="*/ 622194 w 3024845"/>
                <a:gd name="connsiteY89-25452" fmla="*/ 657180 h 1059043"/>
                <a:gd name="connsiteX90-25453" fmla="*/ 622194 w 3024845"/>
                <a:gd name="connsiteY90-25454" fmla="*/ 658261 h 1059043"/>
                <a:gd name="connsiteX91-25455" fmla="*/ 622194 w 3024845"/>
                <a:gd name="connsiteY91-25456" fmla="*/ 665827 h 1059043"/>
                <a:gd name="connsiteX92-25457" fmla="*/ 623968 w 3024845"/>
                <a:gd name="connsiteY92-25458" fmla="*/ 665827 h 1059043"/>
                <a:gd name="connsiteX93-25459" fmla="*/ 636381 w 3024845"/>
                <a:gd name="connsiteY93-25460" fmla="*/ 665827 h 1059043"/>
                <a:gd name="connsiteX94-25461" fmla="*/ 636381 w 3024845"/>
                <a:gd name="connsiteY94-25462" fmla="*/ 642048 h 1059043"/>
                <a:gd name="connsiteX95-25463" fmla="*/ 637394 w 3024845"/>
                <a:gd name="connsiteY95-25464" fmla="*/ 642048 h 1059043"/>
                <a:gd name="connsiteX96-25465" fmla="*/ 644488 w 3024845"/>
                <a:gd name="connsiteY96-25466" fmla="*/ 642048 h 1059043"/>
                <a:gd name="connsiteX97-25467" fmla="*/ 644488 w 3024845"/>
                <a:gd name="connsiteY97-25468" fmla="*/ 609621 h 1059043"/>
                <a:gd name="connsiteX98-25469" fmla="*/ 645501 w 3024845"/>
                <a:gd name="connsiteY98-25470" fmla="*/ 609621 h 1059043"/>
                <a:gd name="connsiteX99-25471" fmla="*/ 652595 w 3024845"/>
                <a:gd name="connsiteY99-25472" fmla="*/ 609621 h 1059043"/>
                <a:gd name="connsiteX100-25473" fmla="*/ 652595 w 3024845"/>
                <a:gd name="connsiteY100-25474" fmla="*/ 607730 h 1059043"/>
                <a:gd name="connsiteX101-25475" fmla="*/ 652595 w 3024845"/>
                <a:gd name="connsiteY101-25476" fmla="*/ 594489 h 1059043"/>
                <a:gd name="connsiteX102-25477" fmla="*/ 651328 w 3024845"/>
                <a:gd name="connsiteY102-25478" fmla="*/ 592867 h 1059043"/>
                <a:gd name="connsiteX103-25479" fmla="*/ 656648 w 3024845"/>
                <a:gd name="connsiteY103-25480" fmla="*/ 581518 h 1059043"/>
                <a:gd name="connsiteX104-25481" fmla="*/ 664755 w 3024845"/>
                <a:gd name="connsiteY104-25482" fmla="*/ 609621 h 1059043"/>
                <a:gd name="connsiteX105-25483" fmla="*/ 665515 w 3024845"/>
                <a:gd name="connsiteY105-25484" fmla="*/ 609621 h 1059043"/>
                <a:gd name="connsiteX106-25485" fmla="*/ 670835 w 3024845"/>
                <a:gd name="connsiteY106-25486" fmla="*/ 609621 h 1059043"/>
                <a:gd name="connsiteX107-25487" fmla="*/ 670835 w 3024845"/>
                <a:gd name="connsiteY107-25488" fmla="*/ 503694 h 1059043"/>
                <a:gd name="connsiteX108-25489" fmla="*/ 672355 w 3024845"/>
                <a:gd name="connsiteY108-25490" fmla="*/ 503694 h 1059043"/>
                <a:gd name="connsiteX109-25491" fmla="*/ 682995 w 3024845"/>
                <a:gd name="connsiteY109-25492" fmla="*/ 503694 h 1059043"/>
                <a:gd name="connsiteX110-25493" fmla="*/ 682995 w 3024845"/>
                <a:gd name="connsiteY110-25494" fmla="*/ 456135 h 1059043"/>
                <a:gd name="connsiteX111-25495" fmla="*/ 709342 w 3024845"/>
                <a:gd name="connsiteY111-25496" fmla="*/ 456135 h 1059043"/>
                <a:gd name="connsiteX112-25497" fmla="*/ 709342 w 3024845"/>
                <a:gd name="connsiteY112-25498" fmla="*/ 434517 h 1059043"/>
                <a:gd name="connsiteX113-25499" fmla="*/ 743796 w 3024845"/>
                <a:gd name="connsiteY113-25500" fmla="*/ 434517 h 1059043"/>
                <a:gd name="connsiteX114-25501" fmla="*/ 743796 w 3024845"/>
                <a:gd name="connsiteY114-25502" fmla="*/ 436949 h 1059043"/>
                <a:gd name="connsiteX115-25503" fmla="*/ 743796 w 3024845"/>
                <a:gd name="connsiteY115-25504" fmla="*/ 453973 h 1059043"/>
                <a:gd name="connsiteX116-25505" fmla="*/ 746076 w 3024845"/>
                <a:gd name="connsiteY116-25506" fmla="*/ 453973 h 1059043"/>
                <a:gd name="connsiteX117-25507" fmla="*/ 762036 w 3024845"/>
                <a:gd name="connsiteY117-25508" fmla="*/ 453973 h 1059043"/>
                <a:gd name="connsiteX118-25509" fmla="*/ 762036 w 3024845"/>
                <a:gd name="connsiteY118-25510" fmla="*/ 501532 h 1059043"/>
                <a:gd name="connsiteX119-25511" fmla="*/ 763049 w 3024845"/>
                <a:gd name="connsiteY119-25512" fmla="*/ 501532 h 1059043"/>
                <a:gd name="connsiteX120-25513" fmla="*/ 770143 w 3024845"/>
                <a:gd name="connsiteY120-25514" fmla="*/ 501532 h 1059043"/>
                <a:gd name="connsiteX121-25515" fmla="*/ 784330 w 3024845"/>
                <a:gd name="connsiteY121-25516" fmla="*/ 505856 h 1059043"/>
                <a:gd name="connsiteX122-25517" fmla="*/ 784330 w 3024845"/>
                <a:gd name="connsiteY122-25518" fmla="*/ 544768 h 1059043"/>
                <a:gd name="connsiteX123-25519" fmla="*/ 785343 w 3024845"/>
                <a:gd name="connsiteY123-25520" fmla="*/ 544768 h 1059043"/>
                <a:gd name="connsiteX124-25521" fmla="*/ 792436 w 3024845"/>
                <a:gd name="connsiteY124-25522" fmla="*/ 544768 h 1059043"/>
                <a:gd name="connsiteX125-25523" fmla="*/ 792436 w 3024845"/>
                <a:gd name="connsiteY125-25524" fmla="*/ 546389 h 1059043"/>
                <a:gd name="connsiteX126-25525" fmla="*/ 792436 w 3024845"/>
                <a:gd name="connsiteY126-25526" fmla="*/ 557738 h 1059043"/>
                <a:gd name="connsiteX127-25527" fmla="*/ 794463 w 3024845"/>
                <a:gd name="connsiteY127-25528" fmla="*/ 557738 h 1059043"/>
                <a:gd name="connsiteX128-25529" fmla="*/ 808650 w 3024845"/>
                <a:gd name="connsiteY128-25530" fmla="*/ 557738 h 1059043"/>
                <a:gd name="connsiteX129-25531" fmla="*/ 814730 w 3024845"/>
                <a:gd name="connsiteY129-25532" fmla="*/ 564224 h 1059043"/>
                <a:gd name="connsiteX130-25533" fmla="*/ 814730 w 3024845"/>
                <a:gd name="connsiteY130-25534" fmla="*/ 585842 h 1059043"/>
                <a:gd name="connsiteX131-25535" fmla="*/ 817010 w 3024845"/>
                <a:gd name="connsiteY131-25536" fmla="*/ 585842 h 1059043"/>
                <a:gd name="connsiteX132-25537" fmla="*/ 832970 w 3024845"/>
                <a:gd name="connsiteY132-25538" fmla="*/ 585842 h 1059043"/>
                <a:gd name="connsiteX133-25539" fmla="*/ 832970 w 3024845"/>
                <a:gd name="connsiteY133-25540" fmla="*/ 586922 h 1059043"/>
                <a:gd name="connsiteX134-25541" fmla="*/ 832970 w 3024845"/>
                <a:gd name="connsiteY134-25542" fmla="*/ 594489 h 1059043"/>
                <a:gd name="connsiteX135-25543" fmla="*/ 834237 w 3024845"/>
                <a:gd name="connsiteY135-25544" fmla="*/ 594489 h 1059043"/>
                <a:gd name="connsiteX136-25545" fmla="*/ 843104 w 3024845"/>
                <a:gd name="connsiteY136-25546" fmla="*/ 594489 h 1059043"/>
                <a:gd name="connsiteX137-25547" fmla="*/ 843104 w 3024845"/>
                <a:gd name="connsiteY137-25548" fmla="*/ 596650 h 1059043"/>
                <a:gd name="connsiteX138-25549" fmla="*/ 843104 w 3024845"/>
                <a:gd name="connsiteY138-25550" fmla="*/ 611783 h 1059043"/>
                <a:gd name="connsiteX139-25551" fmla="*/ 847157 w 3024845"/>
                <a:gd name="connsiteY139-25552" fmla="*/ 609891 h 1059043"/>
                <a:gd name="connsiteX140-25553" fmla="*/ 847157 w 3024845"/>
                <a:gd name="connsiteY140-25554" fmla="*/ 596650 h 1059043"/>
                <a:gd name="connsiteX141-25555" fmla="*/ 848170 w 3024845"/>
                <a:gd name="connsiteY141-25556" fmla="*/ 596650 h 1059043"/>
                <a:gd name="connsiteX142-25557" fmla="*/ 855264 w 3024845"/>
                <a:gd name="connsiteY142-25558" fmla="*/ 596650 h 1059043"/>
                <a:gd name="connsiteX143-25559" fmla="*/ 855264 w 3024845"/>
                <a:gd name="connsiteY143-25560" fmla="*/ 598272 h 1059043"/>
                <a:gd name="connsiteX144-25561" fmla="*/ 855264 w 3024845"/>
                <a:gd name="connsiteY144-25562" fmla="*/ 609621 h 1059043"/>
                <a:gd name="connsiteX145-25563" fmla="*/ 856024 w 3024845"/>
                <a:gd name="connsiteY145-25564" fmla="*/ 609621 h 1059043"/>
                <a:gd name="connsiteX146-25565" fmla="*/ 861344 w 3024845"/>
                <a:gd name="connsiteY146-25566" fmla="*/ 609621 h 1059043"/>
                <a:gd name="connsiteX147-25567" fmla="*/ 909984 w 3024845"/>
                <a:gd name="connsiteY147-25568" fmla="*/ 605298 h 1059043"/>
                <a:gd name="connsiteX148-25569" fmla="*/ 909984 w 3024845"/>
                <a:gd name="connsiteY148-25570" fmla="*/ 606649 h 1059043"/>
                <a:gd name="connsiteX149-25571" fmla="*/ 909984 w 3024845"/>
                <a:gd name="connsiteY149-25572" fmla="*/ 616106 h 1059043"/>
                <a:gd name="connsiteX150-25573" fmla="*/ 910744 w 3024845"/>
                <a:gd name="connsiteY150-25574" fmla="*/ 616106 h 1059043"/>
                <a:gd name="connsiteX151-25575" fmla="*/ 916065 w 3024845"/>
                <a:gd name="connsiteY151-25576" fmla="*/ 616106 h 1059043"/>
                <a:gd name="connsiteX152-25577" fmla="*/ 916065 w 3024845"/>
                <a:gd name="connsiteY152-25578" fmla="*/ 618268 h 1059043"/>
                <a:gd name="connsiteX153-25579" fmla="*/ 916065 w 3024845"/>
                <a:gd name="connsiteY153-25580" fmla="*/ 633401 h 1059043"/>
                <a:gd name="connsiteX154-25581" fmla="*/ 918091 w 3024845"/>
                <a:gd name="connsiteY154-25582" fmla="*/ 632050 h 1059043"/>
                <a:gd name="connsiteX155-25583" fmla="*/ 932278 w 3024845"/>
                <a:gd name="connsiteY155-25584" fmla="*/ 622592 h 1059043"/>
                <a:gd name="connsiteX156-25585" fmla="*/ 938358 w 3024845"/>
                <a:gd name="connsiteY156-25586" fmla="*/ 581518 h 1059043"/>
                <a:gd name="connsiteX157-25587" fmla="*/ 939118 w 3024845"/>
                <a:gd name="connsiteY157-25588" fmla="*/ 581248 h 1059043"/>
                <a:gd name="connsiteX158-25589" fmla="*/ 944438 w 3024845"/>
                <a:gd name="connsiteY158-25590" fmla="*/ 579356 h 1059043"/>
                <a:gd name="connsiteX159-25591" fmla="*/ 946465 w 3024845"/>
                <a:gd name="connsiteY159-25592" fmla="*/ 510179 h 1059043"/>
                <a:gd name="connsiteX160-25593" fmla="*/ 948492 w 3024845"/>
                <a:gd name="connsiteY160-25594" fmla="*/ 579356 h 1059043"/>
                <a:gd name="connsiteX161-25595" fmla="*/ 949252 w 3024845"/>
                <a:gd name="connsiteY161-25596" fmla="*/ 579626 h 1059043"/>
                <a:gd name="connsiteX162-25597" fmla="*/ 954572 w 3024845"/>
                <a:gd name="connsiteY162-25598" fmla="*/ 581518 h 1059043"/>
                <a:gd name="connsiteX163-25599" fmla="*/ 954572 w 3024845"/>
                <a:gd name="connsiteY163-25600" fmla="*/ 495047 h 1059043"/>
                <a:gd name="connsiteX164-25601" fmla="*/ 958625 w 3024845"/>
                <a:gd name="connsiteY164-25602" fmla="*/ 462620 h 1059043"/>
                <a:gd name="connsiteX165-25603" fmla="*/ 997132 w 3024845"/>
                <a:gd name="connsiteY165-25604" fmla="*/ 462620 h 1059043"/>
                <a:gd name="connsiteX166-25605" fmla="*/ 997132 w 3024845"/>
                <a:gd name="connsiteY166-25606" fmla="*/ 495047 h 1059043"/>
                <a:gd name="connsiteX167-25607" fmla="*/ 997892 w 3024845"/>
                <a:gd name="connsiteY167-25608" fmla="*/ 495047 h 1059043"/>
                <a:gd name="connsiteX168-25609" fmla="*/ 1003212 w 3024845"/>
                <a:gd name="connsiteY168-25610" fmla="*/ 495047 h 1059043"/>
                <a:gd name="connsiteX169-25611" fmla="*/ 1003212 w 3024845"/>
                <a:gd name="connsiteY169-25612" fmla="*/ 412899 h 1059043"/>
                <a:gd name="connsiteX170-25613" fmla="*/ 1004986 w 3024845"/>
                <a:gd name="connsiteY170-25614" fmla="*/ 412899 h 1059043"/>
                <a:gd name="connsiteX171-25615" fmla="*/ 1017399 w 3024845"/>
                <a:gd name="connsiteY171-25616" fmla="*/ 412899 h 1059043"/>
                <a:gd name="connsiteX172-25617" fmla="*/ 1017399 w 3024845"/>
                <a:gd name="connsiteY172-25618" fmla="*/ 411008 h 1059043"/>
                <a:gd name="connsiteX173-25619" fmla="*/ 1017399 w 3024845"/>
                <a:gd name="connsiteY173-25620" fmla="*/ 397767 h 1059043"/>
                <a:gd name="connsiteX174-25621" fmla="*/ 1039693 w 3024845"/>
                <a:gd name="connsiteY174-25622" fmla="*/ 397767 h 1059043"/>
                <a:gd name="connsiteX175-25623" fmla="*/ 1039693 w 3024845"/>
                <a:gd name="connsiteY175-25624" fmla="*/ 396686 h 1059043"/>
                <a:gd name="connsiteX176-25625" fmla="*/ 1039693 w 3024845"/>
                <a:gd name="connsiteY176-25626" fmla="*/ 389120 h 1059043"/>
                <a:gd name="connsiteX177-25627" fmla="*/ 1041466 w 3024845"/>
                <a:gd name="connsiteY177-25628" fmla="*/ 389120 h 1059043"/>
                <a:gd name="connsiteX178-25629" fmla="*/ 1053880 w 3024845"/>
                <a:gd name="connsiteY178-25630" fmla="*/ 389120 h 1059043"/>
                <a:gd name="connsiteX179-25631" fmla="*/ 1053880 w 3024845"/>
                <a:gd name="connsiteY179-25632" fmla="*/ 390201 h 1059043"/>
                <a:gd name="connsiteX180-25633" fmla="*/ 1053880 w 3024845"/>
                <a:gd name="connsiteY180-25634" fmla="*/ 397767 h 1059043"/>
                <a:gd name="connsiteX181-25635" fmla="*/ 1054640 w 3024845"/>
                <a:gd name="connsiteY181-25636" fmla="*/ 397767 h 1059043"/>
                <a:gd name="connsiteX182-25637" fmla="*/ 1059960 w 3024845"/>
                <a:gd name="connsiteY182-25638" fmla="*/ 397767 h 1059043"/>
                <a:gd name="connsiteX183-25639" fmla="*/ 1070093 w 3024845"/>
                <a:gd name="connsiteY183-25640" fmla="*/ 393443 h 1059043"/>
                <a:gd name="connsiteX184-25641" fmla="*/ 1074146 w 3024845"/>
                <a:gd name="connsiteY184-25642" fmla="*/ 396686 h 1059043"/>
                <a:gd name="connsiteX185-25643" fmla="*/ 1074146 w 3024845"/>
                <a:gd name="connsiteY185-25644" fmla="*/ 389120 h 1059043"/>
                <a:gd name="connsiteX186-25645" fmla="*/ 1076426 w 3024845"/>
                <a:gd name="connsiteY186-25646" fmla="*/ 389120 h 1059043"/>
                <a:gd name="connsiteX187-25647" fmla="*/ 1092387 w 3024845"/>
                <a:gd name="connsiteY187-25648" fmla="*/ 389120 h 1059043"/>
                <a:gd name="connsiteX188-25649" fmla="*/ 1092387 w 3024845"/>
                <a:gd name="connsiteY188-25650" fmla="*/ 390201 h 1059043"/>
                <a:gd name="connsiteX189-25651" fmla="*/ 1092387 w 3024845"/>
                <a:gd name="connsiteY189-25652" fmla="*/ 397767 h 1059043"/>
                <a:gd name="connsiteX190-25653" fmla="*/ 1122787 w 3024845"/>
                <a:gd name="connsiteY190-25654" fmla="*/ 397767 h 1059043"/>
                <a:gd name="connsiteX191-25655" fmla="*/ 1122787 w 3024845"/>
                <a:gd name="connsiteY191-25656" fmla="*/ 399388 h 1059043"/>
                <a:gd name="connsiteX192-25657" fmla="*/ 1122787 w 3024845"/>
                <a:gd name="connsiteY192-25658" fmla="*/ 410738 h 1059043"/>
                <a:gd name="connsiteX193-25659" fmla="*/ 1149134 w 3024845"/>
                <a:gd name="connsiteY193-25660" fmla="*/ 410738 h 1059043"/>
                <a:gd name="connsiteX194-25661" fmla="*/ 1149134 w 3024845"/>
                <a:gd name="connsiteY194-25662" fmla="*/ 441002 h 1059043"/>
                <a:gd name="connsiteX195-25663" fmla="*/ 1149894 w 3024845"/>
                <a:gd name="connsiteY195-25664" fmla="*/ 441002 h 1059043"/>
                <a:gd name="connsiteX196-25665" fmla="*/ 1155214 w 3024845"/>
                <a:gd name="connsiteY196-25666" fmla="*/ 441002 h 1059043"/>
                <a:gd name="connsiteX197-25667" fmla="*/ 1155214 w 3024845"/>
                <a:gd name="connsiteY197-25668" fmla="*/ 442083 h 1059043"/>
                <a:gd name="connsiteX198-25669" fmla="*/ 1155214 w 3024845"/>
                <a:gd name="connsiteY198-25670" fmla="*/ 449650 h 1059043"/>
                <a:gd name="connsiteX199-25671" fmla="*/ 1159268 w 3024845"/>
                <a:gd name="connsiteY199-25672" fmla="*/ 479914 h 1059043"/>
                <a:gd name="connsiteX200-25673" fmla="*/ 1160028 w 3024845"/>
                <a:gd name="connsiteY200-25674" fmla="*/ 479914 h 1059043"/>
                <a:gd name="connsiteX201-25675" fmla="*/ 1165348 w 3024845"/>
                <a:gd name="connsiteY201-25676" fmla="*/ 479914 h 1059043"/>
                <a:gd name="connsiteX202-25677" fmla="*/ 1165348 w 3024845"/>
                <a:gd name="connsiteY202-25678" fmla="*/ 480725 h 1059043"/>
                <a:gd name="connsiteX203-25679" fmla="*/ 1165348 w 3024845"/>
                <a:gd name="connsiteY203-25680" fmla="*/ 486400 h 1059043"/>
                <a:gd name="connsiteX204-25681" fmla="*/ 1166361 w 3024845"/>
                <a:gd name="connsiteY204-25682" fmla="*/ 486400 h 1059043"/>
                <a:gd name="connsiteX205-25683" fmla="*/ 1173454 w 3024845"/>
                <a:gd name="connsiteY205-25684" fmla="*/ 486400 h 1059043"/>
                <a:gd name="connsiteX206-25685" fmla="*/ 1173454 w 3024845"/>
                <a:gd name="connsiteY206-25686" fmla="*/ 516665 h 1059043"/>
                <a:gd name="connsiteX207-25687" fmla="*/ 1175481 w 3024845"/>
                <a:gd name="connsiteY207-25688" fmla="*/ 516665 h 1059043"/>
                <a:gd name="connsiteX208-25689" fmla="*/ 1189668 w 3024845"/>
                <a:gd name="connsiteY208-25690" fmla="*/ 516665 h 1059043"/>
                <a:gd name="connsiteX209-25691" fmla="*/ 1189668 w 3024845"/>
                <a:gd name="connsiteY209-25692" fmla="*/ 540444 h 1059043"/>
                <a:gd name="connsiteX210-25693" fmla="*/ 1191695 w 3024845"/>
                <a:gd name="connsiteY210-25694" fmla="*/ 542065 h 1059043"/>
                <a:gd name="connsiteX211-25695" fmla="*/ 1191695 w 3024845"/>
                <a:gd name="connsiteY211-25696" fmla="*/ 553415 h 1059043"/>
                <a:gd name="connsiteX212-25697" fmla="*/ 1192455 w 3024845"/>
                <a:gd name="connsiteY212-25698" fmla="*/ 553415 h 1059043"/>
                <a:gd name="connsiteX213-25699" fmla="*/ 1197775 w 3024845"/>
                <a:gd name="connsiteY213-25700" fmla="*/ 553415 h 1059043"/>
                <a:gd name="connsiteX214-25701" fmla="*/ 1197775 w 3024845"/>
                <a:gd name="connsiteY214-25702" fmla="*/ 577194 h 1059043"/>
                <a:gd name="connsiteX215-25703" fmla="*/ 1199041 w 3024845"/>
                <a:gd name="connsiteY215-25704" fmla="*/ 577194 h 1059043"/>
                <a:gd name="connsiteX216-25705" fmla="*/ 1207908 w 3024845"/>
                <a:gd name="connsiteY216-25706" fmla="*/ 577194 h 1059043"/>
                <a:gd name="connsiteX217-25707" fmla="*/ 1209935 w 3024845"/>
                <a:gd name="connsiteY217-25708" fmla="*/ 581248 h 1059043"/>
                <a:gd name="connsiteX218-25709" fmla="*/ 1209935 w 3024845"/>
                <a:gd name="connsiteY218-25710" fmla="*/ 594489 h 1059043"/>
                <a:gd name="connsiteX219-25711" fmla="*/ 1211455 w 3024845"/>
                <a:gd name="connsiteY219-25712" fmla="*/ 592597 h 1059043"/>
                <a:gd name="connsiteX220-25713" fmla="*/ 1222095 w 3024845"/>
                <a:gd name="connsiteY220-25714" fmla="*/ 579356 h 1059043"/>
                <a:gd name="connsiteX221-25715" fmla="*/ 1250469 w 3024845"/>
                <a:gd name="connsiteY221-25716" fmla="*/ 579356 h 1059043"/>
                <a:gd name="connsiteX222-25717" fmla="*/ 1250469 w 3024845"/>
                <a:gd name="connsiteY222-25718" fmla="*/ 665827 h 1059043"/>
                <a:gd name="connsiteX223-25719" fmla="*/ 1251229 w 3024845"/>
                <a:gd name="connsiteY223-25720" fmla="*/ 665827 h 1059043"/>
                <a:gd name="connsiteX224-25721" fmla="*/ 1256549 w 3024845"/>
                <a:gd name="connsiteY224-25722" fmla="*/ 665827 h 1059043"/>
                <a:gd name="connsiteX225-25723" fmla="*/ 1257309 w 3024845"/>
                <a:gd name="connsiteY225-25724" fmla="*/ 664476 h 1059043"/>
                <a:gd name="connsiteX226-25725" fmla="*/ 1262629 w 3024845"/>
                <a:gd name="connsiteY226-25726" fmla="*/ 655018 h 1059043"/>
                <a:gd name="connsiteX227-25727" fmla="*/ 1262629 w 3024845"/>
                <a:gd name="connsiteY227-25728" fmla="*/ 656910 h 1059043"/>
                <a:gd name="connsiteX228-25729" fmla="*/ 1262629 w 3024845"/>
                <a:gd name="connsiteY228-25730" fmla="*/ 670151 h 1059043"/>
                <a:gd name="connsiteX229-25731" fmla="*/ 1266682 w 3024845"/>
                <a:gd name="connsiteY229-25732" fmla="*/ 624754 h 1059043"/>
                <a:gd name="connsiteX230-25733" fmla="*/ 1267442 w 3024845"/>
                <a:gd name="connsiteY230-25734" fmla="*/ 624754 h 1059043"/>
                <a:gd name="connsiteX231-25735" fmla="*/ 1272762 w 3024845"/>
                <a:gd name="connsiteY231-25736" fmla="*/ 624754 h 1059043"/>
                <a:gd name="connsiteX232-25737" fmla="*/ 1272762 w 3024845"/>
                <a:gd name="connsiteY232-25738" fmla="*/ 559900 h 1059043"/>
                <a:gd name="connsiteX233-25739" fmla="*/ 1273776 w 3024845"/>
                <a:gd name="connsiteY233-25740" fmla="*/ 559900 h 1059043"/>
                <a:gd name="connsiteX234-25741" fmla="*/ 1280869 w 3024845"/>
                <a:gd name="connsiteY234-25742" fmla="*/ 559900 h 1059043"/>
                <a:gd name="connsiteX235-25743" fmla="*/ 1293029 w 3024845"/>
                <a:gd name="connsiteY235-25744" fmla="*/ 516665 h 1059043"/>
                <a:gd name="connsiteX236-25745" fmla="*/ 1294296 w 3024845"/>
                <a:gd name="connsiteY236-25746" fmla="*/ 516665 h 1059043"/>
                <a:gd name="connsiteX237-25747" fmla="*/ 1303163 w 3024845"/>
                <a:gd name="connsiteY237-25748" fmla="*/ 516665 h 1059043"/>
                <a:gd name="connsiteX238-25749" fmla="*/ 1313296 w 3024845"/>
                <a:gd name="connsiteY238-25750" fmla="*/ 559900 h 1059043"/>
                <a:gd name="connsiteX239-25751" fmla="*/ 1314309 w 3024845"/>
                <a:gd name="connsiteY239-25752" fmla="*/ 559900 h 1059043"/>
                <a:gd name="connsiteX240-25753" fmla="*/ 1321403 w 3024845"/>
                <a:gd name="connsiteY240-25754" fmla="*/ 559900 h 1059043"/>
                <a:gd name="connsiteX241-25755" fmla="*/ 1321403 w 3024845"/>
                <a:gd name="connsiteY241-25756" fmla="*/ 598812 h 1059043"/>
                <a:gd name="connsiteX242-25757" fmla="*/ 1323176 w 3024845"/>
                <a:gd name="connsiteY242-25758" fmla="*/ 598812 h 1059043"/>
                <a:gd name="connsiteX243-25759" fmla="*/ 1335590 w 3024845"/>
                <a:gd name="connsiteY243-25760" fmla="*/ 598812 h 1059043"/>
                <a:gd name="connsiteX244-25761" fmla="*/ 1335590 w 3024845"/>
                <a:gd name="connsiteY244-25762" fmla="*/ 600974 h 1059043"/>
                <a:gd name="connsiteX245-25763" fmla="*/ 1335590 w 3024845"/>
                <a:gd name="connsiteY245-25764" fmla="*/ 616106 h 1059043"/>
                <a:gd name="connsiteX246-25765" fmla="*/ 1339643 w 3024845"/>
                <a:gd name="connsiteY246-25766" fmla="*/ 613945 h 1059043"/>
                <a:gd name="connsiteX247-25767" fmla="*/ 1339643 w 3024845"/>
                <a:gd name="connsiteY247-25768" fmla="*/ 598812 h 1059043"/>
                <a:gd name="connsiteX248-25769" fmla="*/ 1341163 w 3024845"/>
                <a:gd name="connsiteY248-25770" fmla="*/ 598812 h 1059043"/>
                <a:gd name="connsiteX249-25771" fmla="*/ 1351803 w 3024845"/>
                <a:gd name="connsiteY249-25772" fmla="*/ 598812 h 1059043"/>
                <a:gd name="connsiteX250-25773" fmla="*/ 1351803 w 3024845"/>
                <a:gd name="connsiteY250-25774" fmla="*/ 600433 h 1059043"/>
                <a:gd name="connsiteX251-25775" fmla="*/ 1351803 w 3024845"/>
                <a:gd name="connsiteY251-25776" fmla="*/ 611783 h 1059043"/>
                <a:gd name="connsiteX252-25777" fmla="*/ 1382204 w 3024845"/>
                <a:gd name="connsiteY252-25778" fmla="*/ 611783 h 1059043"/>
                <a:gd name="connsiteX253-25779" fmla="*/ 1382204 w 3024845"/>
                <a:gd name="connsiteY253-25780" fmla="*/ 575033 h 1059043"/>
                <a:gd name="connsiteX254-25781" fmla="*/ 1383470 w 3024845"/>
                <a:gd name="connsiteY254-25782" fmla="*/ 575033 h 1059043"/>
                <a:gd name="connsiteX255-25783" fmla="*/ 1392337 w 3024845"/>
                <a:gd name="connsiteY255-25784" fmla="*/ 575033 h 1059043"/>
                <a:gd name="connsiteX256-25785" fmla="*/ 1392337 w 3024845"/>
                <a:gd name="connsiteY256-25786" fmla="*/ 596650 h 1059043"/>
                <a:gd name="connsiteX257-25787" fmla="*/ 1394364 w 3024845"/>
                <a:gd name="connsiteY257-25788" fmla="*/ 564224 h 1059043"/>
                <a:gd name="connsiteX258-25789" fmla="*/ 1416657 w 3024845"/>
                <a:gd name="connsiteY258-25790" fmla="*/ 564224 h 1059043"/>
                <a:gd name="connsiteX259-25791" fmla="*/ 1416657 w 3024845"/>
                <a:gd name="connsiteY259-25792" fmla="*/ 562602 h 1059043"/>
                <a:gd name="connsiteX260-25793" fmla="*/ 1416657 w 3024845"/>
                <a:gd name="connsiteY260-25794" fmla="*/ 551253 h 1059043"/>
                <a:gd name="connsiteX261-25795" fmla="*/ 1417417 w 3024845"/>
                <a:gd name="connsiteY261-25796" fmla="*/ 551253 h 1059043"/>
                <a:gd name="connsiteX262-25797" fmla="*/ 1422737 w 3024845"/>
                <a:gd name="connsiteY262-25798" fmla="*/ 551253 h 1059043"/>
                <a:gd name="connsiteX263-25799" fmla="*/ 1422737 w 3024845"/>
                <a:gd name="connsiteY263-25800" fmla="*/ 549362 h 1059043"/>
                <a:gd name="connsiteX264-25801" fmla="*/ 1422737 w 3024845"/>
                <a:gd name="connsiteY264-25802" fmla="*/ 536121 h 1059043"/>
                <a:gd name="connsiteX265-25803" fmla="*/ 1426791 w 3024845"/>
                <a:gd name="connsiteY265-25804" fmla="*/ 542606 h 1059043"/>
                <a:gd name="connsiteX266-25805" fmla="*/ 1429071 w 3024845"/>
                <a:gd name="connsiteY266-25806" fmla="*/ 542606 h 1059043"/>
                <a:gd name="connsiteX267-25807" fmla="*/ 1445031 w 3024845"/>
                <a:gd name="connsiteY267-25808" fmla="*/ 542606 h 1059043"/>
                <a:gd name="connsiteX268-25809" fmla="*/ 1445031 w 3024845"/>
                <a:gd name="connsiteY268-25810" fmla="*/ 541795 h 1059043"/>
                <a:gd name="connsiteX269-25811" fmla="*/ 1445031 w 3024845"/>
                <a:gd name="connsiteY269-25812" fmla="*/ 536121 h 1059043"/>
                <a:gd name="connsiteX270-25813" fmla="*/ 1445791 w 3024845"/>
                <a:gd name="connsiteY270-25814" fmla="*/ 536121 h 1059043"/>
                <a:gd name="connsiteX271-25815" fmla="*/ 1451111 w 3024845"/>
                <a:gd name="connsiteY271-25816" fmla="*/ 536121 h 1059043"/>
                <a:gd name="connsiteX272-25817" fmla="*/ 1451111 w 3024845"/>
                <a:gd name="connsiteY272-25818" fmla="*/ 537472 h 1059043"/>
                <a:gd name="connsiteX273-25819" fmla="*/ 1451111 w 3024845"/>
                <a:gd name="connsiteY273-25820" fmla="*/ 546930 h 1059043"/>
                <a:gd name="connsiteX274-25821" fmla="*/ 1489618 w 3024845"/>
                <a:gd name="connsiteY274-25822" fmla="*/ 546930 h 1059043"/>
                <a:gd name="connsiteX275-25823" fmla="*/ 1489618 w 3024845"/>
                <a:gd name="connsiteY275-25824" fmla="*/ 685283 h 1059043"/>
                <a:gd name="connsiteX276-25825" fmla="*/ 1491138 w 3024845"/>
                <a:gd name="connsiteY276-25826" fmla="*/ 685283 h 1059043"/>
                <a:gd name="connsiteX277-25827" fmla="*/ 1501778 w 3024845"/>
                <a:gd name="connsiteY277-25828" fmla="*/ 685283 h 1059043"/>
                <a:gd name="connsiteX278-25829" fmla="*/ 1501778 w 3024845"/>
                <a:gd name="connsiteY278-25830" fmla="*/ 672313 h 1059043"/>
                <a:gd name="connsiteX279-25831" fmla="*/ 1505832 w 3024845"/>
                <a:gd name="connsiteY279-25832" fmla="*/ 672313 h 1059043"/>
                <a:gd name="connsiteX280-25833" fmla="*/ 1505832 w 3024845"/>
                <a:gd name="connsiteY280-25834" fmla="*/ 685283 h 1059043"/>
                <a:gd name="connsiteX281-25835" fmla="*/ 1536232 w 3024845"/>
                <a:gd name="connsiteY281-25836" fmla="*/ 685283 h 1059043"/>
                <a:gd name="connsiteX282-25837" fmla="*/ 1536232 w 3024845"/>
                <a:gd name="connsiteY282-25838" fmla="*/ 655018 h 1059043"/>
                <a:gd name="connsiteX283-25839" fmla="*/ 1548392 w 3024845"/>
                <a:gd name="connsiteY283-25840" fmla="*/ 655018 h 1059043"/>
                <a:gd name="connsiteX284-25841" fmla="*/ 1560552 w 3024845"/>
                <a:gd name="connsiteY284-25842" fmla="*/ 652857 h 1059043"/>
                <a:gd name="connsiteX285-25843" fmla="*/ 1564606 w 3024845"/>
                <a:gd name="connsiteY285-25844" fmla="*/ 655018 h 1059043"/>
                <a:gd name="connsiteX286-25845" fmla="*/ 1574739 w 3024845"/>
                <a:gd name="connsiteY286-25846" fmla="*/ 655018 h 1059043"/>
                <a:gd name="connsiteX287-25847" fmla="*/ 1574739 w 3024845"/>
                <a:gd name="connsiteY287-25848" fmla="*/ 685283 h 1059043"/>
                <a:gd name="connsiteX288-25849" fmla="*/ 1582846 w 3024845"/>
                <a:gd name="connsiteY288-25850" fmla="*/ 685283 h 1059043"/>
                <a:gd name="connsiteX289-25851" fmla="*/ 1582846 w 3024845"/>
                <a:gd name="connsiteY289-25852" fmla="*/ 702578 h 1059043"/>
                <a:gd name="connsiteX290-25853" fmla="*/ 1592182 w 3024845"/>
                <a:gd name="connsiteY290-25854" fmla="*/ 703483 h 1059043"/>
                <a:gd name="connsiteX291-25855" fmla="*/ 1605140 w 3024845"/>
                <a:gd name="connsiteY291-25856" fmla="*/ 703483 h 1059043"/>
                <a:gd name="connsiteX292-25857" fmla="*/ 1605140 w 3024845"/>
                <a:gd name="connsiteY292-25858" fmla="*/ 687445 h 1059043"/>
                <a:gd name="connsiteX293-25859" fmla="*/ 1673096 w 3024845"/>
                <a:gd name="connsiteY293-25860" fmla="*/ 687445 h 1059043"/>
                <a:gd name="connsiteX294-25861" fmla="*/ 1673096 w 3024845"/>
                <a:gd name="connsiteY294-25862" fmla="*/ 602192 h 1059043"/>
                <a:gd name="connsiteX295-25863" fmla="*/ 1745104 w 3024845"/>
                <a:gd name="connsiteY295-25864" fmla="*/ 602192 h 1059043"/>
                <a:gd name="connsiteX296-25865" fmla="*/ 1745104 w 3024845"/>
                <a:gd name="connsiteY296-25866" fmla="*/ 680960 h 1059043"/>
                <a:gd name="connsiteX297-25867" fmla="*/ 1747008 w 3024845"/>
                <a:gd name="connsiteY297-25868" fmla="*/ 680960 h 1059043"/>
                <a:gd name="connsiteX298-25869" fmla="*/ 1748250 w 3024845"/>
                <a:gd name="connsiteY298-25870" fmla="*/ 703483 h 1059043"/>
                <a:gd name="connsiteX299-25871" fmla="*/ 1757926 w 3024845"/>
                <a:gd name="connsiteY299-25872" fmla="*/ 703483 h 1059043"/>
                <a:gd name="connsiteX300-25873" fmla="*/ 1759168 w 3024845"/>
                <a:gd name="connsiteY300-25874" fmla="*/ 680960 h 1059043"/>
                <a:gd name="connsiteX301-25875" fmla="*/ 1765248 w 3024845"/>
                <a:gd name="connsiteY301-25876" fmla="*/ 680960 h 1059043"/>
                <a:gd name="connsiteX302-25877" fmla="*/ 1766490 w 3024845"/>
                <a:gd name="connsiteY302-25878" fmla="*/ 703483 h 1059043"/>
                <a:gd name="connsiteX303-25879" fmla="*/ 1817112 w 3024845"/>
                <a:gd name="connsiteY303-25880" fmla="*/ 703483 h 1059043"/>
                <a:gd name="connsiteX304-25881" fmla="*/ 1817112 w 3024845"/>
                <a:gd name="connsiteY304-25882" fmla="*/ 540455 h 1059043"/>
                <a:gd name="connsiteX305-25883" fmla="*/ 2014439 w 3024845"/>
                <a:gd name="connsiteY305-25884" fmla="*/ 540455 h 1059043"/>
                <a:gd name="connsiteX306-25885" fmla="*/ 2014439 w 3024845"/>
                <a:gd name="connsiteY306-25886" fmla="*/ 703483 h 1059043"/>
                <a:gd name="connsiteX307-25887" fmla="*/ 2033136 w 3024845"/>
                <a:gd name="connsiteY307-25888" fmla="*/ 703483 h 1059043"/>
                <a:gd name="connsiteX308-25889" fmla="*/ 2033136 w 3024845"/>
                <a:gd name="connsiteY308-25890" fmla="*/ 620790 h 1059043"/>
                <a:gd name="connsiteX309-25891" fmla="*/ 2128256 w 3024845"/>
                <a:gd name="connsiteY309-25892" fmla="*/ 620790 h 1059043"/>
                <a:gd name="connsiteX310-25893" fmla="*/ 2128026 w 3024845"/>
                <a:gd name="connsiteY310-25894" fmla="*/ 281031 h 1059043"/>
                <a:gd name="connsiteX311-25895" fmla="*/ 2121946 w 3024845"/>
                <a:gd name="connsiteY311-25896" fmla="*/ 276707 h 1059043"/>
                <a:gd name="connsiteX312-25897" fmla="*/ 2130053 w 3024845"/>
                <a:gd name="connsiteY312-25898" fmla="*/ 252928 h 1059043"/>
                <a:gd name="connsiteX313-25899" fmla="*/ 2144240 w 3024845"/>
                <a:gd name="connsiteY313-25900" fmla="*/ 214016 h 1059043"/>
                <a:gd name="connsiteX314-25901" fmla="*/ 2146266 w 3024845"/>
                <a:gd name="connsiteY314-25902" fmla="*/ 131868 h 1059043"/>
                <a:gd name="connsiteX315-25903" fmla="*/ 2144240 w 3024845"/>
                <a:gd name="connsiteY315-25904" fmla="*/ 125383 h 1059043"/>
                <a:gd name="connsiteX316-25905" fmla="*/ 2150320 w 3024845"/>
                <a:gd name="connsiteY316-25906" fmla="*/ 118897 h 1059043"/>
                <a:gd name="connsiteX317-25907" fmla="*/ 2150320 w 3024845"/>
                <a:gd name="connsiteY317-25908" fmla="*/ 60529 h 1059043"/>
                <a:gd name="connsiteX318-25909" fmla="*/ 2152346 w 3024845"/>
                <a:gd name="connsiteY318-25910" fmla="*/ 56206 h 1059043"/>
                <a:gd name="connsiteX319-25911" fmla="*/ 2152346 w 3024845"/>
                <a:gd name="connsiteY319-25912" fmla="*/ 0 h 1059043"/>
                <a:gd name="connsiteX320-25913" fmla="*/ 2162480 w 3024845"/>
                <a:gd name="connsiteY320-25914" fmla="*/ 118897 h 1059043"/>
                <a:gd name="connsiteX321-25915" fmla="*/ 2168560 w 3024845"/>
                <a:gd name="connsiteY321-25916" fmla="*/ 125383 h 1059043"/>
                <a:gd name="connsiteX322-25917" fmla="*/ 2166533 w 3024845"/>
                <a:gd name="connsiteY322-25918" fmla="*/ 131868 h 1059043"/>
                <a:gd name="connsiteX323-25919" fmla="*/ 2180720 w 3024845"/>
                <a:gd name="connsiteY323-25920" fmla="*/ 555577 h 1059043"/>
                <a:gd name="connsiteX324-25921" fmla="*/ 2245574 w 3024845"/>
                <a:gd name="connsiteY324-25922" fmla="*/ 555577 h 1059043"/>
                <a:gd name="connsiteX325-25923" fmla="*/ 2245574 w 3024845"/>
                <a:gd name="connsiteY325-25924" fmla="*/ 631239 h 1059043"/>
                <a:gd name="connsiteX326-25925" fmla="*/ 2253681 w 3024845"/>
                <a:gd name="connsiteY326-25926" fmla="*/ 631239 h 1059043"/>
                <a:gd name="connsiteX327-25927" fmla="*/ 2255708 w 3024845"/>
                <a:gd name="connsiteY327-25928" fmla="*/ 624754 h 1059043"/>
                <a:gd name="connsiteX328-25929" fmla="*/ 2261788 w 3024845"/>
                <a:gd name="connsiteY328-25930" fmla="*/ 624754 h 1059043"/>
                <a:gd name="connsiteX329-25931" fmla="*/ 2263815 w 3024845"/>
                <a:gd name="connsiteY329-25932" fmla="*/ 633401 h 1059043"/>
                <a:gd name="connsiteX330-25933" fmla="*/ 2275975 w 3024845"/>
                <a:gd name="connsiteY330-25934" fmla="*/ 633401 h 1059043"/>
                <a:gd name="connsiteX331-25935" fmla="*/ 2275975 w 3024845"/>
                <a:gd name="connsiteY331-25936" fmla="*/ 626915 h 1059043"/>
                <a:gd name="connsiteX332-25937" fmla="*/ 2298268 w 3024845"/>
                <a:gd name="connsiteY332-25938" fmla="*/ 626915 h 1059043"/>
                <a:gd name="connsiteX333-25939" fmla="*/ 2298268 w 3024845"/>
                <a:gd name="connsiteY333-25940" fmla="*/ 633401 h 1059043"/>
                <a:gd name="connsiteX334-25941" fmla="*/ 2318535 w 3024845"/>
                <a:gd name="connsiteY334-25942" fmla="*/ 633401 h 1059043"/>
                <a:gd name="connsiteX335-25943" fmla="*/ 2318535 w 3024845"/>
                <a:gd name="connsiteY335-25944" fmla="*/ 678798 h 1059043"/>
                <a:gd name="connsiteX336-25945" fmla="*/ 2332722 w 3024845"/>
                <a:gd name="connsiteY336-25946" fmla="*/ 678798 h 1059043"/>
                <a:gd name="connsiteX337-25947" fmla="*/ 2332722 w 3024845"/>
                <a:gd name="connsiteY337-25948" fmla="*/ 665827 h 1059043"/>
                <a:gd name="connsiteX338-25949" fmla="*/ 2348936 w 3024845"/>
                <a:gd name="connsiteY338-25950" fmla="*/ 665827 h 1059043"/>
                <a:gd name="connsiteX339-25951" fmla="*/ 2348936 w 3024845"/>
                <a:gd name="connsiteY339-25952" fmla="*/ 486400 h 1059043"/>
                <a:gd name="connsiteX340-25953" fmla="*/ 2355016 w 3024845"/>
                <a:gd name="connsiteY340-25954" fmla="*/ 479914 h 1059043"/>
                <a:gd name="connsiteX341-25955" fmla="*/ 2427977 w 3024845"/>
                <a:gd name="connsiteY341-25956" fmla="*/ 479914 h 1059043"/>
                <a:gd name="connsiteX342-25957" fmla="*/ 2427977 w 3024845"/>
                <a:gd name="connsiteY342-25958" fmla="*/ 488562 h 1059043"/>
                <a:gd name="connsiteX343-25959" fmla="*/ 2438110 w 3024845"/>
                <a:gd name="connsiteY343-25960" fmla="*/ 488562 h 1059043"/>
                <a:gd name="connsiteX344-25961" fmla="*/ 2438110 w 3024845"/>
                <a:gd name="connsiteY344-25962" fmla="*/ 603136 h 1059043"/>
                <a:gd name="connsiteX345-25963" fmla="*/ 2460404 w 3024845"/>
                <a:gd name="connsiteY345-25964" fmla="*/ 603136 h 1059043"/>
                <a:gd name="connsiteX346-25965" fmla="*/ 2460404 w 3024845"/>
                <a:gd name="connsiteY346-25966" fmla="*/ 536121 h 1059043"/>
                <a:gd name="connsiteX347-25967" fmla="*/ 2486751 w 3024845"/>
                <a:gd name="connsiteY347-25968" fmla="*/ 536121 h 1059043"/>
                <a:gd name="connsiteX348-25969" fmla="*/ 2490804 w 3024845"/>
                <a:gd name="connsiteY348-25970" fmla="*/ 531797 h 1059043"/>
                <a:gd name="connsiteX349-25971" fmla="*/ 2498911 w 3024845"/>
                <a:gd name="connsiteY349-25972" fmla="*/ 531797 h 1059043"/>
                <a:gd name="connsiteX350-25973" fmla="*/ 2502964 w 3024845"/>
                <a:gd name="connsiteY350-25974" fmla="*/ 536121 h 1059043"/>
                <a:gd name="connsiteX351-25975" fmla="*/ 2525258 w 3024845"/>
                <a:gd name="connsiteY351-25976" fmla="*/ 536121 h 1059043"/>
                <a:gd name="connsiteX352-25977" fmla="*/ 2525258 w 3024845"/>
                <a:gd name="connsiteY352-25978" fmla="*/ 419385 h 1059043"/>
                <a:gd name="connsiteX353-25979" fmla="*/ 2582005 w 3024845"/>
                <a:gd name="connsiteY353-25980" fmla="*/ 408576 h 1059043"/>
                <a:gd name="connsiteX354-25981" fmla="*/ 2582005 w 3024845"/>
                <a:gd name="connsiteY354-25982" fmla="*/ 409657 h 1059043"/>
                <a:gd name="connsiteX355-25983" fmla="*/ 2582005 w 3024845"/>
                <a:gd name="connsiteY355-25984" fmla="*/ 417223 h 1059043"/>
                <a:gd name="connsiteX356-25985" fmla="*/ 2608352 w 3024845"/>
                <a:gd name="connsiteY356-25986" fmla="*/ 417223 h 1059043"/>
                <a:gd name="connsiteX357-25987" fmla="*/ 2608352 w 3024845"/>
                <a:gd name="connsiteY357-25988" fmla="*/ 672313 h 1059043"/>
                <a:gd name="connsiteX358-25989" fmla="*/ 2630646 w 3024845"/>
                <a:gd name="connsiteY358-25990" fmla="*/ 672313 h 1059043"/>
                <a:gd name="connsiteX359-25991" fmla="*/ 2630646 w 3024845"/>
                <a:gd name="connsiteY359-25992" fmla="*/ 667989 h 1059043"/>
                <a:gd name="connsiteX360-25993" fmla="*/ 2642806 w 3024845"/>
                <a:gd name="connsiteY360-25994" fmla="*/ 667989 h 1059043"/>
                <a:gd name="connsiteX361-25995" fmla="*/ 2642806 w 3024845"/>
                <a:gd name="connsiteY361-25996" fmla="*/ 672313 h 1059043"/>
                <a:gd name="connsiteX362-25997" fmla="*/ 2667126 w 3024845"/>
                <a:gd name="connsiteY362-25998" fmla="*/ 672313 h 1059043"/>
                <a:gd name="connsiteX363-25999" fmla="*/ 2667126 w 3024845"/>
                <a:gd name="connsiteY363-26000" fmla="*/ 659342 h 1059043"/>
                <a:gd name="connsiteX364-26001" fmla="*/ 2695500 w 3024845"/>
                <a:gd name="connsiteY364-26002" fmla="*/ 659342 h 1059043"/>
                <a:gd name="connsiteX365-26003" fmla="*/ 2707660 w 3024845"/>
                <a:gd name="connsiteY365-26004" fmla="*/ 655018 h 1059043"/>
                <a:gd name="connsiteX366-26005" fmla="*/ 2727927 w 3024845"/>
                <a:gd name="connsiteY366-26006" fmla="*/ 659342 h 1059043"/>
                <a:gd name="connsiteX367-26007" fmla="*/ 2727927 w 3024845"/>
                <a:gd name="connsiteY367-26008" fmla="*/ 642048 h 1059043"/>
                <a:gd name="connsiteX368-26009" fmla="*/ 2736034 w 3024845"/>
                <a:gd name="connsiteY368-26010" fmla="*/ 642048 h 1059043"/>
                <a:gd name="connsiteX369-26011" fmla="*/ 2736034 w 3024845"/>
                <a:gd name="connsiteY369-26012" fmla="*/ 629077 h 1059043"/>
                <a:gd name="connsiteX370-26013" fmla="*/ 2792781 w 3024845"/>
                <a:gd name="connsiteY370-26014" fmla="*/ 629077 h 1059043"/>
                <a:gd name="connsiteX371-26015" fmla="*/ 2792781 w 3024845"/>
                <a:gd name="connsiteY371-26016" fmla="*/ 598812 h 1059043"/>
                <a:gd name="connsiteX372-26017" fmla="*/ 2811021 w 3024845"/>
                <a:gd name="connsiteY372-26018" fmla="*/ 598812 h 1059043"/>
                <a:gd name="connsiteX373-26019" fmla="*/ 2811021 w 3024845"/>
                <a:gd name="connsiteY373-26020" fmla="*/ 592327 h 1059043"/>
                <a:gd name="connsiteX374-26021" fmla="*/ 2823181 w 3024845"/>
                <a:gd name="connsiteY374-26022" fmla="*/ 592327 h 1059043"/>
                <a:gd name="connsiteX375-26023" fmla="*/ 2823181 w 3024845"/>
                <a:gd name="connsiteY375-26024" fmla="*/ 598812 h 1059043"/>
                <a:gd name="connsiteX376-26025" fmla="*/ 2839395 w 3024845"/>
                <a:gd name="connsiteY376-26026" fmla="*/ 598812 h 1059043"/>
                <a:gd name="connsiteX377-26027" fmla="*/ 2839395 w 3024845"/>
                <a:gd name="connsiteY377-26028" fmla="*/ 648533 h 1059043"/>
                <a:gd name="connsiteX378-26029" fmla="*/ 2871822 w 3024845"/>
                <a:gd name="connsiteY378-26030" fmla="*/ 648533 h 1059043"/>
                <a:gd name="connsiteX379-26031" fmla="*/ 2871822 w 3024845"/>
                <a:gd name="connsiteY379-26032" fmla="*/ 622592 h 1059043"/>
                <a:gd name="connsiteX380-26033" fmla="*/ 2910329 w 3024845"/>
                <a:gd name="connsiteY380-26034" fmla="*/ 622592 h 1059043"/>
                <a:gd name="connsiteX381-26035" fmla="*/ 2910329 w 3024845"/>
                <a:gd name="connsiteY381-26036" fmla="*/ 592327 h 1059043"/>
                <a:gd name="connsiteX382-26037" fmla="*/ 2958970 w 3024845"/>
                <a:gd name="connsiteY382-26038" fmla="*/ 592327 h 1059043"/>
                <a:gd name="connsiteX383-26039" fmla="*/ 2958970 w 3024845"/>
                <a:gd name="connsiteY383-26040" fmla="*/ 703483 h 1059043"/>
                <a:gd name="connsiteX384-26041" fmla="*/ 2958970 w 3024845"/>
                <a:gd name="connsiteY384-26042" fmla="*/ 717262 h 1059043"/>
                <a:gd name="connsiteX385-26043" fmla="*/ 3024845 w 3024845"/>
                <a:gd name="connsiteY385-26044" fmla="*/ 717262 h 1059043"/>
                <a:gd name="connsiteX386-26045" fmla="*/ 3024845 w 3024845"/>
                <a:gd name="connsiteY386-26046" fmla="*/ 1059043 h 1059043"/>
                <a:gd name="connsiteX387-26047" fmla="*/ 2054 w 3024845"/>
                <a:gd name="connsiteY387-26048" fmla="*/ 1056710 h 1059043"/>
                <a:gd name="connsiteX388-26049" fmla="*/ 0 w 3024845"/>
                <a:gd name="connsiteY388-26050" fmla="*/ 622592 h 1059043"/>
                <a:gd name="connsiteX389-26051" fmla="*/ 20267 w 3024845"/>
                <a:gd name="connsiteY389-26052" fmla="*/ 622592 h 1059043"/>
                <a:gd name="connsiteX390-26053" fmla="*/ 20774 w 3024845"/>
                <a:gd name="connsiteY390-26054" fmla="*/ 621511 h 1059043"/>
                <a:gd name="connsiteX391-26055" fmla="*/ 24320 w 3024845"/>
                <a:gd name="connsiteY391-26056" fmla="*/ 613945 h 1059043"/>
                <a:gd name="connsiteX392-26057" fmla="*/ 26094 w 3024845"/>
                <a:gd name="connsiteY392-26058" fmla="*/ 614215 h 1059043"/>
                <a:gd name="connsiteX393-26059" fmla="*/ 38507 w 3024845"/>
                <a:gd name="connsiteY393-26060" fmla="*/ 616106 h 1059043"/>
                <a:gd name="connsiteX394-26061" fmla="*/ 39014 w 3024845"/>
                <a:gd name="connsiteY394-26062" fmla="*/ 617458 h 1059043"/>
                <a:gd name="connsiteX395-26063" fmla="*/ 42560 w 3024845"/>
                <a:gd name="connsiteY395-26064" fmla="*/ 626915 h 1059043"/>
                <a:gd name="connsiteX396-26065" fmla="*/ 68907 w 3024845"/>
                <a:gd name="connsiteY396-26066" fmla="*/ 629077 h 1059043"/>
                <a:gd name="connsiteX397-26067" fmla="*/ 68907 w 3024845"/>
                <a:gd name="connsiteY397-26068" fmla="*/ 505856 h 1059043"/>
                <a:gd name="connsiteX398-26069" fmla="*/ 70934 w 3024845"/>
                <a:gd name="connsiteY398-26070" fmla="*/ 505856 h 1059043"/>
                <a:gd name="connsiteX399-26071" fmla="*/ 85121 w 3024845"/>
                <a:gd name="connsiteY399-26072" fmla="*/ 505856 h 1059043"/>
                <a:gd name="connsiteX400-26073" fmla="*/ 85121 w 3024845"/>
                <a:gd name="connsiteY400-26074" fmla="*/ 369664 h 1059043"/>
                <a:gd name="connsiteX401-26075" fmla="*/ 86894 w 3024845"/>
                <a:gd name="connsiteY401-26076" fmla="*/ 369664 h 1059043"/>
                <a:gd name="connsiteX402-26077" fmla="*/ 99308 w 3024845"/>
                <a:gd name="connsiteY402-26078" fmla="*/ 369664 h 1059043"/>
                <a:gd name="connsiteX403-26079" fmla="*/ 99308 w 3024845"/>
                <a:gd name="connsiteY403-26080" fmla="*/ 255090 h 1059043"/>
                <a:gd name="connsiteX404-26081" fmla="*/ 103361 w 3024845"/>
                <a:gd name="connsiteY404-26082" fmla="*/ 226986 h 1059043"/>
                <a:gd name="connsiteX405-26083" fmla="*/ 105388 w 3024845"/>
                <a:gd name="connsiteY405-26084" fmla="*/ 226986 h 1059043"/>
                <a:gd name="connsiteX406-26085" fmla="*/ 119575 w 3024845"/>
                <a:gd name="connsiteY406-26086" fmla="*/ 226986 h 1059043"/>
                <a:gd name="connsiteX0-26087" fmla="*/ 119575 w 3024845"/>
                <a:gd name="connsiteY0-26088" fmla="*/ 226986 h 1059043"/>
                <a:gd name="connsiteX1-26089" fmla="*/ 200642 w 3024845"/>
                <a:gd name="connsiteY1-26090" fmla="*/ 224825 h 1059043"/>
                <a:gd name="connsiteX2-26091" fmla="*/ 202669 w 3024845"/>
                <a:gd name="connsiteY2-26092" fmla="*/ 224825 h 1059043"/>
                <a:gd name="connsiteX3-26093" fmla="*/ 216856 w 3024845"/>
                <a:gd name="connsiteY3-26094" fmla="*/ 224825 h 1059043"/>
                <a:gd name="connsiteX4-26095" fmla="*/ 216856 w 3024845"/>
                <a:gd name="connsiteY4-26096" fmla="*/ 248604 h 1059043"/>
                <a:gd name="connsiteX5-26097" fmla="*/ 217363 w 3024845"/>
                <a:gd name="connsiteY5-26098" fmla="*/ 249415 h 1059043"/>
                <a:gd name="connsiteX6-26099" fmla="*/ 220909 w 3024845"/>
                <a:gd name="connsiteY6-26100" fmla="*/ 255090 h 1059043"/>
                <a:gd name="connsiteX7-26101" fmla="*/ 220909 w 3024845"/>
                <a:gd name="connsiteY7-26102" fmla="*/ 369664 h 1059043"/>
                <a:gd name="connsiteX8-26103" fmla="*/ 223189 w 3024845"/>
                <a:gd name="connsiteY8-26104" fmla="*/ 369664 h 1059043"/>
                <a:gd name="connsiteX9-26105" fmla="*/ 239150 w 3024845"/>
                <a:gd name="connsiteY9-26106" fmla="*/ 369664 h 1059043"/>
                <a:gd name="connsiteX10-26107" fmla="*/ 239150 w 3024845"/>
                <a:gd name="connsiteY10-26108" fmla="*/ 510179 h 1059043"/>
                <a:gd name="connsiteX11-26109" fmla="*/ 240670 w 3024845"/>
                <a:gd name="connsiteY11-26110" fmla="*/ 509909 h 1059043"/>
                <a:gd name="connsiteX12-26111" fmla="*/ 251310 w 3024845"/>
                <a:gd name="connsiteY12-26112" fmla="*/ 508018 h 1059043"/>
                <a:gd name="connsiteX13-26113" fmla="*/ 249283 w 3024845"/>
                <a:gd name="connsiteY13-26114" fmla="*/ 596650 h 1059043"/>
                <a:gd name="connsiteX14-26115" fmla="*/ 250803 w 3024845"/>
                <a:gd name="connsiteY14-26116" fmla="*/ 596921 h 1059043"/>
                <a:gd name="connsiteX15-26117" fmla="*/ 261443 w 3024845"/>
                <a:gd name="connsiteY15-26118" fmla="*/ 598812 h 1059043"/>
                <a:gd name="connsiteX16-26119" fmla="*/ 261696 w 3024845"/>
                <a:gd name="connsiteY16-26120" fmla="*/ 599623 h 1059043"/>
                <a:gd name="connsiteX17-26121" fmla="*/ 263470 w 3024845"/>
                <a:gd name="connsiteY17-26122" fmla="*/ 605298 h 1059043"/>
                <a:gd name="connsiteX18-26123" fmla="*/ 264230 w 3024845"/>
                <a:gd name="connsiteY18-26124" fmla="*/ 602866 h 1059043"/>
                <a:gd name="connsiteX19-26125" fmla="*/ 269550 w 3024845"/>
                <a:gd name="connsiteY19-26126" fmla="*/ 585842 h 1059043"/>
                <a:gd name="connsiteX20-26127" fmla="*/ 271323 w 3024845"/>
                <a:gd name="connsiteY20-26128" fmla="*/ 585842 h 1059043"/>
                <a:gd name="connsiteX21-26129" fmla="*/ 283737 w 3024845"/>
                <a:gd name="connsiteY21-26130" fmla="*/ 585842 h 1059043"/>
                <a:gd name="connsiteX22-26131" fmla="*/ 283737 w 3024845"/>
                <a:gd name="connsiteY22-26132" fmla="*/ 618268 h 1059043"/>
                <a:gd name="connsiteX23-26133" fmla="*/ 284750 w 3024845"/>
                <a:gd name="connsiteY23-26134" fmla="*/ 618809 h 1059043"/>
                <a:gd name="connsiteX24-26135" fmla="*/ 291844 w 3024845"/>
                <a:gd name="connsiteY24-26136" fmla="*/ 622592 h 1059043"/>
                <a:gd name="connsiteX25-26137" fmla="*/ 291844 w 3024845"/>
                <a:gd name="connsiteY25-26138" fmla="*/ 623943 h 1059043"/>
                <a:gd name="connsiteX26-26139" fmla="*/ 291844 w 3024845"/>
                <a:gd name="connsiteY26-26140" fmla="*/ 633401 h 1059043"/>
                <a:gd name="connsiteX27-26141" fmla="*/ 336431 w 3024845"/>
                <a:gd name="connsiteY27-26142" fmla="*/ 633401 h 1059043"/>
                <a:gd name="connsiteX28-26143" fmla="*/ 336431 w 3024845"/>
                <a:gd name="connsiteY28-26144" fmla="*/ 634482 h 1059043"/>
                <a:gd name="connsiteX29-26145" fmla="*/ 336431 w 3024845"/>
                <a:gd name="connsiteY29-26146" fmla="*/ 642048 h 1059043"/>
                <a:gd name="connsiteX30-26147" fmla="*/ 338457 w 3024845"/>
                <a:gd name="connsiteY30-26148" fmla="*/ 642048 h 1059043"/>
                <a:gd name="connsiteX31-26149" fmla="*/ 352644 w 3024845"/>
                <a:gd name="connsiteY31-26150" fmla="*/ 642048 h 1059043"/>
                <a:gd name="connsiteX32-26151" fmla="*/ 352644 w 3024845"/>
                <a:gd name="connsiteY32-26152" fmla="*/ 611783 h 1059043"/>
                <a:gd name="connsiteX33-26153" fmla="*/ 397231 w 3024845"/>
                <a:gd name="connsiteY33-26154" fmla="*/ 611783 h 1059043"/>
                <a:gd name="connsiteX34-26155" fmla="*/ 397231 w 3024845"/>
                <a:gd name="connsiteY34-26156" fmla="*/ 610432 h 1059043"/>
                <a:gd name="connsiteX35-26157" fmla="*/ 397231 w 3024845"/>
                <a:gd name="connsiteY35-26158" fmla="*/ 600974 h 1059043"/>
                <a:gd name="connsiteX36-26159" fmla="*/ 398245 w 3024845"/>
                <a:gd name="connsiteY36-26160" fmla="*/ 600974 h 1059043"/>
                <a:gd name="connsiteX37-26161" fmla="*/ 405338 w 3024845"/>
                <a:gd name="connsiteY37-26162" fmla="*/ 600974 h 1059043"/>
                <a:gd name="connsiteX38-26163" fmla="*/ 405338 w 3024845"/>
                <a:gd name="connsiteY38-26164" fmla="*/ 599083 h 1059043"/>
                <a:gd name="connsiteX39-26165" fmla="*/ 405338 w 3024845"/>
                <a:gd name="connsiteY39-26166" fmla="*/ 585842 h 1059043"/>
                <a:gd name="connsiteX40-26167" fmla="*/ 406098 w 3024845"/>
                <a:gd name="connsiteY40-26168" fmla="*/ 585842 h 1059043"/>
                <a:gd name="connsiteX41-26169" fmla="*/ 411418 w 3024845"/>
                <a:gd name="connsiteY41-26170" fmla="*/ 585842 h 1059043"/>
                <a:gd name="connsiteX42-26171" fmla="*/ 411418 w 3024845"/>
                <a:gd name="connsiteY42-26172" fmla="*/ 584761 h 1059043"/>
                <a:gd name="connsiteX43-26173" fmla="*/ 411418 w 3024845"/>
                <a:gd name="connsiteY43-26174" fmla="*/ 577194 h 1059043"/>
                <a:gd name="connsiteX44-26175" fmla="*/ 413445 w 3024845"/>
                <a:gd name="connsiteY44-26176" fmla="*/ 577194 h 1059043"/>
                <a:gd name="connsiteX45-26177" fmla="*/ 427632 w 3024845"/>
                <a:gd name="connsiteY45-26178" fmla="*/ 577194 h 1059043"/>
                <a:gd name="connsiteX46-26179" fmla="*/ 427632 w 3024845"/>
                <a:gd name="connsiteY46-26180" fmla="*/ 578275 h 1059043"/>
                <a:gd name="connsiteX47-26181" fmla="*/ 427632 w 3024845"/>
                <a:gd name="connsiteY47-26182" fmla="*/ 585842 h 1059043"/>
                <a:gd name="connsiteX48-26183" fmla="*/ 449925 w 3024845"/>
                <a:gd name="connsiteY48-26184" fmla="*/ 585842 h 1059043"/>
                <a:gd name="connsiteX49-26185" fmla="*/ 449925 w 3024845"/>
                <a:gd name="connsiteY49-26186" fmla="*/ 583950 h 1059043"/>
                <a:gd name="connsiteX50-26187" fmla="*/ 449925 w 3024845"/>
                <a:gd name="connsiteY50-26188" fmla="*/ 570709 h 1059043"/>
                <a:gd name="connsiteX51-26189" fmla="*/ 451699 w 3024845"/>
                <a:gd name="connsiteY51-26190" fmla="*/ 570709 h 1059043"/>
                <a:gd name="connsiteX52-26191" fmla="*/ 464112 w 3024845"/>
                <a:gd name="connsiteY52-26192" fmla="*/ 570709 h 1059043"/>
                <a:gd name="connsiteX53-26193" fmla="*/ 464112 w 3024845"/>
                <a:gd name="connsiteY53-26194" fmla="*/ 594489 h 1059043"/>
                <a:gd name="connsiteX54-26195" fmla="*/ 465126 w 3024845"/>
                <a:gd name="connsiteY54-26196" fmla="*/ 594489 h 1059043"/>
                <a:gd name="connsiteX55-26197" fmla="*/ 472219 w 3024845"/>
                <a:gd name="connsiteY55-26198" fmla="*/ 594489 h 1059043"/>
                <a:gd name="connsiteX56-26199" fmla="*/ 472219 w 3024845"/>
                <a:gd name="connsiteY56-26200" fmla="*/ 593408 h 1059043"/>
                <a:gd name="connsiteX57-26201" fmla="*/ 472219 w 3024845"/>
                <a:gd name="connsiteY57-26202" fmla="*/ 585842 h 1059043"/>
                <a:gd name="connsiteX58-26203" fmla="*/ 473992 w 3024845"/>
                <a:gd name="connsiteY58-26204" fmla="*/ 585842 h 1059043"/>
                <a:gd name="connsiteX59-26205" fmla="*/ 486406 w 3024845"/>
                <a:gd name="connsiteY59-26206" fmla="*/ 585842 h 1059043"/>
                <a:gd name="connsiteX60-26207" fmla="*/ 486406 w 3024845"/>
                <a:gd name="connsiteY60-26208" fmla="*/ 611783 h 1059043"/>
                <a:gd name="connsiteX61-26209" fmla="*/ 488433 w 3024845"/>
                <a:gd name="connsiteY61-26210" fmla="*/ 611783 h 1059043"/>
                <a:gd name="connsiteX62-26211" fmla="*/ 502619 w 3024845"/>
                <a:gd name="connsiteY62-26212" fmla="*/ 611783 h 1059043"/>
                <a:gd name="connsiteX63-26213" fmla="*/ 502619 w 3024845"/>
                <a:gd name="connsiteY63-26214" fmla="*/ 613404 h 1059043"/>
                <a:gd name="connsiteX64-26215" fmla="*/ 502619 w 3024845"/>
                <a:gd name="connsiteY64-26216" fmla="*/ 624754 h 1059043"/>
                <a:gd name="connsiteX65-26217" fmla="*/ 503379 w 3024845"/>
                <a:gd name="connsiteY65-26218" fmla="*/ 624754 h 1059043"/>
                <a:gd name="connsiteX66-26219" fmla="*/ 508700 w 3024845"/>
                <a:gd name="connsiteY66-26220" fmla="*/ 624754 h 1059043"/>
                <a:gd name="connsiteX67-26221" fmla="*/ 508700 w 3024845"/>
                <a:gd name="connsiteY67-26222" fmla="*/ 623943 h 1059043"/>
                <a:gd name="connsiteX68-26223" fmla="*/ 508700 w 3024845"/>
                <a:gd name="connsiteY68-26224" fmla="*/ 618268 h 1059043"/>
                <a:gd name="connsiteX69-26225" fmla="*/ 539100 w 3024845"/>
                <a:gd name="connsiteY69-26226" fmla="*/ 618268 h 1059043"/>
                <a:gd name="connsiteX70-26227" fmla="*/ 539100 w 3024845"/>
                <a:gd name="connsiteY70-26228" fmla="*/ 642048 h 1059043"/>
                <a:gd name="connsiteX71-26229" fmla="*/ 540113 w 3024845"/>
                <a:gd name="connsiteY71-26230" fmla="*/ 642048 h 1059043"/>
                <a:gd name="connsiteX72-26231" fmla="*/ 547207 w 3024845"/>
                <a:gd name="connsiteY72-26232" fmla="*/ 642048 h 1059043"/>
                <a:gd name="connsiteX73-26233" fmla="*/ 547207 w 3024845"/>
                <a:gd name="connsiteY73-26234" fmla="*/ 643129 h 1059043"/>
                <a:gd name="connsiteX74-26235" fmla="*/ 547207 w 3024845"/>
                <a:gd name="connsiteY74-26236" fmla="*/ 650695 h 1059043"/>
                <a:gd name="connsiteX75-26237" fmla="*/ 547967 w 3024845"/>
                <a:gd name="connsiteY75-26238" fmla="*/ 650695 h 1059043"/>
                <a:gd name="connsiteX76-26239" fmla="*/ 553287 w 3024845"/>
                <a:gd name="connsiteY76-26240" fmla="*/ 650695 h 1059043"/>
                <a:gd name="connsiteX77-26241" fmla="*/ 553287 w 3024845"/>
                <a:gd name="connsiteY77-26242" fmla="*/ 648533 h 1059043"/>
                <a:gd name="connsiteX78-26243" fmla="*/ 553287 w 3024845"/>
                <a:gd name="connsiteY78-26244" fmla="*/ 633401 h 1059043"/>
                <a:gd name="connsiteX79-26245" fmla="*/ 554300 w 3024845"/>
                <a:gd name="connsiteY79-26246" fmla="*/ 633401 h 1059043"/>
                <a:gd name="connsiteX80-26247" fmla="*/ 561394 w 3024845"/>
                <a:gd name="connsiteY80-26248" fmla="*/ 633401 h 1059043"/>
                <a:gd name="connsiteX81-26249" fmla="*/ 561394 w 3024845"/>
                <a:gd name="connsiteY81-26250" fmla="*/ 634482 h 1059043"/>
                <a:gd name="connsiteX82-26251" fmla="*/ 561394 w 3024845"/>
                <a:gd name="connsiteY82-26252" fmla="*/ 642048 h 1059043"/>
                <a:gd name="connsiteX83-26253" fmla="*/ 566714 w 3024845"/>
                <a:gd name="connsiteY83-26254" fmla="*/ 640055 h 1059043"/>
                <a:gd name="connsiteX84-26255" fmla="*/ 567474 w 3024845"/>
                <a:gd name="connsiteY84-26256" fmla="*/ 639075 h 1059043"/>
                <a:gd name="connsiteX85-26257" fmla="*/ 567474 w 3024845"/>
                <a:gd name="connsiteY85-26258" fmla="*/ 633401 h 1059043"/>
                <a:gd name="connsiteX86-26259" fmla="*/ 605981 w 3024845"/>
                <a:gd name="connsiteY86-26260" fmla="*/ 633401 h 1059043"/>
                <a:gd name="connsiteX87-26261" fmla="*/ 605981 w 3024845"/>
                <a:gd name="connsiteY87-26262" fmla="*/ 657180 h 1059043"/>
                <a:gd name="connsiteX88-26263" fmla="*/ 608007 w 3024845"/>
                <a:gd name="connsiteY88-26264" fmla="*/ 657180 h 1059043"/>
                <a:gd name="connsiteX89-26265" fmla="*/ 622194 w 3024845"/>
                <a:gd name="connsiteY89-26266" fmla="*/ 657180 h 1059043"/>
                <a:gd name="connsiteX90-26267" fmla="*/ 622194 w 3024845"/>
                <a:gd name="connsiteY90-26268" fmla="*/ 658261 h 1059043"/>
                <a:gd name="connsiteX91-26269" fmla="*/ 622194 w 3024845"/>
                <a:gd name="connsiteY91-26270" fmla="*/ 665827 h 1059043"/>
                <a:gd name="connsiteX92-26271" fmla="*/ 623968 w 3024845"/>
                <a:gd name="connsiteY92-26272" fmla="*/ 665827 h 1059043"/>
                <a:gd name="connsiteX93-26273" fmla="*/ 636381 w 3024845"/>
                <a:gd name="connsiteY93-26274" fmla="*/ 665827 h 1059043"/>
                <a:gd name="connsiteX94-26275" fmla="*/ 636381 w 3024845"/>
                <a:gd name="connsiteY94-26276" fmla="*/ 642048 h 1059043"/>
                <a:gd name="connsiteX95-26277" fmla="*/ 637394 w 3024845"/>
                <a:gd name="connsiteY95-26278" fmla="*/ 642048 h 1059043"/>
                <a:gd name="connsiteX96-26279" fmla="*/ 644488 w 3024845"/>
                <a:gd name="connsiteY96-26280" fmla="*/ 642048 h 1059043"/>
                <a:gd name="connsiteX97-26281" fmla="*/ 644488 w 3024845"/>
                <a:gd name="connsiteY97-26282" fmla="*/ 609621 h 1059043"/>
                <a:gd name="connsiteX98-26283" fmla="*/ 645501 w 3024845"/>
                <a:gd name="connsiteY98-26284" fmla="*/ 609621 h 1059043"/>
                <a:gd name="connsiteX99-26285" fmla="*/ 652595 w 3024845"/>
                <a:gd name="connsiteY99-26286" fmla="*/ 609621 h 1059043"/>
                <a:gd name="connsiteX100-26287" fmla="*/ 652595 w 3024845"/>
                <a:gd name="connsiteY100-26288" fmla="*/ 607730 h 1059043"/>
                <a:gd name="connsiteX101-26289" fmla="*/ 652595 w 3024845"/>
                <a:gd name="connsiteY101-26290" fmla="*/ 594489 h 1059043"/>
                <a:gd name="connsiteX102-26291" fmla="*/ 651328 w 3024845"/>
                <a:gd name="connsiteY102-26292" fmla="*/ 592867 h 1059043"/>
                <a:gd name="connsiteX103-26293" fmla="*/ 656648 w 3024845"/>
                <a:gd name="connsiteY103-26294" fmla="*/ 581518 h 1059043"/>
                <a:gd name="connsiteX104-26295" fmla="*/ 664755 w 3024845"/>
                <a:gd name="connsiteY104-26296" fmla="*/ 609621 h 1059043"/>
                <a:gd name="connsiteX105-26297" fmla="*/ 665515 w 3024845"/>
                <a:gd name="connsiteY105-26298" fmla="*/ 609621 h 1059043"/>
                <a:gd name="connsiteX106-26299" fmla="*/ 670835 w 3024845"/>
                <a:gd name="connsiteY106-26300" fmla="*/ 609621 h 1059043"/>
                <a:gd name="connsiteX107-26301" fmla="*/ 670835 w 3024845"/>
                <a:gd name="connsiteY107-26302" fmla="*/ 503694 h 1059043"/>
                <a:gd name="connsiteX108-26303" fmla="*/ 672355 w 3024845"/>
                <a:gd name="connsiteY108-26304" fmla="*/ 503694 h 1059043"/>
                <a:gd name="connsiteX109-26305" fmla="*/ 682995 w 3024845"/>
                <a:gd name="connsiteY109-26306" fmla="*/ 503694 h 1059043"/>
                <a:gd name="connsiteX110-26307" fmla="*/ 682995 w 3024845"/>
                <a:gd name="connsiteY110-26308" fmla="*/ 456135 h 1059043"/>
                <a:gd name="connsiteX111-26309" fmla="*/ 709342 w 3024845"/>
                <a:gd name="connsiteY111-26310" fmla="*/ 456135 h 1059043"/>
                <a:gd name="connsiteX112-26311" fmla="*/ 709342 w 3024845"/>
                <a:gd name="connsiteY112-26312" fmla="*/ 434517 h 1059043"/>
                <a:gd name="connsiteX113-26313" fmla="*/ 743796 w 3024845"/>
                <a:gd name="connsiteY113-26314" fmla="*/ 434517 h 1059043"/>
                <a:gd name="connsiteX114-26315" fmla="*/ 743796 w 3024845"/>
                <a:gd name="connsiteY114-26316" fmla="*/ 436949 h 1059043"/>
                <a:gd name="connsiteX115-26317" fmla="*/ 743796 w 3024845"/>
                <a:gd name="connsiteY115-26318" fmla="*/ 453973 h 1059043"/>
                <a:gd name="connsiteX116-26319" fmla="*/ 746076 w 3024845"/>
                <a:gd name="connsiteY116-26320" fmla="*/ 453973 h 1059043"/>
                <a:gd name="connsiteX117-26321" fmla="*/ 762036 w 3024845"/>
                <a:gd name="connsiteY117-26322" fmla="*/ 453973 h 1059043"/>
                <a:gd name="connsiteX118-26323" fmla="*/ 762036 w 3024845"/>
                <a:gd name="connsiteY118-26324" fmla="*/ 501532 h 1059043"/>
                <a:gd name="connsiteX119-26325" fmla="*/ 763049 w 3024845"/>
                <a:gd name="connsiteY119-26326" fmla="*/ 501532 h 1059043"/>
                <a:gd name="connsiteX120-26327" fmla="*/ 770143 w 3024845"/>
                <a:gd name="connsiteY120-26328" fmla="*/ 501532 h 1059043"/>
                <a:gd name="connsiteX121-26329" fmla="*/ 784330 w 3024845"/>
                <a:gd name="connsiteY121-26330" fmla="*/ 505856 h 1059043"/>
                <a:gd name="connsiteX122-26331" fmla="*/ 784330 w 3024845"/>
                <a:gd name="connsiteY122-26332" fmla="*/ 544768 h 1059043"/>
                <a:gd name="connsiteX123-26333" fmla="*/ 785343 w 3024845"/>
                <a:gd name="connsiteY123-26334" fmla="*/ 544768 h 1059043"/>
                <a:gd name="connsiteX124-26335" fmla="*/ 792436 w 3024845"/>
                <a:gd name="connsiteY124-26336" fmla="*/ 544768 h 1059043"/>
                <a:gd name="connsiteX125-26337" fmla="*/ 792436 w 3024845"/>
                <a:gd name="connsiteY125-26338" fmla="*/ 546389 h 1059043"/>
                <a:gd name="connsiteX126-26339" fmla="*/ 792436 w 3024845"/>
                <a:gd name="connsiteY126-26340" fmla="*/ 557738 h 1059043"/>
                <a:gd name="connsiteX127-26341" fmla="*/ 794463 w 3024845"/>
                <a:gd name="connsiteY127-26342" fmla="*/ 557738 h 1059043"/>
                <a:gd name="connsiteX128-26343" fmla="*/ 808650 w 3024845"/>
                <a:gd name="connsiteY128-26344" fmla="*/ 557738 h 1059043"/>
                <a:gd name="connsiteX129-26345" fmla="*/ 814730 w 3024845"/>
                <a:gd name="connsiteY129-26346" fmla="*/ 564224 h 1059043"/>
                <a:gd name="connsiteX130-26347" fmla="*/ 814730 w 3024845"/>
                <a:gd name="connsiteY130-26348" fmla="*/ 585842 h 1059043"/>
                <a:gd name="connsiteX131-26349" fmla="*/ 817010 w 3024845"/>
                <a:gd name="connsiteY131-26350" fmla="*/ 585842 h 1059043"/>
                <a:gd name="connsiteX132-26351" fmla="*/ 832970 w 3024845"/>
                <a:gd name="connsiteY132-26352" fmla="*/ 585842 h 1059043"/>
                <a:gd name="connsiteX133-26353" fmla="*/ 832970 w 3024845"/>
                <a:gd name="connsiteY133-26354" fmla="*/ 586922 h 1059043"/>
                <a:gd name="connsiteX134-26355" fmla="*/ 832970 w 3024845"/>
                <a:gd name="connsiteY134-26356" fmla="*/ 594489 h 1059043"/>
                <a:gd name="connsiteX135-26357" fmla="*/ 834237 w 3024845"/>
                <a:gd name="connsiteY135-26358" fmla="*/ 594489 h 1059043"/>
                <a:gd name="connsiteX136-26359" fmla="*/ 843104 w 3024845"/>
                <a:gd name="connsiteY136-26360" fmla="*/ 594489 h 1059043"/>
                <a:gd name="connsiteX137-26361" fmla="*/ 843104 w 3024845"/>
                <a:gd name="connsiteY137-26362" fmla="*/ 596650 h 1059043"/>
                <a:gd name="connsiteX138-26363" fmla="*/ 843104 w 3024845"/>
                <a:gd name="connsiteY138-26364" fmla="*/ 611783 h 1059043"/>
                <a:gd name="connsiteX139-26365" fmla="*/ 847157 w 3024845"/>
                <a:gd name="connsiteY139-26366" fmla="*/ 609891 h 1059043"/>
                <a:gd name="connsiteX140-26367" fmla="*/ 847157 w 3024845"/>
                <a:gd name="connsiteY140-26368" fmla="*/ 596650 h 1059043"/>
                <a:gd name="connsiteX141-26369" fmla="*/ 848170 w 3024845"/>
                <a:gd name="connsiteY141-26370" fmla="*/ 596650 h 1059043"/>
                <a:gd name="connsiteX142-26371" fmla="*/ 855264 w 3024845"/>
                <a:gd name="connsiteY142-26372" fmla="*/ 596650 h 1059043"/>
                <a:gd name="connsiteX143-26373" fmla="*/ 855264 w 3024845"/>
                <a:gd name="connsiteY143-26374" fmla="*/ 598272 h 1059043"/>
                <a:gd name="connsiteX144-26375" fmla="*/ 855264 w 3024845"/>
                <a:gd name="connsiteY144-26376" fmla="*/ 609621 h 1059043"/>
                <a:gd name="connsiteX145-26377" fmla="*/ 856024 w 3024845"/>
                <a:gd name="connsiteY145-26378" fmla="*/ 609621 h 1059043"/>
                <a:gd name="connsiteX146-26379" fmla="*/ 861344 w 3024845"/>
                <a:gd name="connsiteY146-26380" fmla="*/ 609621 h 1059043"/>
                <a:gd name="connsiteX147-26381" fmla="*/ 909984 w 3024845"/>
                <a:gd name="connsiteY147-26382" fmla="*/ 605298 h 1059043"/>
                <a:gd name="connsiteX148-26383" fmla="*/ 909984 w 3024845"/>
                <a:gd name="connsiteY148-26384" fmla="*/ 606649 h 1059043"/>
                <a:gd name="connsiteX149-26385" fmla="*/ 909984 w 3024845"/>
                <a:gd name="connsiteY149-26386" fmla="*/ 616106 h 1059043"/>
                <a:gd name="connsiteX150-26387" fmla="*/ 910744 w 3024845"/>
                <a:gd name="connsiteY150-26388" fmla="*/ 616106 h 1059043"/>
                <a:gd name="connsiteX151-26389" fmla="*/ 916065 w 3024845"/>
                <a:gd name="connsiteY151-26390" fmla="*/ 616106 h 1059043"/>
                <a:gd name="connsiteX152-26391" fmla="*/ 916065 w 3024845"/>
                <a:gd name="connsiteY152-26392" fmla="*/ 618268 h 1059043"/>
                <a:gd name="connsiteX153-26393" fmla="*/ 916065 w 3024845"/>
                <a:gd name="connsiteY153-26394" fmla="*/ 633401 h 1059043"/>
                <a:gd name="connsiteX154-26395" fmla="*/ 918091 w 3024845"/>
                <a:gd name="connsiteY154-26396" fmla="*/ 632050 h 1059043"/>
                <a:gd name="connsiteX155-26397" fmla="*/ 932278 w 3024845"/>
                <a:gd name="connsiteY155-26398" fmla="*/ 622592 h 1059043"/>
                <a:gd name="connsiteX156-26399" fmla="*/ 938358 w 3024845"/>
                <a:gd name="connsiteY156-26400" fmla="*/ 581518 h 1059043"/>
                <a:gd name="connsiteX157-26401" fmla="*/ 939118 w 3024845"/>
                <a:gd name="connsiteY157-26402" fmla="*/ 581248 h 1059043"/>
                <a:gd name="connsiteX158-26403" fmla="*/ 944438 w 3024845"/>
                <a:gd name="connsiteY158-26404" fmla="*/ 579356 h 1059043"/>
                <a:gd name="connsiteX159-26405" fmla="*/ 946465 w 3024845"/>
                <a:gd name="connsiteY159-26406" fmla="*/ 510179 h 1059043"/>
                <a:gd name="connsiteX160-26407" fmla="*/ 948492 w 3024845"/>
                <a:gd name="connsiteY160-26408" fmla="*/ 579356 h 1059043"/>
                <a:gd name="connsiteX161-26409" fmla="*/ 949252 w 3024845"/>
                <a:gd name="connsiteY161-26410" fmla="*/ 579626 h 1059043"/>
                <a:gd name="connsiteX162-26411" fmla="*/ 954572 w 3024845"/>
                <a:gd name="connsiteY162-26412" fmla="*/ 581518 h 1059043"/>
                <a:gd name="connsiteX163-26413" fmla="*/ 954572 w 3024845"/>
                <a:gd name="connsiteY163-26414" fmla="*/ 495047 h 1059043"/>
                <a:gd name="connsiteX164-26415" fmla="*/ 958625 w 3024845"/>
                <a:gd name="connsiteY164-26416" fmla="*/ 462620 h 1059043"/>
                <a:gd name="connsiteX165-26417" fmla="*/ 997132 w 3024845"/>
                <a:gd name="connsiteY165-26418" fmla="*/ 462620 h 1059043"/>
                <a:gd name="connsiteX166-26419" fmla="*/ 997132 w 3024845"/>
                <a:gd name="connsiteY166-26420" fmla="*/ 495047 h 1059043"/>
                <a:gd name="connsiteX167-26421" fmla="*/ 997892 w 3024845"/>
                <a:gd name="connsiteY167-26422" fmla="*/ 495047 h 1059043"/>
                <a:gd name="connsiteX168-26423" fmla="*/ 1003212 w 3024845"/>
                <a:gd name="connsiteY168-26424" fmla="*/ 495047 h 1059043"/>
                <a:gd name="connsiteX169-26425" fmla="*/ 1003212 w 3024845"/>
                <a:gd name="connsiteY169-26426" fmla="*/ 412899 h 1059043"/>
                <a:gd name="connsiteX170-26427" fmla="*/ 1004986 w 3024845"/>
                <a:gd name="connsiteY170-26428" fmla="*/ 412899 h 1059043"/>
                <a:gd name="connsiteX171-26429" fmla="*/ 1017399 w 3024845"/>
                <a:gd name="connsiteY171-26430" fmla="*/ 412899 h 1059043"/>
                <a:gd name="connsiteX172-26431" fmla="*/ 1017399 w 3024845"/>
                <a:gd name="connsiteY172-26432" fmla="*/ 411008 h 1059043"/>
                <a:gd name="connsiteX173-26433" fmla="*/ 1017399 w 3024845"/>
                <a:gd name="connsiteY173-26434" fmla="*/ 397767 h 1059043"/>
                <a:gd name="connsiteX174-26435" fmla="*/ 1039693 w 3024845"/>
                <a:gd name="connsiteY174-26436" fmla="*/ 397767 h 1059043"/>
                <a:gd name="connsiteX175-26437" fmla="*/ 1039693 w 3024845"/>
                <a:gd name="connsiteY175-26438" fmla="*/ 396686 h 1059043"/>
                <a:gd name="connsiteX176-26439" fmla="*/ 1039693 w 3024845"/>
                <a:gd name="connsiteY176-26440" fmla="*/ 389120 h 1059043"/>
                <a:gd name="connsiteX177-26441" fmla="*/ 1041466 w 3024845"/>
                <a:gd name="connsiteY177-26442" fmla="*/ 389120 h 1059043"/>
                <a:gd name="connsiteX178-26443" fmla="*/ 1053880 w 3024845"/>
                <a:gd name="connsiteY178-26444" fmla="*/ 389120 h 1059043"/>
                <a:gd name="connsiteX179-26445" fmla="*/ 1053880 w 3024845"/>
                <a:gd name="connsiteY179-26446" fmla="*/ 390201 h 1059043"/>
                <a:gd name="connsiteX180-26447" fmla="*/ 1053880 w 3024845"/>
                <a:gd name="connsiteY180-26448" fmla="*/ 397767 h 1059043"/>
                <a:gd name="connsiteX181-26449" fmla="*/ 1054640 w 3024845"/>
                <a:gd name="connsiteY181-26450" fmla="*/ 397767 h 1059043"/>
                <a:gd name="connsiteX182-26451" fmla="*/ 1059960 w 3024845"/>
                <a:gd name="connsiteY182-26452" fmla="*/ 397767 h 1059043"/>
                <a:gd name="connsiteX183-26453" fmla="*/ 1070093 w 3024845"/>
                <a:gd name="connsiteY183-26454" fmla="*/ 393443 h 1059043"/>
                <a:gd name="connsiteX184-26455" fmla="*/ 1074146 w 3024845"/>
                <a:gd name="connsiteY184-26456" fmla="*/ 396686 h 1059043"/>
                <a:gd name="connsiteX185-26457" fmla="*/ 1074146 w 3024845"/>
                <a:gd name="connsiteY185-26458" fmla="*/ 389120 h 1059043"/>
                <a:gd name="connsiteX186-26459" fmla="*/ 1076426 w 3024845"/>
                <a:gd name="connsiteY186-26460" fmla="*/ 389120 h 1059043"/>
                <a:gd name="connsiteX187-26461" fmla="*/ 1092387 w 3024845"/>
                <a:gd name="connsiteY187-26462" fmla="*/ 389120 h 1059043"/>
                <a:gd name="connsiteX188-26463" fmla="*/ 1092387 w 3024845"/>
                <a:gd name="connsiteY188-26464" fmla="*/ 390201 h 1059043"/>
                <a:gd name="connsiteX189-26465" fmla="*/ 1092387 w 3024845"/>
                <a:gd name="connsiteY189-26466" fmla="*/ 397767 h 1059043"/>
                <a:gd name="connsiteX190-26467" fmla="*/ 1122787 w 3024845"/>
                <a:gd name="connsiteY190-26468" fmla="*/ 397767 h 1059043"/>
                <a:gd name="connsiteX191-26469" fmla="*/ 1122787 w 3024845"/>
                <a:gd name="connsiteY191-26470" fmla="*/ 399388 h 1059043"/>
                <a:gd name="connsiteX192-26471" fmla="*/ 1122787 w 3024845"/>
                <a:gd name="connsiteY192-26472" fmla="*/ 410738 h 1059043"/>
                <a:gd name="connsiteX193-26473" fmla="*/ 1149134 w 3024845"/>
                <a:gd name="connsiteY193-26474" fmla="*/ 410738 h 1059043"/>
                <a:gd name="connsiteX194-26475" fmla="*/ 1149134 w 3024845"/>
                <a:gd name="connsiteY194-26476" fmla="*/ 441002 h 1059043"/>
                <a:gd name="connsiteX195-26477" fmla="*/ 1149894 w 3024845"/>
                <a:gd name="connsiteY195-26478" fmla="*/ 441002 h 1059043"/>
                <a:gd name="connsiteX196-26479" fmla="*/ 1155214 w 3024845"/>
                <a:gd name="connsiteY196-26480" fmla="*/ 441002 h 1059043"/>
                <a:gd name="connsiteX197-26481" fmla="*/ 1155214 w 3024845"/>
                <a:gd name="connsiteY197-26482" fmla="*/ 442083 h 1059043"/>
                <a:gd name="connsiteX198-26483" fmla="*/ 1155214 w 3024845"/>
                <a:gd name="connsiteY198-26484" fmla="*/ 449650 h 1059043"/>
                <a:gd name="connsiteX199-26485" fmla="*/ 1159268 w 3024845"/>
                <a:gd name="connsiteY199-26486" fmla="*/ 479914 h 1059043"/>
                <a:gd name="connsiteX200-26487" fmla="*/ 1160028 w 3024845"/>
                <a:gd name="connsiteY200-26488" fmla="*/ 479914 h 1059043"/>
                <a:gd name="connsiteX201-26489" fmla="*/ 1165348 w 3024845"/>
                <a:gd name="connsiteY201-26490" fmla="*/ 479914 h 1059043"/>
                <a:gd name="connsiteX202-26491" fmla="*/ 1165348 w 3024845"/>
                <a:gd name="connsiteY202-26492" fmla="*/ 480725 h 1059043"/>
                <a:gd name="connsiteX203-26493" fmla="*/ 1165348 w 3024845"/>
                <a:gd name="connsiteY203-26494" fmla="*/ 486400 h 1059043"/>
                <a:gd name="connsiteX204-26495" fmla="*/ 1166361 w 3024845"/>
                <a:gd name="connsiteY204-26496" fmla="*/ 486400 h 1059043"/>
                <a:gd name="connsiteX205-26497" fmla="*/ 1173454 w 3024845"/>
                <a:gd name="connsiteY205-26498" fmla="*/ 486400 h 1059043"/>
                <a:gd name="connsiteX206-26499" fmla="*/ 1173454 w 3024845"/>
                <a:gd name="connsiteY206-26500" fmla="*/ 516665 h 1059043"/>
                <a:gd name="connsiteX207-26501" fmla="*/ 1175481 w 3024845"/>
                <a:gd name="connsiteY207-26502" fmla="*/ 516665 h 1059043"/>
                <a:gd name="connsiteX208-26503" fmla="*/ 1189668 w 3024845"/>
                <a:gd name="connsiteY208-26504" fmla="*/ 516665 h 1059043"/>
                <a:gd name="connsiteX209-26505" fmla="*/ 1189668 w 3024845"/>
                <a:gd name="connsiteY209-26506" fmla="*/ 540444 h 1059043"/>
                <a:gd name="connsiteX210-26507" fmla="*/ 1191695 w 3024845"/>
                <a:gd name="connsiteY210-26508" fmla="*/ 542065 h 1059043"/>
                <a:gd name="connsiteX211-26509" fmla="*/ 1191695 w 3024845"/>
                <a:gd name="connsiteY211-26510" fmla="*/ 553415 h 1059043"/>
                <a:gd name="connsiteX212-26511" fmla="*/ 1192455 w 3024845"/>
                <a:gd name="connsiteY212-26512" fmla="*/ 553415 h 1059043"/>
                <a:gd name="connsiteX213-26513" fmla="*/ 1197775 w 3024845"/>
                <a:gd name="connsiteY213-26514" fmla="*/ 553415 h 1059043"/>
                <a:gd name="connsiteX214-26515" fmla="*/ 1197775 w 3024845"/>
                <a:gd name="connsiteY214-26516" fmla="*/ 577194 h 1059043"/>
                <a:gd name="connsiteX215-26517" fmla="*/ 1199041 w 3024845"/>
                <a:gd name="connsiteY215-26518" fmla="*/ 577194 h 1059043"/>
                <a:gd name="connsiteX216-26519" fmla="*/ 1207908 w 3024845"/>
                <a:gd name="connsiteY216-26520" fmla="*/ 577194 h 1059043"/>
                <a:gd name="connsiteX217-26521" fmla="*/ 1209935 w 3024845"/>
                <a:gd name="connsiteY217-26522" fmla="*/ 581248 h 1059043"/>
                <a:gd name="connsiteX218-26523" fmla="*/ 1209935 w 3024845"/>
                <a:gd name="connsiteY218-26524" fmla="*/ 594489 h 1059043"/>
                <a:gd name="connsiteX219-26525" fmla="*/ 1211455 w 3024845"/>
                <a:gd name="connsiteY219-26526" fmla="*/ 592597 h 1059043"/>
                <a:gd name="connsiteX220-26527" fmla="*/ 1222095 w 3024845"/>
                <a:gd name="connsiteY220-26528" fmla="*/ 579356 h 1059043"/>
                <a:gd name="connsiteX221-26529" fmla="*/ 1250469 w 3024845"/>
                <a:gd name="connsiteY221-26530" fmla="*/ 579356 h 1059043"/>
                <a:gd name="connsiteX222-26531" fmla="*/ 1250469 w 3024845"/>
                <a:gd name="connsiteY222-26532" fmla="*/ 665827 h 1059043"/>
                <a:gd name="connsiteX223-26533" fmla="*/ 1251229 w 3024845"/>
                <a:gd name="connsiteY223-26534" fmla="*/ 665827 h 1059043"/>
                <a:gd name="connsiteX224-26535" fmla="*/ 1256549 w 3024845"/>
                <a:gd name="connsiteY224-26536" fmla="*/ 665827 h 1059043"/>
                <a:gd name="connsiteX225-26537" fmla="*/ 1257309 w 3024845"/>
                <a:gd name="connsiteY225-26538" fmla="*/ 664476 h 1059043"/>
                <a:gd name="connsiteX226-26539" fmla="*/ 1262629 w 3024845"/>
                <a:gd name="connsiteY226-26540" fmla="*/ 655018 h 1059043"/>
                <a:gd name="connsiteX227-26541" fmla="*/ 1262629 w 3024845"/>
                <a:gd name="connsiteY227-26542" fmla="*/ 656910 h 1059043"/>
                <a:gd name="connsiteX228-26543" fmla="*/ 1262629 w 3024845"/>
                <a:gd name="connsiteY228-26544" fmla="*/ 670151 h 1059043"/>
                <a:gd name="connsiteX229-26545" fmla="*/ 1266682 w 3024845"/>
                <a:gd name="connsiteY229-26546" fmla="*/ 624754 h 1059043"/>
                <a:gd name="connsiteX230-26547" fmla="*/ 1267442 w 3024845"/>
                <a:gd name="connsiteY230-26548" fmla="*/ 624754 h 1059043"/>
                <a:gd name="connsiteX231-26549" fmla="*/ 1272762 w 3024845"/>
                <a:gd name="connsiteY231-26550" fmla="*/ 624754 h 1059043"/>
                <a:gd name="connsiteX232-26551" fmla="*/ 1272762 w 3024845"/>
                <a:gd name="connsiteY232-26552" fmla="*/ 559900 h 1059043"/>
                <a:gd name="connsiteX233-26553" fmla="*/ 1273776 w 3024845"/>
                <a:gd name="connsiteY233-26554" fmla="*/ 559900 h 1059043"/>
                <a:gd name="connsiteX234-26555" fmla="*/ 1280869 w 3024845"/>
                <a:gd name="connsiteY234-26556" fmla="*/ 559900 h 1059043"/>
                <a:gd name="connsiteX235-26557" fmla="*/ 1293029 w 3024845"/>
                <a:gd name="connsiteY235-26558" fmla="*/ 516665 h 1059043"/>
                <a:gd name="connsiteX236-26559" fmla="*/ 1294296 w 3024845"/>
                <a:gd name="connsiteY236-26560" fmla="*/ 516665 h 1059043"/>
                <a:gd name="connsiteX237-26561" fmla="*/ 1303163 w 3024845"/>
                <a:gd name="connsiteY237-26562" fmla="*/ 516665 h 1059043"/>
                <a:gd name="connsiteX238-26563" fmla="*/ 1313296 w 3024845"/>
                <a:gd name="connsiteY238-26564" fmla="*/ 559900 h 1059043"/>
                <a:gd name="connsiteX239-26565" fmla="*/ 1314309 w 3024845"/>
                <a:gd name="connsiteY239-26566" fmla="*/ 559900 h 1059043"/>
                <a:gd name="connsiteX240-26567" fmla="*/ 1321403 w 3024845"/>
                <a:gd name="connsiteY240-26568" fmla="*/ 559900 h 1059043"/>
                <a:gd name="connsiteX241-26569" fmla="*/ 1321403 w 3024845"/>
                <a:gd name="connsiteY241-26570" fmla="*/ 598812 h 1059043"/>
                <a:gd name="connsiteX242-26571" fmla="*/ 1323176 w 3024845"/>
                <a:gd name="connsiteY242-26572" fmla="*/ 598812 h 1059043"/>
                <a:gd name="connsiteX243-26573" fmla="*/ 1335590 w 3024845"/>
                <a:gd name="connsiteY243-26574" fmla="*/ 598812 h 1059043"/>
                <a:gd name="connsiteX244-26575" fmla="*/ 1335590 w 3024845"/>
                <a:gd name="connsiteY244-26576" fmla="*/ 600974 h 1059043"/>
                <a:gd name="connsiteX245-26577" fmla="*/ 1335590 w 3024845"/>
                <a:gd name="connsiteY245-26578" fmla="*/ 616106 h 1059043"/>
                <a:gd name="connsiteX246-26579" fmla="*/ 1339643 w 3024845"/>
                <a:gd name="connsiteY246-26580" fmla="*/ 613945 h 1059043"/>
                <a:gd name="connsiteX247-26581" fmla="*/ 1339643 w 3024845"/>
                <a:gd name="connsiteY247-26582" fmla="*/ 598812 h 1059043"/>
                <a:gd name="connsiteX248-26583" fmla="*/ 1341163 w 3024845"/>
                <a:gd name="connsiteY248-26584" fmla="*/ 598812 h 1059043"/>
                <a:gd name="connsiteX249-26585" fmla="*/ 1351803 w 3024845"/>
                <a:gd name="connsiteY249-26586" fmla="*/ 598812 h 1059043"/>
                <a:gd name="connsiteX250-26587" fmla="*/ 1351803 w 3024845"/>
                <a:gd name="connsiteY250-26588" fmla="*/ 600433 h 1059043"/>
                <a:gd name="connsiteX251-26589" fmla="*/ 1351803 w 3024845"/>
                <a:gd name="connsiteY251-26590" fmla="*/ 611783 h 1059043"/>
                <a:gd name="connsiteX252-26591" fmla="*/ 1382204 w 3024845"/>
                <a:gd name="connsiteY252-26592" fmla="*/ 611783 h 1059043"/>
                <a:gd name="connsiteX253-26593" fmla="*/ 1382204 w 3024845"/>
                <a:gd name="connsiteY253-26594" fmla="*/ 575033 h 1059043"/>
                <a:gd name="connsiteX254-26595" fmla="*/ 1383470 w 3024845"/>
                <a:gd name="connsiteY254-26596" fmla="*/ 575033 h 1059043"/>
                <a:gd name="connsiteX255-26597" fmla="*/ 1392337 w 3024845"/>
                <a:gd name="connsiteY255-26598" fmla="*/ 575033 h 1059043"/>
                <a:gd name="connsiteX256-26599" fmla="*/ 1392337 w 3024845"/>
                <a:gd name="connsiteY256-26600" fmla="*/ 596650 h 1059043"/>
                <a:gd name="connsiteX257-26601" fmla="*/ 1394364 w 3024845"/>
                <a:gd name="connsiteY257-26602" fmla="*/ 564224 h 1059043"/>
                <a:gd name="connsiteX258-26603" fmla="*/ 1416657 w 3024845"/>
                <a:gd name="connsiteY258-26604" fmla="*/ 564224 h 1059043"/>
                <a:gd name="connsiteX259-26605" fmla="*/ 1416657 w 3024845"/>
                <a:gd name="connsiteY259-26606" fmla="*/ 562602 h 1059043"/>
                <a:gd name="connsiteX260-26607" fmla="*/ 1416657 w 3024845"/>
                <a:gd name="connsiteY260-26608" fmla="*/ 551253 h 1059043"/>
                <a:gd name="connsiteX261-26609" fmla="*/ 1417417 w 3024845"/>
                <a:gd name="connsiteY261-26610" fmla="*/ 551253 h 1059043"/>
                <a:gd name="connsiteX262-26611" fmla="*/ 1422737 w 3024845"/>
                <a:gd name="connsiteY262-26612" fmla="*/ 551253 h 1059043"/>
                <a:gd name="connsiteX263-26613" fmla="*/ 1422737 w 3024845"/>
                <a:gd name="connsiteY263-26614" fmla="*/ 549362 h 1059043"/>
                <a:gd name="connsiteX264-26615" fmla="*/ 1422737 w 3024845"/>
                <a:gd name="connsiteY264-26616" fmla="*/ 536121 h 1059043"/>
                <a:gd name="connsiteX265-26617" fmla="*/ 1426791 w 3024845"/>
                <a:gd name="connsiteY265-26618" fmla="*/ 542606 h 1059043"/>
                <a:gd name="connsiteX266-26619" fmla="*/ 1429071 w 3024845"/>
                <a:gd name="connsiteY266-26620" fmla="*/ 542606 h 1059043"/>
                <a:gd name="connsiteX267-26621" fmla="*/ 1445031 w 3024845"/>
                <a:gd name="connsiteY267-26622" fmla="*/ 542606 h 1059043"/>
                <a:gd name="connsiteX268-26623" fmla="*/ 1445031 w 3024845"/>
                <a:gd name="connsiteY268-26624" fmla="*/ 541795 h 1059043"/>
                <a:gd name="connsiteX269-26625" fmla="*/ 1445031 w 3024845"/>
                <a:gd name="connsiteY269-26626" fmla="*/ 536121 h 1059043"/>
                <a:gd name="connsiteX270-26627" fmla="*/ 1445791 w 3024845"/>
                <a:gd name="connsiteY270-26628" fmla="*/ 536121 h 1059043"/>
                <a:gd name="connsiteX271-26629" fmla="*/ 1451111 w 3024845"/>
                <a:gd name="connsiteY271-26630" fmla="*/ 536121 h 1059043"/>
                <a:gd name="connsiteX272-26631" fmla="*/ 1451111 w 3024845"/>
                <a:gd name="connsiteY272-26632" fmla="*/ 537472 h 1059043"/>
                <a:gd name="connsiteX273-26633" fmla="*/ 1451111 w 3024845"/>
                <a:gd name="connsiteY273-26634" fmla="*/ 546930 h 1059043"/>
                <a:gd name="connsiteX274-26635" fmla="*/ 1489618 w 3024845"/>
                <a:gd name="connsiteY274-26636" fmla="*/ 546930 h 1059043"/>
                <a:gd name="connsiteX275-26637" fmla="*/ 1489618 w 3024845"/>
                <a:gd name="connsiteY275-26638" fmla="*/ 685283 h 1059043"/>
                <a:gd name="connsiteX276-26639" fmla="*/ 1491138 w 3024845"/>
                <a:gd name="connsiteY276-26640" fmla="*/ 685283 h 1059043"/>
                <a:gd name="connsiteX277-26641" fmla="*/ 1501778 w 3024845"/>
                <a:gd name="connsiteY277-26642" fmla="*/ 685283 h 1059043"/>
                <a:gd name="connsiteX278-26643" fmla="*/ 1501778 w 3024845"/>
                <a:gd name="connsiteY278-26644" fmla="*/ 672313 h 1059043"/>
                <a:gd name="connsiteX279-26645" fmla="*/ 1505832 w 3024845"/>
                <a:gd name="connsiteY279-26646" fmla="*/ 672313 h 1059043"/>
                <a:gd name="connsiteX280-26647" fmla="*/ 1505832 w 3024845"/>
                <a:gd name="connsiteY280-26648" fmla="*/ 685283 h 1059043"/>
                <a:gd name="connsiteX281-26649" fmla="*/ 1536232 w 3024845"/>
                <a:gd name="connsiteY281-26650" fmla="*/ 685283 h 1059043"/>
                <a:gd name="connsiteX282-26651" fmla="*/ 1536232 w 3024845"/>
                <a:gd name="connsiteY282-26652" fmla="*/ 655018 h 1059043"/>
                <a:gd name="connsiteX283-26653" fmla="*/ 1548392 w 3024845"/>
                <a:gd name="connsiteY283-26654" fmla="*/ 655018 h 1059043"/>
                <a:gd name="connsiteX284-26655" fmla="*/ 1560552 w 3024845"/>
                <a:gd name="connsiteY284-26656" fmla="*/ 652857 h 1059043"/>
                <a:gd name="connsiteX285-26657" fmla="*/ 1564606 w 3024845"/>
                <a:gd name="connsiteY285-26658" fmla="*/ 655018 h 1059043"/>
                <a:gd name="connsiteX286-26659" fmla="*/ 1574739 w 3024845"/>
                <a:gd name="connsiteY286-26660" fmla="*/ 655018 h 1059043"/>
                <a:gd name="connsiteX287-26661" fmla="*/ 1574739 w 3024845"/>
                <a:gd name="connsiteY287-26662" fmla="*/ 685283 h 1059043"/>
                <a:gd name="connsiteX288-26663" fmla="*/ 1582846 w 3024845"/>
                <a:gd name="connsiteY288-26664" fmla="*/ 685283 h 1059043"/>
                <a:gd name="connsiteX289-26665" fmla="*/ 1582846 w 3024845"/>
                <a:gd name="connsiteY289-26666" fmla="*/ 702578 h 1059043"/>
                <a:gd name="connsiteX290-26667" fmla="*/ 1592182 w 3024845"/>
                <a:gd name="connsiteY290-26668" fmla="*/ 703483 h 1059043"/>
                <a:gd name="connsiteX291-26669" fmla="*/ 1605140 w 3024845"/>
                <a:gd name="connsiteY291-26670" fmla="*/ 703483 h 1059043"/>
                <a:gd name="connsiteX292-26671" fmla="*/ 1605140 w 3024845"/>
                <a:gd name="connsiteY292-26672" fmla="*/ 687445 h 1059043"/>
                <a:gd name="connsiteX293-26673" fmla="*/ 1673096 w 3024845"/>
                <a:gd name="connsiteY293-26674" fmla="*/ 687445 h 1059043"/>
                <a:gd name="connsiteX294-26675" fmla="*/ 1673096 w 3024845"/>
                <a:gd name="connsiteY294-26676" fmla="*/ 602192 h 1059043"/>
                <a:gd name="connsiteX295-26677" fmla="*/ 1745104 w 3024845"/>
                <a:gd name="connsiteY295-26678" fmla="*/ 602192 h 1059043"/>
                <a:gd name="connsiteX296-26679" fmla="*/ 1745104 w 3024845"/>
                <a:gd name="connsiteY296-26680" fmla="*/ 680960 h 1059043"/>
                <a:gd name="connsiteX297-26681" fmla="*/ 1747008 w 3024845"/>
                <a:gd name="connsiteY297-26682" fmla="*/ 680960 h 1059043"/>
                <a:gd name="connsiteX298-26683" fmla="*/ 1748250 w 3024845"/>
                <a:gd name="connsiteY298-26684" fmla="*/ 703483 h 1059043"/>
                <a:gd name="connsiteX299-26685" fmla="*/ 1757926 w 3024845"/>
                <a:gd name="connsiteY299-26686" fmla="*/ 703483 h 1059043"/>
                <a:gd name="connsiteX300-26687" fmla="*/ 1759168 w 3024845"/>
                <a:gd name="connsiteY300-26688" fmla="*/ 680960 h 1059043"/>
                <a:gd name="connsiteX301-26689" fmla="*/ 1765248 w 3024845"/>
                <a:gd name="connsiteY301-26690" fmla="*/ 680960 h 1059043"/>
                <a:gd name="connsiteX302-26691" fmla="*/ 1766490 w 3024845"/>
                <a:gd name="connsiteY302-26692" fmla="*/ 703483 h 1059043"/>
                <a:gd name="connsiteX303-26693" fmla="*/ 1817112 w 3024845"/>
                <a:gd name="connsiteY303-26694" fmla="*/ 703483 h 1059043"/>
                <a:gd name="connsiteX304-26695" fmla="*/ 1817112 w 3024845"/>
                <a:gd name="connsiteY304-26696" fmla="*/ 540455 h 1059043"/>
                <a:gd name="connsiteX305-26697" fmla="*/ 2014439 w 3024845"/>
                <a:gd name="connsiteY305-26698" fmla="*/ 540455 h 1059043"/>
                <a:gd name="connsiteX306-26699" fmla="*/ 2014439 w 3024845"/>
                <a:gd name="connsiteY306-26700" fmla="*/ 703483 h 1059043"/>
                <a:gd name="connsiteX307-26701" fmla="*/ 2033136 w 3024845"/>
                <a:gd name="connsiteY307-26702" fmla="*/ 703483 h 1059043"/>
                <a:gd name="connsiteX308-26703" fmla="*/ 2033136 w 3024845"/>
                <a:gd name="connsiteY308-26704" fmla="*/ 620790 h 1059043"/>
                <a:gd name="connsiteX309-26705" fmla="*/ 2128256 w 3024845"/>
                <a:gd name="connsiteY309-26706" fmla="*/ 620790 h 1059043"/>
                <a:gd name="connsiteX310-26707" fmla="*/ 2128026 w 3024845"/>
                <a:gd name="connsiteY310-26708" fmla="*/ 281031 h 1059043"/>
                <a:gd name="connsiteX311-26709" fmla="*/ 2121946 w 3024845"/>
                <a:gd name="connsiteY311-26710" fmla="*/ 276707 h 1059043"/>
                <a:gd name="connsiteX312-26711" fmla="*/ 2144240 w 3024845"/>
                <a:gd name="connsiteY312-26712" fmla="*/ 214016 h 1059043"/>
                <a:gd name="connsiteX313-26713" fmla="*/ 2146266 w 3024845"/>
                <a:gd name="connsiteY313-26714" fmla="*/ 131868 h 1059043"/>
                <a:gd name="connsiteX314-26715" fmla="*/ 2144240 w 3024845"/>
                <a:gd name="connsiteY314-26716" fmla="*/ 125383 h 1059043"/>
                <a:gd name="connsiteX315-26717" fmla="*/ 2150320 w 3024845"/>
                <a:gd name="connsiteY315-26718" fmla="*/ 118897 h 1059043"/>
                <a:gd name="connsiteX316-26719" fmla="*/ 2150320 w 3024845"/>
                <a:gd name="connsiteY316-26720" fmla="*/ 60529 h 1059043"/>
                <a:gd name="connsiteX317-26721" fmla="*/ 2152346 w 3024845"/>
                <a:gd name="connsiteY317-26722" fmla="*/ 56206 h 1059043"/>
                <a:gd name="connsiteX318-26723" fmla="*/ 2152346 w 3024845"/>
                <a:gd name="connsiteY318-26724" fmla="*/ 0 h 1059043"/>
                <a:gd name="connsiteX319-26725" fmla="*/ 2162480 w 3024845"/>
                <a:gd name="connsiteY319-26726" fmla="*/ 118897 h 1059043"/>
                <a:gd name="connsiteX320-26727" fmla="*/ 2168560 w 3024845"/>
                <a:gd name="connsiteY320-26728" fmla="*/ 125383 h 1059043"/>
                <a:gd name="connsiteX321-26729" fmla="*/ 2166533 w 3024845"/>
                <a:gd name="connsiteY321-26730" fmla="*/ 131868 h 1059043"/>
                <a:gd name="connsiteX322-26731" fmla="*/ 2180720 w 3024845"/>
                <a:gd name="connsiteY322-26732" fmla="*/ 555577 h 1059043"/>
                <a:gd name="connsiteX323-26733" fmla="*/ 2245574 w 3024845"/>
                <a:gd name="connsiteY323-26734" fmla="*/ 555577 h 1059043"/>
                <a:gd name="connsiteX324-26735" fmla="*/ 2245574 w 3024845"/>
                <a:gd name="connsiteY324-26736" fmla="*/ 631239 h 1059043"/>
                <a:gd name="connsiteX325-26737" fmla="*/ 2253681 w 3024845"/>
                <a:gd name="connsiteY325-26738" fmla="*/ 631239 h 1059043"/>
                <a:gd name="connsiteX326-26739" fmla="*/ 2255708 w 3024845"/>
                <a:gd name="connsiteY326-26740" fmla="*/ 624754 h 1059043"/>
                <a:gd name="connsiteX327-26741" fmla="*/ 2261788 w 3024845"/>
                <a:gd name="connsiteY327-26742" fmla="*/ 624754 h 1059043"/>
                <a:gd name="connsiteX328-26743" fmla="*/ 2263815 w 3024845"/>
                <a:gd name="connsiteY328-26744" fmla="*/ 633401 h 1059043"/>
                <a:gd name="connsiteX329-26745" fmla="*/ 2275975 w 3024845"/>
                <a:gd name="connsiteY329-26746" fmla="*/ 633401 h 1059043"/>
                <a:gd name="connsiteX330-26747" fmla="*/ 2275975 w 3024845"/>
                <a:gd name="connsiteY330-26748" fmla="*/ 626915 h 1059043"/>
                <a:gd name="connsiteX331-26749" fmla="*/ 2298268 w 3024845"/>
                <a:gd name="connsiteY331-26750" fmla="*/ 626915 h 1059043"/>
                <a:gd name="connsiteX332-26751" fmla="*/ 2298268 w 3024845"/>
                <a:gd name="connsiteY332-26752" fmla="*/ 633401 h 1059043"/>
                <a:gd name="connsiteX333-26753" fmla="*/ 2318535 w 3024845"/>
                <a:gd name="connsiteY333-26754" fmla="*/ 633401 h 1059043"/>
                <a:gd name="connsiteX334-26755" fmla="*/ 2318535 w 3024845"/>
                <a:gd name="connsiteY334-26756" fmla="*/ 678798 h 1059043"/>
                <a:gd name="connsiteX335-26757" fmla="*/ 2332722 w 3024845"/>
                <a:gd name="connsiteY335-26758" fmla="*/ 678798 h 1059043"/>
                <a:gd name="connsiteX336-26759" fmla="*/ 2332722 w 3024845"/>
                <a:gd name="connsiteY336-26760" fmla="*/ 665827 h 1059043"/>
                <a:gd name="connsiteX337-26761" fmla="*/ 2348936 w 3024845"/>
                <a:gd name="connsiteY337-26762" fmla="*/ 665827 h 1059043"/>
                <a:gd name="connsiteX338-26763" fmla="*/ 2348936 w 3024845"/>
                <a:gd name="connsiteY338-26764" fmla="*/ 486400 h 1059043"/>
                <a:gd name="connsiteX339-26765" fmla="*/ 2355016 w 3024845"/>
                <a:gd name="connsiteY339-26766" fmla="*/ 479914 h 1059043"/>
                <a:gd name="connsiteX340-26767" fmla="*/ 2427977 w 3024845"/>
                <a:gd name="connsiteY340-26768" fmla="*/ 479914 h 1059043"/>
                <a:gd name="connsiteX341-26769" fmla="*/ 2427977 w 3024845"/>
                <a:gd name="connsiteY341-26770" fmla="*/ 488562 h 1059043"/>
                <a:gd name="connsiteX342-26771" fmla="*/ 2438110 w 3024845"/>
                <a:gd name="connsiteY342-26772" fmla="*/ 488562 h 1059043"/>
                <a:gd name="connsiteX343-26773" fmla="*/ 2438110 w 3024845"/>
                <a:gd name="connsiteY343-26774" fmla="*/ 603136 h 1059043"/>
                <a:gd name="connsiteX344-26775" fmla="*/ 2460404 w 3024845"/>
                <a:gd name="connsiteY344-26776" fmla="*/ 603136 h 1059043"/>
                <a:gd name="connsiteX345-26777" fmla="*/ 2460404 w 3024845"/>
                <a:gd name="connsiteY345-26778" fmla="*/ 536121 h 1059043"/>
                <a:gd name="connsiteX346-26779" fmla="*/ 2486751 w 3024845"/>
                <a:gd name="connsiteY346-26780" fmla="*/ 536121 h 1059043"/>
                <a:gd name="connsiteX347-26781" fmla="*/ 2490804 w 3024845"/>
                <a:gd name="connsiteY347-26782" fmla="*/ 531797 h 1059043"/>
                <a:gd name="connsiteX348-26783" fmla="*/ 2498911 w 3024845"/>
                <a:gd name="connsiteY348-26784" fmla="*/ 531797 h 1059043"/>
                <a:gd name="connsiteX349-26785" fmla="*/ 2502964 w 3024845"/>
                <a:gd name="connsiteY349-26786" fmla="*/ 536121 h 1059043"/>
                <a:gd name="connsiteX350-26787" fmla="*/ 2525258 w 3024845"/>
                <a:gd name="connsiteY350-26788" fmla="*/ 536121 h 1059043"/>
                <a:gd name="connsiteX351-26789" fmla="*/ 2525258 w 3024845"/>
                <a:gd name="connsiteY351-26790" fmla="*/ 419385 h 1059043"/>
                <a:gd name="connsiteX352-26791" fmla="*/ 2582005 w 3024845"/>
                <a:gd name="connsiteY352-26792" fmla="*/ 408576 h 1059043"/>
                <a:gd name="connsiteX353-26793" fmla="*/ 2582005 w 3024845"/>
                <a:gd name="connsiteY353-26794" fmla="*/ 409657 h 1059043"/>
                <a:gd name="connsiteX354-26795" fmla="*/ 2582005 w 3024845"/>
                <a:gd name="connsiteY354-26796" fmla="*/ 417223 h 1059043"/>
                <a:gd name="connsiteX355-26797" fmla="*/ 2608352 w 3024845"/>
                <a:gd name="connsiteY355-26798" fmla="*/ 417223 h 1059043"/>
                <a:gd name="connsiteX356-26799" fmla="*/ 2608352 w 3024845"/>
                <a:gd name="connsiteY356-26800" fmla="*/ 672313 h 1059043"/>
                <a:gd name="connsiteX357-26801" fmla="*/ 2630646 w 3024845"/>
                <a:gd name="connsiteY357-26802" fmla="*/ 672313 h 1059043"/>
                <a:gd name="connsiteX358-26803" fmla="*/ 2630646 w 3024845"/>
                <a:gd name="connsiteY358-26804" fmla="*/ 667989 h 1059043"/>
                <a:gd name="connsiteX359-26805" fmla="*/ 2642806 w 3024845"/>
                <a:gd name="connsiteY359-26806" fmla="*/ 667989 h 1059043"/>
                <a:gd name="connsiteX360-26807" fmla="*/ 2642806 w 3024845"/>
                <a:gd name="connsiteY360-26808" fmla="*/ 672313 h 1059043"/>
                <a:gd name="connsiteX361-26809" fmla="*/ 2667126 w 3024845"/>
                <a:gd name="connsiteY361-26810" fmla="*/ 672313 h 1059043"/>
                <a:gd name="connsiteX362-26811" fmla="*/ 2667126 w 3024845"/>
                <a:gd name="connsiteY362-26812" fmla="*/ 659342 h 1059043"/>
                <a:gd name="connsiteX363-26813" fmla="*/ 2695500 w 3024845"/>
                <a:gd name="connsiteY363-26814" fmla="*/ 659342 h 1059043"/>
                <a:gd name="connsiteX364-26815" fmla="*/ 2707660 w 3024845"/>
                <a:gd name="connsiteY364-26816" fmla="*/ 655018 h 1059043"/>
                <a:gd name="connsiteX365-26817" fmla="*/ 2727927 w 3024845"/>
                <a:gd name="connsiteY365-26818" fmla="*/ 659342 h 1059043"/>
                <a:gd name="connsiteX366-26819" fmla="*/ 2727927 w 3024845"/>
                <a:gd name="connsiteY366-26820" fmla="*/ 642048 h 1059043"/>
                <a:gd name="connsiteX367-26821" fmla="*/ 2736034 w 3024845"/>
                <a:gd name="connsiteY367-26822" fmla="*/ 642048 h 1059043"/>
                <a:gd name="connsiteX368-26823" fmla="*/ 2736034 w 3024845"/>
                <a:gd name="connsiteY368-26824" fmla="*/ 629077 h 1059043"/>
                <a:gd name="connsiteX369-26825" fmla="*/ 2792781 w 3024845"/>
                <a:gd name="connsiteY369-26826" fmla="*/ 629077 h 1059043"/>
                <a:gd name="connsiteX370-26827" fmla="*/ 2792781 w 3024845"/>
                <a:gd name="connsiteY370-26828" fmla="*/ 598812 h 1059043"/>
                <a:gd name="connsiteX371-26829" fmla="*/ 2811021 w 3024845"/>
                <a:gd name="connsiteY371-26830" fmla="*/ 598812 h 1059043"/>
                <a:gd name="connsiteX372-26831" fmla="*/ 2811021 w 3024845"/>
                <a:gd name="connsiteY372-26832" fmla="*/ 592327 h 1059043"/>
                <a:gd name="connsiteX373-26833" fmla="*/ 2823181 w 3024845"/>
                <a:gd name="connsiteY373-26834" fmla="*/ 592327 h 1059043"/>
                <a:gd name="connsiteX374-26835" fmla="*/ 2823181 w 3024845"/>
                <a:gd name="connsiteY374-26836" fmla="*/ 598812 h 1059043"/>
                <a:gd name="connsiteX375-26837" fmla="*/ 2839395 w 3024845"/>
                <a:gd name="connsiteY375-26838" fmla="*/ 598812 h 1059043"/>
                <a:gd name="connsiteX376-26839" fmla="*/ 2839395 w 3024845"/>
                <a:gd name="connsiteY376-26840" fmla="*/ 648533 h 1059043"/>
                <a:gd name="connsiteX377-26841" fmla="*/ 2871822 w 3024845"/>
                <a:gd name="connsiteY377-26842" fmla="*/ 648533 h 1059043"/>
                <a:gd name="connsiteX378-26843" fmla="*/ 2871822 w 3024845"/>
                <a:gd name="connsiteY378-26844" fmla="*/ 622592 h 1059043"/>
                <a:gd name="connsiteX379-26845" fmla="*/ 2910329 w 3024845"/>
                <a:gd name="connsiteY379-26846" fmla="*/ 622592 h 1059043"/>
                <a:gd name="connsiteX380-26847" fmla="*/ 2910329 w 3024845"/>
                <a:gd name="connsiteY380-26848" fmla="*/ 592327 h 1059043"/>
                <a:gd name="connsiteX381-26849" fmla="*/ 2958970 w 3024845"/>
                <a:gd name="connsiteY381-26850" fmla="*/ 592327 h 1059043"/>
                <a:gd name="connsiteX382-26851" fmla="*/ 2958970 w 3024845"/>
                <a:gd name="connsiteY382-26852" fmla="*/ 703483 h 1059043"/>
                <a:gd name="connsiteX383-26853" fmla="*/ 2958970 w 3024845"/>
                <a:gd name="connsiteY383-26854" fmla="*/ 717262 h 1059043"/>
                <a:gd name="connsiteX384-26855" fmla="*/ 3024845 w 3024845"/>
                <a:gd name="connsiteY384-26856" fmla="*/ 717262 h 1059043"/>
                <a:gd name="connsiteX385-26857" fmla="*/ 3024845 w 3024845"/>
                <a:gd name="connsiteY385-26858" fmla="*/ 1059043 h 1059043"/>
                <a:gd name="connsiteX386-26859" fmla="*/ 2054 w 3024845"/>
                <a:gd name="connsiteY386-26860" fmla="*/ 1056710 h 1059043"/>
                <a:gd name="connsiteX387-26861" fmla="*/ 0 w 3024845"/>
                <a:gd name="connsiteY387-26862" fmla="*/ 622592 h 1059043"/>
                <a:gd name="connsiteX388-26863" fmla="*/ 20267 w 3024845"/>
                <a:gd name="connsiteY388-26864" fmla="*/ 622592 h 1059043"/>
                <a:gd name="connsiteX389-26865" fmla="*/ 20774 w 3024845"/>
                <a:gd name="connsiteY389-26866" fmla="*/ 621511 h 1059043"/>
                <a:gd name="connsiteX390-26867" fmla="*/ 24320 w 3024845"/>
                <a:gd name="connsiteY390-26868" fmla="*/ 613945 h 1059043"/>
                <a:gd name="connsiteX391-26869" fmla="*/ 26094 w 3024845"/>
                <a:gd name="connsiteY391-26870" fmla="*/ 614215 h 1059043"/>
                <a:gd name="connsiteX392-26871" fmla="*/ 38507 w 3024845"/>
                <a:gd name="connsiteY392-26872" fmla="*/ 616106 h 1059043"/>
                <a:gd name="connsiteX393-26873" fmla="*/ 39014 w 3024845"/>
                <a:gd name="connsiteY393-26874" fmla="*/ 617458 h 1059043"/>
                <a:gd name="connsiteX394-26875" fmla="*/ 42560 w 3024845"/>
                <a:gd name="connsiteY394-26876" fmla="*/ 626915 h 1059043"/>
                <a:gd name="connsiteX395-26877" fmla="*/ 68907 w 3024845"/>
                <a:gd name="connsiteY395-26878" fmla="*/ 629077 h 1059043"/>
                <a:gd name="connsiteX396-26879" fmla="*/ 68907 w 3024845"/>
                <a:gd name="connsiteY396-26880" fmla="*/ 505856 h 1059043"/>
                <a:gd name="connsiteX397-26881" fmla="*/ 70934 w 3024845"/>
                <a:gd name="connsiteY397-26882" fmla="*/ 505856 h 1059043"/>
                <a:gd name="connsiteX398-26883" fmla="*/ 85121 w 3024845"/>
                <a:gd name="connsiteY398-26884" fmla="*/ 505856 h 1059043"/>
                <a:gd name="connsiteX399-26885" fmla="*/ 85121 w 3024845"/>
                <a:gd name="connsiteY399-26886" fmla="*/ 369664 h 1059043"/>
                <a:gd name="connsiteX400-26887" fmla="*/ 86894 w 3024845"/>
                <a:gd name="connsiteY400-26888" fmla="*/ 369664 h 1059043"/>
                <a:gd name="connsiteX401-26889" fmla="*/ 99308 w 3024845"/>
                <a:gd name="connsiteY401-26890" fmla="*/ 369664 h 1059043"/>
                <a:gd name="connsiteX402-26891" fmla="*/ 99308 w 3024845"/>
                <a:gd name="connsiteY402-26892" fmla="*/ 255090 h 1059043"/>
                <a:gd name="connsiteX403-26893" fmla="*/ 103361 w 3024845"/>
                <a:gd name="connsiteY403-26894" fmla="*/ 226986 h 1059043"/>
                <a:gd name="connsiteX404-26895" fmla="*/ 105388 w 3024845"/>
                <a:gd name="connsiteY404-26896" fmla="*/ 226986 h 1059043"/>
                <a:gd name="connsiteX405-26897" fmla="*/ 119575 w 3024845"/>
                <a:gd name="connsiteY405-26898" fmla="*/ 226986 h 1059043"/>
                <a:gd name="connsiteX0-26899" fmla="*/ 119575 w 3024845"/>
                <a:gd name="connsiteY0-26900" fmla="*/ 226986 h 1059043"/>
                <a:gd name="connsiteX1-26901" fmla="*/ 200642 w 3024845"/>
                <a:gd name="connsiteY1-26902" fmla="*/ 224825 h 1059043"/>
                <a:gd name="connsiteX2-26903" fmla="*/ 202669 w 3024845"/>
                <a:gd name="connsiteY2-26904" fmla="*/ 224825 h 1059043"/>
                <a:gd name="connsiteX3-26905" fmla="*/ 216856 w 3024845"/>
                <a:gd name="connsiteY3-26906" fmla="*/ 224825 h 1059043"/>
                <a:gd name="connsiteX4-26907" fmla="*/ 216856 w 3024845"/>
                <a:gd name="connsiteY4-26908" fmla="*/ 248604 h 1059043"/>
                <a:gd name="connsiteX5-26909" fmla="*/ 217363 w 3024845"/>
                <a:gd name="connsiteY5-26910" fmla="*/ 249415 h 1059043"/>
                <a:gd name="connsiteX6-26911" fmla="*/ 220909 w 3024845"/>
                <a:gd name="connsiteY6-26912" fmla="*/ 255090 h 1059043"/>
                <a:gd name="connsiteX7-26913" fmla="*/ 220909 w 3024845"/>
                <a:gd name="connsiteY7-26914" fmla="*/ 369664 h 1059043"/>
                <a:gd name="connsiteX8-26915" fmla="*/ 223189 w 3024845"/>
                <a:gd name="connsiteY8-26916" fmla="*/ 369664 h 1059043"/>
                <a:gd name="connsiteX9-26917" fmla="*/ 239150 w 3024845"/>
                <a:gd name="connsiteY9-26918" fmla="*/ 369664 h 1059043"/>
                <a:gd name="connsiteX10-26919" fmla="*/ 239150 w 3024845"/>
                <a:gd name="connsiteY10-26920" fmla="*/ 510179 h 1059043"/>
                <a:gd name="connsiteX11-26921" fmla="*/ 240670 w 3024845"/>
                <a:gd name="connsiteY11-26922" fmla="*/ 509909 h 1059043"/>
                <a:gd name="connsiteX12-26923" fmla="*/ 251310 w 3024845"/>
                <a:gd name="connsiteY12-26924" fmla="*/ 508018 h 1059043"/>
                <a:gd name="connsiteX13-26925" fmla="*/ 249283 w 3024845"/>
                <a:gd name="connsiteY13-26926" fmla="*/ 596650 h 1059043"/>
                <a:gd name="connsiteX14-26927" fmla="*/ 250803 w 3024845"/>
                <a:gd name="connsiteY14-26928" fmla="*/ 596921 h 1059043"/>
                <a:gd name="connsiteX15-26929" fmla="*/ 261443 w 3024845"/>
                <a:gd name="connsiteY15-26930" fmla="*/ 598812 h 1059043"/>
                <a:gd name="connsiteX16-26931" fmla="*/ 261696 w 3024845"/>
                <a:gd name="connsiteY16-26932" fmla="*/ 599623 h 1059043"/>
                <a:gd name="connsiteX17-26933" fmla="*/ 263470 w 3024845"/>
                <a:gd name="connsiteY17-26934" fmla="*/ 605298 h 1059043"/>
                <a:gd name="connsiteX18-26935" fmla="*/ 264230 w 3024845"/>
                <a:gd name="connsiteY18-26936" fmla="*/ 602866 h 1059043"/>
                <a:gd name="connsiteX19-26937" fmla="*/ 269550 w 3024845"/>
                <a:gd name="connsiteY19-26938" fmla="*/ 585842 h 1059043"/>
                <a:gd name="connsiteX20-26939" fmla="*/ 271323 w 3024845"/>
                <a:gd name="connsiteY20-26940" fmla="*/ 585842 h 1059043"/>
                <a:gd name="connsiteX21-26941" fmla="*/ 283737 w 3024845"/>
                <a:gd name="connsiteY21-26942" fmla="*/ 585842 h 1059043"/>
                <a:gd name="connsiteX22-26943" fmla="*/ 283737 w 3024845"/>
                <a:gd name="connsiteY22-26944" fmla="*/ 618268 h 1059043"/>
                <a:gd name="connsiteX23-26945" fmla="*/ 284750 w 3024845"/>
                <a:gd name="connsiteY23-26946" fmla="*/ 618809 h 1059043"/>
                <a:gd name="connsiteX24-26947" fmla="*/ 291844 w 3024845"/>
                <a:gd name="connsiteY24-26948" fmla="*/ 622592 h 1059043"/>
                <a:gd name="connsiteX25-26949" fmla="*/ 291844 w 3024845"/>
                <a:gd name="connsiteY25-26950" fmla="*/ 623943 h 1059043"/>
                <a:gd name="connsiteX26-26951" fmla="*/ 291844 w 3024845"/>
                <a:gd name="connsiteY26-26952" fmla="*/ 633401 h 1059043"/>
                <a:gd name="connsiteX27-26953" fmla="*/ 336431 w 3024845"/>
                <a:gd name="connsiteY27-26954" fmla="*/ 633401 h 1059043"/>
                <a:gd name="connsiteX28-26955" fmla="*/ 336431 w 3024845"/>
                <a:gd name="connsiteY28-26956" fmla="*/ 634482 h 1059043"/>
                <a:gd name="connsiteX29-26957" fmla="*/ 336431 w 3024845"/>
                <a:gd name="connsiteY29-26958" fmla="*/ 642048 h 1059043"/>
                <a:gd name="connsiteX30-26959" fmla="*/ 338457 w 3024845"/>
                <a:gd name="connsiteY30-26960" fmla="*/ 642048 h 1059043"/>
                <a:gd name="connsiteX31-26961" fmla="*/ 352644 w 3024845"/>
                <a:gd name="connsiteY31-26962" fmla="*/ 642048 h 1059043"/>
                <a:gd name="connsiteX32-26963" fmla="*/ 352644 w 3024845"/>
                <a:gd name="connsiteY32-26964" fmla="*/ 611783 h 1059043"/>
                <a:gd name="connsiteX33-26965" fmla="*/ 397231 w 3024845"/>
                <a:gd name="connsiteY33-26966" fmla="*/ 611783 h 1059043"/>
                <a:gd name="connsiteX34-26967" fmla="*/ 397231 w 3024845"/>
                <a:gd name="connsiteY34-26968" fmla="*/ 610432 h 1059043"/>
                <a:gd name="connsiteX35-26969" fmla="*/ 397231 w 3024845"/>
                <a:gd name="connsiteY35-26970" fmla="*/ 600974 h 1059043"/>
                <a:gd name="connsiteX36-26971" fmla="*/ 398245 w 3024845"/>
                <a:gd name="connsiteY36-26972" fmla="*/ 600974 h 1059043"/>
                <a:gd name="connsiteX37-26973" fmla="*/ 405338 w 3024845"/>
                <a:gd name="connsiteY37-26974" fmla="*/ 600974 h 1059043"/>
                <a:gd name="connsiteX38-26975" fmla="*/ 405338 w 3024845"/>
                <a:gd name="connsiteY38-26976" fmla="*/ 599083 h 1059043"/>
                <a:gd name="connsiteX39-26977" fmla="*/ 405338 w 3024845"/>
                <a:gd name="connsiteY39-26978" fmla="*/ 585842 h 1059043"/>
                <a:gd name="connsiteX40-26979" fmla="*/ 406098 w 3024845"/>
                <a:gd name="connsiteY40-26980" fmla="*/ 585842 h 1059043"/>
                <a:gd name="connsiteX41-26981" fmla="*/ 411418 w 3024845"/>
                <a:gd name="connsiteY41-26982" fmla="*/ 585842 h 1059043"/>
                <a:gd name="connsiteX42-26983" fmla="*/ 411418 w 3024845"/>
                <a:gd name="connsiteY42-26984" fmla="*/ 584761 h 1059043"/>
                <a:gd name="connsiteX43-26985" fmla="*/ 411418 w 3024845"/>
                <a:gd name="connsiteY43-26986" fmla="*/ 577194 h 1059043"/>
                <a:gd name="connsiteX44-26987" fmla="*/ 413445 w 3024845"/>
                <a:gd name="connsiteY44-26988" fmla="*/ 577194 h 1059043"/>
                <a:gd name="connsiteX45-26989" fmla="*/ 427632 w 3024845"/>
                <a:gd name="connsiteY45-26990" fmla="*/ 577194 h 1059043"/>
                <a:gd name="connsiteX46-26991" fmla="*/ 427632 w 3024845"/>
                <a:gd name="connsiteY46-26992" fmla="*/ 578275 h 1059043"/>
                <a:gd name="connsiteX47-26993" fmla="*/ 427632 w 3024845"/>
                <a:gd name="connsiteY47-26994" fmla="*/ 585842 h 1059043"/>
                <a:gd name="connsiteX48-26995" fmla="*/ 449925 w 3024845"/>
                <a:gd name="connsiteY48-26996" fmla="*/ 585842 h 1059043"/>
                <a:gd name="connsiteX49-26997" fmla="*/ 449925 w 3024845"/>
                <a:gd name="connsiteY49-26998" fmla="*/ 583950 h 1059043"/>
                <a:gd name="connsiteX50-26999" fmla="*/ 449925 w 3024845"/>
                <a:gd name="connsiteY50-27000" fmla="*/ 570709 h 1059043"/>
                <a:gd name="connsiteX51-27001" fmla="*/ 451699 w 3024845"/>
                <a:gd name="connsiteY51-27002" fmla="*/ 570709 h 1059043"/>
                <a:gd name="connsiteX52-27003" fmla="*/ 464112 w 3024845"/>
                <a:gd name="connsiteY52-27004" fmla="*/ 570709 h 1059043"/>
                <a:gd name="connsiteX53-27005" fmla="*/ 464112 w 3024845"/>
                <a:gd name="connsiteY53-27006" fmla="*/ 594489 h 1059043"/>
                <a:gd name="connsiteX54-27007" fmla="*/ 465126 w 3024845"/>
                <a:gd name="connsiteY54-27008" fmla="*/ 594489 h 1059043"/>
                <a:gd name="connsiteX55-27009" fmla="*/ 472219 w 3024845"/>
                <a:gd name="connsiteY55-27010" fmla="*/ 594489 h 1059043"/>
                <a:gd name="connsiteX56-27011" fmla="*/ 472219 w 3024845"/>
                <a:gd name="connsiteY56-27012" fmla="*/ 593408 h 1059043"/>
                <a:gd name="connsiteX57-27013" fmla="*/ 472219 w 3024845"/>
                <a:gd name="connsiteY57-27014" fmla="*/ 585842 h 1059043"/>
                <a:gd name="connsiteX58-27015" fmla="*/ 473992 w 3024845"/>
                <a:gd name="connsiteY58-27016" fmla="*/ 585842 h 1059043"/>
                <a:gd name="connsiteX59-27017" fmla="*/ 486406 w 3024845"/>
                <a:gd name="connsiteY59-27018" fmla="*/ 585842 h 1059043"/>
                <a:gd name="connsiteX60-27019" fmla="*/ 486406 w 3024845"/>
                <a:gd name="connsiteY60-27020" fmla="*/ 611783 h 1059043"/>
                <a:gd name="connsiteX61-27021" fmla="*/ 488433 w 3024845"/>
                <a:gd name="connsiteY61-27022" fmla="*/ 611783 h 1059043"/>
                <a:gd name="connsiteX62-27023" fmla="*/ 502619 w 3024845"/>
                <a:gd name="connsiteY62-27024" fmla="*/ 611783 h 1059043"/>
                <a:gd name="connsiteX63-27025" fmla="*/ 502619 w 3024845"/>
                <a:gd name="connsiteY63-27026" fmla="*/ 613404 h 1059043"/>
                <a:gd name="connsiteX64-27027" fmla="*/ 502619 w 3024845"/>
                <a:gd name="connsiteY64-27028" fmla="*/ 624754 h 1059043"/>
                <a:gd name="connsiteX65-27029" fmla="*/ 503379 w 3024845"/>
                <a:gd name="connsiteY65-27030" fmla="*/ 624754 h 1059043"/>
                <a:gd name="connsiteX66-27031" fmla="*/ 508700 w 3024845"/>
                <a:gd name="connsiteY66-27032" fmla="*/ 624754 h 1059043"/>
                <a:gd name="connsiteX67-27033" fmla="*/ 508700 w 3024845"/>
                <a:gd name="connsiteY67-27034" fmla="*/ 623943 h 1059043"/>
                <a:gd name="connsiteX68-27035" fmla="*/ 508700 w 3024845"/>
                <a:gd name="connsiteY68-27036" fmla="*/ 618268 h 1059043"/>
                <a:gd name="connsiteX69-27037" fmla="*/ 539100 w 3024845"/>
                <a:gd name="connsiteY69-27038" fmla="*/ 618268 h 1059043"/>
                <a:gd name="connsiteX70-27039" fmla="*/ 539100 w 3024845"/>
                <a:gd name="connsiteY70-27040" fmla="*/ 642048 h 1059043"/>
                <a:gd name="connsiteX71-27041" fmla="*/ 540113 w 3024845"/>
                <a:gd name="connsiteY71-27042" fmla="*/ 642048 h 1059043"/>
                <a:gd name="connsiteX72-27043" fmla="*/ 547207 w 3024845"/>
                <a:gd name="connsiteY72-27044" fmla="*/ 642048 h 1059043"/>
                <a:gd name="connsiteX73-27045" fmla="*/ 547207 w 3024845"/>
                <a:gd name="connsiteY73-27046" fmla="*/ 643129 h 1059043"/>
                <a:gd name="connsiteX74-27047" fmla="*/ 547207 w 3024845"/>
                <a:gd name="connsiteY74-27048" fmla="*/ 650695 h 1059043"/>
                <a:gd name="connsiteX75-27049" fmla="*/ 547967 w 3024845"/>
                <a:gd name="connsiteY75-27050" fmla="*/ 650695 h 1059043"/>
                <a:gd name="connsiteX76-27051" fmla="*/ 553287 w 3024845"/>
                <a:gd name="connsiteY76-27052" fmla="*/ 650695 h 1059043"/>
                <a:gd name="connsiteX77-27053" fmla="*/ 553287 w 3024845"/>
                <a:gd name="connsiteY77-27054" fmla="*/ 648533 h 1059043"/>
                <a:gd name="connsiteX78-27055" fmla="*/ 553287 w 3024845"/>
                <a:gd name="connsiteY78-27056" fmla="*/ 633401 h 1059043"/>
                <a:gd name="connsiteX79-27057" fmla="*/ 554300 w 3024845"/>
                <a:gd name="connsiteY79-27058" fmla="*/ 633401 h 1059043"/>
                <a:gd name="connsiteX80-27059" fmla="*/ 561394 w 3024845"/>
                <a:gd name="connsiteY80-27060" fmla="*/ 633401 h 1059043"/>
                <a:gd name="connsiteX81-27061" fmla="*/ 561394 w 3024845"/>
                <a:gd name="connsiteY81-27062" fmla="*/ 634482 h 1059043"/>
                <a:gd name="connsiteX82-27063" fmla="*/ 561394 w 3024845"/>
                <a:gd name="connsiteY82-27064" fmla="*/ 642048 h 1059043"/>
                <a:gd name="connsiteX83-27065" fmla="*/ 566714 w 3024845"/>
                <a:gd name="connsiteY83-27066" fmla="*/ 640055 h 1059043"/>
                <a:gd name="connsiteX84-27067" fmla="*/ 567474 w 3024845"/>
                <a:gd name="connsiteY84-27068" fmla="*/ 639075 h 1059043"/>
                <a:gd name="connsiteX85-27069" fmla="*/ 567474 w 3024845"/>
                <a:gd name="connsiteY85-27070" fmla="*/ 633401 h 1059043"/>
                <a:gd name="connsiteX86-27071" fmla="*/ 605981 w 3024845"/>
                <a:gd name="connsiteY86-27072" fmla="*/ 633401 h 1059043"/>
                <a:gd name="connsiteX87-27073" fmla="*/ 605981 w 3024845"/>
                <a:gd name="connsiteY87-27074" fmla="*/ 657180 h 1059043"/>
                <a:gd name="connsiteX88-27075" fmla="*/ 608007 w 3024845"/>
                <a:gd name="connsiteY88-27076" fmla="*/ 657180 h 1059043"/>
                <a:gd name="connsiteX89-27077" fmla="*/ 622194 w 3024845"/>
                <a:gd name="connsiteY89-27078" fmla="*/ 657180 h 1059043"/>
                <a:gd name="connsiteX90-27079" fmla="*/ 622194 w 3024845"/>
                <a:gd name="connsiteY90-27080" fmla="*/ 658261 h 1059043"/>
                <a:gd name="connsiteX91-27081" fmla="*/ 622194 w 3024845"/>
                <a:gd name="connsiteY91-27082" fmla="*/ 665827 h 1059043"/>
                <a:gd name="connsiteX92-27083" fmla="*/ 623968 w 3024845"/>
                <a:gd name="connsiteY92-27084" fmla="*/ 665827 h 1059043"/>
                <a:gd name="connsiteX93-27085" fmla="*/ 636381 w 3024845"/>
                <a:gd name="connsiteY93-27086" fmla="*/ 665827 h 1059043"/>
                <a:gd name="connsiteX94-27087" fmla="*/ 636381 w 3024845"/>
                <a:gd name="connsiteY94-27088" fmla="*/ 642048 h 1059043"/>
                <a:gd name="connsiteX95-27089" fmla="*/ 637394 w 3024845"/>
                <a:gd name="connsiteY95-27090" fmla="*/ 642048 h 1059043"/>
                <a:gd name="connsiteX96-27091" fmla="*/ 644488 w 3024845"/>
                <a:gd name="connsiteY96-27092" fmla="*/ 642048 h 1059043"/>
                <a:gd name="connsiteX97-27093" fmla="*/ 644488 w 3024845"/>
                <a:gd name="connsiteY97-27094" fmla="*/ 609621 h 1059043"/>
                <a:gd name="connsiteX98-27095" fmla="*/ 645501 w 3024845"/>
                <a:gd name="connsiteY98-27096" fmla="*/ 609621 h 1059043"/>
                <a:gd name="connsiteX99-27097" fmla="*/ 652595 w 3024845"/>
                <a:gd name="connsiteY99-27098" fmla="*/ 609621 h 1059043"/>
                <a:gd name="connsiteX100-27099" fmla="*/ 652595 w 3024845"/>
                <a:gd name="connsiteY100-27100" fmla="*/ 607730 h 1059043"/>
                <a:gd name="connsiteX101-27101" fmla="*/ 652595 w 3024845"/>
                <a:gd name="connsiteY101-27102" fmla="*/ 594489 h 1059043"/>
                <a:gd name="connsiteX102-27103" fmla="*/ 651328 w 3024845"/>
                <a:gd name="connsiteY102-27104" fmla="*/ 592867 h 1059043"/>
                <a:gd name="connsiteX103-27105" fmla="*/ 656648 w 3024845"/>
                <a:gd name="connsiteY103-27106" fmla="*/ 581518 h 1059043"/>
                <a:gd name="connsiteX104-27107" fmla="*/ 664755 w 3024845"/>
                <a:gd name="connsiteY104-27108" fmla="*/ 609621 h 1059043"/>
                <a:gd name="connsiteX105-27109" fmla="*/ 665515 w 3024845"/>
                <a:gd name="connsiteY105-27110" fmla="*/ 609621 h 1059043"/>
                <a:gd name="connsiteX106-27111" fmla="*/ 670835 w 3024845"/>
                <a:gd name="connsiteY106-27112" fmla="*/ 609621 h 1059043"/>
                <a:gd name="connsiteX107-27113" fmla="*/ 670835 w 3024845"/>
                <a:gd name="connsiteY107-27114" fmla="*/ 503694 h 1059043"/>
                <a:gd name="connsiteX108-27115" fmla="*/ 672355 w 3024845"/>
                <a:gd name="connsiteY108-27116" fmla="*/ 503694 h 1059043"/>
                <a:gd name="connsiteX109-27117" fmla="*/ 682995 w 3024845"/>
                <a:gd name="connsiteY109-27118" fmla="*/ 503694 h 1059043"/>
                <a:gd name="connsiteX110-27119" fmla="*/ 682995 w 3024845"/>
                <a:gd name="connsiteY110-27120" fmla="*/ 456135 h 1059043"/>
                <a:gd name="connsiteX111-27121" fmla="*/ 709342 w 3024845"/>
                <a:gd name="connsiteY111-27122" fmla="*/ 456135 h 1059043"/>
                <a:gd name="connsiteX112-27123" fmla="*/ 709342 w 3024845"/>
                <a:gd name="connsiteY112-27124" fmla="*/ 434517 h 1059043"/>
                <a:gd name="connsiteX113-27125" fmla="*/ 743796 w 3024845"/>
                <a:gd name="connsiteY113-27126" fmla="*/ 434517 h 1059043"/>
                <a:gd name="connsiteX114-27127" fmla="*/ 743796 w 3024845"/>
                <a:gd name="connsiteY114-27128" fmla="*/ 436949 h 1059043"/>
                <a:gd name="connsiteX115-27129" fmla="*/ 743796 w 3024845"/>
                <a:gd name="connsiteY115-27130" fmla="*/ 453973 h 1059043"/>
                <a:gd name="connsiteX116-27131" fmla="*/ 746076 w 3024845"/>
                <a:gd name="connsiteY116-27132" fmla="*/ 453973 h 1059043"/>
                <a:gd name="connsiteX117-27133" fmla="*/ 762036 w 3024845"/>
                <a:gd name="connsiteY117-27134" fmla="*/ 453973 h 1059043"/>
                <a:gd name="connsiteX118-27135" fmla="*/ 762036 w 3024845"/>
                <a:gd name="connsiteY118-27136" fmla="*/ 501532 h 1059043"/>
                <a:gd name="connsiteX119-27137" fmla="*/ 763049 w 3024845"/>
                <a:gd name="connsiteY119-27138" fmla="*/ 501532 h 1059043"/>
                <a:gd name="connsiteX120-27139" fmla="*/ 770143 w 3024845"/>
                <a:gd name="connsiteY120-27140" fmla="*/ 501532 h 1059043"/>
                <a:gd name="connsiteX121-27141" fmla="*/ 784330 w 3024845"/>
                <a:gd name="connsiteY121-27142" fmla="*/ 505856 h 1059043"/>
                <a:gd name="connsiteX122-27143" fmla="*/ 784330 w 3024845"/>
                <a:gd name="connsiteY122-27144" fmla="*/ 544768 h 1059043"/>
                <a:gd name="connsiteX123-27145" fmla="*/ 785343 w 3024845"/>
                <a:gd name="connsiteY123-27146" fmla="*/ 544768 h 1059043"/>
                <a:gd name="connsiteX124-27147" fmla="*/ 792436 w 3024845"/>
                <a:gd name="connsiteY124-27148" fmla="*/ 544768 h 1059043"/>
                <a:gd name="connsiteX125-27149" fmla="*/ 792436 w 3024845"/>
                <a:gd name="connsiteY125-27150" fmla="*/ 546389 h 1059043"/>
                <a:gd name="connsiteX126-27151" fmla="*/ 792436 w 3024845"/>
                <a:gd name="connsiteY126-27152" fmla="*/ 557738 h 1059043"/>
                <a:gd name="connsiteX127-27153" fmla="*/ 794463 w 3024845"/>
                <a:gd name="connsiteY127-27154" fmla="*/ 557738 h 1059043"/>
                <a:gd name="connsiteX128-27155" fmla="*/ 808650 w 3024845"/>
                <a:gd name="connsiteY128-27156" fmla="*/ 557738 h 1059043"/>
                <a:gd name="connsiteX129-27157" fmla="*/ 814730 w 3024845"/>
                <a:gd name="connsiteY129-27158" fmla="*/ 564224 h 1059043"/>
                <a:gd name="connsiteX130-27159" fmla="*/ 814730 w 3024845"/>
                <a:gd name="connsiteY130-27160" fmla="*/ 585842 h 1059043"/>
                <a:gd name="connsiteX131-27161" fmla="*/ 817010 w 3024845"/>
                <a:gd name="connsiteY131-27162" fmla="*/ 585842 h 1059043"/>
                <a:gd name="connsiteX132-27163" fmla="*/ 832970 w 3024845"/>
                <a:gd name="connsiteY132-27164" fmla="*/ 585842 h 1059043"/>
                <a:gd name="connsiteX133-27165" fmla="*/ 832970 w 3024845"/>
                <a:gd name="connsiteY133-27166" fmla="*/ 586922 h 1059043"/>
                <a:gd name="connsiteX134-27167" fmla="*/ 832970 w 3024845"/>
                <a:gd name="connsiteY134-27168" fmla="*/ 594489 h 1059043"/>
                <a:gd name="connsiteX135-27169" fmla="*/ 834237 w 3024845"/>
                <a:gd name="connsiteY135-27170" fmla="*/ 594489 h 1059043"/>
                <a:gd name="connsiteX136-27171" fmla="*/ 843104 w 3024845"/>
                <a:gd name="connsiteY136-27172" fmla="*/ 594489 h 1059043"/>
                <a:gd name="connsiteX137-27173" fmla="*/ 843104 w 3024845"/>
                <a:gd name="connsiteY137-27174" fmla="*/ 596650 h 1059043"/>
                <a:gd name="connsiteX138-27175" fmla="*/ 843104 w 3024845"/>
                <a:gd name="connsiteY138-27176" fmla="*/ 611783 h 1059043"/>
                <a:gd name="connsiteX139-27177" fmla="*/ 847157 w 3024845"/>
                <a:gd name="connsiteY139-27178" fmla="*/ 609891 h 1059043"/>
                <a:gd name="connsiteX140-27179" fmla="*/ 847157 w 3024845"/>
                <a:gd name="connsiteY140-27180" fmla="*/ 596650 h 1059043"/>
                <a:gd name="connsiteX141-27181" fmla="*/ 848170 w 3024845"/>
                <a:gd name="connsiteY141-27182" fmla="*/ 596650 h 1059043"/>
                <a:gd name="connsiteX142-27183" fmla="*/ 855264 w 3024845"/>
                <a:gd name="connsiteY142-27184" fmla="*/ 596650 h 1059043"/>
                <a:gd name="connsiteX143-27185" fmla="*/ 855264 w 3024845"/>
                <a:gd name="connsiteY143-27186" fmla="*/ 598272 h 1059043"/>
                <a:gd name="connsiteX144-27187" fmla="*/ 855264 w 3024845"/>
                <a:gd name="connsiteY144-27188" fmla="*/ 609621 h 1059043"/>
                <a:gd name="connsiteX145-27189" fmla="*/ 856024 w 3024845"/>
                <a:gd name="connsiteY145-27190" fmla="*/ 609621 h 1059043"/>
                <a:gd name="connsiteX146-27191" fmla="*/ 861344 w 3024845"/>
                <a:gd name="connsiteY146-27192" fmla="*/ 609621 h 1059043"/>
                <a:gd name="connsiteX147-27193" fmla="*/ 909984 w 3024845"/>
                <a:gd name="connsiteY147-27194" fmla="*/ 605298 h 1059043"/>
                <a:gd name="connsiteX148-27195" fmla="*/ 909984 w 3024845"/>
                <a:gd name="connsiteY148-27196" fmla="*/ 606649 h 1059043"/>
                <a:gd name="connsiteX149-27197" fmla="*/ 909984 w 3024845"/>
                <a:gd name="connsiteY149-27198" fmla="*/ 616106 h 1059043"/>
                <a:gd name="connsiteX150-27199" fmla="*/ 910744 w 3024845"/>
                <a:gd name="connsiteY150-27200" fmla="*/ 616106 h 1059043"/>
                <a:gd name="connsiteX151-27201" fmla="*/ 916065 w 3024845"/>
                <a:gd name="connsiteY151-27202" fmla="*/ 616106 h 1059043"/>
                <a:gd name="connsiteX152-27203" fmla="*/ 916065 w 3024845"/>
                <a:gd name="connsiteY152-27204" fmla="*/ 618268 h 1059043"/>
                <a:gd name="connsiteX153-27205" fmla="*/ 916065 w 3024845"/>
                <a:gd name="connsiteY153-27206" fmla="*/ 633401 h 1059043"/>
                <a:gd name="connsiteX154-27207" fmla="*/ 918091 w 3024845"/>
                <a:gd name="connsiteY154-27208" fmla="*/ 632050 h 1059043"/>
                <a:gd name="connsiteX155-27209" fmla="*/ 932278 w 3024845"/>
                <a:gd name="connsiteY155-27210" fmla="*/ 622592 h 1059043"/>
                <a:gd name="connsiteX156-27211" fmla="*/ 938358 w 3024845"/>
                <a:gd name="connsiteY156-27212" fmla="*/ 581518 h 1059043"/>
                <a:gd name="connsiteX157-27213" fmla="*/ 939118 w 3024845"/>
                <a:gd name="connsiteY157-27214" fmla="*/ 581248 h 1059043"/>
                <a:gd name="connsiteX158-27215" fmla="*/ 944438 w 3024845"/>
                <a:gd name="connsiteY158-27216" fmla="*/ 579356 h 1059043"/>
                <a:gd name="connsiteX159-27217" fmla="*/ 946465 w 3024845"/>
                <a:gd name="connsiteY159-27218" fmla="*/ 510179 h 1059043"/>
                <a:gd name="connsiteX160-27219" fmla="*/ 948492 w 3024845"/>
                <a:gd name="connsiteY160-27220" fmla="*/ 579356 h 1059043"/>
                <a:gd name="connsiteX161-27221" fmla="*/ 949252 w 3024845"/>
                <a:gd name="connsiteY161-27222" fmla="*/ 579626 h 1059043"/>
                <a:gd name="connsiteX162-27223" fmla="*/ 954572 w 3024845"/>
                <a:gd name="connsiteY162-27224" fmla="*/ 581518 h 1059043"/>
                <a:gd name="connsiteX163-27225" fmla="*/ 954572 w 3024845"/>
                <a:gd name="connsiteY163-27226" fmla="*/ 495047 h 1059043"/>
                <a:gd name="connsiteX164-27227" fmla="*/ 958625 w 3024845"/>
                <a:gd name="connsiteY164-27228" fmla="*/ 462620 h 1059043"/>
                <a:gd name="connsiteX165-27229" fmla="*/ 997132 w 3024845"/>
                <a:gd name="connsiteY165-27230" fmla="*/ 462620 h 1059043"/>
                <a:gd name="connsiteX166-27231" fmla="*/ 997132 w 3024845"/>
                <a:gd name="connsiteY166-27232" fmla="*/ 495047 h 1059043"/>
                <a:gd name="connsiteX167-27233" fmla="*/ 997892 w 3024845"/>
                <a:gd name="connsiteY167-27234" fmla="*/ 495047 h 1059043"/>
                <a:gd name="connsiteX168-27235" fmla="*/ 1003212 w 3024845"/>
                <a:gd name="connsiteY168-27236" fmla="*/ 495047 h 1059043"/>
                <a:gd name="connsiteX169-27237" fmla="*/ 1003212 w 3024845"/>
                <a:gd name="connsiteY169-27238" fmla="*/ 412899 h 1059043"/>
                <a:gd name="connsiteX170-27239" fmla="*/ 1004986 w 3024845"/>
                <a:gd name="connsiteY170-27240" fmla="*/ 412899 h 1059043"/>
                <a:gd name="connsiteX171-27241" fmla="*/ 1017399 w 3024845"/>
                <a:gd name="connsiteY171-27242" fmla="*/ 412899 h 1059043"/>
                <a:gd name="connsiteX172-27243" fmla="*/ 1017399 w 3024845"/>
                <a:gd name="connsiteY172-27244" fmla="*/ 411008 h 1059043"/>
                <a:gd name="connsiteX173-27245" fmla="*/ 1017399 w 3024845"/>
                <a:gd name="connsiteY173-27246" fmla="*/ 397767 h 1059043"/>
                <a:gd name="connsiteX174-27247" fmla="*/ 1039693 w 3024845"/>
                <a:gd name="connsiteY174-27248" fmla="*/ 397767 h 1059043"/>
                <a:gd name="connsiteX175-27249" fmla="*/ 1039693 w 3024845"/>
                <a:gd name="connsiteY175-27250" fmla="*/ 396686 h 1059043"/>
                <a:gd name="connsiteX176-27251" fmla="*/ 1039693 w 3024845"/>
                <a:gd name="connsiteY176-27252" fmla="*/ 389120 h 1059043"/>
                <a:gd name="connsiteX177-27253" fmla="*/ 1041466 w 3024845"/>
                <a:gd name="connsiteY177-27254" fmla="*/ 389120 h 1059043"/>
                <a:gd name="connsiteX178-27255" fmla="*/ 1053880 w 3024845"/>
                <a:gd name="connsiteY178-27256" fmla="*/ 389120 h 1059043"/>
                <a:gd name="connsiteX179-27257" fmla="*/ 1053880 w 3024845"/>
                <a:gd name="connsiteY179-27258" fmla="*/ 390201 h 1059043"/>
                <a:gd name="connsiteX180-27259" fmla="*/ 1053880 w 3024845"/>
                <a:gd name="connsiteY180-27260" fmla="*/ 397767 h 1059043"/>
                <a:gd name="connsiteX181-27261" fmla="*/ 1054640 w 3024845"/>
                <a:gd name="connsiteY181-27262" fmla="*/ 397767 h 1059043"/>
                <a:gd name="connsiteX182-27263" fmla="*/ 1059960 w 3024845"/>
                <a:gd name="connsiteY182-27264" fmla="*/ 397767 h 1059043"/>
                <a:gd name="connsiteX183-27265" fmla="*/ 1070093 w 3024845"/>
                <a:gd name="connsiteY183-27266" fmla="*/ 393443 h 1059043"/>
                <a:gd name="connsiteX184-27267" fmla="*/ 1074146 w 3024845"/>
                <a:gd name="connsiteY184-27268" fmla="*/ 396686 h 1059043"/>
                <a:gd name="connsiteX185-27269" fmla="*/ 1074146 w 3024845"/>
                <a:gd name="connsiteY185-27270" fmla="*/ 389120 h 1059043"/>
                <a:gd name="connsiteX186-27271" fmla="*/ 1076426 w 3024845"/>
                <a:gd name="connsiteY186-27272" fmla="*/ 389120 h 1059043"/>
                <a:gd name="connsiteX187-27273" fmla="*/ 1092387 w 3024845"/>
                <a:gd name="connsiteY187-27274" fmla="*/ 389120 h 1059043"/>
                <a:gd name="connsiteX188-27275" fmla="*/ 1092387 w 3024845"/>
                <a:gd name="connsiteY188-27276" fmla="*/ 390201 h 1059043"/>
                <a:gd name="connsiteX189-27277" fmla="*/ 1092387 w 3024845"/>
                <a:gd name="connsiteY189-27278" fmla="*/ 397767 h 1059043"/>
                <a:gd name="connsiteX190-27279" fmla="*/ 1122787 w 3024845"/>
                <a:gd name="connsiteY190-27280" fmla="*/ 397767 h 1059043"/>
                <a:gd name="connsiteX191-27281" fmla="*/ 1122787 w 3024845"/>
                <a:gd name="connsiteY191-27282" fmla="*/ 399388 h 1059043"/>
                <a:gd name="connsiteX192-27283" fmla="*/ 1122787 w 3024845"/>
                <a:gd name="connsiteY192-27284" fmla="*/ 410738 h 1059043"/>
                <a:gd name="connsiteX193-27285" fmla="*/ 1149134 w 3024845"/>
                <a:gd name="connsiteY193-27286" fmla="*/ 410738 h 1059043"/>
                <a:gd name="connsiteX194-27287" fmla="*/ 1149134 w 3024845"/>
                <a:gd name="connsiteY194-27288" fmla="*/ 441002 h 1059043"/>
                <a:gd name="connsiteX195-27289" fmla="*/ 1149894 w 3024845"/>
                <a:gd name="connsiteY195-27290" fmla="*/ 441002 h 1059043"/>
                <a:gd name="connsiteX196-27291" fmla="*/ 1155214 w 3024845"/>
                <a:gd name="connsiteY196-27292" fmla="*/ 441002 h 1059043"/>
                <a:gd name="connsiteX197-27293" fmla="*/ 1155214 w 3024845"/>
                <a:gd name="connsiteY197-27294" fmla="*/ 442083 h 1059043"/>
                <a:gd name="connsiteX198-27295" fmla="*/ 1155214 w 3024845"/>
                <a:gd name="connsiteY198-27296" fmla="*/ 449650 h 1059043"/>
                <a:gd name="connsiteX199-27297" fmla="*/ 1159268 w 3024845"/>
                <a:gd name="connsiteY199-27298" fmla="*/ 479914 h 1059043"/>
                <a:gd name="connsiteX200-27299" fmla="*/ 1160028 w 3024845"/>
                <a:gd name="connsiteY200-27300" fmla="*/ 479914 h 1059043"/>
                <a:gd name="connsiteX201-27301" fmla="*/ 1165348 w 3024845"/>
                <a:gd name="connsiteY201-27302" fmla="*/ 479914 h 1059043"/>
                <a:gd name="connsiteX202-27303" fmla="*/ 1165348 w 3024845"/>
                <a:gd name="connsiteY202-27304" fmla="*/ 480725 h 1059043"/>
                <a:gd name="connsiteX203-27305" fmla="*/ 1165348 w 3024845"/>
                <a:gd name="connsiteY203-27306" fmla="*/ 486400 h 1059043"/>
                <a:gd name="connsiteX204-27307" fmla="*/ 1166361 w 3024845"/>
                <a:gd name="connsiteY204-27308" fmla="*/ 486400 h 1059043"/>
                <a:gd name="connsiteX205-27309" fmla="*/ 1173454 w 3024845"/>
                <a:gd name="connsiteY205-27310" fmla="*/ 486400 h 1059043"/>
                <a:gd name="connsiteX206-27311" fmla="*/ 1173454 w 3024845"/>
                <a:gd name="connsiteY206-27312" fmla="*/ 516665 h 1059043"/>
                <a:gd name="connsiteX207-27313" fmla="*/ 1175481 w 3024845"/>
                <a:gd name="connsiteY207-27314" fmla="*/ 516665 h 1059043"/>
                <a:gd name="connsiteX208-27315" fmla="*/ 1189668 w 3024845"/>
                <a:gd name="connsiteY208-27316" fmla="*/ 516665 h 1059043"/>
                <a:gd name="connsiteX209-27317" fmla="*/ 1189668 w 3024845"/>
                <a:gd name="connsiteY209-27318" fmla="*/ 540444 h 1059043"/>
                <a:gd name="connsiteX210-27319" fmla="*/ 1191695 w 3024845"/>
                <a:gd name="connsiteY210-27320" fmla="*/ 542065 h 1059043"/>
                <a:gd name="connsiteX211-27321" fmla="*/ 1191695 w 3024845"/>
                <a:gd name="connsiteY211-27322" fmla="*/ 553415 h 1059043"/>
                <a:gd name="connsiteX212-27323" fmla="*/ 1192455 w 3024845"/>
                <a:gd name="connsiteY212-27324" fmla="*/ 553415 h 1059043"/>
                <a:gd name="connsiteX213-27325" fmla="*/ 1197775 w 3024845"/>
                <a:gd name="connsiteY213-27326" fmla="*/ 553415 h 1059043"/>
                <a:gd name="connsiteX214-27327" fmla="*/ 1197775 w 3024845"/>
                <a:gd name="connsiteY214-27328" fmla="*/ 577194 h 1059043"/>
                <a:gd name="connsiteX215-27329" fmla="*/ 1199041 w 3024845"/>
                <a:gd name="connsiteY215-27330" fmla="*/ 577194 h 1059043"/>
                <a:gd name="connsiteX216-27331" fmla="*/ 1207908 w 3024845"/>
                <a:gd name="connsiteY216-27332" fmla="*/ 577194 h 1059043"/>
                <a:gd name="connsiteX217-27333" fmla="*/ 1209935 w 3024845"/>
                <a:gd name="connsiteY217-27334" fmla="*/ 581248 h 1059043"/>
                <a:gd name="connsiteX218-27335" fmla="*/ 1209935 w 3024845"/>
                <a:gd name="connsiteY218-27336" fmla="*/ 594489 h 1059043"/>
                <a:gd name="connsiteX219-27337" fmla="*/ 1211455 w 3024845"/>
                <a:gd name="connsiteY219-27338" fmla="*/ 592597 h 1059043"/>
                <a:gd name="connsiteX220-27339" fmla="*/ 1222095 w 3024845"/>
                <a:gd name="connsiteY220-27340" fmla="*/ 579356 h 1059043"/>
                <a:gd name="connsiteX221-27341" fmla="*/ 1250469 w 3024845"/>
                <a:gd name="connsiteY221-27342" fmla="*/ 579356 h 1059043"/>
                <a:gd name="connsiteX222-27343" fmla="*/ 1250469 w 3024845"/>
                <a:gd name="connsiteY222-27344" fmla="*/ 665827 h 1059043"/>
                <a:gd name="connsiteX223-27345" fmla="*/ 1251229 w 3024845"/>
                <a:gd name="connsiteY223-27346" fmla="*/ 665827 h 1059043"/>
                <a:gd name="connsiteX224-27347" fmla="*/ 1256549 w 3024845"/>
                <a:gd name="connsiteY224-27348" fmla="*/ 665827 h 1059043"/>
                <a:gd name="connsiteX225-27349" fmla="*/ 1257309 w 3024845"/>
                <a:gd name="connsiteY225-27350" fmla="*/ 664476 h 1059043"/>
                <a:gd name="connsiteX226-27351" fmla="*/ 1262629 w 3024845"/>
                <a:gd name="connsiteY226-27352" fmla="*/ 655018 h 1059043"/>
                <a:gd name="connsiteX227-27353" fmla="*/ 1262629 w 3024845"/>
                <a:gd name="connsiteY227-27354" fmla="*/ 656910 h 1059043"/>
                <a:gd name="connsiteX228-27355" fmla="*/ 1262629 w 3024845"/>
                <a:gd name="connsiteY228-27356" fmla="*/ 670151 h 1059043"/>
                <a:gd name="connsiteX229-27357" fmla="*/ 1266682 w 3024845"/>
                <a:gd name="connsiteY229-27358" fmla="*/ 624754 h 1059043"/>
                <a:gd name="connsiteX230-27359" fmla="*/ 1267442 w 3024845"/>
                <a:gd name="connsiteY230-27360" fmla="*/ 624754 h 1059043"/>
                <a:gd name="connsiteX231-27361" fmla="*/ 1272762 w 3024845"/>
                <a:gd name="connsiteY231-27362" fmla="*/ 624754 h 1059043"/>
                <a:gd name="connsiteX232-27363" fmla="*/ 1272762 w 3024845"/>
                <a:gd name="connsiteY232-27364" fmla="*/ 559900 h 1059043"/>
                <a:gd name="connsiteX233-27365" fmla="*/ 1273776 w 3024845"/>
                <a:gd name="connsiteY233-27366" fmla="*/ 559900 h 1059043"/>
                <a:gd name="connsiteX234-27367" fmla="*/ 1280869 w 3024845"/>
                <a:gd name="connsiteY234-27368" fmla="*/ 559900 h 1059043"/>
                <a:gd name="connsiteX235-27369" fmla="*/ 1293029 w 3024845"/>
                <a:gd name="connsiteY235-27370" fmla="*/ 516665 h 1059043"/>
                <a:gd name="connsiteX236-27371" fmla="*/ 1294296 w 3024845"/>
                <a:gd name="connsiteY236-27372" fmla="*/ 516665 h 1059043"/>
                <a:gd name="connsiteX237-27373" fmla="*/ 1303163 w 3024845"/>
                <a:gd name="connsiteY237-27374" fmla="*/ 516665 h 1059043"/>
                <a:gd name="connsiteX238-27375" fmla="*/ 1313296 w 3024845"/>
                <a:gd name="connsiteY238-27376" fmla="*/ 559900 h 1059043"/>
                <a:gd name="connsiteX239-27377" fmla="*/ 1314309 w 3024845"/>
                <a:gd name="connsiteY239-27378" fmla="*/ 559900 h 1059043"/>
                <a:gd name="connsiteX240-27379" fmla="*/ 1321403 w 3024845"/>
                <a:gd name="connsiteY240-27380" fmla="*/ 559900 h 1059043"/>
                <a:gd name="connsiteX241-27381" fmla="*/ 1321403 w 3024845"/>
                <a:gd name="connsiteY241-27382" fmla="*/ 598812 h 1059043"/>
                <a:gd name="connsiteX242-27383" fmla="*/ 1323176 w 3024845"/>
                <a:gd name="connsiteY242-27384" fmla="*/ 598812 h 1059043"/>
                <a:gd name="connsiteX243-27385" fmla="*/ 1335590 w 3024845"/>
                <a:gd name="connsiteY243-27386" fmla="*/ 598812 h 1059043"/>
                <a:gd name="connsiteX244-27387" fmla="*/ 1335590 w 3024845"/>
                <a:gd name="connsiteY244-27388" fmla="*/ 600974 h 1059043"/>
                <a:gd name="connsiteX245-27389" fmla="*/ 1335590 w 3024845"/>
                <a:gd name="connsiteY245-27390" fmla="*/ 616106 h 1059043"/>
                <a:gd name="connsiteX246-27391" fmla="*/ 1339643 w 3024845"/>
                <a:gd name="connsiteY246-27392" fmla="*/ 613945 h 1059043"/>
                <a:gd name="connsiteX247-27393" fmla="*/ 1339643 w 3024845"/>
                <a:gd name="connsiteY247-27394" fmla="*/ 598812 h 1059043"/>
                <a:gd name="connsiteX248-27395" fmla="*/ 1341163 w 3024845"/>
                <a:gd name="connsiteY248-27396" fmla="*/ 598812 h 1059043"/>
                <a:gd name="connsiteX249-27397" fmla="*/ 1351803 w 3024845"/>
                <a:gd name="connsiteY249-27398" fmla="*/ 598812 h 1059043"/>
                <a:gd name="connsiteX250-27399" fmla="*/ 1351803 w 3024845"/>
                <a:gd name="connsiteY250-27400" fmla="*/ 600433 h 1059043"/>
                <a:gd name="connsiteX251-27401" fmla="*/ 1351803 w 3024845"/>
                <a:gd name="connsiteY251-27402" fmla="*/ 611783 h 1059043"/>
                <a:gd name="connsiteX252-27403" fmla="*/ 1382204 w 3024845"/>
                <a:gd name="connsiteY252-27404" fmla="*/ 611783 h 1059043"/>
                <a:gd name="connsiteX253-27405" fmla="*/ 1382204 w 3024845"/>
                <a:gd name="connsiteY253-27406" fmla="*/ 575033 h 1059043"/>
                <a:gd name="connsiteX254-27407" fmla="*/ 1383470 w 3024845"/>
                <a:gd name="connsiteY254-27408" fmla="*/ 575033 h 1059043"/>
                <a:gd name="connsiteX255-27409" fmla="*/ 1392337 w 3024845"/>
                <a:gd name="connsiteY255-27410" fmla="*/ 575033 h 1059043"/>
                <a:gd name="connsiteX256-27411" fmla="*/ 1392337 w 3024845"/>
                <a:gd name="connsiteY256-27412" fmla="*/ 596650 h 1059043"/>
                <a:gd name="connsiteX257-27413" fmla="*/ 1394364 w 3024845"/>
                <a:gd name="connsiteY257-27414" fmla="*/ 564224 h 1059043"/>
                <a:gd name="connsiteX258-27415" fmla="*/ 1416657 w 3024845"/>
                <a:gd name="connsiteY258-27416" fmla="*/ 564224 h 1059043"/>
                <a:gd name="connsiteX259-27417" fmla="*/ 1416657 w 3024845"/>
                <a:gd name="connsiteY259-27418" fmla="*/ 562602 h 1059043"/>
                <a:gd name="connsiteX260-27419" fmla="*/ 1416657 w 3024845"/>
                <a:gd name="connsiteY260-27420" fmla="*/ 551253 h 1059043"/>
                <a:gd name="connsiteX261-27421" fmla="*/ 1417417 w 3024845"/>
                <a:gd name="connsiteY261-27422" fmla="*/ 551253 h 1059043"/>
                <a:gd name="connsiteX262-27423" fmla="*/ 1422737 w 3024845"/>
                <a:gd name="connsiteY262-27424" fmla="*/ 551253 h 1059043"/>
                <a:gd name="connsiteX263-27425" fmla="*/ 1422737 w 3024845"/>
                <a:gd name="connsiteY263-27426" fmla="*/ 549362 h 1059043"/>
                <a:gd name="connsiteX264-27427" fmla="*/ 1422737 w 3024845"/>
                <a:gd name="connsiteY264-27428" fmla="*/ 536121 h 1059043"/>
                <a:gd name="connsiteX265-27429" fmla="*/ 1426791 w 3024845"/>
                <a:gd name="connsiteY265-27430" fmla="*/ 542606 h 1059043"/>
                <a:gd name="connsiteX266-27431" fmla="*/ 1429071 w 3024845"/>
                <a:gd name="connsiteY266-27432" fmla="*/ 542606 h 1059043"/>
                <a:gd name="connsiteX267-27433" fmla="*/ 1445031 w 3024845"/>
                <a:gd name="connsiteY267-27434" fmla="*/ 542606 h 1059043"/>
                <a:gd name="connsiteX268-27435" fmla="*/ 1445031 w 3024845"/>
                <a:gd name="connsiteY268-27436" fmla="*/ 541795 h 1059043"/>
                <a:gd name="connsiteX269-27437" fmla="*/ 1445031 w 3024845"/>
                <a:gd name="connsiteY269-27438" fmla="*/ 536121 h 1059043"/>
                <a:gd name="connsiteX270-27439" fmla="*/ 1445791 w 3024845"/>
                <a:gd name="connsiteY270-27440" fmla="*/ 536121 h 1059043"/>
                <a:gd name="connsiteX271-27441" fmla="*/ 1451111 w 3024845"/>
                <a:gd name="connsiteY271-27442" fmla="*/ 536121 h 1059043"/>
                <a:gd name="connsiteX272-27443" fmla="*/ 1451111 w 3024845"/>
                <a:gd name="connsiteY272-27444" fmla="*/ 537472 h 1059043"/>
                <a:gd name="connsiteX273-27445" fmla="*/ 1451111 w 3024845"/>
                <a:gd name="connsiteY273-27446" fmla="*/ 546930 h 1059043"/>
                <a:gd name="connsiteX274-27447" fmla="*/ 1489618 w 3024845"/>
                <a:gd name="connsiteY274-27448" fmla="*/ 546930 h 1059043"/>
                <a:gd name="connsiteX275-27449" fmla="*/ 1489618 w 3024845"/>
                <a:gd name="connsiteY275-27450" fmla="*/ 685283 h 1059043"/>
                <a:gd name="connsiteX276-27451" fmla="*/ 1491138 w 3024845"/>
                <a:gd name="connsiteY276-27452" fmla="*/ 685283 h 1059043"/>
                <a:gd name="connsiteX277-27453" fmla="*/ 1501778 w 3024845"/>
                <a:gd name="connsiteY277-27454" fmla="*/ 685283 h 1059043"/>
                <a:gd name="connsiteX278-27455" fmla="*/ 1501778 w 3024845"/>
                <a:gd name="connsiteY278-27456" fmla="*/ 672313 h 1059043"/>
                <a:gd name="connsiteX279-27457" fmla="*/ 1505832 w 3024845"/>
                <a:gd name="connsiteY279-27458" fmla="*/ 672313 h 1059043"/>
                <a:gd name="connsiteX280-27459" fmla="*/ 1505832 w 3024845"/>
                <a:gd name="connsiteY280-27460" fmla="*/ 685283 h 1059043"/>
                <a:gd name="connsiteX281-27461" fmla="*/ 1536232 w 3024845"/>
                <a:gd name="connsiteY281-27462" fmla="*/ 685283 h 1059043"/>
                <a:gd name="connsiteX282-27463" fmla="*/ 1536232 w 3024845"/>
                <a:gd name="connsiteY282-27464" fmla="*/ 655018 h 1059043"/>
                <a:gd name="connsiteX283-27465" fmla="*/ 1548392 w 3024845"/>
                <a:gd name="connsiteY283-27466" fmla="*/ 655018 h 1059043"/>
                <a:gd name="connsiteX284-27467" fmla="*/ 1560552 w 3024845"/>
                <a:gd name="connsiteY284-27468" fmla="*/ 652857 h 1059043"/>
                <a:gd name="connsiteX285-27469" fmla="*/ 1564606 w 3024845"/>
                <a:gd name="connsiteY285-27470" fmla="*/ 655018 h 1059043"/>
                <a:gd name="connsiteX286-27471" fmla="*/ 1574739 w 3024845"/>
                <a:gd name="connsiteY286-27472" fmla="*/ 655018 h 1059043"/>
                <a:gd name="connsiteX287-27473" fmla="*/ 1574739 w 3024845"/>
                <a:gd name="connsiteY287-27474" fmla="*/ 685283 h 1059043"/>
                <a:gd name="connsiteX288-27475" fmla="*/ 1582846 w 3024845"/>
                <a:gd name="connsiteY288-27476" fmla="*/ 685283 h 1059043"/>
                <a:gd name="connsiteX289-27477" fmla="*/ 1582846 w 3024845"/>
                <a:gd name="connsiteY289-27478" fmla="*/ 702578 h 1059043"/>
                <a:gd name="connsiteX290-27479" fmla="*/ 1592182 w 3024845"/>
                <a:gd name="connsiteY290-27480" fmla="*/ 703483 h 1059043"/>
                <a:gd name="connsiteX291-27481" fmla="*/ 1605140 w 3024845"/>
                <a:gd name="connsiteY291-27482" fmla="*/ 703483 h 1059043"/>
                <a:gd name="connsiteX292-27483" fmla="*/ 1605140 w 3024845"/>
                <a:gd name="connsiteY292-27484" fmla="*/ 687445 h 1059043"/>
                <a:gd name="connsiteX293-27485" fmla="*/ 1673096 w 3024845"/>
                <a:gd name="connsiteY293-27486" fmla="*/ 687445 h 1059043"/>
                <a:gd name="connsiteX294-27487" fmla="*/ 1673096 w 3024845"/>
                <a:gd name="connsiteY294-27488" fmla="*/ 602192 h 1059043"/>
                <a:gd name="connsiteX295-27489" fmla="*/ 1745104 w 3024845"/>
                <a:gd name="connsiteY295-27490" fmla="*/ 602192 h 1059043"/>
                <a:gd name="connsiteX296-27491" fmla="*/ 1745104 w 3024845"/>
                <a:gd name="connsiteY296-27492" fmla="*/ 680960 h 1059043"/>
                <a:gd name="connsiteX297-27493" fmla="*/ 1747008 w 3024845"/>
                <a:gd name="connsiteY297-27494" fmla="*/ 680960 h 1059043"/>
                <a:gd name="connsiteX298-27495" fmla="*/ 1748250 w 3024845"/>
                <a:gd name="connsiteY298-27496" fmla="*/ 703483 h 1059043"/>
                <a:gd name="connsiteX299-27497" fmla="*/ 1757926 w 3024845"/>
                <a:gd name="connsiteY299-27498" fmla="*/ 703483 h 1059043"/>
                <a:gd name="connsiteX300-27499" fmla="*/ 1759168 w 3024845"/>
                <a:gd name="connsiteY300-27500" fmla="*/ 680960 h 1059043"/>
                <a:gd name="connsiteX301-27501" fmla="*/ 1765248 w 3024845"/>
                <a:gd name="connsiteY301-27502" fmla="*/ 680960 h 1059043"/>
                <a:gd name="connsiteX302-27503" fmla="*/ 1766490 w 3024845"/>
                <a:gd name="connsiteY302-27504" fmla="*/ 703483 h 1059043"/>
                <a:gd name="connsiteX303-27505" fmla="*/ 1817112 w 3024845"/>
                <a:gd name="connsiteY303-27506" fmla="*/ 703483 h 1059043"/>
                <a:gd name="connsiteX304-27507" fmla="*/ 1817112 w 3024845"/>
                <a:gd name="connsiteY304-27508" fmla="*/ 540455 h 1059043"/>
                <a:gd name="connsiteX305-27509" fmla="*/ 2014439 w 3024845"/>
                <a:gd name="connsiteY305-27510" fmla="*/ 540455 h 1059043"/>
                <a:gd name="connsiteX306-27511" fmla="*/ 2014439 w 3024845"/>
                <a:gd name="connsiteY306-27512" fmla="*/ 703483 h 1059043"/>
                <a:gd name="connsiteX307-27513" fmla="*/ 2033136 w 3024845"/>
                <a:gd name="connsiteY307-27514" fmla="*/ 703483 h 1059043"/>
                <a:gd name="connsiteX308-27515" fmla="*/ 2033136 w 3024845"/>
                <a:gd name="connsiteY308-27516" fmla="*/ 620790 h 1059043"/>
                <a:gd name="connsiteX309-27517" fmla="*/ 2128256 w 3024845"/>
                <a:gd name="connsiteY309-27518" fmla="*/ 620790 h 1059043"/>
                <a:gd name="connsiteX310-27519" fmla="*/ 2128026 w 3024845"/>
                <a:gd name="connsiteY310-27520" fmla="*/ 281031 h 1059043"/>
                <a:gd name="connsiteX311-27521" fmla="*/ 2144240 w 3024845"/>
                <a:gd name="connsiteY311-27522" fmla="*/ 214016 h 1059043"/>
                <a:gd name="connsiteX312-27523" fmla="*/ 2146266 w 3024845"/>
                <a:gd name="connsiteY312-27524" fmla="*/ 131868 h 1059043"/>
                <a:gd name="connsiteX313-27525" fmla="*/ 2144240 w 3024845"/>
                <a:gd name="connsiteY313-27526" fmla="*/ 125383 h 1059043"/>
                <a:gd name="connsiteX314-27527" fmla="*/ 2150320 w 3024845"/>
                <a:gd name="connsiteY314-27528" fmla="*/ 118897 h 1059043"/>
                <a:gd name="connsiteX315-27529" fmla="*/ 2150320 w 3024845"/>
                <a:gd name="connsiteY315-27530" fmla="*/ 60529 h 1059043"/>
                <a:gd name="connsiteX316-27531" fmla="*/ 2152346 w 3024845"/>
                <a:gd name="connsiteY316-27532" fmla="*/ 56206 h 1059043"/>
                <a:gd name="connsiteX317-27533" fmla="*/ 2152346 w 3024845"/>
                <a:gd name="connsiteY317-27534" fmla="*/ 0 h 1059043"/>
                <a:gd name="connsiteX318-27535" fmla="*/ 2162480 w 3024845"/>
                <a:gd name="connsiteY318-27536" fmla="*/ 118897 h 1059043"/>
                <a:gd name="connsiteX319-27537" fmla="*/ 2168560 w 3024845"/>
                <a:gd name="connsiteY319-27538" fmla="*/ 125383 h 1059043"/>
                <a:gd name="connsiteX320-27539" fmla="*/ 2166533 w 3024845"/>
                <a:gd name="connsiteY320-27540" fmla="*/ 131868 h 1059043"/>
                <a:gd name="connsiteX321-27541" fmla="*/ 2180720 w 3024845"/>
                <a:gd name="connsiteY321-27542" fmla="*/ 555577 h 1059043"/>
                <a:gd name="connsiteX322-27543" fmla="*/ 2245574 w 3024845"/>
                <a:gd name="connsiteY322-27544" fmla="*/ 555577 h 1059043"/>
                <a:gd name="connsiteX323-27545" fmla="*/ 2245574 w 3024845"/>
                <a:gd name="connsiteY323-27546" fmla="*/ 631239 h 1059043"/>
                <a:gd name="connsiteX324-27547" fmla="*/ 2253681 w 3024845"/>
                <a:gd name="connsiteY324-27548" fmla="*/ 631239 h 1059043"/>
                <a:gd name="connsiteX325-27549" fmla="*/ 2255708 w 3024845"/>
                <a:gd name="connsiteY325-27550" fmla="*/ 624754 h 1059043"/>
                <a:gd name="connsiteX326-27551" fmla="*/ 2261788 w 3024845"/>
                <a:gd name="connsiteY326-27552" fmla="*/ 624754 h 1059043"/>
                <a:gd name="connsiteX327-27553" fmla="*/ 2263815 w 3024845"/>
                <a:gd name="connsiteY327-27554" fmla="*/ 633401 h 1059043"/>
                <a:gd name="connsiteX328-27555" fmla="*/ 2275975 w 3024845"/>
                <a:gd name="connsiteY328-27556" fmla="*/ 633401 h 1059043"/>
                <a:gd name="connsiteX329-27557" fmla="*/ 2275975 w 3024845"/>
                <a:gd name="connsiteY329-27558" fmla="*/ 626915 h 1059043"/>
                <a:gd name="connsiteX330-27559" fmla="*/ 2298268 w 3024845"/>
                <a:gd name="connsiteY330-27560" fmla="*/ 626915 h 1059043"/>
                <a:gd name="connsiteX331-27561" fmla="*/ 2298268 w 3024845"/>
                <a:gd name="connsiteY331-27562" fmla="*/ 633401 h 1059043"/>
                <a:gd name="connsiteX332-27563" fmla="*/ 2318535 w 3024845"/>
                <a:gd name="connsiteY332-27564" fmla="*/ 633401 h 1059043"/>
                <a:gd name="connsiteX333-27565" fmla="*/ 2318535 w 3024845"/>
                <a:gd name="connsiteY333-27566" fmla="*/ 678798 h 1059043"/>
                <a:gd name="connsiteX334-27567" fmla="*/ 2332722 w 3024845"/>
                <a:gd name="connsiteY334-27568" fmla="*/ 678798 h 1059043"/>
                <a:gd name="connsiteX335-27569" fmla="*/ 2332722 w 3024845"/>
                <a:gd name="connsiteY335-27570" fmla="*/ 665827 h 1059043"/>
                <a:gd name="connsiteX336-27571" fmla="*/ 2348936 w 3024845"/>
                <a:gd name="connsiteY336-27572" fmla="*/ 665827 h 1059043"/>
                <a:gd name="connsiteX337-27573" fmla="*/ 2348936 w 3024845"/>
                <a:gd name="connsiteY337-27574" fmla="*/ 486400 h 1059043"/>
                <a:gd name="connsiteX338-27575" fmla="*/ 2355016 w 3024845"/>
                <a:gd name="connsiteY338-27576" fmla="*/ 479914 h 1059043"/>
                <a:gd name="connsiteX339-27577" fmla="*/ 2427977 w 3024845"/>
                <a:gd name="connsiteY339-27578" fmla="*/ 479914 h 1059043"/>
                <a:gd name="connsiteX340-27579" fmla="*/ 2427977 w 3024845"/>
                <a:gd name="connsiteY340-27580" fmla="*/ 488562 h 1059043"/>
                <a:gd name="connsiteX341-27581" fmla="*/ 2438110 w 3024845"/>
                <a:gd name="connsiteY341-27582" fmla="*/ 488562 h 1059043"/>
                <a:gd name="connsiteX342-27583" fmla="*/ 2438110 w 3024845"/>
                <a:gd name="connsiteY342-27584" fmla="*/ 603136 h 1059043"/>
                <a:gd name="connsiteX343-27585" fmla="*/ 2460404 w 3024845"/>
                <a:gd name="connsiteY343-27586" fmla="*/ 603136 h 1059043"/>
                <a:gd name="connsiteX344-27587" fmla="*/ 2460404 w 3024845"/>
                <a:gd name="connsiteY344-27588" fmla="*/ 536121 h 1059043"/>
                <a:gd name="connsiteX345-27589" fmla="*/ 2486751 w 3024845"/>
                <a:gd name="connsiteY345-27590" fmla="*/ 536121 h 1059043"/>
                <a:gd name="connsiteX346-27591" fmla="*/ 2490804 w 3024845"/>
                <a:gd name="connsiteY346-27592" fmla="*/ 531797 h 1059043"/>
                <a:gd name="connsiteX347-27593" fmla="*/ 2498911 w 3024845"/>
                <a:gd name="connsiteY347-27594" fmla="*/ 531797 h 1059043"/>
                <a:gd name="connsiteX348-27595" fmla="*/ 2502964 w 3024845"/>
                <a:gd name="connsiteY348-27596" fmla="*/ 536121 h 1059043"/>
                <a:gd name="connsiteX349-27597" fmla="*/ 2525258 w 3024845"/>
                <a:gd name="connsiteY349-27598" fmla="*/ 536121 h 1059043"/>
                <a:gd name="connsiteX350-27599" fmla="*/ 2525258 w 3024845"/>
                <a:gd name="connsiteY350-27600" fmla="*/ 419385 h 1059043"/>
                <a:gd name="connsiteX351-27601" fmla="*/ 2582005 w 3024845"/>
                <a:gd name="connsiteY351-27602" fmla="*/ 408576 h 1059043"/>
                <a:gd name="connsiteX352-27603" fmla="*/ 2582005 w 3024845"/>
                <a:gd name="connsiteY352-27604" fmla="*/ 409657 h 1059043"/>
                <a:gd name="connsiteX353-27605" fmla="*/ 2582005 w 3024845"/>
                <a:gd name="connsiteY353-27606" fmla="*/ 417223 h 1059043"/>
                <a:gd name="connsiteX354-27607" fmla="*/ 2608352 w 3024845"/>
                <a:gd name="connsiteY354-27608" fmla="*/ 417223 h 1059043"/>
                <a:gd name="connsiteX355-27609" fmla="*/ 2608352 w 3024845"/>
                <a:gd name="connsiteY355-27610" fmla="*/ 672313 h 1059043"/>
                <a:gd name="connsiteX356-27611" fmla="*/ 2630646 w 3024845"/>
                <a:gd name="connsiteY356-27612" fmla="*/ 672313 h 1059043"/>
                <a:gd name="connsiteX357-27613" fmla="*/ 2630646 w 3024845"/>
                <a:gd name="connsiteY357-27614" fmla="*/ 667989 h 1059043"/>
                <a:gd name="connsiteX358-27615" fmla="*/ 2642806 w 3024845"/>
                <a:gd name="connsiteY358-27616" fmla="*/ 667989 h 1059043"/>
                <a:gd name="connsiteX359-27617" fmla="*/ 2642806 w 3024845"/>
                <a:gd name="connsiteY359-27618" fmla="*/ 672313 h 1059043"/>
                <a:gd name="connsiteX360-27619" fmla="*/ 2667126 w 3024845"/>
                <a:gd name="connsiteY360-27620" fmla="*/ 672313 h 1059043"/>
                <a:gd name="connsiteX361-27621" fmla="*/ 2667126 w 3024845"/>
                <a:gd name="connsiteY361-27622" fmla="*/ 659342 h 1059043"/>
                <a:gd name="connsiteX362-27623" fmla="*/ 2695500 w 3024845"/>
                <a:gd name="connsiteY362-27624" fmla="*/ 659342 h 1059043"/>
                <a:gd name="connsiteX363-27625" fmla="*/ 2707660 w 3024845"/>
                <a:gd name="connsiteY363-27626" fmla="*/ 655018 h 1059043"/>
                <a:gd name="connsiteX364-27627" fmla="*/ 2727927 w 3024845"/>
                <a:gd name="connsiteY364-27628" fmla="*/ 659342 h 1059043"/>
                <a:gd name="connsiteX365-27629" fmla="*/ 2727927 w 3024845"/>
                <a:gd name="connsiteY365-27630" fmla="*/ 642048 h 1059043"/>
                <a:gd name="connsiteX366-27631" fmla="*/ 2736034 w 3024845"/>
                <a:gd name="connsiteY366-27632" fmla="*/ 642048 h 1059043"/>
                <a:gd name="connsiteX367-27633" fmla="*/ 2736034 w 3024845"/>
                <a:gd name="connsiteY367-27634" fmla="*/ 629077 h 1059043"/>
                <a:gd name="connsiteX368-27635" fmla="*/ 2792781 w 3024845"/>
                <a:gd name="connsiteY368-27636" fmla="*/ 629077 h 1059043"/>
                <a:gd name="connsiteX369-27637" fmla="*/ 2792781 w 3024845"/>
                <a:gd name="connsiteY369-27638" fmla="*/ 598812 h 1059043"/>
                <a:gd name="connsiteX370-27639" fmla="*/ 2811021 w 3024845"/>
                <a:gd name="connsiteY370-27640" fmla="*/ 598812 h 1059043"/>
                <a:gd name="connsiteX371-27641" fmla="*/ 2811021 w 3024845"/>
                <a:gd name="connsiteY371-27642" fmla="*/ 592327 h 1059043"/>
                <a:gd name="connsiteX372-27643" fmla="*/ 2823181 w 3024845"/>
                <a:gd name="connsiteY372-27644" fmla="*/ 592327 h 1059043"/>
                <a:gd name="connsiteX373-27645" fmla="*/ 2823181 w 3024845"/>
                <a:gd name="connsiteY373-27646" fmla="*/ 598812 h 1059043"/>
                <a:gd name="connsiteX374-27647" fmla="*/ 2839395 w 3024845"/>
                <a:gd name="connsiteY374-27648" fmla="*/ 598812 h 1059043"/>
                <a:gd name="connsiteX375-27649" fmla="*/ 2839395 w 3024845"/>
                <a:gd name="connsiteY375-27650" fmla="*/ 648533 h 1059043"/>
                <a:gd name="connsiteX376-27651" fmla="*/ 2871822 w 3024845"/>
                <a:gd name="connsiteY376-27652" fmla="*/ 648533 h 1059043"/>
                <a:gd name="connsiteX377-27653" fmla="*/ 2871822 w 3024845"/>
                <a:gd name="connsiteY377-27654" fmla="*/ 622592 h 1059043"/>
                <a:gd name="connsiteX378-27655" fmla="*/ 2910329 w 3024845"/>
                <a:gd name="connsiteY378-27656" fmla="*/ 622592 h 1059043"/>
                <a:gd name="connsiteX379-27657" fmla="*/ 2910329 w 3024845"/>
                <a:gd name="connsiteY379-27658" fmla="*/ 592327 h 1059043"/>
                <a:gd name="connsiteX380-27659" fmla="*/ 2958970 w 3024845"/>
                <a:gd name="connsiteY380-27660" fmla="*/ 592327 h 1059043"/>
                <a:gd name="connsiteX381-27661" fmla="*/ 2958970 w 3024845"/>
                <a:gd name="connsiteY381-27662" fmla="*/ 703483 h 1059043"/>
                <a:gd name="connsiteX382-27663" fmla="*/ 2958970 w 3024845"/>
                <a:gd name="connsiteY382-27664" fmla="*/ 717262 h 1059043"/>
                <a:gd name="connsiteX383-27665" fmla="*/ 3024845 w 3024845"/>
                <a:gd name="connsiteY383-27666" fmla="*/ 717262 h 1059043"/>
                <a:gd name="connsiteX384-27667" fmla="*/ 3024845 w 3024845"/>
                <a:gd name="connsiteY384-27668" fmla="*/ 1059043 h 1059043"/>
                <a:gd name="connsiteX385-27669" fmla="*/ 2054 w 3024845"/>
                <a:gd name="connsiteY385-27670" fmla="*/ 1056710 h 1059043"/>
                <a:gd name="connsiteX386-27671" fmla="*/ 0 w 3024845"/>
                <a:gd name="connsiteY386-27672" fmla="*/ 622592 h 1059043"/>
                <a:gd name="connsiteX387-27673" fmla="*/ 20267 w 3024845"/>
                <a:gd name="connsiteY387-27674" fmla="*/ 622592 h 1059043"/>
                <a:gd name="connsiteX388-27675" fmla="*/ 20774 w 3024845"/>
                <a:gd name="connsiteY388-27676" fmla="*/ 621511 h 1059043"/>
                <a:gd name="connsiteX389-27677" fmla="*/ 24320 w 3024845"/>
                <a:gd name="connsiteY389-27678" fmla="*/ 613945 h 1059043"/>
                <a:gd name="connsiteX390-27679" fmla="*/ 26094 w 3024845"/>
                <a:gd name="connsiteY390-27680" fmla="*/ 614215 h 1059043"/>
                <a:gd name="connsiteX391-27681" fmla="*/ 38507 w 3024845"/>
                <a:gd name="connsiteY391-27682" fmla="*/ 616106 h 1059043"/>
                <a:gd name="connsiteX392-27683" fmla="*/ 39014 w 3024845"/>
                <a:gd name="connsiteY392-27684" fmla="*/ 617458 h 1059043"/>
                <a:gd name="connsiteX393-27685" fmla="*/ 42560 w 3024845"/>
                <a:gd name="connsiteY393-27686" fmla="*/ 626915 h 1059043"/>
                <a:gd name="connsiteX394-27687" fmla="*/ 68907 w 3024845"/>
                <a:gd name="connsiteY394-27688" fmla="*/ 629077 h 1059043"/>
                <a:gd name="connsiteX395-27689" fmla="*/ 68907 w 3024845"/>
                <a:gd name="connsiteY395-27690" fmla="*/ 505856 h 1059043"/>
                <a:gd name="connsiteX396-27691" fmla="*/ 70934 w 3024845"/>
                <a:gd name="connsiteY396-27692" fmla="*/ 505856 h 1059043"/>
                <a:gd name="connsiteX397-27693" fmla="*/ 85121 w 3024845"/>
                <a:gd name="connsiteY397-27694" fmla="*/ 505856 h 1059043"/>
                <a:gd name="connsiteX398-27695" fmla="*/ 85121 w 3024845"/>
                <a:gd name="connsiteY398-27696" fmla="*/ 369664 h 1059043"/>
                <a:gd name="connsiteX399-27697" fmla="*/ 86894 w 3024845"/>
                <a:gd name="connsiteY399-27698" fmla="*/ 369664 h 1059043"/>
                <a:gd name="connsiteX400-27699" fmla="*/ 99308 w 3024845"/>
                <a:gd name="connsiteY400-27700" fmla="*/ 369664 h 1059043"/>
                <a:gd name="connsiteX401-27701" fmla="*/ 99308 w 3024845"/>
                <a:gd name="connsiteY401-27702" fmla="*/ 255090 h 1059043"/>
                <a:gd name="connsiteX402-27703" fmla="*/ 103361 w 3024845"/>
                <a:gd name="connsiteY402-27704" fmla="*/ 226986 h 1059043"/>
                <a:gd name="connsiteX403-27705" fmla="*/ 105388 w 3024845"/>
                <a:gd name="connsiteY403-27706" fmla="*/ 226986 h 1059043"/>
                <a:gd name="connsiteX404-27707" fmla="*/ 119575 w 3024845"/>
                <a:gd name="connsiteY404-27708" fmla="*/ 226986 h 1059043"/>
                <a:gd name="connsiteX0-27709" fmla="*/ 119575 w 3024845"/>
                <a:gd name="connsiteY0-27710" fmla="*/ 226986 h 1059043"/>
                <a:gd name="connsiteX1-27711" fmla="*/ 200642 w 3024845"/>
                <a:gd name="connsiteY1-27712" fmla="*/ 224825 h 1059043"/>
                <a:gd name="connsiteX2-27713" fmla="*/ 202669 w 3024845"/>
                <a:gd name="connsiteY2-27714" fmla="*/ 224825 h 1059043"/>
                <a:gd name="connsiteX3-27715" fmla="*/ 216856 w 3024845"/>
                <a:gd name="connsiteY3-27716" fmla="*/ 224825 h 1059043"/>
                <a:gd name="connsiteX4-27717" fmla="*/ 216856 w 3024845"/>
                <a:gd name="connsiteY4-27718" fmla="*/ 248604 h 1059043"/>
                <a:gd name="connsiteX5-27719" fmla="*/ 217363 w 3024845"/>
                <a:gd name="connsiteY5-27720" fmla="*/ 249415 h 1059043"/>
                <a:gd name="connsiteX6-27721" fmla="*/ 220909 w 3024845"/>
                <a:gd name="connsiteY6-27722" fmla="*/ 255090 h 1059043"/>
                <a:gd name="connsiteX7-27723" fmla="*/ 220909 w 3024845"/>
                <a:gd name="connsiteY7-27724" fmla="*/ 369664 h 1059043"/>
                <a:gd name="connsiteX8-27725" fmla="*/ 223189 w 3024845"/>
                <a:gd name="connsiteY8-27726" fmla="*/ 369664 h 1059043"/>
                <a:gd name="connsiteX9-27727" fmla="*/ 239150 w 3024845"/>
                <a:gd name="connsiteY9-27728" fmla="*/ 369664 h 1059043"/>
                <a:gd name="connsiteX10-27729" fmla="*/ 239150 w 3024845"/>
                <a:gd name="connsiteY10-27730" fmla="*/ 510179 h 1059043"/>
                <a:gd name="connsiteX11-27731" fmla="*/ 240670 w 3024845"/>
                <a:gd name="connsiteY11-27732" fmla="*/ 509909 h 1059043"/>
                <a:gd name="connsiteX12-27733" fmla="*/ 251310 w 3024845"/>
                <a:gd name="connsiteY12-27734" fmla="*/ 508018 h 1059043"/>
                <a:gd name="connsiteX13-27735" fmla="*/ 249283 w 3024845"/>
                <a:gd name="connsiteY13-27736" fmla="*/ 596650 h 1059043"/>
                <a:gd name="connsiteX14-27737" fmla="*/ 250803 w 3024845"/>
                <a:gd name="connsiteY14-27738" fmla="*/ 596921 h 1059043"/>
                <a:gd name="connsiteX15-27739" fmla="*/ 261443 w 3024845"/>
                <a:gd name="connsiteY15-27740" fmla="*/ 598812 h 1059043"/>
                <a:gd name="connsiteX16-27741" fmla="*/ 261696 w 3024845"/>
                <a:gd name="connsiteY16-27742" fmla="*/ 599623 h 1059043"/>
                <a:gd name="connsiteX17-27743" fmla="*/ 263470 w 3024845"/>
                <a:gd name="connsiteY17-27744" fmla="*/ 605298 h 1059043"/>
                <a:gd name="connsiteX18-27745" fmla="*/ 264230 w 3024845"/>
                <a:gd name="connsiteY18-27746" fmla="*/ 602866 h 1059043"/>
                <a:gd name="connsiteX19-27747" fmla="*/ 269550 w 3024845"/>
                <a:gd name="connsiteY19-27748" fmla="*/ 585842 h 1059043"/>
                <a:gd name="connsiteX20-27749" fmla="*/ 271323 w 3024845"/>
                <a:gd name="connsiteY20-27750" fmla="*/ 585842 h 1059043"/>
                <a:gd name="connsiteX21-27751" fmla="*/ 283737 w 3024845"/>
                <a:gd name="connsiteY21-27752" fmla="*/ 585842 h 1059043"/>
                <a:gd name="connsiteX22-27753" fmla="*/ 283737 w 3024845"/>
                <a:gd name="connsiteY22-27754" fmla="*/ 618268 h 1059043"/>
                <a:gd name="connsiteX23-27755" fmla="*/ 284750 w 3024845"/>
                <a:gd name="connsiteY23-27756" fmla="*/ 618809 h 1059043"/>
                <a:gd name="connsiteX24-27757" fmla="*/ 291844 w 3024845"/>
                <a:gd name="connsiteY24-27758" fmla="*/ 622592 h 1059043"/>
                <a:gd name="connsiteX25-27759" fmla="*/ 291844 w 3024845"/>
                <a:gd name="connsiteY25-27760" fmla="*/ 623943 h 1059043"/>
                <a:gd name="connsiteX26-27761" fmla="*/ 291844 w 3024845"/>
                <a:gd name="connsiteY26-27762" fmla="*/ 633401 h 1059043"/>
                <a:gd name="connsiteX27-27763" fmla="*/ 336431 w 3024845"/>
                <a:gd name="connsiteY27-27764" fmla="*/ 633401 h 1059043"/>
                <a:gd name="connsiteX28-27765" fmla="*/ 336431 w 3024845"/>
                <a:gd name="connsiteY28-27766" fmla="*/ 634482 h 1059043"/>
                <a:gd name="connsiteX29-27767" fmla="*/ 336431 w 3024845"/>
                <a:gd name="connsiteY29-27768" fmla="*/ 642048 h 1059043"/>
                <a:gd name="connsiteX30-27769" fmla="*/ 338457 w 3024845"/>
                <a:gd name="connsiteY30-27770" fmla="*/ 642048 h 1059043"/>
                <a:gd name="connsiteX31-27771" fmla="*/ 352644 w 3024845"/>
                <a:gd name="connsiteY31-27772" fmla="*/ 642048 h 1059043"/>
                <a:gd name="connsiteX32-27773" fmla="*/ 352644 w 3024845"/>
                <a:gd name="connsiteY32-27774" fmla="*/ 611783 h 1059043"/>
                <a:gd name="connsiteX33-27775" fmla="*/ 397231 w 3024845"/>
                <a:gd name="connsiteY33-27776" fmla="*/ 611783 h 1059043"/>
                <a:gd name="connsiteX34-27777" fmla="*/ 397231 w 3024845"/>
                <a:gd name="connsiteY34-27778" fmla="*/ 610432 h 1059043"/>
                <a:gd name="connsiteX35-27779" fmla="*/ 397231 w 3024845"/>
                <a:gd name="connsiteY35-27780" fmla="*/ 600974 h 1059043"/>
                <a:gd name="connsiteX36-27781" fmla="*/ 398245 w 3024845"/>
                <a:gd name="connsiteY36-27782" fmla="*/ 600974 h 1059043"/>
                <a:gd name="connsiteX37-27783" fmla="*/ 405338 w 3024845"/>
                <a:gd name="connsiteY37-27784" fmla="*/ 600974 h 1059043"/>
                <a:gd name="connsiteX38-27785" fmla="*/ 405338 w 3024845"/>
                <a:gd name="connsiteY38-27786" fmla="*/ 599083 h 1059043"/>
                <a:gd name="connsiteX39-27787" fmla="*/ 405338 w 3024845"/>
                <a:gd name="connsiteY39-27788" fmla="*/ 585842 h 1059043"/>
                <a:gd name="connsiteX40-27789" fmla="*/ 406098 w 3024845"/>
                <a:gd name="connsiteY40-27790" fmla="*/ 585842 h 1059043"/>
                <a:gd name="connsiteX41-27791" fmla="*/ 411418 w 3024845"/>
                <a:gd name="connsiteY41-27792" fmla="*/ 585842 h 1059043"/>
                <a:gd name="connsiteX42-27793" fmla="*/ 411418 w 3024845"/>
                <a:gd name="connsiteY42-27794" fmla="*/ 584761 h 1059043"/>
                <a:gd name="connsiteX43-27795" fmla="*/ 411418 w 3024845"/>
                <a:gd name="connsiteY43-27796" fmla="*/ 577194 h 1059043"/>
                <a:gd name="connsiteX44-27797" fmla="*/ 413445 w 3024845"/>
                <a:gd name="connsiteY44-27798" fmla="*/ 577194 h 1059043"/>
                <a:gd name="connsiteX45-27799" fmla="*/ 427632 w 3024845"/>
                <a:gd name="connsiteY45-27800" fmla="*/ 577194 h 1059043"/>
                <a:gd name="connsiteX46-27801" fmla="*/ 427632 w 3024845"/>
                <a:gd name="connsiteY46-27802" fmla="*/ 578275 h 1059043"/>
                <a:gd name="connsiteX47-27803" fmla="*/ 427632 w 3024845"/>
                <a:gd name="connsiteY47-27804" fmla="*/ 585842 h 1059043"/>
                <a:gd name="connsiteX48-27805" fmla="*/ 449925 w 3024845"/>
                <a:gd name="connsiteY48-27806" fmla="*/ 585842 h 1059043"/>
                <a:gd name="connsiteX49-27807" fmla="*/ 449925 w 3024845"/>
                <a:gd name="connsiteY49-27808" fmla="*/ 583950 h 1059043"/>
                <a:gd name="connsiteX50-27809" fmla="*/ 449925 w 3024845"/>
                <a:gd name="connsiteY50-27810" fmla="*/ 570709 h 1059043"/>
                <a:gd name="connsiteX51-27811" fmla="*/ 451699 w 3024845"/>
                <a:gd name="connsiteY51-27812" fmla="*/ 570709 h 1059043"/>
                <a:gd name="connsiteX52-27813" fmla="*/ 464112 w 3024845"/>
                <a:gd name="connsiteY52-27814" fmla="*/ 570709 h 1059043"/>
                <a:gd name="connsiteX53-27815" fmla="*/ 464112 w 3024845"/>
                <a:gd name="connsiteY53-27816" fmla="*/ 594489 h 1059043"/>
                <a:gd name="connsiteX54-27817" fmla="*/ 465126 w 3024845"/>
                <a:gd name="connsiteY54-27818" fmla="*/ 594489 h 1059043"/>
                <a:gd name="connsiteX55-27819" fmla="*/ 472219 w 3024845"/>
                <a:gd name="connsiteY55-27820" fmla="*/ 594489 h 1059043"/>
                <a:gd name="connsiteX56-27821" fmla="*/ 472219 w 3024845"/>
                <a:gd name="connsiteY56-27822" fmla="*/ 593408 h 1059043"/>
                <a:gd name="connsiteX57-27823" fmla="*/ 472219 w 3024845"/>
                <a:gd name="connsiteY57-27824" fmla="*/ 585842 h 1059043"/>
                <a:gd name="connsiteX58-27825" fmla="*/ 473992 w 3024845"/>
                <a:gd name="connsiteY58-27826" fmla="*/ 585842 h 1059043"/>
                <a:gd name="connsiteX59-27827" fmla="*/ 486406 w 3024845"/>
                <a:gd name="connsiteY59-27828" fmla="*/ 585842 h 1059043"/>
                <a:gd name="connsiteX60-27829" fmla="*/ 486406 w 3024845"/>
                <a:gd name="connsiteY60-27830" fmla="*/ 611783 h 1059043"/>
                <a:gd name="connsiteX61-27831" fmla="*/ 488433 w 3024845"/>
                <a:gd name="connsiteY61-27832" fmla="*/ 611783 h 1059043"/>
                <a:gd name="connsiteX62-27833" fmla="*/ 502619 w 3024845"/>
                <a:gd name="connsiteY62-27834" fmla="*/ 611783 h 1059043"/>
                <a:gd name="connsiteX63-27835" fmla="*/ 502619 w 3024845"/>
                <a:gd name="connsiteY63-27836" fmla="*/ 613404 h 1059043"/>
                <a:gd name="connsiteX64-27837" fmla="*/ 502619 w 3024845"/>
                <a:gd name="connsiteY64-27838" fmla="*/ 624754 h 1059043"/>
                <a:gd name="connsiteX65-27839" fmla="*/ 503379 w 3024845"/>
                <a:gd name="connsiteY65-27840" fmla="*/ 624754 h 1059043"/>
                <a:gd name="connsiteX66-27841" fmla="*/ 508700 w 3024845"/>
                <a:gd name="connsiteY66-27842" fmla="*/ 624754 h 1059043"/>
                <a:gd name="connsiteX67-27843" fmla="*/ 508700 w 3024845"/>
                <a:gd name="connsiteY67-27844" fmla="*/ 623943 h 1059043"/>
                <a:gd name="connsiteX68-27845" fmla="*/ 508700 w 3024845"/>
                <a:gd name="connsiteY68-27846" fmla="*/ 618268 h 1059043"/>
                <a:gd name="connsiteX69-27847" fmla="*/ 539100 w 3024845"/>
                <a:gd name="connsiteY69-27848" fmla="*/ 618268 h 1059043"/>
                <a:gd name="connsiteX70-27849" fmla="*/ 539100 w 3024845"/>
                <a:gd name="connsiteY70-27850" fmla="*/ 642048 h 1059043"/>
                <a:gd name="connsiteX71-27851" fmla="*/ 540113 w 3024845"/>
                <a:gd name="connsiteY71-27852" fmla="*/ 642048 h 1059043"/>
                <a:gd name="connsiteX72-27853" fmla="*/ 547207 w 3024845"/>
                <a:gd name="connsiteY72-27854" fmla="*/ 642048 h 1059043"/>
                <a:gd name="connsiteX73-27855" fmla="*/ 547207 w 3024845"/>
                <a:gd name="connsiteY73-27856" fmla="*/ 643129 h 1059043"/>
                <a:gd name="connsiteX74-27857" fmla="*/ 547207 w 3024845"/>
                <a:gd name="connsiteY74-27858" fmla="*/ 650695 h 1059043"/>
                <a:gd name="connsiteX75-27859" fmla="*/ 547967 w 3024845"/>
                <a:gd name="connsiteY75-27860" fmla="*/ 650695 h 1059043"/>
                <a:gd name="connsiteX76-27861" fmla="*/ 553287 w 3024845"/>
                <a:gd name="connsiteY76-27862" fmla="*/ 650695 h 1059043"/>
                <a:gd name="connsiteX77-27863" fmla="*/ 553287 w 3024845"/>
                <a:gd name="connsiteY77-27864" fmla="*/ 648533 h 1059043"/>
                <a:gd name="connsiteX78-27865" fmla="*/ 553287 w 3024845"/>
                <a:gd name="connsiteY78-27866" fmla="*/ 633401 h 1059043"/>
                <a:gd name="connsiteX79-27867" fmla="*/ 554300 w 3024845"/>
                <a:gd name="connsiteY79-27868" fmla="*/ 633401 h 1059043"/>
                <a:gd name="connsiteX80-27869" fmla="*/ 561394 w 3024845"/>
                <a:gd name="connsiteY80-27870" fmla="*/ 633401 h 1059043"/>
                <a:gd name="connsiteX81-27871" fmla="*/ 561394 w 3024845"/>
                <a:gd name="connsiteY81-27872" fmla="*/ 634482 h 1059043"/>
                <a:gd name="connsiteX82-27873" fmla="*/ 561394 w 3024845"/>
                <a:gd name="connsiteY82-27874" fmla="*/ 642048 h 1059043"/>
                <a:gd name="connsiteX83-27875" fmla="*/ 566714 w 3024845"/>
                <a:gd name="connsiteY83-27876" fmla="*/ 640055 h 1059043"/>
                <a:gd name="connsiteX84-27877" fmla="*/ 567474 w 3024845"/>
                <a:gd name="connsiteY84-27878" fmla="*/ 639075 h 1059043"/>
                <a:gd name="connsiteX85-27879" fmla="*/ 567474 w 3024845"/>
                <a:gd name="connsiteY85-27880" fmla="*/ 633401 h 1059043"/>
                <a:gd name="connsiteX86-27881" fmla="*/ 605981 w 3024845"/>
                <a:gd name="connsiteY86-27882" fmla="*/ 633401 h 1059043"/>
                <a:gd name="connsiteX87-27883" fmla="*/ 605981 w 3024845"/>
                <a:gd name="connsiteY87-27884" fmla="*/ 657180 h 1059043"/>
                <a:gd name="connsiteX88-27885" fmla="*/ 608007 w 3024845"/>
                <a:gd name="connsiteY88-27886" fmla="*/ 657180 h 1059043"/>
                <a:gd name="connsiteX89-27887" fmla="*/ 622194 w 3024845"/>
                <a:gd name="connsiteY89-27888" fmla="*/ 657180 h 1059043"/>
                <a:gd name="connsiteX90-27889" fmla="*/ 622194 w 3024845"/>
                <a:gd name="connsiteY90-27890" fmla="*/ 658261 h 1059043"/>
                <a:gd name="connsiteX91-27891" fmla="*/ 622194 w 3024845"/>
                <a:gd name="connsiteY91-27892" fmla="*/ 665827 h 1059043"/>
                <a:gd name="connsiteX92-27893" fmla="*/ 623968 w 3024845"/>
                <a:gd name="connsiteY92-27894" fmla="*/ 665827 h 1059043"/>
                <a:gd name="connsiteX93-27895" fmla="*/ 636381 w 3024845"/>
                <a:gd name="connsiteY93-27896" fmla="*/ 665827 h 1059043"/>
                <a:gd name="connsiteX94-27897" fmla="*/ 636381 w 3024845"/>
                <a:gd name="connsiteY94-27898" fmla="*/ 642048 h 1059043"/>
                <a:gd name="connsiteX95-27899" fmla="*/ 637394 w 3024845"/>
                <a:gd name="connsiteY95-27900" fmla="*/ 642048 h 1059043"/>
                <a:gd name="connsiteX96-27901" fmla="*/ 644488 w 3024845"/>
                <a:gd name="connsiteY96-27902" fmla="*/ 642048 h 1059043"/>
                <a:gd name="connsiteX97-27903" fmla="*/ 644488 w 3024845"/>
                <a:gd name="connsiteY97-27904" fmla="*/ 609621 h 1059043"/>
                <a:gd name="connsiteX98-27905" fmla="*/ 645501 w 3024845"/>
                <a:gd name="connsiteY98-27906" fmla="*/ 609621 h 1059043"/>
                <a:gd name="connsiteX99-27907" fmla="*/ 652595 w 3024845"/>
                <a:gd name="connsiteY99-27908" fmla="*/ 609621 h 1059043"/>
                <a:gd name="connsiteX100-27909" fmla="*/ 652595 w 3024845"/>
                <a:gd name="connsiteY100-27910" fmla="*/ 607730 h 1059043"/>
                <a:gd name="connsiteX101-27911" fmla="*/ 652595 w 3024845"/>
                <a:gd name="connsiteY101-27912" fmla="*/ 594489 h 1059043"/>
                <a:gd name="connsiteX102-27913" fmla="*/ 651328 w 3024845"/>
                <a:gd name="connsiteY102-27914" fmla="*/ 592867 h 1059043"/>
                <a:gd name="connsiteX103-27915" fmla="*/ 656648 w 3024845"/>
                <a:gd name="connsiteY103-27916" fmla="*/ 581518 h 1059043"/>
                <a:gd name="connsiteX104-27917" fmla="*/ 664755 w 3024845"/>
                <a:gd name="connsiteY104-27918" fmla="*/ 609621 h 1059043"/>
                <a:gd name="connsiteX105-27919" fmla="*/ 665515 w 3024845"/>
                <a:gd name="connsiteY105-27920" fmla="*/ 609621 h 1059043"/>
                <a:gd name="connsiteX106-27921" fmla="*/ 670835 w 3024845"/>
                <a:gd name="connsiteY106-27922" fmla="*/ 609621 h 1059043"/>
                <a:gd name="connsiteX107-27923" fmla="*/ 670835 w 3024845"/>
                <a:gd name="connsiteY107-27924" fmla="*/ 503694 h 1059043"/>
                <a:gd name="connsiteX108-27925" fmla="*/ 672355 w 3024845"/>
                <a:gd name="connsiteY108-27926" fmla="*/ 503694 h 1059043"/>
                <a:gd name="connsiteX109-27927" fmla="*/ 682995 w 3024845"/>
                <a:gd name="connsiteY109-27928" fmla="*/ 503694 h 1059043"/>
                <a:gd name="connsiteX110-27929" fmla="*/ 682995 w 3024845"/>
                <a:gd name="connsiteY110-27930" fmla="*/ 456135 h 1059043"/>
                <a:gd name="connsiteX111-27931" fmla="*/ 709342 w 3024845"/>
                <a:gd name="connsiteY111-27932" fmla="*/ 456135 h 1059043"/>
                <a:gd name="connsiteX112-27933" fmla="*/ 709342 w 3024845"/>
                <a:gd name="connsiteY112-27934" fmla="*/ 434517 h 1059043"/>
                <a:gd name="connsiteX113-27935" fmla="*/ 743796 w 3024845"/>
                <a:gd name="connsiteY113-27936" fmla="*/ 434517 h 1059043"/>
                <a:gd name="connsiteX114-27937" fmla="*/ 743796 w 3024845"/>
                <a:gd name="connsiteY114-27938" fmla="*/ 436949 h 1059043"/>
                <a:gd name="connsiteX115-27939" fmla="*/ 743796 w 3024845"/>
                <a:gd name="connsiteY115-27940" fmla="*/ 453973 h 1059043"/>
                <a:gd name="connsiteX116-27941" fmla="*/ 746076 w 3024845"/>
                <a:gd name="connsiteY116-27942" fmla="*/ 453973 h 1059043"/>
                <a:gd name="connsiteX117-27943" fmla="*/ 762036 w 3024845"/>
                <a:gd name="connsiteY117-27944" fmla="*/ 453973 h 1059043"/>
                <a:gd name="connsiteX118-27945" fmla="*/ 762036 w 3024845"/>
                <a:gd name="connsiteY118-27946" fmla="*/ 501532 h 1059043"/>
                <a:gd name="connsiteX119-27947" fmla="*/ 763049 w 3024845"/>
                <a:gd name="connsiteY119-27948" fmla="*/ 501532 h 1059043"/>
                <a:gd name="connsiteX120-27949" fmla="*/ 770143 w 3024845"/>
                <a:gd name="connsiteY120-27950" fmla="*/ 501532 h 1059043"/>
                <a:gd name="connsiteX121-27951" fmla="*/ 784330 w 3024845"/>
                <a:gd name="connsiteY121-27952" fmla="*/ 505856 h 1059043"/>
                <a:gd name="connsiteX122-27953" fmla="*/ 784330 w 3024845"/>
                <a:gd name="connsiteY122-27954" fmla="*/ 544768 h 1059043"/>
                <a:gd name="connsiteX123-27955" fmla="*/ 785343 w 3024845"/>
                <a:gd name="connsiteY123-27956" fmla="*/ 544768 h 1059043"/>
                <a:gd name="connsiteX124-27957" fmla="*/ 792436 w 3024845"/>
                <a:gd name="connsiteY124-27958" fmla="*/ 544768 h 1059043"/>
                <a:gd name="connsiteX125-27959" fmla="*/ 792436 w 3024845"/>
                <a:gd name="connsiteY125-27960" fmla="*/ 546389 h 1059043"/>
                <a:gd name="connsiteX126-27961" fmla="*/ 792436 w 3024845"/>
                <a:gd name="connsiteY126-27962" fmla="*/ 557738 h 1059043"/>
                <a:gd name="connsiteX127-27963" fmla="*/ 794463 w 3024845"/>
                <a:gd name="connsiteY127-27964" fmla="*/ 557738 h 1059043"/>
                <a:gd name="connsiteX128-27965" fmla="*/ 808650 w 3024845"/>
                <a:gd name="connsiteY128-27966" fmla="*/ 557738 h 1059043"/>
                <a:gd name="connsiteX129-27967" fmla="*/ 814730 w 3024845"/>
                <a:gd name="connsiteY129-27968" fmla="*/ 564224 h 1059043"/>
                <a:gd name="connsiteX130-27969" fmla="*/ 814730 w 3024845"/>
                <a:gd name="connsiteY130-27970" fmla="*/ 585842 h 1059043"/>
                <a:gd name="connsiteX131-27971" fmla="*/ 817010 w 3024845"/>
                <a:gd name="connsiteY131-27972" fmla="*/ 585842 h 1059043"/>
                <a:gd name="connsiteX132-27973" fmla="*/ 832970 w 3024845"/>
                <a:gd name="connsiteY132-27974" fmla="*/ 585842 h 1059043"/>
                <a:gd name="connsiteX133-27975" fmla="*/ 832970 w 3024845"/>
                <a:gd name="connsiteY133-27976" fmla="*/ 586922 h 1059043"/>
                <a:gd name="connsiteX134-27977" fmla="*/ 832970 w 3024845"/>
                <a:gd name="connsiteY134-27978" fmla="*/ 594489 h 1059043"/>
                <a:gd name="connsiteX135-27979" fmla="*/ 834237 w 3024845"/>
                <a:gd name="connsiteY135-27980" fmla="*/ 594489 h 1059043"/>
                <a:gd name="connsiteX136-27981" fmla="*/ 843104 w 3024845"/>
                <a:gd name="connsiteY136-27982" fmla="*/ 594489 h 1059043"/>
                <a:gd name="connsiteX137-27983" fmla="*/ 843104 w 3024845"/>
                <a:gd name="connsiteY137-27984" fmla="*/ 596650 h 1059043"/>
                <a:gd name="connsiteX138-27985" fmla="*/ 843104 w 3024845"/>
                <a:gd name="connsiteY138-27986" fmla="*/ 611783 h 1059043"/>
                <a:gd name="connsiteX139-27987" fmla="*/ 847157 w 3024845"/>
                <a:gd name="connsiteY139-27988" fmla="*/ 609891 h 1059043"/>
                <a:gd name="connsiteX140-27989" fmla="*/ 847157 w 3024845"/>
                <a:gd name="connsiteY140-27990" fmla="*/ 596650 h 1059043"/>
                <a:gd name="connsiteX141-27991" fmla="*/ 848170 w 3024845"/>
                <a:gd name="connsiteY141-27992" fmla="*/ 596650 h 1059043"/>
                <a:gd name="connsiteX142-27993" fmla="*/ 855264 w 3024845"/>
                <a:gd name="connsiteY142-27994" fmla="*/ 596650 h 1059043"/>
                <a:gd name="connsiteX143-27995" fmla="*/ 855264 w 3024845"/>
                <a:gd name="connsiteY143-27996" fmla="*/ 598272 h 1059043"/>
                <a:gd name="connsiteX144-27997" fmla="*/ 855264 w 3024845"/>
                <a:gd name="connsiteY144-27998" fmla="*/ 609621 h 1059043"/>
                <a:gd name="connsiteX145-27999" fmla="*/ 856024 w 3024845"/>
                <a:gd name="connsiteY145-28000" fmla="*/ 609621 h 1059043"/>
                <a:gd name="connsiteX146-28001" fmla="*/ 861344 w 3024845"/>
                <a:gd name="connsiteY146-28002" fmla="*/ 609621 h 1059043"/>
                <a:gd name="connsiteX147-28003" fmla="*/ 909984 w 3024845"/>
                <a:gd name="connsiteY147-28004" fmla="*/ 605298 h 1059043"/>
                <a:gd name="connsiteX148-28005" fmla="*/ 909984 w 3024845"/>
                <a:gd name="connsiteY148-28006" fmla="*/ 606649 h 1059043"/>
                <a:gd name="connsiteX149-28007" fmla="*/ 909984 w 3024845"/>
                <a:gd name="connsiteY149-28008" fmla="*/ 616106 h 1059043"/>
                <a:gd name="connsiteX150-28009" fmla="*/ 910744 w 3024845"/>
                <a:gd name="connsiteY150-28010" fmla="*/ 616106 h 1059043"/>
                <a:gd name="connsiteX151-28011" fmla="*/ 916065 w 3024845"/>
                <a:gd name="connsiteY151-28012" fmla="*/ 616106 h 1059043"/>
                <a:gd name="connsiteX152-28013" fmla="*/ 916065 w 3024845"/>
                <a:gd name="connsiteY152-28014" fmla="*/ 618268 h 1059043"/>
                <a:gd name="connsiteX153-28015" fmla="*/ 916065 w 3024845"/>
                <a:gd name="connsiteY153-28016" fmla="*/ 633401 h 1059043"/>
                <a:gd name="connsiteX154-28017" fmla="*/ 918091 w 3024845"/>
                <a:gd name="connsiteY154-28018" fmla="*/ 632050 h 1059043"/>
                <a:gd name="connsiteX155-28019" fmla="*/ 932278 w 3024845"/>
                <a:gd name="connsiteY155-28020" fmla="*/ 622592 h 1059043"/>
                <a:gd name="connsiteX156-28021" fmla="*/ 938358 w 3024845"/>
                <a:gd name="connsiteY156-28022" fmla="*/ 581518 h 1059043"/>
                <a:gd name="connsiteX157-28023" fmla="*/ 939118 w 3024845"/>
                <a:gd name="connsiteY157-28024" fmla="*/ 581248 h 1059043"/>
                <a:gd name="connsiteX158-28025" fmla="*/ 944438 w 3024845"/>
                <a:gd name="connsiteY158-28026" fmla="*/ 579356 h 1059043"/>
                <a:gd name="connsiteX159-28027" fmla="*/ 946465 w 3024845"/>
                <a:gd name="connsiteY159-28028" fmla="*/ 510179 h 1059043"/>
                <a:gd name="connsiteX160-28029" fmla="*/ 948492 w 3024845"/>
                <a:gd name="connsiteY160-28030" fmla="*/ 579356 h 1059043"/>
                <a:gd name="connsiteX161-28031" fmla="*/ 949252 w 3024845"/>
                <a:gd name="connsiteY161-28032" fmla="*/ 579626 h 1059043"/>
                <a:gd name="connsiteX162-28033" fmla="*/ 954572 w 3024845"/>
                <a:gd name="connsiteY162-28034" fmla="*/ 581518 h 1059043"/>
                <a:gd name="connsiteX163-28035" fmla="*/ 954572 w 3024845"/>
                <a:gd name="connsiteY163-28036" fmla="*/ 495047 h 1059043"/>
                <a:gd name="connsiteX164-28037" fmla="*/ 958625 w 3024845"/>
                <a:gd name="connsiteY164-28038" fmla="*/ 462620 h 1059043"/>
                <a:gd name="connsiteX165-28039" fmla="*/ 997132 w 3024845"/>
                <a:gd name="connsiteY165-28040" fmla="*/ 462620 h 1059043"/>
                <a:gd name="connsiteX166-28041" fmla="*/ 997132 w 3024845"/>
                <a:gd name="connsiteY166-28042" fmla="*/ 495047 h 1059043"/>
                <a:gd name="connsiteX167-28043" fmla="*/ 997892 w 3024845"/>
                <a:gd name="connsiteY167-28044" fmla="*/ 495047 h 1059043"/>
                <a:gd name="connsiteX168-28045" fmla="*/ 1003212 w 3024845"/>
                <a:gd name="connsiteY168-28046" fmla="*/ 495047 h 1059043"/>
                <a:gd name="connsiteX169-28047" fmla="*/ 1003212 w 3024845"/>
                <a:gd name="connsiteY169-28048" fmla="*/ 412899 h 1059043"/>
                <a:gd name="connsiteX170-28049" fmla="*/ 1004986 w 3024845"/>
                <a:gd name="connsiteY170-28050" fmla="*/ 412899 h 1059043"/>
                <a:gd name="connsiteX171-28051" fmla="*/ 1017399 w 3024845"/>
                <a:gd name="connsiteY171-28052" fmla="*/ 412899 h 1059043"/>
                <a:gd name="connsiteX172-28053" fmla="*/ 1017399 w 3024845"/>
                <a:gd name="connsiteY172-28054" fmla="*/ 411008 h 1059043"/>
                <a:gd name="connsiteX173-28055" fmla="*/ 1017399 w 3024845"/>
                <a:gd name="connsiteY173-28056" fmla="*/ 397767 h 1059043"/>
                <a:gd name="connsiteX174-28057" fmla="*/ 1039693 w 3024845"/>
                <a:gd name="connsiteY174-28058" fmla="*/ 397767 h 1059043"/>
                <a:gd name="connsiteX175-28059" fmla="*/ 1039693 w 3024845"/>
                <a:gd name="connsiteY175-28060" fmla="*/ 396686 h 1059043"/>
                <a:gd name="connsiteX176-28061" fmla="*/ 1039693 w 3024845"/>
                <a:gd name="connsiteY176-28062" fmla="*/ 389120 h 1059043"/>
                <a:gd name="connsiteX177-28063" fmla="*/ 1041466 w 3024845"/>
                <a:gd name="connsiteY177-28064" fmla="*/ 389120 h 1059043"/>
                <a:gd name="connsiteX178-28065" fmla="*/ 1053880 w 3024845"/>
                <a:gd name="connsiteY178-28066" fmla="*/ 389120 h 1059043"/>
                <a:gd name="connsiteX179-28067" fmla="*/ 1053880 w 3024845"/>
                <a:gd name="connsiteY179-28068" fmla="*/ 390201 h 1059043"/>
                <a:gd name="connsiteX180-28069" fmla="*/ 1053880 w 3024845"/>
                <a:gd name="connsiteY180-28070" fmla="*/ 397767 h 1059043"/>
                <a:gd name="connsiteX181-28071" fmla="*/ 1054640 w 3024845"/>
                <a:gd name="connsiteY181-28072" fmla="*/ 397767 h 1059043"/>
                <a:gd name="connsiteX182-28073" fmla="*/ 1059960 w 3024845"/>
                <a:gd name="connsiteY182-28074" fmla="*/ 397767 h 1059043"/>
                <a:gd name="connsiteX183-28075" fmla="*/ 1070093 w 3024845"/>
                <a:gd name="connsiteY183-28076" fmla="*/ 393443 h 1059043"/>
                <a:gd name="connsiteX184-28077" fmla="*/ 1074146 w 3024845"/>
                <a:gd name="connsiteY184-28078" fmla="*/ 396686 h 1059043"/>
                <a:gd name="connsiteX185-28079" fmla="*/ 1074146 w 3024845"/>
                <a:gd name="connsiteY185-28080" fmla="*/ 389120 h 1059043"/>
                <a:gd name="connsiteX186-28081" fmla="*/ 1076426 w 3024845"/>
                <a:gd name="connsiteY186-28082" fmla="*/ 389120 h 1059043"/>
                <a:gd name="connsiteX187-28083" fmla="*/ 1092387 w 3024845"/>
                <a:gd name="connsiteY187-28084" fmla="*/ 389120 h 1059043"/>
                <a:gd name="connsiteX188-28085" fmla="*/ 1092387 w 3024845"/>
                <a:gd name="connsiteY188-28086" fmla="*/ 390201 h 1059043"/>
                <a:gd name="connsiteX189-28087" fmla="*/ 1092387 w 3024845"/>
                <a:gd name="connsiteY189-28088" fmla="*/ 397767 h 1059043"/>
                <a:gd name="connsiteX190-28089" fmla="*/ 1122787 w 3024845"/>
                <a:gd name="connsiteY190-28090" fmla="*/ 397767 h 1059043"/>
                <a:gd name="connsiteX191-28091" fmla="*/ 1122787 w 3024845"/>
                <a:gd name="connsiteY191-28092" fmla="*/ 399388 h 1059043"/>
                <a:gd name="connsiteX192-28093" fmla="*/ 1122787 w 3024845"/>
                <a:gd name="connsiteY192-28094" fmla="*/ 410738 h 1059043"/>
                <a:gd name="connsiteX193-28095" fmla="*/ 1149134 w 3024845"/>
                <a:gd name="connsiteY193-28096" fmla="*/ 410738 h 1059043"/>
                <a:gd name="connsiteX194-28097" fmla="*/ 1149134 w 3024845"/>
                <a:gd name="connsiteY194-28098" fmla="*/ 441002 h 1059043"/>
                <a:gd name="connsiteX195-28099" fmla="*/ 1149894 w 3024845"/>
                <a:gd name="connsiteY195-28100" fmla="*/ 441002 h 1059043"/>
                <a:gd name="connsiteX196-28101" fmla="*/ 1155214 w 3024845"/>
                <a:gd name="connsiteY196-28102" fmla="*/ 441002 h 1059043"/>
                <a:gd name="connsiteX197-28103" fmla="*/ 1155214 w 3024845"/>
                <a:gd name="connsiteY197-28104" fmla="*/ 442083 h 1059043"/>
                <a:gd name="connsiteX198-28105" fmla="*/ 1155214 w 3024845"/>
                <a:gd name="connsiteY198-28106" fmla="*/ 449650 h 1059043"/>
                <a:gd name="connsiteX199-28107" fmla="*/ 1159268 w 3024845"/>
                <a:gd name="connsiteY199-28108" fmla="*/ 479914 h 1059043"/>
                <a:gd name="connsiteX200-28109" fmla="*/ 1160028 w 3024845"/>
                <a:gd name="connsiteY200-28110" fmla="*/ 479914 h 1059043"/>
                <a:gd name="connsiteX201-28111" fmla="*/ 1165348 w 3024845"/>
                <a:gd name="connsiteY201-28112" fmla="*/ 479914 h 1059043"/>
                <a:gd name="connsiteX202-28113" fmla="*/ 1165348 w 3024845"/>
                <a:gd name="connsiteY202-28114" fmla="*/ 480725 h 1059043"/>
                <a:gd name="connsiteX203-28115" fmla="*/ 1165348 w 3024845"/>
                <a:gd name="connsiteY203-28116" fmla="*/ 486400 h 1059043"/>
                <a:gd name="connsiteX204-28117" fmla="*/ 1166361 w 3024845"/>
                <a:gd name="connsiteY204-28118" fmla="*/ 486400 h 1059043"/>
                <a:gd name="connsiteX205-28119" fmla="*/ 1173454 w 3024845"/>
                <a:gd name="connsiteY205-28120" fmla="*/ 486400 h 1059043"/>
                <a:gd name="connsiteX206-28121" fmla="*/ 1173454 w 3024845"/>
                <a:gd name="connsiteY206-28122" fmla="*/ 516665 h 1059043"/>
                <a:gd name="connsiteX207-28123" fmla="*/ 1175481 w 3024845"/>
                <a:gd name="connsiteY207-28124" fmla="*/ 516665 h 1059043"/>
                <a:gd name="connsiteX208-28125" fmla="*/ 1189668 w 3024845"/>
                <a:gd name="connsiteY208-28126" fmla="*/ 516665 h 1059043"/>
                <a:gd name="connsiteX209-28127" fmla="*/ 1189668 w 3024845"/>
                <a:gd name="connsiteY209-28128" fmla="*/ 540444 h 1059043"/>
                <a:gd name="connsiteX210-28129" fmla="*/ 1191695 w 3024845"/>
                <a:gd name="connsiteY210-28130" fmla="*/ 542065 h 1059043"/>
                <a:gd name="connsiteX211-28131" fmla="*/ 1191695 w 3024845"/>
                <a:gd name="connsiteY211-28132" fmla="*/ 553415 h 1059043"/>
                <a:gd name="connsiteX212-28133" fmla="*/ 1192455 w 3024845"/>
                <a:gd name="connsiteY212-28134" fmla="*/ 553415 h 1059043"/>
                <a:gd name="connsiteX213-28135" fmla="*/ 1197775 w 3024845"/>
                <a:gd name="connsiteY213-28136" fmla="*/ 553415 h 1059043"/>
                <a:gd name="connsiteX214-28137" fmla="*/ 1197775 w 3024845"/>
                <a:gd name="connsiteY214-28138" fmla="*/ 577194 h 1059043"/>
                <a:gd name="connsiteX215-28139" fmla="*/ 1199041 w 3024845"/>
                <a:gd name="connsiteY215-28140" fmla="*/ 577194 h 1059043"/>
                <a:gd name="connsiteX216-28141" fmla="*/ 1207908 w 3024845"/>
                <a:gd name="connsiteY216-28142" fmla="*/ 577194 h 1059043"/>
                <a:gd name="connsiteX217-28143" fmla="*/ 1209935 w 3024845"/>
                <a:gd name="connsiteY217-28144" fmla="*/ 581248 h 1059043"/>
                <a:gd name="connsiteX218-28145" fmla="*/ 1209935 w 3024845"/>
                <a:gd name="connsiteY218-28146" fmla="*/ 594489 h 1059043"/>
                <a:gd name="connsiteX219-28147" fmla="*/ 1211455 w 3024845"/>
                <a:gd name="connsiteY219-28148" fmla="*/ 592597 h 1059043"/>
                <a:gd name="connsiteX220-28149" fmla="*/ 1222095 w 3024845"/>
                <a:gd name="connsiteY220-28150" fmla="*/ 579356 h 1059043"/>
                <a:gd name="connsiteX221-28151" fmla="*/ 1250469 w 3024845"/>
                <a:gd name="connsiteY221-28152" fmla="*/ 579356 h 1059043"/>
                <a:gd name="connsiteX222-28153" fmla="*/ 1250469 w 3024845"/>
                <a:gd name="connsiteY222-28154" fmla="*/ 665827 h 1059043"/>
                <a:gd name="connsiteX223-28155" fmla="*/ 1251229 w 3024845"/>
                <a:gd name="connsiteY223-28156" fmla="*/ 665827 h 1059043"/>
                <a:gd name="connsiteX224-28157" fmla="*/ 1256549 w 3024845"/>
                <a:gd name="connsiteY224-28158" fmla="*/ 665827 h 1059043"/>
                <a:gd name="connsiteX225-28159" fmla="*/ 1257309 w 3024845"/>
                <a:gd name="connsiteY225-28160" fmla="*/ 664476 h 1059043"/>
                <a:gd name="connsiteX226-28161" fmla="*/ 1262629 w 3024845"/>
                <a:gd name="connsiteY226-28162" fmla="*/ 655018 h 1059043"/>
                <a:gd name="connsiteX227-28163" fmla="*/ 1262629 w 3024845"/>
                <a:gd name="connsiteY227-28164" fmla="*/ 656910 h 1059043"/>
                <a:gd name="connsiteX228-28165" fmla="*/ 1262629 w 3024845"/>
                <a:gd name="connsiteY228-28166" fmla="*/ 670151 h 1059043"/>
                <a:gd name="connsiteX229-28167" fmla="*/ 1266682 w 3024845"/>
                <a:gd name="connsiteY229-28168" fmla="*/ 624754 h 1059043"/>
                <a:gd name="connsiteX230-28169" fmla="*/ 1267442 w 3024845"/>
                <a:gd name="connsiteY230-28170" fmla="*/ 624754 h 1059043"/>
                <a:gd name="connsiteX231-28171" fmla="*/ 1272762 w 3024845"/>
                <a:gd name="connsiteY231-28172" fmla="*/ 624754 h 1059043"/>
                <a:gd name="connsiteX232-28173" fmla="*/ 1272762 w 3024845"/>
                <a:gd name="connsiteY232-28174" fmla="*/ 559900 h 1059043"/>
                <a:gd name="connsiteX233-28175" fmla="*/ 1273776 w 3024845"/>
                <a:gd name="connsiteY233-28176" fmla="*/ 559900 h 1059043"/>
                <a:gd name="connsiteX234-28177" fmla="*/ 1280869 w 3024845"/>
                <a:gd name="connsiteY234-28178" fmla="*/ 559900 h 1059043"/>
                <a:gd name="connsiteX235-28179" fmla="*/ 1293029 w 3024845"/>
                <a:gd name="connsiteY235-28180" fmla="*/ 516665 h 1059043"/>
                <a:gd name="connsiteX236-28181" fmla="*/ 1294296 w 3024845"/>
                <a:gd name="connsiteY236-28182" fmla="*/ 516665 h 1059043"/>
                <a:gd name="connsiteX237-28183" fmla="*/ 1303163 w 3024845"/>
                <a:gd name="connsiteY237-28184" fmla="*/ 516665 h 1059043"/>
                <a:gd name="connsiteX238-28185" fmla="*/ 1313296 w 3024845"/>
                <a:gd name="connsiteY238-28186" fmla="*/ 559900 h 1059043"/>
                <a:gd name="connsiteX239-28187" fmla="*/ 1314309 w 3024845"/>
                <a:gd name="connsiteY239-28188" fmla="*/ 559900 h 1059043"/>
                <a:gd name="connsiteX240-28189" fmla="*/ 1321403 w 3024845"/>
                <a:gd name="connsiteY240-28190" fmla="*/ 559900 h 1059043"/>
                <a:gd name="connsiteX241-28191" fmla="*/ 1321403 w 3024845"/>
                <a:gd name="connsiteY241-28192" fmla="*/ 598812 h 1059043"/>
                <a:gd name="connsiteX242-28193" fmla="*/ 1323176 w 3024845"/>
                <a:gd name="connsiteY242-28194" fmla="*/ 598812 h 1059043"/>
                <a:gd name="connsiteX243-28195" fmla="*/ 1335590 w 3024845"/>
                <a:gd name="connsiteY243-28196" fmla="*/ 598812 h 1059043"/>
                <a:gd name="connsiteX244-28197" fmla="*/ 1335590 w 3024845"/>
                <a:gd name="connsiteY244-28198" fmla="*/ 600974 h 1059043"/>
                <a:gd name="connsiteX245-28199" fmla="*/ 1335590 w 3024845"/>
                <a:gd name="connsiteY245-28200" fmla="*/ 616106 h 1059043"/>
                <a:gd name="connsiteX246-28201" fmla="*/ 1339643 w 3024845"/>
                <a:gd name="connsiteY246-28202" fmla="*/ 613945 h 1059043"/>
                <a:gd name="connsiteX247-28203" fmla="*/ 1339643 w 3024845"/>
                <a:gd name="connsiteY247-28204" fmla="*/ 598812 h 1059043"/>
                <a:gd name="connsiteX248-28205" fmla="*/ 1341163 w 3024845"/>
                <a:gd name="connsiteY248-28206" fmla="*/ 598812 h 1059043"/>
                <a:gd name="connsiteX249-28207" fmla="*/ 1351803 w 3024845"/>
                <a:gd name="connsiteY249-28208" fmla="*/ 598812 h 1059043"/>
                <a:gd name="connsiteX250-28209" fmla="*/ 1351803 w 3024845"/>
                <a:gd name="connsiteY250-28210" fmla="*/ 600433 h 1059043"/>
                <a:gd name="connsiteX251-28211" fmla="*/ 1351803 w 3024845"/>
                <a:gd name="connsiteY251-28212" fmla="*/ 611783 h 1059043"/>
                <a:gd name="connsiteX252-28213" fmla="*/ 1382204 w 3024845"/>
                <a:gd name="connsiteY252-28214" fmla="*/ 611783 h 1059043"/>
                <a:gd name="connsiteX253-28215" fmla="*/ 1382204 w 3024845"/>
                <a:gd name="connsiteY253-28216" fmla="*/ 575033 h 1059043"/>
                <a:gd name="connsiteX254-28217" fmla="*/ 1383470 w 3024845"/>
                <a:gd name="connsiteY254-28218" fmla="*/ 575033 h 1059043"/>
                <a:gd name="connsiteX255-28219" fmla="*/ 1392337 w 3024845"/>
                <a:gd name="connsiteY255-28220" fmla="*/ 575033 h 1059043"/>
                <a:gd name="connsiteX256-28221" fmla="*/ 1392337 w 3024845"/>
                <a:gd name="connsiteY256-28222" fmla="*/ 596650 h 1059043"/>
                <a:gd name="connsiteX257-28223" fmla="*/ 1394364 w 3024845"/>
                <a:gd name="connsiteY257-28224" fmla="*/ 564224 h 1059043"/>
                <a:gd name="connsiteX258-28225" fmla="*/ 1416657 w 3024845"/>
                <a:gd name="connsiteY258-28226" fmla="*/ 564224 h 1059043"/>
                <a:gd name="connsiteX259-28227" fmla="*/ 1416657 w 3024845"/>
                <a:gd name="connsiteY259-28228" fmla="*/ 562602 h 1059043"/>
                <a:gd name="connsiteX260-28229" fmla="*/ 1416657 w 3024845"/>
                <a:gd name="connsiteY260-28230" fmla="*/ 551253 h 1059043"/>
                <a:gd name="connsiteX261-28231" fmla="*/ 1417417 w 3024845"/>
                <a:gd name="connsiteY261-28232" fmla="*/ 551253 h 1059043"/>
                <a:gd name="connsiteX262-28233" fmla="*/ 1422737 w 3024845"/>
                <a:gd name="connsiteY262-28234" fmla="*/ 551253 h 1059043"/>
                <a:gd name="connsiteX263-28235" fmla="*/ 1422737 w 3024845"/>
                <a:gd name="connsiteY263-28236" fmla="*/ 549362 h 1059043"/>
                <a:gd name="connsiteX264-28237" fmla="*/ 1422737 w 3024845"/>
                <a:gd name="connsiteY264-28238" fmla="*/ 536121 h 1059043"/>
                <a:gd name="connsiteX265-28239" fmla="*/ 1426791 w 3024845"/>
                <a:gd name="connsiteY265-28240" fmla="*/ 542606 h 1059043"/>
                <a:gd name="connsiteX266-28241" fmla="*/ 1429071 w 3024845"/>
                <a:gd name="connsiteY266-28242" fmla="*/ 542606 h 1059043"/>
                <a:gd name="connsiteX267-28243" fmla="*/ 1445031 w 3024845"/>
                <a:gd name="connsiteY267-28244" fmla="*/ 542606 h 1059043"/>
                <a:gd name="connsiteX268-28245" fmla="*/ 1445031 w 3024845"/>
                <a:gd name="connsiteY268-28246" fmla="*/ 541795 h 1059043"/>
                <a:gd name="connsiteX269-28247" fmla="*/ 1445031 w 3024845"/>
                <a:gd name="connsiteY269-28248" fmla="*/ 536121 h 1059043"/>
                <a:gd name="connsiteX270-28249" fmla="*/ 1445791 w 3024845"/>
                <a:gd name="connsiteY270-28250" fmla="*/ 536121 h 1059043"/>
                <a:gd name="connsiteX271-28251" fmla="*/ 1451111 w 3024845"/>
                <a:gd name="connsiteY271-28252" fmla="*/ 536121 h 1059043"/>
                <a:gd name="connsiteX272-28253" fmla="*/ 1451111 w 3024845"/>
                <a:gd name="connsiteY272-28254" fmla="*/ 537472 h 1059043"/>
                <a:gd name="connsiteX273-28255" fmla="*/ 1451111 w 3024845"/>
                <a:gd name="connsiteY273-28256" fmla="*/ 546930 h 1059043"/>
                <a:gd name="connsiteX274-28257" fmla="*/ 1489618 w 3024845"/>
                <a:gd name="connsiteY274-28258" fmla="*/ 546930 h 1059043"/>
                <a:gd name="connsiteX275-28259" fmla="*/ 1489618 w 3024845"/>
                <a:gd name="connsiteY275-28260" fmla="*/ 685283 h 1059043"/>
                <a:gd name="connsiteX276-28261" fmla="*/ 1491138 w 3024845"/>
                <a:gd name="connsiteY276-28262" fmla="*/ 685283 h 1059043"/>
                <a:gd name="connsiteX277-28263" fmla="*/ 1501778 w 3024845"/>
                <a:gd name="connsiteY277-28264" fmla="*/ 685283 h 1059043"/>
                <a:gd name="connsiteX278-28265" fmla="*/ 1501778 w 3024845"/>
                <a:gd name="connsiteY278-28266" fmla="*/ 672313 h 1059043"/>
                <a:gd name="connsiteX279-28267" fmla="*/ 1505832 w 3024845"/>
                <a:gd name="connsiteY279-28268" fmla="*/ 672313 h 1059043"/>
                <a:gd name="connsiteX280-28269" fmla="*/ 1505832 w 3024845"/>
                <a:gd name="connsiteY280-28270" fmla="*/ 685283 h 1059043"/>
                <a:gd name="connsiteX281-28271" fmla="*/ 1536232 w 3024845"/>
                <a:gd name="connsiteY281-28272" fmla="*/ 685283 h 1059043"/>
                <a:gd name="connsiteX282-28273" fmla="*/ 1536232 w 3024845"/>
                <a:gd name="connsiteY282-28274" fmla="*/ 655018 h 1059043"/>
                <a:gd name="connsiteX283-28275" fmla="*/ 1548392 w 3024845"/>
                <a:gd name="connsiteY283-28276" fmla="*/ 655018 h 1059043"/>
                <a:gd name="connsiteX284-28277" fmla="*/ 1560552 w 3024845"/>
                <a:gd name="connsiteY284-28278" fmla="*/ 652857 h 1059043"/>
                <a:gd name="connsiteX285-28279" fmla="*/ 1564606 w 3024845"/>
                <a:gd name="connsiteY285-28280" fmla="*/ 655018 h 1059043"/>
                <a:gd name="connsiteX286-28281" fmla="*/ 1574739 w 3024845"/>
                <a:gd name="connsiteY286-28282" fmla="*/ 655018 h 1059043"/>
                <a:gd name="connsiteX287-28283" fmla="*/ 1574739 w 3024845"/>
                <a:gd name="connsiteY287-28284" fmla="*/ 685283 h 1059043"/>
                <a:gd name="connsiteX288-28285" fmla="*/ 1582846 w 3024845"/>
                <a:gd name="connsiteY288-28286" fmla="*/ 685283 h 1059043"/>
                <a:gd name="connsiteX289-28287" fmla="*/ 1582846 w 3024845"/>
                <a:gd name="connsiteY289-28288" fmla="*/ 702578 h 1059043"/>
                <a:gd name="connsiteX290-28289" fmla="*/ 1592182 w 3024845"/>
                <a:gd name="connsiteY290-28290" fmla="*/ 703483 h 1059043"/>
                <a:gd name="connsiteX291-28291" fmla="*/ 1605140 w 3024845"/>
                <a:gd name="connsiteY291-28292" fmla="*/ 703483 h 1059043"/>
                <a:gd name="connsiteX292-28293" fmla="*/ 1605140 w 3024845"/>
                <a:gd name="connsiteY292-28294" fmla="*/ 687445 h 1059043"/>
                <a:gd name="connsiteX293-28295" fmla="*/ 1673096 w 3024845"/>
                <a:gd name="connsiteY293-28296" fmla="*/ 687445 h 1059043"/>
                <a:gd name="connsiteX294-28297" fmla="*/ 1673096 w 3024845"/>
                <a:gd name="connsiteY294-28298" fmla="*/ 602192 h 1059043"/>
                <a:gd name="connsiteX295-28299" fmla="*/ 1745104 w 3024845"/>
                <a:gd name="connsiteY295-28300" fmla="*/ 602192 h 1059043"/>
                <a:gd name="connsiteX296-28301" fmla="*/ 1745104 w 3024845"/>
                <a:gd name="connsiteY296-28302" fmla="*/ 680960 h 1059043"/>
                <a:gd name="connsiteX297-28303" fmla="*/ 1747008 w 3024845"/>
                <a:gd name="connsiteY297-28304" fmla="*/ 680960 h 1059043"/>
                <a:gd name="connsiteX298-28305" fmla="*/ 1748250 w 3024845"/>
                <a:gd name="connsiteY298-28306" fmla="*/ 703483 h 1059043"/>
                <a:gd name="connsiteX299-28307" fmla="*/ 1757926 w 3024845"/>
                <a:gd name="connsiteY299-28308" fmla="*/ 703483 h 1059043"/>
                <a:gd name="connsiteX300-28309" fmla="*/ 1759168 w 3024845"/>
                <a:gd name="connsiteY300-28310" fmla="*/ 680960 h 1059043"/>
                <a:gd name="connsiteX301-28311" fmla="*/ 1765248 w 3024845"/>
                <a:gd name="connsiteY301-28312" fmla="*/ 680960 h 1059043"/>
                <a:gd name="connsiteX302-28313" fmla="*/ 1766490 w 3024845"/>
                <a:gd name="connsiteY302-28314" fmla="*/ 703483 h 1059043"/>
                <a:gd name="connsiteX303-28315" fmla="*/ 1817112 w 3024845"/>
                <a:gd name="connsiteY303-28316" fmla="*/ 703483 h 1059043"/>
                <a:gd name="connsiteX304-28317" fmla="*/ 1817112 w 3024845"/>
                <a:gd name="connsiteY304-28318" fmla="*/ 540455 h 1059043"/>
                <a:gd name="connsiteX305-28319" fmla="*/ 2014439 w 3024845"/>
                <a:gd name="connsiteY305-28320" fmla="*/ 540455 h 1059043"/>
                <a:gd name="connsiteX306-28321" fmla="*/ 2014439 w 3024845"/>
                <a:gd name="connsiteY306-28322" fmla="*/ 703483 h 1059043"/>
                <a:gd name="connsiteX307-28323" fmla="*/ 2033136 w 3024845"/>
                <a:gd name="connsiteY307-28324" fmla="*/ 703483 h 1059043"/>
                <a:gd name="connsiteX308-28325" fmla="*/ 2033136 w 3024845"/>
                <a:gd name="connsiteY308-28326" fmla="*/ 620790 h 1059043"/>
                <a:gd name="connsiteX309-28327" fmla="*/ 2128256 w 3024845"/>
                <a:gd name="connsiteY309-28328" fmla="*/ 620790 h 1059043"/>
                <a:gd name="connsiteX310-28329" fmla="*/ 2144240 w 3024845"/>
                <a:gd name="connsiteY310-28330" fmla="*/ 214016 h 1059043"/>
                <a:gd name="connsiteX311-28331" fmla="*/ 2146266 w 3024845"/>
                <a:gd name="connsiteY311-28332" fmla="*/ 131868 h 1059043"/>
                <a:gd name="connsiteX312-28333" fmla="*/ 2144240 w 3024845"/>
                <a:gd name="connsiteY312-28334" fmla="*/ 125383 h 1059043"/>
                <a:gd name="connsiteX313-28335" fmla="*/ 2150320 w 3024845"/>
                <a:gd name="connsiteY313-28336" fmla="*/ 118897 h 1059043"/>
                <a:gd name="connsiteX314-28337" fmla="*/ 2150320 w 3024845"/>
                <a:gd name="connsiteY314-28338" fmla="*/ 60529 h 1059043"/>
                <a:gd name="connsiteX315-28339" fmla="*/ 2152346 w 3024845"/>
                <a:gd name="connsiteY315-28340" fmla="*/ 56206 h 1059043"/>
                <a:gd name="connsiteX316-28341" fmla="*/ 2152346 w 3024845"/>
                <a:gd name="connsiteY316-28342" fmla="*/ 0 h 1059043"/>
                <a:gd name="connsiteX317-28343" fmla="*/ 2162480 w 3024845"/>
                <a:gd name="connsiteY317-28344" fmla="*/ 118897 h 1059043"/>
                <a:gd name="connsiteX318-28345" fmla="*/ 2168560 w 3024845"/>
                <a:gd name="connsiteY318-28346" fmla="*/ 125383 h 1059043"/>
                <a:gd name="connsiteX319-28347" fmla="*/ 2166533 w 3024845"/>
                <a:gd name="connsiteY319-28348" fmla="*/ 131868 h 1059043"/>
                <a:gd name="connsiteX320-28349" fmla="*/ 2180720 w 3024845"/>
                <a:gd name="connsiteY320-28350" fmla="*/ 555577 h 1059043"/>
                <a:gd name="connsiteX321-28351" fmla="*/ 2245574 w 3024845"/>
                <a:gd name="connsiteY321-28352" fmla="*/ 555577 h 1059043"/>
                <a:gd name="connsiteX322-28353" fmla="*/ 2245574 w 3024845"/>
                <a:gd name="connsiteY322-28354" fmla="*/ 631239 h 1059043"/>
                <a:gd name="connsiteX323-28355" fmla="*/ 2253681 w 3024845"/>
                <a:gd name="connsiteY323-28356" fmla="*/ 631239 h 1059043"/>
                <a:gd name="connsiteX324-28357" fmla="*/ 2255708 w 3024845"/>
                <a:gd name="connsiteY324-28358" fmla="*/ 624754 h 1059043"/>
                <a:gd name="connsiteX325-28359" fmla="*/ 2261788 w 3024845"/>
                <a:gd name="connsiteY325-28360" fmla="*/ 624754 h 1059043"/>
                <a:gd name="connsiteX326-28361" fmla="*/ 2263815 w 3024845"/>
                <a:gd name="connsiteY326-28362" fmla="*/ 633401 h 1059043"/>
                <a:gd name="connsiteX327-28363" fmla="*/ 2275975 w 3024845"/>
                <a:gd name="connsiteY327-28364" fmla="*/ 633401 h 1059043"/>
                <a:gd name="connsiteX328-28365" fmla="*/ 2275975 w 3024845"/>
                <a:gd name="connsiteY328-28366" fmla="*/ 626915 h 1059043"/>
                <a:gd name="connsiteX329-28367" fmla="*/ 2298268 w 3024845"/>
                <a:gd name="connsiteY329-28368" fmla="*/ 626915 h 1059043"/>
                <a:gd name="connsiteX330-28369" fmla="*/ 2298268 w 3024845"/>
                <a:gd name="connsiteY330-28370" fmla="*/ 633401 h 1059043"/>
                <a:gd name="connsiteX331-28371" fmla="*/ 2318535 w 3024845"/>
                <a:gd name="connsiteY331-28372" fmla="*/ 633401 h 1059043"/>
                <a:gd name="connsiteX332-28373" fmla="*/ 2318535 w 3024845"/>
                <a:gd name="connsiteY332-28374" fmla="*/ 678798 h 1059043"/>
                <a:gd name="connsiteX333-28375" fmla="*/ 2332722 w 3024845"/>
                <a:gd name="connsiteY333-28376" fmla="*/ 678798 h 1059043"/>
                <a:gd name="connsiteX334-28377" fmla="*/ 2332722 w 3024845"/>
                <a:gd name="connsiteY334-28378" fmla="*/ 665827 h 1059043"/>
                <a:gd name="connsiteX335-28379" fmla="*/ 2348936 w 3024845"/>
                <a:gd name="connsiteY335-28380" fmla="*/ 665827 h 1059043"/>
                <a:gd name="connsiteX336-28381" fmla="*/ 2348936 w 3024845"/>
                <a:gd name="connsiteY336-28382" fmla="*/ 486400 h 1059043"/>
                <a:gd name="connsiteX337-28383" fmla="*/ 2355016 w 3024845"/>
                <a:gd name="connsiteY337-28384" fmla="*/ 479914 h 1059043"/>
                <a:gd name="connsiteX338-28385" fmla="*/ 2427977 w 3024845"/>
                <a:gd name="connsiteY338-28386" fmla="*/ 479914 h 1059043"/>
                <a:gd name="connsiteX339-28387" fmla="*/ 2427977 w 3024845"/>
                <a:gd name="connsiteY339-28388" fmla="*/ 488562 h 1059043"/>
                <a:gd name="connsiteX340-28389" fmla="*/ 2438110 w 3024845"/>
                <a:gd name="connsiteY340-28390" fmla="*/ 488562 h 1059043"/>
                <a:gd name="connsiteX341-28391" fmla="*/ 2438110 w 3024845"/>
                <a:gd name="connsiteY341-28392" fmla="*/ 603136 h 1059043"/>
                <a:gd name="connsiteX342-28393" fmla="*/ 2460404 w 3024845"/>
                <a:gd name="connsiteY342-28394" fmla="*/ 603136 h 1059043"/>
                <a:gd name="connsiteX343-28395" fmla="*/ 2460404 w 3024845"/>
                <a:gd name="connsiteY343-28396" fmla="*/ 536121 h 1059043"/>
                <a:gd name="connsiteX344-28397" fmla="*/ 2486751 w 3024845"/>
                <a:gd name="connsiteY344-28398" fmla="*/ 536121 h 1059043"/>
                <a:gd name="connsiteX345-28399" fmla="*/ 2490804 w 3024845"/>
                <a:gd name="connsiteY345-28400" fmla="*/ 531797 h 1059043"/>
                <a:gd name="connsiteX346-28401" fmla="*/ 2498911 w 3024845"/>
                <a:gd name="connsiteY346-28402" fmla="*/ 531797 h 1059043"/>
                <a:gd name="connsiteX347-28403" fmla="*/ 2502964 w 3024845"/>
                <a:gd name="connsiteY347-28404" fmla="*/ 536121 h 1059043"/>
                <a:gd name="connsiteX348-28405" fmla="*/ 2525258 w 3024845"/>
                <a:gd name="connsiteY348-28406" fmla="*/ 536121 h 1059043"/>
                <a:gd name="connsiteX349-28407" fmla="*/ 2525258 w 3024845"/>
                <a:gd name="connsiteY349-28408" fmla="*/ 419385 h 1059043"/>
                <a:gd name="connsiteX350-28409" fmla="*/ 2582005 w 3024845"/>
                <a:gd name="connsiteY350-28410" fmla="*/ 408576 h 1059043"/>
                <a:gd name="connsiteX351-28411" fmla="*/ 2582005 w 3024845"/>
                <a:gd name="connsiteY351-28412" fmla="*/ 409657 h 1059043"/>
                <a:gd name="connsiteX352-28413" fmla="*/ 2582005 w 3024845"/>
                <a:gd name="connsiteY352-28414" fmla="*/ 417223 h 1059043"/>
                <a:gd name="connsiteX353-28415" fmla="*/ 2608352 w 3024845"/>
                <a:gd name="connsiteY353-28416" fmla="*/ 417223 h 1059043"/>
                <a:gd name="connsiteX354-28417" fmla="*/ 2608352 w 3024845"/>
                <a:gd name="connsiteY354-28418" fmla="*/ 672313 h 1059043"/>
                <a:gd name="connsiteX355-28419" fmla="*/ 2630646 w 3024845"/>
                <a:gd name="connsiteY355-28420" fmla="*/ 672313 h 1059043"/>
                <a:gd name="connsiteX356-28421" fmla="*/ 2630646 w 3024845"/>
                <a:gd name="connsiteY356-28422" fmla="*/ 667989 h 1059043"/>
                <a:gd name="connsiteX357-28423" fmla="*/ 2642806 w 3024845"/>
                <a:gd name="connsiteY357-28424" fmla="*/ 667989 h 1059043"/>
                <a:gd name="connsiteX358-28425" fmla="*/ 2642806 w 3024845"/>
                <a:gd name="connsiteY358-28426" fmla="*/ 672313 h 1059043"/>
                <a:gd name="connsiteX359-28427" fmla="*/ 2667126 w 3024845"/>
                <a:gd name="connsiteY359-28428" fmla="*/ 672313 h 1059043"/>
                <a:gd name="connsiteX360-28429" fmla="*/ 2667126 w 3024845"/>
                <a:gd name="connsiteY360-28430" fmla="*/ 659342 h 1059043"/>
                <a:gd name="connsiteX361-28431" fmla="*/ 2695500 w 3024845"/>
                <a:gd name="connsiteY361-28432" fmla="*/ 659342 h 1059043"/>
                <a:gd name="connsiteX362-28433" fmla="*/ 2707660 w 3024845"/>
                <a:gd name="connsiteY362-28434" fmla="*/ 655018 h 1059043"/>
                <a:gd name="connsiteX363-28435" fmla="*/ 2727927 w 3024845"/>
                <a:gd name="connsiteY363-28436" fmla="*/ 659342 h 1059043"/>
                <a:gd name="connsiteX364-28437" fmla="*/ 2727927 w 3024845"/>
                <a:gd name="connsiteY364-28438" fmla="*/ 642048 h 1059043"/>
                <a:gd name="connsiteX365-28439" fmla="*/ 2736034 w 3024845"/>
                <a:gd name="connsiteY365-28440" fmla="*/ 642048 h 1059043"/>
                <a:gd name="connsiteX366-28441" fmla="*/ 2736034 w 3024845"/>
                <a:gd name="connsiteY366-28442" fmla="*/ 629077 h 1059043"/>
                <a:gd name="connsiteX367-28443" fmla="*/ 2792781 w 3024845"/>
                <a:gd name="connsiteY367-28444" fmla="*/ 629077 h 1059043"/>
                <a:gd name="connsiteX368-28445" fmla="*/ 2792781 w 3024845"/>
                <a:gd name="connsiteY368-28446" fmla="*/ 598812 h 1059043"/>
                <a:gd name="connsiteX369-28447" fmla="*/ 2811021 w 3024845"/>
                <a:gd name="connsiteY369-28448" fmla="*/ 598812 h 1059043"/>
                <a:gd name="connsiteX370-28449" fmla="*/ 2811021 w 3024845"/>
                <a:gd name="connsiteY370-28450" fmla="*/ 592327 h 1059043"/>
                <a:gd name="connsiteX371-28451" fmla="*/ 2823181 w 3024845"/>
                <a:gd name="connsiteY371-28452" fmla="*/ 592327 h 1059043"/>
                <a:gd name="connsiteX372-28453" fmla="*/ 2823181 w 3024845"/>
                <a:gd name="connsiteY372-28454" fmla="*/ 598812 h 1059043"/>
                <a:gd name="connsiteX373-28455" fmla="*/ 2839395 w 3024845"/>
                <a:gd name="connsiteY373-28456" fmla="*/ 598812 h 1059043"/>
                <a:gd name="connsiteX374-28457" fmla="*/ 2839395 w 3024845"/>
                <a:gd name="connsiteY374-28458" fmla="*/ 648533 h 1059043"/>
                <a:gd name="connsiteX375-28459" fmla="*/ 2871822 w 3024845"/>
                <a:gd name="connsiteY375-28460" fmla="*/ 648533 h 1059043"/>
                <a:gd name="connsiteX376-28461" fmla="*/ 2871822 w 3024845"/>
                <a:gd name="connsiteY376-28462" fmla="*/ 622592 h 1059043"/>
                <a:gd name="connsiteX377-28463" fmla="*/ 2910329 w 3024845"/>
                <a:gd name="connsiteY377-28464" fmla="*/ 622592 h 1059043"/>
                <a:gd name="connsiteX378-28465" fmla="*/ 2910329 w 3024845"/>
                <a:gd name="connsiteY378-28466" fmla="*/ 592327 h 1059043"/>
                <a:gd name="connsiteX379-28467" fmla="*/ 2958970 w 3024845"/>
                <a:gd name="connsiteY379-28468" fmla="*/ 592327 h 1059043"/>
                <a:gd name="connsiteX380-28469" fmla="*/ 2958970 w 3024845"/>
                <a:gd name="connsiteY380-28470" fmla="*/ 703483 h 1059043"/>
                <a:gd name="connsiteX381-28471" fmla="*/ 2958970 w 3024845"/>
                <a:gd name="connsiteY381-28472" fmla="*/ 717262 h 1059043"/>
                <a:gd name="connsiteX382-28473" fmla="*/ 3024845 w 3024845"/>
                <a:gd name="connsiteY382-28474" fmla="*/ 717262 h 1059043"/>
                <a:gd name="connsiteX383-28475" fmla="*/ 3024845 w 3024845"/>
                <a:gd name="connsiteY383-28476" fmla="*/ 1059043 h 1059043"/>
                <a:gd name="connsiteX384-28477" fmla="*/ 2054 w 3024845"/>
                <a:gd name="connsiteY384-28478" fmla="*/ 1056710 h 1059043"/>
                <a:gd name="connsiteX385-28479" fmla="*/ 0 w 3024845"/>
                <a:gd name="connsiteY385-28480" fmla="*/ 622592 h 1059043"/>
                <a:gd name="connsiteX386-28481" fmla="*/ 20267 w 3024845"/>
                <a:gd name="connsiteY386-28482" fmla="*/ 622592 h 1059043"/>
                <a:gd name="connsiteX387-28483" fmla="*/ 20774 w 3024845"/>
                <a:gd name="connsiteY387-28484" fmla="*/ 621511 h 1059043"/>
                <a:gd name="connsiteX388-28485" fmla="*/ 24320 w 3024845"/>
                <a:gd name="connsiteY388-28486" fmla="*/ 613945 h 1059043"/>
                <a:gd name="connsiteX389-28487" fmla="*/ 26094 w 3024845"/>
                <a:gd name="connsiteY389-28488" fmla="*/ 614215 h 1059043"/>
                <a:gd name="connsiteX390-28489" fmla="*/ 38507 w 3024845"/>
                <a:gd name="connsiteY390-28490" fmla="*/ 616106 h 1059043"/>
                <a:gd name="connsiteX391-28491" fmla="*/ 39014 w 3024845"/>
                <a:gd name="connsiteY391-28492" fmla="*/ 617458 h 1059043"/>
                <a:gd name="connsiteX392-28493" fmla="*/ 42560 w 3024845"/>
                <a:gd name="connsiteY392-28494" fmla="*/ 626915 h 1059043"/>
                <a:gd name="connsiteX393-28495" fmla="*/ 68907 w 3024845"/>
                <a:gd name="connsiteY393-28496" fmla="*/ 629077 h 1059043"/>
                <a:gd name="connsiteX394-28497" fmla="*/ 68907 w 3024845"/>
                <a:gd name="connsiteY394-28498" fmla="*/ 505856 h 1059043"/>
                <a:gd name="connsiteX395-28499" fmla="*/ 70934 w 3024845"/>
                <a:gd name="connsiteY395-28500" fmla="*/ 505856 h 1059043"/>
                <a:gd name="connsiteX396-28501" fmla="*/ 85121 w 3024845"/>
                <a:gd name="connsiteY396-28502" fmla="*/ 505856 h 1059043"/>
                <a:gd name="connsiteX397-28503" fmla="*/ 85121 w 3024845"/>
                <a:gd name="connsiteY397-28504" fmla="*/ 369664 h 1059043"/>
                <a:gd name="connsiteX398-28505" fmla="*/ 86894 w 3024845"/>
                <a:gd name="connsiteY398-28506" fmla="*/ 369664 h 1059043"/>
                <a:gd name="connsiteX399-28507" fmla="*/ 99308 w 3024845"/>
                <a:gd name="connsiteY399-28508" fmla="*/ 369664 h 1059043"/>
                <a:gd name="connsiteX400-28509" fmla="*/ 99308 w 3024845"/>
                <a:gd name="connsiteY400-28510" fmla="*/ 255090 h 1059043"/>
                <a:gd name="connsiteX401-28511" fmla="*/ 103361 w 3024845"/>
                <a:gd name="connsiteY401-28512" fmla="*/ 226986 h 1059043"/>
                <a:gd name="connsiteX402-28513" fmla="*/ 105388 w 3024845"/>
                <a:gd name="connsiteY402-28514" fmla="*/ 226986 h 1059043"/>
                <a:gd name="connsiteX403-28515" fmla="*/ 119575 w 3024845"/>
                <a:gd name="connsiteY403-28516" fmla="*/ 226986 h 1059043"/>
                <a:gd name="connsiteX0-28517" fmla="*/ 119575 w 3024845"/>
                <a:gd name="connsiteY0-28518" fmla="*/ 226986 h 1059043"/>
                <a:gd name="connsiteX1-28519" fmla="*/ 200642 w 3024845"/>
                <a:gd name="connsiteY1-28520" fmla="*/ 224825 h 1059043"/>
                <a:gd name="connsiteX2-28521" fmla="*/ 202669 w 3024845"/>
                <a:gd name="connsiteY2-28522" fmla="*/ 224825 h 1059043"/>
                <a:gd name="connsiteX3-28523" fmla="*/ 216856 w 3024845"/>
                <a:gd name="connsiteY3-28524" fmla="*/ 224825 h 1059043"/>
                <a:gd name="connsiteX4-28525" fmla="*/ 216856 w 3024845"/>
                <a:gd name="connsiteY4-28526" fmla="*/ 248604 h 1059043"/>
                <a:gd name="connsiteX5-28527" fmla="*/ 217363 w 3024845"/>
                <a:gd name="connsiteY5-28528" fmla="*/ 249415 h 1059043"/>
                <a:gd name="connsiteX6-28529" fmla="*/ 220909 w 3024845"/>
                <a:gd name="connsiteY6-28530" fmla="*/ 255090 h 1059043"/>
                <a:gd name="connsiteX7-28531" fmla="*/ 220909 w 3024845"/>
                <a:gd name="connsiteY7-28532" fmla="*/ 369664 h 1059043"/>
                <a:gd name="connsiteX8-28533" fmla="*/ 223189 w 3024845"/>
                <a:gd name="connsiteY8-28534" fmla="*/ 369664 h 1059043"/>
                <a:gd name="connsiteX9-28535" fmla="*/ 239150 w 3024845"/>
                <a:gd name="connsiteY9-28536" fmla="*/ 369664 h 1059043"/>
                <a:gd name="connsiteX10-28537" fmla="*/ 239150 w 3024845"/>
                <a:gd name="connsiteY10-28538" fmla="*/ 510179 h 1059043"/>
                <a:gd name="connsiteX11-28539" fmla="*/ 240670 w 3024845"/>
                <a:gd name="connsiteY11-28540" fmla="*/ 509909 h 1059043"/>
                <a:gd name="connsiteX12-28541" fmla="*/ 251310 w 3024845"/>
                <a:gd name="connsiteY12-28542" fmla="*/ 508018 h 1059043"/>
                <a:gd name="connsiteX13-28543" fmla="*/ 249283 w 3024845"/>
                <a:gd name="connsiteY13-28544" fmla="*/ 596650 h 1059043"/>
                <a:gd name="connsiteX14-28545" fmla="*/ 250803 w 3024845"/>
                <a:gd name="connsiteY14-28546" fmla="*/ 596921 h 1059043"/>
                <a:gd name="connsiteX15-28547" fmla="*/ 261443 w 3024845"/>
                <a:gd name="connsiteY15-28548" fmla="*/ 598812 h 1059043"/>
                <a:gd name="connsiteX16-28549" fmla="*/ 261696 w 3024845"/>
                <a:gd name="connsiteY16-28550" fmla="*/ 599623 h 1059043"/>
                <a:gd name="connsiteX17-28551" fmla="*/ 263470 w 3024845"/>
                <a:gd name="connsiteY17-28552" fmla="*/ 605298 h 1059043"/>
                <a:gd name="connsiteX18-28553" fmla="*/ 264230 w 3024845"/>
                <a:gd name="connsiteY18-28554" fmla="*/ 602866 h 1059043"/>
                <a:gd name="connsiteX19-28555" fmla="*/ 269550 w 3024845"/>
                <a:gd name="connsiteY19-28556" fmla="*/ 585842 h 1059043"/>
                <a:gd name="connsiteX20-28557" fmla="*/ 271323 w 3024845"/>
                <a:gd name="connsiteY20-28558" fmla="*/ 585842 h 1059043"/>
                <a:gd name="connsiteX21-28559" fmla="*/ 283737 w 3024845"/>
                <a:gd name="connsiteY21-28560" fmla="*/ 585842 h 1059043"/>
                <a:gd name="connsiteX22-28561" fmla="*/ 283737 w 3024845"/>
                <a:gd name="connsiteY22-28562" fmla="*/ 618268 h 1059043"/>
                <a:gd name="connsiteX23-28563" fmla="*/ 284750 w 3024845"/>
                <a:gd name="connsiteY23-28564" fmla="*/ 618809 h 1059043"/>
                <a:gd name="connsiteX24-28565" fmla="*/ 291844 w 3024845"/>
                <a:gd name="connsiteY24-28566" fmla="*/ 622592 h 1059043"/>
                <a:gd name="connsiteX25-28567" fmla="*/ 291844 w 3024845"/>
                <a:gd name="connsiteY25-28568" fmla="*/ 623943 h 1059043"/>
                <a:gd name="connsiteX26-28569" fmla="*/ 291844 w 3024845"/>
                <a:gd name="connsiteY26-28570" fmla="*/ 633401 h 1059043"/>
                <a:gd name="connsiteX27-28571" fmla="*/ 336431 w 3024845"/>
                <a:gd name="connsiteY27-28572" fmla="*/ 633401 h 1059043"/>
                <a:gd name="connsiteX28-28573" fmla="*/ 336431 w 3024845"/>
                <a:gd name="connsiteY28-28574" fmla="*/ 634482 h 1059043"/>
                <a:gd name="connsiteX29-28575" fmla="*/ 336431 w 3024845"/>
                <a:gd name="connsiteY29-28576" fmla="*/ 642048 h 1059043"/>
                <a:gd name="connsiteX30-28577" fmla="*/ 338457 w 3024845"/>
                <a:gd name="connsiteY30-28578" fmla="*/ 642048 h 1059043"/>
                <a:gd name="connsiteX31-28579" fmla="*/ 352644 w 3024845"/>
                <a:gd name="connsiteY31-28580" fmla="*/ 642048 h 1059043"/>
                <a:gd name="connsiteX32-28581" fmla="*/ 352644 w 3024845"/>
                <a:gd name="connsiteY32-28582" fmla="*/ 611783 h 1059043"/>
                <a:gd name="connsiteX33-28583" fmla="*/ 397231 w 3024845"/>
                <a:gd name="connsiteY33-28584" fmla="*/ 611783 h 1059043"/>
                <a:gd name="connsiteX34-28585" fmla="*/ 397231 w 3024845"/>
                <a:gd name="connsiteY34-28586" fmla="*/ 610432 h 1059043"/>
                <a:gd name="connsiteX35-28587" fmla="*/ 397231 w 3024845"/>
                <a:gd name="connsiteY35-28588" fmla="*/ 600974 h 1059043"/>
                <a:gd name="connsiteX36-28589" fmla="*/ 398245 w 3024845"/>
                <a:gd name="connsiteY36-28590" fmla="*/ 600974 h 1059043"/>
                <a:gd name="connsiteX37-28591" fmla="*/ 405338 w 3024845"/>
                <a:gd name="connsiteY37-28592" fmla="*/ 600974 h 1059043"/>
                <a:gd name="connsiteX38-28593" fmla="*/ 405338 w 3024845"/>
                <a:gd name="connsiteY38-28594" fmla="*/ 599083 h 1059043"/>
                <a:gd name="connsiteX39-28595" fmla="*/ 405338 w 3024845"/>
                <a:gd name="connsiteY39-28596" fmla="*/ 585842 h 1059043"/>
                <a:gd name="connsiteX40-28597" fmla="*/ 406098 w 3024845"/>
                <a:gd name="connsiteY40-28598" fmla="*/ 585842 h 1059043"/>
                <a:gd name="connsiteX41-28599" fmla="*/ 411418 w 3024845"/>
                <a:gd name="connsiteY41-28600" fmla="*/ 585842 h 1059043"/>
                <a:gd name="connsiteX42-28601" fmla="*/ 411418 w 3024845"/>
                <a:gd name="connsiteY42-28602" fmla="*/ 584761 h 1059043"/>
                <a:gd name="connsiteX43-28603" fmla="*/ 411418 w 3024845"/>
                <a:gd name="connsiteY43-28604" fmla="*/ 577194 h 1059043"/>
                <a:gd name="connsiteX44-28605" fmla="*/ 413445 w 3024845"/>
                <a:gd name="connsiteY44-28606" fmla="*/ 577194 h 1059043"/>
                <a:gd name="connsiteX45-28607" fmla="*/ 427632 w 3024845"/>
                <a:gd name="connsiteY45-28608" fmla="*/ 577194 h 1059043"/>
                <a:gd name="connsiteX46-28609" fmla="*/ 427632 w 3024845"/>
                <a:gd name="connsiteY46-28610" fmla="*/ 578275 h 1059043"/>
                <a:gd name="connsiteX47-28611" fmla="*/ 427632 w 3024845"/>
                <a:gd name="connsiteY47-28612" fmla="*/ 585842 h 1059043"/>
                <a:gd name="connsiteX48-28613" fmla="*/ 449925 w 3024845"/>
                <a:gd name="connsiteY48-28614" fmla="*/ 585842 h 1059043"/>
                <a:gd name="connsiteX49-28615" fmla="*/ 449925 w 3024845"/>
                <a:gd name="connsiteY49-28616" fmla="*/ 583950 h 1059043"/>
                <a:gd name="connsiteX50-28617" fmla="*/ 449925 w 3024845"/>
                <a:gd name="connsiteY50-28618" fmla="*/ 570709 h 1059043"/>
                <a:gd name="connsiteX51-28619" fmla="*/ 451699 w 3024845"/>
                <a:gd name="connsiteY51-28620" fmla="*/ 570709 h 1059043"/>
                <a:gd name="connsiteX52-28621" fmla="*/ 464112 w 3024845"/>
                <a:gd name="connsiteY52-28622" fmla="*/ 570709 h 1059043"/>
                <a:gd name="connsiteX53-28623" fmla="*/ 464112 w 3024845"/>
                <a:gd name="connsiteY53-28624" fmla="*/ 594489 h 1059043"/>
                <a:gd name="connsiteX54-28625" fmla="*/ 465126 w 3024845"/>
                <a:gd name="connsiteY54-28626" fmla="*/ 594489 h 1059043"/>
                <a:gd name="connsiteX55-28627" fmla="*/ 472219 w 3024845"/>
                <a:gd name="connsiteY55-28628" fmla="*/ 594489 h 1059043"/>
                <a:gd name="connsiteX56-28629" fmla="*/ 472219 w 3024845"/>
                <a:gd name="connsiteY56-28630" fmla="*/ 593408 h 1059043"/>
                <a:gd name="connsiteX57-28631" fmla="*/ 472219 w 3024845"/>
                <a:gd name="connsiteY57-28632" fmla="*/ 585842 h 1059043"/>
                <a:gd name="connsiteX58-28633" fmla="*/ 473992 w 3024845"/>
                <a:gd name="connsiteY58-28634" fmla="*/ 585842 h 1059043"/>
                <a:gd name="connsiteX59-28635" fmla="*/ 486406 w 3024845"/>
                <a:gd name="connsiteY59-28636" fmla="*/ 585842 h 1059043"/>
                <a:gd name="connsiteX60-28637" fmla="*/ 486406 w 3024845"/>
                <a:gd name="connsiteY60-28638" fmla="*/ 611783 h 1059043"/>
                <a:gd name="connsiteX61-28639" fmla="*/ 488433 w 3024845"/>
                <a:gd name="connsiteY61-28640" fmla="*/ 611783 h 1059043"/>
                <a:gd name="connsiteX62-28641" fmla="*/ 502619 w 3024845"/>
                <a:gd name="connsiteY62-28642" fmla="*/ 611783 h 1059043"/>
                <a:gd name="connsiteX63-28643" fmla="*/ 502619 w 3024845"/>
                <a:gd name="connsiteY63-28644" fmla="*/ 613404 h 1059043"/>
                <a:gd name="connsiteX64-28645" fmla="*/ 502619 w 3024845"/>
                <a:gd name="connsiteY64-28646" fmla="*/ 624754 h 1059043"/>
                <a:gd name="connsiteX65-28647" fmla="*/ 503379 w 3024845"/>
                <a:gd name="connsiteY65-28648" fmla="*/ 624754 h 1059043"/>
                <a:gd name="connsiteX66-28649" fmla="*/ 508700 w 3024845"/>
                <a:gd name="connsiteY66-28650" fmla="*/ 624754 h 1059043"/>
                <a:gd name="connsiteX67-28651" fmla="*/ 508700 w 3024845"/>
                <a:gd name="connsiteY67-28652" fmla="*/ 623943 h 1059043"/>
                <a:gd name="connsiteX68-28653" fmla="*/ 508700 w 3024845"/>
                <a:gd name="connsiteY68-28654" fmla="*/ 618268 h 1059043"/>
                <a:gd name="connsiteX69-28655" fmla="*/ 539100 w 3024845"/>
                <a:gd name="connsiteY69-28656" fmla="*/ 618268 h 1059043"/>
                <a:gd name="connsiteX70-28657" fmla="*/ 539100 w 3024845"/>
                <a:gd name="connsiteY70-28658" fmla="*/ 642048 h 1059043"/>
                <a:gd name="connsiteX71-28659" fmla="*/ 540113 w 3024845"/>
                <a:gd name="connsiteY71-28660" fmla="*/ 642048 h 1059043"/>
                <a:gd name="connsiteX72-28661" fmla="*/ 547207 w 3024845"/>
                <a:gd name="connsiteY72-28662" fmla="*/ 642048 h 1059043"/>
                <a:gd name="connsiteX73-28663" fmla="*/ 547207 w 3024845"/>
                <a:gd name="connsiteY73-28664" fmla="*/ 643129 h 1059043"/>
                <a:gd name="connsiteX74-28665" fmla="*/ 547207 w 3024845"/>
                <a:gd name="connsiteY74-28666" fmla="*/ 650695 h 1059043"/>
                <a:gd name="connsiteX75-28667" fmla="*/ 547967 w 3024845"/>
                <a:gd name="connsiteY75-28668" fmla="*/ 650695 h 1059043"/>
                <a:gd name="connsiteX76-28669" fmla="*/ 553287 w 3024845"/>
                <a:gd name="connsiteY76-28670" fmla="*/ 650695 h 1059043"/>
                <a:gd name="connsiteX77-28671" fmla="*/ 553287 w 3024845"/>
                <a:gd name="connsiteY77-28672" fmla="*/ 648533 h 1059043"/>
                <a:gd name="connsiteX78-28673" fmla="*/ 553287 w 3024845"/>
                <a:gd name="connsiteY78-28674" fmla="*/ 633401 h 1059043"/>
                <a:gd name="connsiteX79-28675" fmla="*/ 554300 w 3024845"/>
                <a:gd name="connsiteY79-28676" fmla="*/ 633401 h 1059043"/>
                <a:gd name="connsiteX80-28677" fmla="*/ 561394 w 3024845"/>
                <a:gd name="connsiteY80-28678" fmla="*/ 633401 h 1059043"/>
                <a:gd name="connsiteX81-28679" fmla="*/ 561394 w 3024845"/>
                <a:gd name="connsiteY81-28680" fmla="*/ 634482 h 1059043"/>
                <a:gd name="connsiteX82-28681" fmla="*/ 561394 w 3024845"/>
                <a:gd name="connsiteY82-28682" fmla="*/ 642048 h 1059043"/>
                <a:gd name="connsiteX83-28683" fmla="*/ 566714 w 3024845"/>
                <a:gd name="connsiteY83-28684" fmla="*/ 640055 h 1059043"/>
                <a:gd name="connsiteX84-28685" fmla="*/ 567474 w 3024845"/>
                <a:gd name="connsiteY84-28686" fmla="*/ 639075 h 1059043"/>
                <a:gd name="connsiteX85-28687" fmla="*/ 567474 w 3024845"/>
                <a:gd name="connsiteY85-28688" fmla="*/ 633401 h 1059043"/>
                <a:gd name="connsiteX86-28689" fmla="*/ 605981 w 3024845"/>
                <a:gd name="connsiteY86-28690" fmla="*/ 633401 h 1059043"/>
                <a:gd name="connsiteX87-28691" fmla="*/ 605981 w 3024845"/>
                <a:gd name="connsiteY87-28692" fmla="*/ 657180 h 1059043"/>
                <a:gd name="connsiteX88-28693" fmla="*/ 608007 w 3024845"/>
                <a:gd name="connsiteY88-28694" fmla="*/ 657180 h 1059043"/>
                <a:gd name="connsiteX89-28695" fmla="*/ 622194 w 3024845"/>
                <a:gd name="connsiteY89-28696" fmla="*/ 657180 h 1059043"/>
                <a:gd name="connsiteX90-28697" fmla="*/ 622194 w 3024845"/>
                <a:gd name="connsiteY90-28698" fmla="*/ 658261 h 1059043"/>
                <a:gd name="connsiteX91-28699" fmla="*/ 622194 w 3024845"/>
                <a:gd name="connsiteY91-28700" fmla="*/ 665827 h 1059043"/>
                <a:gd name="connsiteX92-28701" fmla="*/ 623968 w 3024845"/>
                <a:gd name="connsiteY92-28702" fmla="*/ 665827 h 1059043"/>
                <a:gd name="connsiteX93-28703" fmla="*/ 636381 w 3024845"/>
                <a:gd name="connsiteY93-28704" fmla="*/ 665827 h 1059043"/>
                <a:gd name="connsiteX94-28705" fmla="*/ 636381 w 3024845"/>
                <a:gd name="connsiteY94-28706" fmla="*/ 642048 h 1059043"/>
                <a:gd name="connsiteX95-28707" fmla="*/ 637394 w 3024845"/>
                <a:gd name="connsiteY95-28708" fmla="*/ 642048 h 1059043"/>
                <a:gd name="connsiteX96-28709" fmla="*/ 644488 w 3024845"/>
                <a:gd name="connsiteY96-28710" fmla="*/ 642048 h 1059043"/>
                <a:gd name="connsiteX97-28711" fmla="*/ 644488 w 3024845"/>
                <a:gd name="connsiteY97-28712" fmla="*/ 609621 h 1059043"/>
                <a:gd name="connsiteX98-28713" fmla="*/ 645501 w 3024845"/>
                <a:gd name="connsiteY98-28714" fmla="*/ 609621 h 1059043"/>
                <a:gd name="connsiteX99-28715" fmla="*/ 652595 w 3024845"/>
                <a:gd name="connsiteY99-28716" fmla="*/ 609621 h 1059043"/>
                <a:gd name="connsiteX100-28717" fmla="*/ 652595 w 3024845"/>
                <a:gd name="connsiteY100-28718" fmla="*/ 607730 h 1059043"/>
                <a:gd name="connsiteX101-28719" fmla="*/ 652595 w 3024845"/>
                <a:gd name="connsiteY101-28720" fmla="*/ 594489 h 1059043"/>
                <a:gd name="connsiteX102-28721" fmla="*/ 651328 w 3024845"/>
                <a:gd name="connsiteY102-28722" fmla="*/ 592867 h 1059043"/>
                <a:gd name="connsiteX103-28723" fmla="*/ 656648 w 3024845"/>
                <a:gd name="connsiteY103-28724" fmla="*/ 581518 h 1059043"/>
                <a:gd name="connsiteX104-28725" fmla="*/ 664755 w 3024845"/>
                <a:gd name="connsiteY104-28726" fmla="*/ 609621 h 1059043"/>
                <a:gd name="connsiteX105-28727" fmla="*/ 665515 w 3024845"/>
                <a:gd name="connsiteY105-28728" fmla="*/ 609621 h 1059043"/>
                <a:gd name="connsiteX106-28729" fmla="*/ 670835 w 3024845"/>
                <a:gd name="connsiteY106-28730" fmla="*/ 609621 h 1059043"/>
                <a:gd name="connsiteX107-28731" fmla="*/ 670835 w 3024845"/>
                <a:gd name="connsiteY107-28732" fmla="*/ 503694 h 1059043"/>
                <a:gd name="connsiteX108-28733" fmla="*/ 672355 w 3024845"/>
                <a:gd name="connsiteY108-28734" fmla="*/ 503694 h 1059043"/>
                <a:gd name="connsiteX109-28735" fmla="*/ 682995 w 3024845"/>
                <a:gd name="connsiteY109-28736" fmla="*/ 503694 h 1059043"/>
                <a:gd name="connsiteX110-28737" fmla="*/ 682995 w 3024845"/>
                <a:gd name="connsiteY110-28738" fmla="*/ 456135 h 1059043"/>
                <a:gd name="connsiteX111-28739" fmla="*/ 709342 w 3024845"/>
                <a:gd name="connsiteY111-28740" fmla="*/ 456135 h 1059043"/>
                <a:gd name="connsiteX112-28741" fmla="*/ 709342 w 3024845"/>
                <a:gd name="connsiteY112-28742" fmla="*/ 434517 h 1059043"/>
                <a:gd name="connsiteX113-28743" fmla="*/ 743796 w 3024845"/>
                <a:gd name="connsiteY113-28744" fmla="*/ 434517 h 1059043"/>
                <a:gd name="connsiteX114-28745" fmla="*/ 743796 w 3024845"/>
                <a:gd name="connsiteY114-28746" fmla="*/ 436949 h 1059043"/>
                <a:gd name="connsiteX115-28747" fmla="*/ 743796 w 3024845"/>
                <a:gd name="connsiteY115-28748" fmla="*/ 453973 h 1059043"/>
                <a:gd name="connsiteX116-28749" fmla="*/ 746076 w 3024845"/>
                <a:gd name="connsiteY116-28750" fmla="*/ 453973 h 1059043"/>
                <a:gd name="connsiteX117-28751" fmla="*/ 762036 w 3024845"/>
                <a:gd name="connsiteY117-28752" fmla="*/ 453973 h 1059043"/>
                <a:gd name="connsiteX118-28753" fmla="*/ 762036 w 3024845"/>
                <a:gd name="connsiteY118-28754" fmla="*/ 501532 h 1059043"/>
                <a:gd name="connsiteX119-28755" fmla="*/ 763049 w 3024845"/>
                <a:gd name="connsiteY119-28756" fmla="*/ 501532 h 1059043"/>
                <a:gd name="connsiteX120-28757" fmla="*/ 770143 w 3024845"/>
                <a:gd name="connsiteY120-28758" fmla="*/ 501532 h 1059043"/>
                <a:gd name="connsiteX121-28759" fmla="*/ 784330 w 3024845"/>
                <a:gd name="connsiteY121-28760" fmla="*/ 505856 h 1059043"/>
                <a:gd name="connsiteX122-28761" fmla="*/ 784330 w 3024845"/>
                <a:gd name="connsiteY122-28762" fmla="*/ 544768 h 1059043"/>
                <a:gd name="connsiteX123-28763" fmla="*/ 785343 w 3024845"/>
                <a:gd name="connsiteY123-28764" fmla="*/ 544768 h 1059043"/>
                <a:gd name="connsiteX124-28765" fmla="*/ 792436 w 3024845"/>
                <a:gd name="connsiteY124-28766" fmla="*/ 544768 h 1059043"/>
                <a:gd name="connsiteX125-28767" fmla="*/ 792436 w 3024845"/>
                <a:gd name="connsiteY125-28768" fmla="*/ 546389 h 1059043"/>
                <a:gd name="connsiteX126-28769" fmla="*/ 792436 w 3024845"/>
                <a:gd name="connsiteY126-28770" fmla="*/ 557738 h 1059043"/>
                <a:gd name="connsiteX127-28771" fmla="*/ 794463 w 3024845"/>
                <a:gd name="connsiteY127-28772" fmla="*/ 557738 h 1059043"/>
                <a:gd name="connsiteX128-28773" fmla="*/ 808650 w 3024845"/>
                <a:gd name="connsiteY128-28774" fmla="*/ 557738 h 1059043"/>
                <a:gd name="connsiteX129-28775" fmla="*/ 814730 w 3024845"/>
                <a:gd name="connsiteY129-28776" fmla="*/ 564224 h 1059043"/>
                <a:gd name="connsiteX130-28777" fmla="*/ 814730 w 3024845"/>
                <a:gd name="connsiteY130-28778" fmla="*/ 585842 h 1059043"/>
                <a:gd name="connsiteX131-28779" fmla="*/ 817010 w 3024845"/>
                <a:gd name="connsiteY131-28780" fmla="*/ 585842 h 1059043"/>
                <a:gd name="connsiteX132-28781" fmla="*/ 832970 w 3024845"/>
                <a:gd name="connsiteY132-28782" fmla="*/ 585842 h 1059043"/>
                <a:gd name="connsiteX133-28783" fmla="*/ 832970 w 3024845"/>
                <a:gd name="connsiteY133-28784" fmla="*/ 586922 h 1059043"/>
                <a:gd name="connsiteX134-28785" fmla="*/ 832970 w 3024845"/>
                <a:gd name="connsiteY134-28786" fmla="*/ 594489 h 1059043"/>
                <a:gd name="connsiteX135-28787" fmla="*/ 834237 w 3024845"/>
                <a:gd name="connsiteY135-28788" fmla="*/ 594489 h 1059043"/>
                <a:gd name="connsiteX136-28789" fmla="*/ 843104 w 3024845"/>
                <a:gd name="connsiteY136-28790" fmla="*/ 594489 h 1059043"/>
                <a:gd name="connsiteX137-28791" fmla="*/ 843104 w 3024845"/>
                <a:gd name="connsiteY137-28792" fmla="*/ 596650 h 1059043"/>
                <a:gd name="connsiteX138-28793" fmla="*/ 843104 w 3024845"/>
                <a:gd name="connsiteY138-28794" fmla="*/ 611783 h 1059043"/>
                <a:gd name="connsiteX139-28795" fmla="*/ 847157 w 3024845"/>
                <a:gd name="connsiteY139-28796" fmla="*/ 609891 h 1059043"/>
                <a:gd name="connsiteX140-28797" fmla="*/ 847157 w 3024845"/>
                <a:gd name="connsiteY140-28798" fmla="*/ 596650 h 1059043"/>
                <a:gd name="connsiteX141-28799" fmla="*/ 848170 w 3024845"/>
                <a:gd name="connsiteY141-28800" fmla="*/ 596650 h 1059043"/>
                <a:gd name="connsiteX142-28801" fmla="*/ 855264 w 3024845"/>
                <a:gd name="connsiteY142-28802" fmla="*/ 596650 h 1059043"/>
                <a:gd name="connsiteX143-28803" fmla="*/ 855264 w 3024845"/>
                <a:gd name="connsiteY143-28804" fmla="*/ 598272 h 1059043"/>
                <a:gd name="connsiteX144-28805" fmla="*/ 855264 w 3024845"/>
                <a:gd name="connsiteY144-28806" fmla="*/ 609621 h 1059043"/>
                <a:gd name="connsiteX145-28807" fmla="*/ 856024 w 3024845"/>
                <a:gd name="connsiteY145-28808" fmla="*/ 609621 h 1059043"/>
                <a:gd name="connsiteX146-28809" fmla="*/ 861344 w 3024845"/>
                <a:gd name="connsiteY146-28810" fmla="*/ 609621 h 1059043"/>
                <a:gd name="connsiteX147-28811" fmla="*/ 909984 w 3024845"/>
                <a:gd name="connsiteY147-28812" fmla="*/ 605298 h 1059043"/>
                <a:gd name="connsiteX148-28813" fmla="*/ 909984 w 3024845"/>
                <a:gd name="connsiteY148-28814" fmla="*/ 606649 h 1059043"/>
                <a:gd name="connsiteX149-28815" fmla="*/ 909984 w 3024845"/>
                <a:gd name="connsiteY149-28816" fmla="*/ 616106 h 1059043"/>
                <a:gd name="connsiteX150-28817" fmla="*/ 910744 w 3024845"/>
                <a:gd name="connsiteY150-28818" fmla="*/ 616106 h 1059043"/>
                <a:gd name="connsiteX151-28819" fmla="*/ 916065 w 3024845"/>
                <a:gd name="connsiteY151-28820" fmla="*/ 616106 h 1059043"/>
                <a:gd name="connsiteX152-28821" fmla="*/ 916065 w 3024845"/>
                <a:gd name="connsiteY152-28822" fmla="*/ 618268 h 1059043"/>
                <a:gd name="connsiteX153-28823" fmla="*/ 916065 w 3024845"/>
                <a:gd name="connsiteY153-28824" fmla="*/ 633401 h 1059043"/>
                <a:gd name="connsiteX154-28825" fmla="*/ 918091 w 3024845"/>
                <a:gd name="connsiteY154-28826" fmla="*/ 632050 h 1059043"/>
                <a:gd name="connsiteX155-28827" fmla="*/ 932278 w 3024845"/>
                <a:gd name="connsiteY155-28828" fmla="*/ 622592 h 1059043"/>
                <a:gd name="connsiteX156-28829" fmla="*/ 938358 w 3024845"/>
                <a:gd name="connsiteY156-28830" fmla="*/ 581518 h 1059043"/>
                <a:gd name="connsiteX157-28831" fmla="*/ 939118 w 3024845"/>
                <a:gd name="connsiteY157-28832" fmla="*/ 581248 h 1059043"/>
                <a:gd name="connsiteX158-28833" fmla="*/ 944438 w 3024845"/>
                <a:gd name="connsiteY158-28834" fmla="*/ 579356 h 1059043"/>
                <a:gd name="connsiteX159-28835" fmla="*/ 946465 w 3024845"/>
                <a:gd name="connsiteY159-28836" fmla="*/ 510179 h 1059043"/>
                <a:gd name="connsiteX160-28837" fmla="*/ 948492 w 3024845"/>
                <a:gd name="connsiteY160-28838" fmla="*/ 579356 h 1059043"/>
                <a:gd name="connsiteX161-28839" fmla="*/ 949252 w 3024845"/>
                <a:gd name="connsiteY161-28840" fmla="*/ 579626 h 1059043"/>
                <a:gd name="connsiteX162-28841" fmla="*/ 954572 w 3024845"/>
                <a:gd name="connsiteY162-28842" fmla="*/ 581518 h 1059043"/>
                <a:gd name="connsiteX163-28843" fmla="*/ 954572 w 3024845"/>
                <a:gd name="connsiteY163-28844" fmla="*/ 495047 h 1059043"/>
                <a:gd name="connsiteX164-28845" fmla="*/ 958625 w 3024845"/>
                <a:gd name="connsiteY164-28846" fmla="*/ 462620 h 1059043"/>
                <a:gd name="connsiteX165-28847" fmla="*/ 997132 w 3024845"/>
                <a:gd name="connsiteY165-28848" fmla="*/ 462620 h 1059043"/>
                <a:gd name="connsiteX166-28849" fmla="*/ 997132 w 3024845"/>
                <a:gd name="connsiteY166-28850" fmla="*/ 495047 h 1059043"/>
                <a:gd name="connsiteX167-28851" fmla="*/ 997892 w 3024845"/>
                <a:gd name="connsiteY167-28852" fmla="*/ 495047 h 1059043"/>
                <a:gd name="connsiteX168-28853" fmla="*/ 1003212 w 3024845"/>
                <a:gd name="connsiteY168-28854" fmla="*/ 495047 h 1059043"/>
                <a:gd name="connsiteX169-28855" fmla="*/ 1003212 w 3024845"/>
                <a:gd name="connsiteY169-28856" fmla="*/ 412899 h 1059043"/>
                <a:gd name="connsiteX170-28857" fmla="*/ 1004986 w 3024845"/>
                <a:gd name="connsiteY170-28858" fmla="*/ 412899 h 1059043"/>
                <a:gd name="connsiteX171-28859" fmla="*/ 1017399 w 3024845"/>
                <a:gd name="connsiteY171-28860" fmla="*/ 412899 h 1059043"/>
                <a:gd name="connsiteX172-28861" fmla="*/ 1017399 w 3024845"/>
                <a:gd name="connsiteY172-28862" fmla="*/ 411008 h 1059043"/>
                <a:gd name="connsiteX173-28863" fmla="*/ 1017399 w 3024845"/>
                <a:gd name="connsiteY173-28864" fmla="*/ 397767 h 1059043"/>
                <a:gd name="connsiteX174-28865" fmla="*/ 1039693 w 3024845"/>
                <a:gd name="connsiteY174-28866" fmla="*/ 397767 h 1059043"/>
                <a:gd name="connsiteX175-28867" fmla="*/ 1039693 w 3024845"/>
                <a:gd name="connsiteY175-28868" fmla="*/ 396686 h 1059043"/>
                <a:gd name="connsiteX176-28869" fmla="*/ 1039693 w 3024845"/>
                <a:gd name="connsiteY176-28870" fmla="*/ 389120 h 1059043"/>
                <a:gd name="connsiteX177-28871" fmla="*/ 1041466 w 3024845"/>
                <a:gd name="connsiteY177-28872" fmla="*/ 389120 h 1059043"/>
                <a:gd name="connsiteX178-28873" fmla="*/ 1053880 w 3024845"/>
                <a:gd name="connsiteY178-28874" fmla="*/ 389120 h 1059043"/>
                <a:gd name="connsiteX179-28875" fmla="*/ 1053880 w 3024845"/>
                <a:gd name="connsiteY179-28876" fmla="*/ 390201 h 1059043"/>
                <a:gd name="connsiteX180-28877" fmla="*/ 1053880 w 3024845"/>
                <a:gd name="connsiteY180-28878" fmla="*/ 397767 h 1059043"/>
                <a:gd name="connsiteX181-28879" fmla="*/ 1054640 w 3024845"/>
                <a:gd name="connsiteY181-28880" fmla="*/ 397767 h 1059043"/>
                <a:gd name="connsiteX182-28881" fmla="*/ 1059960 w 3024845"/>
                <a:gd name="connsiteY182-28882" fmla="*/ 397767 h 1059043"/>
                <a:gd name="connsiteX183-28883" fmla="*/ 1070093 w 3024845"/>
                <a:gd name="connsiteY183-28884" fmla="*/ 393443 h 1059043"/>
                <a:gd name="connsiteX184-28885" fmla="*/ 1074146 w 3024845"/>
                <a:gd name="connsiteY184-28886" fmla="*/ 396686 h 1059043"/>
                <a:gd name="connsiteX185-28887" fmla="*/ 1074146 w 3024845"/>
                <a:gd name="connsiteY185-28888" fmla="*/ 389120 h 1059043"/>
                <a:gd name="connsiteX186-28889" fmla="*/ 1076426 w 3024845"/>
                <a:gd name="connsiteY186-28890" fmla="*/ 389120 h 1059043"/>
                <a:gd name="connsiteX187-28891" fmla="*/ 1092387 w 3024845"/>
                <a:gd name="connsiteY187-28892" fmla="*/ 389120 h 1059043"/>
                <a:gd name="connsiteX188-28893" fmla="*/ 1092387 w 3024845"/>
                <a:gd name="connsiteY188-28894" fmla="*/ 390201 h 1059043"/>
                <a:gd name="connsiteX189-28895" fmla="*/ 1092387 w 3024845"/>
                <a:gd name="connsiteY189-28896" fmla="*/ 397767 h 1059043"/>
                <a:gd name="connsiteX190-28897" fmla="*/ 1122787 w 3024845"/>
                <a:gd name="connsiteY190-28898" fmla="*/ 397767 h 1059043"/>
                <a:gd name="connsiteX191-28899" fmla="*/ 1122787 w 3024845"/>
                <a:gd name="connsiteY191-28900" fmla="*/ 399388 h 1059043"/>
                <a:gd name="connsiteX192-28901" fmla="*/ 1122787 w 3024845"/>
                <a:gd name="connsiteY192-28902" fmla="*/ 410738 h 1059043"/>
                <a:gd name="connsiteX193-28903" fmla="*/ 1149134 w 3024845"/>
                <a:gd name="connsiteY193-28904" fmla="*/ 410738 h 1059043"/>
                <a:gd name="connsiteX194-28905" fmla="*/ 1149134 w 3024845"/>
                <a:gd name="connsiteY194-28906" fmla="*/ 441002 h 1059043"/>
                <a:gd name="connsiteX195-28907" fmla="*/ 1149894 w 3024845"/>
                <a:gd name="connsiteY195-28908" fmla="*/ 441002 h 1059043"/>
                <a:gd name="connsiteX196-28909" fmla="*/ 1155214 w 3024845"/>
                <a:gd name="connsiteY196-28910" fmla="*/ 441002 h 1059043"/>
                <a:gd name="connsiteX197-28911" fmla="*/ 1155214 w 3024845"/>
                <a:gd name="connsiteY197-28912" fmla="*/ 442083 h 1059043"/>
                <a:gd name="connsiteX198-28913" fmla="*/ 1155214 w 3024845"/>
                <a:gd name="connsiteY198-28914" fmla="*/ 449650 h 1059043"/>
                <a:gd name="connsiteX199-28915" fmla="*/ 1159268 w 3024845"/>
                <a:gd name="connsiteY199-28916" fmla="*/ 479914 h 1059043"/>
                <a:gd name="connsiteX200-28917" fmla="*/ 1160028 w 3024845"/>
                <a:gd name="connsiteY200-28918" fmla="*/ 479914 h 1059043"/>
                <a:gd name="connsiteX201-28919" fmla="*/ 1165348 w 3024845"/>
                <a:gd name="connsiteY201-28920" fmla="*/ 479914 h 1059043"/>
                <a:gd name="connsiteX202-28921" fmla="*/ 1165348 w 3024845"/>
                <a:gd name="connsiteY202-28922" fmla="*/ 480725 h 1059043"/>
                <a:gd name="connsiteX203-28923" fmla="*/ 1165348 w 3024845"/>
                <a:gd name="connsiteY203-28924" fmla="*/ 486400 h 1059043"/>
                <a:gd name="connsiteX204-28925" fmla="*/ 1166361 w 3024845"/>
                <a:gd name="connsiteY204-28926" fmla="*/ 486400 h 1059043"/>
                <a:gd name="connsiteX205-28927" fmla="*/ 1173454 w 3024845"/>
                <a:gd name="connsiteY205-28928" fmla="*/ 486400 h 1059043"/>
                <a:gd name="connsiteX206-28929" fmla="*/ 1173454 w 3024845"/>
                <a:gd name="connsiteY206-28930" fmla="*/ 516665 h 1059043"/>
                <a:gd name="connsiteX207-28931" fmla="*/ 1175481 w 3024845"/>
                <a:gd name="connsiteY207-28932" fmla="*/ 516665 h 1059043"/>
                <a:gd name="connsiteX208-28933" fmla="*/ 1189668 w 3024845"/>
                <a:gd name="connsiteY208-28934" fmla="*/ 516665 h 1059043"/>
                <a:gd name="connsiteX209-28935" fmla="*/ 1189668 w 3024845"/>
                <a:gd name="connsiteY209-28936" fmla="*/ 540444 h 1059043"/>
                <a:gd name="connsiteX210-28937" fmla="*/ 1191695 w 3024845"/>
                <a:gd name="connsiteY210-28938" fmla="*/ 542065 h 1059043"/>
                <a:gd name="connsiteX211-28939" fmla="*/ 1191695 w 3024845"/>
                <a:gd name="connsiteY211-28940" fmla="*/ 553415 h 1059043"/>
                <a:gd name="connsiteX212-28941" fmla="*/ 1192455 w 3024845"/>
                <a:gd name="connsiteY212-28942" fmla="*/ 553415 h 1059043"/>
                <a:gd name="connsiteX213-28943" fmla="*/ 1197775 w 3024845"/>
                <a:gd name="connsiteY213-28944" fmla="*/ 553415 h 1059043"/>
                <a:gd name="connsiteX214-28945" fmla="*/ 1197775 w 3024845"/>
                <a:gd name="connsiteY214-28946" fmla="*/ 577194 h 1059043"/>
                <a:gd name="connsiteX215-28947" fmla="*/ 1199041 w 3024845"/>
                <a:gd name="connsiteY215-28948" fmla="*/ 577194 h 1059043"/>
                <a:gd name="connsiteX216-28949" fmla="*/ 1207908 w 3024845"/>
                <a:gd name="connsiteY216-28950" fmla="*/ 577194 h 1059043"/>
                <a:gd name="connsiteX217-28951" fmla="*/ 1209935 w 3024845"/>
                <a:gd name="connsiteY217-28952" fmla="*/ 581248 h 1059043"/>
                <a:gd name="connsiteX218-28953" fmla="*/ 1209935 w 3024845"/>
                <a:gd name="connsiteY218-28954" fmla="*/ 594489 h 1059043"/>
                <a:gd name="connsiteX219-28955" fmla="*/ 1211455 w 3024845"/>
                <a:gd name="connsiteY219-28956" fmla="*/ 592597 h 1059043"/>
                <a:gd name="connsiteX220-28957" fmla="*/ 1222095 w 3024845"/>
                <a:gd name="connsiteY220-28958" fmla="*/ 579356 h 1059043"/>
                <a:gd name="connsiteX221-28959" fmla="*/ 1250469 w 3024845"/>
                <a:gd name="connsiteY221-28960" fmla="*/ 579356 h 1059043"/>
                <a:gd name="connsiteX222-28961" fmla="*/ 1250469 w 3024845"/>
                <a:gd name="connsiteY222-28962" fmla="*/ 665827 h 1059043"/>
                <a:gd name="connsiteX223-28963" fmla="*/ 1251229 w 3024845"/>
                <a:gd name="connsiteY223-28964" fmla="*/ 665827 h 1059043"/>
                <a:gd name="connsiteX224-28965" fmla="*/ 1256549 w 3024845"/>
                <a:gd name="connsiteY224-28966" fmla="*/ 665827 h 1059043"/>
                <a:gd name="connsiteX225-28967" fmla="*/ 1257309 w 3024845"/>
                <a:gd name="connsiteY225-28968" fmla="*/ 664476 h 1059043"/>
                <a:gd name="connsiteX226-28969" fmla="*/ 1262629 w 3024845"/>
                <a:gd name="connsiteY226-28970" fmla="*/ 655018 h 1059043"/>
                <a:gd name="connsiteX227-28971" fmla="*/ 1262629 w 3024845"/>
                <a:gd name="connsiteY227-28972" fmla="*/ 656910 h 1059043"/>
                <a:gd name="connsiteX228-28973" fmla="*/ 1262629 w 3024845"/>
                <a:gd name="connsiteY228-28974" fmla="*/ 670151 h 1059043"/>
                <a:gd name="connsiteX229-28975" fmla="*/ 1266682 w 3024845"/>
                <a:gd name="connsiteY229-28976" fmla="*/ 624754 h 1059043"/>
                <a:gd name="connsiteX230-28977" fmla="*/ 1267442 w 3024845"/>
                <a:gd name="connsiteY230-28978" fmla="*/ 624754 h 1059043"/>
                <a:gd name="connsiteX231-28979" fmla="*/ 1272762 w 3024845"/>
                <a:gd name="connsiteY231-28980" fmla="*/ 624754 h 1059043"/>
                <a:gd name="connsiteX232-28981" fmla="*/ 1272762 w 3024845"/>
                <a:gd name="connsiteY232-28982" fmla="*/ 559900 h 1059043"/>
                <a:gd name="connsiteX233-28983" fmla="*/ 1273776 w 3024845"/>
                <a:gd name="connsiteY233-28984" fmla="*/ 559900 h 1059043"/>
                <a:gd name="connsiteX234-28985" fmla="*/ 1280869 w 3024845"/>
                <a:gd name="connsiteY234-28986" fmla="*/ 559900 h 1059043"/>
                <a:gd name="connsiteX235-28987" fmla="*/ 1293029 w 3024845"/>
                <a:gd name="connsiteY235-28988" fmla="*/ 516665 h 1059043"/>
                <a:gd name="connsiteX236-28989" fmla="*/ 1294296 w 3024845"/>
                <a:gd name="connsiteY236-28990" fmla="*/ 516665 h 1059043"/>
                <a:gd name="connsiteX237-28991" fmla="*/ 1303163 w 3024845"/>
                <a:gd name="connsiteY237-28992" fmla="*/ 516665 h 1059043"/>
                <a:gd name="connsiteX238-28993" fmla="*/ 1313296 w 3024845"/>
                <a:gd name="connsiteY238-28994" fmla="*/ 559900 h 1059043"/>
                <a:gd name="connsiteX239-28995" fmla="*/ 1314309 w 3024845"/>
                <a:gd name="connsiteY239-28996" fmla="*/ 559900 h 1059043"/>
                <a:gd name="connsiteX240-28997" fmla="*/ 1321403 w 3024845"/>
                <a:gd name="connsiteY240-28998" fmla="*/ 559900 h 1059043"/>
                <a:gd name="connsiteX241-28999" fmla="*/ 1321403 w 3024845"/>
                <a:gd name="connsiteY241-29000" fmla="*/ 598812 h 1059043"/>
                <a:gd name="connsiteX242-29001" fmla="*/ 1323176 w 3024845"/>
                <a:gd name="connsiteY242-29002" fmla="*/ 598812 h 1059043"/>
                <a:gd name="connsiteX243-29003" fmla="*/ 1335590 w 3024845"/>
                <a:gd name="connsiteY243-29004" fmla="*/ 598812 h 1059043"/>
                <a:gd name="connsiteX244-29005" fmla="*/ 1335590 w 3024845"/>
                <a:gd name="connsiteY244-29006" fmla="*/ 600974 h 1059043"/>
                <a:gd name="connsiteX245-29007" fmla="*/ 1335590 w 3024845"/>
                <a:gd name="connsiteY245-29008" fmla="*/ 616106 h 1059043"/>
                <a:gd name="connsiteX246-29009" fmla="*/ 1339643 w 3024845"/>
                <a:gd name="connsiteY246-29010" fmla="*/ 613945 h 1059043"/>
                <a:gd name="connsiteX247-29011" fmla="*/ 1339643 w 3024845"/>
                <a:gd name="connsiteY247-29012" fmla="*/ 598812 h 1059043"/>
                <a:gd name="connsiteX248-29013" fmla="*/ 1341163 w 3024845"/>
                <a:gd name="connsiteY248-29014" fmla="*/ 598812 h 1059043"/>
                <a:gd name="connsiteX249-29015" fmla="*/ 1351803 w 3024845"/>
                <a:gd name="connsiteY249-29016" fmla="*/ 598812 h 1059043"/>
                <a:gd name="connsiteX250-29017" fmla="*/ 1351803 w 3024845"/>
                <a:gd name="connsiteY250-29018" fmla="*/ 600433 h 1059043"/>
                <a:gd name="connsiteX251-29019" fmla="*/ 1351803 w 3024845"/>
                <a:gd name="connsiteY251-29020" fmla="*/ 611783 h 1059043"/>
                <a:gd name="connsiteX252-29021" fmla="*/ 1382204 w 3024845"/>
                <a:gd name="connsiteY252-29022" fmla="*/ 611783 h 1059043"/>
                <a:gd name="connsiteX253-29023" fmla="*/ 1382204 w 3024845"/>
                <a:gd name="connsiteY253-29024" fmla="*/ 575033 h 1059043"/>
                <a:gd name="connsiteX254-29025" fmla="*/ 1383470 w 3024845"/>
                <a:gd name="connsiteY254-29026" fmla="*/ 575033 h 1059043"/>
                <a:gd name="connsiteX255-29027" fmla="*/ 1392337 w 3024845"/>
                <a:gd name="connsiteY255-29028" fmla="*/ 575033 h 1059043"/>
                <a:gd name="connsiteX256-29029" fmla="*/ 1392337 w 3024845"/>
                <a:gd name="connsiteY256-29030" fmla="*/ 596650 h 1059043"/>
                <a:gd name="connsiteX257-29031" fmla="*/ 1394364 w 3024845"/>
                <a:gd name="connsiteY257-29032" fmla="*/ 564224 h 1059043"/>
                <a:gd name="connsiteX258-29033" fmla="*/ 1416657 w 3024845"/>
                <a:gd name="connsiteY258-29034" fmla="*/ 564224 h 1059043"/>
                <a:gd name="connsiteX259-29035" fmla="*/ 1416657 w 3024845"/>
                <a:gd name="connsiteY259-29036" fmla="*/ 562602 h 1059043"/>
                <a:gd name="connsiteX260-29037" fmla="*/ 1416657 w 3024845"/>
                <a:gd name="connsiteY260-29038" fmla="*/ 551253 h 1059043"/>
                <a:gd name="connsiteX261-29039" fmla="*/ 1417417 w 3024845"/>
                <a:gd name="connsiteY261-29040" fmla="*/ 551253 h 1059043"/>
                <a:gd name="connsiteX262-29041" fmla="*/ 1422737 w 3024845"/>
                <a:gd name="connsiteY262-29042" fmla="*/ 551253 h 1059043"/>
                <a:gd name="connsiteX263-29043" fmla="*/ 1422737 w 3024845"/>
                <a:gd name="connsiteY263-29044" fmla="*/ 549362 h 1059043"/>
                <a:gd name="connsiteX264-29045" fmla="*/ 1422737 w 3024845"/>
                <a:gd name="connsiteY264-29046" fmla="*/ 536121 h 1059043"/>
                <a:gd name="connsiteX265-29047" fmla="*/ 1426791 w 3024845"/>
                <a:gd name="connsiteY265-29048" fmla="*/ 542606 h 1059043"/>
                <a:gd name="connsiteX266-29049" fmla="*/ 1429071 w 3024845"/>
                <a:gd name="connsiteY266-29050" fmla="*/ 542606 h 1059043"/>
                <a:gd name="connsiteX267-29051" fmla="*/ 1445031 w 3024845"/>
                <a:gd name="connsiteY267-29052" fmla="*/ 542606 h 1059043"/>
                <a:gd name="connsiteX268-29053" fmla="*/ 1445031 w 3024845"/>
                <a:gd name="connsiteY268-29054" fmla="*/ 541795 h 1059043"/>
                <a:gd name="connsiteX269-29055" fmla="*/ 1445031 w 3024845"/>
                <a:gd name="connsiteY269-29056" fmla="*/ 536121 h 1059043"/>
                <a:gd name="connsiteX270-29057" fmla="*/ 1445791 w 3024845"/>
                <a:gd name="connsiteY270-29058" fmla="*/ 536121 h 1059043"/>
                <a:gd name="connsiteX271-29059" fmla="*/ 1451111 w 3024845"/>
                <a:gd name="connsiteY271-29060" fmla="*/ 536121 h 1059043"/>
                <a:gd name="connsiteX272-29061" fmla="*/ 1451111 w 3024845"/>
                <a:gd name="connsiteY272-29062" fmla="*/ 537472 h 1059043"/>
                <a:gd name="connsiteX273-29063" fmla="*/ 1451111 w 3024845"/>
                <a:gd name="connsiteY273-29064" fmla="*/ 546930 h 1059043"/>
                <a:gd name="connsiteX274-29065" fmla="*/ 1489618 w 3024845"/>
                <a:gd name="connsiteY274-29066" fmla="*/ 546930 h 1059043"/>
                <a:gd name="connsiteX275-29067" fmla="*/ 1489618 w 3024845"/>
                <a:gd name="connsiteY275-29068" fmla="*/ 685283 h 1059043"/>
                <a:gd name="connsiteX276-29069" fmla="*/ 1491138 w 3024845"/>
                <a:gd name="connsiteY276-29070" fmla="*/ 685283 h 1059043"/>
                <a:gd name="connsiteX277-29071" fmla="*/ 1501778 w 3024845"/>
                <a:gd name="connsiteY277-29072" fmla="*/ 685283 h 1059043"/>
                <a:gd name="connsiteX278-29073" fmla="*/ 1501778 w 3024845"/>
                <a:gd name="connsiteY278-29074" fmla="*/ 672313 h 1059043"/>
                <a:gd name="connsiteX279-29075" fmla="*/ 1505832 w 3024845"/>
                <a:gd name="connsiteY279-29076" fmla="*/ 672313 h 1059043"/>
                <a:gd name="connsiteX280-29077" fmla="*/ 1505832 w 3024845"/>
                <a:gd name="connsiteY280-29078" fmla="*/ 685283 h 1059043"/>
                <a:gd name="connsiteX281-29079" fmla="*/ 1536232 w 3024845"/>
                <a:gd name="connsiteY281-29080" fmla="*/ 685283 h 1059043"/>
                <a:gd name="connsiteX282-29081" fmla="*/ 1536232 w 3024845"/>
                <a:gd name="connsiteY282-29082" fmla="*/ 655018 h 1059043"/>
                <a:gd name="connsiteX283-29083" fmla="*/ 1548392 w 3024845"/>
                <a:gd name="connsiteY283-29084" fmla="*/ 655018 h 1059043"/>
                <a:gd name="connsiteX284-29085" fmla="*/ 1560552 w 3024845"/>
                <a:gd name="connsiteY284-29086" fmla="*/ 652857 h 1059043"/>
                <a:gd name="connsiteX285-29087" fmla="*/ 1564606 w 3024845"/>
                <a:gd name="connsiteY285-29088" fmla="*/ 655018 h 1059043"/>
                <a:gd name="connsiteX286-29089" fmla="*/ 1574739 w 3024845"/>
                <a:gd name="connsiteY286-29090" fmla="*/ 655018 h 1059043"/>
                <a:gd name="connsiteX287-29091" fmla="*/ 1574739 w 3024845"/>
                <a:gd name="connsiteY287-29092" fmla="*/ 685283 h 1059043"/>
                <a:gd name="connsiteX288-29093" fmla="*/ 1582846 w 3024845"/>
                <a:gd name="connsiteY288-29094" fmla="*/ 685283 h 1059043"/>
                <a:gd name="connsiteX289-29095" fmla="*/ 1582846 w 3024845"/>
                <a:gd name="connsiteY289-29096" fmla="*/ 702578 h 1059043"/>
                <a:gd name="connsiteX290-29097" fmla="*/ 1592182 w 3024845"/>
                <a:gd name="connsiteY290-29098" fmla="*/ 703483 h 1059043"/>
                <a:gd name="connsiteX291-29099" fmla="*/ 1605140 w 3024845"/>
                <a:gd name="connsiteY291-29100" fmla="*/ 703483 h 1059043"/>
                <a:gd name="connsiteX292-29101" fmla="*/ 1605140 w 3024845"/>
                <a:gd name="connsiteY292-29102" fmla="*/ 687445 h 1059043"/>
                <a:gd name="connsiteX293-29103" fmla="*/ 1673096 w 3024845"/>
                <a:gd name="connsiteY293-29104" fmla="*/ 687445 h 1059043"/>
                <a:gd name="connsiteX294-29105" fmla="*/ 1673096 w 3024845"/>
                <a:gd name="connsiteY294-29106" fmla="*/ 602192 h 1059043"/>
                <a:gd name="connsiteX295-29107" fmla="*/ 1745104 w 3024845"/>
                <a:gd name="connsiteY295-29108" fmla="*/ 602192 h 1059043"/>
                <a:gd name="connsiteX296-29109" fmla="*/ 1745104 w 3024845"/>
                <a:gd name="connsiteY296-29110" fmla="*/ 680960 h 1059043"/>
                <a:gd name="connsiteX297-29111" fmla="*/ 1747008 w 3024845"/>
                <a:gd name="connsiteY297-29112" fmla="*/ 680960 h 1059043"/>
                <a:gd name="connsiteX298-29113" fmla="*/ 1748250 w 3024845"/>
                <a:gd name="connsiteY298-29114" fmla="*/ 703483 h 1059043"/>
                <a:gd name="connsiteX299-29115" fmla="*/ 1757926 w 3024845"/>
                <a:gd name="connsiteY299-29116" fmla="*/ 703483 h 1059043"/>
                <a:gd name="connsiteX300-29117" fmla="*/ 1759168 w 3024845"/>
                <a:gd name="connsiteY300-29118" fmla="*/ 680960 h 1059043"/>
                <a:gd name="connsiteX301-29119" fmla="*/ 1765248 w 3024845"/>
                <a:gd name="connsiteY301-29120" fmla="*/ 680960 h 1059043"/>
                <a:gd name="connsiteX302-29121" fmla="*/ 1766490 w 3024845"/>
                <a:gd name="connsiteY302-29122" fmla="*/ 703483 h 1059043"/>
                <a:gd name="connsiteX303-29123" fmla="*/ 1817112 w 3024845"/>
                <a:gd name="connsiteY303-29124" fmla="*/ 703483 h 1059043"/>
                <a:gd name="connsiteX304-29125" fmla="*/ 1817112 w 3024845"/>
                <a:gd name="connsiteY304-29126" fmla="*/ 540455 h 1059043"/>
                <a:gd name="connsiteX305-29127" fmla="*/ 2014439 w 3024845"/>
                <a:gd name="connsiteY305-29128" fmla="*/ 540455 h 1059043"/>
                <a:gd name="connsiteX306-29129" fmla="*/ 2014439 w 3024845"/>
                <a:gd name="connsiteY306-29130" fmla="*/ 703483 h 1059043"/>
                <a:gd name="connsiteX307-29131" fmla="*/ 2033136 w 3024845"/>
                <a:gd name="connsiteY307-29132" fmla="*/ 703483 h 1059043"/>
                <a:gd name="connsiteX308-29133" fmla="*/ 2033136 w 3024845"/>
                <a:gd name="connsiteY308-29134" fmla="*/ 620790 h 1059043"/>
                <a:gd name="connsiteX309-29135" fmla="*/ 2128256 w 3024845"/>
                <a:gd name="connsiteY309-29136" fmla="*/ 620790 h 1059043"/>
                <a:gd name="connsiteX310-29137" fmla="*/ 2146266 w 3024845"/>
                <a:gd name="connsiteY310-29138" fmla="*/ 131868 h 1059043"/>
                <a:gd name="connsiteX311-29139" fmla="*/ 2144240 w 3024845"/>
                <a:gd name="connsiteY311-29140" fmla="*/ 125383 h 1059043"/>
                <a:gd name="connsiteX312-29141" fmla="*/ 2150320 w 3024845"/>
                <a:gd name="connsiteY312-29142" fmla="*/ 118897 h 1059043"/>
                <a:gd name="connsiteX313-29143" fmla="*/ 2150320 w 3024845"/>
                <a:gd name="connsiteY313-29144" fmla="*/ 60529 h 1059043"/>
                <a:gd name="connsiteX314-29145" fmla="*/ 2152346 w 3024845"/>
                <a:gd name="connsiteY314-29146" fmla="*/ 56206 h 1059043"/>
                <a:gd name="connsiteX315-29147" fmla="*/ 2152346 w 3024845"/>
                <a:gd name="connsiteY315-29148" fmla="*/ 0 h 1059043"/>
                <a:gd name="connsiteX316-29149" fmla="*/ 2162480 w 3024845"/>
                <a:gd name="connsiteY316-29150" fmla="*/ 118897 h 1059043"/>
                <a:gd name="connsiteX317-29151" fmla="*/ 2168560 w 3024845"/>
                <a:gd name="connsiteY317-29152" fmla="*/ 125383 h 1059043"/>
                <a:gd name="connsiteX318-29153" fmla="*/ 2166533 w 3024845"/>
                <a:gd name="connsiteY318-29154" fmla="*/ 131868 h 1059043"/>
                <a:gd name="connsiteX319-29155" fmla="*/ 2180720 w 3024845"/>
                <a:gd name="connsiteY319-29156" fmla="*/ 555577 h 1059043"/>
                <a:gd name="connsiteX320-29157" fmla="*/ 2245574 w 3024845"/>
                <a:gd name="connsiteY320-29158" fmla="*/ 555577 h 1059043"/>
                <a:gd name="connsiteX321-29159" fmla="*/ 2245574 w 3024845"/>
                <a:gd name="connsiteY321-29160" fmla="*/ 631239 h 1059043"/>
                <a:gd name="connsiteX322-29161" fmla="*/ 2253681 w 3024845"/>
                <a:gd name="connsiteY322-29162" fmla="*/ 631239 h 1059043"/>
                <a:gd name="connsiteX323-29163" fmla="*/ 2255708 w 3024845"/>
                <a:gd name="connsiteY323-29164" fmla="*/ 624754 h 1059043"/>
                <a:gd name="connsiteX324-29165" fmla="*/ 2261788 w 3024845"/>
                <a:gd name="connsiteY324-29166" fmla="*/ 624754 h 1059043"/>
                <a:gd name="connsiteX325-29167" fmla="*/ 2263815 w 3024845"/>
                <a:gd name="connsiteY325-29168" fmla="*/ 633401 h 1059043"/>
                <a:gd name="connsiteX326-29169" fmla="*/ 2275975 w 3024845"/>
                <a:gd name="connsiteY326-29170" fmla="*/ 633401 h 1059043"/>
                <a:gd name="connsiteX327-29171" fmla="*/ 2275975 w 3024845"/>
                <a:gd name="connsiteY327-29172" fmla="*/ 626915 h 1059043"/>
                <a:gd name="connsiteX328-29173" fmla="*/ 2298268 w 3024845"/>
                <a:gd name="connsiteY328-29174" fmla="*/ 626915 h 1059043"/>
                <a:gd name="connsiteX329-29175" fmla="*/ 2298268 w 3024845"/>
                <a:gd name="connsiteY329-29176" fmla="*/ 633401 h 1059043"/>
                <a:gd name="connsiteX330-29177" fmla="*/ 2318535 w 3024845"/>
                <a:gd name="connsiteY330-29178" fmla="*/ 633401 h 1059043"/>
                <a:gd name="connsiteX331-29179" fmla="*/ 2318535 w 3024845"/>
                <a:gd name="connsiteY331-29180" fmla="*/ 678798 h 1059043"/>
                <a:gd name="connsiteX332-29181" fmla="*/ 2332722 w 3024845"/>
                <a:gd name="connsiteY332-29182" fmla="*/ 678798 h 1059043"/>
                <a:gd name="connsiteX333-29183" fmla="*/ 2332722 w 3024845"/>
                <a:gd name="connsiteY333-29184" fmla="*/ 665827 h 1059043"/>
                <a:gd name="connsiteX334-29185" fmla="*/ 2348936 w 3024845"/>
                <a:gd name="connsiteY334-29186" fmla="*/ 665827 h 1059043"/>
                <a:gd name="connsiteX335-29187" fmla="*/ 2348936 w 3024845"/>
                <a:gd name="connsiteY335-29188" fmla="*/ 486400 h 1059043"/>
                <a:gd name="connsiteX336-29189" fmla="*/ 2355016 w 3024845"/>
                <a:gd name="connsiteY336-29190" fmla="*/ 479914 h 1059043"/>
                <a:gd name="connsiteX337-29191" fmla="*/ 2427977 w 3024845"/>
                <a:gd name="connsiteY337-29192" fmla="*/ 479914 h 1059043"/>
                <a:gd name="connsiteX338-29193" fmla="*/ 2427977 w 3024845"/>
                <a:gd name="connsiteY338-29194" fmla="*/ 488562 h 1059043"/>
                <a:gd name="connsiteX339-29195" fmla="*/ 2438110 w 3024845"/>
                <a:gd name="connsiteY339-29196" fmla="*/ 488562 h 1059043"/>
                <a:gd name="connsiteX340-29197" fmla="*/ 2438110 w 3024845"/>
                <a:gd name="connsiteY340-29198" fmla="*/ 603136 h 1059043"/>
                <a:gd name="connsiteX341-29199" fmla="*/ 2460404 w 3024845"/>
                <a:gd name="connsiteY341-29200" fmla="*/ 603136 h 1059043"/>
                <a:gd name="connsiteX342-29201" fmla="*/ 2460404 w 3024845"/>
                <a:gd name="connsiteY342-29202" fmla="*/ 536121 h 1059043"/>
                <a:gd name="connsiteX343-29203" fmla="*/ 2486751 w 3024845"/>
                <a:gd name="connsiteY343-29204" fmla="*/ 536121 h 1059043"/>
                <a:gd name="connsiteX344-29205" fmla="*/ 2490804 w 3024845"/>
                <a:gd name="connsiteY344-29206" fmla="*/ 531797 h 1059043"/>
                <a:gd name="connsiteX345-29207" fmla="*/ 2498911 w 3024845"/>
                <a:gd name="connsiteY345-29208" fmla="*/ 531797 h 1059043"/>
                <a:gd name="connsiteX346-29209" fmla="*/ 2502964 w 3024845"/>
                <a:gd name="connsiteY346-29210" fmla="*/ 536121 h 1059043"/>
                <a:gd name="connsiteX347-29211" fmla="*/ 2525258 w 3024845"/>
                <a:gd name="connsiteY347-29212" fmla="*/ 536121 h 1059043"/>
                <a:gd name="connsiteX348-29213" fmla="*/ 2525258 w 3024845"/>
                <a:gd name="connsiteY348-29214" fmla="*/ 419385 h 1059043"/>
                <a:gd name="connsiteX349-29215" fmla="*/ 2582005 w 3024845"/>
                <a:gd name="connsiteY349-29216" fmla="*/ 408576 h 1059043"/>
                <a:gd name="connsiteX350-29217" fmla="*/ 2582005 w 3024845"/>
                <a:gd name="connsiteY350-29218" fmla="*/ 409657 h 1059043"/>
                <a:gd name="connsiteX351-29219" fmla="*/ 2582005 w 3024845"/>
                <a:gd name="connsiteY351-29220" fmla="*/ 417223 h 1059043"/>
                <a:gd name="connsiteX352-29221" fmla="*/ 2608352 w 3024845"/>
                <a:gd name="connsiteY352-29222" fmla="*/ 417223 h 1059043"/>
                <a:gd name="connsiteX353-29223" fmla="*/ 2608352 w 3024845"/>
                <a:gd name="connsiteY353-29224" fmla="*/ 672313 h 1059043"/>
                <a:gd name="connsiteX354-29225" fmla="*/ 2630646 w 3024845"/>
                <a:gd name="connsiteY354-29226" fmla="*/ 672313 h 1059043"/>
                <a:gd name="connsiteX355-29227" fmla="*/ 2630646 w 3024845"/>
                <a:gd name="connsiteY355-29228" fmla="*/ 667989 h 1059043"/>
                <a:gd name="connsiteX356-29229" fmla="*/ 2642806 w 3024845"/>
                <a:gd name="connsiteY356-29230" fmla="*/ 667989 h 1059043"/>
                <a:gd name="connsiteX357-29231" fmla="*/ 2642806 w 3024845"/>
                <a:gd name="connsiteY357-29232" fmla="*/ 672313 h 1059043"/>
                <a:gd name="connsiteX358-29233" fmla="*/ 2667126 w 3024845"/>
                <a:gd name="connsiteY358-29234" fmla="*/ 672313 h 1059043"/>
                <a:gd name="connsiteX359-29235" fmla="*/ 2667126 w 3024845"/>
                <a:gd name="connsiteY359-29236" fmla="*/ 659342 h 1059043"/>
                <a:gd name="connsiteX360-29237" fmla="*/ 2695500 w 3024845"/>
                <a:gd name="connsiteY360-29238" fmla="*/ 659342 h 1059043"/>
                <a:gd name="connsiteX361-29239" fmla="*/ 2707660 w 3024845"/>
                <a:gd name="connsiteY361-29240" fmla="*/ 655018 h 1059043"/>
                <a:gd name="connsiteX362-29241" fmla="*/ 2727927 w 3024845"/>
                <a:gd name="connsiteY362-29242" fmla="*/ 659342 h 1059043"/>
                <a:gd name="connsiteX363-29243" fmla="*/ 2727927 w 3024845"/>
                <a:gd name="connsiteY363-29244" fmla="*/ 642048 h 1059043"/>
                <a:gd name="connsiteX364-29245" fmla="*/ 2736034 w 3024845"/>
                <a:gd name="connsiteY364-29246" fmla="*/ 642048 h 1059043"/>
                <a:gd name="connsiteX365-29247" fmla="*/ 2736034 w 3024845"/>
                <a:gd name="connsiteY365-29248" fmla="*/ 629077 h 1059043"/>
                <a:gd name="connsiteX366-29249" fmla="*/ 2792781 w 3024845"/>
                <a:gd name="connsiteY366-29250" fmla="*/ 629077 h 1059043"/>
                <a:gd name="connsiteX367-29251" fmla="*/ 2792781 w 3024845"/>
                <a:gd name="connsiteY367-29252" fmla="*/ 598812 h 1059043"/>
                <a:gd name="connsiteX368-29253" fmla="*/ 2811021 w 3024845"/>
                <a:gd name="connsiteY368-29254" fmla="*/ 598812 h 1059043"/>
                <a:gd name="connsiteX369-29255" fmla="*/ 2811021 w 3024845"/>
                <a:gd name="connsiteY369-29256" fmla="*/ 592327 h 1059043"/>
                <a:gd name="connsiteX370-29257" fmla="*/ 2823181 w 3024845"/>
                <a:gd name="connsiteY370-29258" fmla="*/ 592327 h 1059043"/>
                <a:gd name="connsiteX371-29259" fmla="*/ 2823181 w 3024845"/>
                <a:gd name="connsiteY371-29260" fmla="*/ 598812 h 1059043"/>
                <a:gd name="connsiteX372-29261" fmla="*/ 2839395 w 3024845"/>
                <a:gd name="connsiteY372-29262" fmla="*/ 598812 h 1059043"/>
                <a:gd name="connsiteX373-29263" fmla="*/ 2839395 w 3024845"/>
                <a:gd name="connsiteY373-29264" fmla="*/ 648533 h 1059043"/>
                <a:gd name="connsiteX374-29265" fmla="*/ 2871822 w 3024845"/>
                <a:gd name="connsiteY374-29266" fmla="*/ 648533 h 1059043"/>
                <a:gd name="connsiteX375-29267" fmla="*/ 2871822 w 3024845"/>
                <a:gd name="connsiteY375-29268" fmla="*/ 622592 h 1059043"/>
                <a:gd name="connsiteX376-29269" fmla="*/ 2910329 w 3024845"/>
                <a:gd name="connsiteY376-29270" fmla="*/ 622592 h 1059043"/>
                <a:gd name="connsiteX377-29271" fmla="*/ 2910329 w 3024845"/>
                <a:gd name="connsiteY377-29272" fmla="*/ 592327 h 1059043"/>
                <a:gd name="connsiteX378-29273" fmla="*/ 2958970 w 3024845"/>
                <a:gd name="connsiteY378-29274" fmla="*/ 592327 h 1059043"/>
                <a:gd name="connsiteX379-29275" fmla="*/ 2958970 w 3024845"/>
                <a:gd name="connsiteY379-29276" fmla="*/ 703483 h 1059043"/>
                <a:gd name="connsiteX380-29277" fmla="*/ 2958970 w 3024845"/>
                <a:gd name="connsiteY380-29278" fmla="*/ 717262 h 1059043"/>
                <a:gd name="connsiteX381-29279" fmla="*/ 3024845 w 3024845"/>
                <a:gd name="connsiteY381-29280" fmla="*/ 717262 h 1059043"/>
                <a:gd name="connsiteX382-29281" fmla="*/ 3024845 w 3024845"/>
                <a:gd name="connsiteY382-29282" fmla="*/ 1059043 h 1059043"/>
                <a:gd name="connsiteX383-29283" fmla="*/ 2054 w 3024845"/>
                <a:gd name="connsiteY383-29284" fmla="*/ 1056710 h 1059043"/>
                <a:gd name="connsiteX384-29285" fmla="*/ 0 w 3024845"/>
                <a:gd name="connsiteY384-29286" fmla="*/ 622592 h 1059043"/>
                <a:gd name="connsiteX385-29287" fmla="*/ 20267 w 3024845"/>
                <a:gd name="connsiteY385-29288" fmla="*/ 622592 h 1059043"/>
                <a:gd name="connsiteX386-29289" fmla="*/ 20774 w 3024845"/>
                <a:gd name="connsiteY386-29290" fmla="*/ 621511 h 1059043"/>
                <a:gd name="connsiteX387-29291" fmla="*/ 24320 w 3024845"/>
                <a:gd name="connsiteY387-29292" fmla="*/ 613945 h 1059043"/>
                <a:gd name="connsiteX388-29293" fmla="*/ 26094 w 3024845"/>
                <a:gd name="connsiteY388-29294" fmla="*/ 614215 h 1059043"/>
                <a:gd name="connsiteX389-29295" fmla="*/ 38507 w 3024845"/>
                <a:gd name="connsiteY389-29296" fmla="*/ 616106 h 1059043"/>
                <a:gd name="connsiteX390-29297" fmla="*/ 39014 w 3024845"/>
                <a:gd name="connsiteY390-29298" fmla="*/ 617458 h 1059043"/>
                <a:gd name="connsiteX391-29299" fmla="*/ 42560 w 3024845"/>
                <a:gd name="connsiteY391-29300" fmla="*/ 626915 h 1059043"/>
                <a:gd name="connsiteX392-29301" fmla="*/ 68907 w 3024845"/>
                <a:gd name="connsiteY392-29302" fmla="*/ 629077 h 1059043"/>
                <a:gd name="connsiteX393-29303" fmla="*/ 68907 w 3024845"/>
                <a:gd name="connsiteY393-29304" fmla="*/ 505856 h 1059043"/>
                <a:gd name="connsiteX394-29305" fmla="*/ 70934 w 3024845"/>
                <a:gd name="connsiteY394-29306" fmla="*/ 505856 h 1059043"/>
                <a:gd name="connsiteX395-29307" fmla="*/ 85121 w 3024845"/>
                <a:gd name="connsiteY395-29308" fmla="*/ 505856 h 1059043"/>
                <a:gd name="connsiteX396-29309" fmla="*/ 85121 w 3024845"/>
                <a:gd name="connsiteY396-29310" fmla="*/ 369664 h 1059043"/>
                <a:gd name="connsiteX397-29311" fmla="*/ 86894 w 3024845"/>
                <a:gd name="connsiteY397-29312" fmla="*/ 369664 h 1059043"/>
                <a:gd name="connsiteX398-29313" fmla="*/ 99308 w 3024845"/>
                <a:gd name="connsiteY398-29314" fmla="*/ 369664 h 1059043"/>
                <a:gd name="connsiteX399-29315" fmla="*/ 99308 w 3024845"/>
                <a:gd name="connsiteY399-29316" fmla="*/ 255090 h 1059043"/>
                <a:gd name="connsiteX400-29317" fmla="*/ 103361 w 3024845"/>
                <a:gd name="connsiteY400-29318" fmla="*/ 226986 h 1059043"/>
                <a:gd name="connsiteX401-29319" fmla="*/ 105388 w 3024845"/>
                <a:gd name="connsiteY401-29320" fmla="*/ 226986 h 1059043"/>
                <a:gd name="connsiteX402-29321" fmla="*/ 119575 w 3024845"/>
                <a:gd name="connsiteY402-29322" fmla="*/ 226986 h 1059043"/>
                <a:gd name="connsiteX0-29323" fmla="*/ 119575 w 3024845"/>
                <a:gd name="connsiteY0-29324" fmla="*/ 226986 h 1059043"/>
                <a:gd name="connsiteX1-29325" fmla="*/ 200642 w 3024845"/>
                <a:gd name="connsiteY1-29326" fmla="*/ 224825 h 1059043"/>
                <a:gd name="connsiteX2-29327" fmla="*/ 202669 w 3024845"/>
                <a:gd name="connsiteY2-29328" fmla="*/ 224825 h 1059043"/>
                <a:gd name="connsiteX3-29329" fmla="*/ 216856 w 3024845"/>
                <a:gd name="connsiteY3-29330" fmla="*/ 224825 h 1059043"/>
                <a:gd name="connsiteX4-29331" fmla="*/ 216856 w 3024845"/>
                <a:gd name="connsiteY4-29332" fmla="*/ 248604 h 1059043"/>
                <a:gd name="connsiteX5-29333" fmla="*/ 217363 w 3024845"/>
                <a:gd name="connsiteY5-29334" fmla="*/ 249415 h 1059043"/>
                <a:gd name="connsiteX6-29335" fmla="*/ 220909 w 3024845"/>
                <a:gd name="connsiteY6-29336" fmla="*/ 255090 h 1059043"/>
                <a:gd name="connsiteX7-29337" fmla="*/ 220909 w 3024845"/>
                <a:gd name="connsiteY7-29338" fmla="*/ 369664 h 1059043"/>
                <a:gd name="connsiteX8-29339" fmla="*/ 223189 w 3024845"/>
                <a:gd name="connsiteY8-29340" fmla="*/ 369664 h 1059043"/>
                <a:gd name="connsiteX9-29341" fmla="*/ 239150 w 3024845"/>
                <a:gd name="connsiteY9-29342" fmla="*/ 369664 h 1059043"/>
                <a:gd name="connsiteX10-29343" fmla="*/ 239150 w 3024845"/>
                <a:gd name="connsiteY10-29344" fmla="*/ 510179 h 1059043"/>
                <a:gd name="connsiteX11-29345" fmla="*/ 240670 w 3024845"/>
                <a:gd name="connsiteY11-29346" fmla="*/ 509909 h 1059043"/>
                <a:gd name="connsiteX12-29347" fmla="*/ 251310 w 3024845"/>
                <a:gd name="connsiteY12-29348" fmla="*/ 508018 h 1059043"/>
                <a:gd name="connsiteX13-29349" fmla="*/ 249283 w 3024845"/>
                <a:gd name="connsiteY13-29350" fmla="*/ 596650 h 1059043"/>
                <a:gd name="connsiteX14-29351" fmla="*/ 250803 w 3024845"/>
                <a:gd name="connsiteY14-29352" fmla="*/ 596921 h 1059043"/>
                <a:gd name="connsiteX15-29353" fmla="*/ 261443 w 3024845"/>
                <a:gd name="connsiteY15-29354" fmla="*/ 598812 h 1059043"/>
                <a:gd name="connsiteX16-29355" fmla="*/ 261696 w 3024845"/>
                <a:gd name="connsiteY16-29356" fmla="*/ 599623 h 1059043"/>
                <a:gd name="connsiteX17-29357" fmla="*/ 263470 w 3024845"/>
                <a:gd name="connsiteY17-29358" fmla="*/ 605298 h 1059043"/>
                <a:gd name="connsiteX18-29359" fmla="*/ 264230 w 3024845"/>
                <a:gd name="connsiteY18-29360" fmla="*/ 602866 h 1059043"/>
                <a:gd name="connsiteX19-29361" fmla="*/ 269550 w 3024845"/>
                <a:gd name="connsiteY19-29362" fmla="*/ 585842 h 1059043"/>
                <a:gd name="connsiteX20-29363" fmla="*/ 271323 w 3024845"/>
                <a:gd name="connsiteY20-29364" fmla="*/ 585842 h 1059043"/>
                <a:gd name="connsiteX21-29365" fmla="*/ 283737 w 3024845"/>
                <a:gd name="connsiteY21-29366" fmla="*/ 585842 h 1059043"/>
                <a:gd name="connsiteX22-29367" fmla="*/ 283737 w 3024845"/>
                <a:gd name="connsiteY22-29368" fmla="*/ 618268 h 1059043"/>
                <a:gd name="connsiteX23-29369" fmla="*/ 284750 w 3024845"/>
                <a:gd name="connsiteY23-29370" fmla="*/ 618809 h 1059043"/>
                <a:gd name="connsiteX24-29371" fmla="*/ 291844 w 3024845"/>
                <a:gd name="connsiteY24-29372" fmla="*/ 622592 h 1059043"/>
                <a:gd name="connsiteX25-29373" fmla="*/ 291844 w 3024845"/>
                <a:gd name="connsiteY25-29374" fmla="*/ 623943 h 1059043"/>
                <a:gd name="connsiteX26-29375" fmla="*/ 291844 w 3024845"/>
                <a:gd name="connsiteY26-29376" fmla="*/ 633401 h 1059043"/>
                <a:gd name="connsiteX27-29377" fmla="*/ 336431 w 3024845"/>
                <a:gd name="connsiteY27-29378" fmla="*/ 633401 h 1059043"/>
                <a:gd name="connsiteX28-29379" fmla="*/ 336431 w 3024845"/>
                <a:gd name="connsiteY28-29380" fmla="*/ 634482 h 1059043"/>
                <a:gd name="connsiteX29-29381" fmla="*/ 336431 w 3024845"/>
                <a:gd name="connsiteY29-29382" fmla="*/ 642048 h 1059043"/>
                <a:gd name="connsiteX30-29383" fmla="*/ 338457 w 3024845"/>
                <a:gd name="connsiteY30-29384" fmla="*/ 642048 h 1059043"/>
                <a:gd name="connsiteX31-29385" fmla="*/ 352644 w 3024845"/>
                <a:gd name="connsiteY31-29386" fmla="*/ 642048 h 1059043"/>
                <a:gd name="connsiteX32-29387" fmla="*/ 352644 w 3024845"/>
                <a:gd name="connsiteY32-29388" fmla="*/ 611783 h 1059043"/>
                <a:gd name="connsiteX33-29389" fmla="*/ 397231 w 3024845"/>
                <a:gd name="connsiteY33-29390" fmla="*/ 611783 h 1059043"/>
                <a:gd name="connsiteX34-29391" fmla="*/ 397231 w 3024845"/>
                <a:gd name="connsiteY34-29392" fmla="*/ 610432 h 1059043"/>
                <a:gd name="connsiteX35-29393" fmla="*/ 397231 w 3024845"/>
                <a:gd name="connsiteY35-29394" fmla="*/ 600974 h 1059043"/>
                <a:gd name="connsiteX36-29395" fmla="*/ 398245 w 3024845"/>
                <a:gd name="connsiteY36-29396" fmla="*/ 600974 h 1059043"/>
                <a:gd name="connsiteX37-29397" fmla="*/ 405338 w 3024845"/>
                <a:gd name="connsiteY37-29398" fmla="*/ 600974 h 1059043"/>
                <a:gd name="connsiteX38-29399" fmla="*/ 405338 w 3024845"/>
                <a:gd name="connsiteY38-29400" fmla="*/ 599083 h 1059043"/>
                <a:gd name="connsiteX39-29401" fmla="*/ 405338 w 3024845"/>
                <a:gd name="connsiteY39-29402" fmla="*/ 585842 h 1059043"/>
                <a:gd name="connsiteX40-29403" fmla="*/ 406098 w 3024845"/>
                <a:gd name="connsiteY40-29404" fmla="*/ 585842 h 1059043"/>
                <a:gd name="connsiteX41-29405" fmla="*/ 411418 w 3024845"/>
                <a:gd name="connsiteY41-29406" fmla="*/ 585842 h 1059043"/>
                <a:gd name="connsiteX42-29407" fmla="*/ 411418 w 3024845"/>
                <a:gd name="connsiteY42-29408" fmla="*/ 584761 h 1059043"/>
                <a:gd name="connsiteX43-29409" fmla="*/ 411418 w 3024845"/>
                <a:gd name="connsiteY43-29410" fmla="*/ 577194 h 1059043"/>
                <a:gd name="connsiteX44-29411" fmla="*/ 413445 w 3024845"/>
                <a:gd name="connsiteY44-29412" fmla="*/ 577194 h 1059043"/>
                <a:gd name="connsiteX45-29413" fmla="*/ 427632 w 3024845"/>
                <a:gd name="connsiteY45-29414" fmla="*/ 577194 h 1059043"/>
                <a:gd name="connsiteX46-29415" fmla="*/ 427632 w 3024845"/>
                <a:gd name="connsiteY46-29416" fmla="*/ 578275 h 1059043"/>
                <a:gd name="connsiteX47-29417" fmla="*/ 427632 w 3024845"/>
                <a:gd name="connsiteY47-29418" fmla="*/ 585842 h 1059043"/>
                <a:gd name="connsiteX48-29419" fmla="*/ 449925 w 3024845"/>
                <a:gd name="connsiteY48-29420" fmla="*/ 585842 h 1059043"/>
                <a:gd name="connsiteX49-29421" fmla="*/ 449925 w 3024845"/>
                <a:gd name="connsiteY49-29422" fmla="*/ 583950 h 1059043"/>
                <a:gd name="connsiteX50-29423" fmla="*/ 449925 w 3024845"/>
                <a:gd name="connsiteY50-29424" fmla="*/ 570709 h 1059043"/>
                <a:gd name="connsiteX51-29425" fmla="*/ 451699 w 3024845"/>
                <a:gd name="connsiteY51-29426" fmla="*/ 570709 h 1059043"/>
                <a:gd name="connsiteX52-29427" fmla="*/ 464112 w 3024845"/>
                <a:gd name="connsiteY52-29428" fmla="*/ 570709 h 1059043"/>
                <a:gd name="connsiteX53-29429" fmla="*/ 464112 w 3024845"/>
                <a:gd name="connsiteY53-29430" fmla="*/ 594489 h 1059043"/>
                <a:gd name="connsiteX54-29431" fmla="*/ 465126 w 3024845"/>
                <a:gd name="connsiteY54-29432" fmla="*/ 594489 h 1059043"/>
                <a:gd name="connsiteX55-29433" fmla="*/ 472219 w 3024845"/>
                <a:gd name="connsiteY55-29434" fmla="*/ 594489 h 1059043"/>
                <a:gd name="connsiteX56-29435" fmla="*/ 472219 w 3024845"/>
                <a:gd name="connsiteY56-29436" fmla="*/ 593408 h 1059043"/>
                <a:gd name="connsiteX57-29437" fmla="*/ 472219 w 3024845"/>
                <a:gd name="connsiteY57-29438" fmla="*/ 585842 h 1059043"/>
                <a:gd name="connsiteX58-29439" fmla="*/ 473992 w 3024845"/>
                <a:gd name="connsiteY58-29440" fmla="*/ 585842 h 1059043"/>
                <a:gd name="connsiteX59-29441" fmla="*/ 486406 w 3024845"/>
                <a:gd name="connsiteY59-29442" fmla="*/ 585842 h 1059043"/>
                <a:gd name="connsiteX60-29443" fmla="*/ 486406 w 3024845"/>
                <a:gd name="connsiteY60-29444" fmla="*/ 611783 h 1059043"/>
                <a:gd name="connsiteX61-29445" fmla="*/ 488433 w 3024845"/>
                <a:gd name="connsiteY61-29446" fmla="*/ 611783 h 1059043"/>
                <a:gd name="connsiteX62-29447" fmla="*/ 502619 w 3024845"/>
                <a:gd name="connsiteY62-29448" fmla="*/ 611783 h 1059043"/>
                <a:gd name="connsiteX63-29449" fmla="*/ 502619 w 3024845"/>
                <a:gd name="connsiteY63-29450" fmla="*/ 613404 h 1059043"/>
                <a:gd name="connsiteX64-29451" fmla="*/ 502619 w 3024845"/>
                <a:gd name="connsiteY64-29452" fmla="*/ 624754 h 1059043"/>
                <a:gd name="connsiteX65-29453" fmla="*/ 503379 w 3024845"/>
                <a:gd name="connsiteY65-29454" fmla="*/ 624754 h 1059043"/>
                <a:gd name="connsiteX66-29455" fmla="*/ 508700 w 3024845"/>
                <a:gd name="connsiteY66-29456" fmla="*/ 624754 h 1059043"/>
                <a:gd name="connsiteX67-29457" fmla="*/ 508700 w 3024845"/>
                <a:gd name="connsiteY67-29458" fmla="*/ 623943 h 1059043"/>
                <a:gd name="connsiteX68-29459" fmla="*/ 508700 w 3024845"/>
                <a:gd name="connsiteY68-29460" fmla="*/ 618268 h 1059043"/>
                <a:gd name="connsiteX69-29461" fmla="*/ 539100 w 3024845"/>
                <a:gd name="connsiteY69-29462" fmla="*/ 618268 h 1059043"/>
                <a:gd name="connsiteX70-29463" fmla="*/ 539100 w 3024845"/>
                <a:gd name="connsiteY70-29464" fmla="*/ 642048 h 1059043"/>
                <a:gd name="connsiteX71-29465" fmla="*/ 540113 w 3024845"/>
                <a:gd name="connsiteY71-29466" fmla="*/ 642048 h 1059043"/>
                <a:gd name="connsiteX72-29467" fmla="*/ 547207 w 3024845"/>
                <a:gd name="connsiteY72-29468" fmla="*/ 642048 h 1059043"/>
                <a:gd name="connsiteX73-29469" fmla="*/ 547207 w 3024845"/>
                <a:gd name="connsiteY73-29470" fmla="*/ 643129 h 1059043"/>
                <a:gd name="connsiteX74-29471" fmla="*/ 547207 w 3024845"/>
                <a:gd name="connsiteY74-29472" fmla="*/ 650695 h 1059043"/>
                <a:gd name="connsiteX75-29473" fmla="*/ 547967 w 3024845"/>
                <a:gd name="connsiteY75-29474" fmla="*/ 650695 h 1059043"/>
                <a:gd name="connsiteX76-29475" fmla="*/ 553287 w 3024845"/>
                <a:gd name="connsiteY76-29476" fmla="*/ 650695 h 1059043"/>
                <a:gd name="connsiteX77-29477" fmla="*/ 553287 w 3024845"/>
                <a:gd name="connsiteY77-29478" fmla="*/ 648533 h 1059043"/>
                <a:gd name="connsiteX78-29479" fmla="*/ 553287 w 3024845"/>
                <a:gd name="connsiteY78-29480" fmla="*/ 633401 h 1059043"/>
                <a:gd name="connsiteX79-29481" fmla="*/ 554300 w 3024845"/>
                <a:gd name="connsiteY79-29482" fmla="*/ 633401 h 1059043"/>
                <a:gd name="connsiteX80-29483" fmla="*/ 561394 w 3024845"/>
                <a:gd name="connsiteY80-29484" fmla="*/ 633401 h 1059043"/>
                <a:gd name="connsiteX81-29485" fmla="*/ 561394 w 3024845"/>
                <a:gd name="connsiteY81-29486" fmla="*/ 634482 h 1059043"/>
                <a:gd name="connsiteX82-29487" fmla="*/ 561394 w 3024845"/>
                <a:gd name="connsiteY82-29488" fmla="*/ 642048 h 1059043"/>
                <a:gd name="connsiteX83-29489" fmla="*/ 566714 w 3024845"/>
                <a:gd name="connsiteY83-29490" fmla="*/ 640055 h 1059043"/>
                <a:gd name="connsiteX84-29491" fmla="*/ 567474 w 3024845"/>
                <a:gd name="connsiteY84-29492" fmla="*/ 639075 h 1059043"/>
                <a:gd name="connsiteX85-29493" fmla="*/ 567474 w 3024845"/>
                <a:gd name="connsiteY85-29494" fmla="*/ 633401 h 1059043"/>
                <a:gd name="connsiteX86-29495" fmla="*/ 605981 w 3024845"/>
                <a:gd name="connsiteY86-29496" fmla="*/ 633401 h 1059043"/>
                <a:gd name="connsiteX87-29497" fmla="*/ 605981 w 3024845"/>
                <a:gd name="connsiteY87-29498" fmla="*/ 657180 h 1059043"/>
                <a:gd name="connsiteX88-29499" fmla="*/ 608007 w 3024845"/>
                <a:gd name="connsiteY88-29500" fmla="*/ 657180 h 1059043"/>
                <a:gd name="connsiteX89-29501" fmla="*/ 622194 w 3024845"/>
                <a:gd name="connsiteY89-29502" fmla="*/ 657180 h 1059043"/>
                <a:gd name="connsiteX90-29503" fmla="*/ 622194 w 3024845"/>
                <a:gd name="connsiteY90-29504" fmla="*/ 658261 h 1059043"/>
                <a:gd name="connsiteX91-29505" fmla="*/ 622194 w 3024845"/>
                <a:gd name="connsiteY91-29506" fmla="*/ 665827 h 1059043"/>
                <a:gd name="connsiteX92-29507" fmla="*/ 623968 w 3024845"/>
                <a:gd name="connsiteY92-29508" fmla="*/ 665827 h 1059043"/>
                <a:gd name="connsiteX93-29509" fmla="*/ 636381 w 3024845"/>
                <a:gd name="connsiteY93-29510" fmla="*/ 665827 h 1059043"/>
                <a:gd name="connsiteX94-29511" fmla="*/ 636381 w 3024845"/>
                <a:gd name="connsiteY94-29512" fmla="*/ 642048 h 1059043"/>
                <a:gd name="connsiteX95-29513" fmla="*/ 637394 w 3024845"/>
                <a:gd name="connsiteY95-29514" fmla="*/ 642048 h 1059043"/>
                <a:gd name="connsiteX96-29515" fmla="*/ 644488 w 3024845"/>
                <a:gd name="connsiteY96-29516" fmla="*/ 642048 h 1059043"/>
                <a:gd name="connsiteX97-29517" fmla="*/ 644488 w 3024845"/>
                <a:gd name="connsiteY97-29518" fmla="*/ 609621 h 1059043"/>
                <a:gd name="connsiteX98-29519" fmla="*/ 645501 w 3024845"/>
                <a:gd name="connsiteY98-29520" fmla="*/ 609621 h 1059043"/>
                <a:gd name="connsiteX99-29521" fmla="*/ 652595 w 3024845"/>
                <a:gd name="connsiteY99-29522" fmla="*/ 609621 h 1059043"/>
                <a:gd name="connsiteX100-29523" fmla="*/ 652595 w 3024845"/>
                <a:gd name="connsiteY100-29524" fmla="*/ 607730 h 1059043"/>
                <a:gd name="connsiteX101-29525" fmla="*/ 652595 w 3024845"/>
                <a:gd name="connsiteY101-29526" fmla="*/ 594489 h 1059043"/>
                <a:gd name="connsiteX102-29527" fmla="*/ 651328 w 3024845"/>
                <a:gd name="connsiteY102-29528" fmla="*/ 592867 h 1059043"/>
                <a:gd name="connsiteX103-29529" fmla="*/ 656648 w 3024845"/>
                <a:gd name="connsiteY103-29530" fmla="*/ 581518 h 1059043"/>
                <a:gd name="connsiteX104-29531" fmla="*/ 664755 w 3024845"/>
                <a:gd name="connsiteY104-29532" fmla="*/ 609621 h 1059043"/>
                <a:gd name="connsiteX105-29533" fmla="*/ 665515 w 3024845"/>
                <a:gd name="connsiteY105-29534" fmla="*/ 609621 h 1059043"/>
                <a:gd name="connsiteX106-29535" fmla="*/ 670835 w 3024845"/>
                <a:gd name="connsiteY106-29536" fmla="*/ 609621 h 1059043"/>
                <a:gd name="connsiteX107-29537" fmla="*/ 670835 w 3024845"/>
                <a:gd name="connsiteY107-29538" fmla="*/ 503694 h 1059043"/>
                <a:gd name="connsiteX108-29539" fmla="*/ 672355 w 3024845"/>
                <a:gd name="connsiteY108-29540" fmla="*/ 503694 h 1059043"/>
                <a:gd name="connsiteX109-29541" fmla="*/ 682995 w 3024845"/>
                <a:gd name="connsiteY109-29542" fmla="*/ 503694 h 1059043"/>
                <a:gd name="connsiteX110-29543" fmla="*/ 682995 w 3024845"/>
                <a:gd name="connsiteY110-29544" fmla="*/ 456135 h 1059043"/>
                <a:gd name="connsiteX111-29545" fmla="*/ 709342 w 3024845"/>
                <a:gd name="connsiteY111-29546" fmla="*/ 456135 h 1059043"/>
                <a:gd name="connsiteX112-29547" fmla="*/ 709342 w 3024845"/>
                <a:gd name="connsiteY112-29548" fmla="*/ 434517 h 1059043"/>
                <a:gd name="connsiteX113-29549" fmla="*/ 743796 w 3024845"/>
                <a:gd name="connsiteY113-29550" fmla="*/ 434517 h 1059043"/>
                <a:gd name="connsiteX114-29551" fmla="*/ 743796 w 3024845"/>
                <a:gd name="connsiteY114-29552" fmla="*/ 436949 h 1059043"/>
                <a:gd name="connsiteX115-29553" fmla="*/ 743796 w 3024845"/>
                <a:gd name="connsiteY115-29554" fmla="*/ 453973 h 1059043"/>
                <a:gd name="connsiteX116-29555" fmla="*/ 746076 w 3024845"/>
                <a:gd name="connsiteY116-29556" fmla="*/ 453973 h 1059043"/>
                <a:gd name="connsiteX117-29557" fmla="*/ 762036 w 3024845"/>
                <a:gd name="connsiteY117-29558" fmla="*/ 453973 h 1059043"/>
                <a:gd name="connsiteX118-29559" fmla="*/ 762036 w 3024845"/>
                <a:gd name="connsiteY118-29560" fmla="*/ 501532 h 1059043"/>
                <a:gd name="connsiteX119-29561" fmla="*/ 763049 w 3024845"/>
                <a:gd name="connsiteY119-29562" fmla="*/ 501532 h 1059043"/>
                <a:gd name="connsiteX120-29563" fmla="*/ 770143 w 3024845"/>
                <a:gd name="connsiteY120-29564" fmla="*/ 501532 h 1059043"/>
                <a:gd name="connsiteX121-29565" fmla="*/ 784330 w 3024845"/>
                <a:gd name="connsiteY121-29566" fmla="*/ 505856 h 1059043"/>
                <a:gd name="connsiteX122-29567" fmla="*/ 784330 w 3024845"/>
                <a:gd name="connsiteY122-29568" fmla="*/ 544768 h 1059043"/>
                <a:gd name="connsiteX123-29569" fmla="*/ 785343 w 3024845"/>
                <a:gd name="connsiteY123-29570" fmla="*/ 544768 h 1059043"/>
                <a:gd name="connsiteX124-29571" fmla="*/ 792436 w 3024845"/>
                <a:gd name="connsiteY124-29572" fmla="*/ 544768 h 1059043"/>
                <a:gd name="connsiteX125-29573" fmla="*/ 792436 w 3024845"/>
                <a:gd name="connsiteY125-29574" fmla="*/ 546389 h 1059043"/>
                <a:gd name="connsiteX126-29575" fmla="*/ 792436 w 3024845"/>
                <a:gd name="connsiteY126-29576" fmla="*/ 557738 h 1059043"/>
                <a:gd name="connsiteX127-29577" fmla="*/ 794463 w 3024845"/>
                <a:gd name="connsiteY127-29578" fmla="*/ 557738 h 1059043"/>
                <a:gd name="connsiteX128-29579" fmla="*/ 808650 w 3024845"/>
                <a:gd name="connsiteY128-29580" fmla="*/ 557738 h 1059043"/>
                <a:gd name="connsiteX129-29581" fmla="*/ 814730 w 3024845"/>
                <a:gd name="connsiteY129-29582" fmla="*/ 564224 h 1059043"/>
                <a:gd name="connsiteX130-29583" fmla="*/ 814730 w 3024845"/>
                <a:gd name="connsiteY130-29584" fmla="*/ 585842 h 1059043"/>
                <a:gd name="connsiteX131-29585" fmla="*/ 817010 w 3024845"/>
                <a:gd name="connsiteY131-29586" fmla="*/ 585842 h 1059043"/>
                <a:gd name="connsiteX132-29587" fmla="*/ 832970 w 3024845"/>
                <a:gd name="connsiteY132-29588" fmla="*/ 585842 h 1059043"/>
                <a:gd name="connsiteX133-29589" fmla="*/ 832970 w 3024845"/>
                <a:gd name="connsiteY133-29590" fmla="*/ 586922 h 1059043"/>
                <a:gd name="connsiteX134-29591" fmla="*/ 832970 w 3024845"/>
                <a:gd name="connsiteY134-29592" fmla="*/ 594489 h 1059043"/>
                <a:gd name="connsiteX135-29593" fmla="*/ 834237 w 3024845"/>
                <a:gd name="connsiteY135-29594" fmla="*/ 594489 h 1059043"/>
                <a:gd name="connsiteX136-29595" fmla="*/ 843104 w 3024845"/>
                <a:gd name="connsiteY136-29596" fmla="*/ 594489 h 1059043"/>
                <a:gd name="connsiteX137-29597" fmla="*/ 843104 w 3024845"/>
                <a:gd name="connsiteY137-29598" fmla="*/ 596650 h 1059043"/>
                <a:gd name="connsiteX138-29599" fmla="*/ 843104 w 3024845"/>
                <a:gd name="connsiteY138-29600" fmla="*/ 611783 h 1059043"/>
                <a:gd name="connsiteX139-29601" fmla="*/ 847157 w 3024845"/>
                <a:gd name="connsiteY139-29602" fmla="*/ 609891 h 1059043"/>
                <a:gd name="connsiteX140-29603" fmla="*/ 847157 w 3024845"/>
                <a:gd name="connsiteY140-29604" fmla="*/ 596650 h 1059043"/>
                <a:gd name="connsiteX141-29605" fmla="*/ 848170 w 3024845"/>
                <a:gd name="connsiteY141-29606" fmla="*/ 596650 h 1059043"/>
                <a:gd name="connsiteX142-29607" fmla="*/ 855264 w 3024845"/>
                <a:gd name="connsiteY142-29608" fmla="*/ 596650 h 1059043"/>
                <a:gd name="connsiteX143-29609" fmla="*/ 855264 w 3024845"/>
                <a:gd name="connsiteY143-29610" fmla="*/ 598272 h 1059043"/>
                <a:gd name="connsiteX144-29611" fmla="*/ 855264 w 3024845"/>
                <a:gd name="connsiteY144-29612" fmla="*/ 609621 h 1059043"/>
                <a:gd name="connsiteX145-29613" fmla="*/ 856024 w 3024845"/>
                <a:gd name="connsiteY145-29614" fmla="*/ 609621 h 1059043"/>
                <a:gd name="connsiteX146-29615" fmla="*/ 861344 w 3024845"/>
                <a:gd name="connsiteY146-29616" fmla="*/ 609621 h 1059043"/>
                <a:gd name="connsiteX147-29617" fmla="*/ 909984 w 3024845"/>
                <a:gd name="connsiteY147-29618" fmla="*/ 605298 h 1059043"/>
                <a:gd name="connsiteX148-29619" fmla="*/ 909984 w 3024845"/>
                <a:gd name="connsiteY148-29620" fmla="*/ 606649 h 1059043"/>
                <a:gd name="connsiteX149-29621" fmla="*/ 909984 w 3024845"/>
                <a:gd name="connsiteY149-29622" fmla="*/ 616106 h 1059043"/>
                <a:gd name="connsiteX150-29623" fmla="*/ 910744 w 3024845"/>
                <a:gd name="connsiteY150-29624" fmla="*/ 616106 h 1059043"/>
                <a:gd name="connsiteX151-29625" fmla="*/ 916065 w 3024845"/>
                <a:gd name="connsiteY151-29626" fmla="*/ 616106 h 1059043"/>
                <a:gd name="connsiteX152-29627" fmla="*/ 916065 w 3024845"/>
                <a:gd name="connsiteY152-29628" fmla="*/ 618268 h 1059043"/>
                <a:gd name="connsiteX153-29629" fmla="*/ 916065 w 3024845"/>
                <a:gd name="connsiteY153-29630" fmla="*/ 633401 h 1059043"/>
                <a:gd name="connsiteX154-29631" fmla="*/ 918091 w 3024845"/>
                <a:gd name="connsiteY154-29632" fmla="*/ 632050 h 1059043"/>
                <a:gd name="connsiteX155-29633" fmla="*/ 932278 w 3024845"/>
                <a:gd name="connsiteY155-29634" fmla="*/ 622592 h 1059043"/>
                <a:gd name="connsiteX156-29635" fmla="*/ 938358 w 3024845"/>
                <a:gd name="connsiteY156-29636" fmla="*/ 581518 h 1059043"/>
                <a:gd name="connsiteX157-29637" fmla="*/ 939118 w 3024845"/>
                <a:gd name="connsiteY157-29638" fmla="*/ 581248 h 1059043"/>
                <a:gd name="connsiteX158-29639" fmla="*/ 944438 w 3024845"/>
                <a:gd name="connsiteY158-29640" fmla="*/ 579356 h 1059043"/>
                <a:gd name="connsiteX159-29641" fmla="*/ 946465 w 3024845"/>
                <a:gd name="connsiteY159-29642" fmla="*/ 510179 h 1059043"/>
                <a:gd name="connsiteX160-29643" fmla="*/ 948492 w 3024845"/>
                <a:gd name="connsiteY160-29644" fmla="*/ 579356 h 1059043"/>
                <a:gd name="connsiteX161-29645" fmla="*/ 949252 w 3024845"/>
                <a:gd name="connsiteY161-29646" fmla="*/ 579626 h 1059043"/>
                <a:gd name="connsiteX162-29647" fmla="*/ 954572 w 3024845"/>
                <a:gd name="connsiteY162-29648" fmla="*/ 581518 h 1059043"/>
                <a:gd name="connsiteX163-29649" fmla="*/ 954572 w 3024845"/>
                <a:gd name="connsiteY163-29650" fmla="*/ 495047 h 1059043"/>
                <a:gd name="connsiteX164-29651" fmla="*/ 958625 w 3024845"/>
                <a:gd name="connsiteY164-29652" fmla="*/ 462620 h 1059043"/>
                <a:gd name="connsiteX165-29653" fmla="*/ 997132 w 3024845"/>
                <a:gd name="connsiteY165-29654" fmla="*/ 462620 h 1059043"/>
                <a:gd name="connsiteX166-29655" fmla="*/ 997132 w 3024845"/>
                <a:gd name="connsiteY166-29656" fmla="*/ 495047 h 1059043"/>
                <a:gd name="connsiteX167-29657" fmla="*/ 997892 w 3024845"/>
                <a:gd name="connsiteY167-29658" fmla="*/ 495047 h 1059043"/>
                <a:gd name="connsiteX168-29659" fmla="*/ 1003212 w 3024845"/>
                <a:gd name="connsiteY168-29660" fmla="*/ 495047 h 1059043"/>
                <a:gd name="connsiteX169-29661" fmla="*/ 1003212 w 3024845"/>
                <a:gd name="connsiteY169-29662" fmla="*/ 412899 h 1059043"/>
                <a:gd name="connsiteX170-29663" fmla="*/ 1004986 w 3024845"/>
                <a:gd name="connsiteY170-29664" fmla="*/ 412899 h 1059043"/>
                <a:gd name="connsiteX171-29665" fmla="*/ 1017399 w 3024845"/>
                <a:gd name="connsiteY171-29666" fmla="*/ 412899 h 1059043"/>
                <a:gd name="connsiteX172-29667" fmla="*/ 1017399 w 3024845"/>
                <a:gd name="connsiteY172-29668" fmla="*/ 411008 h 1059043"/>
                <a:gd name="connsiteX173-29669" fmla="*/ 1017399 w 3024845"/>
                <a:gd name="connsiteY173-29670" fmla="*/ 397767 h 1059043"/>
                <a:gd name="connsiteX174-29671" fmla="*/ 1039693 w 3024845"/>
                <a:gd name="connsiteY174-29672" fmla="*/ 397767 h 1059043"/>
                <a:gd name="connsiteX175-29673" fmla="*/ 1039693 w 3024845"/>
                <a:gd name="connsiteY175-29674" fmla="*/ 396686 h 1059043"/>
                <a:gd name="connsiteX176-29675" fmla="*/ 1039693 w 3024845"/>
                <a:gd name="connsiteY176-29676" fmla="*/ 389120 h 1059043"/>
                <a:gd name="connsiteX177-29677" fmla="*/ 1041466 w 3024845"/>
                <a:gd name="connsiteY177-29678" fmla="*/ 389120 h 1059043"/>
                <a:gd name="connsiteX178-29679" fmla="*/ 1053880 w 3024845"/>
                <a:gd name="connsiteY178-29680" fmla="*/ 389120 h 1059043"/>
                <a:gd name="connsiteX179-29681" fmla="*/ 1053880 w 3024845"/>
                <a:gd name="connsiteY179-29682" fmla="*/ 390201 h 1059043"/>
                <a:gd name="connsiteX180-29683" fmla="*/ 1053880 w 3024845"/>
                <a:gd name="connsiteY180-29684" fmla="*/ 397767 h 1059043"/>
                <a:gd name="connsiteX181-29685" fmla="*/ 1054640 w 3024845"/>
                <a:gd name="connsiteY181-29686" fmla="*/ 397767 h 1059043"/>
                <a:gd name="connsiteX182-29687" fmla="*/ 1059960 w 3024845"/>
                <a:gd name="connsiteY182-29688" fmla="*/ 397767 h 1059043"/>
                <a:gd name="connsiteX183-29689" fmla="*/ 1070093 w 3024845"/>
                <a:gd name="connsiteY183-29690" fmla="*/ 393443 h 1059043"/>
                <a:gd name="connsiteX184-29691" fmla="*/ 1074146 w 3024845"/>
                <a:gd name="connsiteY184-29692" fmla="*/ 396686 h 1059043"/>
                <a:gd name="connsiteX185-29693" fmla="*/ 1074146 w 3024845"/>
                <a:gd name="connsiteY185-29694" fmla="*/ 389120 h 1059043"/>
                <a:gd name="connsiteX186-29695" fmla="*/ 1076426 w 3024845"/>
                <a:gd name="connsiteY186-29696" fmla="*/ 389120 h 1059043"/>
                <a:gd name="connsiteX187-29697" fmla="*/ 1092387 w 3024845"/>
                <a:gd name="connsiteY187-29698" fmla="*/ 389120 h 1059043"/>
                <a:gd name="connsiteX188-29699" fmla="*/ 1092387 w 3024845"/>
                <a:gd name="connsiteY188-29700" fmla="*/ 390201 h 1059043"/>
                <a:gd name="connsiteX189-29701" fmla="*/ 1092387 w 3024845"/>
                <a:gd name="connsiteY189-29702" fmla="*/ 397767 h 1059043"/>
                <a:gd name="connsiteX190-29703" fmla="*/ 1122787 w 3024845"/>
                <a:gd name="connsiteY190-29704" fmla="*/ 397767 h 1059043"/>
                <a:gd name="connsiteX191-29705" fmla="*/ 1122787 w 3024845"/>
                <a:gd name="connsiteY191-29706" fmla="*/ 399388 h 1059043"/>
                <a:gd name="connsiteX192-29707" fmla="*/ 1122787 w 3024845"/>
                <a:gd name="connsiteY192-29708" fmla="*/ 410738 h 1059043"/>
                <a:gd name="connsiteX193-29709" fmla="*/ 1149134 w 3024845"/>
                <a:gd name="connsiteY193-29710" fmla="*/ 410738 h 1059043"/>
                <a:gd name="connsiteX194-29711" fmla="*/ 1149134 w 3024845"/>
                <a:gd name="connsiteY194-29712" fmla="*/ 441002 h 1059043"/>
                <a:gd name="connsiteX195-29713" fmla="*/ 1149894 w 3024845"/>
                <a:gd name="connsiteY195-29714" fmla="*/ 441002 h 1059043"/>
                <a:gd name="connsiteX196-29715" fmla="*/ 1155214 w 3024845"/>
                <a:gd name="connsiteY196-29716" fmla="*/ 441002 h 1059043"/>
                <a:gd name="connsiteX197-29717" fmla="*/ 1155214 w 3024845"/>
                <a:gd name="connsiteY197-29718" fmla="*/ 442083 h 1059043"/>
                <a:gd name="connsiteX198-29719" fmla="*/ 1155214 w 3024845"/>
                <a:gd name="connsiteY198-29720" fmla="*/ 449650 h 1059043"/>
                <a:gd name="connsiteX199-29721" fmla="*/ 1159268 w 3024845"/>
                <a:gd name="connsiteY199-29722" fmla="*/ 479914 h 1059043"/>
                <a:gd name="connsiteX200-29723" fmla="*/ 1160028 w 3024845"/>
                <a:gd name="connsiteY200-29724" fmla="*/ 479914 h 1059043"/>
                <a:gd name="connsiteX201-29725" fmla="*/ 1165348 w 3024845"/>
                <a:gd name="connsiteY201-29726" fmla="*/ 479914 h 1059043"/>
                <a:gd name="connsiteX202-29727" fmla="*/ 1165348 w 3024845"/>
                <a:gd name="connsiteY202-29728" fmla="*/ 480725 h 1059043"/>
                <a:gd name="connsiteX203-29729" fmla="*/ 1165348 w 3024845"/>
                <a:gd name="connsiteY203-29730" fmla="*/ 486400 h 1059043"/>
                <a:gd name="connsiteX204-29731" fmla="*/ 1166361 w 3024845"/>
                <a:gd name="connsiteY204-29732" fmla="*/ 486400 h 1059043"/>
                <a:gd name="connsiteX205-29733" fmla="*/ 1173454 w 3024845"/>
                <a:gd name="connsiteY205-29734" fmla="*/ 486400 h 1059043"/>
                <a:gd name="connsiteX206-29735" fmla="*/ 1173454 w 3024845"/>
                <a:gd name="connsiteY206-29736" fmla="*/ 516665 h 1059043"/>
                <a:gd name="connsiteX207-29737" fmla="*/ 1175481 w 3024845"/>
                <a:gd name="connsiteY207-29738" fmla="*/ 516665 h 1059043"/>
                <a:gd name="connsiteX208-29739" fmla="*/ 1189668 w 3024845"/>
                <a:gd name="connsiteY208-29740" fmla="*/ 516665 h 1059043"/>
                <a:gd name="connsiteX209-29741" fmla="*/ 1189668 w 3024845"/>
                <a:gd name="connsiteY209-29742" fmla="*/ 540444 h 1059043"/>
                <a:gd name="connsiteX210-29743" fmla="*/ 1191695 w 3024845"/>
                <a:gd name="connsiteY210-29744" fmla="*/ 542065 h 1059043"/>
                <a:gd name="connsiteX211-29745" fmla="*/ 1191695 w 3024845"/>
                <a:gd name="connsiteY211-29746" fmla="*/ 553415 h 1059043"/>
                <a:gd name="connsiteX212-29747" fmla="*/ 1192455 w 3024845"/>
                <a:gd name="connsiteY212-29748" fmla="*/ 553415 h 1059043"/>
                <a:gd name="connsiteX213-29749" fmla="*/ 1197775 w 3024845"/>
                <a:gd name="connsiteY213-29750" fmla="*/ 553415 h 1059043"/>
                <a:gd name="connsiteX214-29751" fmla="*/ 1197775 w 3024845"/>
                <a:gd name="connsiteY214-29752" fmla="*/ 577194 h 1059043"/>
                <a:gd name="connsiteX215-29753" fmla="*/ 1199041 w 3024845"/>
                <a:gd name="connsiteY215-29754" fmla="*/ 577194 h 1059043"/>
                <a:gd name="connsiteX216-29755" fmla="*/ 1207908 w 3024845"/>
                <a:gd name="connsiteY216-29756" fmla="*/ 577194 h 1059043"/>
                <a:gd name="connsiteX217-29757" fmla="*/ 1209935 w 3024845"/>
                <a:gd name="connsiteY217-29758" fmla="*/ 581248 h 1059043"/>
                <a:gd name="connsiteX218-29759" fmla="*/ 1209935 w 3024845"/>
                <a:gd name="connsiteY218-29760" fmla="*/ 594489 h 1059043"/>
                <a:gd name="connsiteX219-29761" fmla="*/ 1211455 w 3024845"/>
                <a:gd name="connsiteY219-29762" fmla="*/ 592597 h 1059043"/>
                <a:gd name="connsiteX220-29763" fmla="*/ 1222095 w 3024845"/>
                <a:gd name="connsiteY220-29764" fmla="*/ 579356 h 1059043"/>
                <a:gd name="connsiteX221-29765" fmla="*/ 1250469 w 3024845"/>
                <a:gd name="connsiteY221-29766" fmla="*/ 579356 h 1059043"/>
                <a:gd name="connsiteX222-29767" fmla="*/ 1250469 w 3024845"/>
                <a:gd name="connsiteY222-29768" fmla="*/ 665827 h 1059043"/>
                <a:gd name="connsiteX223-29769" fmla="*/ 1251229 w 3024845"/>
                <a:gd name="connsiteY223-29770" fmla="*/ 665827 h 1059043"/>
                <a:gd name="connsiteX224-29771" fmla="*/ 1256549 w 3024845"/>
                <a:gd name="connsiteY224-29772" fmla="*/ 665827 h 1059043"/>
                <a:gd name="connsiteX225-29773" fmla="*/ 1257309 w 3024845"/>
                <a:gd name="connsiteY225-29774" fmla="*/ 664476 h 1059043"/>
                <a:gd name="connsiteX226-29775" fmla="*/ 1262629 w 3024845"/>
                <a:gd name="connsiteY226-29776" fmla="*/ 655018 h 1059043"/>
                <a:gd name="connsiteX227-29777" fmla="*/ 1262629 w 3024845"/>
                <a:gd name="connsiteY227-29778" fmla="*/ 656910 h 1059043"/>
                <a:gd name="connsiteX228-29779" fmla="*/ 1262629 w 3024845"/>
                <a:gd name="connsiteY228-29780" fmla="*/ 670151 h 1059043"/>
                <a:gd name="connsiteX229-29781" fmla="*/ 1266682 w 3024845"/>
                <a:gd name="connsiteY229-29782" fmla="*/ 624754 h 1059043"/>
                <a:gd name="connsiteX230-29783" fmla="*/ 1267442 w 3024845"/>
                <a:gd name="connsiteY230-29784" fmla="*/ 624754 h 1059043"/>
                <a:gd name="connsiteX231-29785" fmla="*/ 1272762 w 3024845"/>
                <a:gd name="connsiteY231-29786" fmla="*/ 624754 h 1059043"/>
                <a:gd name="connsiteX232-29787" fmla="*/ 1272762 w 3024845"/>
                <a:gd name="connsiteY232-29788" fmla="*/ 559900 h 1059043"/>
                <a:gd name="connsiteX233-29789" fmla="*/ 1273776 w 3024845"/>
                <a:gd name="connsiteY233-29790" fmla="*/ 559900 h 1059043"/>
                <a:gd name="connsiteX234-29791" fmla="*/ 1280869 w 3024845"/>
                <a:gd name="connsiteY234-29792" fmla="*/ 559900 h 1059043"/>
                <a:gd name="connsiteX235-29793" fmla="*/ 1293029 w 3024845"/>
                <a:gd name="connsiteY235-29794" fmla="*/ 516665 h 1059043"/>
                <a:gd name="connsiteX236-29795" fmla="*/ 1294296 w 3024845"/>
                <a:gd name="connsiteY236-29796" fmla="*/ 516665 h 1059043"/>
                <a:gd name="connsiteX237-29797" fmla="*/ 1303163 w 3024845"/>
                <a:gd name="connsiteY237-29798" fmla="*/ 516665 h 1059043"/>
                <a:gd name="connsiteX238-29799" fmla="*/ 1313296 w 3024845"/>
                <a:gd name="connsiteY238-29800" fmla="*/ 559900 h 1059043"/>
                <a:gd name="connsiteX239-29801" fmla="*/ 1314309 w 3024845"/>
                <a:gd name="connsiteY239-29802" fmla="*/ 559900 h 1059043"/>
                <a:gd name="connsiteX240-29803" fmla="*/ 1321403 w 3024845"/>
                <a:gd name="connsiteY240-29804" fmla="*/ 559900 h 1059043"/>
                <a:gd name="connsiteX241-29805" fmla="*/ 1321403 w 3024845"/>
                <a:gd name="connsiteY241-29806" fmla="*/ 598812 h 1059043"/>
                <a:gd name="connsiteX242-29807" fmla="*/ 1323176 w 3024845"/>
                <a:gd name="connsiteY242-29808" fmla="*/ 598812 h 1059043"/>
                <a:gd name="connsiteX243-29809" fmla="*/ 1335590 w 3024845"/>
                <a:gd name="connsiteY243-29810" fmla="*/ 598812 h 1059043"/>
                <a:gd name="connsiteX244-29811" fmla="*/ 1335590 w 3024845"/>
                <a:gd name="connsiteY244-29812" fmla="*/ 600974 h 1059043"/>
                <a:gd name="connsiteX245-29813" fmla="*/ 1335590 w 3024845"/>
                <a:gd name="connsiteY245-29814" fmla="*/ 616106 h 1059043"/>
                <a:gd name="connsiteX246-29815" fmla="*/ 1339643 w 3024845"/>
                <a:gd name="connsiteY246-29816" fmla="*/ 613945 h 1059043"/>
                <a:gd name="connsiteX247-29817" fmla="*/ 1339643 w 3024845"/>
                <a:gd name="connsiteY247-29818" fmla="*/ 598812 h 1059043"/>
                <a:gd name="connsiteX248-29819" fmla="*/ 1341163 w 3024845"/>
                <a:gd name="connsiteY248-29820" fmla="*/ 598812 h 1059043"/>
                <a:gd name="connsiteX249-29821" fmla="*/ 1351803 w 3024845"/>
                <a:gd name="connsiteY249-29822" fmla="*/ 598812 h 1059043"/>
                <a:gd name="connsiteX250-29823" fmla="*/ 1351803 w 3024845"/>
                <a:gd name="connsiteY250-29824" fmla="*/ 600433 h 1059043"/>
                <a:gd name="connsiteX251-29825" fmla="*/ 1351803 w 3024845"/>
                <a:gd name="connsiteY251-29826" fmla="*/ 611783 h 1059043"/>
                <a:gd name="connsiteX252-29827" fmla="*/ 1382204 w 3024845"/>
                <a:gd name="connsiteY252-29828" fmla="*/ 611783 h 1059043"/>
                <a:gd name="connsiteX253-29829" fmla="*/ 1382204 w 3024845"/>
                <a:gd name="connsiteY253-29830" fmla="*/ 575033 h 1059043"/>
                <a:gd name="connsiteX254-29831" fmla="*/ 1383470 w 3024845"/>
                <a:gd name="connsiteY254-29832" fmla="*/ 575033 h 1059043"/>
                <a:gd name="connsiteX255-29833" fmla="*/ 1392337 w 3024845"/>
                <a:gd name="connsiteY255-29834" fmla="*/ 575033 h 1059043"/>
                <a:gd name="connsiteX256-29835" fmla="*/ 1392337 w 3024845"/>
                <a:gd name="connsiteY256-29836" fmla="*/ 596650 h 1059043"/>
                <a:gd name="connsiteX257-29837" fmla="*/ 1394364 w 3024845"/>
                <a:gd name="connsiteY257-29838" fmla="*/ 564224 h 1059043"/>
                <a:gd name="connsiteX258-29839" fmla="*/ 1416657 w 3024845"/>
                <a:gd name="connsiteY258-29840" fmla="*/ 564224 h 1059043"/>
                <a:gd name="connsiteX259-29841" fmla="*/ 1416657 w 3024845"/>
                <a:gd name="connsiteY259-29842" fmla="*/ 562602 h 1059043"/>
                <a:gd name="connsiteX260-29843" fmla="*/ 1416657 w 3024845"/>
                <a:gd name="connsiteY260-29844" fmla="*/ 551253 h 1059043"/>
                <a:gd name="connsiteX261-29845" fmla="*/ 1417417 w 3024845"/>
                <a:gd name="connsiteY261-29846" fmla="*/ 551253 h 1059043"/>
                <a:gd name="connsiteX262-29847" fmla="*/ 1422737 w 3024845"/>
                <a:gd name="connsiteY262-29848" fmla="*/ 551253 h 1059043"/>
                <a:gd name="connsiteX263-29849" fmla="*/ 1422737 w 3024845"/>
                <a:gd name="connsiteY263-29850" fmla="*/ 549362 h 1059043"/>
                <a:gd name="connsiteX264-29851" fmla="*/ 1422737 w 3024845"/>
                <a:gd name="connsiteY264-29852" fmla="*/ 536121 h 1059043"/>
                <a:gd name="connsiteX265-29853" fmla="*/ 1426791 w 3024845"/>
                <a:gd name="connsiteY265-29854" fmla="*/ 542606 h 1059043"/>
                <a:gd name="connsiteX266-29855" fmla="*/ 1429071 w 3024845"/>
                <a:gd name="connsiteY266-29856" fmla="*/ 542606 h 1059043"/>
                <a:gd name="connsiteX267-29857" fmla="*/ 1445031 w 3024845"/>
                <a:gd name="connsiteY267-29858" fmla="*/ 542606 h 1059043"/>
                <a:gd name="connsiteX268-29859" fmla="*/ 1445031 w 3024845"/>
                <a:gd name="connsiteY268-29860" fmla="*/ 541795 h 1059043"/>
                <a:gd name="connsiteX269-29861" fmla="*/ 1445031 w 3024845"/>
                <a:gd name="connsiteY269-29862" fmla="*/ 536121 h 1059043"/>
                <a:gd name="connsiteX270-29863" fmla="*/ 1445791 w 3024845"/>
                <a:gd name="connsiteY270-29864" fmla="*/ 536121 h 1059043"/>
                <a:gd name="connsiteX271-29865" fmla="*/ 1451111 w 3024845"/>
                <a:gd name="connsiteY271-29866" fmla="*/ 536121 h 1059043"/>
                <a:gd name="connsiteX272-29867" fmla="*/ 1451111 w 3024845"/>
                <a:gd name="connsiteY272-29868" fmla="*/ 537472 h 1059043"/>
                <a:gd name="connsiteX273-29869" fmla="*/ 1451111 w 3024845"/>
                <a:gd name="connsiteY273-29870" fmla="*/ 546930 h 1059043"/>
                <a:gd name="connsiteX274-29871" fmla="*/ 1489618 w 3024845"/>
                <a:gd name="connsiteY274-29872" fmla="*/ 546930 h 1059043"/>
                <a:gd name="connsiteX275-29873" fmla="*/ 1489618 w 3024845"/>
                <a:gd name="connsiteY275-29874" fmla="*/ 685283 h 1059043"/>
                <a:gd name="connsiteX276-29875" fmla="*/ 1491138 w 3024845"/>
                <a:gd name="connsiteY276-29876" fmla="*/ 685283 h 1059043"/>
                <a:gd name="connsiteX277-29877" fmla="*/ 1501778 w 3024845"/>
                <a:gd name="connsiteY277-29878" fmla="*/ 685283 h 1059043"/>
                <a:gd name="connsiteX278-29879" fmla="*/ 1501778 w 3024845"/>
                <a:gd name="connsiteY278-29880" fmla="*/ 672313 h 1059043"/>
                <a:gd name="connsiteX279-29881" fmla="*/ 1505832 w 3024845"/>
                <a:gd name="connsiteY279-29882" fmla="*/ 672313 h 1059043"/>
                <a:gd name="connsiteX280-29883" fmla="*/ 1505832 w 3024845"/>
                <a:gd name="connsiteY280-29884" fmla="*/ 685283 h 1059043"/>
                <a:gd name="connsiteX281-29885" fmla="*/ 1536232 w 3024845"/>
                <a:gd name="connsiteY281-29886" fmla="*/ 685283 h 1059043"/>
                <a:gd name="connsiteX282-29887" fmla="*/ 1536232 w 3024845"/>
                <a:gd name="connsiteY282-29888" fmla="*/ 655018 h 1059043"/>
                <a:gd name="connsiteX283-29889" fmla="*/ 1548392 w 3024845"/>
                <a:gd name="connsiteY283-29890" fmla="*/ 655018 h 1059043"/>
                <a:gd name="connsiteX284-29891" fmla="*/ 1560552 w 3024845"/>
                <a:gd name="connsiteY284-29892" fmla="*/ 652857 h 1059043"/>
                <a:gd name="connsiteX285-29893" fmla="*/ 1564606 w 3024845"/>
                <a:gd name="connsiteY285-29894" fmla="*/ 655018 h 1059043"/>
                <a:gd name="connsiteX286-29895" fmla="*/ 1574739 w 3024845"/>
                <a:gd name="connsiteY286-29896" fmla="*/ 655018 h 1059043"/>
                <a:gd name="connsiteX287-29897" fmla="*/ 1574739 w 3024845"/>
                <a:gd name="connsiteY287-29898" fmla="*/ 685283 h 1059043"/>
                <a:gd name="connsiteX288-29899" fmla="*/ 1582846 w 3024845"/>
                <a:gd name="connsiteY288-29900" fmla="*/ 685283 h 1059043"/>
                <a:gd name="connsiteX289-29901" fmla="*/ 1582846 w 3024845"/>
                <a:gd name="connsiteY289-29902" fmla="*/ 702578 h 1059043"/>
                <a:gd name="connsiteX290-29903" fmla="*/ 1592182 w 3024845"/>
                <a:gd name="connsiteY290-29904" fmla="*/ 703483 h 1059043"/>
                <a:gd name="connsiteX291-29905" fmla="*/ 1605140 w 3024845"/>
                <a:gd name="connsiteY291-29906" fmla="*/ 703483 h 1059043"/>
                <a:gd name="connsiteX292-29907" fmla="*/ 1605140 w 3024845"/>
                <a:gd name="connsiteY292-29908" fmla="*/ 687445 h 1059043"/>
                <a:gd name="connsiteX293-29909" fmla="*/ 1673096 w 3024845"/>
                <a:gd name="connsiteY293-29910" fmla="*/ 687445 h 1059043"/>
                <a:gd name="connsiteX294-29911" fmla="*/ 1673096 w 3024845"/>
                <a:gd name="connsiteY294-29912" fmla="*/ 602192 h 1059043"/>
                <a:gd name="connsiteX295-29913" fmla="*/ 1745104 w 3024845"/>
                <a:gd name="connsiteY295-29914" fmla="*/ 602192 h 1059043"/>
                <a:gd name="connsiteX296-29915" fmla="*/ 1745104 w 3024845"/>
                <a:gd name="connsiteY296-29916" fmla="*/ 680960 h 1059043"/>
                <a:gd name="connsiteX297-29917" fmla="*/ 1747008 w 3024845"/>
                <a:gd name="connsiteY297-29918" fmla="*/ 680960 h 1059043"/>
                <a:gd name="connsiteX298-29919" fmla="*/ 1748250 w 3024845"/>
                <a:gd name="connsiteY298-29920" fmla="*/ 703483 h 1059043"/>
                <a:gd name="connsiteX299-29921" fmla="*/ 1757926 w 3024845"/>
                <a:gd name="connsiteY299-29922" fmla="*/ 703483 h 1059043"/>
                <a:gd name="connsiteX300-29923" fmla="*/ 1759168 w 3024845"/>
                <a:gd name="connsiteY300-29924" fmla="*/ 680960 h 1059043"/>
                <a:gd name="connsiteX301-29925" fmla="*/ 1765248 w 3024845"/>
                <a:gd name="connsiteY301-29926" fmla="*/ 680960 h 1059043"/>
                <a:gd name="connsiteX302-29927" fmla="*/ 1766490 w 3024845"/>
                <a:gd name="connsiteY302-29928" fmla="*/ 703483 h 1059043"/>
                <a:gd name="connsiteX303-29929" fmla="*/ 1817112 w 3024845"/>
                <a:gd name="connsiteY303-29930" fmla="*/ 703483 h 1059043"/>
                <a:gd name="connsiteX304-29931" fmla="*/ 1817112 w 3024845"/>
                <a:gd name="connsiteY304-29932" fmla="*/ 540455 h 1059043"/>
                <a:gd name="connsiteX305-29933" fmla="*/ 2014439 w 3024845"/>
                <a:gd name="connsiteY305-29934" fmla="*/ 540455 h 1059043"/>
                <a:gd name="connsiteX306-29935" fmla="*/ 2014439 w 3024845"/>
                <a:gd name="connsiteY306-29936" fmla="*/ 703483 h 1059043"/>
                <a:gd name="connsiteX307-29937" fmla="*/ 2033136 w 3024845"/>
                <a:gd name="connsiteY307-29938" fmla="*/ 703483 h 1059043"/>
                <a:gd name="connsiteX308-29939" fmla="*/ 2033136 w 3024845"/>
                <a:gd name="connsiteY308-29940" fmla="*/ 620790 h 1059043"/>
                <a:gd name="connsiteX309-29941" fmla="*/ 2128256 w 3024845"/>
                <a:gd name="connsiteY309-29942" fmla="*/ 620790 h 1059043"/>
                <a:gd name="connsiteX310-29943" fmla="*/ 2146266 w 3024845"/>
                <a:gd name="connsiteY310-29944" fmla="*/ 131868 h 1059043"/>
                <a:gd name="connsiteX311-29945" fmla="*/ 2144240 w 3024845"/>
                <a:gd name="connsiteY311-29946" fmla="*/ 125383 h 1059043"/>
                <a:gd name="connsiteX312-29947" fmla="*/ 2150320 w 3024845"/>
                <a:gd name="connsiteY312-29948" fmla="*/ 118897 h 1059043"/>
                <a:gd name="connsiteX313-29949" fmla="*/ 2150320 w 3024845"/>
                <a:gd name="connsiteY313-29950" fmla="*/ 60529 h 1059043"/>
                <a:gd name="connsiteX314-29951" fmla="*/ 2152346 w 3024845"/>
                <a:gd name="connsiteY314-29952" fmla="*/ 56206 h 1059043"/>
                <a:gd name="connsiteX315-29953" fmla="*/ 2152346 w 3024845"/>
                <a:gd name="connsiteY315-29954" fmla="*/ 0 h 1059043"/>
                <a:gd name="connsiteX316-29955" fmla="*/ 2162480 w 3024845"/>
                <a:gd name="connsiteY316-29956" fmla="*/ 118897 h 1059043"/>
                <a:gd name="connsiteX317-29957" fmla="*/ 2168560 w 3024845"/>
                <a:gd name="connsiteY317-29958" fmla="*/ 125383 h 1059043"/>
                <a:gd name="connsiteX318-29959" fmla="*/ 2180720 w 3024845"/>
                <a:gd name="connsiteY318-29960" fmla="*/ 555577 h 1059043"/>
                <a:gd name="connsiteX319-29961" fmla="*/ 2245574 w 3024845"/>
                <a:gd name="connsiteY319-29962" fmla="*/ 555577 h 1059043"/>
                <a:gd name="connsiteX320-29963" fmla="*/ 2245574 w 3024845"/>
                <a:gd name="connsiteY320-29964" fmla="*/ 631239 h 1059043"/>
                <a:gd name="connsiteX321-29965" fmla="*/ 2253681 w 3024845"/>
                <a:gd name="connsiteY321-29966" fmla="*/ 631239 h 1059043"/>
                <a:gd name="connsiteX322-29967" fmla="*/ 2255708 w 3024845"/>
                <a:gd name="connsiteY322-29968" fmla="*/ 624754 h 1059043"/>
                <a:gd name="connsiteX323-29969" fmla="*/ 2261788 w 3024845"/>
                <a:gd name="connsiteY323-29970" fmla="*/ 624754 h 1059043"/>
                <a:gd name="connsiteX324-29971" fmla="*/ 2263815 w 3024845"/>
                <a:gd name="connsiteY324-29972" fmla="*/ 633401 h 1059043"/>
                <a:gd name="connsiteX325-29973" fmla="*/ 2275975 w 3024845"/>
                <a:gd name="connsiteY325-29974" fmla="*/ 633401 h 1059043"/>
                <a:gd name="connsiteX326-29975" fmla="*/ 2275975 w 3024845"/>
                <a:gd name="connsiteY326-29976" fmla="*/ 626915 h 1059043"/>
                <a:gd name="connsiteX327-29977" fmla="*/ 2298268 w 3024845"/>
                <a:gd name="connsiteY327-29978" fmla="*/ 626915 h 1059043"/>
                <a:gd name="connsiteX328-29979" fmla="*/ 2298268 w 3024845"/>
                <a:gd name="connsiteY328-29980" fmla="*/ 633401 h 1059043"/>
                <a:gd name="connsiteX329-29981" fmla="*/ 2318535 w 3024845"/>
                <a:gd name="connsiteY329-29982" fmla="*/ 633401 h 1059043"/>
                <a:gd name="connsiteX330-29983" fmla="*/ 2318535 w 3024845"/>
                <a:gd name="connsiteY330-29984" fmla="*/ 678798 h 1059043"/>
                <a:gd name="connsiteX331-29985" fmla="*/ 2332722 w 3024845"/>
                <a:gd name="connsiteY331-29986" fmla="*/ 678798 h 1059043"/>
                <a:gd name="connsiteX332-29987" fmla="*/ 2332722 w 3024845"/>
                <a:gd name="connsiteY332-29988" fmla="*/ 665827 h 1059043"/>
                <a:gd name="connsiteX333-29989" fmla="*/ 2348936 w 3024845"/>
                <a:gd name="connsiteY333-29990" fmla="*/ 665827 h 1059043"/>
                <a:gd name="connsiteX334-29991" fmla="*/ 2348936 w 3024845"/>
                <a:gd name="connsiteY334-29992" fmla="*/ 486400 h 1059043"/>
                <a:gd name="connsiteX335-29993" fmla="*/ 2355016 w 3024845"/>
                <a:gd name="connsiteY335-29994" fmla="*/ 479914 h 1059043"/>
                <a:gd name="connsiteX336-29995" fmla="*/ 2427977 w 3024845"/>
                <a:gd name="connsiteY336-29996" fmla="*/ 479914 h 1059043"/>
                <a:gd name="connsiteX337-29997" fmla="*/ 2427977 w 3024845"/>
                <a:gd name="connsiteY337-29998" fmla="*/ 488562 h 1059043"/>
                <a:gd name="connsiteX338-29999" fmla="*/ 2438110 w 3024845"/>
                <a:gd name="connsiteY338-30000" fmla="*/ 488562 h 1059043"/>
                <a:gd name="connsiteX339-30001" fmla="*/ 2438110 w 3024845"/>
                <a:gd name="connsiteY339-30002" fmla="*/ 603136 h 1059043"/>
                <a:gd name="connsiteX340-30003" fmla="*/ 2460404 w 3024845"/>
                <a:gd name="connsiteY340-30004" fmla="*/ 603136 h 1059043"/>
                <a:gd name="connsiteX341-30005" fmla="*/ 2460404 w 3024845"/>
                <a:gd name="connsiteY341-30006" fmla="*/ 536121 h 1059043"/>
                <a:gd name="connsiteX342-30007" fmla="*/ 2486751 w 3024845"/>
                <a:gd name="connsiteY342-30008" fmla="*/ 536121 h 1059043"/>
                <a:gd name="connsiteX343-30009" fmla="*/ 2490804 w 3024845"/>
                <a:gd name="connsiteY343-30010" fmla="*/ 531797 h 1059043"/>
                <a:gd name="connsiteX344-30011" fmla="*/ 2498911 w 3024845"/>
                <a:gd name="connsiteY344-30012" fmla="*/ 531797 h 1059043"/>
                <a:gd name="connsiteX345-30013" fmla="*/ 2502964 w 3024845"/>
                <a:gd name="connsiteY345-30014" fmla="*/ 536121 h 1059043"/>
                <a:gd name="connsiteX346-30015" fmla="*/ 2525258 w 3024845"/>
                <a:gd name="connsiteY346-30016" fmla="*/ 536121 h 1059043"/>
                <a:gd name="connsiteX347-30017" fmla="*/ 2525258 w 3024845"/>
                <a:gd name="connsiteY347-30018" fmla="*/ 419385 h 1059043"/>
                <a:gd name="connsiteX348-30019" fmla="*/ 2582005 w 3024845"/>
                <a:gd name="connsiteY348-30020" fmla="*/ 408576 h 1059043"/>
                <a:gd name="connsiteX349-30021" fmla="*/ 2582005 w 3024845"/>
                <a:gd name="connsiteY349-30022" fmla="*/ 409657 h 1059043"/>
                <a:gd name="connsiteX350-30023" fmla="*/ 2582005 w 3024845"/>
                <a:gd name="connsiteY350-30024" fmla="*/ 417223 h 1059043"/>
                <a:gd name="connsiteX351-30025" fmla="*/ 2608352 w 3024845"/>
                <a:gd name="connsiteY351-30026" fmla="*/ 417223 h 1059043"/>
                <a:gd name="connsiteX352-30027" fmla="*/ 2608352 w 3024845"/>
                <a:gd name="connsiteY352-30028" fmla="*/ 672313 h 1059043"/>
                <a:gd name="connsiteX353-30029" fmla="*/ 2630646 w 3024845"/>
                <a:gd name="connsiteY353-30030" fmla="*/ 672313 h 1059043"/>
                <a:gd name="connsiteX354-30031" fmla="*/ 2630646 w 3024845"/>
                <a:gd name="connsiteY354-30032" fmla="*/ 667989 h 1059043"/>
                <a:gd name="connsiteX355-30033" fmla="*/ 2642806 w 3024845"/>
                <a:gd name="connsiteY355-30034" fmla="*/ 667989 h 1059043"/>
                <a:gd name="connsiteX356-30035" fmla="*/ 2642806 w 3024845"/>
                <a:gd name="connsiteY356-30036" fmla="*/ 672313 h 1059043"/>
                <a:gd name="connsiteX357-30037" fmla="*/ 2667126 w 3024845"/>
                <a:gd name="connsiteY357-30038" fmla="*/ 672313 h 1059043"/>
                <a:gd name="connsiteX358-30039" fmla="*/ 2667126 w 3024845"/>
                <a:gd name="connsiteY358-30040" fmla="*/ 659342 h 1059043"/>
                <a:gd name="connsiteX359-30041" fmla="*/ 2695500 w 3024845"/>
                <a:gd name="connsiteY359-30042" fmla="*/ 659342 h 1059043"/>
                <a:gd name="connsiteX360-30043" fmla="*/ 2707660 w 3024845"/>
                <a:gd name="connsiteY360-30044" fmla="*/ 655018 h 1059043"/>
                <a:gd name="connsiteX361-30045" fmla="*/ 2727927 w 3024845"/>
                <a:gd name="connsiteY361-30046" fmla="*/ 659342 h 1059043"/>
                <a:gd name="connsiteX362-30047" fmla="*/ 2727927 w 3024845"/>
                <a:gd name="connsiteY362-30048" fmla="*/ 642048 h 1059043"/>
                <a:gd name="connsiteX363-30049" fmla="*/ 2736034 w 3024845"/>
                <a:gd name="connsiteY363-30050" fmla="*/ 642048 h 1059043"/>
                <a:gd name="connsiteX364-30051" fmla="*/ 2736034 w 3024845"/>
                <a:gd name="connsiteY364-30052" fmla="*/ 629077 h 1059043"/>
                <a:gd name="connsiteX365-30053" fmla="*/ 2792781 w 3024845"/>
                <a:gd name="connsiteY365-30054" fmla="*/ 629077 h 1059043"/>
                <a:gd name="connsiteX366-30055" fmla="*/ 2792781 w 3024845"/>
                <a:gd name="connsiteY366-30056" fmla="*/ 598812 h 1059043"/>
                <a:gd name="connsiteX367-30057" fmla="*/ 2811021 w 3024845"/>
                <a:gd name="connsiteY367-30058" fmla="*/ 598812 h 1059043"/>
                <a:gd name="connsiteX368-30059" fmla="*/ 2811021 w 3024845"/>
                <a:gd name="connsiteY368-30060" fmla="*/ 592327 h 1059043"/>
                <a:gd name="connsiteX369-30061" fmla="*/ 2823181 w 3024845"/>
                <a:gd name="connsiteY369-30062" fmla="*/ 592327 h 1059043"/>
                <a:gd name="connsiteX370-30063" fmla="*/ 2823181 w 3024845"/>
                <a:gd name="connsiteY370-30064" fmla="*/ 598812 h 1059043"/>
                <a:gd name="connsiteX371-30065" fmla="*/ 2839395 w 3024845"/>
                <a:gd name="connsiteY371-30066" fmla="*/ 598812 h 1059043"/>
                <a:gd name="connsiteX372-30067" fmla="*/ 2839395 w 3024845"/>
                <a:gd name="connsiteY372-30068" fmla="*/ 648533 h 1059043"/>
                <a:gd name="connsiteX373-30069" fmla="*/ 2871822 w 3024845"/>
                <a:gd name="connsiteY373-30070" fmla="*/ 648533 h 1059043"/>
                <a:gd name="connsiteX374-30071" fmla="*/ 2871822 w 3024845"/>
                <a:gd name="connsiteY374-30072" fmla="*/ 622592 h 1059043"/>
                <a:gd name="connsiteX375-30073" fmla="*/ 2910329 w 3024845"/>
                <a:gd name="connsiteY375-30074" fmla="*/ 622592 h 1059043"/>
                <a:gd name="connsiteX376-30075" fmla="*/ 2910329 w 3024845"/>
                <a:gd name="connsiteY376-30076" fmla="*/ 592327 h 1059043"/>
                <a:gd name="connsiteX377-30077" fmla="*/ 2958970 w 3024845"/>
                <a:gd name="connsiteY377-30078" fmla="*/ 592327 h 1059043"/>
                <a:gd name="connsiteX378-30079" fmla="*/ 2958970 w 3024845"/>
                <a:gd name="connsiteY378-30080" fmla="*/ 703483 h 1059043"/>
                <a:gd name="connsiteX379-30081" fmla="*/ 2958970 w 3024845"/>
                <a:gd name="connsiteY379-30082" fmla="*/ 717262 h 1059043"/>
                <a:gd name="connsiteX380-30083" fmla="*/ 3024845 w 3024845"/>
                <a:gd name="connsiteY380-30084" fmla="*/ 717262 h 1059043"/>
                <a:gd name="connsiteX381-30085" fmla="*/ 3024845 w 3024845"/>
                <a:gd name="connsiteY381-30086" fmla="*/ 1059043 h 1059043"/>
                <a:gd name="connsiteX382-30087" fmla="*/ 2054 w 3024845"/>
                <a:gd name="connsiteY382-30088" fmla="*/ 1056710 h 1059043"/>
                <a:gd name="connsiteX383-30089" fmla="*/ 0 w 3024845"/>
                <a:gd name="connsiteY383-30090" fmla="*/ 622592 h 1059043"/>
                <a:gd name="connsiteX384-30091" fmla="*/ 20267 w 3024845"/>
                <a:gd name="connsiteY384-30092" fmla="*/ 622592 h 1059043"/>
                <a:gd name="connsiteX385-30093" fmla="*/ 20774 w 3024845"/>
                <a:gd name="connsiteY385-30094" fmla="*/ 621511 h 1059043"/>
                <a:gd name="connsiteX386-30095" fmla="*/ 24320 w 3024845"/>
                <a:gd name="connsiteY386-30096" fmla="*/ 613945 h 1059043"/>
                <a:gd name="connsiteX387-30097" fmla="*/ 26094 w 3024845"/>
                <a:gd name="connsiteY387-30098" fmla="*/ 614215 h 1059043"/>
                <a:gd name="connsiteX388-30099" fmla="*/ 38507 w 3024845"/>
                <a:gd name="connsiteY388-30100" fmla="*/ 616106 h 1059043"/>
                <a:gd name="connsiteX389-30101" fmla="*/ 39014 w 3024845"/>
                <a:gd name="connsiteY389-30102" fmla="*/ 617458 h 1059043"/>
                <a:gd name="connsiteX390-30103" fmla="*/ 42560 w 3024845"/>
                <a:gd name="connsiteY390-30104" fmla="*/ 626915 h 1059043"/>
                <a:gd name="connsiteX391-30105" fmla="*/ 68907 w 3024845"/>
                <a:gd name="connsiteY391-30106" fmla="*/ 629077 h 1059043"/>
                <a:gd name="connsiteX392-30107" fmla="*/ 68907 w 3024845"/>
                <a:gd name="connsiteY392-30108" fmla="*/ 505856 h 1059043"/>
                <a:gd name="connsiteX393-30109" fmla="*/ 70934 w 3024845"/>
                <a:gd name="connsiteY393-30110" fmla="*/ 505856 h 1059043"/>
                <a:gd name="connsiteX394-30111" fmla="*/ 85121 w 3024845"/>
                <a:gd name="connsiteY394-30112" fmla="*/ 505856 h 1059043"/>
                <a:gd name="connsiteX395-30113" fmla="*/ 85121 w 3024845"/>
                <a:gd name="connsiteY395-30114" fmla="*/ 369664 h 1059043"/>
                <a:gd name="connsiteX396-30115" fmla="*/ 86894 w 3024845"/>
                <a:gd name="connsiteY396-30116" fmla="*/ 369664 h 1059043"/>
                <a:gd name="connsiteX397-30117" fmla="*/ 99308 w 3024845"/>
                <a:gd name="connsiteY397-30118" fmla="*/ 369664 h 1059043"/>
                <a:gd name="connsiteX398-30119" fmla="*/ 99308 w 3024845"/>
                <a:gd name="connsiteY398-30120" fmla="*/ 255090 h 1059043"/>
                <a:gd name="connsiteX399-30121" fmla="*/ 103361 w 3024845"/>
                <a:gd name="connsiteY399-30122" fmla="*/ 226986 h 1059043"/>
                <a:gd name="connsiteX400-30123" fmla="*/ 105388 w 3024845"/>
                <a:gd name="connsiteY400-30124" fmla="*/ 226986 h 1059043"/>
                <a:gd name="connsiteX401-30125" fmla="*/ 119575 w 3024845"/>
                <a:gd name="connsiteY401-30126" fmla="*/ 226986 h 1059043"/>
                <a:gd name="connsiteX0-30127" fmla="*/ 119575 w 3024845"/>
                <a:gd name="connsiteY0-30128" fmla="*/ 226986 h 1059043"/>
                <a:gd name="connsiteX1-30129" fmla="*/ 200642 w 3024845"/>
                <a:gd name="connsiteY1-30130" fmla="*/ 224825 h 1059043"/>
                <a:gd name="connsiteX2-30131" fmla="*/ 202669 w 3024845"/>
                <a:gd name="connsiteY2-30132" fmla="*/ 224825 h 1059043"/>
                <a:gd name="connsiteX3-30133" fmla="*/ 216856 w 3024845"/>
                <a:gd name="connsiteY3-30134" fmla="*/ 224825 h 1059043"/>
                <a:gd name="connsiteX4-30135" fmla="*/ 216856 w 3024845"/>
                <a:gd name="connsiteY4-30136" fmla="*/ 248604 h 1059043"/>
                <a:gd name="connsiteX5-30137" fmla="*/ 217363 w 3024845"/>
                <a:gd name="connsiteY5-30138" fmla="*/ 249415 h 1059043"/>
                <a:gd name="connsiteX6-30139" fmla="*/ 220909 w 3024845"/>
                <a:gd name="connsiteY6-30140" fmla="*/ 255090 h 1059043"/>
                <a:gd name="connsiteX7-30141" fmla="*/ 220909 w 3024845"/>
                <a:gd name="connsiteY7-30142" fmla="*/ 369664 h 1059043"/>
                <a:gd name="connsiteX8-30143" fmla="*/ 223189 w 3024845"/>
                <a:gd name="connsiteY8-30144" fmla="*/ 369664 h 1059043"/>
                <a:gd name="connsiteX9-30145" fmla="*/ 239150 w 3024845"/>
                <a:gd name="connsiteY9-30146" fmla="*/ 369664 h 1059043"/>
                <a:gd name="connsiteX10-30147" fmla="*/ 239150 w 3024845"/>
                <a:gd name="connsiteY10-30148" fmla="*/ 510179 h 1059043"/>
                <a:gd name="connsiteX11-30149" fmla="*/ 240670 w 3024845"/>
                <a:gd name="connsiteY11-30150" fmla="*/ 509909 h 1059043"/>
                <a:gd name="connsiteX12-30151" fmla="*/ 251310 w 3024845"/>
                <a:gd name="connsiteY12-30152" fmla="*/ 508018 h 1059043"/>
                <a:gd name="connsiteX13-30153" fmla="*/ 249283 w 3024845"/>
                <a:gd name="connsiteY13-30154" fmla="*/ 596650 h 1059043"/>
                <a:gd name="connsiteX14-30155" fmla="*/ 250803 w 3024845"/>
                <a:gd name="connsiteY14-30156" fmla="*/ 596921 h 1059043"/>
                <a:gd name="connsiteX15-30157" fmla="*/ 261443 w 3024845"/>
                <a:gd name="connsiteY15-30158" fmla="*/ 598812 h 1059043"/>
                <a:gd name="connsiteX16-30159" fmla="*/ 261696 w 3024845"/>
                <a:gd name="connsiteY16-30160" fmla="*/ 599623 h 1059043"/>
                <a:gd name="connsiteX17-30161" fmla="*/ 263470 w 3024845"/>
                <a:gd name="connsiteY17-30162" fmla="*/ 605298 h 1059043"/>
                <a:gd name="connsiteX18-30163" fmla="*/ 264230 w 3024845"/>
                <a:gd name="connsiteY18-30164" fmla="*/ 602866 h 1059043"/>
                <a:gd name="connsiteX19-30165" fmla="*/ 269550 w 3024845"/>
                <a:gd name="connsiteY19-30166" fmla="*/ 585842 h 1059043"/>
                <a:gd name="connsiteX20-30167" fmla="*/ 271323 w 3024845"/>
                <a:gd name="connsiteY20-30168" fmla="*/ 585842 h 1059043"/>
                <a:gd name="connsiteX21-30169" fmla="*/ 283737 w 3024845"/>
                <a:gd name="connsiteY21-30170" fmla="*/ 585842 h 1059043"/>
                <a:gd name="connsiteX22-30171" fmla="*/ 283737 w 3024845"/>
                <a:gd name="connsiteY22-30172" fmla="*/ 618268 h 1059043"/>
                <a:gd name="connsiteX23-30173" fmla="*/ 284750 w 3024845"/>
                <a:gd name="connsiteY23-30174" fmla="*/ 618809 h 1059043"/>
                <a:gd name="connsiteX24-30175" fmla="*/ 291844 w 3024845"/>
                <a:gd name="connsiteY24-30176" fmla="*/ 622592 h 1059043"/>
                <a:gd name="connsiteX25-30177" fmla="*/ 291844 w 3024845"/>
                <a:gd name="connsiteY25-30178" fmla="*/ 623943 h 1059043"/>
                <a:gd name="connsiteX26-30179" fmla="*/ 291844 w 3024845"/>
                <a:gd name="connsiteY26-30180" fmla="*/ 633401 h 1059043"/>
                <a:gd name="connsiteX27-30181" fmla="*/ 336431 w 3024845"/>
                <a:gd name="connsiteY27-30182" fmla="*/ 633401 h 1059043"/>
                <a:gd name="connsiteX28-30183" fmla="*/ 336431 w 3024845"/>
                <a:gd name="connsiteY28-30184" fmla="*/ 634482 h 1059043"/>
                <a:gd name="connsiteX29-30185" fmla="*/ 336431 w 3024845"/>
                <a:gd name="connsiteY29-30186" fmla="*/ 642048 h 1059043"/>
                <a:gd name="connsiteX30-30187" fmla="*/ 338457 w 3024845"/>
                <a:gd name="connsiteY30-30188" fmla="*/ 642048 h 1059043"/>
                <a:gd name="connsiteX31-30189" fmla="*/ 352644 w 3024845"/>
                <a:gd name="connsiteY31-30190" fmla="*/ 642048 h 1059043"/>
                <a:gd name="connsiteX32-30191" fmla="*/ 352644 w 3024845"/>
                <a:gd name="connsiteY32-30192" fmla="*/ 611783 h 1059043"/>
                <a:gd name="connsiteX33-30193" fmla="*/ 397231 w 3024845"/>
                <a:gd name="connsiteY33-30194" fmla="*/ 611783 h 1059043"/>
                <a:gd name="connsiteX34-30195" fmla="*/ 397231 w 3024845"/>
                <a:gd name="connsiteY34-30196" fmla="*/ 610432 h 1059043"/>
                <a:gd name="connsiteX35-30197" fmla="*/ 397231 w 3024845"/>
                <a:gd name="connsiteY35-30198" fmla="*/ 600974 h 1059043"/>
                <a:gd name="connsiteX36-30199" fmla="*/ 398245 w 3024845"/>
                <a:gd name="connsiteY36-30200" fmla="*/ 600974 h 1059043"/>
                <a:gd name="connsiteX37-30201" fmla="*/ 405338 w 3024845"/>
                <a:gd name="connsiteY37-30202" fmla="*/ 600974 h 1059043"/>
                <a:gd name="connsiteX38-30203" fmla="*/ 405338 w 3024845"/>
                <a:gd name="connsiteY38-30204" fmla="*/ 599083 h 1059043"/>
                <a:gd name="connsiteX39-30205" fmla="*/ 405338 w 3024845"/>
                <a:gd name="connsiteY39-30206" fmla="*/ 585842 h 1059043"/>
                <a:gd name="connsiteX40-30207" fmla="*/ 406098 w 3024845"/>
                <a:gd name="connsiteY40-30208" fmla="*/ 585842 h 1059043"/>
                <a:gd name="connsiteX41-30209" fmla="*/ 411418 w 3024845"/>
                <a:gd name="connsiteY41-30210" fmla="*/ 585842 h 1059043"/>
                <a:gd name="connsiteX42-30211" fmla="*/ 411418 w 3024845"/>
                <a:gd name="connsiteY42-30212" fmla="*/ 584761 h 1059043"/>
                <a:gd name="connsiteX43-30213" fmla="*/ 411418 w 3024845"/>
                <a:gd name="connsiteY43-30214" fmla="*/ 577194 h 1059043"/>
                <a:gd name="connsiteX44-30215" fmla="*/ 413445 w 3024845"/>
                <a:gd name="connsiteY44-30216" fmla="*/ 577194 h 1059043"/>
                <a:gd name="connsiteX45-30217" fmla="*/ 427632 w 3024845"/>
                <a:gd name="connsiteY45-30218" fmla="*/ 577194 h 1059043"/>
                <a:gd name="connsiteX46-30219" fmla="*/ 427632 w 3024845"/>
                <a:gd name="connsiteY46-30220" fmla="*/ 578275 h 1059043"/>
                <a:gd name="connsiteX47-30221" fmla="*/ 427632 w 3024845"/>
                <a:gd name="connsiteY47-30222" fmla="*/ 585842 h 1059043"/>
                <a:gd name="connsiteX48-30223" fmla="*/ 449925 w 3024845"/>
                <a:gd name="connsiteY48-30224" fmla="*/ 585842 h 1059043"/>
                <a:gd name="connsiteX49-30225" fmla="*/ 449925 w 3024845"/>
                <a:gd name="connsiteY49-30226" fmla="*/ 583950 h 1059043"/>
                <a:gd name="connsiteX50-30227" fmla="*/ 449925 w 3024845"/>
                <a:gd name="connsiteY50-30228" fmla="*/ 570709 h 1059043"/>
                <a:gd name="connsiteX51-30229" fmla="*/ 451699 w 3024845"/>
                <a:gd name="connsiteY51-30230" fmla="*/ 570709 h 1059043"/>
                <a:gd name="connsiteX52-30231" fmla="*/ 464112 w 3024845"/>
                <a:gd name="connsiteY52-30232" fmla="*/ 570709 h 1059043"/>
                <a:gd name="connsiteX53-30233" fmla="*/ 464112 w 3024845"/>
                <a:gd name="connsiteY53-30234" fmla="*/ 594489 h 1059043"/>
                <a:gd name="connsiteX54-30235" fmla="*/ 465126 w 3024845"/>
                <a:gd name="connsiteY54-30236" fmla="*/ 594489 h 1059043"/>
                <a:gd name="connsiteX55-30237" fmla="*/ 472219 w 3024845"/>
                <a:gd name="connsiteY55-30238" fmla="*/ 594489 h 1059043"/>
                <a:gd name="connsiteX56-30239" fmla="*/ 472219 w 3024845"/>
                <a:gd name="connsiteY56-30240" fmla="*/ 593408 h 1059043"/>
                <a:gd name="connsiteX57-30241" fmla="*/ 472219 w 3024845"/>
                <a:gd name="connsiteY57-30242" fmla="*/ 585842 h 1059043"/>
                <a:gd name="connsiteX58-30243" fmla="*/ 473992 w 3024845"/>
                <a:gd name="connsiteY58-30244" fmla="*/ 585842 h 1059043"/>
                <a:gd name="connsiteX59-30245" fmla="*/ 486406 w 3024845"/>
                <a:gd name="connsiteY59-30246" fmla="*/ 585842 h 1059043"/>
                <a:gd name="connsiteX60-30247" fmla="*/ 486406 w 3024845"/>
                <a:gd name="connsiteY60-30248" fmla="*/ 611783 h 1059043"/>
                <a:gd name="connsiteX61-30249" fmla="*/ 488433 w 3024845"/>
                <a:gd name="connsiteY61-30250" fmla="*/ 611783 h 1059043"/>
                <a:gd name="connsiteX62-30251" fmla="*/ 502619 w 3024845"/>
                <a:gd name="connsiteY62-30252" fmla="*/ 611783 h 1059043"/>
                <a:gd name="connsiteX63-30253" fmla="*/ 502619 w 3024845"/>
                <a:gd name="connsiteY63-30254" fmla="*/ 613404 h 1059043"/>
                <a:gd name="connsiteX64-30255" fmla="*/ 502619 w 3024845"/>
                <a:gd name="connsiteY64-30256" fmla="*/ 624754 h 1059043"/>
                <a:gd name="connsiteX65-30257" fmla="*/ 503379 w 3024845"/>
                <a:gd name="connsiteY65-30258" fmla="*/ 624754 h 1059043"/>
                <a:gd name="connsiteX66-30259" fmla="*/ 508700 w 3024845"/>
                <a:gd name="connsiteY66-30260" fmla="*/ 624754 h 1059043"/>
                <a:gd name="connsiteX67-30261" fmla="*/ 508700 w 3024845"/>
                <a:gd name="connsiteY67-30262" fmla="*/ 623943 h 1059043"/>
                <a:gd name="connsiteX68-30263" fmla="*/ 508700 w 3024845"/>
                <a:gd name="connsiteY68-30264" fmla="*/ 618268 h 1059043"/>
                <a:gd name="connsiteX69-30265" fmla="*/ 539100 w 3024845"/>
                <a:gd name="connsiteY69-30266" fmla="*/ 618268 h 1059043"/>
                <a:gd name="connsiteX70-30267" fmla="*/ 539100 w 3024845"/>
                <a:gd name="connsiteY70-30268" fmla="*/ 642048 h 1059043"/>
                <a:gd name="connsiteX71-30269" fmla="*/ 540113 w 3024845"/>
                <a:gd name="connsiteY71-30270" fmla="*/ 642048 h 1059043"/>
                <a:gd name="connsiteX72-30271" fmla="*/ 547207 w 3024845"/>
                <a:gd name="connsiteY72-30272" fmla="*/ 642048 h 1059043"/>
                <a:gd name="connsiteX73-30273" fmla="*/ 547207 w 3024845"/>
                <a:gd name="connsiteY73-30274" fmla="*/ 643129 h 1059043"/>
                <a:gd name="connsiteX74-30275" fmla="*/ 547207 w 3024845"/>
                <a:gd name="connsiteY74-30276" fmla="*/ 650695 h 1059043"/>
                <a:gd name="connsiteX75-30277" fmla="*/ 547967 w 3024845"/>
                <a:gd name="connsiteY75-30278" fmla="*/ 650695 h 1059043"/>
                <a:gd name="connsiteX76-30279" fmla="*/ 553287 w 3024845"/>
                <a:gd name="connsiteY76-30280" fmla="*/ 650695 h 1059043"/>
                <a:gd name="connsiteX77-30281" fmla="*/ 553287 w 3024845"/>
                <a:gd name="connsiteY77-30282" fmla="*/ 648533 h 1059043"/>
                <a:gd name="connsiteX78-30283" fmla="*/ 553287 w 3024845"/>
                <a:gd name="connsiteY78-30284" fmla="*/ 633401 h 1059043"/>
                <a:gd name="connsiteX79-30285" fmla="*/ 554300 w 3024845"/>
                <a:gd name="connsiteY79-30286" fmla="*/ 633401 h 1059043"/>
                <a:gd name="connsiteX80-30287" fmla="*/ 561394 w 3024845"/>
                <a:gd name="connsiteY80-30288" fmla="*/ 633401 h 1059043"/>
                <a:gd name="connsiteX81-30289" fmla="*/ 561394 w 3024845"/>
                <a:gd name="connsiteY81-30290" fmla="*/ 634482 h 1059043"/>
                <a:gd name="connsiteX82-30291" fmla="*/ 561394 w 3024845"/>
                <a:gd name="connsiteY82-30292" fmla="*/ 642048 h 1059043"/>
                <a:gd name="connsiteX83-30293" fmla="*/ 566714 w 3024845"/>
                <a:gd name="connsiteY83-30294" fmla="*/ 640055 h 1059043"/>
                <a:gd name="connsiteX84-30295" fmla="*/ 567474 w 3024845"/>
                <a:gd name="connsiteY84-30296" fmla="*/ 639075 h 1059043"/>
                <a:gd name="connsiteX85-30297" fmla="*/ 567474 w 3024845"/>
                <a:gd name="connsiteY85-30298" fmla="*/ 633401 h 1059043"/>
                <a:gd name="connsiteX86-30299" fmla="*/ 605981 w 3024845"/>
                <a:gd name="connsiteY86-30300" fmla="*/ 633401 h 1059043"/>
                <a:gd name="connsiteX87-30301" fmla="*/ 605981 w 3024845"/>
                <a:gd name="connsiteY87-30302" fmla="*/ 657180 h 1059043"/>
                <a:gd name="connsiteX88-30303" fmla="*/ 608007 w 3024845"/>
                <a:gd name="connsiteY88-30304" fmla="*/ 657180 h 1059043"/>
                <a:gd name="connsiteX89-30305" fmla="*/ 622194 w 3024845"/>
                <a:gd name="connsiteY89-30306" fmla="*/ 657180 h 1059043"/>
                <a:gd name="connsiteX90-30307" fmla="*/ 622194 w 3024845"/>
                <a:gd name="connsiteY90-30308" fmla="*/ 658261 h 1059043"/>
                <a:gd name="connsiteX91-30309" fmla="*/ 622194 w 3024845"/>
                <a:gd name="connsiteY91-30310" fmla="*/ 665827 h 1059043"/>
                <a:gd name="connsiteX92-30311" fmla="*/ 623968 w 3024845"/>
                <a:gd name="connsiteY92-30312" fmla="*/ 665827 h 1059043"/>
                <a:gd name="connsiteX93-30313" fmla="*/ 636381 w 3024845"/>
                <a:gd name="connsiteY93-30314" fmla="*/ 665827 h 1059043"/>
                <a:gd name="connsiteX94-30315" fmla="*/ 636381 w 3024845"/>
                <a:gd name="connsiteY94-30316" fmla="*/ 642048 h 1059043"/>
                <a:gd name="connsiteX95-30317" fmla="*/ 637394 w 3024845"/>
                <a:gd name="connsiteY95-30318" fmla="*/ 642048 h 1059043"/>
                <a:gd name="connsiteX96-30319" fmla="*/ 644488 w 3024845"/>
                <a:gd name="connsiteY96-30320" fmla="*/ 642048 h 1059043"/>
                <a:gd name="connsiteX97-30321" fmla="*/ 644488 w 3024845"/>
                <a:gd name="connsiteY97-30322" fmla="*/ 609621 h 1059043"/>
                <a:gd name="connsiteX98-30323" fmla="*/ 645501 w 3024845"/>
                <a:gd name="connsiteY98-30324" fmla="*/ 609621 h 1059043"/>
                <a:gd name="connsiteX99-30325" fmla="*/ 652595 w 3024845"/>
                <a:gd name="connsiteY99-30326" fmla="*/ 609621 h 1059043"/>
                <a:gd name="connsiteX100-30327" fmla="*/ 652595 w 3024845"/>
                <a:gd name="connsiteY100-30328" fmla="*/ 607730 h 1059043"/>
                <a:gd name="connsiteX101-30329" fmla="*/ 652595 w 3024845"/>
                <a:gd name="connsiteY101-30330" fmla="*/ 594489 h 1059043"/>
                <a:gd name="connsiteX102-30331" fmla="*/ 651328 w 3024845"/>
                <a:gd name="connsiteY102-30332" fmla="*/ 592867 h 1059043"/>
                <a:gd name="connsiteX103-30333" fmla="*/ 656648 w 3024845"/>
                <a:gd name="connsiteY103-30334" fmla="*/ 581518 h 1059043"/>
                <a:gd name="connsiteX104-30335" fmla="*/ 664755 w 3024845"/>
                <a:gd name="connsiteY104-30336" fmla="*/ 609621 h 1059043"/>
                <a:gd name="connsiteX105-30337" fmla="*/ 665515 w 3024845"/>
                <a:gd name="connsiteY105-30338" fmla="*/ 609621 h 1059043"/>
                <a:gd name="connsiteX106-30339" fmla="*/ 670835 w 3024845"/>
                <a:gd name="connsiteY106-30340" fmla="*/ 609621 h 1059043"/>
                <a:gd name="connsiteX107-30341" fmla="*/ 670835 w 3024845"/>
                <a:gd name="connsiteY107-30342" fmla="*/ 503694 h 1059043"/>
                <a:gd name="connsiteX108-30343" fmla="*/ 672355 w 3024845"/>
                <a:gd name="connsiteY108-30344" fmla="*/ 503694 h 1059043"/>
                <a:gd name="connsiteX109-30345" fmla="*/ 682995 w 3024845"/>
                <a:gd name="connsiteY109-30346" fmla="*/ 503694 h 1059043"/>
                <a:gd name="connsiteX110-30347" fmla="*/ 682995 w 3024845"/>
                <a:gd name="connsiteY110-30348" fmla="*/ 456135 h 1059043"/>
                <a:gd name="connsiteX111-30349" fmla="*/ 709342 w 3024845"/>
                <a:gd name="connsiteY111-30350" fmla="*/ 456135 h 1059043"/>
                <a:gd name="connsiteX112-30351" fmla="*/ 709342 w 3024845"/>
                <a:gd name="connsiteY112-30352" fmla="*/ 434517 h 1059043"/>
                <a:gd name="connsiteX113-30353" fmla="*/ 743796 w 3024845"/>
                <a:gd name="connsiteY113-30354" fmla="*/ 434517 h 1059043"/>
                <a:gd name="connsiteX114-30355" fmla="*/ 743796 w 3024845"/>
                <a:gd name="connsiteY114-30356" fmla="*/ 436949 h 1059043"/>
                <a:gd name="connsiteX115-30357" fmla="*/ 743796 w 3024845"/>
                <a:gd name="connsiteY115-30358" fmla="*/ 453973 h 1059043"/>
                <a:gd name="connsiteX116-30359" fmla="*/ 746076 w 3024845"/>
                <a:gd name="connsiteY116-30360" fmla="*/ 453973 h 1059043"/>
                <a:gd name="connsiteX117-30361" fmla="*/ 762036 w 3024845"/>
                <a:gd name="connsiteY117-30362" fmla="*/ 453973 h 1059043"/>
                <a:gd name="connsiteX118-30363" fmla="*/ 762036 w 3024845"/>
                <a:gd name="connsiteY118-30364" fmla="*/ 501532 h 1059043"/>
                <a:gd name="connsiteX119-30365" fmla="*/ 763049 w 3024845"/>
                <a:gd name="connsiteY119-30366" fmla="*/ 501532 h 1059043"/>
                <a:gd name="connsiteX120-30367" fmla="*/ 770143 w 3024845"/>
                <a:gd name="connsiteY120-30368" fmla="*/ 501532 h 1059043"/>
                <a:gd name="connsiteX121-30369" fmla="*/ 784330 w 3024845"/>
                <a:gd name="connsiteY121-30370" fmla="*/ 505856 h 1059043"/>
                <a:gd name="connsiteX122-30371" fmla="*/ 784330 w 3024845"/>
                <a:gd name="connsiteY122-30372" fmla="*/ 544768 h 1059043"/>
                <a:gd name="connsiteX123-30373" fmla="*/ 785343 w 3024845"/>
                <a:gd name="connsiteY123-30374" fmla="*/ 544768 h 1059043"/>
                <a:gd name="connsiteX124-30375" fmla="*/ 792436 w 3024845"/>
                <a:gd name="connsiteY124-30376" fmla="*/ 544768 h 1059043"/>
                <a:gd name="connsiteX125-30377" fmla="*/ 792436 w 3024845"/>
                <a:gd name="connsiteY125-30378" fmla="*/ 546389 h 1059043"/>
                <a:gd name="connsiteX126-30379" fmla="*/ 792436 w 3024845"/>
                <a:gd name="connsiteY126-30380" fmla="*/ 557738 h 1059043"/>
                <a:gd name="connsiteX127-30381" fmla="*/ 794463 w 3024845"/>
                <a:gd name="connsiteY127-30382" fmla="*/ 557738 h 1059043"/>
                <a:gd name="connsiteX128-30383" fmla="*/ 808650 w 3024845"/>
                <a:gd name="connsiteY128-30384" fmla="*/ 557738 h 1059043"/>
                <a:gd name="connsiteX129-30385" fmla="*/ 814730 w 3024845"/>
                <a:gd name="connsiteY129-30386" fmla="*/ 564224 h 1059043"/>
                <a:gd name="connsiteX130-30387" fmla="*/ 814730 w 3024845"/>
                <a:gd name="connsiteY130-30388" fmla="*/ 585842 h 1059043"/>
                <a:gd name="connsiteX131-30389" fmla="*/ 817010 w 3024845"/>
                <a:gd name="connsiteY131-30390" fmla="*/ 585842 h 1059043"/>
                <a:gd name="connsiteX132-30391" fmla="*/ 832970 w 3024845"/>
                <a:gd name="connsiteY132-30392" fmla="*/ 585842 h 1059043"/>
                <a:gd name="connsiteX133-30393" fmla="*/ 832970 w 3024845"/>
                <a:gd name="connsiteY133-30394" fmla="*/ 586922 h 1059043"/>
                <a:gd name="connsiteX134-30395" fmla="*/ 832970 w 3024845"/>
                <a:gd name="connsiteY134-30396" fmla="*/ 594489 h 1059043"/>
                <a:gd name="connsiteX135-30397" fmla="*/ 834237 w 3024845"/>
                <a:gd name="connsiteY135-30398" fmla="*/ 594489 h 1059043"/>
                <a:gd name="connsiteX136-30399" fmla="*/ 843104 w 3024845"/>
                <a:gd name="connsiteY136-30400" fmla="*/ 594489 h 1059043"/>
                <a:gd name="connsiteX137-30401" fmla="*/ 843104 w 3024845"/>
                <a:gd name="connsiteY137-30402" fmla="*/ 596650 h 1059043"/>
                <a:gd name="connsiteX138-30403" fmla="*/ 843104 w 3024845"/>
                <a:gd name="connsiteY138-30404" fmla="*/ 611783 h 1059043"/>
                <a:gd name="connsiteX139-30405" fmla="*/ 847157 w 3024845"/>
                <a:gd name="connsiteY139-30406" fmla="*/ 609891 h 1059043"/>
                <a:gd name="connsiteX140-30407" fmla="*/ 847157 w 3024845"/>
                <a:gd name="connsiteY140-30408" fmla="*/ 596650 h 1059043"/>
                <a:gd name="connsiteX141-30409" fmla="*/ 848170 w 3024845"/>
                <a:gd name="connsiteY141-30410" fmla="*/ 596650 h 1059043"/>
                <a:gd name="connsiteX142-30411" fmla="*/ 855264 w 3024845"/>
                <a:gd name="connsiteY142-30412" fmla="*/ 596650 h 1059043"/>
                <a:gd name="connsiteX143-30413" fmla="*/ 855264 w 3024845"/>
                <a:gd name="connsiteY143-30414" fmla="*/ 598272 h 1059043"/>
                <a:gd name="connsiteX144-30415" fmla="*/ 855264 w 3024845"/>
                <a:gd name="connsiteY144-30416" fmla="*/ 609621 h 1059043"/>
                <a:gd name="connsiteX145-30417" fmla="*/ 856024 w 3024845"/>
                <a:gd name="connsiteY145-30418" fmla="*/ 609621 h 1059043"/>
                <a:gd name="connsiteX146-30419" fmla="*/ 861344 w 3024845"/>
                <a:gd name="connsiteY146-30420" fmla="*/ 609621 h 1059043"/>
                <a:gd name="connsiteX147-30421" fmla="*/ 909984 w 3024845"/>
                <a:gd name="connsiteY147-30422" fmla="*/ 605298 h 1059043"/>
                <a:gd name="connsiteX148-30423" fmla="*/ 909984 w 3024845"/>
                <a:gd name="connsiteY148-30424" fmla="*/ 606649 h 1059043"/>
                <a:gd name="connsiteX149-30425" fmla="*/ 909984 w 3024845"/>
                <a:gd name="connsiteY149-30426" fmla="*/ 616106 h 1059043"/>
                <a:gd name="connsiteX150-30427" fmla="*/ 910744 w 3024845"/>
                <a:gd name="connsiteY150-30428" fmla="*/ 616106 h 1059043"/>
                <a:gd name="connsiteX151-30429" fmla="*/ 916065 w 3024845"/>
                <a:gd name="connsiteY151-30430" fmla="*/ 616106 h 1059043"/>
                <a:gd name="connsiteX152-30431" fmla="*/ 916065 w 3024845"/>
                <a:gd name="connsiteY152-30432" fmla="*/ 618268 h 1059043"/>
                <a:gd name="connsiteX153-30433" fmla="*/ 916065 w 3024845"/>
                <a:gd name="connsiteY153-30434" fmla="*/ 633401 h 1059043"/>
                <a:gd name="connsiteX154-30435" fmla="*/ 918091 w 3024845"/>
                <a:gd name="connsiteY154-30436" fmla="*/ 632050 h 1059043"/>
                <a:gd name="connsiteX155-30437" fmla="*/ 932278 w 3024845"/>
                <a:gd name="connsiteY155-30438" fmla="*/ 622592 h 1059043"/>
                <a:gd name="connsiteX156-30439" fmla="*/ 938358 w 3024845"/>
                <a:gd name="connsiteY156-30440" fmla="*/ 581518 h 1059043"/>
                <a:gd name="connsiteX157-30441" fmla="*/ 939118 w 3024845"/>
                <a:gd name="connsiteY157-30442" fmla="*/ 581248 h 1059043"/>
                <a:gd name="connsiteX158-30443" fmla="*/ 944438 w 3024845"/>
                <a:gd name="connsiteY158-30444" fmla="*/ 579356 h 1059043"/>
                <a:gd name="connsiteX159-30445" fmla="*/ 946465 w 3024845"/>
                <a:gd name="connsiteY159-30446" fmla="*/ 510179 h 1059043"/>
                <a:gd name="connsiteX160-30447" fmla="*/ 948492 w 3024845"/>
                <a:gd name="connsiteY160-30448" fmla="*/ 579356 h 1059043"/>
                <a:gd name="connsiteX161-30449" fmla="*/ 949252 w 3024845"/>
                <a:gd name="connsiteY161-30450" fmla="*/ 579626 h 1059043"/>
                <a:gd name="connsiteX162-30451" fmla="*/ 954572 w 3024845"/>
                <a:gd name="connsiteY162-30452" fmla="*/ 581518 h 1059043"/>
                <a:gd name="connsiteX163-30453" fmla="*/ 954572 w 3024845"/>
                <a:gd name="connsiteY163-30454" fmla="*/ 495047 h 1059043"/>
                <a:gd name="connsiteX164-30455" fmla="*/ 958625 w 3024845"/>
                <a:gd name="connsiteY164-30456" fmla="*/ 462620 h 1059043"/>
                <a:gd name="connsiteX165-30457" fmla="*/ 997132 w 3024845"/>
                <a:gd name="connsiteY165-30458" fmla="*/ 462620 h 1059043"/>
                <a:gd name="connsiteX166-30459" fmla="*/ 997132 w 3024845"/>
                <a:gd name="connsiteY166-30460" fmla="*/ 495047 h 1059043"/>
                <a:gd name="connsiteX167-30461" fmla="*/ 997892 w 3024845"/>
                <a:gd name="connsiteY167-30462" fmla="*/ 495047 h 1059043"/>
                <a:gd name="connsiteX168-30463" fmla="*/ 1003212 w 3024845"/>
                <a:gd name="connsiteY168-30464" fmla="*/ 495047 h 1059043"/>
                <a:gd name="connsiteX169-30465" fmla="*/ 1003212 w 3024845"/>
                <a:gd name="connsiteY169-30466" fmla="*/ 412899 h 1059043"/>
                <a:gd name="connsiteX170-30467" fmla="*/ 1004986 w 3024845"/>
                <a:gd name="connsiteY170-30468" fmla="*/ 412899 h 1059043"/>
                <a:gd name="connsiteX171-30469" fmla="*/ 1017399 w 3024845"/>
                <a:gd name="connsiteY171-30470" fmla="*/ 412899 h 1059043"/>
                <a:gd name="connsiteX172-30471" fmla="*/ 1017399 w 3024845"/>
                <a:gd name="connsiteY172-30472" fmla="*/ 411008 h 1059043"/>
                <a:gd name="connsiteX173-30473" fmla="*/ 1017399 w 3024845"/>
                <a:gd name="connsiteY173-30474" fmla="*/ 397767 h 1059043"/>
                <a:gd name="connsiteX174-30475" fmla="*/ 1039693 w 3024845"/>
                <a:gd name="connsiteY174-30476" fmla="*/ 397767 h 1059043"/>
                <a:gd name="connsiteX175-30477" fmla="*/ 1039693 w 3024845"/>
                <a:gd name="connsiteY175-30478" fmla="*/ 396686 h 1059043"/>
                <a:gd name="connsiteX176-30479" fmla="*/ 1039693 w 3024845"/>
                <a:gd name="connsiteY176-30480" fmla="*/ 389120 h 1059043"/>
                <a:gd name="connsiteX177-30481" fmla="*/ 1041466 w 3024845"/>
                <a:gd name="connsiteY177-30482" fmla="*/ 389120 h 1059043"/>
                <a:gd name="connsiteX178-30483" fmla="*/ 1053880 w 3024845"/>
                <a:gd name="connsiteY178-30484" fmla="*/ 389120 h 1059043"/>
                <a:gd name="connsiteX179-30485" fmla="*/ 1053880 w 3024845"/>
                <a:gd name="connsiteY179-30486" fmla="*/ 390201 h 1059043"/>
                <a:gd name="connsiteX180-30487" fmla="*/ 1053880 w 3024845"/>
                <a:gd name="connsiteY180-30488" fmla="*/ 397767 h 1059043"/>
                <a:gd name="connsiteX181-30489" fmla="*/ 1054640 w 3024845"/>
                <a:gd name="connsiteY181-30490" fmla="*/ 397767 h 1059043"/>
                <a:gd name="connsiteX182-30491" fmla="*/ 1059960 w 3024845"/>
                <a:gd name="connsiteY182-30492" fmla="*/ 397767 h 1059043"/>
                <a:gd name="connsiteX183-30493" fmla="*/ 1070093 w 3024845"/>
                <a:gd name="connsiteY183-30494" fmla="*/ 393443 h 1059043"/>
                <a:gd name="connsiteX184-30495" fmla="*/ 1074146 w 3024845"/>
                <a:gd name="connsiteY184-30496" fmla="*/ 396686 h 1059043"/>
                <a:gd name="connsiteX185-30497" fmla="*/ 1074146 w 3024845"/>
                <a:gd name="connsiteY185-30498" fmla="*/ 389120 h 1059043"/>
                <a:gd name="connsiteX186-30499" fmla="*/ 1076426 w 3024845"/>
                <a:gd name="connsiteY186-30500" fmla="*/ 389120 h 1059043"/>
                <a:gd name="connsiteX187-30501" fmla="*/ 1092387 w 3024845"/>
                <a:gd name="connsiteY187-30502" fmla="*/ 389120 h 1059043"/>
                <a:gd name="connsiteX188-30503" fmla="*/ 1092387 w 3024845"/>
                <a:gd name="connsiteY188-30504" fmla="*/ 390201 h 1059043"/>
                <a:gd name="connsiteX189-30505" fmla="*/ 1092387 w 3024845"/>
                <a:gd name="connsiteY189-30506" fmla="*/ 397767 h 1059043"/>
                <a:gd name="connsiteX190-30507" fmla="*/ 1122787 w 3024845"/>
                <a:gd name="connsiteY190-30508" fmla="*/ 397767 h 1059043"/>
                <a:gd name="connsiteX191-30509" fmla="*/ 1122787 w 3024845"/>
                <a:gd name="connsiteY191-30510" fmla="*/ 399388 h 1059043"/>
                <a:gd name="connsiteX192-30511" fmla="*/ 1122787 w 3024845"/>
                <a:gd name="connsiteY192-30512" fmla="*/ 410738 h 1059043"/>
                <a:gd name="connsiteX193-30513" fmla="*/ 1149134 w 3024845"/>
                <a:gd name="connsiteY193-30514" fmla="*/ 410738 h 1059043"/>
                <a:gd name="connsiteX194-30515" fmla="*/ 1149134 w 3024845"/>
                <a:gd name="connsiteY194-30516" fmla="*/ 441002 h 1059043"/>
                <a:gd name="connsiteX195-30517" fmla="*/ 1149894 w 3024845"/>
                <a:gd name="connsiteY195-30518" fmla="*/ 441002 h 1059043"/>
                <a:gd name="connsiteX196-30519" fmla="*/ 1155214 w 3024845"/>
                <a:gd name="connsiteY196-30520" fmla="*/ 441002 h 1059043"/>
                <a:gd name="connsiteX197-30521" fmla="*/ 1155214 w 3024845"/>
                <a:gd name="connsiteY197-30522" fmla="*/ 442083 h 1059043"/>
                <a:gd name="connsiteX198-30523" fmla="*/ 1155214 w 3024845"/>
                <a:gd name="connsiteY198-30524" fmla="*/ 449650 h 1059043"/>
                <a:gd name="connsiteX199-30525" fmla="*/ 1159268 w 3024845"/>
                <a:gd name="connsiteY199-30526" fmla="*/ 479914 h 1059043"/>
                <a:gd name="connsiteX200-30527" fmla="*/ 1160028 w 3024845"/>
                <a:gd name="connsiteY200-30528" fmla="*/ 479914 h 1059043"/>
                <a:gd name="connsiteX201-30529" fmla="*/ 1165348 w 3024845"/>
                <a:gd name="connsiteY201-30530" fmla="*/ 479914 h 1059043"/>
                <a:gd name="connsiteX202-30531" fmla="*/ 1165348 w 3024845"/>
                <a:gd name="connsiteY202-30532" fmla="*/ 480725 h 1059043"/>
                <a:gd name="connsiteX203-30533" fmla="*/ 1165348 w 3024845"/>
                <a:gd name="connsiteY203-30534" fmla="*/ 486400 h 1059043"/>
                <a:gd name="connsiteX204-30535" fmla="*/ 1166361 w 3024845"/>
                <a:gd name="connsiteY204-30536" fmla="*/ 486400 h 1059043"/>
                <a:gd name="connsiteX205-30537" fmla="*/ 1173454 w 3024845"/>
                <a:gd name="connsiteY205-30538" fmla="*/ 486400 h 1059043"/>
                <a:gd name="connsiteX206-30539" fmla="*/ 1173454 w 3024845"/>
                <a:gd name="connsiteY206-30540" fmla="*/ 516665 h 1059043"/>
                <a:gd name="connsiteX207-30541" fmla="*/ 1175481 w 3024845"/>
                <a:gd name="connsiteY207-30542" fmla="*/ 516665 h 1059043"/>
                <a:gd name="connsiteX208-30543" fmla="*/ 1189668 w 3024845"/>
                <a:gd name="connsiteY208-30544" fmla="*/ 516665 h 1059043"/>
                <a:gd name="connsiteX209-30545" fmla="*/ 1189668 w 3024845"/>
                <a:gd name="connsiteY209-30546" fmla="*/ 540444 h 1059043"/>
                <a:gd name="connsiteX210-30547" fmla="*/ 1191695 w 3024845"/>
                <a:gd name="connsiteY210-30548" fmla="*/ 542065 h 1059043"/>
                <a:gd name="connsiteX211-30549" fmla="*/ 1191695 w 3024845"/>
                <a:gd name="connsiteY211-30550" fmla="*/ 553415 h 1059043"/>
                <a:gd name="connsiteX212-30551" fmla="*/ 1192455 w 3024845"/>
                <a:gd name="connsiteY212-30552" fmla="*/ 553415 h 1059043"/>
                <a:gd name="connsiteX213-30553" fmla="*/ 1197775 w 3024845"/>
                <a:gd name="connsiteY213-30554" fmla="*/ 553415 h 1059043"/>
                <a:gd name="connsiteX214-30555" fmla="*/ 1197775 w 3024845"/>
                <a:gd name="connsiteY214-30556" fmla="*/ 577194 h 1059043"/>
                <a:gd name="connsiteX215-30557" fmla="*/ 1199041 w 3024845"/>
                <a:gd name="connsiteY215-30558" fmla="*/ 577194 h 1059043"/>
                <a:gd name="connsiteX216-30559" fmla="*/ 1207908 w 3024845"/>
                <a:gd name="connsiteY216-30560" fmla="*/ 577194 h 1059043"/>
                <a:gd name="connsiteX217-30561" fmla="*/ 1209935 w 3024845"/>
                <a:gd name="connsiteY217-30562" fmla="*/ 581248 h 1059043"/>
                <a:gd name="connsiteX218-30563" fmla="*/ 1209935 w 3024845"/>
                <a:gd name="connsiteY218-30564" fmla="*/ 594489 h 1059043"/>
                <a:gd name="connsiteX219-30565" fmla="*/ 1211455 w 3024845"/>
                <a:gd name="connsiteY219-30566" fmla="*/ 592597 h 1059043"/>
                <a:gd name="connsiteX220-30567" fmla="*/ 1222095 w 3024845"/>
                <a:gd name="connsiteY220-30568" fmla="*/ 579356 h 1059043"/>
                <a:gd name="connsiteX221-30569" fmla="*/ 1250469 w 3024845"/>
                <a:gd name="connsiteY221-30570" fmla="*/ 579356 h 1059043"/>
                <a:gd name="connsiteX222-30571" fmla="*/ 1250469 w 3024845"/>
                <a:gd name="connsiteY222-30572" fmla="*/ 665827 h 1059043"/>
                <a:gd name="connsiteX223-30573" fmla="*/ 1251229 w 3024845"/>
                <a:gd name="connsiteY223-30574" fmla="*/ 665827 h 1059043"/>
                <a:gd name="connsiteX224-30575" fmla="*/ 1256549 w 3024845"/>
                <a:gd name="connsiteY224-30576" fmla="*/ 665827 h 1059043"/>
                <a:gd name="connsiteX225-30577" fmla="*/ 1257309 w 3024845"/>
                <a:gd name="connsiteY225-30578" fmla="*/ 664476 h 1059043"/>
                <a:gd name="connsiteX226-30579" fmla="*/ 1262629 w 3024845"/>
                <a:gd name="connsiteY226-30580" fmla="*/ 655018 h 1059043"/>
                <a:gd name="connsiteX227-30581" fmla="*/ 1262629 w 3024845"/>
                <a:gd name="connsiteY227-30582" fmla="*/ 656910 h 1059043"/>
                <a:gd name="connsiteX228-30583" fmla="*/ 1262629 w 3024845"/>
                <a:gd name="connsiteY228-30584" fmla="*/ 670151 h 1059043"/>
                <a:gd name="connsiteX229-30585" fmla="*/ 1266682 w 3024845"/>
                <a:gd name="connsiteY229-30586" fmla="*/ 624754 h 1059043"/>
                <a:gd name="connsiteX230-30587" fmla="*/ 1267442 w 3024845"/>
                <a:gd name="connsiteY230-30588" fmla="*/ 624754 h 1059043"/>
                <a:gd name="connsiteX231-30589" fmla="*/ 1272762 w 3024845"/>
                <a:gd name="connsiteY231-30590" fmla="*/ 624754 h 1059043"/>
                <a:gd name="connsiteX232-30591" fmla="*/ 1272762 w 3024845"/>
                <a:gd name="connsiteY232-30592" fmla="*/ 559900 h 1059043"/>
                <a:gd name="connsiteX233-30593" fmla="*/ 1273776 w 3024845"/>
                <a:gd name="connsiteY233-30594" fmla="*/ 559900 h 1059043"/>
                <a:gd name="connsiteX234-30595" fmla="*/ 1280869 w 3024845"/>
                <a:gd name="connsiteY234-30596" fmla="*/ 559900 h 1059043"/>
                <a:gd name="connsiteX235-30597" fmla="*/ 1293029 w 3024845"/>
                <a:gd name="connsiteY235-30598" fmla="*/ 516665 h 1059043"/>
                <a:gd name="connsiteX236-30599" fmla="*/ 1294296 w 3024845"/>
                <a:gd name="connsiteY236-30600" fmla="*/ 516665 h 1059043"/>
                <a:gd name="connsiteX237-30601" fmla="*/ 1303163 w 3024845"/>
                <a:gd name="connsiteY237-30602" fmla="*/ 516665 h 1059043"/>
                <a:gd name="connsiteX238-30603" fmla="*/ 1313296 w 3024845"/>
                <a:gd name="connsiteY238-30604" fmla="*/ 559900 h 1059043"/>
                <a:gd name="connsiteX239-30605" fmla="*/ 1314309 w 3024845"/>
                <a:gd name="connsiteY239-30606" fmla="*/ 559900 h 1059043"/>
                <a:gd name="connsiteX240-30607" fmla="*/ 1321403 w 3024845"/>
                <a:gd name="connsiteY240-30608" fmla="*/ 559900 h 1059043"/>
                <a:gd name="connsiteX241-30609" fmla="*/ 1321403 w 3024845"/>
                <a:gd name="connsiteY241-30610" fmla="*/ 598812 h 1059043"/>
                <a:gd name="connsiteX242-30611" fmla="*/ 1323176 w 3024845"/>
                <a:gd name="connsiteY242-30612" fmla="*/ 598812 h 1059043"/>
                <a:gd name="connsiteX243-30613" fmla="*/ 1335590 w 3024845"/>
                <a:gd name="connsiteY243-30614" fmla="*/ 598812 h 1059043"/>
                <a:gd name="connsiteX244-30615" fmla="*/ 1335590 w 3024845"/>
                <a:gd name="connsiteY244-30616" fmla="*/ 600974 h 1059043"/>
                <a:gd name="connsiteX245-30617" fmla="*/ 1335590 w 3024845"/>
                <a:gd name="connsiteY245-30618" fmla="*/ 616106 h 1059043"/>
                <a:gd name="connsiteX246-30619" fmla="*/ 1339643 w 3024845"/>
                <a:gd name="connsiteY246-30620" fmla="*/ 613945 h 1059043"/>
                <a:gd name="connsiteX247-30621" fmla="*/ 1339643 w 3024845"/>
                <a:gd name="connsiteY247-30622" fmla="*/ 598812 h 1059043"/>
                <a:gd name="connsiteX248-30623" fmla="*/ 1341163 w 3024845"/>
                <a:gd name="connsiteY248-30624" fmla="*/ 598812 h 1059043"/>
                <a:gd name="connsiteX249-30625" fmla="*/ 1351803 w 3024845"/>
                <a:gd name="connsiteY249-30626" fmla="*/ 598812 h 1059043"/>
                <a:gd name="connsiteX250-30627" fmla="*/ 1351803 w 3024845"/>
                <a:gd name="connsiteY250-30628" fmla="*/ 600433 h 1059043"/>
                <a:gd name="connsiteX251-30629" fmla="*/ 1351803 w 3024845"/>
                <a:gd name="connsiteY251-30630" fmla="*/ 611783 h 1059043"/>
                <a:gd name="connsiteX252-30631" fmla="*/ 1382204 w 3024845"/>
                <a:gd name="connsiteY252-30632" fmla="*/ 611783 h 1059043"/>
                <a:gd name="connsiteX253-30633" fmla="*/ 1382204 w 3024845"/>
                <a:gd name="connsiteY253-30634" fmla="*/ 575033 h 1059043"/>
                <a:gd name="connsiteX254-30635" fmla="*/ 1383470 w 3024845"/>
                <a:gd name="connsiteY254-30636" fmla="*/ 575033 h 1059043"/>
                <a:gd name="connsiteX255-30637" fmla="*/ 1392337 w 3024845"/>
                <a:gd name="connsiteY255-30638" fmla="*/ 575033 h 1059043"/>
                <a:gd name="connsiteX256-30639" fmla="*/ 1392337 w 3024845"/>
                <a:gd name="connsiteY256-30640" fmla="*/ 596650 h 1059043"/>
                <a:gd name="connsiteX257-30641" fmla="*/ 1394364 w 3024845"/>
                <a:gd name="connsiteY257-30642" fmla="*/ 564224 h 1059043"/>
                <a:gd name="connsiteX258-30643" fmla="*/ 1416657 w 3024845"/>
                <a:gd name="connsiteY258-30644" fmla="*/ 564224 h 1059043"/>
                <a:gd name="connsiteX259-30645" fmla="*/ 1416657 w 3024845"/>
                <a:gd name="connsiteY259-30646" fmla="*/ 562602 h 1059043"/>
                <a:gd name="connsiteX260-30647" fmla="*/ 1416657 w 3024845"/>
                <a:gd name="connsiteY260-30648" fmla="*/ 551253 h 1059043"/>
                <a:gd name="connsiteX261-30649" fmla="*/ 1417417 w 3024845"/>
                <a:gd name="connsiteY261-30650" fmla="*/ 551253 h 1059043"/>
                <a:gd name="connsiteX262-30651" fmla="*/ 1422737 w 3024845"/>
                <a:gd name="connsiteY262-30652" fmla="*/ 551253 h 1059043"/>
                <a:gd name="connsiteX263-30653" fmla="*/ 1422737 w 3024845"/>
                <a:gd name="connsiteY263-30654" fmla="*/ 549362 h 1059043"/>
                <a:gd name="connsiteX264-30655" fmla="*/ 1422737 w 3024845"/>
                <a:gd name="connsiteY264-30656" fmla="*/ 536121 h 1059043"/>
                <a:gd name="connsiteX265-30657" fmla="*/ 1426791 w 3024845"/>
                <a:gd name="connsiteY265-30658" fmla="*/ 542606 h 1059043"/>
                <a:gd name="connsiteX266-30659" fmla="*/ 1429071 w 3024845"/>
                <a:gd name="connsiteY266-30660" fmla="*/ 542606 h 1059043"/>
                <a:gd name="connsiteX267-30661" fmla="*/ 1445031 w 3024845"/>
                <a:gd name="connsiteY267-30662" fmla="*/ 542606 h 1059043"/>
                <a:gd name="connsiteX268-30663" fmla="*/ 1445031 w 3024845"/>
                <a:gd name="connsiteY268-30664" fmla="*/ 541795 h 1059043"/>
                <a:gd name="connsiteX269-30665" fmla="*/ 1445031 w 3024845"/>
                <a:gd name="connsiteY269-30666" fmla="*/ 536121 h 1059043"/>
                <a:gd name="connsiteX270-30667" fmla="*/ 1445791 w 3024845"/>
                <a:gd name="connsiteY270-30668" fmla="*/ 536121 h 1059043"/>
                <a:gd name="connsiteX271-30669" fmla="*/ 1451111 w 3024845"/>
                <a:gd name="connsiteY271-30670" fmla="*/ 536121 h 1059043"/>
                <a:gd name="connsiteX272-30671" fmla="*/ 1451111 w 3024845"/>
                <a:gd name="connsiteY272-30672" fmla="*/ 537472 h 1059043"/>
                <a:gd name="connsiteX273-30673" fmla="*/ 1451111 w 3024845"/>
                <a:gd name="connsiteY273-30674" fmla="*/ 546930 h 1059043"/>
                <a:gd name="connsiteX274-30675" fmla="*/ 1489618 w 3024845"/>
                <a:gd name="connsiteY274-30676" fmla="*/ 546930 h 1059043"/>
                <a:gd name="connsiteX275-30677" fmla="*/ 1489618 w 3024845"/>
                <a:gd name="connsiteY275-30678" fmla="*/ 685283 h 1059043"/>
                <a:gd name="connsiteX276-30679" fmla="*/ 1491138 w 3024845"/>
                <a:gd name="connsiteY276-30680" fmla="*/ 685283 h 1059043"/>
                <a:gd name="connsiteX277-30681" fmla="*/ 1501778 w 3024845"/>
                <a:gd name="connsiteY277-30682" fmla="*/ 685283 h 1059043"/>
                <a:gd name="connsiteX278-30683" fmla="*/ 1501778 w 3024845"/>
                <a:gd name="connsiteY278-30684" fmla="*/ 672313 h 1059043"/>
                <a:gd name="connsiteX279-30685" fmla="*/ 1505832 w 3024845"/>
                <a:gd name="connsiteY279-30686" fmla="*/ 672313 h 1059043"/>
                <a:gd name="connsiteX280-30687" fmla="*/ 1505832 w 3024845"/>
                <a:gd name="connsiteY280-30688" fmla="*/ 685283 h 1059043"/>
                <a:gd name="connsiteX281-30689" fmla="*/ 1536232 w 3024845"/>
                <a:gd name="connsiteY281-30690" fmla="*/ 685283 h 1059043"/>
                <a:gd name="connsiteX282-30691" fmla="*/ 1536232 w 3024845"/>
                <a:gd name="connsiteY282-30692" fmla="*/ 655018 h 1059043"/>
                <a:gd name="connsiteX283-30693" fmla="*/ 1548392 w 3024845"/>
                <a:gd name="connsiteY283-30694" fmla="*/ 655018 h 1059043"/>
                <a:gd name="connsiteX284-30695" fmla="*/ 1560552 w 3024845"/>
                <a:gd name="connsiteY284-30696" fmla="*/ 652857 h 1059043"/>
                <a:gd name="connsiteX285-30697" fmla="*/ 1564606 w 3024845"/>
                <a:gd name="connsiteY285-30698" fmla="*/ 655018 h 1059043"/>
                <a:gd name="connsiteX286-30699" fmla="*/ 1574739 w 3024845"/>
                <a:gd name="connsiteY286-30700" fmla="*/ 655018 h 1059043"/>
                <a:gd name="connsiteX287-30701" fmla="*/ 1574739 w 3024845"/>
                <a:gd name="connsiteY287-30702" fmla="*/ 685283 h 1059043"/>
                <a:gd name="connsiteX288-30703" fmla="*/ 1582846 w 3024845"/>
                <a:gd name="connsiteY288-30704" fmla="*/ 685283 h 1059043"/>
                <a:gd name="connsiteX289-30705" fmla="*/ 1582846 w 3024845"/>
                <a:gd name="connsiteY289-30706" fmla="*/ 702578 h 1059043"/>
                <a:gd name="connsiteX290-30707" fmla="*/ 1592182 w 3024845"/>
                <a:gd name="connsiteY290-30708" fmla="*/ 703483 h 1059043"/>
                <a:gd name="connsiteX291-30709" fmla="*/ 1605140 w 3024845"/>
                <a:gd name="connsiteY291-30710" fmla="*/ 703483 h 1059043"/>
                <a:gd name="connsiteX292-30711" fmla="*/ 1605140 w 3024845"/>
                <a:gd name="connsiteY292-30712" fmla="*/ 687445 h 1059043"/>
                <a:gd name="connsiteX293-30713" fmla="*/ 1673096 w 3024845"/>
                <a:gd name="connsiteY293-30714" fmla="*/ 687445 h 1059043"/>
                <a:gd name="connsiteX294-30715" fmla="*/ 1673096 w 3024845"/>
                <a:gd name="connsiteY294-30716" fmla="*/ 602192 h 1059043"/>
                <a:gd name="connsiteX295-30717" fmla="*/ 1745104 w 3024845"/>
                <a:gd name="connsiteY295-30718" fmla="*/ 602192 h 1059043"/>
                <a:gd name="connsiteX296-30719" fmla="*/ 1745104 w 3024845"/>
                <a:gd name="connsiteY296-30720" fmla="*/ 680960 h 1059043"/>
                <a:gd name="connsiteX297-30721" fmla="*/ 1747008 w 3024845"/>
                <a:gd name="connsiteY297-30722" fmla="*/ 680960 h 1059043"/>
                <a:gd name="connsiteX298-30723" fmla="*/ 1748250 w 3024845"/>
                <a:gd name="connsiteY298-30724" fmla="*/ 703483 h 1059043"/>
                <a:gd name="connsiteX299-30725" fmla="*/ 1757926 w 3024845"/>
                <a:gd name="connsiteY299-30726" fmla="*/ 703483 h 1059043"/>
                <a:gd name="connsiteX300-30727" fmla="*/ 1759168 w 3024845"/>
                <a:gd name="connsiteY300-30728" fmla="*/ 680960 h 1059043"/>
                <a:gd name="connsiteX301-30729" fmla="*/ 1765248 w 3024845"/>
                <a:gd name="connsiteY301-30730" fmla="*/ 680960 h 1059043"/>
                <a:gd name="connsiteX302-30731" fmla="*/ 1766490 w 3024845"/>
                <a:gd name="connsiteY302-30732" fmla="*/ 703483 h 1059043"/>
                <a:gd name="connsiteX303-30733" fmla="*/ 1817112 w 3024845"/>
                <a:gd name="connsiteY303-30734" fmla="*/ 703483 h 1059043"/>
                <a:gd name="connsiteX304-30735" fmla="*/ 1817112 w 3024845"/>
                <a:gd name="connsiteY304-30736" fmla="*/ 540455 h 1059043"/>
                <a:gd name="connsiteX305-30737" fmla="*/ 2014439 w 3024845"/>
                <a:gd name="connsiteY305-30738" fmla="*/ 540455 h 1059043"/>
                <a:gd name="connsiteX306-30739" fmla="*/ 2014439 w 3024845"/>
                <a:gd name="connsiteY306-30740" fmla="*/ 703483 h 1059043"/>
                <a:gd name="connsiteX307-30741" fmla="*/ 2033136 w 3024845"/>
                <a:gd name="connsiteY307-30742" fmla="*/ 703483 h 1059043"/>
                <a:gd name="connsiteX308-30743" fmla="*/ 2033136 w 3024845"/>
                <a:gd name="connsiteY308-30744" fmla="*/ 620790 h 1059043"/>
                <a:gd name="connsiteX309-30745" fmla="*/ 2128256 w 3024845"/>
                <a:gd name="connsiteY309-30746" fmla="*/ 620790 h 1059043"/>
                <a:gd name="connsiteX310-30747" fmla="*/ 2146266 w 3024845"/>
                <a:gd name="connsiteY310-30748" fmla="*/ 131868 h 1059043"/>
                <a:gd name="connsiteX311-30749" fmla="*/ 2144240 w 3024845"/>
                <a:gd name="connsiteY311-30750" fmla="*/ 125383 h 1059043"/>
                <a:gd name="connsiteX312-30751" fmla="*/ 2150320 w 3024845"/>
                <a:gd name="connsiteY312-30752" fmla="*/ 118897 h 1059043"/>
                <a:gd name="connsiteX313-30753" fmla="*/ 2150320 w 3024845"/>
                <a:gd name="connsiteY313-30754" fmla="*/ 60529 h 1059043"/>
                <a:gd name="connsiteX314-30755" fmla="*/ 2152346 w 3024845"/>
                <a:gd name="connsiteY314-30756" fmla="*/ 56206 h 1059043"/>
                <a:gd name="connsiteX315-30757" fmla="*/ 2152346 w 3024845"/>
                <a:gd name="connsiteY315-30758" fmla="*/ 0 h 1059043"/>
                <a:gd name="connsiteX316-30759" fmla="*/ 2168560 w 3024845"/>
                <a:gd name="connsiteY316-30760" fmla="*/ 125383 h 1059043"/>
                <a:gd name="connsiteX317-30761" fmla="*/ 2180720 w 3024845"/>
                <a:gd name="connsiteY317-30762" fmla="*/ 555577 h 1059043"/>
                <a:gd name="connsiteX318-30763" fmla="*/ 2245574 w 3024845"/>
                <a:gd name="connsiteY318-30764" fmla="*/ 555577 h 1059043"/>
                <a:gd name="connsiteX319-30765" fmla="*/ 2245574 w 3024845"/>
                <a:gd name="connsiteY319-30766" fmla="*/ 631239 h 1059043"/>
                <a:gd name="connsiteX320-30767" fmla="*/ 2253681 w 3024845"/>
                <a:gd name="connsiteY320-30768" fmla="*/ 631239 h 1059043"/>
                <a:gd name="connsiteX321-30769" fmla="*/ 2255708 w 3024845"/>
                <a:gd name="connsiteY321-30770" fmla="*/ 624754 h 1059043"/>
                <a:gd name="connsiteX322-30771" fmla="*/ 2261788 w 3024845"/>
                <a:gd name="connsiteY322-30772" fmla="*/ 624754 h 1059043"/>
                <a:gd name="connsiteX323-30773" fmla="*/ 2263815 w 3024845"/>
                <a:gd name="connsiteY323-30774" fmla="*/ 633401 h 1059043"/>
                <a:gd name="connsiteX324-30775" fmla="*/ 2275975 w 3024845"/>
                <a:gd name="connsiteY324-30776" fmla="*/ 633401 h 1059043"/>
                <a:gd name="connsiteX325-30777" fmla="*/ 2275975 w 3024845"/>
                <a:gd name="connsiteY325-30778" fmla="*/ 626915 h 1059043"/>
                <a:gd name="connsiteX326-30779" fmla="*/ 2298268 w 3024845"/>
                <a:gd name="connsiteY326-30780" fmla="*/ 626915 h 1059043"/>
                <a:gd name="connsiteX327-30781" fmla="*/ 2298268 w 3024845"/>
                <a:gd name="connsiteY327-30782" fmla="*/ 633401 h 1059043"/>
                <a:gd name="connsiteX328-30783" fmla="*/ 2318535 w 3024845"/>
                <a:gd name="connsiteY328-30784" fmla="*/ 633401 h 1059043"/>
                <a:gd name="connsiteX329-30785" fmla="*/ 2318535 w 3024845"/>
                <a:gd name="connsiteY329-30786" fmla="*/ 678798 h 1059043"/>
                <a:gd name="connsiteX330-30787" fmla="*/ 2332722 w 3024845"/>
                <a:gd name="connsiteY330-30788" fmla="*/ 678798 h 1059043"/>
                <a:gd name="connsiteX331-30789" fmla="*/ 2332722 w 3024845"/>
                <a:gd name="connsiteY331-30790" fmla="*/ 665827 h 1059043"/>
                <a:gd name="connsiteX332-30791" fmla="*/ 2348936 w 3024845"/>
                <a:gd name="connsiteY332-30792" fmla="*/ 665827 h 1059043"/>
                <a:gd name="connsiteX333-30793" fmla="*/ 2348936 w 3024845"/>
                <a:gd name="connsiteY333-30794" fmla="*/ 486400 h 1059043"/>
                <a:gd name="connsiteX334-30795" fmla="*/ 2355016 w 3024845"/>
                <a:gd name="connsiteY334-30796" fmla="*/ 479914 h 1059043"/>
                <a:gd name="connsiteX335-30797" fmla="*/ 2427977 w 3024845"/>
                <a:gd name="connsiteY335-30798" fmla="*/ 479914 h 1059043"/>
                <a:gd name="connsiteX336-30799" fmla="*/ 2427977 w 3024845"/>
                <a:gd name="connsiteY336-30800" fmla="*/ 488562 h 1059043"/>
                <a:gd name="connsiteX337-30801" fmla="*/ 2438110 w 3024845"/>
                <a:gd name="connsiteY337-30802" fmla="*/ 488562 h 1059043"/>
                <a:gd name="connsiteX338-30803" fmla="*/ 2438110 w 3024845"/>
                <a:gd name="connsiteY338-30804" fmla="*/ 603136 h 1059043"/>
                <a:gd name="connsiteX339-30805" fmla="*/ 2460404 w 3024845"/>
                <a:gd name="connsiteY339-30806" fmla="*/ 603136 h 1059043"/>
                <a:gd name="connsiteX340-30807" fmla="*/ 2460404 w 3024845"/>
                <a:gd name="connsiteY340-30808" fmla="*/ 536121 h 1059043"/>
                <a:gd name="connsiteX341-30809" fmla="*/ 2486751 w 3024845"/>
                <a:gd name="connsiteY341-30810" fmla="*/ 536121 h 1059043"/>
                <a:gd name="connsiteX342-30811" fmla="*/ 2490804 w 3024845"/>
                <a:gd name="connsiteY342-30812" fmla="*/ 531797 h 1059043"/>
                <a:gd name="connsiteX343-30813" fmla="*/ 2498911 w 3024845"/>
                <a:gd name="connsiteY343-30814" fmla="*/ 531797 h 1059043"/>
                <a:gd name="connsiteX344-30815" fmla="*/ 2502964 w 3024845"/>
                <a:gd name="connsiteY344-30816" fmla="*/ 536121 h 1059043"/>
                <a:gd name="connsiteX345-30817" fmla="*/ 2525258 w 3024845"/>
                <a:gd name="connsiteY345-30818" fmla="*/ 536121 h 1059043"/>
                <a:gd name="connsiteX346-30819" fmla="*/ 2525258 w 3024845"/>
                <a:gd name="connsiteY346-30820" fmla="*/ 419385 h 1059043"/>
                <a:gd name="connsiteX347-30821" fmla="*/ 2582005 w 3024845"/>
                <a:gd name="connsiteY347-30822" fmla="*/ 408576 h 1059043"/>
                <a:gd name="connsiteX348-30823" fmla="*/ 2582005 w 3024845"/>
                <a:gd name="connsiteY348-30824" fmla="*/ 409657 h 1059043"/>
                <a:gd name="connsiteX349-30825" fmla="*/ 2582005 w 3024845"/>
                <a:gd name="connsiteY349-30826" fmla="*/ 417223 h 1059043"/>
                <a:gd name="connsiteX350-30827" fmla="*/ 2608352 w 3024845"/>
                <a:gd name="connsiteY350-30828" fmla="*/ 417223 h 1059043"/>
                <a:gd name="connsiteX351-30829" fmla="*/ 2608352 w 3024845"/>
                <a:gd name="connsiteY351-30830" fmla="*/ 672313 h 1059043"/>
                <a:gd name="connsiteX352-30831" fmla="*/ 2630646 w 3024845"/>
                <a:gd name="connsiteY352-30832" fmla="*/ 672313 h 1059043"/>
                <a:gd name="connsiteX353-30833" fmla="*/ 2630646 w 3024845"/>
                <a:gd name="connsiteY353-30834" fmla="*/ 667989 h 1059043"/>
                <a:gd name="connsiteX354-30835" fmla="*/ 2642806 w 3024845"/>
                <a:gd name="connsiteY354-30836" fmla="*/ 667989 h 1059043"/>
                <a:gd name="connsiteX355-30837" fmla="*/ 2642806 w 3024845"/>
                <a:gd name="connsiteY355-30838" fmla="*/ 672313 h 1059043"/>
                <a:gd name="connsiteX356-30839" fmla="*/ 2667126 w 3024845"/>
                <a:gd name="connsiteY356-30840" fmla="*/ 672313 h 1059043"/>
                <a:gd name="connsiteX357-30841" fmla="*/ 2667126 w 3024845"/>
                <a:gd name="connsiteY357-30842" fmla="*/ 659342 h 1059043"/>
                <a:gd name="connsiteX358-30843" fmla="*/ 2695500 w 3024845"/>
                <a:gd name="connsiteY358-30844" fmla="*/ 659342 h 1059043"/>
                <a:gd name="connsiteX359-30845" fmla="*/ 2707660 w 3024845"/>
                <a:gd name="connsiteY359-30846" fmla="*/ 655018 h 1059043"/>
                <a:gd name="connsiteX360-30847" fmla="*/ 2727927 w 3024845"/>
                <a:gd name="connsiteY360-30848" fmla="*/ 659342 h 1059043"/>
                <a:gd name="connsiteX361-30849" fmla="*/ 2727927 w 3024845"/>
                <a:gd name="connsiteY361-30850" fmla="*/ 642048 h 1059043"/>
                <a:gd name="connsiteX362-30851" fmla="*/ 2736034 w 3024845"/>
                <a:gd name="connsiteY362-30852" fmla="*/ 642048 h 1059043"/>
                <a:gd name="connsiteX363-30853" fmla="*/ 2736034 w 3024845"/>
                <a:gd name="connsiteY363-30854" fmla="*/ 629077 h 1059043"/>
                <a:gd name="connsiteX364-30855" fmla="*/ 2792781 w 3024845"/>
                <a:gd name="connsiteY364-30856" fmla="*/ 629077 h 1059043"/>
                <a:gd name="connsiteX365-30857" fmla="*/ 2792781 w 3024845"/>
                <a:gd name="connsiteY365-30858" fmla="*/ 598812 h 1059043"/>
                <a:gd name="connsiteX366-30859" fmla="*/ 2811021 w 3024845"/>
                <a:gd name="connsiteY366-30860" fmla="*/ 598812 h 1059043"/>
                <a:gd name="connsiteX367-30861" fmla="*/ 2811021 w 3024845"/>
                <a:gd name="connsiteY367-30862" fmla="*/ 592327 h 1059043"/>
                <a:gd name="connsiteX368-30863" fmla="*/ 2823181 w 3024845"/>
                <a:gd name="connsiteY368-30864" fmla="*/ 592327 h 1059043"/>
                <a:gd name="connsiteX369-30865" fmla="*/ 2823181 w 3024845"/>
                <a:gd name="connsiteY369-30866" fmla="*/ 598812 h 1059043"/>
                <a:gd name="connsiteX370-30867" fmla="*/ 2839395 w 3024845"/>
                <a:gd name="connsiteY370-30868" fmla="*/ 598812 h 1059043"/>
                <a:gd name="connsiteX371-30869" fmla="*/ 2839395 w 3024845"/>
                <a:gd name="connsiteY371-30870" fmla="*/ 648533 h 1059043"/>
                <a:gd name="connsiteX372-30871" fmla="*/ 2871822 w 3024845"/>
                <a:gd name="connsiteY372-30872" fmla="*/ 648533 h 1059043"/>
                <a:gd name="connsiteX373-30873" fmla="*/ 2871822 w 3024845"/>
                <a:gd name="connsiteY373-30874" fmla="*/ 622592 h 1059043"/>
                <a:gd name="connsiteX374-30875" fmla="*/ 2910329 w 3024845"/>
                <a:gd name="connsiteY374-30876" fmla="*/ 622592 h 1059043"/>
                <a:gd name="connsiteX375-30877" fmla="*/ 2910329 w 3024845"/>
                <a:gd name="connsiteY375-30878" fmla="*/ 592327 h 1059043"/>
                <a:gd name="connsiteX376-30879" fmla="*/ 2958970 w 3024845"/>
                <a:gd name="connsiteY376-30880" fmla="*/ 592327 h 1059043"/>
                <a:gd name="connsiteX377-30881" fmla="*/ 2958970 w 3024845"/>
                <a:gd name="connsiteY377-30882" fmla="*/ 703483 h 1059043"/>
                <a:gd name="connsiteX378-30883" fmla="*/ 2958970 w 3024845"/>
                <a:gd name="connsiteY378-30884" fmla="*/ 717262 h 1059043"/>
                <a:gd name="connsiteX379-30885" fmla="*/ 3024845 w 3024845"/>
                <a:gd name="connsiteY379-30886" fmla="*/ 717262 h 1059043"/>
                <a:gd name="connsiteX380-30887" fmla="*/ 3024845 w 3024845"/>
                <a:gd name="connsiteY380-30888" fmla="*/ 1059043 h 1059043"/>
                <a:gd name="connsiteX381-30889" fmla="*/ 2054 w 3024845"/>
                <a:gd name="connsiteY381-30890" fmla="*/ 1056710 h 1059043"/>
                <a:gd name="connsiteX382-30891" fmla="*/ 0 w 3024845"/>
                <a:gd name="connsiteY382-30892" fmla="*/ 622592 h 1059043"/>
                <a:gd name="connsiteX383-30893" fmla="*/ 20267 w 3024845"/>
                <a:gd name="connsiteY383-30894" fmla="*/ 622592 h 1059043"/>
                <a:gd name="connsiteX384-30895" fmla="*/ 20774 w 3024845"/>
                <a:gd name="connsiteY384-30896" fmla="*/ 621511 h 1059043"/>
                <a:gd name="connsiteX385-30897" fmla="*/ 24320 w 3024845"/>
                <a:gd name="connsiteY385-30898" fmla="*/ 613945 h 1059043"/>
                <a:gd name="connsiteX386-30899" fmla="*/ 26094 w 3024845"/>
                <a:gd name="connsiteY386-30900" fmla="*/ 614215 h 1059043"/>
                <a:gd name="connsiteX387-30901" fmla="*/ 38507 w 3024845"/>
                <a:gd name="connsiteY387-30902" fmla="*/ 616106 h 1059043"/>
                <a:gd name="connsiteX388-30903" fmla="*/ 39014 w 3024845"/>
                <a:gd name="connsiteY388-30904" fmla="*/ 617458 h 1059043"/>
                <a:gd name="connsiteX389-30905" fmla="*/ 42560 w 3024845"/>
                <a:gd name="connsiteY389-30906" fmla="*/ 626915 h 1059043"/>
                <a:gd name="connsiteX390-30907" fmla="*/ 68907 w 3024845"/>
                <a:gd name="connsiteY390-30908" fmla="*/ 629077 h 1059043"/>
                <a:gd name="connsiteX391-30909" fmla="*/ 68907 w 3024845"/>
                <a:gd name="connsiteY391-30910" fmla="*/ 505856 h 1059043"/>
                <a:gd name="connsiteX392-30911" fmla="*/ 70934 w 3024845"/>
                <a:gd name="connsiteY392-30912" fmla="*/ 505856 h 1059043"/>
                <a:gd name="connsiteX393-30913" fmla="*/ 85121 w 3024845"/>
                <a:gd name="connsiteY393-30914" fmla="*/ 505856 h 1059043"/>
                <a:gd name="connsiteX394-30915" fmla="*/ 85121 w 3024845"/>
                <a:gd name="connsiteY394-30916" fmla="*/ 369664 h 1059043"/>
                <a:gd name="connsiteX395-30917" fmla="*/ 86894 w 3024845"/>
                <a:gd name="connsiteY395-30918" fmla="*/ 369664 h 1059043"/>
                <a:gd name="connsiteX396-30919" fmla="*/ 99308 w 3024845"/>
                <a:gd name="connsiteY396-30920" fmla="*/ 369664 h 1059043"/>
                <a:gd name="connsiteX397-30921" fmla="*/ 99308 w 3024845"/>
                <a:gd name="connsiteY397-30922" fmla="*/ 255090 h 1059043"/>
                <a:gd name="connsiteX398-30923" fmla="*/ 103361 w 3024845"/>
                <a:gd name="connsiteY398-30924" fmla="*/ 226986 h 1059043"/>
                <a:gd name="connsiteX399-30925" fmla="*/ 105388 w 3024845"/>
                <a:gd name="connsiteY399-30926" fmla="*/ 226986 h 1059043"/>
                <a:gd name="connsiteX400-30927" fmla="*/ 119575 w 3024845"/>
                <a:gd name="connsiteY400-30928" fmla="*/ 226986 h 1059043"/>
                <a:gd name="connsiteX0-30929" fmla="*/ 119575 w 3024845"/>
                <a:gd name="connsiteY0-30930" fmla="*/ 226986 h 1059043"/>
                <a:gd name="connsiteX1-30931" fmla="*/ 200642 w 3024845"/>
                <a:gd name="connsiteY1-30932" fmla="*/ 224825 h 1059043"/>
                <a:gd name="connsiteX2-30933" fmla="*/ 202669 w 3024845"/>
                <a:gd name="connsiteY2-30934" fmla="*/ 224825 h 1059043"/>
                <a:gd name="connsiteX3-30935" fmla="*/ 216856 w 3024845"/>
                <a:gd name="connsiteY3-30936" fmla="*/ 224825 h 1059043"/>
                <a:gd name="connsiteX4-30937" fmla="*/ 216856 w 3024845"/>
                <a:gd name="connsiteY4-30938" fmla="*/ 248604 h 1059043"/>
                <a:gd name="connsiteX5-30939" fmla="*/ 217363 w 3024845"/>
                <a:gd name="connsiteY5-30940" fmla="*/ 249415 h 1059043"/>
                <a:gd name="connsiteX6-30941" fmla="*/ 220909 w 3024845"/>
                <a:gd name="connsiteY6-30942" fmla="*/ 255090 h 1059043"/>
                <a:gd name="connsiteX7-30943" fmla="*/ 220909 w 3024845"/>
                <a:gd name="connsiteY7-30944" fmla="*/ 369664 h 1059043"/>
                <a:gd name="connsiteX8-30945" fmla="*/ 223189 w 3024845"/>
                <a:gd name="connsiteY8-30946" fmla="*/ 369664 h 1059043"/>
                <a:gd name="connsiteX9-30947" fmla="*/ 239150 w 3024845"/>
                <a:gd name="connsiteY9-30948" fmla="*/ 369664 h 1059043"/>
                <a:gd name="connsiteX10-30949" fmla="*/ 239150 w 3024845"/>
                <a:gd name="connsiteY10-30950" fmla="*/ 510179 h 1059043"/>
                <a:gd name="connsiteX11-30951" fmla="*/ 240670 w 3024845"/>
                <a:gd name="connsiteY11-30952" fmla="*/ 509909 h 1059043"/>
                <a:gd name="connsiteX12-30953" fmla="*/ 251310 w 3024845"/>
                <a:gd name="connsiteY12-30954" fmla="*/ 508018 h 1059043"/>
                <a:gd name="connsiteX13-30955" fmla="*/ 249283 w 3024845"/>
                <a:gd name="connsiteY13-30956" fmla="*/ 596650 h 1059043"/>
                <a:gd name="connsiteX14-30957" fmla="*/ 250803 w 3024845"/>
                <a:gd name="connsiteY14-30958" fmla="*/ 596921 h 1059043"/>
                <a:gd name="connsiteX15-30959" fmla="*/ 261443 w 3024845"/>
                <a:gd name="connsiteY15-30960" fmla="*/ 598812 h 1059043"/>
                <a:gd name="connsiteX16-30961" fmla="*/ 261696 w 3024845"/>
                <a:gd name="connsiteY16-30962" fmla="*/ 599623 h 1059043"/>
                <a:gd name="connsiteX17-30963" fmla="*/ 263470 w 3024845"/>
                <a:gd name="connsiteY17-30964" fmla="*/ 605298 h 1059043"/>
                <a:gd name="connsiteX18-30965" fmla="*/ 264230 w 3024845"/>
                <a:gd name="connsiteY18-30966" fmla="*/ 602866 h 1059043"/>
                <a:gd name="connsiteX19-30967" fmla="*/ 269550 w 3024845"/>
                <a:gd name="connsiteY19-30968" fmla="*/ 585842 h 1059043"/>
                <a:gd name="connsiteX20-30969" fmla="*/ 271323 w 3024845"/>
                <a:gd name="connsiteY20-30970" fmla="*/ 585842 h 1059043"/>
                <a:gd name="connsiteX21-30971" fmla="*/ 283737 w 3024845"/>
                <a:gd name="connsiteY21-30972" fmla="*/ 585842 h 1059043"/>
                <a:gd name="connsiteX22-30973" fmla="*/ 283737 w 3024845"/>
                <a:gd name="connsiteY22-30974" fmla="*/ 618268 h 1059043"/>
                <a:gd name="connsiteX23-30975" fmla="*/ 284750 w 3024845"/>
                <a:gd name="connsiteY23-30976" fmla="*/ 618809 h 1059043"/>
                <a:gd name="connsiteX24-30977" fmla="*/ 291844 w 3024845"/>
                <a:gd name="connsiteY24-30978" fmla="*/ 622592 h 1059043"/>
                <a:gd name="connsiteX25-30979" fmla="*/ 291844 w 3024845"/>
                <a:gd name="connsiteY25-30980" fmla="*/ 623943 h 1059043"/>
                <a:gd name="connsiteX26-30981" fmla="*/ 291844 w 3024845"/>
                <a:gd name="connsiteY26-30982" fmla="*/ 633401 h 1059043"/>
                <a:gd name="connsiteX27-30983" fmla="*/ 336431 w 3024845"/>
                <a:gd name="connsiteY27-30984" fmla="*/ 633401 h 1059043"/>
                <a:gd name="connsiteX28-30985" fmla="*/ 336431 w 3024845"/>
                <a:gd name="connsiteY28-30986" fmla="*/ 634482 h 1059043"/>
                <a:gd name="connsiteX29-30987" fmla="*/ 336431 w 3024845"/>
                <a:gd name="connsiteY29-30988" fmla="*/ 642048 h 1059043"/>
                <a:gd name="connsiteX30-30989" fmla="*/ 338457 w 3024845"/>
                <a:gd name="connsiteY30-30990" fmla="*/ 642048 h 1059043"/>
                <a:gd name="connsiteX31-30991" fmla="*/ 352644 w 3024845"/>
                <a:gd name="connsiteY31-30992" fmla="*/ 642048 h 1059043"/>
                <a:gd name="connsiteX32-30993" fmla="*/ 352644 w 3024845"/>
                <a:gd name="connsiteY32-30994" fmla="*/ 611783 h 1059043"/>
                <a:gd name="connsiteX33-30995" fmla="*/ 397231 w 3024845"/>
                <a:gd name="connsiteY33-30996" fmla="*/ 611783 h 1059043"/>
                <a:gd name="connsiteX34-30997" fmla="*/ 397231 w 3024845"/>
                <a:gd name="connsiteY34-30998" fmla="*/ 610432 h 1059043"/>
                <a:gd name="connsiteX35-30999" fmla="*/ 397231 w 3024845"/>
                <a:gd name="connsiteY35-31000" fmla="*/ 600974 h 1059043"/>
                <a:gd name="connsiteX36-31001" fmla="*/ 398245 w 3024845"/>
                <a:gd name="connsiteY36-31002" fmla="*/ 600974 h 1059043"/>
                <a:gd name="connsiteX37-31003" fmla="*/ 405338 w 3024845"/>
                <a:gd name="connsiteY37-31004" fmla="*/ 600974 h 1059043"/>
                <a:gd name="connsiteX38-31005" fmla="*/ 405338 w 3024845"/>
                <a:gd name="connsiteY38-31006" fmla="*/ 599083 h 1059043"/>
                <a:gd name="connsiteX39-31007" fmla="*/ 405338 w 3024845"/>
                <a:gd name="connsiteY39-31008" fmla="*/ 585842 h 1059043"/>
                <a:gd name="connsiteX40-31009" fmla="*/ 406098 w 3024845"/>
                <a:gd name="connsiteY40-31010" fmla="*/ 585842 h 1059043"/>
                <a:gd name="connsiteX41-31011" fmla="*/ 411418 w 3024845"/>
                <a:gd name="connsiteY41-31012" fmla="*/ 585842 h 1059043"/>
                <a:gd name="connsiteX42-31013" fmla="*/ 411418 w 3024845"/>
                <a:gd name="connsiteY42-31014" fmla="*/ 584761 h 1059043"/>
                <a:gd name="connsiteX43-31015" fmla="*/ 411418 w 3024845"/>
                <a:gd name="connsiteY43-31016" fmla="*/ 577194 h 1059043"/>
                <a:gd name="connsiteX44-31017" fmla="*/ 413445 w 3024845"/>
                <a:gd name="connsiteY44-31018" fmla="*/ 577194 h 1059043"/>
                <a:gd name="connsiteX45-31019" fmla="*/ 427632 w 3024845"/>
                <a:gd name="connsiteY45-31020" fmla="*/ 577194 h 1059043"/>
                <a:gd name="connsiteX46-31021" fmla="*/ 427632 w 3024845"/>
                <a:gd name="connsiteY46-31022" fmla="*/ 578275 h 1059043"/>
                <a:gd name="connsiteX47-31023" fmla="*/ 427632 w 3024845"/>
                <a:gd name="connsiteY47-31024" fmla="*/ 585842 h 1059043"/>
                <a:gd name="connsiteX48-31025" fmla="*/ 449925 w 3024845"/>
                <a:gd name="connsiteY48-31026" fmla="*/ 585842 h 1059043"/>
                <a:gd name="connsiteX49-31027" fmla="*/ 449925 w 3024845"/>
                <a:gd name="connsiteY49-31028" fmla="*/ 583950 h 1059043"/>
                <a:gd name="connsiteX50-31029" fmla="*/ 449925 w 3024845"/>
                <a:gd name="connsiteY50-31030" fmla="*/ 570709 h 1059043"/>
                <a:gd name="connsiteX51-31031" fmla="*/ 451699 w 3024845"/>
                <a:gd name="connsiteY51-31032" fmla="*/ 570709 h 1059043"/>
                <a:gd name="connsiteX52-31033" fmla="*/ 464112 w 3024845"/>
                <a:gd name="connsiteY52-31034" fmla="*/ 570709 h 1059043"/>
                <a:gd name="connsiteX53-31035" fmla="*/ 464112 w 3024845"/>
                <a:gd name="connsiteY53-31036" fmla="*/ 594489 h 1059043"/>
                <a:gd name="connsiteX54-31037" fmla="*/ 465126 w 3024845"/>
                <a:gd name="connsiteY54-31038" fmla="*/ 594489 h 1059043"/>
                <a:gd name="connsiteX55-31039" fmla="*/ 472219 w 3024845"/>
                <a:gd name="connsiteY55-31040" fmla="*/ 594489 h 1059043"/>
                <a:gd name="connsiteX56-31041" fmla="*/ 472219 w 3024845"/>
                <a:gd name="connsiteY56-31042" fmla="*/ 593408 h 1059043"/>
                <a:gd name="connsiteX57-31043" fmla="*/ 472219 w 3024845"/>
                <a:gd name="connsiteY57-31044" fmla="*/ 585842 h 1059043"/>
                <a:gd name="connsiteX58-31045" fmla="*/ 473992 w 3024845"/>
                <a:gd name="connsiteY58-31046" fmla="*/ 585842 h 1059043"/>
                <a:gd name="connsiteX59-31047" fmla="*/ 486406 w 3024845"/>
                <a:gd name="connsiteY59-31048" fmla="*/ 585842 h 1059043"/>
                <a:gd name="connsiteX60-31049" fmla="*/ 486406 w 3024845"/>
                <a:gd name="connsiteY60-31050" fmla="*/ 611783 h 1059043"/>
                <a:gd name="connsiteX61-31051" fmla="*/ 488433 w 3024845"/>
                <a:gd name="connsiteY61-31052" fmla="*/ 611783 h 1059043"/>
                <a:gd name="connsiteX62-31053" fmla="*/ 502619 w 3024845"/>
                <a:gd name="connsiteY62-31054" fmla="*/ 611783 h 1059043"/>
                <a:gd name="connsiteX63-31055" fmla="*/ 502619 w 3024845"/>
                <a:gd name="connsiteY63-31056" fmla="*/ 613404 h 1059043"/>
                <a:gd name="connsiteX64-31057" fmla="*/ 502619 w 3024845"/>
                <a:gd name="connsiteY64-31058" fmla="*/ 624754 h 1059043"/>
                <a:gd name="connsiteX65-31059" fmla="*/ 503379 w 3024845"/>
                <a:gd name="connsiteY65-31060" fmla="*/ 624754 h 1059043"/>
                <a:gd name="connsiteX66-31061" fmla="*/ 508700 w 3024845"/>
                <a:gd name="connsiteY66-31062" fmla="*/ 624754 h 1059043"/>
                <a:gd name="connsiteX67-31063" fmla="*/ 508700 w 3024845"/>
                <a:gd name="connsiteY67-31064" fmla="*/ 623943 h 1059043"/>
                <a:gd name="connsiteX68-31065" fmla="*/ 508700 w 3024845"/>
                <a:gd name="connsiteY68-31066" fmla="*/ 618268 h 1059043"/>
                <a:gd name="connsiteX69-31067" fmla="*/ 539100 w 3024845"/>
                <a:gd name="connsiteY69-31068" fmla="*/ 618268 h 1059043"/>
                <a:gd name="connsiteX70-31069" fmla="*/ 539100 w 3024845"/>
                <a:gd name="connsiteY70-31070" fmla="*/ 642048 h 1059043"/>
                <a:gd name="connsiteX71-31071" fmla="*/ 540113 w 3024845"/>
                <a:gd name="connsiteY71-31072" fmla="*/ 642048 h 1059043"/>
                <a:gd name="connsiteX72-31073" fmla="*/ 547207 w 3024845"/>
                <a:gd name="connsiteY72-31074" fmla="*/ 642048 h 1059043"/>
                <a:gd name="connsiteX73-31075" fmla="*/ 547207 w 3024845"/>
                <a:gd name="connsiteY73-31076" fmla="*/ 643129 h 1059043"/>
                <a:gd name="connsiteX74-31077" fmla="*/ 547207 w 3024845"/>
                <a:gd name="connsiteY74-31078" fmla="*/ 650695 h 1059043"/>
                <a:gd name="connsiteX75-31079" fmla="*/ 547967 w 3024845"/>
                <a:gd name="connsiteY75-31080" fmla="*/ 650695 h 1059043"/>
                <a:gd name="connsiteX76-31081" fmla="*/ 553287 w 3024845"/>
                <a:gd name="connsiteY76-31082" fmla="*/ 650695 h 1059043"/>
                <a:gd name="connsiteX77-31083" fmla="*/ 553287 w 3024845"/>
                <a:gd name="connsiteY77-31084" fmla="*/ 648533 h 1059043"/>
                <a:gd name="connsiteX78-31085" fmla="*/ 553287 w 3024845"/>
                <a:gd name="connsiteY78-31086" fmla="*/ 633401 h 1059043"/>
                <a:gd name="connsiteX79-31087" fmla="*/ 554300 w 3024845"/>
                <a:gd name="connsiteY79-31088" fmla="*/ 633401 h 1059043"/>
                <a:gd name="connsiteX80-31089" fmla="*/ 561394 w 3024845"/>
                <a:gd name="connsiteY80-31090" fmla="*/ 633401 h 1059043"/>
                <a:gd name="connsiteX81-31091" fmla="*/ 561394 w 3024845"/>
                <a:gd name="connsiteY81-31092" fmla="*/ 634482 h 1059043"/>
                <a:gd name="connsiteX82-31093" fmla="*/ 561394 w 3024845"/>
                <a:gd name="connsiteY82-31094" fmla="*/ 642048 h 1059043"/>
                <a:gd name="connsiteX83-31095" fmla="*/ 566714 w 3024845"/>
                <a:gd name="connsiteY83-31096" fmla="*/ 640055 h 1059043"/>
                <a:gd name="connsiteX84-31097" fmla="*/ 567474 w 3024845"/>
                <a:gd name="connsiteY84-31098" fmla="*/ 639075 h 1059043"/>
                <a:gd name="connsiteX85-31099" fmla="*/ 567474 w 3024845"/>
                <a:gd name="connsiteY85-31100" fmla="*/ 633401 h 1059043"/>
                <a:gd name="connsiteX86-31101" fmla="*/ 605981 w 3024845"/>
                <a:gd name="connsiteY86-31102" fmla="*/ 633401 h 1059043"/>
                <a:gd name="connsiteX87-31103" fmla="*/ 605981 w 3024845"/>
                <a:gd name="connsiteY87-31104" fmla="*/ 657180 h 1059043"/>
                <a:gd name="connsiteX88-31105" fmla="*/ 608007 w 3024845"/>
                <a:gd name="connsiteY88-31106" fmla="*/ 657180 h 1059043"/>
                <a:gd name="connsiteX89-31107" fmla="*/ 622194 w 3024845"/>
                <a:gd name="connsiteY89-31108" fmla="*/ 657180 h 1059043"/>
                <a:gd name="connsiteX90-31109" fmla="*/ 622194 w 3024845"/>
                <a:gd name="connsiteY90-31110" fmla="*/ 658261 h 1059043"/>
                <a:gd name="connsiteX91-31111" fmla="*/ 622194 w 3024845"/>
                <a:gd name="connsiteY91-31112" fmla="*/ 665827 h 1059043"/>
                <a:gd name="connsiteX92-31113" fmla="*/ 623968 w 3024845"/>
                <a:gd name="connsiteY92-31114" fmla="*/ 665827 h 1059043"/>
                <a:gd name="connsiteX93-31115" fmla="*/ 636381 w 3024845"/>
                <a:gd name="connsiteY93-31116" fmla="*/ 665827 h 1059043"/>
                <a:gd name="connsiteX94-31117" fmla="*/ 636381 w 3024845"/>
                <a:gd name="connsiteY94-31118" fmla="*/ 642048 h 1059043"/>
                <a:gd name="connsiteX95-31119" fmla="*/ 637394 w 3024845"/>
                <a:gd name="connsiteY95-31120" fmla="*/ 642048 h 1059043"/>
                <a:gd name="connsiteX96-31121" fmla="*/ 644488 w 3024845"/>
                <a:gd name="connsiteY96-31122" fmla="*/ 642048 h 1059043"/>
                <a:gd name="connsiteX97-31123" fmla="*/ 644488 w 3024845"/>
                <a:gd name="connsiteY97-31124" fmla="*/ 609621 h 1059043"/>
                <a:gd name="connsiteX98-31125" fmla="*/ 645501 w 3024845"/>
                <a:gd name="connsiteY98-31126" fmla="*/ 609621 h 1059043"/>
                <a:gd name="connsiteX99-31127" fmla="*/ 652595 w 3024845"/>
                <a:gd name="connsiteY99-31128" fmla="*/ 609621 h 1059043"/>
                <a:gd name="connsiteX100-31129" fmla="*/ 652595 w 3024845"/>
                <a:gd name="connsiteY100-31130" fmla="*/ 607730 h 1059043"/>
                <a:gd name="connsiteX101-31131" fmla="*/ 652595 w 3024845"/>
                <a:gd name="connsiteY101-31132" fmla="*/ 594489 h 1059043"/>
                <a:gd name="connsiteX102-31133" fmla="*/ 651328 w 3024845"/>
                <a:gd name="connsiteY102-31134" fmla="*/ 592867 h 1059043"/>
                <a:gd name="connsiteX103-31135" fmla="*/ 656648 w 3024845"/>
                <a:gd name="connsiteY103-31136" fmla="*/ 581518 h 1059043"/>
                <a:gd name="connsiteX104-31137" fmla="*/ 664755 w 3024845"/>
                <a:gd name="connsiteY104-31138" fmla="*/ 609621 h 1059043"/>
                <a:gd name="connsiteX105-31139" fmla="*/ 665515 w 3024845"/>
                <a:gd name="connsiteY105-31140" fmla="*/ 609621 h 1059043"/>
                <a:gd name="connsiteX106-31141" fmla="*/ 670835 w 3024845"/>
                <a:gd name="connsiteY106-31142" fmla="*/ 609621 h 1059043"/>
                <a:gd name="connsiteX107-31143" fmla="*/ 670835 w 3024845"/>
                <a:gd name="connsiteY107-31144" fmla="*/ 503694 h 1059043"/>
                <a:gd name="connsiteX108-31145" fmla="*/ 672355 w 3024845"/>
                <a:gd name="connsiteY108-31146" fmla="*/ 503694 h 1059043"/>
                <a:gd name="connsiteX109-31147" fmla="*/ 682995 w 3024845"/>
                <a:gd name="connsiteY109-31148" fmla="*/ 503694 h 1059043"/>
                <a:gd name="connsiteX110-31149" fmla="*/ 682995 w 3024845"/>
                <a:gd name="connsiteY110-31150" fmla="*/ 456135 h 1059043"/>
                <a:gd name="connsiteX111-31151" fmla="*/ 709342 w 3024845"/>
                <a:gd name="connsiteY111-31152" fmla="*/ 456135 h 1059043"/>
                <a:gd name="connsiteX112-31153" fmla="*/ 709342 w 3024845"/>
                <a:gd name="connsiteY112-31154" fmla="*/ 434517 h 1059043"/>
                <a:gd name="connsiteX113-31155" fmla="*/ 743796 w 3024845"/>
                <a:gd name="connsiteY113-31156" fmla="*/ 434517 h 1059043"/>
                <a:gd name="connsiteX114-31157" fmla="*/ 743796 w 3024845"/>
                <a:gd name="connsiteY114-31158" fmla="*/ 436949 h 1059043"/>
                <a:gd name="connsiteX115-31159" fmla="*/ 743796 w 3024845"/>
                <a:gd name="connsiteY115-31160" fmla="*/ 453973 h 1059043"/>
                <a:gd name="connsiteX116-31161" fmla="*/ 746076 w 3024845"/>
                <a:gd name="connsiteY116-31162" fmla="*/ 453973 h 1059043"/>
                <a:gd name="connsiteX117-31163" fmla="*/ 762036 w 3024845"/>
                <a:gd name="connsiteY117-31164" fmla="*/ 453973 h 1059043"/>
                <a:gd name="connsiteX118-31165" fmla="*/ 762036 w 3024845"/>
                <a:gd name="connsiteY118-31166" fmla="*/ 501532 h 1059043"/>
                <a:gd name="connsiteX119-31167" fmla="*/ 763049 w 3024845"/>
                <a:gd name="connsiteY119-31168" fmla="*/ 501532 h 1059043"/>
                <a:gd name="connsiteX120-31169" fmla="*/ 770143 w 3024845"/>
                <a:gd name="connsiteY120-31170" fmla="*/ 501532 h 1059043"/>
                <a:gd name="connsiteX121-31171" fmla="*/ 784330 w 3024845"/>
                <a:gd name="connsiteY121-31172" fmla="*/ 505856 h 1059043"/>
                <a:gd name="connsiteX122-31173" fmla="*/ 784330 w 3024845"/>
                <a:gd name="connsiteY122-31174" fmla="*/ 544768 h 1059043"/>
                <a:gd name="connsiteX123-31175" fmla="*/ 785343 w 3024845"/>
                <a:gd name="connsiteY123-31176" fmla="*/ 544768 h 1059043"/>
                <a:gd name="connsiteX124-31177" fmla="*/ 792436 w 3024845"/>
                <a:gd name="connsiteY124-31178" fmla="*/ 544768 h 1059043"/>
                <a:gd name="connsiteX125-31179" fmla="*/ 792436 w 3024845"/>
                <a:gd name="connsiteY125-31180" fmla="*/ 546389 h 1059043"/>
                <a:gd name="connsiteX126-31181" fmla="*/ 792436 w 3024845"/>
                <a:gd name="connsiteY126-31182" fmla="*/ 557738 h 1059043"/>
                <a:gd name="connsiteX127-31183" fmla="*/ 794463 w 3024845"/>
                <a:gd name="connsiteY127-31184" fmla="*/ 557738 h 1059043"/>
                <a:gd name="connsiteX128-31185" fmla="*/ 808650 w 3024845"/>
                <a:gd name="connsiteY128-31186" fmla="*/ 557738 h 1059043"/>
                <a:gd name="connsiteX129-31187" fmla="*/ 814730 w 3024845"/>
                <a:gd name="connsiteY129-31188" fmla="*/ 564224 h 1059043"/>
                <a:gd name="connsiteX130-31189" fmla="*/ 814730 w 3024845"/>
                <a:gd name="connsiteY130-31190" fmla="*/ 585842 h 1059043"/>
                <a:gd name="connsiteX131-31191" fmla="*/ 817010 w 3024845"/>
                <a:gd name="connsiteY131-31192" fmla="*/ 585842 h 1059043"/>
                <a:gd name="connsiteX132-31193" fmla="*/ 832970 w 3024845"/>
                <a:gd name="connsiteY132-31194" fmla="*/ 585842 h 1059043"/>
                <a:gd name="connsiteX133-31195" fmla="*/ 832970 w 3024845"/>
                <a:gd name="connsiteY133-31196" fmla="*/ 586922 h 1059043"/>
                <a:gd name="connsiteX134-31197" fmla="*/ 832970 w 3024845"/>
                <a:gd name="connsiteY134-31198" fmla="*/ 594489 h 1059043"/>
                <a:gd name="connsiteX135-31199" fmla="*/ 834237 w 3024845"/>
                <a:gd name="connsiteY135-31200" fmla="*/ 594489 h 1059043"/>
                <a:gd name="connsiteX136-31201" fmla="*/ 843104 w 3024845"/>
                <a:gd name="connsiteY136-31202" fmla="*/ 594489 h 1059043"/>
                <a:gd name="connsiteX137-31203" fmla="*/ 843104 w 3024845"/>
                <a:gd name="connsiteY137-31204" fmla="*/ 596650 h 1059043"/>
                <a:gd name="connsiteX138-31205" fmla="*/ 843104 w 3024845"/>
                <a:gd name="connsiteY138-31206" fmla="*/ 611783 h 1059043"/>
                <a:gd name="connsiteX139-31207" fmla="*/ 847157 w 3024845"/>
                <a:gd name="connsiteY139-31208" fmla="*/ 609891 h 1059043"/>
                <a:gd name="connsiteX140-31209" fmla="*/ 847157 w 3024845"/>
                <a:gd name="connsiteY140-31210" fmla="*/ 596650 h 1059043"/>
                <a:gd name="connsiteX141-31211" fmla="*/ 848170 w 3024845"/>
                <a:gd name="connsiteY141-31212" fmla="*/ 596650 h 1059043"/>
                <a:gd name="connsiteX142-31213" fmla="*/ 855264 w 3024845"/>
                <a:gd name="connsiteY142-31214" fmla="*/ 596650 h 1059043"/>
                <a:gd name="connsiteX143-31215" fmla="*/ 855264 w 3024845"/>
                <a:gd name="connsiteY143-31216" fmla="*/ 598272 h 1059043"/>
                <a:gd name="connsiteX144-31217" fmla="*/ 855264 w 3024845"/>
                <a:gd name="connsiteY144-31218" fmla="*/ 609621 h 1059043"/>
                <a:gd name="connsiteX145-31219" fmla="*/ 856024 w 3024845"/>
                <a:gd name="connsiteY145-31220" fmla="*/ 609621 h 1059043"/>
                <a:gd name="connsiteX146-31221" fmla="*/ 861344 w 3024845"/>
                <a:gd name="connsiteY146-31222" fmla="*/ 609621 h 1059043"/>
                <a:gd name="connsiteX147-31223" fmla="*/ 909984 w 3024845"/>
                <a:gd name="connsiteY147-31224" fmla="*/ 605298 h 1059043"/>
                <a:gd name="connsiteX148-31225" fmla="*/ 909984 w 3024845"/>
                <a:gd name="connsiteY148-31226" fmla="*/ 606649 h 1059043"/>
                <a:gd name="connsiteX149-31227" fmla="*/ 909984 w 3024845"/>
                <a:gd name="connsiteY149-31228" fmla="*/ 616106 h 1059043"/>
                <a:gd name="connsiteX150-31229" fmla="*/ 910744 w 3024845"/>
                <a:gd name="connsiteY150-31230" fmla="*/ 616106 h 1059043"/>
                <a:gd name="connsiteX151-31231" fmla="*/ 916065 w 3024845"/>
                <a:gd name="connsiteY151-31232" fmla="*/ 616106 h 1059043"/>
                <a:gd name="connsiteX152-31233" fmla="*/ 916065 w 3024845"/>
                <a:gd name="connsiteY152-31234" fmla="*/ 618268 h 1059043"/>
                <a:gd name="connsiteX153-31235" fmla="*/ 916065 w 3024845"/>
                <a:gd name="connsiteY153-31236" fmla="*/ 633401 h 1059043"/>
                <a:gd name="connsiteX154-31237" fmla="*/ 918091 w 3024845"/>
                <a:gd name="connsiteY154-31238" fmla="*/ 632050 h 1059043"/>
                <a:gd name="connsiteX155-31239" fmla="*/ 932278 w 3024845"/>
                <a:gd name="connsiteY155-31240" fmla="*/ 622592 h 1059043"/>
                <a:gd name="connsiteX156-31241" fmla="*/ 938358 w 3024845"/>
                <a:gd name="connsiteY156-31242" fmla="*/ 581518 h 1059043"/>
                <a:gd name="connsiteX157-31243" fmla="*/ 939118 w 3024845"/>
                <a:gd name="connsiteY157-31244" fmla="*/ 581248 h 1059043"/>
                <a:gd name="connsiteX158-31245" fmla="*/ 944438 w 3024845"/>
                <a:gd name="connsiteY158-31246" fmla="*/ 579356 h 1059043"/>
                <a:gd name="connsiteX159-31247" fmla="*/ 946465 w 3024845"/>
                <a:gd name="connsiteY159-31248" fmla="*/ 510179 h 1059043"/>
                <a:gd name="connsiteX160-31249" fmla="*/ 948492 w 3024845"/>
                <a:gd name="connsiteY160-31250" fmla="*/ 579356 h 1059043"/>
                <a:gd name="connsiteX161-31251" fmla="*/ 949252 w 3024845"/>
                <a:gd name="connsiteY161-31252" fmla="*/ 579626 h 1059043"/>
                <a:gd name="connsiteX162-31253" fmla="*/ 954572 w 3024845"/>
                <a:gd name="connsiteY162-31254" fmla="*/ 581518 h 1059043"/>
                <a:gd name="connsiteX163-31255" fmla="*/ 954572 w 3024845"/>
                <a:gd name="connsiteY163-31256" fmla="*/ 495047 h 1059043"/>
                <a:gd name="connsiteX164-31257" fmla="*/ 958625 w 3024845"/>
                <a:gd name="connsiteY164-31258" fmla="*/ 462620 h 1059043"/>
                <a:gd name="connsiteX165-31259" fmla="*/ 997132 w 3024845"/>
                <a:gd name="connsiteY165-31260" fmla="*/ 462620 h 1059043"/>
                <a:gd name="connsiteX166-31261" fmla="*/ 997132 w 3024845"/>
                <a:gd name="connsiteY166-31262" fmla="*/ 495047 h 1059043"/>
                <a:gd name="connsiteX167-31263" fmla="*/ 997892 w 3024845"/>
                <a:gd name="connsiteY167-31264" fmla="*/ 495047 h 1059043"/>
                <a:gd name="connsiteX168-31265" fmla="*/ 1003212 w 3024845"/>
                <a:gd name="connsiteY168-31266" fmla="*/ 495047 h 1059043"/>
                <a:gd name="connsiteX169-31267" fmla="*/ 1003212 w 3024845"/>
                <a:gd name="connsiteY169-31268" fmla="*/ 412899 h 1059043"/>
                <a:gd name="connsiteX170-31269" fmla="*/ 1004986 w 3024845"/>
                <a:gd name="connsiteY170-31270" fmla="*/ 412899 h 1059043"/>
                <a:gd name="connsiteX171-31271" fmla="*/ 1017399 w 3024845"/>
                <a:gd name="connsiteY171-31272" fmla="*/ 412899 h 1059043"/>
                <a:gd name="connsiteX172-31273" fmla="*/ 1017399 w 3024845"/>
                <a:gd name="connsiteY172-31274" fmla="*/ 411008 h 1059043"/>
                <a:gd name="connsiteX173-31275" fmla="*/ 1017399 w 3024845"/>
                <a:gd name="connsiteY173-31276" fmla="*/ 397767 h 1059043"/>
                <a:gd name="connsiteX174-31277" fmla="*/ 1039693 w 3024845"/>
                <a:gd name="connsiteY174-31278" fmla="*/ 397767 h 1059043"/>
                <a:gd name="connsiteX175-31279" fmla="*/ 1039693 w 3024845"/>
                <a:gd name="connsiteY175-31280" fmla="*/ 396686 h 1059043"/>
                <a:gd name="connsiteX176-31281" fmla="*/ 1039693 w 3024845"/>
                <a:gd name="connsiteY176-31282" fmla="*/ 389120 h 1059043"/>
                <a:gd name="connsiteX177-31283" fmla="*/ 1041466 w 3024845"/>
                <a:gd name="connsiteY177-31284" fmla="*/ 389120 h 1059043"/>
                <a:gd name="connsiteX178-31285" fmla="*/ 1053880 w 3024845"/>
                <a:gd name="connsiteY178-31286" fmla="*/ 389120 h 1059043"/>
                <a:gd name="connsiteX179-31287" fmla="*/ 1053880 w 3024845"/>
                <a:gd name="connsiteY179-31288" fmla="*/ 390201 h 1059043"/>
                <a:gd name="connsiteX180-31289" fmla="*/ 1053880 w 3024845"/>
                <a:gd name="connsiteY180-31290" fmla="*/ 397767 h 1059043"/>
                <a:gd name="connsiteX181-31291" fmla="*/ 1054640 w 3024845"/>
                <a:gd name="connsiteY181-31292" fmla="*/ 397767 h 1059043"/>
                <a:gd name="connsiteX182-31293" fmla="*/ 1059960 w 3024845"/>
                <a:gd name="connsiteY182-31294" fmla="*/ 397767 h 1059043"/>
                <a:gd name="connsiteX183-31295" fmla="*/ 1070093 w 3024845"/>
                <a:gd name="connsiteY183-31296" fmla="*/ 393443 h 1059043"/>
                <a:gd name="connsiteX184-31297" fmla="*/ 1074146 w 3024845"/>
                <a:gd name="connsiteY184-31298" fmla="*/ 396686 h 1059043"/>
                <a:gd name="connsiteX185-31299" fmla="*/ 1074146 w 3024845"/>
                <a:gd name="connsiteY185-31300" fmla="*/ 389120 h 1059043"/>
                <a:gd name="connsiteX186-31301" fmla="*/ 1076426 w 3024845"/>
                <a:gd name="connsiteY186-31302" fmla="*/ 389120 h 1059043"/>
                <a:gd name="connsiteX187-31303" fmla="*/ 1092387 w 3024845"/>
                <a:gd name="connsiteY187-31304" fmla="*/ 389120 h 1059043"/>
                <a:gd name="connsiteX188-31305" fmla="*/ 1092387 w 3024845"/>
                <a:gd name="connsiteY188-31306" fmla="*/ 390201 h 1059043"/>
                <a:gd name="connsiteX189-31307" fmla="*/ 1092387 w 3024845"/>
                <a:gd name="connsiteY189-31308" fmla="*/ 397767 h 1059043"/>
                <a:gd name="connsiteX190-31309" fmla="*/ 1122787 w 3024845"/>
                <a:gd name="connsiteY190-31310" fmla="*/ 397767 h 1059043"/>
                <a:gd name="connsiteX191-31311" fmla="*/ 1122787 w 3024845"/>
                <a:gd name="connsiteY191-31312" fmla="*/ 399388 h 1059043"/>
                <a:gd name="connsiteX192-31313" fmla="*/ 1122787 w 3024845"/>
                <a:gd name="connsiteY192-31314" fmla="*/ 410738 h 1059043"/>
                <a:gd name="connsiteX193-31315" fmla="*/ 1149134 w 3024845"/>
                <a:gd name="connsiteY193-31316" fmla="*/ 410738 h 1059043"/>
                <a:gd name="connsiteX194-31317" fmla="*/ 1149134 w 3024845"/>
                <a:gd name="connsiteY194-31318" fmla="*/ 441002 h 1059043"/>
                <a:gd name="connsiteX195-31319" fmla="*/ 1149894 w 3024845"/>
                <a:gd name="connsiteY195-31320" fmla="*/ 441002 h 1059043"/>
                <a:gd name="connsiteX196-31321" fmla="*/ 1155214 w 3024845"/>
                <a:gd name="connsiteY196-31322" fmla="*/ 441002 h 1059043"/>
                <a:gd name="connsiteX197-31323" fmla="*/ 1155214 w 3024845"/>
                <a:gd name="connsiteY197-31324" fmla="*/ 442083 h 1059043"/>
                <a:gd name="connsiteX198-31325" fmla="*/ 1155214 w 3024845"/>
                <a:gd name="connsiteY198-31326" fmla="*/ 449650 h 1059043"/>
                <a:gd name="connsiteX199-31327" fmla="*/ 1159268 w 3024845"/>
                <a:gd name="connsiteY199-31328" fmla="*/ 479914 h 1059043"/>
                <a:gd name="connsiteX200-31329" fmla="*/ 1160028 w 3024845"/>
                <a:gd name="connsiteY200-31330" fmla="*/ 479914 h 1059043"/>
                <a:gd name="connsiteX201-31331" fmla="*/ 1165348 w 3024845"/>
                <a:gd name="connsiteY201-31332" fmla="*/ 479914 h 1059043"/>
                <a:gd name="connsiteX202-31333" fmla="*/ 1165348 w 3024845"/>
                <a:gd name="connsiteY202-31334" fmla="*/ 480725 h 1059043"/>
                <a:gd name="connsiteX203-31335" fmla="*/ 1165348 w 3024845"/>
                <a:gd name="connsiteY203-31336" fmla="*/ 486400 h 1059043"/>
                <a:gd name="connsiteX204-31337" fmla="*/ 1166361 w 3024845"/>
                <a:gd name="connsiteY204-31338" fmla="*/ 486400 h 1059043"/>
                <a:gd name="connsiteX205-31339" fmla="*/ 1173454 w 3024845"/>
                <a:gd name="connsiteY205-31340" fmla="*/ 486400 h 1059043"/>
                <a:gd name="connsiteX206-31341" fmla="*/ 1173454 w 3024845"/>
                <a:gd name="connsiteY206-31342" fmla="*/ 516665 h 1059043"/>
                <a:gd name="connsiteX207-31343" fmla="*/ 1175481 w 3024845"/>
                <a:gd name="connsiteY207-31344" fmla="*/ 516665 h 1059043"/>
                <a:gd name="connsiteX208-31345" fmla="*/ 1189668 w 3024845"/>
                <a:gd name="connsiteY208-31346" fmla="*/ 516665 h 1059043"/>
                <a:gd name="connsiteX209-31347" fmla="*/ 1189668 w 3024845"/>
                <a:gd name="connsiteY209-31348" fmla="*/ 540444 h 1059043"/>
                <a:gd name="connsiteX210-31349" fmla="*/ 1191695 w 3024845"/>
                <a:gd name="connsiteY210-31350" fmla="*/ 542065 h 1059043"/>
                <a:gd name="connsiteX211-31351" fmla="*/ 1191695 w 3024845"/>
                <a:gd name="connsiteY211-31352" fmla="*/ 553415 h 1059043"/>
                <a:gd name="connsiteX212-31353" fmla="*/ 1192455 w 3024845"/>
                <a:gd name="connsiteY212-31354" fmla="*/ 553415 h 1059043"/>
                <a:gd name="connsiteX213-31355" fmla="*/ 1197775 w 3024845"/>
                <a:gd name="connsiteY213-31356" fmla="*/ 553415 h 1059043"/>
                <a:gd name="connsiteX214-31357" fmla="*/ 1197775 w 3024845"/>
                <a:gd name="connsiteY214-31358" fmla="*/ 577194 h 1059043"/>
                <a:gd name="connsiteX215-31359" fmla="*/ 1199041 w 3024845"/>
                <a:gd name="connsiteY215-31360" fmla="*/ 577194 h 1059043"/>
                <a:gd name="connsiteX216-31361" fmla="*/ 1207908 w 3024845"/>
                <a:gd name="connsiteY216-31362" fmla="*/ 577194 h 1059043"/>
                <a:gd name="connsiteX217-31363" fmla="*/ 1209935 w 3024845"/>
                <a:gd name="connsiteY217-31364" fmla="*/ 581248 h 1059043"/>
                <a:gd name="connsiteX218-31365" fmla="*/ 1209935 w 3024845"/>
                <a:gd name="connsiteY218-31366" fmla="*/ 594489 h 1059043"/>
                <a:gd name="connsiteX219-31367" fmla="*/ 1211455 w 3024845"/>
                <a:gd name="connsiteY219-31368" fmla="*/ 592597 h 1059043"/>
                <a:gd name="connsiteX220-31369" fmla="*/ 1222095 w 3024845"/>
                <a:gd name="connsiteY220-31370" fmla="*/ 579356 h 1059043"/>
                <a:gd name="connsiteX221-31371" fmla="*/ 1250469 w 3024845"/>
                <a:gd name="connsiteY221-31372" fmla="*/ 579356 h 1059043"/>
                <a:gd name="connsiteX222-31373" fmla="*/ 1250469 w 3024845"/>
                <a:gd name="connsiteY222-31374" fmla="*/ 665827 h 1059043"/>
                <a:gd name="connsiteX223-31375" fmla="*/ 1251229 w 3024845"/>
                <a:gd name="connsiteY223-31376" fmla="*/ 665827 h 1059043"/>
                <a:gd name="connsiteX224-31377" fmla="*/ 1256549 w 3024845"/>
                <a:gd name="connsiteY224-31378" fmla="*/ 665827 h 1059043"/>
                <a:gd name="connsiteX225-31379" fmla="*/ 1257309 w 3024845"/>
                <a:gd name="connsiteY225-31380" fmla="*/ 664476 h 1059043"/>
                <a:gd name="connsiteX226-31381" fmla="*/ 1262629 w 3024845"/>
                <a:gd name="connsiteY226-31382" fmla="*/ 655018 h 1059043"/>
                <a:gd name="connsiteX227-31383" fmla="*/ 1262629 w 3024845"/>
                <a:gd name="connsiteY227-31384" fmla="*/ 656910 h 1059043"/>
                <a:gd name="connsiteX228-31385" fmla="*/ 1262629 w 3024845"/>
                <a:gd name="connsiteY228-31386" fmla="*/ 670151 h 1059043"/>
                <a:gd name="connsiteX229-31387" fmla="*/ 1266682 w 3024845"/>
                <a:gd name="connsiteY229-31388" fmla="*/ 624754 h 1059043"/>
                <a:gd name="connsiteX230-31389" fmla="*/ 1267442 w 3024845"/>
                <a:gd name="connsiteY230-31390" fmla="*/ 624754 h 1059043"/>
                <a:gd name="connsiteX231-31391" fmla="*/ 1272762 w 3024845"/>
                <a:gd name="connsiteY231-31392" fmla="*/ 624754 h 1059043"/>
                <a:gd name="connsiteX232-31393" fmla="*/ 1272762 w 3024845"/>
                <a:gd name="connsiteY232-31394" fmla="*/ 559900 h 1059043"/>
                <a:gd name="connsiteX233-31395" fmla="*/ 1273776 w 3024845"/>
                <a:gd name="connsiteY233-31396" fmla="*/ 559900 h 1059043"/>
                <a:gd name="connsiteX234-31397" fmla="*/ 1280869 w 3024845"/>
                <a:gd name="connsiteY234-31398" fmla="*/ 559900 h 1059043"/>
                <a:gd name="connsiteX235-31399" fmla="*/ 1293029 w 3024845"/>
                <a:gd name="connsiteY235-31400" fmla="*/ 516665 h 1059043"/>
                <a:gd name="connsiteX236-31401" fmla="*/ 1294296 w 3024845"/>
                <a:gd name="connsiteY236-31402" fmla="*/ 516665 h 1059043"/>
                <a:gd name="connsiteX237-31403" fmla="*/ 1303163 w 3024845"/>
                <a:gd name="connsiteY237-31404" fmla="*/ 516665 h 1059043"/>
                <a:gd name="connsiteX238-31405" fmla="*/ 1313296 w 3024845"/>
                <a:gd name="connsiteY238-31406" fmla="*/ 559900 h 1059043"/>
                <a:gd name="connsiteX239-31407" fmla="*/ 1314309 w 3024845"/>
                <a:gd name="connsiteY239-31408" fmla="*/ 559900 h 1059043"/>
                <a:gd name="connsiteX240-31409" fmla="*/ 1321403 w 3024845"/>
                <a:gd name="connsiteY240-31410" fmla="*/ 559900 h 1059043"/>
                <a:gd name="connsiteX241-31411" fmla="*/ 1321403 w 3024845"/>
                <a:gd name="connsiteY241-31412" fmla="*/ 598812 h 1059043"/>
                <a:gd name="connsiteX242-31413" fmla="*/ 1323176 w 3024845"/>
                <a:gd name="connsiteY242-31414" fmla="*/ 598812 h 1059043"/>
                <a:gd name="connsiteX243-31415" fmla="*/ 1335590 w 3024845"/>
                <a:gd name="connsiteY243-31416" fmla="*/ 598812 h 1059043"/>
                <a:gd name="connsiteX244-31417" fmla="*/ 1335590 w 3024845"/>
                <a:gd name="connsiteY244-31418" fmla="*/ 600974 h 1059043"/>
                <a:gd name="connsiteX245-31419" fmla="*/ 1335590 w 3024845"/>
                <a:gd name="connsiteY245-31420" fmla="*/ 616106 h 1059043"/>
                <a:gd name="connsiteX246-31421" fmla="*/ 1339643 w 3024845"/>
                <a:gd name="connsiteY246-31422" fmla="*/ 613945 h 1059043"/>
                <a:gd name="connsiteX247-31423" fmla="*/ 1339643 w 3024845"/>
                <a:gd name="connsiteY247-31424" fmla="*/ 598812 h 1059043"/>
                <a:gd name="connsiteX248-31425" fmla="*/ 1341163 w 3024845"/>
                <a:gd name="connsiteY248-31426" fmla="*/ 598812 h 1059043"/>
                <a:gd name="connsiteX249-31427" fmla="*/ 1351803 w 3024845"/>
                <a:gd name="connsiteY249-31428" fmla="*/ 598812 h 1059043"/>
                <a:gd name="connsiteX250-31429" fmla="*/ 1351803 w 3024845"/>
                <a:gd name="connsiteY250-31430" fmla="*/ 600433 h 1059043"/>
                <a:gd name="connsiteX251-31431" fmla="*/ 1351803 w 3024845"/>
                <a:gd name="connsiteY251-31432" fmla="*/ 611783 h 1059043"/>
                <a:gd name="connsiteX252-31433" fmla="*/ 1382204 w 3024845"/>
                <a:gd name="connsiteY252-31434" fmla="*/ 611783 h 1059043"/>
                <a:gd name="connsiteX253-31435" fmla="*/ 1382204 w 3024845"/>
                <a:gd name="connsiteY253-31436" fmla="*/ 575033 h 1059043"/>
                <a:gd name="connsiteX254-31437" fmla="*/ 1383470 w 3024845"/>
                <a:gd name="connsiteY254-31438" fmla="*/ 575033 h 1059043"/>
                <a:gd name="connsiteX255-31439" fmla="*/ 1392337 w 3024845"/>
                <a:gd name="connsiteY255-31440" fmla="*/ 575033 h 1059043"/>
                <a:gd name="connsiteX256-31441" fmla="*/ 1392337 w 3024845"/>
                <a:gd name="connsiteY256-31442" fmla="*/ 596650 h 1059043"/>
                <a:gd name="connsiteX257-31443" fmla="*/ 1394364 w 3024845"/>
                <a:gd name="connsiteY257-31444" fmla="*/ 564224 h 1059043"/>
                <a:gd name="connsiteX258-31445" fmla="*/ 1416657 w 3024845"/>
                <a:gd name="connsiteY258-31446" fmla="*/ 564224 h 1059043"/>
                <a:gd name="connsiteX259-31447" fmla="*/ 1416657 w 3024845"/>
                <a:gd name="connsiteY259-31448" fmla="*/ 562602 h 1059043"/>
                <a:gd name="connsiteX260-31449" fmla="*/ 1416657 w 3024845"/>
                <a:gd name="connsiteY260-31450" fmla="*/ 551253 h 1059043"/>
                <a:gd name="connsiteX261-31451" fmla="*/ 1417417 w 3024845"/>
                <a:gd name="connsiteY261-31452" fmla="*/ 551253 h 1059043"/>
                <a:gd name="connsiteX262-31453" fmla="*/ 1422737 w 3024845"/>
                <a:gd name="connsiteY262-31454" fmla="*/ 551253 h 1059043"/>
                <a:gd name="connsiteX263-31455" fmla="*/ 1422737 w 3024845"/>
                <a:gd name="connsiteY263-31456" fmla="*/ 549362 h 1059043"/>
                <a:gd name="connsiteX264-31457" fmla="*/ 1422737 w 3024845"/>
                <a:gd name="connsiteY264-31458" fmla="*/ 536121 h 1059043"/>
                <a:gd name="connsiteX265-31459" fmla="*/ 1426791 w 3024845"/>
                <a:gd name="connsiteY265-31460" fmla="*/ 542606 h 1059043"/>
                <a:gd name="connsiteX266-31461" fmla="*/ 1429071 w 3024845"/>
                <a:gd name="connsiteY266-31462" fmla="*/ 542606 h 1059043"/>
                <a:gd name="connsiteX267-31463" fmla="*/ 1445031 w 3024845"/>
                <a:gd name="connsiteY267-31464" fmla="*/ 542606 h 1059043"/>
                <a:gd name="connsiteX268-31465" fmla="*/ 1445031 w 3024845"/>
                <a:gd name="connsiteY268-31466" fmla="*/ 541795 h 1059043"/>
                <a:gd name="connsiteX269-31467" fmla="*/ 1445031 w 3024845"/>
                <a:gd name="connsiteY269-31468" fmla="*/ 536121 h 1059043"/>
                <a:gd name="connsiteX270-31469" fmla="*/ 1445791 w 3024845"/>
                <a:gd name="connsiteY270-31470" fmla="*/ 536121 h 1059043"/>
                <a:gd name="connsiteX271-31471" fmla="*/ 1451111 w 3024845"/>
                <a:gd name="connsiteY271-31472" fmla="*/ 536121 h 1059043"/>
                <a:gd name="connsiteX272-31473" fmla="*/ 1451111 w 3024845"/>
                <a:gd name="connsiteY272-31474" fmla="*/ 537472 h 1059043"/>
                <a:gd name="connsiteX273-31475" fmla="*/ 1451111 w 3024845"/>
                <a:gd name="connsiteY273-31476" fmla="*/ 546930 h 1059043"/>
                <a:gd name="connsiteX274-31477" fmla="*/ 1489618 w 3024845"/>
                <a:gd name="connsiteY274-31478" fmla="*/ 546930 h 1059043"/>
                <a:gd name="connsiteX275-31479" fmla="*/ 1489618 w 3024845"/>
                <a:gd name="connsiteY275-31480" fmla="*/ 685283 h 1059043"/>
                <a:gd name="connsiteX276-31481" fmla="*/ 1491138 w 3024845"/>
                <a:gd name="connsiteY276-31482" fmla="*/ 685283 h 1059043"/>
                <a:gd name="connsiteX277-31483" fmla="*/ 1501778 w 3024845"/>
                <a:gd name="connsiteY277-31484" fmla="*/ 685283 h 1059043"/>
                <a:gd name="connsiteX278-31485" fmla="*/ 1501778 w 3024845"/>
                <a:gd name="connsiteY278-31486" fmla="*/ 672313 h 1059043"/>
                <a:gd name="connsiteX279-31487" fmla="*/ 1505832 w 3024845"/>
                <a:gd name="connsiteY279-31488" fmla="*/ 672313 h 1059043"/>
                <a:gd name="connsiteX280-31489" fmla="*/ 1505832 w 3024845"/>
                <a:gd name="connsiteY280-31490" fmla="*/ 685283 h 1059043"/>
                <a:gd name="connsiteX281-31491" fmla="*/ 1536232 w 3024845"/>
                <a:gd name="connsiteY281-31492" fmla="*/ 685283 h 1059043"/>
                <a:gd name="connsiteX282-31493" fmla="*/ 1536232 w 3024845"/>
                <a:gd name="connsiteY282-31494" fmla="*/ 655018 h 1059043"/>
                <a:gd name="connsiteX283-31495" fmla="*/ 1548392 w 3024845"/>
                <a:gd name="connsiteY283-31496" fmla="*/ 655018 h 1059043"/>
                <a:gd name="connsiteX284-31497" fmla="*/ 1560552 w 3024845"/>
                <a:gd name="connsiteY284-31498" fmla="*/ 652857 h 1059043"/>
                <a:gd name="connsiteX285-31499" fmla="*/ 1564606 w 3024845"/>
                <a:gd name="connsiteY285-31500" fmla="*/ 655018 h 1059043"/>
                <a:gd name="connsiteX286-31501" fmla="*/ 1574739 w 3024845"/>
                <a:gd name="connsiteY286-31502" fmla="*/ 655018 h 1059043"/>
                <a:gd name="connsiteX287-31503" fmla="*/ 1574739 w 3024845"/>
                <a:gd name="connsiteY287-31504" fmla="*/ 685283 h 1059043"/>
                <a:gd name="connsiteX288-31505" fmla="*/ 1582846 w 3024845"/>
                <a:gd name="connsiteY288-31506" fmla="*/ 685283 h 1059043"/>
                <a:gd name="connsiteX289-31507" fmla="*/ 1582846 w 3024845"/>
                <a:gd name="connsiteY289-31508" fmla="*/ 702578 h 1059043"/>
                <a:gd name="connsiteX290-31509" fmla="*/ 1592182 w 3024845"/>
                <a:gd name="connsiteY290-31510" fmla="*/ 703483 h 1059043"/>
                <a:gd name="connsiteX291-31511" fmla="*/ 1605140 w 3024845"/>
                <a:gd name="connsiteY291-31512" fmla="*/ 703483 h 1059043"/>
                <a:gd name="connsiteX292-31513" fmla="*/ 1605140 w 3024845"/>
                <a:gd name="connsiteY292-31514" fmla="*/ 687445 h 1059043"/>
                <a:gd name="connsiteX293-31515" fmla="*/ 1673096 w 3024845"/>
                <a:gd name="connsiteY293-31516" fmla="*/ 687445 h 1059043"/>
                <a:gd name="connsiteX294-31517" fmla="*/ 1673096 w 3024845"/>
                <a:gd name="connsiteY294-31518" fmla="*/ 602192 h 1059043"/>
                <a:gd name="connsiteX295-31519" fmla="*/ 1745104 w 3024845"/>
                <a:gd name="connsiteY295-31520" fmla="*/ 602192 h 1059043"/>
                <a:gd name="connsiteX296-31521" fmla="*/ 1745104 w 3024845"/>
                <a:gd name="connsiteY296-31522" fmla="*/ 680960 h 1059043"/>
                <a:gd name="connsiteX297-31523" fmla="*/ 1747008 w 3024845"/>
                <a:gd name="connsiteY297-31524" fmla="*/ 680960 h 1059043"/>
                <a:gd name="connsiteX298-31525" fmla="*/ 1748250 w 3024845"/>
                <a:gd name="connsiteY298-31526" fmla="*/ 703483 h 1059043"/>
                <a:gd name="connsiteX299-31527" fmla="*/ 1757926 w 3024845"/>
                <a:gd name="connsiteY299-31528" fmla="*/ 703483 h 1059043"/>
                <a:gd name="connsiteX300-31529" fmla="*/ 1759168 w 3024845"/>
                <a:gd name="connsiteY300-31530" fmla="*/ 680960 h 1059043"/>
                <a:gd name="connsiteX301-31531" fmla="*/ 1765248 w 3024845"/>
                <a:gd name="connsiteY301-31532" fmla="*/ 680960 h 1059043"/>
                <a:gd name="connsiteX302-31533" fmla="*/ 1766490 w 3024845"/>
                <a:gd name="connsiteY302-31534" fmla="*/ 703483 h 1059043"/>
                <a:gd name="connsiteX303-31535" fmla="*/ 1817112 w 3024845"/>
                <a:gd name="connsiteY303-31536" fmla="*/ 703483 h 1059043"/>
                <a:gd name="connsiteX304-31537" fmla="*/ 1817112 w 3024845"/>
                <a:gd name="connsiteY304-31538" fmla="*/ 540455 h 1059043"/>
                <a:gd name="connsiteX305-31539" fmla="*/ 2014439 w 3024845"/>
                <a:gd name="connsiteY305-31540" fmla="*/ 540455 h 1059043"/>
                <a:gd name="connsiteX306-31541" fmla="*/ 2014439 w 3024845"/>
                <a:gd name="connsiteY306-31542" fmla="*/ 703483 h 1059043"/>
                <a:gd name="connsiteX307-31543" fmla="*/ 2033136 w 3024845"/>
                <a:gd name="connsiteY307-31544" fmla="*/ 703483 h 1059043"/>
                <a:gd name="connsiteX308-31545" fmla="*/ 2033136 w 3024845"/>
                <a:gd name="connsiteY308-31546" fmla="*/ 620790 h 1059043"/>
                <a:gd name="connsiteX309-31547" fmla="*/ 2128256 w 3024845"/>
                <a:gd name="connsiteY309-31548" fmla="*/ 620790 h 1059043"/>
                <a:gd name="connsiteX310-31549" fmla="*/ 2146266 w 3024845"/>
                <a:gd name="connsiteY310-31550" fmla="*/ 131868 h 1059043"/>
                <a:gd name="connsiteX311-31551" fmla="*/ 2144240 w 3024845"/>
                <a:gd name="connsiteY311-31552" fmla="*/ 125383 h 1059043"/>
                <a:gd name="connsiteX312-31553" fmla="*/ 2150320 w 3024845"/>
                <a:gd name="connsiteY312-31554" fmla="*/ 118897 h 1059043"/>
                <a:gd name="connsiteX313-31555" fmla="*/ 2150320 w 3024845"/>
                <a:gd name="connsiteY313-31556" fmla="*/ 60529 h 1059043"/>
                <a:gd name="connsiteX314-31557" fmla="*/ 2152346 w 3024845"/>
                <a:gd name="connsiteY314-31558" fmla="*/ 56206 h 1059043"/>
                <a:gd name="connsiteX315-31559" fmla="*/ 2152346 w 3024845"/>
                <a:gd name="connsiteY315-31560" fmla="*/ 0 h 1059043"/>
                <a:gd name="connsiteX316-31561" fmla="*/ 2180720 w 3024845"/>
                <a:gd name="connsiteY316-31562" fmla="*/ 555577 h 1059043"/>
                <a:gd name="connsiteX317-31563" fmla="*/ 2245574 w 3024845"/>
                <a:gd name="connsiteY317-31564" fmla="*/ 555577 h 1059043"/>
                <a:gd name="connsiteX318-31565" fmla="*/ 2245574 w 3024845"/>
                <a:gd name="connsiteY318-31566" fmla="*/ 631239 h 1059043"/>
                <a:gd name="connsiteX319-31567" fmla="*/ 2253681 w 3024845"/>
                <a:gd name="connsiteY319-31568" fmla="*/ 631239 h 1059043"/>
                <a:gd name="connsiteX320-31569" fmla="*/ 2255708 w 3024845"/>
                <a:gd name="connsiteY320-31570" fmla="*/ 624754 h 1059043"/>
                <a:gd name="connsiteX321-31571" fmla="*/ 2261788 w 3024845"/>
                <a:gd name="connsiteY321-31572" fmla="*/ 624754 h 1059043"/>
                <a:gd name="connsiteX322-31573" fmla="*/ 2263815 w 3024845"/>
                <a:gd name="connsiteY322-31574" fmla="*/ 633401 h 1059043"/>
                <a:gd name="connsiteX323-31575" fmla="*/ 2275975 w 3024845"/>
                <a:gd name="connsiteY323-31576" fmla="*/ 633401 h 1059043"/>
                <a:gd name="connsiteX324-31577" fmla="*/ 2275975 w 3024845"/>
                <a:gd name="connsiteY324-31578" fmla="*/ 626915 h 1059043"/>
                <a:gd name="connsiteX325-31579" fmla="*/ 2298268 w 3024845"/>
                <a:gd name="connsiteY325-31580" fmla="*/ 626915 h 1059043"/>
                <a:gd name="connsiteX326-31581" fmla="*/ 2298268 w 3024845"/>
                <a:gd name="connsiteY326-31582" fmla="*/ 633401 h 1059043"/>
                <a:gd name="connsiteX327-31583" fmla="*/ 2318535 w 3024845"/>
                <a:gd name="connsiteY327-31584" fmla="*/ 633401 h 1059043"/>
                <a:gd name="connsiteX328-31585" fmla="*/ 2318535 w 3024845"/>
                <a:gd name="connsiteY328-31586" fmla="*/ 678798 h 1059043"/>
                <a:gd name="connsiteX329-31587" fmla="*/ 2332722 w 3024845"/>
                <a:gd name="connsiteY329-31588" fmla="*/ 678798 h 1059043"/>
                <a:gd name="connsiteX330-31589" fmla="*/ 2332722 w 3024845"/>
                <a:gd name="connsiteY330-31590" fmla="*/ 665827 h 1059043"/>
                <a:gd name="connsiteX331-31591" fmla="*/ 2348936 w 3024845"/>
                <a:gd name="connsiteY331-31592" fmla="*/ 665827 h 1059043"/>
                <a:gd name="connsiteX332-31593" fmla="*/ 2348936 w 3024845"/>
                <a:gd name="connsiteY332-31594" fmla="*/ 486400 h 1059043"/>
                <a:gd name="connsiteX333-31595" fmla="*/ 2355016 w 3024845"/>
                <a:gd name="connsiteY333-31596" fmla="*/ 479914 h 1059043"/>
                <a:gd name="connsiteX334-31597" fmla="*/ 2427977 w 3024845"/>
                <a:gd name="connsiteY334-31598" fmla="*/ 479914 h 1059043"/>
                <a:gd name="connsiteX335-31599" fmla="*/ 2427977 w 3024845"/>
                <a:gd name="connsiteY335-31600" fmla="*/ 488562 h 1059043"/>
                <a:gd name="connsiteX336-31601" fmla="*/ 2438110 w 3024845"/>
                <a:gd name="connsiteY336-31602" fmla="*/ 488562 h 1059043"/>
                <a:gd name="connsiteX337-31603" fmla="*/ 2438110 w 3024845"/>
                <a:gd name="connsiteY337-31604" fmla="*/ 603136 h 1059043"/>
                <a:gd name="connsiteX338-31605" fmla="*/ 2460404 w 3024845"/>
                <a:gd name="connsiteY338-31606" fmla="*/ 603136 h 1059043"/>
                <a:gd name="connsiteX339-31607" fmla="*/ 2460404 w 3024845"/>
                <a:gd name="connsiteY339-31608" fmla="*/ 536121 h 1059043"/>
                <a:gd name="connsiteX340-31609" fmla="*/ 2486751 w 3024845"/>
                <a:gd name="connsiteY340-31610" fmla="*/ 536121 h 1059043"/>
                <a:gd name="connsiteX341-31611" fmla="*/ 2490804 w 3024845"/>
                <a:gd name="connsiteY341-31612" fmla="*/ 531797 h 1059043"/>
                <a:gd name="connsiteX342-31613" fmla="*/ 2498911 w 3024845"/>
                <a:gd name="connsiteY342-31614" fmla="*/ 531797 h 1059043"/>
                <a:gd name="connsiteX343-31615" fmla="*/ 2502964 w 3024845"/>
                <a:gd name="connsiteY343-31616" fmla="*/ 536121 h 1059043"/>
                <a:gd name="connsiteX344-31617" fmla="*/ 2525258 w 3024845"/>
                <a:gd name="connsiteY344-31618" fmla="*/ 536121 h 1059043"/>
                <a:gd name="connsiteX345-31619" fmla="*/ 2525258 w 3024845"/>
                <a:gd name="connsiteY345-31620" fmla="*/ 419385 h 1059043"/>
                <a:gd name="connsiteX346-31621" fmla="*/ 2582005 w 3024845"/>
                <a:gd name="connsiteY346-31622" fmla="*/ 408576 h 1059043"/>
                <a:gd name="connsiteX347-31623" fmla="*/ 2582005 w 3024845"/>
                <a:gd name="connsiteY347-31624" fmla="*/ 409657 h 1059043"/>
                <a:gd name="connsiteX348-31625" fmla="*/ 2582005 w 3024845"/>
                <a:gd name="connsiteY348-31626" fmla="*/ 417223 h 1059043"/>
                <a:gd name="connsiteX349-31627" fmla="*/ 2608352 w 3024845"/>
                <a:gd name="connsiteY349-31628" fmla="*/ 417223 h 1059043"/>
                <a:gd name="connsiteX350-31629" fmla="*/ 2608352 w 3024845"/>
                <a:gd name="connsiteY350-31630" fmla="*/ 672313 h 1059043"/>
                <a:gd name="connsiteX351-31631" fmla="*/ 2630646 w 3024845"/>
                <a:gd name="connsiteY351-31632" fmla="*/ 672313 h 1059043"/>
                <a:gd name="connsiteX352-31633" fmla="*/ 2630646 w 3024845"/>
                <a:gd name="connsiteY352-31634" fmla="*/ 667989 h 1059043"/>
                <a:gd name="connsiteX353-31635" fmla="*/ 2642806 w 3024845"/>
                <a:gd name="connsiteY353-31636" fmla="*/ 667989 h 1059043"/>
                <a:gd name="connsiteX354-31637" fmla="*/ 2642806 w 3024845"/>
                <a:gd name="connsiteY354-31638" fmla="*/ 672313 h 1059043"/>
                <a:gd name="connsiteX355-31639" fmla="*/ 2667126 w 3024845"/>
                <a:gd name="connsiteY355-31640" fmla="*/ 672313 h 1059043"/>
                <a:gd name="connsiteX356-31641" fmla="*/ 2667126 w 3024845"/>
                <a:gd name="connsiteY356-31642" fmla="*/ 659342 h 1059043"/>
                <a:gd name="connsiteX357-31643" fmla="*/ 2695500 w 3024845"/>
                <a:gd name="connsiteY357-31644" fmla="*/ 659342 h 1059043"/>
                <a:gd name="connsiteX358-31645" fmla="*/ 2707660 w 3024845"/>
                <a:gd name="connsiteY358-31646" fmla="*/ 655018 h 1059043"/>
                <a:gd name="connsiteX359-31647" fmla="*/ 2727927 w 3024845"/>
                <a:gd name="connsiteY359-31648" fmla="*/ 659342 h 1059043"/>
                <a:gd name="connsiteX360-31649" fmla="*/ 2727927 w 3024845"/>
                <a:gd name="connsiteY360-31650" fmla="*/ 642048 h 1059043"/>
                <a:gd name="connsiteX361-31651" fmla="*/ 2736034 w 3024845"/>
                <a:gd name="connsiteY361-31652" fmla="*/ 642048 h 1059043"/>
                <a:gd name="connsiteX362-31653" fmla="*/ 2736034 w 3024845"/>
                <a:gd name="connsiteY362-31654" fmla="*/ 629077 h 1059043"/>
                <a:gd name="connsiteX363-31655" fmla="*/ 2792781 w 3024845"/>
                <a:gd name="connsiteY363-31656" fmla="*/ 629077 h 1059043"/>
                <a:gd name="connsiteX364-31657" fmla="*/ 2792781 w 3024845"/>
                <a:gd name="connsiteY364-31658" fmla="*/ 598812 h 1059043"/>
                <a:gd name="connsiteX365-31659" fmla="*/ 2811021 w 3024845"/>
                <a:gd name="connsiteY365-31660" fmla="*/ 598812 h 1059043"/>
                <a:gd name="connsiteX366-31661" fmla="*/ 2811021 w 3024845"/>
                <a:gd name="connsiteY366-31662" fmla="*/ 592327 h 1059043"/>
                <a:gd name="connsiteX367-31663" fmla="*/ 2823181 w 3024845"/>
                <a:gd name="connsiteY367-31664" fmla="*/ 592327 h 1059043"/>
                <a:gd name="connsiteX368-31665" fmla="*/ 2823181 w 3024845"/>
                <a:gd name="connsiteY368-31666" fmla="*/ 598812 h 1059043"/>
                <a:gd name="connsiteX369-31667" fmla="*/ 2839395 w 3024845"/>
                <a:gd name="connsiteY369-31668" fmla="*/ 598812 h 1059043"/>
                <a:gd name="connsiteX370-31669" fmla="*/ 2839395 w 3024845"/>
                <a:gd name="connsiteY370-31670" fmla="*/ 648533 h 1059043"/>
                <a:gd name="connsiteX371-31671" fmla="*/ 2871822 w 3024845"/>
                <a:gd name="connsiteY371-31672" fmla="*/ 648533 h 1059043"/>
                <a:gd name="connsiteX372-31673" fmla="*/ 2871822 w 3024845"/>
                <a:gd name="connsiteY372-31674" fmla="*/ 622592 h 1059043"/>
                <a:gd name="connsiteX373-31675" fmla="*/ 2910329 w 3024845"/>
                <a:gd name="connsiteY373-31676" fmla="*/ 622592 h 1059043"/>
                <a:gd name="connsiteX374-31677" fmla="*/ 2910329 w 3024845"/>
                <a:gd name="connsiteY374-31678" fmla="*/ 592327 h 1059043"/>
                <a:gd name="connsiteX375-31679" fmla="*/ 2958970 w 3024845"/>
                <a:gd name="connsiteY375-31680" fmla="*/ 592327 h 1059043"/>
                <a:gd name="connsiteX376-31681" fmla="*/ 2958970 w 3024845"/>
                <a:gd name="connsiteY376-31682" fmla="*/ 703483 h 1059043"/>
                <a:gd name="connsiteX377-31683" fmla="*/ 2958970 w 3024845"/>
                <a:gd name="connsiteY377-31684" fmla="*/ 717262 h 1059043"/>
                <a:gd name="connsiteX378-31685" fmla="*/ 3024845 w 3024845"/>
                <a:gd name="connsiteY378-31686" fmla="*/ 717262 h 1059043"/>
                <a:gd name="connsiteX379-31687" fmla="*/ 3024845 w 3024845"/>
                <a:gd name="connsiteY379-31688" fmla="*/ 1059043 h 1059043"/>
                <a:gd name="connsiteX380-31689" fmla="*/ 2054 w 3024845"/>
                <a:gd name="connsiteY380-31690" fmla="*/ 1056710 h 1059043"/>
                <a:gd name="connsiteX381-31691" fmla="*/ 0 w 3024845"/>
                <a:gd name="connsiteY381-31692" fmla="*/ 622592 h 1059043"/>
                <a:gd name="connsiteX382-31693" fmla="*/ 20267 w 3024845"/>
                <a:gd name="connsiteY382-31694" fmla="*/ 622592 h 1059043"/>
                <a:gd name="connsiteX383-31695" fmla="*/ 20774 w 3024845"/>
                <a:gd name="connsiteY383-31696" fmla="*/ 621511 h 1059043"/>
                <a:gd name="connsiteX384-31697" fmla="*/ 24320 w 3024845"/>
                <a:gd name="connsiteY384-31698" fmla="*/ 613945 h 1059043"/>
                <a:gd name="connsiteX385-31699" fmla="*/ 26094 w 3024845"/>
                <a:gd name="connsiteY385-31700" fmla="*/ 614215 h 1059043"/>
                <a:gd name="connsiteX386-31701" fmla="*/ 38507 w 3024845"/>
                <a:gd name="connsiteY386-31702" fmla="*/ 616106 h 1059043"/>
                <a:gd name="connsiteX387-31703" fmla="*/ 39014 w 3024845"/>
                <a:gd name="connsiteY387-31704" fmla="*/ 617458 h 1059043"/>
                <a:gd name="connsiteX388-31705" fmla="*/ 42560 w 3024845"/>
                <a:gd name="connsiteY388-31706" fmla="*/ 626915 h 1059043"/>
                <a:gd name="connsiteX389-31707" fmla="*/ 68907 w 3024845"/>
                <a:gd name="connsiteY389-31708" fmla="*/ 629077 h 1059043"/>
                <a:gd name="connsiteX390-31709" fmla="*/ 68907 w 3024845"/>
                <a:gd name="connsiteY390-31710" fmla="*/ 505856 h 1059043"/>
                <a:gd name="connsiteX391-31711" fmla="*/ 70934 w 3024845"/>
                <a:gd name="connsiteY391-31712" fmla="*/ 505856 h 1059043"/>
                <a:gd name="connsiteX392-31713" fmla="*/ 85121 w 3024845"/>
                <a:gd name="connsiteY392-31714" fmla="*/ 505856 h 1059043"/>
                <a:gd name="connsiteX393-31715" fmla="*/ 85121 w 3024845"/>
                <a:gd name="connsiteY393-31716" fmla="*/ 369664 h 1059043"/>
                <a:gd name="connsiteX394-31717" fmla="*/ 86894 w 3024845"/>
                <a:gd name="connsiteY394-31718" fmla="*/ 369664 h 1059043"/>
                <a:gd name="connsiteX395-31719" fmla="*/ 99308 w 3024845"/>
                <a:gd name="connsiteY395-31720" fmla="*/ 369664 h 1059043"/>
                <a:gd name="connsiteX396-31721" fmla="*/ 99308 w 3024845"/>
                <a:gd name="connsiteY396-31722" fmla="*/ 255090 h 1059043"/>
                <a:gd name="connsiteX397-31723" fmla="*/ 103361 w 3024845"/>
                <a:gd name="connsiteY397-31724" fmla="*/ 226986 h 1059043"/>
                <a:gd name="connsiteX398-31725" fmla="*/ 105388 w 3024845"/>
                <a:gd name="connsiteY398-31726" fmla="*/ 226986 h 1059043"/>
                <a:gd name="connsiteX399-31727" fmla="*/ 119575 w 3024845"/>
                <a:gd name="connsiteY399-31728" fmla="*/ 226986 h 1059043"/>
                <a:gd name="connsiteX0-31729" fmla="*/ 119575 w 3024845"/>
                <a:gd name="connsiteY0-31730" fmla="*/ 226986 h 1059043"/>
                <a:gd name="connsiteX1-31731" fmla="*/ 200642 w 3024845"/>
                <a:gd name="connsiteY1-31732" fmla="*/ 224825 h 1059043"/>
                <a:gd name="connsiteX2-31733" fmla="*/ 202669 w 3024845"/>
                <a:gd name="connsiteY2-31734" fmla="*/ 224825 h 1059043"/>
                <a:gd name="connsiteX3-31735" fmla="*/ 216856 w 3024845"/>
                <a:gd name="connsiteY3-31736" fmla="*/ 224825 h 1059043"/>
                <a:gd name="connsiteX4-31737" fmla="*/ 216856 w 3024845"/>
                <a:gd name="connsiteY4-31738" fmla="*/ 248604 h 1059043"/>
                <a:gd name="connsiteX5-31739" fmla="*/ 217363 w 3024845"/>
                <a:gd name="connsiteY5-31740" fmla="*/ 249415 h 1059043"/>
                <a:gd name="connsiteX6-31741" fmla="*/ 220909 w 3024845"/>
                <a:gd name="connsiteY6-31742" fmla="*/ 255090 h 1059043"/>
                <a:gd name="connsiteX7-31743" fmla="*/ 220909 w 3024845"/>
                <a:gd name="connsiteY7-31744" fmla="*/ 369664 h 1059043"/>
                <a:gd name="connsiteX8-31745" fmla="*/ 223189 w 3024845"/>
                <a:gd name="connsiteY8-31746" fmla="*/ 369664 h 1059043"/>
                <a:gd name="connsiteX9-31747" fmla="*/ 239150 w 3024845"/>
                <a:gd name="connsiteY9-31748" fmla="*/ 369664 h 1059043"/>
                <a:gd name="connsiteX10-31749" fmla="*/ 239150 w 3024845"/>
                <a:gd name="connsiteY10-31750" fmla="*/ 510179 h 1059043"/>
                <a:gd name="connsiteX11-31751" fmla="*/ 240670 w 3024845"/>
                <a:gd name="connsiteY11-31752" fmla="*/ 509909 h 1059043"/>
                <a:gd name="connsiteX12-31753" fmla="*/ 251310 w 3024845"/>
                <a:gd name="connsiteY12-31754" fmla="*/ 508018 h 1059043"/>
                <a:gd name="connsiteX13-31755" fmla="*/ 249283 w 3024845"/>
                <a:gd name="connsiteY13-31756" fmla="*/ 596650 h 1059043"/>
                <a:gd name="connsiteX14-31757" fmla="*/ 250803 w 3024845"/>
                <a:gd name="connsiteY14-31758" fmla="*/ 596921 h 1059043"/>
                <a:gd name="connsiteX15-31759" fmla="*/ 261443 w 3024845"/>
                <a:gd name="connsiteY15-31760" fmla="*/ 598812 h 1059043"/>
                <a:gd name="connsiteX16-31761" fmla="*/ 261696 w 3024845"/>
                <a:gd name="connsiteY16-31762" fmla="*/ 599623 h 1059043"/>
                <a:gd name="connsiteX17-31763" fmla="*/ 263470 w 3024845"/>
                <a:gd name="connsiteY17-31764" fmla="*/ 605298 h 1059043"/>
                <a:gd name="connsiteX18-31765" fmla="*/ 264230 w 3024845"/>
                <a:gd name="connsiteY18-31766" fmla="*/ 602866 h 1059043"/>
                <a:gd name="connsiteX19-31767" fmla="*/ 269550 w 3024845"/>
                <a:gd name="connsiteY19-31768" fmla="*/ 585842 h 1059043"/>
                <a:gd name="connsiteX20-31769" fmla="*/ 271323 w 3024845"/>
                <a:gd name="connsiteY20-31770" fmla="*/ 585842 h 1059043"/>
                <a:gd name="connsiteX21-31771" fmla="*/ 283737 w 3024845"/>
                <a:gd name="connsiteY21-31772" fmla="*/ 585842 h 1059043"/>
                <a:gd name="connsiteX22-31773" fmla="*/ 283737 w 3024845"/>
                <a:gd name="connsiteY22-31774" fmla="*/ 618268 h 1059043"/>
                <a:gd name="connsiteX23-31775" fmla="*/ 284750 w 3024845"/>
                <a:gd name="connsiteY23-31776" fmla="*/ 618809 h 1059043"/>
                <a:gd name="connsiteX24-31777" fmla="*/ 291844 w 3024845"/>
                <a:gd name="connsiteY24-31778" fmla="*/ 622592 h 1059043"/>
                <a:gd name="connsiteX25-31779" fmla="*/ 291844 w 3024845"/>
                <a:gd name="connsiteY25-31780" fmla="*/ 623943 h 1059043"/>
                <a:gd name="connsiteX26-31781" fmla="*/ 291844 w 3024845"/>
                <a:gd name="connsiteY26-31782" fmla="*/ 633401 h 1059043"/>
                <a:gd name="connsiteX27-31783" fmla="*/ 336431 w 3024845"/>
                <a:gd name="connsiteY27-31784" fmla="*/ 633401 h 1059043"/>
                <a:gd name="connsiteX28-31785" fmla="*/ 336431 w 3024845"/>
                <a:gd name="connsiteY28-31786" fmla="*/ 634482 h 1059043"/>
                <a:gd name="connsiteX29-31787" fmla="*/ 336431 w 3024845"/>
                <a:gd name="connsiteY29-31788" fmla="*/ 642048 h 1059043"/>
                <a:gd name="connsiteX30-31789" fmla="*/ 338457 w 3024845"/>
                <a:gd name="connsiteY30-31790" fmla="*/ 642048 h 1059043"/>
                <a:gd name="connsiteX31-31791" fmla="*/ 352644 w 3024845"/>
                <a:gd name="connsiteY31-31792" fmla="*/ 642048 h 1059043"/>
                <a:gd name="connsiteX32-31793" fmla="*/ 352644 w 3024845"/>
                <a:gd name="connsiteY32-31794" fmla="*/ 611783 h 1059043"/>
                <a:gd name="connsiteX33-31795" fmla="*/ 397231 w 3024845"/>
                <a:gd name="connsiteY33-31796" fmla="*/ 611783 h 1059043"/>
                <a:gd name="connsiteX34-31797" fmla="*/ 397231 w 3024845"/>
                <a:gd name="connsiteY34-31798" fmla="*/ 610432 h 1059043"/>
                <a:gd name="connsiteX35-31799" fmla="*/ 397231 w 3024845"/>
                <a:gd name="connsiteY35-31800" fmla="*/ 600974 h 1059043"/>
                <a:gd name="connsiteX36-31801" fmla="*/ 398245 w 3024845"/>
                <a:gd name="connsiteY36-31802" fmla="*/ 600974 h 1059043"/>
                <a:gd name="connsiteX37-31803" fmla="*/ 405338 w 3024845"/>
                <a:gd name="connsiteY37-31804" fmla="*/ 600974 h 1059043"/>
                <a:gd name="connsiteX38-31805" fmla="*/ 405338 w 3024845"/>
                <a:gd name="connsiteY38-31806" fmla="*/ 599083 h 1059043"/>
                <a:gd name="connsiteX39-31807" fmla="*/ 405338 w 3024845"/>
                <a:gd name="connsiteY39-31808" fmla="*/ 585842 h 1059043"/>
                <a:gd name="connsiteX40-31809" fmla="*/ 406098 w 3024845"/>
                <a:gd name="connsiteY40-31810" fmla="*/ 585842 h 1059043"/>
                <a:gd name="connsiteX41-31811" fmla="*/ 411418 w 3024845"/>
                <a:gd name="connsiteY41-31812" fmla="*/ 585842 h 1059043"/>
                <a:gd name="connsiteX42-31813" fmla="*/ 411418 w 3024845"/>
                <a:gd name="connsiteY42-31814" fmla="*/ 584761 h 1059043"/>
                <a:gd name="connsiteX43-31815" fmla="*/ 411418 w 3024845"/>
                <a:gd name="connsiteY43-31816" fmla="*/ 577194 h 1059043"/>
                <a:gd name="connsiteX44-31817" fmla="*/ 413445 w 3024845"/>
                <a:gd name="connsiteY44-31818" fmla="*/ 577194 h 1059043"/>
                <a:gd name="connsiteX45-31819" fmla="*/ 427632 w 3024845"/>
                <a:gd name="connsiteY45-31820" fmla="*/ 577194 h 1059043"/>
                <a:gd name="connsiteX46-31821" fmla="*/ 427632 w 3024845"/>
                <a:gd name="connsiteY46-31822" fmla="*/ 578275 h 1059043"/>
                <a:gd name="connsiteX47-31823" fmla="*/ 427632 w 3024845"/>
                <a:gd name="connsiteY47-31824" fmla="*/ 585842 h 1059043"/>
                <a:gd name="connsiteX48-31825" fmla="*/ 449925 w 3024845"/>
                <a:gd name="connsiteY48-31826" fmla="*/ 585842 h 1059043"/>
                <a:gd name="connsiteX49-31827" fmla="*/ 449925 w 3024845"/>
                <a:gd name="connsiteY49-31828" fmla="*/ 583950 h 1059043"/>
                <a:gd name="connsiteX50-31829" fmla="*/ 449925 w 3024845"/>
                <a:gd name="connsiteY50-31830" fmla="*/ 570709 h 1059043"/>
                <a:gd name="connsiteX51-31831" fmla="*/ 451699 w 3024845"/>
                <a:gd name="connsiteY51-31832" fmla="*/ 570709 h 1059043"/>
                <a:gd name="connsiteX52-31833" fmla="*/ 464112 w 3024845"/>
                <a:gd name="connsiteY52-31834" fmla="*/ 570709 h 1059043"/>
                <a:gd name="connsiteX53-31835" fmla="*/ 464112 w 3024845"/>
                <a:gd name="connsiteY53-31836" fmla="*/ 594489 h 1059043"/>
                <a:gd name="connsiteX54-31837" fmla="*/ 465126 w 3024845"/>
                <a:gd name="connsiteY54-31838" fmla="*/ 594489 h 1059043"/>
                <a:gd name="connsiteX55-31839" fmla="*/ 472219 w 3024845"/>
                <a:gd name="connsiteY55-31840" fmla="*/ 594489 h 1059043"/>
                <a:gd name="connsiteX56-31841" fmla="*/ 472219 w 3024845"/>
                <a:gd name="connsiteY56-31842" fmla="*/ 593408 h 1059043"/>
                <a:gd name="connsiteX57-31843" fmla="*/ 472219 w 3024845"/>
                <a:gd name="connsiteY57-31844" fmla="*/ 585842 h 1059043"/>
                <a:gd name="connsiteX58-31845" fmla="*/ 473992 w 3024845"/>
                <a:gd name="connsiteY58-31846" fmla="*/ 585842 h 1059043"/>
                <a:gd name="connsiteX59-31847" fmla="*/ 486406 w 3024845"/>
                <a:gd name="connsiteY59-31848" fmla="*/ 585842 h 1059043"/>
                <a:gd name="connsiteX60-31849" fmla="*/ 486406 w 3024845"/>
                <a:gd name="connsiteY60-31850" fmla="*/ 611783 h 1059043"/>
                <a:gd name="connsiteX61-31851" fmla="*/ 488433 w 3024845"/>
                <a:gd name="connsiteY61-31852" fmla="*/ 611783 h 1059043"/>
                <a:gd name="connsiteX62-31853" fmla="*/ 502619 w 3024845"/>
                <a:gd name="connsiteY62-31854" fmla="*/ 611783 h 1059043"/>
                <a:gd name="connsiteX63-31855" fmla="*/ 502619 w 3024845"/>
                <a:gd name="connsiteY63-31856" fmla="*/ 613404 h 1059043"/>
                <a:gd name="connsiteX64-31857" fmla="*/ 502619 w 3024845"/>
                <a:gd name="connsiteY64-31858" fmla="*/ 624754 h 1059043"/>
                <a:gd name="connsiteX65-31859" fmla="*/ 503379 w 3024845"/>
                <a:gd name="connsiteY65-31860" fmla="*/ 624754 h 1059043"/>
                <a:gd name="connsiteX66-31861" fmla="*/ 508700 w 3024845"/>
                <a:gd name="connsiteY66-31862" fmla="*/ 624754 h 1059043"/>
                <a:gd name="connsiteX67-31863" fmla="*/ 508700 w 3024845"/>
                <a:gd name="connsiteY67-31864" fmla="*/ 623943 h 1059043"/>
                <a:gd name="connsiteX68-31865" fmla="*/ 508700 w 3024845"/>
                <a:gd name="connsiteY68-31866" fmla="*/ 618268 h 1059043"/>
                <a:gd name="connsiteX69-31867" fmla="*/ 539100 w 3024845"/>
                <a:gd name="connsiteY69-31868" fmla="*/ 618268 h 1059043"/>
                <a:gd name="connsiteX70-31869" fmla="*/ 539100 w 3024845"/>
                <a:gd name="connsiteY70-31870" fmla="*/ 642048 h 1059043"/>
                <a:gd name="connsiteX71-31871" fmla="*/ 540113 w 3024845"/>
                <a:gd name="connsiteY71-31872" fmla="*/ 642048 h 1059043"/>
                <a:gd name="connsiteX72-31873" fmla="*/ 547207 w 3024845"/>
                <a:gd name="connsiteY72-31874" fmla="*/ 642048 h 1059043"/>
                <a:gd name="connsiteX73-31875" fmla="*/ 547207 w 3024845"/>
                <a:gd name="connsiteY73-31876" fmla="*/ 643129 h 1059043"/>
                <a:gd name="connsiteX74-31877" fmla="*/ 547207 w 3024845"/>
                <a:gd name="connsiteY74-31878" fmla="*/ 650695 h 1059043"/>
                <a:gd name="connsiteX75-31879" fmla="*/ 547967 w 3024845"/>
                <a:gd name="connsiteY75-31880" fmla="*/ 650695 h 1059043"/>
                <a:gd name="connsiteX76-31881" fmla="*/ 553287 w 3024845"/>
                <a:gd name="connsiteY76-31882" fmla="*/ 650695 h 1059043"/>
                <a:gd name="connsiteX77-31883" fmla="*/ 553287 w 3024845"/>
                <a:gd name="connsiteY77-31884" fmla="*/ 648533 h 1059043"/>
                <a:gd name="connsiteX78-31885" fmla="*/ 553287 w 3024845"/>
                <a:gd name="connsiteY78-31886" fmla="*/ 633401 h 1059043"/>
                <a:gd name="connsiteX79-31887" fmla="*/ 554300 w 3024845"/>
                <a:gd name="connsiteY79-31888" fmla="*/ 633401 h 1059043"/>
                <a:gd name="connsiteX80-31889" fmla="*/ 561394 w 3024845"/>
                <a:gd name="connsiteY80-31890" fmla="*/ 633401 h 1059043"/>
                <a:gd name="connsiteX81-31891" fmla="*/ 561394 w 3024845"/>
                <a:gd name="connsiteY81-31892" fmla="*/ 634482 h 1059043"/>
                <a:gd name="connsiteX82-31893" fmla="*/ 561394 w 3024845"/>
                <a:gd name="connsiteY82-31894" fmla="*/ 642048 h 1059043"/>
                <a:gd name="connsiteX83-31895" fmla="*/ 566714 w 3024845"/>
                <a:gd name="connsiteY83-31896" fmla="*/ 640055 h 1059043"/>
                <a:gd name="connsiteX84-31897" fmla="*/ 567474 w 3024845"/>
                <a:gd name="connsiteY84-31898" fmla="*/ 639075 h 1059043"/>
                <a:gd name="connsiteX85-31899" fmla="*/ 567474 w 3024845"/>
                <a:gd name="connsiteY85-31900" fmla="*/ 633401 h 1059043"/>
                <a:gd name="connsiteX86-31901" fmla="*/ 605981 w 3024845"/>
                <a:gd name="connsiteY86-31902" fmla="*/ 633401 h 1059043"/>
                <a:gd name="connsiteX87-31903" fmla="*/ 605981 w 3024845"/>
                <a:gd name="connsiteY87-31904" fmla="*/ 657180 h 1059043"/>
                <a:gd name="connsiteX88-31905" fmla="*/ 608007 w 3024845"/>
                <a:gd name="connsiteY88-31906" fmla="*/ 657180 h 1059043"/>
                <a:gd name="connsiteX89-31907" fmla="*/ 622194 w 3024845"/>
                <a:gd name="connsiteY89-31908" fmla="*/ 657180 h 1059043"/>
                <a:gd name="connsiteX90-31909" fmla="*/ 622194 w 3024845"/>
                <a:gd name="connsiteY90-31910" fmla="*/ 658261 h 1059043"/>
                <a:gd name="connsiteX91-31911" fmla="*/ 622194 w 3024845"/>
                <a:gd name="connsiteY91-31912" fmla="*/ 665827 h 1059043"/>
                <a:gd name="connsiteX92-31913" fmla="*/ 623968 w 3024845"/>
                <a:gd name="connsiteY92-31914" fmla="*/ 665827 h 1059043"/>
                <a:gd name="connsiteX93-31915" fmla="*/ 636381 w 3024845"/>
                <a:gd name="connsiteY93-31916" fmla="*/ 665827 h 1059043"/>
                <a:gd name="connsiteX94-31917" fmla="*/ 636381 w 3024845"/>
                <a:gd name="connsiteY94-31918" fmla="*/ 642048 h 1059043"/>
                <a:gd name="connsiteX95-31919" fmla="*/ 637394 w 3024845"/>
                <a:gd name="connsiteY95-31920" fmla="*/ 642048 h 1059043"/>
                <a:gd name="connsiteX96-31921" fmla="*/ 644488 w 3024845"/>
                <a:gd name="connsiteY96-31922" fmla="*/ 642048 h 1059043"/>
                <a:gd name="connsiteX97-31923" fmla="*/ 644488 w 3024845"/>
                <a:gd name="connsiteY97-31924" fmla="*/ 609621 h 1059043"/>
                <a:gd name="connsiteX98-31925" fmla="*/ 645501 w 3024845"/>
                <a:gd name="connsiteY98-31926" fmla="*/ 609621 h 1059043"/>
                <a:gd name="connsiteX99-31927" fmla="*/ 652595 w 3024845"/>
                <a:gd name="connsiteY99-31928" fmla="*/ 609621 h 1059043"/>
                <a:gd name="connsiteX100-31929" fmla="*/ 652595 w 3024845"/>
                <a:gd name="connsiteY100-31930" fmla="*/ 607730 h 1059043"/>
                <a:gd name="connsiteX101-31931" fmla="*/ 652595 w 3024845"/>
                <a:gd name="connsiteY101-31932" fmla="*/ 594489 h 1059043"/>
                <a:gd name="connsiteX102-31933" fmla="*/ 651328 w 3024845"/>
                <a:gd name="connsiteY102-31934" fmla="*/ 592867 h 1059043"/>
                <a:gd name="connsiteX103-31935" fmla="*/ 656648 w 3024845"/>
                <a:gd name="connsiteY103-31936" fmla="*/ 581518 h 1059043"/>
                <a:gd name="connsiteX104-31937" fmla="*/ 664755 w 3024845"/>
                <a:gd name="connsiteY104-31938" fmla="*/ 609621 h 1059043"/>
                <a:gd name="connsiteX105-31939" fmla="*/ 665515 w 3024845"/>
                <a:gd name="connsiteY105-31940" fmla="*/ 609621 h 1059043"/>
                <a:gd name="connsiteX106-31941" fmla="*/ 670835 w 3024845"/>
                <a:gd name="connsiteY106-31942" fmla="*/ 609621 h 1059043"/>
                <a:gd name="connsiteX107-31943" fmla="*/ 670835 w 3024845"/>
                <a:gd name="connsiteY107-31944" fmla="*/ 503694 h 1059043"/>
                <a:gd name="connsiteX108-31945" fmla="*/ 672355 w 3024845"/>
                <a:gd name="connsiteY108-31946" fmla="*/ 503694 h 1059043"/>
                <a:gd name="connsiteX109-31947" fmla="*/ 682995 w 3024845"/>
                <a:gd name="connsiteY109-31948" fmla="*/ 503694 h 1059043"/>
                <a:gd name="connsiteX110-31949" fmla="*/ 682995 w 3024845"/>
                <a:gd name="connsiteY110-31950" fmla="*/ 456135 h 1059043"/>
                <a:gd name="connsiteX111-31951" fmla="*/ 709342 w 3024845"/>
                <a:gd name="connsiteY111-31952" fmla="*/ 456135 h 1059043"/>
                <a:gd name="connsiteX112-31953" fmla="*/ 709342 w 3024845"/>
                <a:gd name="connsiteY112-31954" fmla="*/ 434517 h 1059043"/>
                <a:gd name="connsiteX113-31955" fmla="*/ 743796 w 3024845"/>
                <a:gd name="connsiteY113-31956" fmla="*/ 434517 h 1059043"/>
                <a:gd name="connsiteX114-31957" fmla="*/ 743796 w 3024845"/>
                <a:gd name="connsiteY114-31958" fmla="*/ 436949 h 1059043"/>
                <a:gd name="connsiteX115-31959" fmla="*/ 743796 w 3024845"/>
                <a:gd name="connsiteY115-31960" fmla="*/ 453973 h 1059043"/>
                <a:gd name="connsiteX116-31961" fmla="*/ 746076 w 3024845"/>
                <a:gd name="connsiteY116-31962" fmla="*/ 453973 h 1059043"/>
                <a:gd name="connsiteX117-31963" fmla="*/ 762036 w 3024845"/>
                <a:gd name="connsiteY117-31964" fmla="*/ 453973 h 1059043"/>
                <a:gd name="connsiteX118-31965" fmla="*/ 762036 w 3024845"/>
                <a:gd name="connsiteY118-31966" fmla="*/ 501532 h 1059043"/>
                <a:gd name="connsiteX119-31967" fmla="*/ 763049 w 3024845"/>
                <a:gd name="connsiteY119-31968" fmla="*/ 501532 h 1059043"/>
                <a:gd name="connsiteX120-31969" fmla="*/ 770143 w 3024845"/>
                <a:gd name="connsiteY120-31970" fmla="*/ 501532 h 1059043"/>
                <a:gd name="connsiteX121-31971" fmla="*/ 784330 w 3024845"/>
                <a:gd name="connsiteY121-31972" fmla="*/ 505856 h 1059043"/>
                <a:gd name="connsiteX122-31973" fmla="*/ 784330 w 3024845"/>
                <a:gd name="connsiteY122-31974" fmla="*/ 544768 h 1059043"/>
                <a:gd name="connsiteX123-31975" fmla="*/ 785343 w 3024845"/>
                <a:gd name="connsiteY123-31976" fmla="*/ 544768 h 1059043"/>
                <a:gd name="connsiteX124-31977" fmla="*/ 792436 w 3024845"/>
                <a:gd name="connsiteY124-31978" fmla="*/ 544768 h 1059043"/>
                <a:gd name="connsiteX125-31979" fmla="*/ 792436 w 3024845"/>
                <a:gd name="connsiteY125-31980" fmla="*/ 546389 h 1059043"/>
                <a:gd name="connsiteX126-31981" fmla="*/ 792436 w 3024845"/>
                <a:gd name="connsiteY126-31982" fmla="*/ 557738 h 1059043"/>
                <a:gd name="connsiteX127-31983" fmla="*/ 794463 w 3024845"/>
                <a:gd name="connsiteY127-31984" fmla="*/ 557738 h 1059043"/>
                <a:gd name="connsiteX128-31985" fmla="*/ 808650 w 3024845"/>
                <a:gd name="connsiteY128-31986" fmla="*/ 557738 h 1059043"/>
                <a:gd name="connsiteX129-31987" fmla="*/ 814730 w 3024845"/>
                <a:gd name="connsiteY129-31988" fmla="*/ 564224 h 1059043"/>
                <a:gd name="connsiteX130-31989" fmla="*/ 814730 w 3024845"/>
                <a:gd name="connsiteY130-31990" fmla="*/ 585842 h 1059043"/>
                <a:gd name="connsiteX131-31991" fmla="*/ 817010 w 3024845"/>
                <a:gd name="connsiteY131-31992" fmla="*/ 585842 h 1059043"/>
                <a:gd name="connsiteX132-31993" fmla="*/ 832970 w 3024845"/>
                <a:gd name="connsiteY132-31994" fmla="*/ 585842 h 1059043"/>
                <a:gd name="connsiteX133-31995" fmla="*/ 832970 w 3024845"/>
                <a:gd name="connsiteY133-31996" fmla="*/ 586922 h 1059043"/>
                <a:gd name="connsiteX134-31997" fmla="*/ 832970 w 3024845"/>
                <a:gd name="connsiteY134-31998" fmla="*/ 594489 h 1059043"/>
                <a:gd name="connsiteX135-31999" fmla="*/ 834237 w 3024845"/>
                <a:gd name="connsiteY135-32000" fmla="*/ 594489 h 1059043"/>
                <a:gd name="connsiteX136-32001" fmla="*/ 843104 w 3024845"/>
                <a:gd name="connsiteY136-32002" fmla="*/ 594489 h 1059043"/>
                <a:gd name="connsiteX137-32003" fmla="*/ 843104 w 3024845"/>
                <a:gd name="connsiteY137-32004" fmla="*/ 596650 h 1059043"/>
                <a:gd name="connsiteX138-32005" fmla="*/ 843104 w 3024845"/>
                <a:gd name="connsiteY138-32006" fmla="*/ 611783 h 1059043"/>
                <a:gd name="connsiteX139-32007" fmla="*/ 847157 w 3024845"/>
                <a:gd name="connsiteY139-32008" fmla="*/ 609891 h 1059043"/>
                <a:gd name="connsiteX140-32009" fmla="*/ 847157 w 3024845"/>
                <a:gd name="connsiteY140-32010" fmla="*/ 596650 h 1059043"/>
                <a:gd name="connsiteX141-32011" fmla="*/ 848170 w 3024845"/>
                <a:gd name="connsiteY141-32012" fmla="*/ 596650 h 1059043"/>
                <a:gd name="connsiteX142-32013" fmla="*/ 855264 w 3024845"/>
                <a:gd name="connsiteY142-32014" fmla="*/ 596650 h 1059043"/>
                <a:gd name="connsiteX143-32015" fmla="*/ 855264 w 3024845"/>
                <a:gd name="connsiteY143-32016" fmla="*/ 598272 h 1059043"/>
                <a:gd name="connsiteX144-32017" fmla="*/ 855264 w 3024845"/>
                <a:gd name="connsiteY144-32018" fmla="*/ 609621 h 1059043"/>
                <a:gd name="connsiteX145-32019" fmla="*/ 856024 w 3024845"/>
                <a:gd name="connsiteY145-32020" fmla="*/ 609621 h 1059043"/>
                <a:gd name="connsiteX146-32021" fmla="*/ 861344 w 3024845"/>
                <a:gd name="connsiteY146-32022" fmla="*/ 609621 h 1059043"/>
                <a:gd name="connsiteX147-32023" fmla="*/ 909984 w 3024845"/>
                <a:gd name="connsiteY147-32024" fmla="*/ 605298 h 1059043"/>
                <a:gd name="connsiteX148-32025" fmla="*/ 909984 w 3024845"/>
                <a:gd name="connsiteY148-32026" fmla="*/ 606649 h 1059043"/>
                <a:gd name="connsiteX149-32027" fmla="*/ 909984 w 3024845"/>
                <a:gd name="connsiteY149-32028" fmla="*/ 616106 h 1059043"/>
                <a:gd name="connsiteX150-32029" fmla="*/ 910744 w 3024845"/>
                <a:gd name="connsiteY150-32030" fmla="*/ 616106 h 1059043"/>
                <a:gd name="connsiteX151-32031" fmla="*/ 916065 w 3024845"/>
                <a:gd name="connsiteY151-32032" fmla="*/ 616106 h 1059043"/>
                <a:gd name="connsiteX152-32033" fmla="*/ 916065 w 3024845"/>
                <a:gd name="connsiteY152-32034" fmla="*/ 618268 h 1059043"/>
                <a:gd name="connsiteX153-32035" fmla="*/ 916065 w 3024845"/>
                <a:gd name="connsiteY153-32036" fmla="*/ 633401 h 1059043"/>
                <a:gd name="connsiteX154-32037" fmla="*/ 918091 w 3024845"/>
                <a:gd name="connsiteY154-32038" fmla="*/ 632050 h 1059043"/>
                <a:gd name="connsiteX155-32039" fmla="*/ 932278 w 3024845"/>
                <a:gd name="connsiteY155-32040" fmla="*/ 622592 h 1059043"/>
                <a:gd name="connsiteX156-32041" fmla="*/ 938358 w 3024845"/>
                <a:gd name="connsiteY156-32042" fmla="*/ 581518 h 1059043"/>
                <a:gd name="connsiteX157-32043" fmla="*/ 939118 w 3024845"/>
                <a:gd name="connsiteY157-32044" fmla="*/ 581248 h 1059043"/>
                <a:gd name="connsiteX158-32045" fmla="*/ 944438 w 3024845"/>
                <a:gd name="connsiteY158-32046" fmla="*/ 579356 h 1059043"/>
                <a:gd name="connsiteX159-32047" fmla="*/ 946465 w 3024845"/>
                <a:gd name="connsiteY159-32048" fmla="*/ 510179 h 1059043"/>
                <a:gd name="connsiteX160-32049" fmla="*/ 948492 w 3024845"/>
                <a:gd name="connsiteY160-32050" fmla="*/ 579356 h 1059043"/>
                <a:gd name="connsiteX161-32051" fmla="*/ 949252 w 3024845"/>
                <a:gd name="connsiteY161-32052" fmla="*/ 579626 h 1059043"/>
                <a:gd name="connsiteX162-32053" fmla="*/ 954572 w 3024845"/>
                <a:gd name="connsiteY162-32054" fmla="*/ 581518 h 1059043"/>
                <a:gd name="connsiteX163-32055" fmla="*/ 954572 w 3024845"/>
                <a:gd name="connsiteY163-32056" fmla="*/ 495047 h 1059043"/>
                <a:gd name="connsiteX164-32057" fmla="*/ 958625 w 3024845"/>
                <a:gd name="connsiteY164-32058" fmla="*/ 462620 h 1059043"/>
                <a:gd name="connsiteX165-32059" fmla="*/ 997132 w 3024845"/>
                <a:gd name="connsiteY165-32060" fmla="*/ 462620 h 1059043"/>
                <a:gd name="connsiteX166-32061" fmla="*/ 997132 w 3024845"/>
                <a:gd name="connsiteY166-32062" fmla="*/ 495047 h 1059043"/>
                <a:gd name="connsiteX167-32063" fmla="*/ 997892 w 3024845"/>
                <a:gd name="connsiteY167-32064" fmla="*/ 495047 h 1059043"/>
                <a:gd name="connsiteX168-32065" fmla="*/ 1003212 w 3024845"/>
                <a:gd name="connsiteY168-32066" fmla="*/ 495047 h 1059043"/>
                <a:gd name="connsiteX169-32067" fmla="*/ 1003212 w 3024845"/>
                <a:gd name="connsiteY169-32068" fmla="*/ 412899 h 1059043"/>
                <a:gd name="connsiteX170-32069" fmla="*/ 1004986 w 3024845"/>
                <a:gd name="connsiteY170-32070" fmla="*/ 412899 h 1059043"/>
                <a:gd name="connsiteX171-32071" fmla="*/ 1017399 w 3024845"/>
                <a:gd name="connsiteY171-32072" fmla="*/ 412899 h 1059043"/>
                <a:gd name="connsiteX172-32073" fmla="*/ 1017399 w 3024845"/>
                <a:gd name="connsiteY172-32074" fmla="*/ 411008 h 1059043"/>
                <a:gd name="connsiteX173-32075" fmla="*/ 1017399 w 3024845"/>
                <a:gd name="connsiteY173-32076" fmla="*/ 397767 h 1059043"/>
                <a:gd name="connsiteX174-32077" fmla="*/ 1039693 w 3024845"/>
                <a:gd name="connsiteY174-32078" fmla="*/ 397767 h 1059043"/>
                <a:gd name="connsiteX175-32079" fmla="*/ 1039693 w 3024845"/>
                <a:gd name="connsiteY175-32080" fmla="*/ 396686 h 1059043"/>
                <a:gd name="connsiteX176-32081" fmla="*/ 1039693 w 3024845"/>
                <a:gd name="connsiteY176-32082" fmla="*/ 389120 h 1059043"/>
                <a:gd name="connsiteX177-32083" fmla="*/ 1041466 w 3024845"/>
                <a:gd name="connsiteY177-32084" fmla="*/ 389120 h 1059043"/>
                <a:gd name="connsiteX178-32085" fmla="*/ 1053880 w 3024845"/>
                <a:gd name="connsiteY178-32086" fmla="*/ 389120 h 1059043"/>
                <a:gd name="connsiteX179-32087" fmla="*/ 1053880 w 3024845"/>
                <a:gd name="connsiteY179-32088" fmla="*/ 390201 h 1059043"/>
                <a:gd name="connsiteX180-32089" fmla="*/ 1053880 w 3024845"/>
                <a:gd name="connsiteY180-32090" fmla="*/ 397767 h 1059043"/>
                <a:gd name="connsiteX181-32091" fmla="*/ 1054640 w 3024845"/>
                <a:gd name="connsiteY181-32092" fmla="*/ 397767 h 1059043"/>
                <a:gd name="connsiteX182-32093" fmla="*/ 1059960 w 3024845"/>
                <a:gd name="connsiteY182-32094" fmla="*/ 397767 h 1059043"/>
                <a:gd name="connsiteX183-32095" fmla="*/ 1070093 w 3024845"/>
                <a:gd name="connsiteY183-32096" fmla="*/ 393443 h 1059043"/>
                <a:gd name="connsiteX184-32097" fmla="*/ 1074146 w 3024845"/>
                <a:gd name="connsiteY184-32098" fmla="*/ 396686 h 1059043"/>
                <a:gd name="connsiteX185-32099" fmla="*/ 1074146 w 3024845"/>
                <a:gd name="connsiteY185-32100" fmla="*/ 389120 h 1059043"/>
                <a:gd name="connsiteX186-32101" fmla="*/ 1076426 w 3024845"/>
                <a:gd name="connsiteY186-32102" fmla="*/ 389120 h 1059043"/>
                <a:gd name="connsiteX187-32103" fmla="*/ 1092387 w 3024845"/>
                <a:gd name="connsiteY187-32104" fmla="*/ 389120 h 1059043"/>
                <a:gd name="connsiteX188-32105" fmla="*/ 1092387 w 3024845"/>
                <a:gd name="connsiteY188-32106" fmla="*/ 390201 h 1059043"/>
                <a:gd name="connsiteX189-32107" fmla="*/ 1092387 w 3024845"/>
                <a:gd name="connsiteY189-32108" fmla="*/ 397767 h 1059043"/>
                <a:gd name="connsiteX190-32109" fmla="*/ 1122787 w 3024845"/>
                <a:gd name="connsiteY190-32110" fmla="*/ 397767 h 1059043"/>
                <a:gd name="connsiteX191-32111" fmla="*/ 1122787 w 3024845"/>
                <a:gd name="connsiteY191-32112" fmla="*/ 399388 h 1059043"/>
                <a:gd name="connsiteX192-32113" fmla="*/ 1122787 w 3024845"/>
                <a:gd name="connsiteY192-32114" fmla="*/ 410738 h 1059043"/>
                <a:gd name="connsiteX193-32115" fmla="*/ 1149134 w 3024845"/>
                <a:gd name="connsiteY193-32116" fmla="*/ 410738 h 1059043"/>
                <a:gd name="connsiteX194-32117" fmla="*/ 1149134 w 3024845"/>
                <a:gd name="connsiteY194-32118" fmla="*/ 441002 h 1059043"/>
                <a:gd name="connsiteX195-32119" fmla="*/ 1149894 w 3024845"/>
                <a:gd name="connsiteY195-32120" fmla="*/ 441002 h 1059043"/>
                <a:gd name="connsiteX196-32121" fmla="*/ 1155214 w 3024845"/>
                <a:gd name="connsiteY196-32122" fmla="*/ 441002 h 1059043"/>
                <a:gd name="connsiteX197-32123" fmla="*/ 1155214 w 3024845"/>
                <a:gd name="connsiteY197-32124" fmla="*/ 442083 h 1059043"/>
                <a:gd name="connsiteX198-32125" fmla="*/ 1155214 w 3024845"/>
                <a:gd name="connsiteY198-32126" fmla="*/ 449650 h 1059043"/>
                <a:gd name="connsiteX199-32127" fmla="*/ 1159268 w 3024845"/>
                <a:gd name="connsiteY199-32128" fmla="*/ 479914 h 1059043"/>
                <a:gd name="connsiteX200-32129" fmla="*/ 1160028 w 3024845"/>
                <a:gd name="connsiteY200-32130" fmla="*/ 479914 h 1059043"/>
                <a:gd name="connsiteX201-32131" fmla="*/ 1165348 w 3024845"/>
                <a:gd name="connsiteY201-32132" fmla="*/ 479914 h 1059043"/>
                <a:gd name="connsiteX202-32133" fmla="*/ 1165348 w 3024845"/>
                <a:gd name="connsiteY202-32134" fmla="*/ 480725 h 1059043"/>
                <a:gd name="connsiteX203-32135" fmla="*/ 1165348 w 3024845"/>
                <a:gd name="connsiteY203-32136" fmla="*/ 486400 h 1059043"/>
                <a:gd name="connsiteX204-32137" fmla="*/ 1166361 w 3024845"/>
                <a:gd name="connsiteY204-32138" fmla="*/ 486400 h 1059043"/>
                <a:gd name="connsiteX205-32139" fmla="*/ 1173454 w 3024845"/>
                <a:gd name="connsiteY205-32140" fmla="*/ 486400 h 1059043"/>
                <a:gd name="connsiteX206-32141" fmla="*/ 1173454 w 3024845"/>
                <a:gd name="connsiteY206-32142" fmla="*/ 516665 h 1059043"/>
                <a:gd name="connsiteX207-32143" fmla="*/ 1175481 w 3024845"/>
                <a:gd name="connsiteY207-32144" fmla="*/ 516665 h 1059043"/>
                <a:gd name="connsiteX208-32145" fmla="*/ 1189668 w 3024845"/>
                <a:gd name="connsiteY208-32146" fmla="*/ 516665 h 1059043"/>
                <a:gd name="connsiteX209-32147" fmla="*/ 1189668 w 3024845"/>
                <a:gd name="connsiteY209-32148" fmla="*/ 540444 h 1059043"/>
                <a:gd name="connsiteX210-32149" fmla="*/ 1191695 w 3024845"/>
                <a:gd name="connsiteY210-32150" fmla="*/ 542065 h 1059043"/>
                <a:gd name="connsiteX211-32151" fmla="*/ 1191695 w 3024845"/>
                <a:gd name="connsiteY211-32152" fmla="*/ 553415 h 1059043"/>
                <a:gd name="connsiteX212-32153" fmla="*/ 1192455 w 3024845"/>
                <a:gd name="connsiteY212-32154" fmla="*/ 553415 h 1059043"/>
                <a:gd name="connsiteX213-32155" fmla="*/ 1197775 w 3024845"/>
                <a:gd name="connsiteY213-32156" fmla="*/ 553415 h 1059043"/>
                <a:gd name="connsiteX214-32157" fmla="*/ 1197775 w 3024845"/>
                <a:gd name="connsiteY214-32158" fmla="*/ 577194 h 1059043"/>
                <a:gd name="connsiteX215-32159" fmla="*/ 1199041 w 3024845"/>
                <a:gd name="connsiteY215-32160" fmla="*/ 577194 h 1059043"/>
                <a:gd name="connsiteX216-32161" fmla="*/ 1207908 w 3024845"/>
                <a:gd name="connsiteY216-32162" fmla="*/ 577194 h 1059043"/>
                <a:gd name="connsiteX217-32163" fmla="*/ 1209935 w 3024845"/>
                <a:gd name="connsiteY217-32164" fmla="*/ 581248 h 1059043"/>
                <a:gd name="connsiteX218-32165" fmla="*/ 1209935 w 3024845"/>
                <a:gd name="connsiteY218-32166" fmla="*/ 594489 h 1059043"/>
                <a:gd name="connsiteX219-32167" fmla="*/ 1211455 w 3024845"/>
                <a:gd name="connsiteY219-32168" fmla="*/ 592597 h 1059043"/>
                <a:gd name="connsiteX220-32169" fmla="*/ 1222095 w 3024845"/>
                <a:gd name="connsiteY220-32170" fmla="*/ 579356 h 1059043"/>
                <a:gd name="connsiteX221-32171" fmla="*/ 1250469 w 3024845"/>
                <a:gd name="connsiteY221-32172" fmla="*/ 579356 h 1059043"/>
                <a:gd name="connsiteX222-32173" fmla="*/ 1250469 w 3024845"/>
                <a:gd name="connsiteY222-32174" fmla="*/ 665827 h 1059043"/>
                <a:gd name="connsiteX223-32175" fmla="*/ 1251229 w 3024845"/>
                <a:gd name="connsiteY223-32176" fmla="*/ 665827 h 1059043"/>
                <a:gd name="connsiteX224-32177" fmla="*/ 1256549 w 3024845"/>
                <a:gd name="connsiteY224-32178" fmla="*/ 665827 h 1059043"/>
                <a:gd name="connsiteX225-32179" fmla="*/ 1257309 w 3024845"/>
                <a:gd name="connsiteY225-32180" fmla="*/ 664476 h 1059043"/>
                <a:gd name="connsiteX226-32181" fmla="*/ 1262629 w 3024845"/>
                <a:gd name="connsiteY226-32182" fmla="*/ 655018 h 1059043"/>
                <a:gd name="connsiteX227-32183" fmla="*/ 1262629 w 3024845"/>
                <a:gd name="connsiteY227-32184" fmla="*/ 656910 h 1059043"/>
                <a:gd name="connsiteX228-32185" fmla="*/ 1262629 w 3024845"/>
                <a:gd name="connsiteY228-32186" fmla="*/ 670151 h 1059043"/>
                <a:gd name="connsiteX229-32187" fmla="*/ 1266682 w 3024845"/>
                <a:gd name="connsiteY229-32188" fmla="*/ 624754 h 1059043"/>
                <a:gd name="connsiteX230-32189" fmla="*/ 1267442 w 3024845"/>
                <a:gd name="connsiteY230-32190" fmla="*/ 624754 h 1059043"/>
                <a:gd name="connsiteX231-32191" fmla="*/ 1272762 w 3024845"/>
                <a:gd name="connsiteY231-32192" fmla="*/ 624754 h 1059043"/>
                <a:gd name="connsiteX232-32193" fmla="*/ 1272762 w 3024845"/>
                <a:gd name="connsiteY232-32194" fmla="*/ 559900 h 1059043"/>
                <a:gd name="connsiteX233-32195" fmla="*/ 1273776 w 3024845"/>
                <a:gd name="connsiteY233-32196" fmla="*/ 559900 h 1059043"/>
                <a:gd name="connsiteX234-32197" fmla="*/ 1280869 w 3024845"/>
                <a:gd name="connsiteY234-32198" fmla="*/ 559900 h 1059043"/>
                <a:gd name="connsiteX235-32199" fmla="*/ 1293029 w 3024845"/>
                <a:gd name="connsiteY235-32200" fmla="*/ 516665 h 1059043"/>
                <a:gd name="connsiteX236-32201" fmla="*/ 1294296 w 3024845"/>
                <a:gd name="connsiteY236-32202" fmla="*/ 516665 h 1059043"/>
                <a:gd name="connsiteX237-32203" fmla="*/ 1303163 w 3024845"/>
                <a:gd name="connsiteY237-32204" fmla="*/ 516665 h 1059043"/>
                <a:gd name="connsiteX238-32205" fmla="*/ 1313296 w 3024845"/>
                <a:gd name="connsiteY238-32206" fmla="*/ 559900 h 1059043"/>
                <a:gd name="connsiteX239-32207" fmla="*/ 1314309 w 3024845"/>
                <a:gd name="connsiteY239-32208" fmla="*/ 559900 h 1059043"/>
                <a:gd name="connsiteX240-32209" fmla="*/ 1321403 w 3024845"/>
                <a:gd name="connsiteY240-32210" fmla="*/ 559900 h 1059043"/>
                <a:gd name="connsiteX241-32211" fmla="*/ 1321403 w 3024845"/>
                <a:gd name="connsiteY241-32212" fmla="*/ 598812 h 1059043"/>
                <a:gd name="connsiteX242-32213" fmla="*/ 1323176 w 3024845"/>
                <a:gd name="connsiteY242-32214" fmla="*/ 598812 h 1059043"/>
                <a:gd name="connsiteX243-32215" fmla="*/ 1335590 w 3024845"/>
                <a:gd name="connsiteY243-32216" fmla="*/ 598812 h 1059043"/>
                <a:gd name="connsiteX244-32217" fmla="*/ 1335590 w 3024845"/>
                <a:gd name="connsiteY244-32218" fmla="*/ 600974 h 1059043"/>
                <a:gd name="connsiteX245-32219" fmla="*/ 1335590 w 3024845"/>
                <a:gd name="connsiteY245-32220" fmla="*/ 616106 h 1059043"/>
                <a:gd name="connsiteX246-32221" fmla="*/ 1339643 w 3024845"/>
                <a:gd name="connsiteY246-32222" fmla="*/ 613945 h 1059043"/>
                <a:gd name="connsiteX247-32223" fmla="*/ 1339643 w 3024845"/>
                <a:gd name="connsiteY247-32224" fmla="*/ 598812 h 1059043"/>
                <a:gd name="connsiteX248-32225" fmla="*/ 1341163 w 3024845"/>
                <a:gd name="connsiteY248-32226" fmla="*/ 598812 h 1059043"/>
                <a:gd name="connsiteX249-32227" fmla="*/ 1351803 w 3024845"/>
                <a:gd name="connsiteY249-32228" fmla="*/ 598812 h 1059043"/>
                <a:gd name="connsiteX250-32229" fmla="*/ 1351803 w 3024845"/>
                <a:gd name="connsiteY250-32230" fmla="*/ 600433 h 1059043"/>
                <a:gd name="connsiteX251-32231" fmla="*/ 1351803 w 3024845"/>
                <a:gd name="connsiteY251-32232" fmla="*/ 611783 h 1059043"/>
                <a:gd name="connsiteX252-32233" fmla="*/ 1382204 w 3024845"/>
                <a:gd name="connsiteY252-32234" fmla="*/ 611783 h 1059043"/>
                <a:gd name="connsiteX253-32235" fmla="*/ 1382204 w 3024845"/>
                <a:gd name="connsiteY253-32236" fmla="*/ 575033 h 1059043"/>
                <a:gd name="connsiteX254-32237" fmla="*/ 1383470 w 3024845"/>
                <a:gd name="connsiteY254-32238" fmla="*/ 575033 h 1059043"/>
                <a:gd name="connsiteX255-32239" fmla="*/ 1392337 w 3024845"/>
                <a:gd name="connsiteY255-32240" fmla="*/ 575033 h 1059043"/>
                <a:gd name="connsiteX256-32241" fmla="*/ 1392337 w 3024845"/>
                <a:gd name="connsiteY256-32242" fmla="*/ 596650 h 1059043"/>
                <a:gd name="connsiteX257-32243" fmla="*/ 1394364 w 3024845"/>
                <a:gd name="connsiteY257-32244" fmla="*/ 564224 h 1059043"/>
                <a:gd name="connsiteX258-32245" fmla="*/ 1416657 w 3024845"/>
                <a:gd name="connsiteY258-32246" fmla="*/ 564224 h 1059043"/>
                <a:gd name="connsiteX259-32247" fmla="*/ 1416657 w 3024845"/>
                <a:gd name="connsiteY259-32248" fmla="*/ 562602 h 1059043"/>
                <a:gd name="connsiteX260-32249" fmla="*/ 1416657 w 3024845"/>
                <a:gd name="connsiteY260-32250" fmla="*/ 551253 h 1059043"/>
                <a:gd name="connsiteX261-32251" fmla="*/ 1417417 w 3024845"/>
                <a:gd name="connsiteY261-32252" fmla="*/ 551253 h 1059043"/>
                <a:gd name="connsiteX262-32253" fmla="*/ 1422737 w 3024845"/>
                <a:gd name="connsiteY262-32254" fmla="*/ 551253 h 1059043"/>
                <a:gd name="connsiteX263-32255" fmla="*/ 1422737 w 3024845"/>
                <a:gd name="connsiteY263-32256" fmla="*/ 549362 h 1059043"/>
                <a:gd name="connsiteX264-32257" fmla="*/ 1422737 w 3024845"/>
                <a:gd name="connsiteY264-32258" fmla="*/ 536121 h 1059043"/>
                <a:gd name="connsiteX265-32259" fmla="*/ 1426791 w 3024845"/>
                <a:gd name="connsiteY265-32260" fmla="*/ 542606 h 1059043"/>
                <a:gd name="connsiteX266-32261" fmla="*/ 1429071 w 3024845"/>
                <a:gd name="connsiteY266-32262" fmla="*/ 542606 h 1059043"/>
                <a:gd name="connsiteX267-32263" fmla="*/ 1445031 w 3024845"/>
                <a:gd name="connsiteY267-32264" fmla="*/ 542606 h 1059043"/>
                <a:gd name="connsiteX268-32265" fmla="*/ 1445031 w 3024845"/>
                <a:gd name="connsiteY268-32266" fmla="*/ 541795 h 1059043"/>
                <a:gd name="connsiteX269-32267" fmla="*/ 1445031 w 3024845"/>
                <a:gd name="connsiteY269-32268" fmla="*/ 536121 h 1059043"/>
                <a:gd name="connsiteX270-32269" fmla="*/ 1445791 w 3024845"/>
                <a:gd name="connsiteY270-32270" fmla="*/ 536121 h 1059043"/>
                <a:gd name="connsiteX271-32271" fmla="*/ 1451111 w 3024845"/>
                <a:gd name="connsiteY271-32272" fmla="*/ 536121 h 1059043"/>
                <a:gd name="connsiteX272-32273" fmla="*/ 1451111 w 3024845"/>
                <a:gd name="connsiteY272-32274" fmla="*/ 537472 h 1059043"/>
                <a:gd name="connsiteX273-32275" fmla="*/ 1451111 w 3024845"/>
                <a:gd name="connsiteY273-32276" fmla="*/ 546930 h 1059043"/>
                <a:gd name="connsiteX274-32277" fmla="*/ 1489618 w 3024845"/>
                <a:gd name="connsiteY274-32278" fmla="*/ 546930 h 1059043"/>
                <a:gd name="connsiteX275-32279" fmla="*/ 1489618 w 3024845"/>
                <a:gd name="connsiteY275-32280" fmla="*/ 685283 h 1059043"/>
                <a:gd name="connsiteX276-32281" fmla="*/ 1491138 w 3024845"/>
                <a:gd name="connsiteY276-32282" fmla="*/ 685283 h 1059043"/>
                <a:gd name="connsiteX277-32283" fmla="*/ 1501778 w 3024845"/>
                <a:gd name="connsiteY277-32284" fmla="*/ 685283 h 1059043"/>
                <a:gd name="connsiteX278-32285" fmla="*/ 1501778 w 3024845"/>
                <a:gd name="connsiteY278-32286" fmla="*/ 672313 h 1059043"/>
                <a:gd name="connsiteX279-32287" fmla="*/ 1505832 w 3024845"/>
                <a:gd name="connsiteY279-32288" fmla="*/ 672313 h 1059043"/>
                <a:gd name="connsiteX280-32289" fmla="*/ 1505832 w 3024845"/>
                <a:gd name="connsiteY280-32290" fmla="*/ 685283 h 1059043"/>
                <a:gd name="connsiteX281-32291" fmla="*/ 1536232 w 3024845"/>
                <a:gd name="connsiteY281-32292" fmla="*/ 685283 h 1059043"/>
                <a:gd name="connsiteX282-32293" fmla="*/ 1536232 w 3024845"/>
                <a:gd name="connsiteY282-32294" fmla="*/ 655018 h 1059043"/>
                <a:gd name="connsiteX283-32295" fmla="*/ 1548392 w 3024845"/>
                <a:gd name="connsiteY283-32296" fmla="*/ 655018 h 1059043"/>
                <a:gd name="connsiteX284-32297" fmla="*/ 1560552 w 3024845"/>
                <a:gd name="connsiteY284-32298" fmla="*/ 652857 h 1059043"/>
                <a:gd name="connsiteX285-32299" fmla="*/ 1564606 w 3024845"/>
                <a:gd name="connsiteY285-32300" fmla="*/ 655018 h 1059043"/>
                <a:gd name="connsiteX286-32301" fmla="*/ 1574739 w 3024845"/>
                <a:gd name="connsiteY286-32302" fmla="*/ 655018 h 1059043"/>
                <a:gd name="connsiteX287-32303" fmla="*/ 1574739 w 3024845"/>
                <a:gd name="connsiteY287-32304" fmla="*/ 685283 h 1059043"/>
                <a:gd name="connsiteX288-32305" fmla="*/ 1582846 w 3024845"/>
                <a:gd name="connsiteY288-32306" fmla="*/ 685283 h 1059043"/>
                <a:gd name="connsiteX289-32307" fmla="*/ 1582846 w 3024845"/>
                <a:gd name="connsiteY289-32308" fmla="*/ 702578 h 1059043"/>
                <a:gd name="connsiteX290-32309" fmla="*/ 1592182 w 3024845"/>
                <a:gd name="connsiteY290-32310" fmla="*/ 703483 h 1059043"/>
                <a:gd name="connsiteX291-32311" fmla="*/ 1605140 w 3024845"/>
                <a:gd name="connsiteY291-32312" fmla="*/ 703483 h 1059043"/>
                <a:gd name="connsiteX292-32313" fmla="*/ 1605140 w 3024845"/>
                <a:gd name="connsiteY292-32314" fmla="*/ 687445 h 1059043"/>
                <a:gd name="connsiteX293-32315" fmla="*/ 1673096 w 3024845"/>
                <a:gd name="connsiteY293-32316" fmla="*/ 687445 h 1059043"/>
                <a:gd name="connsiteX294-32317" fmla="*/ 1673096 w 3024845"/>
                <a:gd name="connsiteY294-32318" fmla="*/ 602192 h 1059043"/>
                <a:gd name="connsiteX295-32319" fmla="*/ 1745104 w 3024845"/>
                <a:gd name="connsiteY295-32320" fmla="*/ 602192 h 1059043"/>
                <a:gd name="connsiteX296-32321" fmla="*/ 1745104 w 3024845"/>
                <a:gd name="connsiteY296-32322" fmla="*/ 680960 h 1059043"/>
                <a:gd name="connsiteX297-32323" fmla="*/ 1747008 w 3024845"/>
                <a:gd name="connsiteY297-32324" fmla="*/ 680960 h 1059043"/>
                <a:gd name="connsiteX298-32325" fmla="*/ 1748250 w 3024845"/>
                <a:gd name="connsiteY298-32326" fmla="*/ 703483 h 1059043"/>
                <a:gd name="connsiteX299-32327" fmla="*/ 1757926 w 3024845"/>
                <a:gd name="connsiteY299-32328" fmla="*/ 703483 h 1059043"/>
                <a:gd name="connsiteX300-32329" fmla="*/ 1759168 w 3024845"/>
                <a:gd name="connsiteY300-32330" fmla="*/ 680960 h 1059043"/>
                <a:gd name="connsiteX301-32331" fmla="*/ 1765248 w 3024845"/>
                <a:gd name="connsiteY301-32332" fmla="*/ 680960 h 1059043"/>
                <a:gd name="connsiteX302-32333" fmla="*/ 1766490 w 3024845"/>
                <a:gd name="connsiteY302-32334" fmla="*/ 703483 h 1059043"/>
                <a:gd name="connsiteX303-32335" fmla="*/ 1817112 w 3024845"/>
                <a:gd name="connsiteY303-32336" fmla="*/ 703483 h 1059043"/>
                <a:gd name="connsiteX304-32337" fmla="*/ 1817112 w 3024845"/>
                <a:gd name="connsiteY304-32338" fmla="*/ 540455 h 1059043"/>
                <a:gd name="connsiteX305-32339" fmla="*/ 2014439 w 3024845"/>
                <a:gd name="connsiteY305-32340" fmla="*/ 540455 h 1059043"/>
                <a:gd name="connsiteX306-32341" fmla="*/ 2014439 w 3024845"/>
                <a:gd name="connsiteY306-32342" fmla="*/ 703483 h 1059043"/>
                <a:gd name="connsiteX307-32343" fmla="*/ 2033136 w 3024845"/>
                <a:gd name="connsiteY307-32344" fmla="*/ 703483 h 1059043"/>
                <a:gd name="connsiteX308-32345" fmla="*/ 2033136 w 3024845"/>
                <a:gd name="connsiteY308-32346" fmla="*/ 620790 h 1059043"/>
                <a:gd name="connsiteX309-32347" fmla="*/ 2128256 w 3024845"/>
                <a:gd name="connsiteY309-32348" fmla="*/ 620790 h 1059043"/>
                <a:gd name="connsiteX310-32349" fmla="*/ 2146266 w 3024845"/>
                <a:gd name="connsiteY310-32350" fmla="*/ 131868 h 1059043"/>
                <a:gd name="connsiteX311-32351" fmla="*/ 2144240 w 3024845"/>
                <a:gd name="connsiteY311-32352" fmla="*/ 125383 h 1059043"/>
                <a:gd name="connsiteX312-32353" fmla="*/ 2150320 w 3024845"/>
                <a:gd name="connsiteY312-32354" fmla="*/ 60529 h 1059043"/>
                <a:gd name="connsiteX313-32355" fmla="*/ 2152346 w 3024845"/>
                <a:gd name="connsiteY313-32356" fmla="*/ 56206 h 1059043"/>
                <a:gd name="connsiteX314-32357" fmla="*/ 2152346 w 3024845"/>
                <a:gd name="connsiteY314-32358" fmla="*/ 0 h 1059043"/>
                <a:gd name="connsiteX315-32359" fmla="*/ 2180720 w 3024845"/>
                <a:gd name="connsiteY315-32360" fmla="*/ 555577 h 1059043"/>
                <a:gd name="connsiteX316-32361" fmla="*/ 2245574 w 3024845"/>
                <a:gd name="connsiteY316-32362" fmla="*/ 555577 h 1059043"/>
                <a:gd name="connsiteX317-32363" fmla="*/ 2245574 w 3024845"/>
                <a:gd name="connsiteY317-32364" fmla="*/ 631239 h 1059043"/>
                <a:gd name="connsiteX318-32365" fmla="*/ 2253681 w 3024845"/>
                <a:gd name="connsiteY318-32366" fmla="*/ 631239 h 1059043"/>
                <a:gd name="connsiteX319-32367" fmla="*/ 2255708 w 3024845"/>
                <a:gd name="connsiteY319-32368" fmla="*/ 624754 h 1059043"/>
                <a:gd name="connsiteX320-32369" fmla="*/ 2261788 w 3024845"/>
                <a:gd name="connsiteY320-32370" fmla="*/ 624754 h 1059043"/>
                <a:gd name="connsiteX321-32371" fmla="*/ 2263815 w 3024845"/>
                <a:gd name="connsiteY321-32372" fmla="*/ 633401 h 1059043"/>
                <a:gd name="connsiteX322-32373" fmla="*/ 2275975 w 3024845"/>
                <a:gd name="connsiteY322-32374" fmla="*/ 633401 h 1059043"/>
                <a:gd name="connsiteX323-32375" fmla="*/ 2275975 w 3024845"/>
                <a:gd name="connsiteY323-32376" fmla="*/ 626915 h 1059043"/>
                <a:gd name="connsiteX324-32377" fmla="*/ 2298268 w 3024845"/>
                <a:gd name="connsiteY324-32378" fmla="*/ 626915 h 1059043"/>
                <a:gd name="connsiteX325-32379" fmla="*/ 2298268 w 3024845"/>
                <a:gd name="connsiteY325-32380" fmla="*/ 633401 h 1059043"/>
                <a:gd name="connsiteX326-32381" fmla="*/ 2318535 w 3024845"/>
                <a:gd name="connsiteY326-32382" fmla="*/ 633401 h 1059043"/>
                <a:gd name="connsiteX327-32383" fmla="*/ 2318535 w 3024845"/>
                <a:gd name="connsiteY327-32384" fmla="*/ 678798 h 1059043"/>
                <a:gd name="connsiteX328-32385" fmla="*/ 2332722 w 3024845"/>
                <a:gd name="connsiteY328-32386" fmla="*/ 678798 h 1059043"/>
                <a:gd name="connsiteX329-32387" fmla="*/ 2332722 w 3024845"/>
                <a:gd name="connsiteY329-32388" fmla="*/ 665827 h 1059043"/>
                <a:gd name="connsiteX330-32389" fmla="*/ 2348936 w 3024845"/>
                <a:gd name="connsiteY330-32390" fmla="*/ 665827 h 1059043"/>
                <a:gd name="connsiteX331-32391" fmla="*/ 2348936 w 3024845"/>
                <a:gd name="connsiteY331-32392" fmla="*/ 486400 h 1059043"/>
                <a:gd name="connsiteX332-32393" fmla="*/ 2355016 w 3024845"/>
                <a:gd name="connsiteY332-32394" fmla="*/ 479914 h 1059043"/>
                <a:gd name="connsiteX333-32395" fmla="*/ 2427977 w 3024845"/>
                <a:gd name="connsiteY333-32396" fmla="*/ 479914 h 1059043"/>
                <a:gd name="connsiteX334-32397" fmla="*/ 2427977 w 3024845"/>
                <a:gd name="connsiteY334-32398" fmla="*/ 488562 h 1059043"/>
                <a:gd name="connsiteX335-32399" fmla="*/ 2438110 w 3024845"/>
                <a:gd name="connsiteY335-32400" fmla="*/ 488562 h 1059043"/>
                <a:gd name="connsiteX336-32401" fmla="*/ 2438110 w 3024845"/>
                <a:gd name="connsiteY336-32402" fmla="*/ 603136 h 1059043"/>
                <a:gd name="connsiteX337-32403" fmla="*/ 2460404 w 3024845"/>
                <a:gd name="connsiteY337-32404" fmla="*/ 603136 h 1059043"/>
                <a:gd name="connsiteX338-32405" fmla="*/ 2460404 w 3024845"/>
                <a:gd name="connsiteY338-32406" fmla="*/ 536121 h 1059043"/>
                <a:gd name="connsiteX339-32407" fmla="*/ 2486751 w 3024845"/>
                <a:gd name="connsiteY339-32408" fmla="*/ 536121 h 1059043"/>
                <a:gd name="connsiteX340-32409" fmla="*/ 2490804 w 3024845"/>
                <a:gd name="connsiteY340-32410" fmla="*/ 531797 h 1059043"/>
                <a:gd name="connsiteX341-32411" fmla="*/ 2498911 w 3024845"/>
                <a:gd name="connsiteY341-32412" fmla="*/ 531797 h 1059043"/>
                <a:gd name="connsiteX342-32413" fmla="*/ 2502964 w 3024845"/>
                <a:gd name="connsiteY342-32414" fmla="*/ 536121 h 1059043"/>
                <a:gd name="connsiteX343-32415" fmla="*/ 2525258 w 3024845"/>
                <a:gd name="connsiteY343-32416" fmla="*/ 536121 h 1059043"/>
                <a:gd name="connsiteX344-32417" fmla="*/ 2525258 w 3024845"/>
                <a:gd name="connsiteY344-32418" fmla="*/ 419385 h 1059043"/>
                <a:gd name="connsiteX345-32419" fmla="*/ 2582005 w 3024845"/>
                <a:gd name="connsiteY345-32420" fmla="*/ 408576 h 1059043"/>
                <a:gd name="connsiteX346-32421" fmla="*/ 2582005 w 3024845"/>
                <a:gd name="connsiteY346-32422" fmla="*/ 409657 h 1059043"/>
                <a:gd name="connsiteX347-32423" fmla="*/ 2582005 w 3024845"/>
                <a:gd name="connsiteY347-32424" fmla="*/ 417223 h 1059043"/>
                <a:gd name="connsiteX348-32425" fmla="*/ 2608352 w 3024845"/>
                <a:gd name="connsiteY348-32426" fmla="*/ 417223 h 1059043"/>
                <a:gd name="connsiteX349-32427" fmla="*/ 2608352 w 3024845"/>
                <a:gd name="connsiteY349-32428" fmla="*/ 672313 h 1059043"/>
                <a:gd name="connsiteX350-32429" fmla="*/ 2630646 w 3024845"/>
                <a:gd name="connsiteY350-32430" fmla="*/ 672313 h 1059043"/>
                <a:gd name="connsiteX351-32431" fmla="*/ 2630646 w 3024845"/>
                <a:gd name="connsiteY351-32432" fmla="*/ 667989 h 1059043"/>
                <a:gd name="connsiteX352-32433" fmla="*/ 2642806 w 3024845"/>
                <a:gd name="connsiteY352-32434" fmla="*/ 667989 h 1059043"/>
                <a:gd name="connsiteX353-32435" fmla="*/ 2642806 w 3024845"/>
                <a:gd name="connsiteY353-32436" fmla="*/ 672313 h 1059043"/>
                <a:gd name="connsiteX354-32437" fmla="*/ 2667126 w 3024845"/>
                <a:gd name="connsiteY354-32438" fmla="*/ 672313 h 1059043"/>
                <a:gd name="connsiteX355-32439" fmla="*/ 2667126 w 3024845"/>
                <a:gd name="connsiteY355-32440" fmla="*/ 659342 h 1059043"/>
                <a:gd name="connsiteX356-32441" fmla="*/ 2695500 w 3024845"/>
                <a:gd name="connsiteY356-32442" fmla="*/ 659342 h 1059043"/>
                <a:gd name="connsiteX357-32443" fmla="*/ 2707660 w 3024845"/>
                <a:gd name="connsiteY357-32444" fmla="*/ 655018 h 1059043"/>
                <a:gd name="connsiteX358-32445" fmla="*/ 2727927 w 3024845"/>
                <a:gd name="connsiteY358-32446" fmla="*/ 659342 h 1059043"/>
                <a:gd name="connsiteX359-32447" fmla="*/ 2727927 w 3024845"/>
                <a:gd name="connsiteY359-32448" fmla="*/ 642048 h 1059043"/>
                <a:gd name="connsiteX360-32449" fmla="*/ 2736034 w 3024845"/>
                <a:gd name="connsiteY360-32450" fmla="*/ 642048 h 1059043"/>
                <a:gd name="connsiteX361-32451" fmla="*/ 2736034 w 3024845"/>
                <a:gd name="connsiteY361-32452" fmla="*/ 629077 h 1059043"/>
                <a:gd name="connsiteX362-32453" fmla="*/ 2792781 w 3024845"/>
                <a:gd name="connsiteY362-32454" fmla="*/ 629077 h 1059043"/>
                <a:gd name="connsiteX363-32455" fmla="*/ 2792781 w 3024845"/>
                <a:gd name="connsiteY363-32456" fmla="*/ 598812 h 1059043"/>
                <a:gd name="connsiteX364-32457" fmla="*/ 2811021 w 3024845"/>
                <a:gd name="connsiteY364-32458" fmla="*/ 598812 h 1059043"/>
                <a:gd name="connsiteX365-32459" fmla="*/ 2811021 w 3024845"/>
                <a:gd name="connsiteY365-32460" fmla="*/ 592327 h 1059043"/>
                <a:gd name="connsiteX366-32461" fmla="*/ 2823181 w 3024845"/>
                <a:gd name="connsiteY366-32462" fmla="*/ 592327 h 1059043"/>
                <a:gd name="connsiteX367-32463" fmla="*/ 2823181 w 3024845"/>
                <a:gd name="connsiteY367-32464" fmla="*/ 598812 h 1059043"/>
                <a:gd name="connsiteX368-32465" fmla="*/ 2839395 w 3024845"/>
                <a:gd name="connsiteY368-32466" fmla="*/ 598812 h 1059043"/>
                <a:gd name="connsiteX369-32467" fmla="*/ 2839395 w 3024845"/>
                <a:gd name="connsiteY369-32468" fmla="*/ 648533 h 1059043"/>
                <a:gd name="connsiteX370-32469" fmla="*/ 2871822 w 3024845"/>
                <a:gd name="connsiteY370-32470" fmla="*/ 648533 h 1059043"/>
                <a:gd name="connsiteX371-32471" fmla="*/ 2871822 w 3024845"/>
                <a:gd name="connsiteY371-32472" fmla="*/ 622592 h 1059043"/>
                <a:gd name="connsiteX372-32473" fmla="*/ 2910329 w 3024845"/>
                <a:gd name="connsiteY372-32474" fmla="*/ 622592 h 1059043"/>
                <a:gd name="connsiteX373-32475" fmla="*/ 2910329 w 3024845"/>
                <a:gd name="connsiteY373-32476" fmla="*/ 592327 h 1059043"/>
                <a:gd name="connsiteX374-32477" fmla="*/ 2958970 w 3024845"/>
                <a:gd name="connsiteY374-32478" fmla="*/ 592327 h 1059043"/>
                <a:gd name="connsiteX375-32479" fmla="*/ 2958970 w 3024845"/>
                <a:gd name="connsiteY375-32480" fmla="*/ 703483 h 1059043"/>
                <a:gd name="connsiteX376-32481" fmla="*/ 2958970 w 3024845"/>
                <a:gd name="connsiteY376-32482" fmla="*/ 717262 h 1059043"/>
                <a:gd name="connsiteX377-32483" fmla="*/ 3024845 w 3024845"/>
                <a:gd name="connsiteY377-32484" fmla="*/ 717262 h 1059043"/>
                <a:gd name="connsiteX378-32485" fmla="*/ 3024845 w 3024845"/>
                <a:gd name="connsiteY378-32486" fmla="*/ 1059043 h 1059043"/>
                <a:gd name="connsiteX379-32487" fmla="*/ 2054 w 3024845"/>
                <a:gd name="connsiteY379-32488" fmla="*/ 1056710 h 1059043"/>
                <a:gd name="connsiteX380-32489" fmla="*/ 0 w 3024845"/>
                <a:gd name="connsiteY380-32490" fmla="*/ 622592 h 1059043"/>
                <a:gd name="connsiteX381-32491" fmla="*/ 20267 w 3024845"/>
                <a:gd name="connsiteY381-32492" fmla="*/ 622592 h 1059043"/>
                <a:gd name="connsiteX382-32493" fmla="*/ 20774 w 3024845"/>
                <a:gd name="connsiteY382-32494" fmla="*/ 621511 h 1059043"/>
                <a:gd name="connsiteX383-32495" fmla="*/ 24320 w 3024845"/>
                <a:gd name="connsiteY383-32496" fmla="*/ 613945 h 1059043"/>
                <a:gd name="connsiteX384-32497" fmla="*/ 26094 w 3024845"/>
                <a:gd name="connsiteY384-32498" fmla="*/ 614215 h 1059043"/>
                <a:gd name="connsiteX385-32499" fmla="*/ 38507 w 3024845"/>
                <a:gd name="connsiteY385-32500" fmla="*/ 616106 h 1059043"/>
                <a:gd name="connsiteX386-32501" fmla="*/ 39014 w 3024845"/>
                <a:gd name="connsiteY386-32502" fmla="*/ 617458 h 1059043"/>
                <a:gd name="connsiteX387-32503" fmla="*/ 42560 w 3024845"/>
                <a:gd name="connsiteY387-32504" fmla="*/ 626915 h 1059043"/>
                <a:gd name="connsiteX388-32505" fmla="*/ 68907 w 3024845"/>
                <a:gd name="connsiteY388-32506" fmla="*/ 629077 h 1059043"/>
                <a:gd name="connsiteX389-32507" fmla="*/ 68907 w 3024845"/>
                <a:gd name="connsiteY389-32508" fmla="*/ 505856 h 1059043"/>
                <a:gd name="connsiteX390-32509" fmla="*/ 70934 w 3024845"/>
                <a:gd name="connsiteY390-32510" fmla="*/ 505856 h 1059043"/>
                <a:gd name="connsiteX391-32511" fmla="*/ 85121 w 3024845"/>
                <a:gd name="connsiteY391-32512" fmla="*/ 505856 h 1059043"/>
                <a:gd name="connsiteX392-32513" fmla="*/ 85121 w 3024845"/>
                <a:gd name="connsiteY392-32514" fmla="*/ 369664 h 1059043"/>
                <a:gd name="connsiteX393-32515" fmla="*/ 86894 w 3024845"/>
                <a:gd name="connsiteY393-32516" fmla="*/ 369664 h 1059043"/>
                <a:gd name="connsiteX394-32517" fmla="*/ 99308 w 3024845"/>
                <a:gd name="connsiteY394-32518" fmla="*/ 369664 h 1059043"/>
                <a:gd name="connsiteX395-32519" fmla="*/ 99308 w 3024845"/>
                <a:gd name="connsiteY395-32520" fmla="*/ 255090 h 1059043"/>
                <a:gd name="connsiteX396-32521" fmla="*/ 103361 w 3024845"/>
                <a:gd name="connsiteY396-32522" fmla="*/ 226986 h 1059043"/>
                <a:gd name="connsiteX397-32523" fmla="*/ 105388 w 3024845"/>
                <a:gd name="connsiteY397-32524" fmla="*/ 226986 h 1059043"/>
                <a:gd name="connsiteX398-32525" fmla="*/ 119575 w 3024845"/>
                <a:gd name="connsiteY398-32526" fmla="*/ 226986 h 1059043"/>
                <a:gd name="connsiteX0-32527" fmla="*/ 119575 w 3024845"/>
                <a:gd name="connsiteY0-32528" fmla="*/ 226986 h 1059043"/>
                <a:gd name="connsiteX1-32529" fmla="*/ 200642 w 3024845"/>
                <a:gd name="connsiteY1-32530" fmla="*/ 224825 h 1059043"/>
                <a:gd name="connsiteX2-32531" fmla="*/ 202669 w 3024845"/>
                <a:gd name="connsiteY2-32532" fmla="*/ 224825 h 1059043"/>
                <a:gd name="connsiteX3-32533" fmla="*/ 216856 w 3024845"/>
                <a:gd name="connsiteY3-32534" fmla="*/ 224825 h 1059043"/>
                <a:gd name="connsiteX4-32535" fmla="*/ 216856 w 3024845"/>
                <a:gd name="connsiteY4-32536" fmla="*/ 248604 h 1059043"/>
                <a:gd name="connsiteX5-32537" fmla="*/ 217363 w 3024845"/>
                <a:gd name="connsiteY5-32538" fmla="*/ 249415 h 1059043"/>
                <a:gd name="connsiteX6-32539" fmla="*/ 220909 w 3024845"/>
                <a:gd name="connsiteY6-32540" fmla="*/ 255090 h 1059043"/>
                <a:gd name="connsiteX7-32541" fmla="*/ 220909 w 3024845"/>
                <a:gd name="connsiteY7-32542" fmla="*/ 369664 h 1059043"/>
                <a:gd name="connsiteX8-32543" fmla="*/ 223189 w 3024845"/>
                <a:gd name="connsiteY8-32544" fmla="*/ 369664 h 1059043"/>
                <a:gd name="connsiteX9-32545" fmla="*/ 239150 w 3024845"/>
                <a:gd name="connsiteY9-32546" fmla="*/ 369664 h 1059043"/>
                <a:gd name="connsiteX10-32547" fmla="*/ 239150 w 3024845"/>
                <a:gd name="connsiteY10-32548" fmla="*/ 510179 h 1059043"/>
                <a:gd name="connsiteX11-32549" fmla="*/ 240670 w 3024845"/>
                <a:gd name="connsiteY11-32550" fmla="*/ 509909 h 1059043"/>
                <a:gd name="connsiteX12-32551" fmla="*/ 251310 w 3024845"/>
                <a:gd name="connsiteY12-32552" fmla="*/ 508018 h 1059043"/>
                <a:gd name="connsiteX13-32553" fmla="*/ 249283 w 3024845"/>
                <a:gd name="connsiteY13-32554" fmla="*/ 596650 h 1059043"/>
                <a:gd name="connsiteX14-32555" fmla="*/ 250803 w 3024845"/>
                <a:gd name="connsiteY14-32556" fmla="*/ 596921 h 1059043"/>
                <a:gd name="connsiteX15-32557" fmla="*/ 261443 w 3024845"/>
                <a:gd name="connsiteY15-32558" fmla="*/ 598812 h 1059043"/>
                <a:gd name="connsiteX16-32559" fmla="*/ 261696 w 3024845"/>
                <a:gd name="connsiteY16-32560" fmla="*/ 599623 h 1059043"/>
                <a:gd name="connsiteX17-32561" fmla="*/ 263470 w 3024845"/>
                <a:gd name="connsiteY17-32562" fmla="*/ 605298 h 1059043"/>
                <a:gd name="connsiteX18-32563" fmla="*/ 264230 w 3024845"/>
                <a:gd name="connsiteY18-32564" fmla="*/ 602866 h 1059043"/>
                <a:gd name="connsiteX19-32565" fmla="*/ 269550 w 3024845"/>
                <a:gd name="connsiteY19-32566" fmla="*/ 585842 h 1059043"/>
                <a:gd name="connsiteX20-32567" fmla="*/ 271323 w 3024845"/>
                <a:gd name="connsiteY20-32568" fmla="*/ 585842 h 1059043"/>
                <a:gd name="connsiteX21-32569" fmla="*/ 283737 w 3024845"/>
                <a:gd name="connsiteY21-32570" fmla="*/ 585842 h 1059043"/>
                <a:gd name="connsiteX22-32571" fmla="*/ 283737 w 3024845"/>
                <a:gd name="connsiteY22-32572" fmla="*/ 618268 h 1059043"/>
                <a:gd name="connsiteX23-32573" fmla="*/ 284750 w 3024845"/>
                <a:gd name="connsiteY23-32574" fmla="*/ 618809 h 1059043"/>
                <a:gd name="connsiteX24-32575" fmla="*/ 291844 w 3024845"/>
                <a:gd name="connsiteY24-32576" fmla="*/ 622592 h 1059043"/>
                <a:gd name="connsiteX25-32577" fmla="*/ 291844 w 3024845"/>
                <a:gd name="connsiteY25-32578" fmla="*/ 623943 h 1059043"/>
                <a:gd name="connsiteX26-32579" fmla="*/ 291844 w 3024845"/>
                <a:gd name="connsiteY26-32580" fmla="*/ 633401 h 1059043"/>
                <a:gd name="connsiteX27-32581" fmla="*/ 336431 w 3024845"/>
                <a:gd name="connsiteY27-32582" fmla="*/ 633401 h 1059043"/>
                <a:gd name="connsiteX28-32583" fmla="*/ 336431 w 3024845"/>
                <a:gd name="connsiteY28-32584" fmla="*/ 634482 h 1059043"/>
                <a:gd name="connsiteX29-32585" fmla="*/ 336431 w 3024845"/>
                <a:gd name="connsiteY29-32586" fmla="*/ 642048 h 1059043"/>
                <a:gd name="connsiteX30-32587" fmla="*/ 338457 w 3024845"/>
                <a:gd name="connsiteY30-32588" fmla="*/ 642048 h 1059043"/>
                <a:gd name="connsiteX31-32589" fmla="*/ 352644 w 3024845"/>
                <a:gd name="connsiteY31-32590" fmla="*/ 642048 h 1059043"/>
                <a:gd name="connsiteX32-32591" fmla="*/ 352644 w 3024845"/>
                <a:gd name="connsiteY32-32592" fmla="*/ 611783 h 1059043"/>
                <a:gd name="connsiteX33-32593" fmla="*/ 397231 w 3024845"/>
                <a:gd name="connsiteY33-32594" fmla="*/ 611783 h 1059043"/>
                <a:gd name="connsiteX34-32595" fmla="*/ 397231 w 3024845"/>
                <a:gd name="connsiteY34-32596" fmla="*/ 610432 h 1059043"/>
                <a:gd name="connsiteX35-32597" fmla="*/ 397231 w 3024845"/>
                <a:gd name="connsiteY35-32598" fmla="*/ 600974 h 1059043"/>
                <a:gd name="connsiteX36-32599" fmla="*/ 398245 w 3024845"/>
                <a:gd name="connsiteY36-32600" fmla="*/ 600974 h 1059043"/>
                <a:gd name="connsiteX37-32601" fmla="*/ 405338 w 3024845"/>
                <a:gd name="connsiteY37-32602" fmla="*/ 600974 h 1059043"/>
                <a:gd name="connsiteX38-32603" fmla="*/ 405338 w 3024845"/>
                <a:gd name="connsiteY38-32604" fmla="*/ 599083 h 1059043"/>
                <a:gd name="connsiteX39-32605" fmla="*/ 405338 w 3024845"/>
                <a:gd name="connsiteY39-32606" fmla="*/ 585842 h 1059043"/>
                <a:gd name="connsiteX40-32607" fmla="*/ 406098 w 3024845"/>
                <a:gd name="connsiteY40-32608" fmla="*/ 585842 h 1059043"/>
                <a:gd name="connsiteX41-32609" fmla="*/ 411418 w 3024845"/>
                <a:gd name="connsiteY41-32610" fmla="*/ 585842 h 1059043"/>
                <a:gd name="connsiteX42-32611" fmla="*/ 411418 w 3024845"/>
                <a:gd name="connsiteY42-32612" fmla="*/ 584761 h 1059043"/>
                <a:gd name="connsiteX43-32613" fmla="*/ 411418 w 3024845"/>
                <a:gd name="connsiteY43-32614" fmla="*/ 577194 h 1059043"/>
                <a:gd name="connsiteX44-32615" fmla="*/ 413445 w 3024845"/>
                <a:gd name="connsiteY44-32616" fmla="*/ 577194 h 1059043"/>
                <a:gd name="connsiteX45-32617" fmla="*/ 427632 w 3024845"/>
                <a:gd name="connsiteY45-32618" fmla="*/ 577194 h 1059043"/>
                <a:gd name="connsiteX46-32619" fmla="*/ 427632 w 3024845"/>
                <a:gd name="connsiteY46-32620" fmla="*/ 578275 h 1059043"/>
                <a:gd name="connsiteX47-32621" fmla="*/ 427632 w 3024845"/>
                <a:gd name="connsiteY47-32622" fmla="*/ 585842 h 1059043"/>
                <a:gd name="connsiteX48-32623" fmla="*/ 449925 w 3024845"/>
                <a:gd name="connsiteY48-32624" fmla="*/ 585842 h 1059043"/>
                <a:gd name="connsiteX49-32625" fmla="*/ 449925 w 3024845"/>
                <a:gd name="connsiteY49-32626" fmla="*/ 583950 h 1059043"/>
                <a:gd name="connsiteX50-32627" fmla="*/ 449925 w 3024845"/>
                <a:gd name="connsiteY50-32628" fmla="*/ 570709 h 1059043"/>
                <a:gd name="connsiteX51-32629" fmla="*/ 451699 w 3024845"/>
                <a:gd name="connsiteY51-32630" fmla="*/ 570709 h 1059043"/>
                <a:gd name="connsiteX52-32631" fmla="*/ 464112 w 3024845"/>
                <a:gd name="connsiteY52-32632" fmla="*/ 570709 h 1059043"/>
                <a:gd name="connsiteX53-32633" fmla="*/ 464112 w 3024845"/>
                <a:gd name="connsiteY53-32634" fmla="*/ 594489 h 1059043"/>
                <a:gd name="connsiteX54-32635" fmla="*/ 465126 w 3024845"/>
                <a:gd name="connsiteY54-32636" fmla="*/ 594489 h 1059043"/>
                <a:gd name="connsiteX55-32637" fmla="*/ 472219 w 3024845"/>
                <a:gd name="connsiteY55-32638" fmla="*/ 594489 h 1059043"/>
                <a:gd name="connsiteX56-32639" fmla="*/ 472219 w 3024845"/>
                <a:gd name="connsiteY56-32640" fmla="*/ 593408 h 1059043"/>
                <a:gd name="connsiteX57-32641" fmla="*/ 472219 w 3024845"/>
                <a:gd name="connsiteY57-32642" fmla="*/ 585842 h 1059043"/>
                <a:gd name="connsiteX58-32643" fmla="*/ 473992 w 3024845"/>
                <a:gd name="connsiteY58-32644" fmla="*/ 585842 h 1059043"/>
                <a:gd name="connsiteX59-32645" fmla="*/ 486406 w 3024845"/>
                <a:gd name="connsiteY59-32646" fmla="*/ 585842 h 1059043"/>
                <a:gd name="connsiteX60-32647" fmla="*/ 486406 w 3024845"/>
                <a:gd name="connsiteY60-32648" fmla="*/ 611783 h 1059043"/>
                <a:gd name="connsiteX61-32649" fmla="*/ 488433 w 3024845"/>
                <a:gd name="connsiteY61-32650" fmla="*/ 611783 h 1059043"/>
                <a:gd name="connsiteX62-32651" fmla="*/ 502619 w 3024845"/>
                <a:gd name="connsiteY62-32652" fmla="*/ 611783 h 1059043"/>
                <a:gd name="connsiteX63-32653" fmla="*/ 502619 w 3024845"/>
                <a:gd name="connsiteY63-32654" fmla="*/ 613404 h 1059043"/>
                <a:gd name="connsiteX64-32655" fmla="*/ 502619 w 3024845"/>
                <a:gd name="connsiteY64-32656" fmla="*/ 624754 h 1059043"/>
                <a:gd name="connsiteX65-32657" fmla="*/ 503379 w 3024845"/>
                <a:gd name="connsiteY65-32658" fmla="*/ 624754 h 1059043"/>
                <a:gd name="connsiteX66-32659" fmla="*/ 508700 w 3024845"/>
                <a:gd name="connsiteY66-32660" fmla="*/ 624754 h 1059043"/>
                <a:gd name="connsiteX67-32661" fmla="*/ 508700 w 3024845"/>
                <a:gd name="connsiteY67-32662" fmla="*/ 623943 h 1059043"/>
                <a:gd name="connsiteX68-32663" fmla="*/ 508700 w 3024845"/>
                <a:gd name="connsiteY68-32664" fmla="*/ 618268 h 1059043"/>
                <a:gd name="connsiteX69-32665" fmla="*/ 539100 w 3024845"/>
                <a:gd name="connsiteY69-32666" fmla="*/ 618268 h 1059043"/>
                <a:gd name="connsiteX70-32667" fmla="*/ 539100 w 3024845"/>
                <a:gd name="connsiteY70-32668" fmla="*/ 642048 h 1059043"/>
                <a:gd name="connsiteX71-32669" fmla="*/ 540113 w 3024845"/>
                <a:gd name="connsiteY71-32670" fmla="*/ 642048 h 1059043"/>
                <a:gd name="connsiteX72-32671" fmla="*/ 547207 w 3024845"/>
                <a:gd name="connsiteY72-32672" fmla="*/ 642048 h 1059043"/>
                <a:gd name="connsiteX73-32673" fmla="*/ 547207 w 3024845"/>
                <a:gd name="connsiteY73-32674" fmla="*/ 643129 h 1059043"/>
                <a:gd name="connsiteX74-32675" fmla="*/ 547207 w 3024845"/>
                <a:gd name="connsiteY74-32676" fmla="*/ 650695 h 1059043"/>
                <a:gd name="connsiteX75-32677" fmla="*/ 547967 w 3024845"/>
                <a:gd name="connsiteY75-32678" fmla="*/ 650695 h 1059043"/>
                <a:gd name="connsiteX76-32679" fmla="*/ 553287 w 3024845"/>
                <a:gd name="connsiteY76-32680" fmla="*/ 650695 h 1059043"/>
                <a:gd name="connsiteX77-32681" fmla="*/ 553287 w 3024845"/>
                <a:gd name="connsiteY77-32682" fmla="*/ 648533 h 1059043"/>
                <a:gd name="connsiteX78-32683" fmla="*/ 553287 w 3024845"/>
                <a:gd name="connsiteY78-32684" fmla="*/ 633401 h 1059043"/>
                <a:gd name="connsiteX79-32685" fmla="*/ 554300 w 3024845"/>
                <a:gd name="connsiteY79-32686" fmla="*/ 633401 h 1059043"/>
                <a:gd name="connsiteX80-32687" fmla="*/ 561394 w 3024845"/>
                <a:gd name="connsiteY80-32688" fmla="*/ 633401 h 1059043"/>
                <a:gd name="connsiteX81-32689" fmla="*/ 561394 w 3024845"/>
                <a:gd name="connsiteY81-32690" fmla="*/ 634482 h 1059043"/>
                <a:gd name="connsiteX82-32691" fmla="*/ 561394 w 3024845"/>
                <a:gd name="connsiteY82-32692" fmla="*/ 642048 h 1059043"/>
                <a:gd name="connsiteX83-32693" fmla="*/ 566714 w 3024845"/>
                <a:gd name="connsiteY83-32694" fmla="*/ 640055 h 1059043"/>
                <a:gd name="connsiteX84-32695" fmla="*/ 567474 w 3024845"/>
                <a:gd name="connsiteY84-32696" fmla="*/ 639075 h 1059043"/>
                <a:gd name="connsiteX85-32697" fmla="*/ 567474 w 3024845"/>
                <a:gd name="connsiteY85-32698" fmla="*/ 633401 h 1059043"/>
                <a:gd name="connsiteX86-32699" fmla="*/ 605981 w 3024845"/>
                <a:gd name="connsiteY86-32700" fmla="*/ 633401 h 1059043"/>
                <a:gd name="connsiteX87-32701" fmla="*/ 605981 w 3024845"/>
                <a:gd name="connsiteY87-32702" fmla="*/ 657180 h 1059043"/>
                <a:gd name="connsiteX88-32703" fmla="*/ 608007 w 3024845"/>
                <a:gd name="connsiteY88-32704" fmla="*/ 657180 h 1059043"/>
                <a:gd name="connsiteX89-32705" fmla="*/ 622194 w 3024845"/>
                <a:gd name="connsiteY89-32706" fmla="*/ 657180 h 1059043"/>
                <a:gd name="connsiteX90-32707" fmla="*/ 622194 w 3024845"/>
                <a:gd name="connsiteY90-32708" fmla="*/ 658261 h 1059043"/>
                <a:gd name="connsiteX91-32709" fmla="*/ 622194 w 3024845"/>
                <a:gd name="connsiteY91-32710" fmla="*/ 665827 h 1059043"/>
                <a:gd name="connsiteX92-32711" fmla="*/ 623968 w 3024845"/>
                <a:gd name="connsiteY92-32712" fmla="*/ 665827 h 1059043"/>
                <a:gd name="connsiteX93-32713" fmla="*/ 636381 w 3024845"/>
                <a:gd name="connsiteY93-32714" fmla="*/ 665827 h 1059043"/>
                <a:gd name="connsiteX94-32715" fmla="*/ 636381 w 3024845"/>
                <a:gd name="connsiteY94-32716" fmla="*/ 642048 h 1059043"/>
                <a:gd name="connsiteX95-32717" fmla="*/ 637394 w 3024845"/>
                <a:gd name="connsiteY95-32718" fmla="*/ 642048 h 1059043"/>
                <a:gd name="connsiteX96-32719" fmla="*/ 644488 w 3024845"/>
                <a:gd name="connsiteY96-32720" fmla="*/ 642048 h 1059043"/>
                <a:gd name="connsiteX97-32721" fmla="*/ 644488 w 3024845"/>
                <a:gd name="connsiteY97-32722" fmla="*/ 609621 h 1059043"/>
                <a:gd name="connsiteX98-32723" fmla="*/ 645501 w 3024845"/>
                <a:gd name="connsiteY98-32724" fmla="*/ 609621 h 1059043"/>
                <a:gd name="connsiteX99-32725" fmla="*/ 652595 w 3024845"/>
                <a:gd name="connsiteY99-32726" fmla="*/ 609621 h 1059043"/>
                <a:gd name="connsiteX100-32727" fmla="*/ 652595 w 3024845"/>
                <a:gd name="connsiteY100-32728" fmla="*/ 607730 h 1059043"/>
                <a:gd name="connsiteX101-32729" fmla="*/ 652595 w 3024845"/>
                <a:gd name="connsiteY101-32730" fmla="*/ 594489 h 1059043"/>
                <a:gd name="connsiteX102-32731" fmla="*/ 651328 w 3024845"/>
                <a:gd name="connsiteY102-32732" fmla="*/ 592867 h 1059043"/>
                <a:gd name="connsiteX103-32733" fmla="*/ 656648 w 3024845"/>
                <a:gd name="connsiteY103-32734" fmla="*/ 581518 h 1059043"/>
                <a:gd name="connsiteX104-32735" fmla="*/ 664755 w 3024845"/>
                <a:gd name="connsiteY104-32736" fmla="*/ 609621 h 1059043"/>
                <a:gd name="connsiteX105-32737" fmla="*/ 665515 w 3024845"/>
                <a:gd name="connsiteY105-32738" fmla="*/ 609621 h 1059043"/>
                <a:gd name="connsiteX106-32739" fmla="*/ 670835 w 3024845"/>
                <a:gd name="connsiteY106-32740" fmla="*/ 609621 h 1059043"/>
                <a:gd name="connsiteX107-32741" fmla="*/ 670835 w 3024845"/>
                <a:gd name="connsiteY107-32742" fmla="*/ 503694 h 1059043"/>
                <a:gd name="connsiteX108-32743" fmla="*/ 672355 w 3024845"/>
                <a:gd name="connsiteY108-32744" fmla="*/ 503694 h 1059043"/>
                <a:gd name="connsiteX109-32745" fmla="*/ 682995 w 3024845"/>
                <a:gd name="connsiteY109-32746" fmla="*/ 503694 h 1059043"/>
                <a:gd name="connsiteX110-32747" fmla="*/ 682995 w 3024845"/>
                <a:gd name="connsiteY110-32748" fmla="*/ 456135 h 1059043"/>
                <a:gd name="connsiteX111-32749" fmla="*/ 709342 w 3024845"/>
                <a:gd name="connsiteY111-32750" fmla="*/ 456135 h 1059043"/>
                <a:gd name="connsiteX112-32751" fmla="*/ 709342 w 3024845"/>
                <a:gd name="connsiteY112-32752" fmla="*/ 434517 h 1059043"/>
                <a:gd name="connsiteX113-32753" fmla="*/ 743796 w 3024845"/>
                <a:gd name="connsiteY113-32754" fmla="*/ 434517 h 1059043"/>
                <a:gd name="connsiteX114-32755" fmla="*/ 743796 w 3024845"/>
                <a:gd name="connsiteY114-32756" fmla="*/ 436949 h 1059043"/>
                <a:gd name="connsiteX115-32757" fmla="*/ 743796 w 3024845"/>
                <a:gd name="connsiteY115-32758" fmla="*/ 453973 h 1059043"/>
                <a:gd name="connsiteX116-32759" fmla="*/ 746076 w 3024845"/>
                <a:gd name="connsiteY116-32760" fmla="*/ 453973 h 1059043"/>
                <a:gd name="connsiteX117-32761" fmla="*/ 762036 w 3024845"/>
                <a:gd name="connsiteY117-32762" fmla="*/ 453973 h 1059043"/>
                <a:gd name="connsiteX118-32763" fmla="*/ 762036 w 3024845"/>
                <a:gd name="connsiteY118-32764" fmla="*/ 501532 h 1059043"/>
                <a:gd name="connsiteX119-32765" fmla="*/ 763049 w 3024845"/>
                <a:gd name="connsiteY119-32766" fmla="*/ 501532 h 1059043"/>
                <a:gd name="connsiteX120-32767" fmla="*/ 770143 w 3024845"/>
                <a:gd name="connsiteY120-32768" fmla="*/ 501532 h 1059043"/>
                <a:gd name="connsiteX121-32769" fmla="*/ 784330 w 3024845"/>
                <a:gd name="connsiteY121-32770" fmla="*/ 505856 h 1059043"/>
                <a:gd name="connsiteX122-32771" fmla="*/ 784330 w 3024845"/>
                <a:gd name="connsiteY122-32772" fmla="*/ 544768 h 1059043"/>
                <a:gd name="connsiteX123-32773" fmla="*/ 785343 w 3024845"/>
                <a:gd name="connsiteY123-32774" fmla="*/ 544768 h 1059043"/>
                <a:gd name="connsiteX124-32775" fmla="*/ 792436 w 3024845"/>
                <a:gd name="connsiteY124-32776" fmla="*/ 544768 h 1059043"/>
                <a:gd name="connsiteX125-32777" fmla="*/ 792436 w 3024845"/>
                <a:gd name="connsiteY125-32778" fmla="*/ 546389 h 1059043"/>
                <a:gd name="connsiteX126-32779" fmla="*/ 792436 w 3024845"/>
                <a:gd name="connsiteY126-32780" fmla="*/ 557738 h 1059043"/>
                <a:gd name="connsiteX127-32781" fmla="*/ 794463 w 3024845"/>
                <a:gd name="connsiteY127-32782" fmla="*/ 557738 h 1059043"/>
                <a:gd name="connsiteX128-32783" fmla="*/ 808650 w 3024845"/>
                <a:gd name="connsiteY128-32784" fmla="*/ 557738 h 1059043"/>
                <a:gd name="connsiteX129-32785" fmla="*/ 814730 w 3024845"/>
                <a:gd name="connsiteY129-32786" fmla="*/ 564224 h 1059043"/>
                <a:gd name="connsiteX130-32787" fmla="*/ 814730 w 3024845"/>
                <a:gd name="connsiteY130-32788" fmla="*/ 585842 h 1059043"/>
                <a:gd name="connsiteX131-32789" fmla="*/ 817010 w 3024845"/>
                <a:gd name="connsiteY131-32790" fmla="*/ 585842 h 1059043"/>
                <a:gd name="connsiteX132-32791" fmla="*/ 832970 w 3024845"/>
                <a:gd name="connsiteY132-32792" fmla="*/ 585842 h 1059043"/>
                <a:gd name="connsiteX133-32793" fmla="*/ 832970 w 3024845"/>
                <a:gd name="connsiteY133-32794" fmla="*/ 586922 h 1059043"/>
                <a:gd name="connsiteX134-32795" fmla="*/ 832970 w 3024845"/>
                <a:gd name="connsiteY134-32796" fmla="*/ 594489 h 1059043"/>
                <a:gd name="connsiteX135-32797" fmla="*/ 834237 w 3024845"/>
                <a:gd name="connsiteY135-32798" fmla="*/ 594489 h 1059043"/>
                <a:gd name="connsiteX136-32799" fmla="*/ 843104 w 3024845"/>
                <a:gd name="connsiteY136-32800" fmla="*/ 594489 h 1059043"/>
                <a:gd name="connsiteX137-32801" fmla="*/ 843104 w 3024845"/>
                <a:gd name="connsiteY137-32802" fmla="*/ 596650 h 1059043"/>
                <a:gd name="connsiteX138-32803" fmla="*/ 843104 w 3024845"/>
                <a:gd name="connsiteY138-32804" fmla="*/ 611783 h 1059043"/>
                <a:gd name="connsiteX139-32805" fmla="*/ 847157 w 3024845"/>
                <a:gd name="connsiteY139-32806" fmla="*/ 609891 h 1059043"/>
                <a:gd name="connsiteX140-32807" fmla="*/ 847157 w 3024845"/>
                <a:gd name="connsiteY140-32808" fmla="*/ 596650 h 1059043"/>
                <a:gd name="connsiteX141-32809" fmla="*/ 848170 w 3024845"/>
                <a:gd name="connsiteY141-32810" fmla="*/ 596650 h 1059043"/>
                <a:gd name="connsiteX142-32811" fmla="*/ 855264 w 3024845"/>
                <a:gd name="connsiteY142-32812" fmla="*/ 596650 h 1059043"/>
                <a:gd name="connsiteX143-32813" fmla="*/ 855264 w 3024845"/>
                <a:gd name="connsiteY143-32814" fmla="*/ 598272 h 1059043"/>
                <a:gd name="connsiteX144-32815" fmla="*/ 855264 w 3024845"/>
                <a:gd name="connsiteY144-32816" fmla="*/ 609621 h 1059043"/>
                <a:gd name="connsiteX145-32817" fmla="*/ 856024 w 3024845"/>
                <a:gd name="connsiteY145-32818" fmla="*/ 609621 h 1059043"/>
                <a:gd name="connsiteX146-32819" fmla="*/ 861344 w 3024845"/>
                <a:gd name="connsiteY146-32820" fmla="*/ 609621 h 1059043"/>
                <a:gd name="connsiteX147-32821" fmla="*/ 909984 w 3024845"/>
                <a:gd name="connsiteY147-32822" fmla="*/ 605298 h 1059043"/>
                <a:gd name="connsiteX148-32823" fmla="*/ 909984 w 3024845"/>
                <a:gd name="connsiteY148-32824" fmla="*/ 606649 h 1059043"/>
                <a:gd name="connsiteX149-32825" fmla="*/ 909984 w 3024845"/>
                <a:gd name="connsiteY149-32826" fmla="*/ 616106 h 1059043"/>
                <a:gd name="connsiteX150-32827" fmla="*/ 910744 w 3024845"/>
                <a:gd name="connsiteY150-32828" fmla="*/ 616106 h 1059043"/>
                <a:gd name="connsiteX151-32829" fmla="*/ 916065 w 3024845"/>
                <a:gd name="connsiteY151-32830" fmla="*/ 616106 h 1059043"/>
                <a:gd name="connsiteX152-32831" fmla="*/ 916065 w 3024845"/>
                <a:gd name="connsiteY152-32832" fmla="*/ 618268 h 1059043"/>
                <a:gd name="connsiteX153-32833" fmla="*/ 916065 w 3024845"/>
                <a:gd name="connsiteY153-32834" fmla="*/ 633401 h 1059043"/>
                <a:gd name="connsiteX154-32835" fmla="*/ 918091 w 3024845"/>
                <a:gd name="connsiteY154-32836" fmla="*/ 632050 h 1059043"/>
                <a:gd name="connsiteX155-32837" fmla="*/ 932278 w 3024845"/>
                <a:gd name="connsiteY155-32838" fmla="*/ 622592 h 1059043"/>
                <a:gd name="connsiteX156-32839" fmla="*/ 938358 w 3024845"/>
                <a:gd name="connsiteY156-32840" fmla="*/ 581518 h 1059043"/>
                <a:gd name="connsiteX157-32841" fmla="*/ 939118 w 3024845"/>
                <a:gd name="connsiteY157-32842" fmla="*/ 581248 h 1059043"/>
                <a:gd name="connsiteX158-32843" fmla="*/ 944438 w 3024845"/>
                <a:gd name="connsiteY158-32844" fmla="*/ 579356 h 1059043"/>
                <a:gd name="connsiteX159-32845" fmla="*/ 946465 w 3024845"/>
                <a:gd name="connsiteY159-32846" fmla="*/ 510179 h 1059043"/>
                <a:gd name="connsiteX160-32847" fmla="*/ 948492 w 3024845"/>
                <a:gd name="connsiteY160-32848" fmla="*/ 579356 h 1059043"/>
                <a:gd name="connsiteX161-32849" fmla="*/ 949252 w 3024845"/>
                <a:gd name="connsiteY161-32850" fmla="*/ 579626 h 1059043"/>
                <a:gd name="connsiteX162-32851" fmla="*/ 954572 w 3024845"/>
                <a:gd name="connsiteY162-32852" fmla="*/ 581518 h 1059043"/>
                <a:gd name="connsiteX163-32853" fmla="*/ 954572 w 3024845"/>
                <a:gd name="connsiteY163-32854" fmla="*/ 495047 h 1059043"/>
                <a:gd name="connsiteX164-32855" fmla="*/ 958625 w 3024845"/>
                <a:gd name="connsiteY164-32856" fmla="*/ 462620 h 1059043"/>
                <a:gd name="connsiteX165-32857" fmla="*/ 997132 w 3024845"/>
                <a:gd name="connsiteY165-32858" fmla="*/ 462620 h 1059043"/>
                <a:gd name="connsiteX166-32859" fmla="*/ 997132 w 3024845"/>
                <a:gd name="connsiteY166-32860" fmla="*/ 495047 h 1059043"/>
                <a:gd name="connsiteX167-32861" fmla="*/ 997892 w 3024845"/>
                <a:gd name="connsiteY167-32862" fmla="*/ 495047 h 1059043"/>
                <a:gd name="connsiteX168-32863" fmla="*/ 1003212 w 3024845"/>
                <a:gd name="connsiteY168-32864" fmla="*/ 495047 h 1059043"/>
                <a:gd name="connsiteX169-32865" fmla="*/ 1003212 w 3024845"/>
                <a:gd name="connsiteY169-32866" fmla="*/ 412899 h 1059043"/>
                <a:gd name="connsiteX170-32867" fmla="*/ 1004986 w 3024845"/>
                <a:gd name="connsiteY170-32868" fmla="*/ 412899 h 1059043"/>
                <a:gd name="connsiteX171-32869" fmla="*/ 1017399 w 3024845"/>
                <a:gd name="connsiteY171-32870" fmla="*/ 412899 h 1059043"/>
                <a:gd name="connsiteX172-32871" fmla="*/ 1017399 w 3024845"/>
                <a:gd name="connsiteY172-32872" fmla="*/ 411008 h 1059043"/>
                <a:gd name="connsiteX173-32873" fmla="*/ 1017399 w 3024845"/>
                <a:gd name="connsiteY173-32874" fmla="*/ 397767 h 1059043"/>
                <a:gd name="connsiteX174-32875" fmla="*/ 1039693 w 3024845"/>
                <a:gd name="connsiteY174-32876" fmla="*/ 397767 h 1059043"/>
                <a:gd name="connsiteX175-32877" fmla="*/ 1039693 w 3024845"/>
                <a:gd name="connsiteY175-32878" fmla="*/ 396686 h 1059043"/>
                <a:gd name="connsiteX176-32879" fmla="*/ 1039693 w 3024845"/>
                <a:gd name="connsiteY176-32880" fmla="*/ 389120 h 1059043"/>
                <a:gd name="connsiteX177-32881" fmla="*/ 1041466 w 3024845"/>
                <a:gd name="connsiteY177-32882" fmla="*/ 389120 h 1059043"/>
                <a:gd name="connsiteX178-32883" fmla="*/ 1053880 w 3024845"/>
                <a:gd name="connsiteY178-32884" fmla="*/ 389120 h 1059043"/>
                <a:gd name="connsiteX179-32885" fmla="*/ 1053880 w 3024845"/>
                <a:gd name="connsiteY179-32886" fmla="*/ 390201 h 1059043"/>
                <a:gd name="connsiteX180-32887" fmla="*/ 1053880 w 3024845"/>
                <a:gd name="connsiteY180-32888" fmla="*/ 397767 h 1059043"/>
                <a:gd name="connsiteX181-32889" fmla="*/ 1054640 w 3024845"/>
                <a:gd name="connsiteY181-32890" fmla="*/ 397767 h 1059043"/>
                <a:gd name="connsiteX182-32891" fmla="*/ 1059960 w 3024845"/>
                <a:gd name="connsiteY182-32892" fmla="*/ 397767 h 1059043"/>
                <a:gd name="connsiteX183-32893" fmla="*/ 1070093 w 3024845"/>
                <a:gd name="connsiteY183-32894" fmla="*/ 393443 h 1059043"/>
                <a:gd name="connsiteX184-32895" fmla="*/ 1074146 w 3024845"/>
                <a:gd name="connsiteY184-32896" fmla="*/ 396686 h 1059043"/>
                <a:gd name="connsiteX185-32897" fmla="*/ 1074146 w 3024845"/>
                <a:gd name="connsiteY185-32898" fmla="*/ 389120 h 1059043"/>
                <a:gd name="connsiteX186-32899" fmla="*/ 1076426 w 3024845"/>
                <a:gd name="connsiteY186-32900" fmla="*/ 389120 h 1059043"/>
                <a:gd name="connsiteX187-32901" fmla="*/ 1092387 w 3024845"/>
                <a:gd name="connsiteY187-32902" fmla="*/ 389120 h 1059043"/>
                <a:gd name="connsiteX188-32903" fmla="*/ 1092387 w 3024845"/>
                <a:gd name="connsiteY188-32904" fmla="*/ 390201 h 1059043"/>
                <a:gd name="connsiteX189-32905" fmla="*/ 1092387 w 3024845"/>
                <a:gd name="connsiteY189-32906" fmla="*/ 397767 h 1059043"/>
                <a:gd name="connsiteX190-32907" fmla="*/ 1122787 w 3024845"/>
                <a:gd name="connsiteY190-32908" fmla="*/ 397767 h 1059043"/>
                <a:gd name="connsiteX191-32909" fmla="*/ 1122787 w 3024845"/>
                <a:gd name="connsiteY191-32910" fmla="*/ 399388 h 1059043"/>
                <a:gd name="connsiteX192-32911" fmla="*/ 1122787 w 3024845"/>
                <a:gd name="connsiteY192-32912" fmla="*/ 410738 h 1059043"/>
                <a:gd name="connsiteX193-32913" fmla="*/ 1149134 w 3024845"/>
                <a:gd name="connsiteY193-32914" fmla="*/ 410738 h 1059043"/>
                <a:gd name="connsiteX194-32915" fmla="*/ 1149134 w 3024845"/>
                <a:gd name="connsiteY194-32916" fmla="*/ 441002 h 1059043"/>
                <a:gd name="connsiteX195-32917" fmla="*/ 1149894 w 3024845"/>
                <a:gd name="connsiteY195-32918" fmla="*/ 441002 h 1059043"/>
                <a:gd name="connsiteX196-32919" fmla="*/ 1155214 w 3024845"/>
                <a:gd name="connsiteY196-32920" fmla="*/ 441002 h 1059043"/>
                <a:gd name="connsiteX197-32921" fmla="*/ 1155214 w 3024845"/>
                <a:gd name="connsiteY197-32922" fmla="*/ 442083 h 1059043"/>
                <a:gd name="connsiteX198-32923" fmla="*/ 1155214 w 3024845"/>
                <a:gd name="connsiteY198-32924" fmla="*/ 449650 h 1059043"/>
                <a:gd name="connsiteX199-32925" fmla="*/ 1159268 w 3024845"/>
                <a:gd name="connsiteY199-32926" fmla="*/ 479914 h 1059043"/>
                <a:gd name="connsiteX200-32927" fmla="*/ 1160028 w 3024845"/>
                <a:gd name="connsiteY200-32928" fmla="*/ 479914 h 1059043"/>
                <a:gd name="connsiteX201-32929" fmla="*/ 1165348 w 3024845"/>
                <a:gd name="connsiteY201-32930" fmla="*/ 479914 h 1059043"/>
                <a:gd name="connsiteX202-32931" fmla="*/ 1165348 w 3024845"/>
                <a:gd name="connsiteY202-32932" fmla="*/ 480725 h 1059043"/>
                <a:gd name="connsiteX203-32933" fmla="*/ 1165348 w 3024845"/>
                <a:gd name="connsiteY203-32934" fmla="*/ 486400 h 1059043"/>
                <a:gd name="connsiteX204-32935" fmla="*/ 1166361 w 3024845"/>
                <a:gd name="connsiteY204-32936" fmla="*/ 486400 h 1059043"/>
                <a:gd name="connsiteX205-32937" fmla="*/ 1173454 w 3024845"/>
                <a:gd name="connsiteY205-32938" fmla="*/ 486400 h 1059043"/>
                <a:gd name="connsiteX206-32939" fmla="*/ 1173454 w 3024845"/>
                <a:gd name="connsiteY206-32940" fmla="*/ 516665 h 1059043"/>
                <a:gd name="connsiteX207-32941" fmla="*/ 1175481 w 3024845"/>
                <a:gd name="connsiteY207-32942" fmla="*/ 516665 h 1059043"/>
                <a:gd name="connsiteX208-32943" fmla="*/ 1189668 w 3024845"/>
                <a:gd name="connsiteY208-32944" fmla="*/ 516665 h 1059043"/>
                <a:gd name="connsiteX209-32945" fmla="*/ 1189668 w 3024845"/>
                <a:gd name="connsiteY209-32946" fmla="*/ 540444 h 1059043"/>
                <a:gd name="connsiteX210-32947" fmla="*/ 1191695 w 3024845"/>
                <a:gd name="connsiteY210-32948" fmla="*/ 542065 h 1059043"/>
                <a:gd name="connsiteX211-32949" fmla="*/ 1191695 w 3024845"/>
                <a:gd name="connsiteY211-32950" fmla="*/ 553415 h 1059043"/>
                <a:gd name="connsiteX212-32951" fmla="*/ 1192455 w 3024845"/>
                <a:gd name="connsiteY212-32952" fmla="*/ 553415 h 1059043"/>
                <a:gd name="connsiteX213-32953" fmla="*/ 1197775 w 3024845"/>
                <a:gd name="connsiteY213-32954" fmla="*/ 553415 h 1059043"/>
                <a:gd name="connsiteX214-32955" fmla="*/ 1197775 w 3024845"/>
                <a:gd name="connsiteY214-32956" fmla="*/ 577194 h 1059043"/>
                <a:gd name="connsiteX215-32957" fmla="*/ 1199041 w 3024845"/>
                <a:gd name="connsiteY215-32958" fmla="*/ 577194 h 1059043"/>
                <a:gd name="connsiteX216-32959" fmla="*/ 1207908 w 3024845"/>
                <a:gd name="connsiteY216-32960" fmla="*/ 577194 h 1059043"/>
                <a:gd name="connsiteX217-32961" fmla="*/ 1209935 w 3024845"/>
                <a:gd name="connsiteY217-32962" fmla="*/ 581248 h 1059043"/>
                <a:gd name="connsiteX218-32963" fmla="*/ 1209935 w 3024845"/>
                <a:gd name="connsiteY218-32964" fmla="*/ 594489 h 1059043"/>
                <a:gd name="connsiteX219-32965" fmla="*/ 1211455 w 3024845"/>
                <a:gd name="connsiteY219-32966" fmla="*/ 592597 h 1059043"/>
                <a:gd name="connsiteX220-32967" fmla="*/ 1222095 w 3024845"/>
                <a:gd name="connsiteY220-32968" fmla="*/ 579356 h 1059043"/>
                <a:gd name="connsiteX221-32969" fmla="*/ 1250469 w 3024845"/>
                <a:gd name="connsiteY221-32970" fmla="*/ 579356 h 1059043"/>
                <a:gd name="connsiteX222-32971" fmla="*/ 1250469 w 3024845"/>
                <a:gd name="connsiteY222-32972" fmla="*/ 665827 h 1059043"/>
                <a:gd name="connsiteX223-32973" fmla="*/ 1251229 w 3024845"/>
                <a:gd name="connsiteY223-32974" fmla="*/ 665827 h 1059043"/>
                <a:gd name="connsiteX224-32975" fmla="*/ 1256549 w 3024845"/>
                <a:gd name="connsiteY224-32976" fmla="*/ 665827 h 1059043"/>
                <a:gd name="connsiteX225-32977" fmla="*/ 1257309 w 3024845"/>
                <a:gd name="connsiteY225-32978" fmla="*/ 664476 h 1059043"/>
                <a:gd name="connsiteX226-32979" fmla="*/ 1262629 w 3024845"/>
                <a:gd name="connsiteY226-32980" fmla="*/ 655018 h 1059043"/>
                <a:gd name="connsiteX227-32981" fmla="*/ 1262629 w 3024845"/>
                <a:gd name="connsiteY227-32982" fmla="*/ 656910 h 1059043"/>
                <a:gd name="connsiteX228-32983" fmla="*/ 1262629 w 3024845"/>
                <a:gd name="connsiteY228-32984" fmla="*/ 670151 h 1059043"/>
                <a:gd name="connsiteX229-32985" fmla="*/ 1266682 w 3024845"/>
                <a:gd name="connsiteY229-32986" fmla="*/ 624754 h 1059043"/>
                <a:gd name="connsiteX230-32987" fmla="*/ 1267442 w 3024845"/>
                <a:gd name="connsiteY230-32988" fmla="*/ 624754 h 1059043"/>
                <a:gd name="connsiteX231-32989" fmla="*/ 1272762 w 3024845"/>
                <a:gd name="connsiteY231-32990" fmla="*/ 624754 h 1059043"/>
                <a:gd name="connsiteX232-32991" fmla="*/ 1272762 w 3024845"/>
                <a:gd name="connsiteY232-32992" fmla="*/ 559900 h 1059043"/>
                <a:gd name="connsiteX233-32993" fmla="*/ 1273776 w 3024845"/>
                <a:gd name="connsiteY233-32994" fmla="*/ 559900 h 1059043"/>
                <a:gd name="connsiteX234-32995" fmla="*/ 1280869 w 3024845"/>
                <a:gd name="connsiteY234-32996" fmla="*/ 559900 h 1059043"/>
                <a:gd name="connsiteX235-32997" fmla="*/ 1293029 w 3024845"/>
                <a:gd name="connsiteY235-32998" fmla="*/ 516665 h 1059043"/>
                <a:gd name="connsiteX236-32999" fmla="*/ 1294296 w 3024845"/>
                <a:gd name="connsiteY236-33000" fmla="*/ 516665 h 1059043"/>
                <a:gd name="connsiteX237-33001" fmla="*/ 1303163 w 3024845"/>
                <a:gd name="connsiteY237-33002" fmla="*/ 516665 h 1059043"/>
                <a:gd name="connsiteX238-33003" fmla="*/ 1313296 w 3024845"/>
                <a:gd name="connsiteY238-33004" fmla="*/ 559900 h 1059043"/>
                <a:gd name="connsiteX239-33005" fmla="*/ 1314309 w 3024845"/>
                <a:gd name="connsiteY239-33006" fmla="*/ 559900 h 1059043"/>
                <a:gd name="connsiteX240-33007" fmla="*/ 1321403 w 3024845"/>
                <a:gd name="connsiteY240-33008" fmla="*/ 559900 h 1059043"/>
                <a:gd name="connsiteX241-33009" fmla="*/ 1321403 w 3024845"/>
                <a:gd name="connsiteY241-33010" fmla="*/ 598812 h 1059043"/>
                <a:gd name="connsiteX242-33011" fmla="*/ 1323176 w 3024845"/>
                <a:gd name="connsiteY242-33012" fmla="*/ 598812 h 1059043"/>
                <a:gd name="connsiteX243-33013" fmla="*/ 1335590 w 3024845"/>
                <a:gd name="connsiteY243-33014" fmla="*/ 598812 h 1059043"/>
                <a:gd name="connsiteX244-33015" fmla="*/ 1335590 w 3024845"/>
                <a:gd name="connsiteY244-33016" fmla="*/ 600974 h 1059043"/>
                <a:gd name="connsiteX245-33017" fmla="*/ 1335590 w 3024845"/>
                <a:gd name="connsiteY245-33018" fmla="*/ 616106 h 1059043"/>
                <a:gd name="connsiteX246-33019" fmla="*/ 1339643 w 3024845"/>
                <a:gd name="connsiteY246-33020" fmla="*/ 613945 h 1059043"/>
                <a:gd name="connsiteX247-33021" fmla="*/ 1339643 w 3024845"/>
                <a:gd name="connsiteY247-33022" fmla="*/ 598812 h 1059043"/>
                <a:gd name="connsiteX248-33023" fmla="*/ 1341163 w 3024845"/>
                <a:gd name="connsiteY248-33024" fmla="*/ 598812 h 1059043"/>
                <a:gd name="connsiteX249-33025" fmla="*/ 1351803 w 3024845"/>
                <a:gd name="connsiteY249-33026" fmla="*/ 598812 h 1059043"/>
                <a:gd name="connsiteX250-33027" fmla="*/ 1351803 w 3024845"/>
                <a:gd name="connsiteY250-33028" fmla="*/ 600433 h 1059043"/>
                <a:gd name="connsiteX251-33029" fmla="*/ 1351803 w 3024845"/>
                <a:gd name="connsiteY251-33030" fmla="*/ 611783 h 1059043"/>
                <a:gd name="connsiteX252-33031" fmla="*/ 1382204 w 3024845"/>
                <a:gd name="connsiteY252-33032" fmla="*/ 611783 h 1059043"/>
                <a:gd name="connsiteX253-33033" fmla="*/ 1382204 w 3024845"/>
                <a:gd name="connsiteY253-33034" fmla="*/ 575033 h 1059043"/>
                <a:gd name="connsiteX254-33035" fmla="*/ 1383470 w 3024845"/>
                <a:gd name="connsiteY254-33036" fmla="*/ 575033 h 1059043"/>
                <a:gd name="connsiteX255-33037" fmla="*/ 1392337 w 3024845"/>
                <a:gd name="connsiteY255-33038" fmla="*/ 575033 h 1059043"/>
                <a:gd name="connsiteX256-33039" fmla="*/ 1392337 w 3024845"/>
                <a:gd name="connsiteY256-33040" fmla="*/ 596650 h 1059043"/>
                <a:gd name="connsiteX257-33041" fmla="*/ 1394364 w 3024845"/>
                <a:gd name="connsiteY257-33042" fmla="*/ 564224 h 1059043"/>
                <a:gd name="connsiteX258-33043" fmla="*/ 1416657 w 3024845"/>
                <a:gd name="connsiteY258-33044" fmla="*/ 564224 h 1059043"/>
                <a:gd name="connsiteX259-33045" fmla="*/ 1416657 w 3024845"/>
                <a:gd name="connsiteY259-33046" fmla="*/ 562602 h 1059043"/>
                <a:gd name="connsiteX260-33047" fmla="*/ 1416657 w 3024845"/>
                <a:gd name="connsiteY260-33048" fmla="*/ 551253 h 1059043"/>
                <a:gd name="connsiteX261-33049" fmla="*/ 1417417 w 3024845"/>
                <a:gd name="connsiteY261-33050" fmla="*/ 551253 h 1059043"/>
                <a:gd name="connsiteX262-33051" fmla="*/ 1422737 w 3024845"/>
                <a:gd name="connsiteY262-33052" fmla="*/ 551253 h 1059043"/>
                <a:gd name="connsiteX263-33053" fmla="*/ 1422737 w 3024845"/>
                <a:gd name="connsiteY263-33054" fmla="*/ 549362 h 1059043"/>
                <a:gd name="connsiteX264-33055" fmla="*/ 1422737 w 3024845"/>
                <a:gd name="connsiteY264-33056" fmla="*/ 536121 h 1059043"/>
                <a:gd name="connsiteX265-33057" fmla="*/ 1426791 w 3024845"/>
                <a:gd name="connsiteY265-33058" fmla="*/ 542606 h 1059043"/>
                <a:gd name="connsiteX266-33059" fmla="*/ 1429071 w 3024845"/>
                <a:gd name="connsiteY266-33060" fmla="*/ 542606 h 1059043"/>
                <a:gd name="connsiteX267-33061" fmla="*/ 1445031 w 3024845"/>
                <a:gd name="connsiteY267-33062" fmla="*/ 542606 h 1059043"/>
                <a:gd name="connsiteX268-33063" fmla="*/ 1445031 w 3024845"/>
                <a:gd name="connsiteY268-33064" fmla="*/ 541795 h 1059043"/>
                <a:gd name="connsiteX269-33065" fmla="*/ 1445031 w 3024845"/>
                <a:gd name="connsiteY269-33066" fmla="*/ 536121 h 1059043"/>
                <a:gd name="connsiteX270-33067" fmla="*/ 1445791 w 3024845"/>
                <a:gd name="connsiteY270-33068" fmla="*/ 536121 h 1059043"/>
                <a:gd name="connsiteX271-33069" fmla="*/ 1451111 w 3024845"/>
                <a:gd name="connsiteY271-33070" fmla="*/ 536121 h 1059043"/>
                <a:gd name="connsiteX272-33071" fmla="*/ 1451111 w 3024845"/>
                <a:gd name="connsiteY272-33072" fmla="*/ 537472 h 1059043"/>
                <a:gd name="connsiteX273-33073" fmla="*/ 1451111 w 3024845"/>
                <a:gd name="connsiteY273-33074" fmla="*/ 546930 h 1059043"/>
                <a:gd name="connsiteX274-33075" fmla="*/ 1489618 w 3024845"/>
                <a:gd name="connsiteY274-33076" fmla="*/ 546930 h 1059043"/>
                <a:gd name="connsiteX275-33077" fmla="*/ 1489618 w 3024845"/>
                <a:gd name="connsiteY275-33078" fmla="*/ 685283 h 1059043"/>
                <a:gd name="connsiteX276-33079" fmla="*/ 1491138 w 3024845"/>
                <a:gd name="connsiteY276-33080" fmla="*/ 685283 h 1059043"/>
                <a:gd name="connsiteX277-33081" fmla="*/ 1501778 w 3024845"/>
                <a:gd name="connsiteY277-33082" fmla="*/ 685283 h 1059043"/>
                <a:gd name="connsiteX278-33083" fmla="*/ 1501778 w 3024845"/>
                <a:gd name="connsiteY278-33084" fmla="*/ 672313 h 1059043"/>
                <a:gd name="connsiteX279-33085" fmla="*/ 1505832 w 3024845"/>
                <a:gd name="connsiteY279-33086" fmla="*/ 672313 h 1059043"/>
                <a:gd name="connsiteX280-33087" fmla="*/ 1505832 w 3024845"/>
                <a:gd name="connsiteY280-33088" fmla="*/ 685283 h 1059043"/>
                <a:gd name="connsiteX281-33089" fmla="*/ 1536232 w 3024845"/>
                <a:gd name="connsiteY281-33090" fmla="*/ 685283 h 1059043"/>
                <a:gd name="connsiteX282-33091" fmla="*/ 1536232 w 3024845"/>
                <a:gd name="connsiteY282-33092" fmla="*/ 655018 h 1059043"/>
                <a:gd name="connsiteX283-33093" fmla="*/ 1548392 w 3024845"/>
                <a:gd name="connsiteY283-33094" fmla="*/ 655018 h 1059043"/>
                <a:gd name="connsiteX284-33095" fmla="*/ 1560552 w 3024845"/>
                <a:gd name="connsiteY284-33096" fmla="*/ 652857 h 1059043"/>
                <a:gd name="connsiteX285-33097" fmla="*/ 1564606 w 3024845"/>
                <a:gd name="connsiteY285-33098" fmla="*/ 655018 h 1059043"/>
                <a:gd name="connsiteX286-33099" fmla="*/ 1574739 w 3024845"/>
                <a:gd name="connsiteY286-33100" fmla="*/ 655018 h 1059043"/>
                <a:gd name="connsiteX287-33101" fmla="*/ 1574739 w 3024845"/>
                <a:gd name="connsiteY287-33102" fmla="*/ 685283 h 1059043"/>
                <a:gd name="connsiteX288-33103" fmla="*/ 1582846 w 3024845"/>
                <a:gd name="connsiteY288-33104" fmla="*/ 685283 h 1059043"/>
                <a:gd name="connsiteX289-33105" fmla="*/ 1582846 w 3024845"/>
                <a:gd name="connsiteY289-33106" fmla="*/ 702578 h 1059043"/>
                <a:gd name="connsiteX290-33107" fmla="*/ 1592182 w 3024845"/>
                <a:gd name="connsiteY290-33108" fmla="*/ 703483 h 1059043"/>
                <a:gd name="connsiteX291-33109" fmla="*/ 1605140 w 3024845"/>
                <a:gd name="connsiteY291-33110" fmla="*/ 703483 h 1059043"/>
                <a:gd name="connsiteX292-33111" fmla="*/ 1605140 w 3024845"/>
                <a:gd name="connsiteY292-33112" fmla="*/ 687445 h 1059043"/>
                <a:gd name="connsiteX293-33113" fmla="*/ 1673096 w 3024845"/>
                <a:gd name="connsiteY293-33114" fmla="*/ 687445 h 1059043"/>
                <a:gd name="connsiteX294-33115" fmla="*/ 1673096 w 3024845"/>
                <a:gd name="connsiteY294-33116" fmla="*/ 602192 h 1059043"/>
                <a:gd name="connsiteX295-33117" fmla="*/ 1745104 w 3024845"/>
                <a:gd name="connsiteY295-33118" fmla="*/ 602192 h 1059043"/>
                <a:gd name="connsiteX296-33119" fmla="*/ 1745104 w 3024845"/>
                <a:gd name="connsiteY296-33120" fmla="*/ 680960 h 1059043"/>
                <a:gd name="connsiteX297-33121" fmla="*/ 1747008 w 3024845"/>
                <a:gd name="connsiteY297-33122" fmla="*/ 680960 h 1059043"/>
                <a:gd name="connsiteX298-33123" fmla="*/ 1748250 w 3024845"/>
                <a:gd name="connsiteY298-33124" fmla="*/ 703483 h 1059043"/>
                <a:gd name="connsiteX299-33125" fmla="*/ 1757926 w 3024845"/>
                <a:gd name="connsiteY299-33126" fmla="*/ 703483 h 1059043"/>
                <a:gd name="connsiteX300-33127" fmla="*/ 1759168 w 3024845"/>
                <a:gd name="connsiteY300-33128" fmla="*/ 680960 h 1059043"/>
                <a:gd name="connsiteX301-33129" fmla="*/ 1765248 w 3024845"/>
                <a:gd name="connsiteY301-33130" fmla="*/ 680960 h 1059043"/>
                <a:gd name="connsiteX302-33131" fmla="*/ 1766490 w 3024845"/>
                <a:gd name="connsiteY302-33132" fmla="*/ 703483 h 1059043"/>
                <a:gd name="connsiteX303-33133" fmla="*/ 1817112 w 3024845"/>
                <a:gd name="connsiteY303-33134" fmla="*/ 703483 h 1059043"/>
                <a:gd name="connsiteX304-33135" fmla="*/ 1817112 w 3024845"/>
                <a:gd name="connsiteY304-33136" fmla="*/ 540455 h 1059043"/>
                <a:gd name="connsiteX305-33137" fmla="*/ 2014439 w 3024845"/>
                <a:gd name="connsiteY305-33138" fmla="*/ 540455 h 1059043"/>
                <a:gd name="connsiteX306-33139" fmla="*/ 2014439 w 3024845"/>
                <a:gd name="connsiteY306-33140" fmla="*/ 703483 h 1059043"/>
                <a:gd name="connsiteX307-33141" fmla="*/ 2033136 w 3024845"/>
                <a:gd name="connsiteY307-33142" fmla="*/ 703483 h 1059043"/>
                <a:gd name="connsiteX308-33143" fmla="*/ 2033136 w 3024845"/>
                <a:gd name="connsiteY308-33144" fmla="*/ 620790 h 1059043"/>
                <a:gd name="connsiteX309-33145" fmla="*/ 2128256 w 3024845"/>
                <a:gd name="connsiteY309-33146" fmla="*/ 620790 h 1059043"/>
                <a:gd name="connsiteX310-33147" fmla="*/ 2146266 w 3024845"/>
                <a:gd name="connsiteY310-33148" fmla="*/ 131868 h 1059043"/>
                <a:gd name="connsiteX311-33149" fmla="*/ 2150320 w 3024845"/>
                <a:gd name="connsiteY311-33150" fmla="*/ 60529 h 1059043"/>
                <a:gd name="connsiteX312-33151" fmla="*/ 2152346 w 3024845"/>
                <a:gd name="connsiteY312-33152" fmla="*/ 56206 h 1059043"/>
                <a:gd name="connsiteX313-33153" fmla="*/ 2152346 w 3024845"/>
                <a:gd name="connsiteY313-33154" fmla="*/ 0 h 1059043"/>
                <a:gd name="connsiteX314-33155" fmla="*/ 2180720 w 3024845"/>
                <a:gd name="connsiteY314-33156" fmla="*/ 555577 h 1059043"/>
                <a:gd name="connsiteX315-33157" fmla="*/ 2245574 w 3024845"/>
                <a:gd name="connsiteY315-33158" fmla="*/ 555577 h 1059043"/>
                <a:gd name="connsiteX316-33159" fmla="*/ 2245574 w 3024845"/>
                <a:gd name="connsiteY316-33160" fmla="*/ 631239 h 1059043"/>
                <a:gd name="connsiteX317-33161" fmla="*/ 2253681 w 3024845"/>
                <a:gd name="connsiteY317-33162" fmla="*/ 631239 h 1059043"/>
                <a:gd name="connsiteX318-33163" fmla="*/ 2255708 w 3024845"/>
                <a:gd name="connsiteY318-33164" fmla="*/ 624754 h 1059043"/>
                <a:gd name="connsiteX319-33165" fmla="*/ 2261788 w 3024845"/>
                <a:gd name="connsiteY319-33166" fmla="*/ 624754 h 1059043"/>
                <a:gd name="connsiteX320-33167" fmla="*/ 2263815 w 3024845"/>
                <a:gd name="connsiteY320-33168" fmla="*/ 633401 h 1059043"/>
                <a:gd name="connsiteX321-33169" fmla="*/ 2275975 w 3024845"/>
                <a:gd name="connsiteY321-33170" fmla="*/ 633401 h 1059043"/>
                <a:gd name="connsiteX322-33171" fmla="*/ 2275975 w 3024845"/>
                <a:gd name="connsiteY322-33172" fmla="*/ 626915 h 1059043"/>
                <a:gd name="connsiteX323-33173" fmla="*/ 2298268 w 3024845"/>
                <a:gd name="connsiteY323-33174" fmla="*/ 626915 h 1059043"/>
                <a:gd name="connsiteX324-33175" fmla="*/ 2298268 w 3024845"/>
                <a:gd name="connsiteY324-33176" fmla="*/ 633401 h 1059043"/>
                <a:gd name="connsiteX325-33177" fmla="*/ 2318535 w 3024845"/>
                <a:gd name="connsiteY325-33178" fmla="*/ 633401 h 1059043"/>
                <a:gd name="connsiteX326-33179" fmla="*/ 2318535 w 3024845"/>
                <a:gd name="connsiteY326-33180" fmla="*/ 678798 h 1059043"/>
                <a:gd name="connsiteX327-33181" fmla="*/ 2332722 w 3024845"/>
                <a:gd name="connsiteY327-33182" fmla="*/ 678798 h 1059043"/>
                <a:gd name="connsiteX328-33183" fmla="*/ 2332722 w 3024845"/>
                <a:gd name="connsiteY328-33184" fmla="*/ 665827 h 1059043"/>
                <a:gd name="connsiteX329-33185" fmla="*/ 2348936 w 3024845"/>
                <a:gd name="connsiteY329-33186" fmla="*/ 665827 h 1059043"/>
                <a:gd name="connsiteX330-33187" fmla="*/ 2348936 w 3024845"/>
                <a:gd name="connsiteY330-33188" fmla="*/ 486400 h 1059043"/>
                <a:gd name="connsiteX331-33189" fmla="*/ 2355016 w 3024845"/>
                <a:gd name="connsiteY331-33190" fmla="*/ 479914 h 1059043"/>
                <a:gd name="connsiteX332-33191" fmla="*/ 2427977 w 3024845"/>
                <a:gd name="connsiteY332-33192" fmla="*/ 479914 h 1059043"/>
                <a:gd name="connsiteX333-33193" fmla="*/ 2427977 w 3024845"/>
                <a:gd name="connsiteY333-33194" fmla="*/ 488562 h 1059043"/>
                <a:gd name="connsiteX334-33195" fmla="*/ 2438110 w 3024845"/>
                <a:gd name="connsiteY334-33196" fmla="*/ 488562 h 1059043"/>
                <a:gd name="connsiteX335-33197" fmla="*/ 2438110 w 3024845"/>
                <a:gd name="connsiteY335-33198" fmla="*/ 603136 h 1059043"/>
                <a:gd name="connsiteX336-33199" fmla="*/ 2460404 w 3024845"/>
                <a:gd name="connsiteY336-33200" fmla="*/ 603136 h 1059043"/>
                <a:gd name="connsiteX337-33201" fmla="*/ 2460404 w 3024845"/>
                <a:gd name="connsiteY337-33202" fmla="*/ 536121 h 1059043"/>
                <a:gd name="connsiteX338-33203" fmla="*/ 2486751 w 3024845"/>
                <a:gd name="connsiteY338-33204" fmla="*/ 536121 h 1059043"/>
                <a:gd name="connsiteX339-33205" fmla="*/ 2490804 w 3024845"/>
                <a:gd name="connsiteY339-33206" fmla="*/ 531797 h 1059043"/>
                <a:gd name="connsiteX340-33207" fmla="*/ 2498911 w 3024845"/>
                <a:gd name="connsiteY340-33208" fmla="*/ 531797 h 1059043"/>
                <a:gd name="connsiteX341-33209" fmla="*/ 2502964 w 3024845"/>
                <a:gd name="connsiteY341-33210" fmla="*/ 536121 h 1059043"/>
                <a:gd name="connsiteX342-33211" fmla="*/ 2525258 w 3024845"/>
                <a:gd name="connsiteY342-33212" fmla="*/ 536121 h 1059043"/>
                <a:gd name="connsiteX343-33213" fmla="*/ 2525258 w 3024845"/>
                <a:gd name="connsiteY343-33214" fmla="*/ 419385 h 1059043"/>
                <a:gd name="connsiteX344-33215" fmla="*/ 2582005 w 3024845"/>
                <a:gd name="connsiteY344-33216" fmla="*/ 408576 h 1059043"/>
                <a:gd name="connsiteX345-33217" fmla="*/ 2582005 w 3024845"/>
                <a:gd name="connsiteY345-33218" fmla="*/ 409657 h 1059043"/>
                <a:gd name="connsiteX346-33219" fmla="*/ 2582005 w 3024845"/>
                <a:gd name="connsiteY346-33220" fmla="*/ 417223 h 1059043"/>
                <a:gd name="connsiteX347-33221" fmla="*/ 2608352 w 3024845"/>
                <a:gd name="connsiteY347-33222" fmla="*/ 417223 h 1059043"/>
                <a:gd name="connsiteX348-33223" fmla="*/ 2608352 w 3024845"/>
                <a:gd name="connsiteY348-33224" fmla="*/ 672313 h 1059043"/>
                <a:gd name="connsiteX349-33225" fmla="*/ 2630646 w 3024845"/>
                <a:gd name="connsiteY349-33226" fmla="*/ 672313 h 1059043"/>
                <a:gd name="connsiteX350-33227" fmla="*/ 2630646 w 3024845"/>
                <a:gd name="connsiteY350-33228" fmla="*/ 667989 h 1059043"/>
                <a:gd name="connsiteX351-33229" fmla="*/ 2642806 w 3024845"/>
                <a:gd name="connsiteY351-33230" fmla="*/ 667989 h 1059043"/>
                <a:gd name="connsiteX352-33231" fmla="*/ 2642806 w 3024845"/>
                <a:gd name="connsiteY352-33232" fmla="*/ 672313 h 1059043"/>
                <a:gd name="connsiteX353-33233" fmla="*/ 2667126 w 3024845"/>
                <a:gd name="connsiteY353-33234" fmla="*/ 672313 h 1059043"/>
                <a:gd name="connsiteX354-33235" fmla="*/ 2667126 w 3024845"/>
                <a:gd name="connsiteY354-33236" fmla="*/ 659342 h 1059043"/>
                <a:gd name="connsiteX355-33237" fmla="*/ 2695500 w 3024845"/>
                <a:gd name="connsiteY355-33238" fmla="*/ 659342 h 1059043"/>
                <a:gd name="connsiteX356-33239" fmla="*/ 2707660 w 3024845"/>
                <a:gd name="connsiteY356-33240" fmla="*/ 655018 h 1059043"/>
                <a:gd name="connsiteX357-33241" fmla="*/ 2727927 w 3024845"/>
                <a:gd name="connsiteY357-33242" fmla="*/ 659342 h 1059043"/>
                <a:gd name="connsiteX358-33243" fmla="*/ 2727927 w 3024845"/>
                <a:gd name="connsiteY358-33244" fmla="*/ 642048 h 1059043"/>
                <a:gd name="connsiteX359-33245" fmla="*/ 2736034 w 3024845"/>
                <a:gd name="connsiteY359-33246" fmla="*/ 642048 h 1059043"/>
                <a:gd name="connsiteX360-33247" fmla="*/ 2736034 w 3024845"/>
                <a:gd name="connsiteY360-33248" fmla="*/ 629077 h 1059043"/>
                <a:gd name="connsiteX361-33249" fmla="*/ 2792781 w 3024845"/>
                <a:gd name="connsiteY361-33250" fmla="*/ 629077 h 1059043"/>
                <a:gd name="connsiteX362-33251" fmla="*/ 2792781 w 3024845"/>
                <a:gd name="connsiteY362-33252" fmla="*/ 598812 h 1059043"/>
                <a:gd name="connsiteX363-33253" fmla="*/ 2811021 w 3024845"/>
                <a:gd name="connsiteY363-33254" fmla="*/ 598812 h 1059043"/>
                <a:gd name="connsiteX364-33255" fmla="*/ 2811021 w 3024845"/>
                <a:gd name="connsiteY364-33256" fmla="*/ 592327 h 1059043"/>
                <a:gd name="connsiteX365-33257" fmla="*/ 2823181 w 3024845"/>
                <a:gd name="connsiteY365-33258" fmla="*/ 592327 h 1059043"/>
                <a:gd name="connsiteX366-33259" fmla="*/ 2823181 w 3024845"/>
                <a:gd name="connsiteY366-33260" fmla="*/ 598812 h 1059043"/>
                <a:gd name="connsiteX367-33261" fmla="*/ 2839395 w 3024845"/>
                <a:gd name="connsiteY367-33262" fmla="*/ 598812 h 1059043"/>
                <a:gd name="connsiteX368-33263" fmla="*/ 2839395 w 3024845"/>
                <a:gd name="connsiteY368-33264" fmla="*/ 648533 h 1059043"/>
                <a:gd name="connsiteX369-33265" fmla="*/ 2871822 w 3024845"/>
                <a:gd name="connsiteY369-33266" fmla="*/ 648533 h 1059043"/>
                <a:gd name="connsiteX370-33267" fmla="*/ 2871822 w 3024845"/>
                <a:gd name="connsiteY370-33268" fmla="*/ 622592 h 1059043"/>
                <a:gd name="connsiteX371-33269" fmla="*/ 2910329 w 3024845"/>
                <a:gd name="connsiteY371-33270" fmla="*/ 622592 h 1059043"/>
                <a:gd name="connsiteX372-33271" fmla="*/ 2910329 w 3024845"/>
                <a:gd name="connsiteY372-33272" fmla="*/ 592327 h 1059043"/>
                <a:gd name="connsiteX373-33273" fmla="*/ 2958970 w 3024845"/>
                <a:gd name="connsiteY373-33274" fmla="*/ 592327 h 1059043"/>
                <a:gd name="connsiteX374-33275" fmla="*/ 2958970 w 3024845"/>
                <a:gd name="connsiteY374-33276" fmla="*/ 703483 h 1059043"/>
                <a:gd name="connsiteX375-33277" fmla="*/ 2958970 w 3024845"/>
                <a:gd name="connsiteY375-33278" fmla="*/ 717262 h 1059043"/>
                <a:gd name="connsiteX376-33279" fmla="*/ 3024845 w 3024845"/>
                <a:gd name="connsiteY376-33280" fmla="*/ 717262 h 1059043"/>
                <a:gd name="connsiteX377-33281" fmla="*/ 3024845 w 3024845"/>
                <a:gd name="connsiteY377-33282" fmla="*/ 1059043 h 1059043"/>
                <a:gd name="connsiteX378-33283" fmla="*/ 2054 w 3024845"/>
                <a:gd name="connsiteY378-33284" fmla="*/ 1056710 h 1059043"/>
                <a:gd name="connsiteX379-33285" fmla="*/ 0 w 3024845"/>
                <a:gd name="connsiteY379-33286" fmla="*/ 622592 h 1059043"/>
                <a:gd name="connsiteX380-33287" fmla="*/ 20267 w 3024845"/>
                <a:gd name="connsiteY380-33288" fmla="*/ 622592 h 1059043"/>
                <a:gd name="connsiteX381-33289" fmla="*/ 20774 w 3024845"/>
                <a:gd name="connsiteY381-33290" fmla="*/ 621511 h 1059043"/>
                <a:gd name="connsiteX382-33291" fmla="*/ 24320 w 3024845"/>
                <a:gd name="connsiteY382-33292" fmla="*/ 613945 h 1059043"/>
                <a:gd name="connsiteX383-33293" fmla="*/ 26094 w 3024845"/>
                <a:gd name="connsiteY383-33294" fmla="*/ 614215 h 1059043"/>
                <a:gd name="connsiteX384-33295" fmla="*/ 38507 w 3024845"/>
                <a:gd name="connsiteY384-33296" fmla="*/ 616106 h 1059043"/>
                <a:gd name="connsiteX385-33297" fmla="*/ 39014 w 3024845"/>
                <a:gd name="connsiteY385-33298" fmla="*/ 617458 h 1059043"/>
                <a:gd name="connsiteX386-33299" fmla="*/ 42560 w 3024845"/>
                <a:gd name="connsiteY386-33300" fmla="*/ 626915 h 1059043"/>
                <a:gd name="connsiteX387-33301" fmla="*/ 68907 w 3024845"/>
                <a:gd name="connsiteY387-33302" fmla="*/ 629077 h 1059043"/>
                <a:gd name="connsiteX388-33303" fmla="*/ 68907 w 3024845"/>
                <a:gd name="connsiteY388-33304" fmla="*/ 505856 h 1059043"/>
                <a:gd name="connsiteX389-33305" fmla="*/ 70934 w 3024845"/>
                <a:gd name="connsiteY389-33306" fmla="*/ 505856 h 1059043"/>
                <a:gd name="connsiteX390-33307" fmla="*/ 85121 w 3024845"/>
                <a:gd name="connsiteY390-33308" fmla="*/ 505856 h 1059043"/>
                <a:gd name="connsiteX391-33309" fmla="*/ 85121 w 3024845"/>
                <a:gd name="connsiteY391-33310" fmla="*/ 369664 h 1059043"/>
                <a:gd name="connsiteX392-33311" fmla="*/ 86894 w 3024845"/>
                <a:gd name="connsiteY392-33312" fmla="*/ 369664 h 1059043"/>
                <a:gd name="connsiteX393-33313" fmla="*/ 99308 w 3024845"/>
                <a:gd name="connsiteY393-33314" fmla="*/ 369664 h 1059043"/>
                <a:gd name="connsiteX394-33315" fmla="*/ 99308 w 3024845"/>
                <a:gd name="connsiteY394-33316" fmla="*/ 255090 h 1059043"/>
                <a:gd name="connsiteX395-33317" fmla="*/ 103361 w 3024845"/>
                <a:gd name="connsiteY395-33318" fmla="*/ 226986 h 1059043"/>
                <a:gd name="connsiteX396-33319" fmla="*/ 105388 w 3024845"/>
                <a:gd name="connsiteY396-33320" fmla="*/ 226986 h 1059043"/>
                <a:gd name="connsiteX397-33321" fmla="*/ 119575 w 3024845"/>
                <a:gd name="connsiteY397-33322" fmla="*/ 226986 h 1059043"/>
                <a:gd name="connsiteX0-33323" fmla="*/ 119575 w 3024845"/>
                <a:gd name="connsiteY0-33324" fmla="*/ 255427 h 1087484"/>
                <a:gd name="connsiteX1-33325" fmla="*/ 200642 w 3024845"/>
                <a:gd name="connsiteY1-33326" fmla="*/ 253266 h 1087484"/>
                <a:gd name="connsiteX2-33327" fmla="*/ 202669 w 3024845"/>
                <a:gd name="connsiteY2-33328" fmla="*/ 253266 h 1087484"/>
                <a:gd name="connsiteX3-33329" fmla="*/ 216856 w 3024845"/>
                <a:gd name="connsiteY3-33330" fmla="*/ 253266 h 1087484"/>
                <a:gd name="connsiteX4-33331" fmla="*/ 216856 w 3024845"/>
                <a:gd name="connsiteY4-33332" fmla="*/ 277045 h 1087484"/>
                <a:gd name="connsiteX5-33333" fmla="*/ 217363 w 3024845"/>
                <a:gd name="connsiteY5-33334" fmla="*/ 277856 h 1087484"/>
                <a:gd name="connsiteX6-33335" fmla="*/ 220909 w 3024845"/>
                <a:gd name="connsiteY6-33336" fmla="*/ 283531 h 1087484"/>
                <a:gd name="connsiteX7-33337" fmla="*/ 220909 w 3024845"/>
                <a:gd name="connsiteY7-33338" fmla="*/ 398105 h 1087484"/>
                <a:gd name="connsiteX8-33339" fmla="*/ 223189 w 3024845"/>
                <a:gd name="connsiteY8-33340" fmla="*/ 398105 h 1087484"/>
                <a:gd name="connsiteX9-33341" fmla="*/ 239150 w 3024845"/>
                <a:gd name="connsiteY9-33342" fmla="*/ 398105 h 1087484"/>
                <a:gd name="connsiteX10-33343" fmla="*/ 239150 w 3024845"/>
                <a:gd name="connsiteY10-33344" fmla="*/ 538620 h 1087484"/>
                <a:gd name="connsiteX11-33345" fmla="*/ 240670 w 3024845"/>
                <a:gd name="connsiteY11-33346" fmla="*/ 538350 h 1087484"/>
                <a:gd name="connsiteX12-33347" fmla="*/ 251310 w 3024845"/>
                <a:gd name="connsiteY12-33348" fmla="*/ 536459 h 1087484"/>
                <a:gd name="connsiteX13-33349" fmla="*/ 249283 w 3024845"/>
                <a:gd name="connsiteY13-33350" fmla="*/ 625091 h 1087484"/>
                <a:gd name="connsiteX14-33351" fmla="*/ 250803 w 3024845"/>
                <a:gd name="connsiteY14-33352" fmla="*/ 625362 h 1087484"/>
                <a:gd name="connsiteX15-33353" fmla="*/ 261443 w 3024845"/>
                <a:gd name="connsiteY15-33354" fmla="*/ 627253 h 1087484"/>
                <a:gd name="connsiteX16-33355" fmla="*/ 261696 w 3024845"/>
                <a:gd name="connsiteY16-33356" fmla="*/ 628064 h 1087484"/>
                <a:gd name="connsiteX17-33357" fmla="*/ 263470 w 3024845"/>
                <a:gd name="connsiteY17-33358" fmla="*/ 633739 h 1087484"/>
                <a:gd name="connsiteX18-33359" fmla="*/ 264230 w 3024845"/>
                <a:gd name="connsiteY18-33360" fmla="*/ 631307 h 1087484"/>
                <a:gd name="connsiteX19-33361" fmla="*/ 269550 w 3024845"/>
                <a:gd name="connsiteY19-33362" fmla="*/ 614283 h 1087484"/>
                <a:gd name="connsiteX20-33363" fmla="*/ 271323 w 3024845"/>
                <a:gd name="connsiteY20-33364" fmla="*/ 614283 h 1087484"/>
                <a:gd name="connsiteX21-33365" fmla="*/ 283737 w 3024845"/>
                <a:gd name="connsiteY21-33366" fmla="*/ 614283 h 1087484"/>
                <a:gd name="connsiteX22-33367" fmla="*/ 283737 w 3024845"/>
                <a:gd name="connsiteY22-33368" fmla="*/ 646709 h 1087484"/>
                <a:gd name="connsiteX23-33369" fmla="*/ 284750 w 3024845"/>
                <a:gd name="connsiteY23-33370" fmla="*/ 647250 h 1087484"/>
                <a:gd name="connsiteX24-33371" fmla="*/ 291844 w 3024845"/>
                <a:gd name="connsiteY24-33372" fmla="*/ 651033 h 1087484"/>
                <a:gd name="connsiteX25-33373" fmla="*/ 291844 w 3024845"/>
                <a:gd name="connsiteY25-33374" fmla="*/ 652384 h 1087484"/>
                <a:gd name="connsiteX26-33375" fmla="*/ 291844 w 3024845"/>
                <a:gd name="connsiteY26-33376" fmla="*/ 661842 h 1087484"/>
                <a:gd name="connsiteX27-33377" fmla="*/ 336431 w 3024845"/>
                <a:gd name="connsiteY27-33378" fmla="*/ 661842 h 1087484"/>
                <a:gd name="connsiteX28-33379" fmla="*/ 336431 w 3024845"/>
                <a:gd name="connsiteY28-33380" fmla="*/ 662923 h 1087484"/>
                <a:gd name="connsiteX29-33381" fmla="*/ 336431 w 3024845"/>
                <a:gd name="connsiteY29-33382" fmla="*/ 670489 h 1087484"/>
                <a:gd name="connsiteX30-33383" fmla="*/ 338457 w 3024845"/>
                <a:gd name="connsiteY30-33384" fmla="*/ 670489 h 1087484"/>
                <a:gd name="connsiteX31-33385" fmla="*/ 352644 w 3024845"/>
                <a:gd name="connsiteY31-33386" fmla="*/ 670489 h 1087484"/>
                <a:gd name="connsiteX32-33387" fmla="*/ 352644 w 3024845"/>
                <a:gd name="connsiteY32-33388" fmla="*/ 640224 h 1087484"/>
                <a:gd name="connsiteX33-33389" fmla="*/ 397231 w 3024845"/>
                <a:gd name="connsiteY33-33390" fmla="*/ 640224 h 1087484"/>
                <a:gd name="connsiteX34-33391" fmla="*/ 397231 w 3024845"/>
                <a:gd name="connsiteY34-33392" fmla="*/ 638873 h 1087484"/>
                <a:gd name="connsiteX35-33393" fmla="*/ 397231 w 3024845"/>
                <a:gd name="connsiteY35-33394" fmla="*/ 629415 h 1087484"/>
                <a:gd name="connsiteX36-33395" fmla="*/ 398245 w 3024845"/>
                <a:gd name="connsiteY36-33396" fmla="*/ 629415 h 1087484"/>
                <a:gd name="connsiteX37-33397" fmla="*/ 405338 w 3024845"/>
                <a:gd name="connsiteY37-33398" fmla="*/ 629415 h 1087484"/>
                <a:gd name="connsiteX38-33399" fmla="*/ 405338 w 3024845"/>
                <a:gd name="connsiteY38-33400" fmla="*/ 627524 h 1087484"/>
                <a:gd name="connsiteX39-33401" fmla="*/ 405338 w 3024845"/>
                <a:gd name="connsiteY39-33402" fmla="*/ 614283 h 1087484"/>
                <a:gd name="connsiteX40-33403" fmla="*/ 406098 w 3024845"/>
                <a:gd name="connsiteY40-33404" fmla="*/ 614283 h 1087484"/>
                <a:gd name="connsiteX41-33405" fmla="*/ 411418 w 3024845"/>
                <a:gd name="connsiteY41-33406" fmla="*/ 614283 h 1087484"/>
                <a:gd name="connsiteX42-33407" fmla="*/ 411418 w 3024845"/>
                <a:gd name="connsiteY42-33408" fmla="*/ 613202 h 1087484"/>
                <a:gd name="connsiteX43-33409" fmla="*/ 411418 w 3024845"/>
                <a:gd name="connsiteY43-33410" fmla="*/ 605635 h 1087484"/>
                <a:gd name="connsiteX44-33411" fmla="*/ 413445 w 3024845"/>
                <a:gd name="connsiteY44-33412" fmla="*/ 605635 h 1087484"/>
                <a:gd name="connsiteX45-33413" fmla="*/ 427632 w 3024845"/>
                <a:gd name="connsiteY45-33414" fmla="*/ 605635 h 1087484"/>
                <a:gd name="connsiteX46-33415" fmla="*/ 427632 w 3024845"/>
                <a:gd name="connsiteY46-33416" fmla="*/ 606716 h 1087484"/>
                <a:gd name="connsiteX47-33417" fmla="*/ 427632 w 3024845"/>
                <a:gd name="connsiteY47-33418" fmla="*/ 614283 h 1087484"/>
                <a:gd name="connsiteX48-33419" fmla="*/ 449925 w 3024845"/>
                <a:gd name="connsiteY48-33420" fmla="*/ 614283 h 1087484"/>
                <a:gd name="connsiteX49-33421" fmla="*/ 449925 w 3024845"/>
                <a:gd name="connsiteY49-33422" fmla="*/ 612391 h 1087484"/>
                <a:gd name="connsiteX50-33423" fmla="*/ 449925 w 3024845"/>
                <a:gd name="connsiteY50-33424" fmla="*/ 599150 h 1087484"/>
                <a:gd name="connsiteX51-33425" fmla="*/ 451699 w 3024845"/>
                <a:gd name="connsiteY51-33426" fmla="*/ 599150 h 1087484"/>
                <a:gd name="connsiteX52-33427" fmla="*/ 464112 w 3024845"/>
                <a:gd name="connsiteY52-33428" fmla="*/ 599150 h 1087484"/>
                <a:gd name="connsiteX53-33429" fmla="*/ 464112 w 3024845"/>
                <a:gd name="connsiteY53-33430" fmla="*/ 622930 h 1087484"/>
                <a:gd name="connsiteX54-33431" fmla="*/ 465126 w 3024845"/>
                <a:gd name="connsiteY54-33432" fmla="*/ 622930 h 1087484"/>
                <a:gd name="connsiteX55-33433" fmla="*/ 472219 w 3024845"/>
                <a:gd name="connsiteY55-33434" fmla="*/ 622930 h 1087484"/>
                <a:gd name="connsiteX56-33435" fmla="*/ 472219 w 3024845"/>
                <a:gd name="connsiteY56-33436" fmla="*/ 621849 h 1087484"/>
                <a:gd name="connsiteX57-33437" fmla="*/ 472219 w 3024845"/>
                <a:gd name="connsiteY57-33438" fmla="*/ 614283 h 1087484"/>
                <a:gd name="connsiteX58-33439" fmla="*/ 473992 w 3024845"/>
                <a:gd name="connsiteY58-33440" fmla="*/ 614283 h 1087484"/>
                <a:gd name="connsiteX59-33441" fmla="*/ 486406 w 3024845"/>
                <a:gd name="connsiteY59-33442" fmla="*/ 614283 h 1087484"/>
                <a:gd name="connsiteX60-33443" fmla="*/ 486406 w 3024845"/>
                <a:gd name="connsiteY60-33444" fmla="*/ 640224 h 1087484"/>
                <a:gd name="connsiteX61-33445" fmla="*/ 488433 w 3024845"/>
                <a:gd name="connsiteY61-33446" fmla="*/ 640224 h 1087484"/>
                <a:gd name="connsiteX62-33447" fmla="*/ 502619 w 3024845"/>
                <a:gd name="connsiteY62-33448" fmla="*/ 640224 h 1087484"/>
                <a:gd name="connsiteX63-33449" fmla="*/ 502619 w 3024845"/>
                <a:gd name="connsiteY63-33450" fmla="*/ 641845 h 1087484"/>
                <a:gd name="connsiteX64-33451" fmla="*/ 502619 w 3024845"/>
                <a:gd name="connsiteY64-33452" fmla="*/ 653195 h 1087484"/>
                <a:gd name="connsiteX65-33453" fmla="*/ 503379 w 3024845"/>
                <a:gd name="connsiteY65-33454" fmla="*/ 653195 h 1087484"/>
                <a:gd name="connsiteX66-33455" fmla="*/ 508700 w 3024845"/>
                <a:gd name="connsiteY66-33456" fmla="*/ 653195 h 1087484"/>
                <a:gd name="connsiteX67-33457" fmla="*/ 508700 w 3024845"/>
                <a:gd name="connsiteY67-33458" fmla="*/ 652384 h 1087484"/>
                <a:gd name="connsiteX68-33459" fmla="*/ 508700 w 3024845"/>
                <a:gd name="connsiteY68-33460" fmla="*/ 646709 h 1087484"/>
                <a:gd name="connsiteX69-33461" fmla="*/ 539100 w 3024845"/>
                <a:gd name="connsiteY69-33462" fmla="*/ 646709 h 1087484"/>
                <a:gd name="connsiteX70-33463" fmla="*/ 539100 w 3024845"/>
                <a:gd name="connsiteY70-33464" fmla="*/ 670489 h 1087484"/>
                <a:gd name="connsiteX71-33465" fmla="*/ 540113 w 3024845"/>
                <a:gd name="connsiteY71-33466" fmla="*/ 670489 h 1087484"/>
                <a:gd name="connsiteX72-33467" fmla="*/ 547207 w 3024845"/>
                <a:gd name="connsiteY72-33468" fmla="*/ 670489 h 1087484"/>
                <a:gd name="connsiteX73-33469" fmla="*/ 547207 w 3024845"/>
                <a:gd name="connsiteY73-33470" fmla="*/ 671570 h 1087484"/>
                <a:gd name="connsiteX74-33471" fmla="*/ 547207 w 3024845"/>
                <a:gd name="connsiteY74-33472" fmla="*/ 679136 h 1087484"/>
                <a:gd name="connsiteX75-33473" fmla="*/ 547967 w 3024845"/>
                <a:gd name="connsiteY75-33474" fmla="*/ 679136 h 1087484"/>
                <a:gd name="connsiteX76-33475" fmla="*/ 553287 w 3024845"/>
                <a:gd name="connsiteY76-33476" fmla="*/ 679136 h 1087484"/>
                <a:gd name="connsiteX77-33477" fmla="*/ 553287 w 3024845"/>
                <a:gd name="connsiteY77-33478" fmla="*/ 676974 h 1087484"/>
                <a:gd name="connsiteX78-33479" fmla="*/ 553287 w 3024845"/>
                <a:gd name="connsiteY78-33480" fmla="*/ 661842 h 1087484"/>
                <a:gd name="connsiteX79-33481" fmla="*/ 554300 w 3024845"/>
                <a:gd name="connsiteY79-33482" fmla="*/ 661842 h 1087484"/>
                <a:gd name="connsiteX80-33483" fmla="*/ 561394 w 3024845"/>
                <a:gd name="connsiteY80-33484" fmla="*/ 661842 h 1087484"/>
                <a:gd name="connsiteX81-33485" fmla="*/ 561394 w 3024845"/>
                <a:gd name="connsiteY81-33486" fmla="*/ 662923 h 1087484"/>
                <a:gd name="connsiteX82-33487" fmla="*/ 561394 w 3024845"/>
                <a:gd name="connsiteY82-33488" fmla="*/ 670489 h 1087484"/>
                <a:gd name="connsiteX83-33489" fmla="*/ 566714 w 3024845"/>
                <a:gd name="connsiteY83-33490" fmla="*/ 668496 h 1087484"/>
                <a:gd name="connsiteX84-33491" fmla="*/ 567474 w 3024845"/>
                <a:gd name="connsiteY84-33492" fmla="*/ 667516 h 1087484"/>
                <a:gd name="connsiteX85-33493" fmla="*/ 567474 w 3024845"/>
                <a:gd name="connsiteY85-33494" fmla="*/ 661842 h 1087484"/>
                <a:gd name="connsiteX86-33495" fmla="*/ 605981 w 3024845"/>
                <a:gd name="connsiteY86-33496" fmla="*/ 661842 h 1087484"/>
                <a:gd name="connsiteX87-33497" fmla="*/ 605981 w 3024845"/>
                <a:gd name="connsiteY87-33498" fmla="*/ 685621 h 1087484"/>
                <a:gd name="connsiteX88-33499" fmla="*/ 608007 w 3024845"/>
                <a:gd name="connsiteY88-33500" fmla="*/ 685621 h 1087484"/>
                <a:gd name="connsiteX89-33501" fmla="*/ 622194 w 3024845"/>
                <a:gd name="connsiteY89-33502" fmla="*/ 685621 h 1087484"/>
                <a:gd name="connsiteX90-33503" fmla="*/ 622194 w 3024845"/>
                <a:gd name="connsiteY90-33504" fmla="*/ 686702 h 1087484"/>
                <a:gd name="connsiteX91-33505" fmla="*/ 622194 w 3024845"/>
                <a:gd name="connsiteY91-33506" fmla="*/ 694268 h 1087484"/>
                <a:gd name="connsiteX92-33507" fmla="*/ 623968 w 3024845"/>
                <a:gd name="connsiteY92-33508" fmla="*/ 694268 h 1087484"/>
                <a:gd name="connsiteX93-33509" fmla="*/ 636381 w 3024845"/>
                <a:gd name="connsiteY93-33510" fmla="*/ 694268 h 1087484"/>
                <a:gd name="connsiteX94-33511" fmla="*/ 636381 w 3024845"/>
                <a:gd name="connsiteY94-33512" fmla="*/ 670489 h 1087484"/>
                <a:gd name="connsiteX95-33513" fmla="*/ 637394 w 3024845"/>
                <a:gd name="connsiteY95-33514" fmla="*/ 670489 h 1087484"/>
                <a:gd name="connsiteX96-33515" fmla="*/ 644488 w 3024845"/>
                <a:gd name="connsiteY96-33516" fmla="*/ 670489 h 1087484"/>
                <a:gd name="connsiteX97-33517" fmla="*/ 644488 w 3024845"/>
                <a:gd name="connsiteY97-33518" fmla="*/ 638062 h 1087484"/>
                <a:gd name="connsiteX98-33519" fmla="*/ 645501 w 3024845"/>
                <a:gd name="connsiteY98-33520" fmla="*/ 638062 h 1087484"/>
                <a:gd name="connsiteX99-33521" fmla="*/ 652595 w 3024845"/>
                <a:gd name="connsiteY99-33522" fmla="*/ 638062 h 1087484"/>
                <a:gd name="connsiteX100-33523" fmla="*/ 652595 w 3024845"/>
                <a:gd name="connsiteY100-33524" fmla="*/ 636171 h 1087484"/>
                <a:gd name="connsiteX101-33525" fmla="*/ 652595 w 3024845"/>
                <a:gd name="connsiteY101-33526" fmla="*/ 622930 h 1087484"/>
                <a:gd name="connsiteX102-33527" fmla="*/ 651328 w 3024845"/>
                <a:gd name="connsiteY102-33528" fmla="*/ 621308 h 1087484"/>
                <a:gd name="connsiteX103-33529" fmla="*/ 656648 w 3024845"/>
                <a:gd name="connsiteY103-33530" fmla="*/ 609959 h 1087484"/>
                <a:gd name="connsiteX104-33531" fmla="*/ 664755 w 3024845"/>
                <a:gd name="connsiteY104-33532" fmla="*/ 638062 h 1087484"/>
                <a:gd name="connsiteX105-33533" fmla="*/ 665515 w 3024845"/>
                <a:gd name="connsiteY105-33534" fmla="*/ 638062 h 1087484"/>
                <a:gd name="connsiteX106-33535" fmla="*/ 670835 w 3024845"/>
                <a:gd name="connsiteY106-33536" fmla="*/ 638062 h 1087484"/>
                <a:gd name="connsiteX107-33537" fmla="*/ 670835 w 3024845"/>
                <a:gd name="connsiteY107-33538" fmla="*/ 532135 h 1087484"/>
                <a:gd name="connsiteX108-33539" fmla="*/ 672355 w 3024845"/>
                <a:gd name="connsiteY108-33540" fmla="*/ 532135 h 1087484"/>
                <a:gd name="connsiteX109-33541" fmla="*/ 682995 w 3024845"/>
                <a:gd name="connsiteY109-33542" fmla="*/ 532135 h 1087484"/>
                <a:gd name="connsiteX110-33543" fmla="*/ 682995 w 3024845"/>
                <a:gd name="connsiteY110-33544" fmla="*/ 484576 h 1087484"/>
                <a:gd name="connsiteX111-33545" fmla="*/ 709342 w 3024845"/>
                <a:gd name="connsiteY111-33546" fmla="*/ 484576 h 1087484"/>
                <a:gd name="connsiteX112-33547" fmla="*/ 709342 w 3024845"/>
                <a:gd name="connsiteY112-33548" fmla="*/ 462958 h 1087484"/>
                <a:gd name="connsiteX113-33549" fmla="*/ 743796 w 3024845"/>
                <a:gd name="connsiteY113-33550" fmla="*/ 462958 h 1087484"/>
                <a:gd name="connsiteX114-33551" fmla="*/ 743796 w 3024845"/>
                <a:gd name="connsiteY114-33552" fmla="*/ 465390 h 1087484"/>
                <a:gd name="connsiteX115-33553" fmla="*/ 743796 w 3024845"/>
                <a:gd name="connsiteY115-33554" fmla="*/ 482414 h 1087484"/>
                <a:gd name="connsiteX116-33555" fmla="*/ 746076 w 3024845"/>
                <a:gd name="connsiteY116-33556" fmla="*/ 482414 h 1087484"/>
                <a:gd name="connsiteX117-33557" fmla="*/ 762036 w 3024845"/>
                <a:gd name="connsiteY117-33558" fmla="*/ 482414 h 1087484"/>
                <a:gd name="connsiteX118-33559" fmla="*/ 762036 w 3024845"/>
                <a:gd name="connsiteY118-33560" fmla="*/ 529973 h 1087484"/>
                <a:gd name="connsiteX119-33561" fmla="*/ 763049 w 3024845"/>
                <a:gd name="connsiteY119-33562" fmla="*/ 529973 h 1087484"/>
                <a:gd name="connsiteX120-33563" fmla="*/ 770143 w 3024845"/>
                <a:gd name="connsiteY120-33564" fmla="*/ 529973 h 1087484"/>
                <a:gd name="connsiteX121-33565" fmla="*/ 784330 w 3024845"/>
                <a:gd name="connsiteY121-33566" fmla="*/ 534297 h 1087484"/>
                <a:gd name="connsiteX122-33567" fmla="*/ 784330 w 3024845"/>
                <a:gd name="connsiteY122-33568" fmla="*/ 573209 h 1087484"/>
                <a:gd name="connsiteX123-33569" fmla="*/ 785343 w 3024845"/>
                <a:gd name="connsiteY123-33570" fmla="*/ 573209 h 1087484"/>
                <a:gd name="connsiteX124-33571" fmla="*/ 792436 w 3024845"/>
                <a:gd name="connsiteY124-33572" fmla="*/ 573209 h 1087484"/>
                <a:gd name="connsiteX125-33573" fmla="*/ 792436 w 3024845"/>
                <a:gd name="connsiteY125-33574" fmla="*/ 574830 h 1087484"/>
                <a:gd name="connsiteX126-33575" fmla="*/ 792436 w 3024845"/>
                <a:gd name="connsiteY126-33576" fmla="*/ 586179 h 1087484"/>
                <a:gd name="connsiteX127-33577" fmla="*/ 794463 w 3024845"/>
                <a:gd name="connsiteY127-33578" fmla="*/ 586179 h 1087484"/>
                <a:gd name="connsiteX128-33579" fmla="*/ 808650 w 3024845"/>
                <a:gd name="connsiteY128-33580" fmla="*/ 586179 h 1087484"/>
                <a:gd name="connsiteX129-33581" fmla="*/ 814730 w 3024845"/>
                <a:gd name="connsiteY129-33582" fmla="*/ 592665 h 1087484"/>
                <a:gd name="connsiteX130-33583" fmla="*/ 814730 w 3024845"/>
                <a:gd name="connsiteY130-33584" fmla="*/ 614283 h 1087484"/>
                <a:gd name="connsiteX131-33585" fmla="*/ 817010 w 3024845"/>
                <a:gd name="connsiteY131-33586" fmla="*/ 614283 h 1087484"/>
                <a:gd name="connsiteX132-33587" fmla="*/ 832970 w 3024845"/>
                <a:gd name="connsiteY132-33588" fmla="*/ 614283 h 1087484"/>
                <a:gd name="connsiteX133-33589" fmla="*/ 832970 w 3024845"/>
                <a:gd name="connsiteY133-33590" fmla="*/ 615363 h 1087484"/>
                <a:gd name="connsiteX134-33591" fmla="*/ 832970 w 3024845"/>
                <a:gd name="connsiteY134-33592" fmla="*/ 622930 h 1087484"/>
                <a:gd name="connsiteX135-33593" fmla="*/ 834237 w 3024845"/>
                <a:gd name="connsiteY135-33594" fmla="*/ 622930 h 1087484"/>
                <a:gd name="connsiteX136-33595" fmla="*/ 843104 w 3024845"/>
                <a:gd name="connsiteY136-33596" fmla="*/ 622930 h 1087484"/>
                <a:gd name="connsiteX137-33597" fmla="*/ 843104 w 3024845"/>
                <a:gd name="connsiteY137-33598" fmla="*/ 625091 h 1087484"/>
                <a:gd name="connsiteX138-33599" fmla="*/ 843104 w 3024845"/>
                <a:gd name="connsiteY138-33600" fmla="*/ 640224 h 1087484"/>
                <a:gd name="connsiteX139-33601" fmla="*/ 847157 w 3024845"/>
                <a:gd name="connsiteY139-33602" fmla="*/ 638332 h 1087484"/>
                <a:gd name="connsiteX140-33603" fmla="*/ 847157 w 3024845"/>
                <a:gd name="connsiteY140-33604" fmla="*/ 625091 h 1087484"/>
                <a:gd name="connsiteX141-33605" fmla="*/ 848170 w 3024845"/>
                <a:gd name="connsiteY141-33606" fmla="*/ 625091 h 1087484"/>
                <a:gd name="connsiteX142-33607" fmla="*/ 855264 w 3024845"/>
                <a:gd name="connsiteY142-33608" fmla="*/ 625091 h 1087484"/>
                <a:gd name="connsiteX143-33609" fmla="*/ 855264 w 3024845"/>
                <a:gd name="connsiteY143-33610" fmla="*/ 626713 h 1087484"/>
                <a:gd name="connsiteX144-33611" fmla="*/ 855264 w 3024845"/>
                <a:gd name="connsiteY144-33612" fmla="*/ 638062 h 1087484"/>
                <a:gd name="connsiteX145-33613" fmla="*/ 856024 w 3024845"/>
                <a:gd name="connsiteY145-33614" fmla="*/ 638062 h 1087484"/>
                <a:gd name="connsiteX146-33615" fmla="*/ 861344 w 3024845"/>
                <a:gd name="connsiteY146-33616" fmla="*/ 638062 h 1087484"/>
                <a:gd name="connsiteX147-33617" fmla="*/ 909984 w 3024845"/>
                <a:gd name="connsiteY147-33618" fmla="*/ 633739 h 1087484"/>
                <a:gd name="connsiteX148-33619" fmla="*/ 909984 w 3024845"/>
                <a:gd name="connsiteY148-33620" fmla="*/ 635090 h 1087484"/>
                <a:gd name="connsiteX149-33621" fmla="*/ 909984 w 3024845"/>
                <a:gd name="connsiteY149-33622" fmla="*/ 644547 h 1087484"/>
                <a:gd name="connsiteX150-33623" fmla="*/ 910744 w 3024845"/>
                <a:gd name="connsiteY150-33624" fmla="*/ 644547 h 1087484"/>
                <a:gd name="connsiteX151-33625" fmla="*/ 916065 w 3024845"/>
                <a:gd name="connsiteY151-33626" fmla="*/ 644547 h 1087484"/>
                <a:gd name="connsiteX152-33627" fmla="*/ 916065 w 3024845"/>
                <a:gd name="connsiteY152-33628" fmla="*/ 646709 h 1087484"/>
                <a:gd name="connsiteX153-33629" fmla="*/ 916065 w 3024845"/>
                <a:gd name="connsiteY153-33630" fmla="*/ 661842 h 1087484"/>
                <a:gd name="connsiteX154-33631" fmla="*/ 918091 w 3024845"/>
                <a:gd name="connsiteY154-33632" fmla="*/ 660491 h 1087484"/>
                <a:gd name="connsiteX155-33633" fmla="*/ 932278 w 3024845"/>
                <a:gd name="connsiteY155-33634" fmla="*/ 651033 h 1087484"/>
                <a:gd name="connsiteX156-33635" fmla="*/ 938358 w 3024845"/>
                <a:gd name="connsiteY156-33636" fmla="*/ 609959 h 1087484"/>
                <a:gd name="connsiteX157-33637" fmla="*/ 939118 w 3024845"/>
                <a:gd name="connsiteY157-33638" fmla="*/ 609689 h 1087484"/>
                <a:gd name="connsiteX158-33639" fmla="*/ 944438 w 3024845"/>
                <a:gd name="connsiteY158-33640" fmla="*/ 607797 h 1087484"/>
                <a:gd name="connsiteX159-33641" fmla="*/ 946465 w 3024845"/>
                <a:gd name="connsiteY159-33642" fmla="*/ 538620 h 1087484"/>
                <a:gd name="connsiteX160-33643" fmla="*/ 948492 w 3024845"/>
                <a:gd name="connsiteY160-33644" fmla="*/ 607797 h 1087484"/>
                <a:gd name="connsiteX161-33645" fmla="*/ 949252 w 3024845"/>
                <a:gd name="connsiteY161-33646" fmla="*/ 608067 h 1087484"/>
                <a:gd name="connsiteX162-33647" fmla="*/ 954572 w 3024845"/>
                <a:gd name="connsiteY162-33648" fmla="*/ 609959 h 1087484"/>
                <a:gd name="connsiteX163-33649" fmla="*/ 954572 w 3024845"/>
                <a:gd name="connsiteY163-33650" fmla="*/ 523488 h 1087484"/>
                <a:gd name="connsiteX164-33651" fmla="*/ 958625 w 3024845"/>
                <a:gd name="connsiteY164-33652" fmla="*/ 491061 h 1087484"/>
                <a:gd name="connsiteX165-33653" fmla="*/ 997132 w 3024845"/>
                <a:gd name="connsiteY165-33654" fmla="*/ 491061 h 1087484"/>
                <a:gd name="connsiteX166-33655" fmla="*/ 997132 w 3024845"/>
                <a:gd name="connsiteY166-33656" fmla="*/ 523488 h 1087484"/>
                <a:gd name="connsiteX167-33657" fmla="*/ 997892 w 3024845"/>
                <a:gd name="connsiteY167-33658" fmla="*/ 523488 h 1087484"/>
                <a:gd name="connsiteX168-33659" fmla="*/ 1003212 w 3024845"/>
                <a:gd name="connsiteY168-33660" fmla="*/ 523488 h 1087484"/>
                <a:gd name="connsiteX169-33661" fmla="*/ 1003212 w 3024845"/>
                <a:gd name="connsiteY169-33662" fmla="*/ 441340 h 1087484"/>
                <a:gd name="connsiteX170-33663" fmla="*/ 1004986 w 3024845"/>
                <a:gd name="connsiteY170-33664" fmla="*/ 441340 h 1087484"/>
                <a:gd name="connsiteX171-33665" fmla="*/ 1017399 w 3024845"/>
                <a:gd name="connsiteY171-33666" fmla="*/ 441340 h 1087484"/>
                <a:gd name="connsiteX172-33667" fmla="*/ 1017399 w 3024845"/>
                <a:gd name="connsiteY172-33668" fmla="*/ 439449 h 1087484"/>
                <a:gd name="connsiteX173-33669" fmla="*/ 1017399 w 3024845"/>
                <a:gd name="connsiteY173-33670" fmla="*/ 426208 h 1087484"/>
                <a:gd name="connsiteX174-33671" fmla="*/ 1039693 w 3024845"/>
                <a:gd name="connsiteY174-33672" fmla="*/ 426208 h 1087484"/>
                <a:gd name="connsiteX175-33673" fmla="*/ 1039693 w 3024845"/>
                <a:gd name="connsiteY175-33674" fmla="*/ 425127 h 1087484"/>
                <a:gd name="connsiteX176-33675" fmla="*/ 1039693 w 3024845"/>
                <a:gd name="connsiteY176-33676" fmla="*/ 417561 h 1087484"/>
                <a:gd name="connsiteX177-33677" fmla="*/ 1041466 w 3024845"/>
                <a:gd name="connsiteY177-33678" fmla="*/ 417561 h 1087484"/>
                <a:gd name="connsiteX178-33679" fmla="*/ 1053880 w 3024845"/>
                <a:gd name="connsiteY178-33680" fmla="*/ 417561 h 1087484"/>
                <a:gd name="connsiteX179-33681" fmla="*/ 1053880 w 3024845"/>
                <a:gd name="connsiteY179-33682" fmla="*/ 418642 h 1087484"/>
                <a:gd name="connsiteX180-33683" fmla="*/ 1053880 w 3024845"/>
                <a:gd name="connsiteY180-33684" fmla="*/ 426208 h 1087484"/>
                <a:gd name="connsiteX181-33685" fmla="*/ 1054640 w 3024845"/>
                <a:gd name="connsiteY181-33686" fmla="*/ 426208 h 1087484"/>
                <a:gd name="connsiteX182-33687" fmla="*/ 1059960 w 3024845"/>
                <a:gd name="connsiteY182-33688" fmla="*/ 426208 h 1087484"/>
                <a:gd name="connsiteX183-33689" fmla="*/ 1070093 w 3024845"/>
                <a:gd name="connsiteY183-33690" fmla="*/ 421884 h 1087484"/>
                <a:gd name="connsiteX184-33691" fmla="*/ 1074146 w 3024845"/>
                <a:gd name="connsiteY184-33692" fmla="*/ 425127 h 1087484"/>
                <a:gd name="connsiteX185-33693" fmla="*/ 1074146 w 3024845"/>
                <a:gd name="connsiteY185-33694" fmla="*/ 417561 h 1087484"/>
                <a:gd name="connsiteX186-33695" fmla="*/ 1076426 w 3024845"/>
                <a:gd name="connsiteY186-33696" fmla="*/ 417561 h 1087484"/>
                <a:gd name="connsiteX187-33697" fmla="*/ 1092387 w 3024845"/>
                <a:gd name="connsiteY187-33698" fmla="*/ 417561 h 1087484"/>
                <a:gd name="connsiteX188-33699" fmla="*/ 1092387 w 3024845"/>
                <a:gd name="connsiteY188-33700" fmla="*/ 418642 h 1087484"/>
                <a:gd name="connsiteX189-33701" fmla="*/ 1092387 w 3024845"/>
                <a:gd name="connsiteY189-33702" fmla="*/ 426208 h 1087484"/>
                <a:gd name="connsiteX190-33703" fmla="*/ 1122787 w 3024845"/>
                <a:gd name="connsiteY190-33704" fmla="*/ 426208 h 1087484"/>
                <a:gd name="connsiteX191-33705" fmla="*/ 1122787 w 3024845"/>
                <a:gd name="connsiteY191-33706" fmla="*/ 427829 h 1087484"/>
                <a:gd name="connsiteX192-33707" fmla="*/ 1122787 w 3024845"/>
                <a:gd name="connsiteY192-33708" fmla="*/ 439179 h 1087484"/>
                <a:gd name="connsiteX193-33709" fmla="*/ 1149134 w 3024845"/>
                <a:gd name="connsiteY193-33710" fmla="*/ 439179 h 1087484"/>
                <a:gd name="connsiteX194-33711" fmla="*/ 1149134 w 3024845"/>
                <a:gd name="connsiteY194-33712" fmla="*/ 469443 h 1087484"/>
                <a:gd name="connsiteX195-33713" fmla="*/ 1149894 w 3024845"/>
                <a:gd name="connsiteY195-33714" fmla="*/ 469443 h 1087484"/>
                <a:gd name="connsiteX196-33715" fmla="*/ 1155214 w 3024845"/>
                <a:gd name="connsiteY196-33716" fmla="*/ 469443 h 1087484"/>
                <a:gd name="connsiteX197-33717" fmla="*/ 1155214 w 3024845"/>
                <a:gd name="connsiteY197-33718" fmla="*/ 470524 h 1087484"/>
                <a:gd name="connsiteX198-33719" fmla="*/ 1155214 w 3024845"/>
                <a:gd name="connsiteY198-33720" fmla="*/ 478091 h 1087484"/>
                <a:gd name="connsiteX199-33721" fmla="*/ 1159268 w 3024845"/>
                <a:gd name="connsiteY199-33722" fmla="*/ 508355 h 1087484"/>
                <a:gd name="connsiteX200-33723" fmla="*/ 1160028 w 3024845"/>
                <a:gd name="connsiteY200-33724" fmla="*/ 508355 h 1087484"/>
                <a:gd name="connsiteX201-33725" fmla="*/ 1165348 w 3024845"/>
                <a:gd name="connsiteY201-33726" fmla="*/ 508355 h 1087484"/>
                <a:gd name="connsiteX202-33727" fmla="*/ 1165348 w 3024845"/>
                <a:gd name="connsiteY202-33728" fmla="*/ 509166 h 1087484"/>
                <a:gd name="connsiteX203-33729" fmla="*/ 1165348 w 3024845"/>
                <a:gd name="connsiteY203-33730" fmla="*/ 514841 h 1087484"/>
                <a:gd name="connsiteX204-33731" fmla="*/ 1166361 w 3024845"/>
                <a:gd name="connsiteY204-33732" fmla="*/ 514841 h 1087484"/>
                <a:gd name="connsiteX205-33733" fmla="*/ 1173454 w 3024845"/>
                <a:gd name="connsiteY205-33734" fmla="*/ 514841 h 1087484"/>
                <a:gd name="connsiteX206-33735" fmla="*/ 1173454 w 3024845"/>
                <a:gd name="connsiteY206-33736" fmla="*/ 545106 h 1087484"/>
                <a:gd name="connsiteX207-33737" fmla="*/ 1175481 w 3024845"/>
                <a:gd name="connsiteY207-33738" fmla="*/ 545106 h 1087484"/>
                <a:gd name="connsiteX208-33739" fmla="*/ 1189668 w 3024845"/>
                <a:gd name="connsiteY208-33740" fmla="*/ 545106 h 1087484"/>
                <a:gd name="connsiteX209-33741" fmla="*/ 1189668 w 3024845"/>
                <a:gd name="connsiteY209-33742" fmla="*/ 568885 h 1087484"/>
                <a:gd name="connsiteX210-33743" fmla="*/ 1191695 w 3024845"/>
                <a:gd name="connsiteY210-33744" fmla="*/ 570506 h 1087484"/>
                <a:gd name="connsiteX211-33745" fmla="*/ 1191695 w 3024845"/>
                <a:gd name="connsiteY211-33746" fmla="*/ 581856 h 1087484"/>
                <a:gd name="connsiteX212-33747" fmla="*/ 1192455 w 3024845"/>
                <a:gd name="connsiteY212-33748" fmla="*/ 581856 h 1087484"/>
                <a:gd name="connsiteX213-33749" fmla="*/ 1197775 w 3024845"/>
                <a:gd name="connsiteY213-33750" fmla="*/ 581856 h 1087484"/>
                <a:gd name="connsiteX214-33751" fmla="*/ 1197775 w 3024845"/>
                <a:gd name="connsiteY214-33752" fmla="*/ 605635 h 1087484"/>
                <a:gd name="connsiteX215-33753" fmla="*/ 1199041 w 3024845"/>
                <a:gd name="connsiteY215-33754" fmla="*/ 605635 h 1087484"/>
                <a:gd name="connsiteX216-33755" fmla="*/ 1207908 w 3024845"/>
                <a:gd name="connsiteY216-33756" fmla="*/ 605635 h 1087484"/>
                <a:gd name="connsiteX217-33757" fmla="*/ 1209935 w 3024845"/>
                <a:gd name="connsiteY217-33758" fmla="*/ 609689 h 1087484"/>
                <a:gd name="connsiteX218-33759" fmla="*/ 1209935 w 3024845"/>
                <a:gd name="connsiteY218-33760" fmla="*/ 622930 h 1087484"/>
                <a:gd name="connsiteX219-33761" fmla="*/ 1211455 w 3024845"/>
                <a:gd name="connsiteY219-33762" fmla="*/ 621038 h 1087484"/>
                <a:gd name="connsiteX220-33763" fmla="*/ 1222095 w 3024845"/>
                <a:gd name="connsiteY220-33764" fmla="*/ 607797 h 1087484"/>
                <a:gd name="connsiteX221-33765" fmla="*/ 1250469 w 3024845"/>
                <a:gd name="connsiteY221-33766" fmla="*/ 607797 h 1087484"/>
                <a:gd name="connsiteX222-33767" fmla="*/ 1250469 w 3024845"/>
                <a:gd name="connsiteY222-33768" fmla="*/ 694268 h 1087484"/>
                <a:gd name="connsiteX223-33769" fmla="*/ 1251229 w 3024845"/>
                <a:gd name="connsiteY223-33770" fmla="*/ 694268 h 1087484"/>
                <a:gd name="connsiteX224-33771" fmla="*/ 1256549 w 3024845"/>
                <a:gd name="connsiteY224-33772" fmla="*/ 694268 h 1087484"/>
                <a:gd name="connsiteX225-33773" fmla="*/ 1257309 w 3024845"/>
                <a:gd name="connsiteY225-33774" fmla="*/ 692917 h 1087484"/>
                <a:gd name="connsiteX226-33775" fmla="*/ 1262629 w 3024845"/>
                <a:gd name="connsiteY226-33776" fmla="*/ 683459 h 1087484"/>
                <a:gd name="connsiteX227-33777" fmla="*/ 1262629 w 3024845"/>
                <a:gd name="connsiteY227-33778" fmla="*/ 685351 h 1087484"/>
                <a:gd name="connsiteX228-33779" fmla="*/ 1262629 w 3024845"/>
                <a:gd name="connsiteY228-33780" fmla="*/ 698592 h 1087484"/>
                <a:gd name="connsiteX229-33781" fmla="*/ 1266682 w 3024845"/>
                <a:gd name="connsiteY229-33782" fmla="*/ 653195 h 1087484"/>
                <a:gd name="connsiteX230-33783" fmla="*/ 1267442 w 3024845"/>
                <a:gd name="connsiteY230-33784" fmla="*/ 653195 h 1087484"/>
                <a:gd name="connsiteX231-33785" fmla="*/ 1272762 w 3024845"/>
                <a:gd name="connsiteY231-33786" fmla="*/ 653195 h 1087484"/>
                <a:gd name="connsiteX232-33787" fmla="*/ 1272762 w 3024845"/>
                <a:gd name="connsiteY232-33788" fmla="*/ 588341 h 1087484"/>
                <a:gd name="connsiteX233-33789" fmla="*/ 1273776 w 3024845"/>
                <a:gd name="connsiteY233-33790" fmla="*/ 588341 h 1087484"/>
                <a:gd name="connsiteX234-33791" fmla="*/ 1280869 w 3024845"/>
                <a:gd name="connsiteY234-33792" fmla="*/ 588341 h 1087484"/>
                <a:gd name="connsiteX235-33793" fmla="*/ 1293029 w 3024845"/>
                <a:gd name="connsiteY235-33794" fmla="*/ 545106 h 1087484"/>
                <a:gd name="connsiteX236-33795" fmla="*/ 1294296 w 3024845"/>
                <a:gd name="connsiteY236-33796" fmla="*/ 545106 h 1087484"/>
                <a:gd name="connsiteX237-33797" fmla="*/ 1303163 w 3024845"/>
                <a:gd name="connsiteY237-33798" fmla="*/ 545106 h 1087484"/>
                <a:gd name="connsiteX238-33799" fmla="*/ 1313296 w 3024845"/>
                <a:gd name="connsiteY238-33800" fmla="*/ 588341 h 1087484"/>
                <a:gd name="connsiteX239-33801" fmla="*/ 1314309 w 3024845"/>
                <a:gd name="connsiteY239-33802" fmla="*/ 588341 h 1087484"/>
                <a:gd name="connsiteX240-33803" fmla="*/ 1321403 w 3024845"/>
                <a:gd name="connsiteY240-33804" fmla="*/ 588341 h 1087484"/>
                <a:gd name="connsiteX241-33805" fmla="*/ 1321403 w 3024845"/>
                <a:gd name="connsiteY241-33806" fmla="*/ 627253 h 1087484"/>
                <a:gd name="connsiteX242-33807" fmla="*/ 1323176 w 3024845"/>
                <a:gd name="connsiteY242-33808" fmla="*/ 627253 h 1087484"/>
                <a:gd name="connsiteX243-33809" fmla="*/ 1335590 w 3024845"/>
                <a:gd name="connsiteY243-33810" fmla="*/ 627253 h 1087484"/>
                <a:gd name="connsiteX244-33811" fmla="*/ 1335590 w 3024845"/>
                <a:gd name="connsiteY244-33812" fmla="*/ 629415 h 1087484"/>
                <a:gd name="connsiteX245-33813" fmla="*/ 1335590 w 3024845"/>
                <a:gd name="connsiteY245-33814" fmla="*/ 644547 h 1087484"/>
                <a:gd name="connsiteX246-33815" fmla="*/ 1339643 w 3024845"/>
                <a:gd name="connsiteY246-33816" fmla="*/ 642386 h 1087484"/>
                <a:gd name="connsiteX247-33817" fmla="*/ 1339643 w 3024845"/>
                <a:gd name="connsiteY247-33818" fmla="*/ 627253 h 1087484"/>
                <a:gd name="connsiteX248-33819" fmla="*/ 1341163 w 3024845"/>
                <a:gd name="connsiteY248-33820" fmla="*/ 627253 h 1087484"/>
                <a:gd name="connsiteX249-33821" fmla="*/ 1351803 w 3024845"/>
                <a:gd name="connsiteY249-33822" fmla="*/ 627253 h 1087484"/>
                <a:gd name="connsiteX250-33823" fmla="*/ 1351803 w 3024845"/>
                <a:gd name="connsiteY250-33824" fmla="*/ 628874 h 1087484"/>
                <a:gd name="connsiteX251-33825" fmla="*/ 1351803 w 3024845"/>
                <a:gd name="connsiteY251-33826" fmla="*/ 640224 h 1087484"/>
                <a:gd name="connsiteX252-33827" fmla="*/ 1382204 w 3024845"/>
                <a:gd name="connsiteY252-33828" fmla="*/ 640224 h 1087484"/>
                <a:gd name="connsiteX253-33829" fmla="*/ 1382204 w 3024845"/>
                <a:gd name="connsiteY253-33830" fmla="*/ 603474 h 1087484"/>
                <a:gd name="connsiteX254-33831" fmla="*/ 1383470 w 3024845"/>
                <a:gd name="connsiteY254-33832" fmla="*/ 603474 h 1087484"/>
                <a:gd name="connsiteX255-33833" fmla="*/ 1392337 w 3024845"/>
                <a:gd name="connsiteY255-33834" fmla="*/ 603474 h 1087484"/>
                <a:gd name="connsiteX256-33835" fmla="*/ 1392337 w 3024845"/>
                <a:gd name="connsiteY256-33836" fmla="*/ 625091 h 1087484"/>
                <a:gd name="connsiteX257-33837" fmla="*/ 1394364 w 3024845"/>
                <a:gd name="connsiteY257-33838" fmla="*/ 592665 h 1087484"/>
                <a:gd name="connsiteX258-33839" fmla="*/ 1416657 w 3024845"/>
                <a:gd name="connsiteY258-33840" fmla="*/ 592665 h 1087484"/>
                <a:gd name="connsiteX259-33841" fmla="*/ 1416657 w 3024845"/>
                <a:gd name="connsiteY259-33842" fmla="*/ 591043 h 1087484"/>
                <a:gd name="connsiteX260-33843" fmla="*/ 1416657 w 3024845"/>
                <a:gd name="connsiteY260-33844" fmla="*/ 579694 h 1087484"/>
                <a:gd name="connsiteX261-33845" fmla="*/ 1417417 w 3024845"/>
                <a:gd name="connsiteY261-33846" fmla="*/ 579694 h 1087484"/>
                <a:gd name="connsiteX262-33847" fmla="*/ 1422737 w 3024845"/>
                <a:gd name="connsiteY262-33848" fmla="*/ 579694 h 1087484"/>
                <a:gd name="connsiteX263-33849" fmla="*/ 1422737 w 3024845"/>
                <a:gd name="connsiteY263-33850" fmla="*/ 577803 h 1087484"/>
                <a:gd name="connsiteX264-33851" fmla="*/ 1422737 w 3024845"/>
                <a:gd name="connsiteY264-33852" fmla="*/ 564562 h 1087484"/>
                <a:gd name="connsiteX265-33853" fmla="*/ 1426791 w 3024845"/>
                <a:gd name="connsiteY265-33854" fmla="*/ 571047 h 1087484"/>
                <a:gd name="connsiteX266-33855" fmla="*/ 1429071 w 3024845"/>
                <a:gd name="connsiteY266-33856" fmla="*/ 571047 h 1087484"/>
                <a:gd name="connsiteX267-33857" fmla="*/ 1445031 w 3024845"/>
                <a:gd name="connsiteY267-33858" fmla="*/ 571047 h 1087484"/>
                <a:gd name="connsiteX268-33859" fmla="*/ 1445031 w 3024845"/>
                <a:gd name="connsiteY268-33860" fmla="*/ 570236 h 1087484"/>
                <a:gd name="connsiteX269-33861" fmla="*/ 1445031 w 3024845"/>
                <a:gd name="connsiteY269-33862" fmla="*/ 564562 h 1087484"/>
                <a:gd name="connsiteX270-33863" fmla="*/ 1445791 w 3024845"/>
                <a:gd name="connsiteY270-33864" fmla="*/ 564562 h 1087484"/>
                <a:gd name="connsiteX271-33865" fmla="*/ 1451111 w 3024845"/>
                <a:gd name="connsiteY271-33866" fmla="*/ 564562 h 1087484"/>
                <a:gd name="connsiteX272-33867" fmla="*/ 1451111 w 3024845"/>
                <a:gd name="connsiteY272-33868" fmla="*/ 565913 h 1087484"/>
                <a:gd name="connsiteX273-33869" fmla="*/ 1451111 w 3024845"/>
                <a:gd name="connsiteY273-33870" fmla="*/ 575371 h 1087484"/>
                <a:gd name="connsiteX274-33871" fmla="*/ 1489618 w 3024845"/>
                <a:gd name="connsiteY274-33872" fmla="*/ 575371 h 1087484"/>
                <a:gd name="connsiteX275-33873" fmla="*/ 1489618 w 3024845"/>
                <a:gd name="connsiteY275-33874" fmla="*/ 713724 h 1087484"/>
                <a:gd name="connsiteX276-33875" fmla="*/ 1491138 w 3024845"/>
                <a:gd name="connsiteY276-33876" fmla="*/ 713724 h 1087484"/>
                <a:gd name="connsiteX277-33877" fmla="*/ 1501778 w 3024845"/>
                <a:gd name="connsiteY277-33878" fmla="*/ 713724 h 1087484"/>
                <a:gd name="connsiteX278-33879" fmla="*/ 1501778 w 3024845"/>
                <a:gd name="connsiteY278-33880" fmla="*/ 700754 h 1087484"/>
                <a:gd name="connsiteX279-33881" fmla="*/ 1505832 w 3024845"/>
                <a:gd name="connsiteY279-33882" fmla="*/ 700754 h 1087484"/>
                <a:gd name="connsiteX280-33883" fmla="*/ 1505832 w 3024845"/>
                <a:gd name="connsiteY280-33884" fmla="*/ 713724 h 1087484"/>
                <a:gd name="connsiteX281-33885" fmla="*/ 1536232 w 3024845"/>
                <a:gd name="connsiteY281-33886" fmla="*/ 713724 h 1087484"/>
                <a:gd name="connsiteX282-33887" fmla="*/ 1536232 w 3024845"/>
                <a:gd name="connsiteY282-33888" fmla="*/ 683459 h 1087484"/>
                <a:gd name="connsiteX283-33889" fmla="*/ 1548392 w 3024845"/>
                <a:gd name="connsiteY283-33890" fmla="*/ 683459 h 1087484"/>
                <a:gd name="connsiteX284-33891" fmla="*/ 1560552 w 3024845"/>
                <a:gd name="connsiteY284-33892" fmla="*/ 681298 h 1087484"/>
                <a:gd name="connsiteX285-33893" fmla="*/ 1564606 w 3024845"/>
                <a:gd name="connsiteY285-33894" fmla="*/ 683459 h 1087484"/>
                <a:gd name="connsiteX286-33895" fmla="*/ 1574739 w 3024845"/>
                <a:gd name="connsiteY286-33896" fmla="*/ 683459 h 1087484"/>
                <a:gd name="connsiteX287-33897" fmla="*/ 1574739 w 3024845"/>
                <a:gd name="connsiteY287-33898" fmla="*/ 713724 h 1087484"/>
                <a:gd name="connsiteX288-33899" fmla="*/ 1582846 w 3024845"/>
                <a:gd name="connsiteY288-33900" fmla="*/ 713724 h 1087484"/>
                <a:gd name="connsiteX289-33901" fmla="*/ 1582846 w 3024845"/>
                <a:gd name="connsiteY289-33902" fmla="*/ 731019 h 1087484"/>
                <a:gd name="connsiteX290-33903" fmla="*/ 1592182 w 3024845"/>
                <a:gd name="connsiteY290-33904" fmla="*/ 731924 h 1087484"/>
                <a:gd name="connsiteX291-33905" fmla="*/ 1605140 w 3024845"/>
                <a:gd name="connsiteY291-33906" fmla="*/ 731924 h 1087484"/>
                <a:gd name="connsiteX292-33907" fmla="*/ 1605140 w 3024845"/>
                <a:gd name="connsiteY292-33908" fmla="*/ 715886 h 1087484"/>
                <a:gd name="connsiteX293-33909" fmla="*/ 1673096 w 3024845"/>
                <a:gd name="connsiteY293-33910" fmla="*/ 715886 h 1087484"/>
                <a:gd name="connsiteX294-33911" fmla="*/ 1673096 w 3024845"/>
                <a:gd name="connsiteY294-33912" fmla="*/ 630633 h 1087484"/>
                <a:gd name="connsiteX295-33913" fmla="*/ 1745104 w 3024845"/>
                <a:gd name="connsiteY295-33914" fmla="*/ 630633 h 1087484"/>
                <a:gd name="connsiteX296-33915" fmla="*/ 1745104 w 3024845"/>
                <a:gd name="connsiteY296-33916" fmla="*/ 709401 h 1087484"/>
                <a:gd name="connsiteX297-33917" fmla="*/ 1747008 w 3024845"/>
                <a:gd name="connsiteY297-33918" fmla="*/ 709401 h 1087484"/>
                <a:gd name="connsiteX298-33919" fmla="*/ 1748250 w 3024845"/>
                <a:gd name="connsiteY298-33920" fmla="*/ 731924 h 1087484"/>
                <a:gd name="connsiteX299-33921" fmla="*/ 1757926 w 3024845"/>
                <a:gd name="connsiteY299-33922" fmla="*/ 731924 h 1087484"/>
                <a:gd name="connsiteX300-33923" fmla="*/ 1759168 w 3024845"/>
                <a:gd name="connsiteY300-33924" fmla="*/ 709401 h 1087484"/>
                <a:gd name="connsiteX301-33925" fmla="*/ 1765248 w 3024845"/>
                <a:gd name="connsiteY301-33926" fmla="*/ 709401 h 1087484"/>
                <a:gd name="connsiteX302-33927" fmla="*/ 1766490 w 3024845"/>
                <a:gd name="connsiteY302-33928" fmla="*/ 731924 h 1087484"/>
                <a:gd name="connsiteX303-33929" fmla="*/ 1817112 w 3024845"/>
                <a:gd name="connsiteY303-33930" fmla="*/ 731924 h 1087484"/>
                <a:gd name="connsiteX304-33931" fmla="*/ 1817112 w 3024845"/>
                <a:gd name="connsiteY304-33932" fmla="*/ 568896 h 1087484"/>
                <a:gd name="connsiteX305-33933" fmla="*/ 2014439 w 3024845"/>
                <a:gd name="connsiteY305-33934" fmla="*/ 568896 h 1087484"/>
                <a:gd name="connsiteX306-33935" fmla="*/ 2014439 w 3024845"/>
                <a:gd name="connsiteY306-33936" fmla="*/ 731924 h 1087484"/>
                <a:gd name="connsiteX307-33937" fmla="*/ 2033136 w 3024845"/>
                <a:gd name="connsiteY307-33938" fmla="*/ 731924 h 1087484"/>
                <a:gd name="connsiteX308-33939" fmla="*/ 2033136 w 3024845"/>
                <a:gd name="connsiteY308-33940" fmla="*/ 649231 h 1087484"/>
                <a:gd name="connsiteX309-33941" fmla="*/ 2128256 w 3024845"/>
                <a:gd name="connsiteY309-33942" fmla="*/ 649231 h 1087484"/>
                <a:gd name="connsiteX310-33943" fmla="*/ 2146266 w 3024845"/>
                <a:gd name="connsiteY310-33944" fmla="*/ 160309 h 1087484"/>
                <a:gd name="connsiteX311-33945" fmla="*/ 2150320 w 3024845"/>
                <a:gd name="connsiteY311-33946" fmla="*/ 88970 h 1087484"/>
                <a:gd name="connsiteX312-33947" fmla="*/ 2152346 w 3024845"/>
                <a:gd name="connsiteY312-33948" fmla="*/ 28441 h 1087484"/>
                <a:gd name="connsiteX313-33949" fmla="*/ 2180720 w 3024845"/>
                <a:gd name="connsiteY313-33950" fmla="*/ 584018 h 1087484"/>
                <a:gd name="connsiteX314-33951" fmla="*/ 2245574 w 3024845"/>
                <a:gd name="connsiteY314-33952" fmla="*/ 584018 h 1087484"/>
                <a:gd name="connsiteX315-33953" fmla="*/ 2245574 w 3024845"/>
                <a:gd name="connsiteY315-33954" fmla="*/ 659680 h 1087484"/>
                <a:gd name="connsiteX316-33955" fmla="*/ 2253681 w 3024845"/>
                <a:gd name="connsiteY316-33956" fmla="*/ 659680 h 1087484"/>
                <a:gd name="connsiteX317-33957" fmla="*/ 2255708 w 3024845"/>
                <a:gd name="connsiteY317-33958" fmla="*/ 653195 h 1087484"/>
                <a:gd name="connsiteX318-33959" fmla="*/ 2261788 w 3024845"/>
                <a:gd name="connsiteY318-33960" fmla="*/ 653195 h 1087484"/>
                <a:gd name="connsiteX319-33961" fmla="*/ 2263815 w 3024845"/>
                <a:gd name="connsiteY319-33962" fmla="*/ 661842 h 1087484"/>
                <a:gd name="connsiteX320-33963" fmla="*/ 2275975 w 3024845"/>
                <a:gd name="connsiteY320-33964" fmla="*/ 661842 h 1087484"/>
                <a:gd name="connsiteX321-33965" fmla="*/ 2275975 w 3024845"/>
                <a:gd name="connsiteY321-33966" fmla="*/ 655356 h 1087484"/>
                <a:gd name="connsiteX322-33967" fmla="*/ 2298268 w 3024845"/>
                <a:gd name="connsiteY322-33968" fmla="*/ 655356 h 1087484"/>
                <a:gd name="connsiteX323-33969" fmla="*/ 2298268 w 3024845"/>
                <a:gd name="connsiteY323-33970" fmla="*/ 661842 h 1087484"/>
                <a:gd name="connsiteX324-33971" fmla="*/ 2318535 w 3024845"/>
                <a:gd name="connsiteY324-33972" fmla="*/ 661842 h 1087484"/>
                <a:gd name="connsiteX325-33973" fmla="*/ 2318535 w 3024845"/>
                <a:gd name="connsiteY325-33974" fmla="*/ 707239 h 1087484"/>
                <a:gd name="connsiteX326-33975" fmla="*/ 2332722 w 3024845"/>
                <a:gd name="connsiteY326-33976" fmla="*/ 707239 h 1087484"/>
                <a:gd name="connsiteX327-33977" fmla="*/ 2332722 w 3024845"/>
                <a:gd name="connsiteY327-33978" fmla="*/ 694268 h 1087484"/>
                <a:gd name="connsiteX328-33979" fmla="*/ 2348936 w 3024845"/>
                <a:gd name="connsiteY328-33980" fmla="*/ 694268 h 1087484"/>
                <a:gd name="connsiteX329-33981" fmla="*/ 2348936 w 3024845"/>
                <a:gd name="connsiteY329-33982" fmla="*/ 514841 h 1087484"/>
                <a:gd name="connsiteX330-33983" fmla="*/ 2355016 w 3024845"/>
                <a:gd name="connsiteY330-33984" fmla="*/ 508355 h 1087484"/>
                <a:gd name="connsiteX331-33985" fmla="*/ 2427977 w 3024845"/>
                <a:gd name="connsiteY331-33986" fmla="*/ 508355 h 1087484"/>
                <a:gd name="connsiteX332-33987" fmla="*/ 2427977 w 3024845"/>
                <a:gd name="connsiteY332-33988" fmla="*/ 517003 h 1087484"/>
                <a:gd name="connsiteX333-33989" fmla="*/ 2438110 w 3024845"/>
                <a:gd name="connsiteY333-33990" fmla="*/ 517003 h 1087484"/>
                <a:gd name="connsiteX334-33991" fmla="*/ 2438110 w 3024845"/>
                <a:gd name="connsiteY334-33992" fmla="*/ 631577 h 1087484"/>
                <a:gd name="connsiteX335-33993" fmla="*/ 2460404 w 3024845"/>
                <a:gd name="connsiteY335-33994" fmla="*/ 631577 h 1087484"/>
                <a:gd name="connsiteX336-33995" fmla="*/ 2460404 w 3024845"/>
                <a:gd name="connsiteY336-33996" fmla="*/ 564562 h 1087484"/>
                <a:gd name="connsiteX337-33997" fmla="*/ 2486751 w 3024845"/>
                <a:gd name="connsiteY337-33998" fmla="*/ 564562 h 1087484"/>
                <a:gd name="connsiteX338-33999" fmla="*/ 2490804 w 3024845"/>
                <a:gd name="connsiteY338-34000" fmla="*/ 560238 h 1087484"/>
                <a:gd name="connsiteX339-34001" fmla="*/ 2498911 w 3024845"/>
                <a:gd name="connsiteY339-34002" fmla="*/ 560238 h 1087484"/>
                <a:gd name="connsiteX340-34003" fmla="*/ 2502964 w 3024845"/>
                <a:gd name="connsiteY340-34004" fmla="*/ 564562 h 1087484"/>
                <a:gd name="connsiteX341-34005" fmla="*/ 2525258 w 3024845"/>
                <a:gd name="connsiteY341-34006" fmla="*/ 564562 h 1087484"/>
                <a:gd name="connsiteX342-34007" fmla="*/ 2525258 w 3024845"/>
                <a:gd name="connsiteY342-34008" fmla="*/ 447826 h 1087484"/>
                <a:gd name="connsiteX343-34009" fmla="*/ 2582005 w 3024845"/>
                <a:gd name="connsiteY343-34010" fmla="*/ 437017 h 1087484"/>
                <a:gd name="connsiteX344-34011" fmla="*/ 2582005 w 3024845"/>
                <a:gd name="connsiteY344-34012" fmla="*/ 438098 h 1087484"/>
                <a:gd name="connsiteX345-34013" fmla="*/ 2582005 w 3024845"/>
                <a:gd name="connsiteY345-34014" fmla="*/ 445664 h 1087484"/>
                <a:gd name="connsiteX346-34015" fmla="*/ 2608352 w 3024845"/>
                <a:gd name="connsiteY346-34016" fmla="*/ 445664 h 1087484"/>
                <a:gd name="connsiteX347-34017" fmla="*/ 2608352 w 3024845"/>
                <a:gd name="connsiteY347-34018" fmla="*/ 700754 h 1087484"/>
                <a:gd name="connsiteX348-34019" fmla="*/ 2630646 w 3024845"/>
                <a:gd name="connsiteY348-34020" fmla="*/ 700754 h 1087484"/>
                <a:gd name="connsiteX349-34021" fmla="*/ 2630646 w 3024845"/>
                <a:gd name="connsiteY349-34022" fmla="*/ 696430 h 1087484"/>
                <a:gd name="connsiteX350-34023" fmla="*/ 2642806 w 3024845"/>
                <a:gd name="connsiteY350-34024" fmla="*/ 696430 h 1087484"/>
                <a:gd name="connsiteX351-34025" fmla="*/ 2642806 w 3024845"/>
                <a:gd name="connsiteY351-34026" fmla="*/ 700754 h 1087484"/>
                <a:gd name="connsiteX352-34027" fmla="*/ 2667126 w 3024845"/>
                <a:gd name="connsiteY352-34028" fmla="*/ 700754 h 1087484"/>
                <a:gd name="connsiteX353-34029" fmla="*/ 2667126 w 3024845"/>
                <a:gd name="connsiteY353-34030" fmla="*/ 687783 h 1087484"/>
                <a:gd name="connsiteX354-34031" fmla="*/ 2695500 w 3024845"/>
                <a:gd name="connsiteY354-34032" fmla="*/ 687783 h 1087484"/>
                <a:gd name="connsiteX355-34033" fmla="*/ 2707660 w 3024845"/>
                <a:gd name="connsiteY355-34034" fmla="*/ 683459 h 1087484"/>
                <a:gd name="connsiteX356-34035" fmla="*/ 2727927 w 3024845"/>
                <a:gd name="connsiteY356-34036" fmla="*/ 687783 h 1087484"/>
                <a:gd name="connsiteX357-34037" fmla="*/ 2727927 w 3024845"/>
                <a:gd name="connsiteY357-34038" fmla="*/ 670489 h 1087484"/>
                <a:gd name="connsiteX358-34039" fmla="*/ 2736034 w 3024845"/>
                <a:gd name="connsiteY358-34040" fmla="*/ 670489 h 1087484"/>
                <a:gd name="connsiteX359-34041" fmla="*/ 2736034 w 3024845"/>
                <a:gd name="connsiteY359-34042" fmla="*/ 657518 h 1087484"/>
                <a:gd name="connsiteX360-34043" fmla="*/ 2792781 w 3024845"/>
                <a:gd name="connsiteY360-34044" fmla="*/ 657518 h 1087484"/>
                <a:gd name="connsiteX361-34045" fmla="*/ 2792781 w 3024845"/>
                <a:gd name="connsiteY361-34046" fmla="*/ 627253 h 1087484"/>
                <a:gd name="connsiteX362-34047" fmla="*/ 2811021 w 3024845"/>
                <a:gd name="connsiteY362-34048" fmla="*/ 627253 h 1087484"/>
                <a:gd name="connsiteX363-34049" fmla="*/ 2811021 w 3024845"/>
                <a:gd name="connsiteY363-34050" fmla="*/ 620768 h 1087484"/>
                <a:gd name="connsiteX364-34051" fmla="*/ 2823181 w 3024845"/>
                <a:gd name="connsiteY364-34052" fmla="*/ 620768 h 1087484"/>
                <a:gd name="connsiteX365-34053" fmla="*/ 2823181 w 3024845"/>
                <a:gd name="connsiteY365-34054" fmla="*/ 627253 h 1087484"/>
                <a:gd name="connsiteX366-34055" fmla="*/ 2839395 w 3024845"/>
                <a:gd name="connsiteY366-34056" fmla="*/ 627253 h 1087484"/>
                <a:gd name="connsiteX367-34057" fmla="*/ 2839395 w 3024845"/>
                <a:gd name="connsiteY367-34058" fmla="*/ 676974 h 1087484"/>
                <a:gd name="connsiteX368-34059" fmla="*/ 2871822 w 3024845"/>
                <a:gd name="connsiteY368-34060" fmla="*/ 676974 h 1087484"/>
                <a:gd name="connsiteX369-34061" fmla="*/ 2871822 w 3024845"/>
                <a:gd name="connsiteY369-34062" fmla="*/ 651033 h 1087484"/>
                <a:gd name="connsiteX370-34063" fmla="*/ 2910329 w 3024845"/>
                <a:gd name="connsiteY370-34064" fmla="*/ 651033 h 1087484"/>
                <a:gd name="connsiteX371-34065" fmla="*/ 2910329 w 3024845"/>
                <a:gd name="connsiteY371-34066" fmla="*/ 620768 h 1087484"/>
                <a:gd name="connsiteX372-34067" fmla="*/ 2958970 w 3024845"/>
                <a:gd name="connsiteY372-34068" fmla="*/ 620768 h 1087484"/>
                <a:gd name="connsiteX373-34069" fmla="*/ 2958970 w 3024845"/>
                <a:gd name="connsiteY373-34070" fmla="*/ 731924 h 1087484"/>
                <a:gd name="connsiteX374-34071" fmla="*/ 2958970 w 3024845"/>
                <a:gd name="connsiteY374-34072" fmla="*/ 745703 h 1087484"/>
                <a:gd name="connsiteX375-34073" fmla="*/ 3024845 w 3024845"/>
                <a:gd name="connsiteY375-34074" fmla="*/ 745703 h 1087484"/>
                <a:gd name="connsiteX376-34075" fmla="*/ 3024845 w 3024845"/>
                <a:gd name="connsiteY376-34076" fmla="*/ 1087484 h 1087484"/>
                <a:gd name="connsiteX377-34077" fmla="*/ 2054 w 3024845"/>
                <a:gd name="connsiteY377-34078" fmla="*/ 1085151 h 1087484"/>
                <a:gd name="connsiteX378-34079" fmla="*/ 0 w 3024845"/>
                <a:gd name="connsiteY378-34080" fmla="*/ 651033 h 1087484"/>
                <a:gd name="connsiteX379-34081" fmla="*/ 20267 w 3024845"/>
                <a:gd name="connsiteY379-34082" fmla="*/ 651033 h 1087484"/>
                <a:gd name="connsiteX380-34083" fmla="*/ 20774 w 3024845"/>
                <a:gd name="connsiteY380-34084" fmla="*/ 649952 h 1087484"/>
                <a:gd name="connsiteX381-34085" fmla="*/ 24320 w 3024845"/>
                <a:gd name="connsiteY381-34086" fmla="*/ 642386 h 1087484"/>
                <a:gd name="connsiteX382-34087" fmla="*/ 26094 w 3024845"/>
                <a:gd name="connsiteY382-34088" fmla="*/ 642656 h 1087484"/>
                <a:gd name="connsiteX383-34089" fmla="*/ 38507 w 3024845"/>
                <a:gd name="connsiteY383-34090" fmla="*/ 644547 h 1087484"/>
                <a:gd name="connsiteX384-34091" fmla="*/ 39014 w 3024845"/>
                <a:gd name="connsiteY384-34092" fmla="*/ 645899 h 1087484"/>
                <a:gd name="connsiteX385-34093" fmla="*/ 42560 w 3024845"/>
                <a:gd name="connsiteY385-34094" fmla="*/ 655356 h 1087484"/>
                <a:gd name="connsiteX386-34095" fmla="*/ 68907 w 3024845"/>
                <a:gd name="connsiteY386-34096" fmla="*/ 657518 h 1087484"/>
                <a:gd name="connsiteX387-34097" fmla="*/ 68907 w 3024845"/>
                <a:gd name="connsiteY387-34098" fmla="*/ 534297 h 1087484"/>
                <a:gd name="connsiteX388-34099" fmla="*/ 70934 w 3024845"/>
                <a:gd name="connsiteY388-34100" fmla="*/ 534297 h 1087484"/>
                <a:gd name="connsiteX389-34101" fmla="*/ 85121 w 3024845"/>
                <a:gd name="connsiteY389-34102" fmla="*/ 534297 h 1087484"/>
                <a:gd name="connsiteX390-34103" fmla="*/ 85121 w 3024845"/>
                <a:gd name="connsiteY390-34104" fmla="*/ 398105 h 1087484"/>
                <a:gd name="connsiteX391-34105" fmla="*/ 86894 w 3024845"/>
                <a:gd name="connsiteY391-34106" fmla="*/ 398105 h 1087484"/>
                <a:gd name="connsiteX392-34107" fmla="*/ 99308 w 3024845"/>
                <a:gd name="connsiteY392-34108" fmla="*/ 398105 h 1087484"/>
                <a:gd name="connsiteX393-34109" fmla="*/ 99308 w 3024845"/>
                <a:gd name="connsiteY393-34110" fmla="*/ 283531 h 1087484"/>
                <a:gd name="connsiteX394-34111" fmla="*/ 103361 w 3024845"/>
                <a:gd name="connsiteY394-34112" fmla="*/ 255427 h 1087484"/>
                <a:gd name="connsiteX395-34113" fmla="*/ 105388 w 3024845"/>
                <a:gd name="connsiteY395-34114" fmla="*/ 255427 h 1087484"/>
                <a:gd name="connsiteX396-34115" fmla="*/ 119575 w 3024845"/>
                <a:gd name="connsiteY396-34116" fmla="*/ 255427 h 1087484"/>
                <a:gd name="connsiteX0-34117" fmla="*/ 119575 w 3024845"/>
                <a:gd name="connsiteY0-34118" fmla="*/ 200101 h 1032158"/>
                <a:gd name="connsiteX1-34119" fmla="*/ 200642 w 3024845"/>
                <a:gd name="connsiteY1-34120" fmla="*/ 197940 h 1032158"/>
                <a:gd name="connsiteX2-34121" fmla="*/ 202669 w 3024845"/>
                <a:gd name="connsiteY2-34122" fmla="*/ 197940 h 1032158"/>
                <a:gd name="connsiteX3-34123" fmla="*/ 216856 w 3024845"/>
                <a:gd name="connsiteY3-34124" fmla="*/ 197940 h 1032158"/>
                <a:gd name="connsiteX4-34125" fmla="*/ 216856 w 3024845"/>
                <a:gd name="connsiteY4-34126" fmla="*/ 221719 h 1032158"/>
                <a:gd name="connsiteX5-34127" fmla="*/ 217363 w 3024845"/>
                <a:gd name="connsiteY5-34128" fmla="*/ 222530 h 1032158"/>
                <a:gd name="connsiteX6-34129" fmla="*/ 220909 w 3024845"/>
                <a:gd name="connsiteY6-34130" fmla="*/ 228205 h 1032158"/>
                <a:gd name="connsiteX7-34131" fmla="*/ 220909 w 3024845"/>
                <a:gd name="connsiteY7-34132" fmla="*/ 342779 h 1032158"/>
                <a:gd name="connsiteX8-34133" fmla="*/ 223189 w 3024845"/>
                <a:gd name="connsiteY8-34134" fmla="*/ 342779 h 1032158"/>
                <a:gd name="connsiteX9-34135" fmla="*/ 239150 w 3024845"/>
                <a:gd name="connsiteY9-34136" fmla="*/ 342779 h 1032158"/>
                <a:gd name="connsiteX10-34137" fmla="*/ 239150 w 3024845"/>
                <a:gd name="connsiteY10-34138" fmla="*/ 483294 h 1032158"/>
                <a:gd name="connsiteX11-34139" fmla="*/ 240670 w 3024845"/>
                <a:gd name="connsiteY11-34140" fmla="*/ 483024 h 1032158"/>
                <a:gd name="connsiteX12-34141" fmla="*/ 251310 w 3024845"/>
                <a:gd name="connsiteY12-34142" fmla="*/ 481133 h 1032158"/>
                <a:gd name="connsiteX13-34143" fmla="*/ 249283 w 3024845"/>
                <a:gd name="connsiteY13-34144" fmla="*/ 569765 h 1032158"/>
                <a:gd name="connsiteX14-34145" fmla="*/ 250803 w 3024845"/>
                <a:gd name="connsiteY14-34146" fmla="*/ 570036 h 1032158"/>
                <a:gd name="connsiteX15-34147" fmla="*/ 261443 w 3024845"/>
                <a:gd name="connsiteY15-34148" fmla="*/ 571927 h 1032158"/>
                <a:gd name="connsiteX16-34149" fmla="*/ 261696 w 3024845"/>
                <a:gd name="connsiteY16-34150" fmla="*/ 572738 h 1032158"/>
                <a:gd name="connsiteX17-34151" fmla="*/ 263470 w 3024845"/>
                <a:gd name="connsiteY17-34152" fmla="*/ 578413 h 1032158"/>
                <a:gd name="connsiteX18-34153" fmla="*/ 264230 w 3024845"/>
                <a:gd name="connsiteY18-34154" fmla="*/ 575981 h 1032158"/>
                <a:gd name="connsiteX19-34155" fmla="*/ 269550 w 3024845"/>
                <a:gd name="connsiteY19-34156" fmla="*/ 558957 h 1032158"/>
                <a:gd name="connsiteX20-34157" fmla="*/ 271323 w 3024845"/>
                <a:gd name="connsiteY20-34158" fmla="*/ 558957 h 1032158"/>
                <a:gd name="connsiteX21-34159" fmla="*/ 283737 w 3024845"/>
                <a:gd name="connsiteY21-34160" fmla="*/ 558957 h 1032158"/>
                <a:gd name="connsiteX22-34161" fmla="*/ 283737 w 3024845"/>
                <a:gd name="connsiteY22-34162" fmla="*/ 591383 h 1032158"/>
                <a:gd name="connsiteX23-34163" fmla="*/ 284750 w 3024845"/>
                <a:gd name="connsiteY23-34164" fmla="*/ 591924 h 1032158"/>
                <a:gd name="connsiteX24-34165" fmla="*/ 291844 w 3024845"/>
                <a:gd name="connsiteY24-34166" fmla="*/ 595707 h 1032158"/>
                <a:gd name="connsiteX25-34167" fmla="*/ 291844 w 3024845"/>
                <a:gd name="connsiteY25-34168" fmla="*/ 597058 h 1032158"/>
                <a:gd name="connsiteX26-34169" fmla="*/ 291844 w 3024845"/>
                <a:gd name="connsiteY26-34170" fmla="*/ 606516 h 1032158"/>
                <a:gd name="connsiteX27-34171" fmla="*/ 336431 w 3024845"/>
                <a:gd name="connsiteY27-34172" fmla="*/ 606516 h 1032158"/>
                <a:gd name="connsiteX28-34173" fmla="*/ 336431 w 3024845"/>
                <a:gd name="connsiteY28-34174" fmla="*/ 607597 h 1032158"/>
                <a:gd name="connsiteX29-34175" fmla="*/ 336431 w 3024845"/>
                <a:gd name="connsiteY29-34176" fmla="*/ 615163 h 1032158"/>
                <a:gd name="connsiteX30-34177" fmla="*/ 338457 w 3024845"/>
                <a:gd name="connsiteY30-34178" fmla="*/ 615163 h 1032158"/>
                <a:gd name="connsiteX31-34179" fmla="*/ 352644 w 3024845"/>
                <a:gd name="connsiteY31-34180" fmla="*/ 615163 h 1032158"/>
                <a:gd name="connsiteX32-34181" fmla="*/ 352644 w 3024845"/>
                <a:gd name="connsiteY32-34182" fmla="*/ 584898 h 1032158"/>
                <a:gd name="connsiteX33-34183" fmla="*/ 397231 w 3024845"/>
                <a:gd name="connsiteY33-34184" fmla="*/ 584898 h 1032158"/>
                <a:gd name="connsiteX34-34185" fmla="*/ 397231 w 3024845"/>
                <a:gd name="connsiteY34-34186" fmla="*/ 583547 h 1032158"/>
                <a:gd name="connsiteX35-34187" fmla="*/ 397231 w 3024845"/>
                <a:gd name="connsiteY35-34188" fmla="*/ 574089 h 1032158"/>
                <a:gd name="connsiteX36-34189" fmla="*/ 398245 w 3024845"/>
                <a:gd name="connsiteY36-34190" fmla="*/ 574089 h 1032158"/>
                <a:gd name="connsiteX37-34191" fmla="*/ 405338 w 3024845"/>
                <a:gd name="connsiteY37-34192" fmla="*/ 574089 h 1032158"/>
                <a:gd name="connsiteX38-34193" fmla="*/ 405338 w 3024845"/>
                <a:gd name="connsiteY38-34194" fmla="*/ 572198 h 1032158"/>
                <a:gd name="connsiteX39-34195" fmla="*/ 405338 w 3024845"/>
                <a:gd name="connsiteY39-34196" fmla="*/ 558957 h 1032158"/>
                <a:gd name="connsiteX40-34197" fmla="*/ 406098 w 3024845"/>
                <a:gd name="connsiteY40-34198" fmla="*/ 558957 h 1032158"/>
                <a:gd name="connsiteX41-34199" fmla="*/ 411418 w 3024845"/>
                <a:gd name="connsiteY41-34200" fmla="*/ 558957 h 1032158"/>
                <a:gd name="connsiteX42-34201" fmla="*/ 411418 w 3024845"/>
                <a:gd name="connsiteY42-34202" fmla="*/ 557876 h 1032158"/>
                <a:gd name="connsiteX43-34203" fmla="*/ 411418 w 3024845"/>
                <a:gd name="connsiteY43-34204" fmla="*/ 550309 h 1032158"/>
                <a:gd name="connsiteX44-34205" fmla="*/ 413445 w 3024845"/>
                <a:gd name="connsiteY44-34206" fmla="*/ 550309 h 1032158"/>
                <a:gd name="connsiteX45-34207" fmla="*/ 427632 w 3024845"/>
                <a:gd name="connsiteY45-34208" fmla="*/ 550309 h 1032158"/>
                <a:gd name="connsiteX46-34209" fmla="*/ 427632 w 3024845"/>
                <a:gd name="connsiteY46-34210" fmla="*/ 551390 h 1032158"/>
                <a:gd name="connsiteX47-34211" fmla="*/ 427632 w 3024845"/>
                <a:gd name="connsiteY47-34212" fmla="*/ 558957 h 1032158"/>
                <a:gd name="connsiteX48-34213" fmla="*/ 449925 w 3024845"/>
                <a:gd name="connsiteY48-34214" fmla="*/ 558957 h 1032158"/>
                <a:gd name="connsiteX49-34215" fmla="*/ 449925 w 3024845"/>
                <a:gd name="connsiteY49-34216" fmla="*/ 557065 h 1032158"/>
                <a:gd name="connsiteX50-34217" fmla="*/ 449925 w 3024845"/>
                <a:gd name="connsiteY50-34218" fmla="*/ 543824 h 1032158"/>
                <a:gd name="connsiteX51-34219" fmla="*/ 451699 w 3024845"/>
                <a:gd name="connsiteY51-34220" fmla="*/ 543824 h 1032158"/>
                <a:gd name="connsiteX52-34221" fmla="*/ 464112 w 3024845"/>
                <a:gd name="connsiteY52-34222" fmla="*/ 543824 h 1032158"/>
                <a:gd name="connsiteX53-34223" fmla="*/ 464112 w 3024845"/>
                <a:gd name="connsiteY53-34224" fmla="*/ 567604 h 1032158"/>
                <a:gd name="connsiteX54-34225" fmla="*/ 465126 w 3024845"/>
                <a:gd name="connsiteY54-34226" fmla="*/ 567604 h 1032158"/>
                <a:gd name="connsiteX55-34227" fmla="*/ 472219 w 3024845"/>
                <a:gd name="connsiteY55-34228" fmla="*/ 567604 h 1032158"/>
                <a:gd name="connsiteX56-34229" fmla="*/ 472219 w 3024845"/>
                <a:gd name="connsiteY56-34230" fmla="*/ 566523 h 1032158"/>
                <a:gd name="connsiteX57-34231" fmla="*/ 472219 w 3024845"/>
                <a:gd name="connsiteY57-34232" fmla="*/ 558957 h 1032158"/>
                <a:gd name="connsiteX58-34233" fmla="*/ 473992 w 3024845"/>
                <a:gd name="connsiteY58-34234" fmla="*/ 558957 h 1032158"/>
                <a:gd name="connsiteX59-34235" fmla="*/ 486406 w 3024845"/>
                <a:gd name="connsiteY59-34236" fmla="*/ 558957 h 1032158"/>
                <a:gd name="connsiteX60-34237" fmla="*/ 486406 w 3024845"/>
                <a:gd name="connsiteY60-34238" fmla="*/ 584898 h 1032158"/>
                <a:gd name="connsiteX61-34239" fmla="*/ 488433 w 3024845"/>
                <a:gd name="connsiteY61-34240" fmla="*/ 584898 h 1032158"/>
                <a:gd name="connsiteX62-34241" fmla="*/ 502619 w 3024845"/>
                <a:gd name="connsiteY62-34242" fmla="*/ 584898 h 1032158"/>
                <a:gd name="connsiteX63-34243" fmla="*/ 502619 w 3024845"/>
                <a:gd name="connsiteY63-34244" fmla="*/ 586519 h 1032158"/>
                <a:gd name="connsiteX64-34245" fmla="*/ 502619 w 3024845"/>
                <a:gd name="connsiteY64-34246" fmla="*/ 597869 h 1032158"/>
                <a:gd name="connsiteX65-34247" fmla="*/ 503379 w 3024845"/>
                <a:gd name="connsiteY65-34248" fmla="*/ 597869 h 1032158"/>
                <a:gd name="connsiteX66-34249" fmla="*/ 508700 w 3024845"/>
                <a:gd name="connsiteY66-34250" fmla="*/ 597869 h 1032158"/>
                <a:gd name="connsiteX67-34251" fmla="*/ 508700 w 3024845"/>
                <a:gd name="connsiteY67-34252" fmla="*/ 597058 h 1032158"/>
                <a:gd name="connsiteX68-34253" fmla="*/ 508700 w 3024845"/>
                <a:gd name="connsiteY68-34254" fmla="*/ 591383 h 1032158"/>
                <a:gd name="connsiteX69-34255" fmla="*/ 539100 w 3024845"/>
                <a:gd name="connsiteY69-34256" fmla="*/ 591383 h 1032158"/>
                <a:gd name="connsiteX70-34257" fmla="*/ 539100 w 3024845"/>
                <a:gd name="connsiteY70-34258" fmla="*/ 615163 h 1032158"/>
                <a:gd name="connsiteX71-34259" fmla="*/ 540113 w 3024845"/>
                <a:gd name="connsiteY71-34260" fmla="*/ 615163 h 1032158"/>
                <a:gd name="connsiteX72-34261" fmla="*/ 547207 w 3024845"/>
                <a:gd name="connsiteY72-34262" fmla="*/ 615163 h 1032158"/>
                <a:gd name="connsiteX73-34263" fmla="*/ 547207 w 3024845"/>
                <a:gd name="connsiteY73-34264" fmla="*/ 616244 h 1032158"/>
                <a:gd name="connsiteX74-34265" fmla="*/ 547207 w 3024845"/>
                <a:gd name="connsiteY74-34266" fmla="*/ 623810 h 1032158"/>
                <a:gd name="connsiteX75-34267" fmla="*/ 547967 w 3024845"/>
                <a:gd name="connsiteY75-34268" fmla="*/ 623810 h 1032158"/>
                <a:gd name="connsiteX76-34269" fmla="*/ 553287 w 3024845"/>
                <a:gd name="connsiteY76-34270" fmla="*/ 623810 h 1032158"/>
                <a:gd name="connsiteX77-34271" fmla="*/ 553287 w 3024845"/>
                <a:gd name="connsiteY77-34272" fmla="*/ 621648 h 1032158"/>
                <a:gd name="connsiteX78-34273" fmla="*/ 553287 w 3024845"/>
                <a:gd name="connsiteY78-34274" fmla="*/ 606516 h 1032158"/>
                <a:gd name="connsiteX79-34275" fmla="*/ 554300 w 3024845"/>
                <a:gd name="connsiteY79-34276" fmla="*/ 606516 h 1032158"/>
                <a:gd name="connsiteX80-34277" fmla="*/ 561394 w 3024845"/>
                <a:gd name="connsiteY80-34278" fmla="*/ 606516 h 1032158"/>
                <a:gd name="connsiteX81-34279" fmla="*/ 561394 w 3024845"/>
                <a:gd name="connsiteY81-34280" fmla="*/ 607597 h 1032158"/>
                <a:gd name="connsiteX82-34281" fmla="*/ 561394 w 3024845"/>
                <a:gd name="connsiteY82-34282" fmla="*/ 615163 h 1032158"/>
                <a:gd name="connsiteX83-34283" fmla="*/ 566714 w 3024845"/>
                <a:gd name="connsiteY83-34284" fmla="*/ 613170 h 1032158"/>
                <a:gd name="connsiteX84-34285" fmla="*/ 567474 w 3024845"/>
                <a:gd name="connsiteY84-34286" fmla="*/ 612190 h 1032158"/>
                <a:gd name="connsiteX85-34287" fmla="*/ 567474 w 3024845"/>
                <a:gd name="connsiteY85-34288" fmla="*/ 606516 h 1032158"/>
                <a:gd name="connsiteX86-34289" fmla="*/ 605981 w 3024845"/>
                <a:gd name="connsiteY86-34290" fmla="*/ 606516 h 1032158"/>
                <a:gd name="connsiteX87-34291" fmla="*/ 605981 w 3024845"/>
                <a:gd name="connsiteY87-34292" fmla="*/ 630295 h 1032158"/>
                <a:gd name="connsiteX88-34293" fmla="*/ 608007 w 3024845"/>
                <a:gd name="connsiteY88-34294" fmla="*/ 630295 h 1032158"/>
                <a:gd name="connsiteX89-34295" fmla="*/ 622194 w 3024845"/>
                <a:gd name="connsiteY89-34296" fmla="*/ 630295 h 1032158"/>
                <a:gd name="connsiteX90-34297" fmla="*/ 622194 w 3024845"/>
                <a:gd name="connsiteY90-34298" fmla="*/ 631376 h 1032158"/>
                <a:gd name="connsiteX91-34299" fmla="*/ 622194 w 3024845"/>
                <a:gd name="connsiteY91-34300" fmla="*/ 638942 h 1032158"/>
                <a:gd name="connsiteX92-34301" fmla="*/ 623968 w 3024845"/>
                <a:gd name="connsiteY92-34302" fmla="*/ 638942 h 1032158"/>
                <a:gd name="connsiteX93-34303" fmla="*/ 636381 w 3024845"/>
                <a:gd name="connsiteY93-34304" fmla="*/ 638942 h 1032158"/>
                <a:gd name="connsiteX94-34305" fmla="*/ 636381 w 3024845"/>
                <a:gd name="connsiteY94-34306" fmla="*/ 615163 h 1032158"/>
                <a:gd name="connsiteX95-34307" fmla="*/ 637394 w 3024845"/>
                <a:gd name="connsiteY95-34308" fmla="*/ 615163 h 1032158"/>
                <a:gd name="connsiteX96-34309" fmla="*/ 644488 w 3024845"/>
                <a:gd name="connsiteY96-34310" fmla="*/ 615163 h 1032158"/>
                <a:gd name="connsiteX97-34311" fmla="*/ 644488 w 3024845"/>
                <a:gd name="connsiteY97-34312" fmla="*/ 582736 h 1032158"/>
                <a:gd name="connsiteX98-34313" fmla="*/ 645501 w 3024845"/>
                <a:gd name="connsiteY98-34314" fmla="*/ 582736 h 1032158"/>
                <a:gd name="connsiteX99-34315" fmla="*/ 652595 w 3024845"/>
                <a:gd name="connsiteY99-34316" fmla="*/ 582736 h 1032158"/>
                <a:gd name="connsiteX100-34317" fmla="*/ 652595 w 3024845"/>
                <a:gd name="connsiteY100-34318" fmla="*/ 580845 h 1032158"/>
                <a:gd name="connsiteX101-34319" fmla="*/ 652595 w 3024845"/>
                <a:gd name="connsiteY101-34320" fmla="*/ 567604 h 1032158"/>
                <a:gd name="connsiteX102-34321" fmla="*/ 651328 w 3024845"/>
                <a:gd name="connsiteY102-34322" fmla="*/ 565982 h 1032158"/>
                <a:gd name="connsiteX103-34323" fmla="*/ 656648 w 3024845"/>
                <a:gd name="connsiteY103-34324" fmla="*/ 554633 h 1032158"/>
                <a:gd name="connsiteX104-34325" fmla="*/ 664755 w 3024845"/>
                <a:gd name="connsiteY104-34326" fmla="*/ 582736 h 1032158"/>
                <a:gd name="connsiteX105-34327" fmla="*/ 665515 w 3024845"/>
                <a:gd name="connsiteY105-34328" fmla="*/ 582736 h 1032158"/>
                <a:gd name="connsiteX106-34329" fmla="*/ 670835 w 3024845"/>
                <a:gd name="connsiteY106-34330" fmla="*/ 582736 h 1032158"/>
                <a:gd name="connsiteX107-34331" fmla="*/ 670835 w 3024845"/>
                <a:gd name="connsiteY107-34332" fmla="*/ 476809 h 1032158"/>
                <a:gd name="connsiteX108-34333" fmla="*/ 672355 w 3024845"/>
                <a:gd name="connsiteY108-34334" fmla="*/ 476809 h 1032158"/>
                <a:gd name="connsiteX109-34335" fmla="*/ 682995 w 3024845"/>
                <a:gd name="connsiteY109-34336" fmla="*/ 476809 h 1032158"/>
                <a:gd name="connsiteX110-34337" fmla="*/ 682995 w 3024845"/>
                <a:gd name="connsiteY110-34338" fmla="*/ 429250 h 1032158"/>
                <a:gd name="connsiteX111-34339" fmla="*/ 709342 w 3024845"/>
                <a:gd name="connsiteY111-34340" fmla="*/ 429250 h 1032158"/>
                <a:gd name="connsiteX112-34341" fmla="*/ 709342 w 3024845"/>
                <a:gd name="connsiteY112-34342" fmla="*/ 407632 h 1032158"/>
                <a:gd name="connsiteX113-34343" fmla="*/ 743796 w 3024845"/>
                <a:gd name="connsiteY113-34344" fmla="*/ 407632 h 1032158"/>
                <a:gd name="connsiteX114-34345" fmla="*/ 743796 w 3024845"/>
                <a:gd name="connsiteY114-34346" fmla="*/ 410064 h 1032158"/>
                <a:gd name="connsiteX115-34347" fmla="*/ 743796 w 3024845"/>
                <a:gd name="connsiteY115-34348" fmla="*/ 427088 h 1032158"/>
                <a:gd name="connsiteX116-34349" fmla="*/ 746076 w 3024845"/>
                <a:gd name="connsiteY116-34350" fmla="*/ 427088 h 1032158"/>
                <a:gd name="connsiteX117-34351" fmla="*/ 762036 w 3024845"/>
                <a:gd name="connsiteY117-34352" fmla="*/ 427088 h 1032158"/>
                <a:gd name="connsiteX118-34353" fmla="*/ 762036 w 3024845"/>
                <a:gd name="connsiteY118-34354" fmla="*/ 474647 h 1032158"/>
                <a:gd name="connsiteX119-34355" fmla="*/ 763049 w 3024845"/>
                <a:gd name="connsiteY119-34356" fmla="*/ 474647 h 1032158"/>
                <a:gd name="connsiteX120-34357" fmla="*/ 770143 w 3024845"/>
                <a:gd name="connsiteY120-34358" fmla="*/ 474647 h 1032158"/>
                <a:gd name="connsiteX121-34359" fmla="*/ 784330 w 3024845"/>
                <a:gd name="connsiteY121-34360" fmla="*/ 478971 h 1032158"/>
                <a:gd name="connsiteX122-34361" fmla="*/ 784330 w 3024845"/>
                <a:gd name="connsiteY122-34362" fmla="*/ 517883 h 1032158"/>
                <a:gd name="connsiteX123-34363" fmla="*/ 785343 w 3024845"/>
                <a:gd name="connsiteY123-34364" fmla="*/ 517883 h 1032158"/>
                <a:gd name="connsiteX124-34365" fmla="*/ 792436 w 3024845"/>
                <a:gd name="connsiteY124-34366" fmla="*/ 517883 h 1032158"/>
                <a:gd name="connsiteX125-34367" fmla="*/ 792436 w 3024845"/>
                <a:gd name="connsiteY125-34368" fmla="*/ 519504 h 1032158"/>
                <a:gd name="connsiteX126-34369" fmla="*/ 792436 w 3024845"/>
                <a:gd name="connsiteY126-34370" fmla="*/ 530853 h 1032158"/>
                <a:gd name="connsiteX127-34371" fmla="*/ 794463 w 3024845"/>
                <a:gd name="connsiteY127-34372" fmla="*/ 530853 h 1032158"/>
                <a:gd name="connsiteX128-34373" fmla="*/ 808650 w 3024845"/>
                <a:gd name="connsiteY128-34374" fmla="*/ 530853 h 1032158"/>
                <a:gd name="connsiteX129-34375" fmla="*/ 814730 w 3024845"/>
                <a:gd name="connsiteY129-34376" fmla="*/ 537339 h 1032158"/>
                <a:gd name="connsiteX130-34377" fmla="*/ 814730 w 3024845"/>
                <a:gd name="connsiteY130-34378" fmla="*/ 558957 h 1032158"/>
                <a:gd name="connsiteX131-34379" fmla="*/ 817010 w 3024845"/>
                <a:gd name="connsiteY131-34380" fmla="*/ 558957 h 1032158"/>
                <a:gd name="connsiteX132-34381" fmla="*/ 832970 w 3024845"/>
                <a:gd name="connsiteY132-34382" fmla="*/ 558957 h 1032158"/>
                <a:gd name="connsiteX133-34383" fmla="*/ 832970 w 3024845"/>
                <a:gd name="connsiteY133-34384" fmla="*/ 560037 h 1032158"/>
                <a:gd name="connsiteX134-34385" fmla="*/ 832970 w 3024845"/>
                <a:gd name="connsiteY134-34386" fmla="*/ 567604 h 1032158"/>
                <a:gd name="connsiteX135-34387" fmla="*/ 834237 w 3024845"/>
                <a:gd name="connsiteY135-34388" fmla="*/ 567604 h 1032158"/>
                <a:gd name="connsiteX136-34389" fmla="*/ 843104 w 3024845"/>
                <a:gd name="connsiteY136-34390" fmla="*/ 567604 h 1032158"/>
                <a:gd name="connsiteX137-34391" fmla="*/ 843104 w 3024845"/>
                <a:gd name="connsiteY137-34392" fmla="*/ 569765 h 1032158"/>
                <a:gd name="connsiteX138-34393" fmla="*/ 843104 w 3024845"/>
                <a:gd name="connsiteY138-34394" fmla="*/ 584898 h 1032158"/>
                <a:gd name="connsiteX139-34395" fmla="*/ 847157 w 3024845"/>
                <a:gd name="connsiteY139-34396" fmla="*/ 583006 h 1032158"/>
                <a:gd name="connsiteX140-34397" fmla="*/ 847157 w 3024845"/>
                <a:gd name="connsiteY140-34398" fmla="*/ 569765 h 1032158"/>
                <a:gd name="connsiteX141-34399" fmla="*/ 848170 w 3024845"/>
                <a:gd name="connsiteY141-34400" fmla="*/ 569765 h 1032158"/>
                <a:gd name="connsiteX142-34401" fmla="*/ 855264 w 3024845"/>
                <a:gd name="connsiteY142-34402" fmla="*/ 569765 h 1032158"/>
                <a:gd name="connsiteX143-34403" fmla="*/ 855264 w 3024845"/>
                <a:gd name="connsiteY143-34404" fmla="*/ 571387 h 1032158"/>
                <a:gd name="connsiteX144-34405" fmla="*/ 855264 w 3024845"/>
                <a:gd name="connsiteY144-34406" fmla="*/ 582736 h 1032158"/>
                <a:gd name="connsiteX145-34407" fmla="*/ 856024 w 3024845"/>
                <a:gd name="connsiteY145-34408" fmla="*/ 582736 h 1032158"/>
                <a:gd name="connsiteX146-34409" fmla="*/ 861344 w 3024845"/>
                <a:gd name="connsiteY146-34410" fmla="*/ 582736 h 1032158"/>
                <a:gd name="connsiteX147-34411" fmla="*/ 909984 w 3024845"/>
                <a:gd name="connsiteY147-34412" fmla="*/ 578413 h 1032158"/>
                <a:gd name="connsiteX148-34413" fmla="*/ 909984 w 3024845"/>
                <a:gd name="connsiteY148-34414" fmla="*/ 579764 h 1032158"/>
                <a:gd name="connsiteX149-34415" fmla="*/ 909984 w 3024845"/>
                <a:gd name="connsiteY149-34416" fmla="*/ 589221 h 1032158"/>
                <a:gd name="connsiteX150-34417" fmla="*/ 910744 w 3024845"/>
                <a:gd name="connsiteY150-34418" fmla="*/ 589221 h 1032158"/>
                <a:gd name="connsiteX151-34419" fmla="*/ 916065 w 3024845"/>
                <a:gd name="connsiteY151-34420" fmla="*/ 589221 h 1032158"/>
                <a:gd name="connsiteX152-34421" fmla="*/ 916065 w 3024845"/>
                <a:gd name="connsiteY152-34422" fmla="*/ 591383 h 1032158"/>
                <a:gd name="connsiteX153-34423" fmla="*/ 916065 w 3024845"/>
                <a:gd name="connsiteY153-34424" fmla="*/ 606516 h 1032158"/>
                <a:gd name="connsiteX154-34425" fmla="*/ 918091 w 3024845"/>
                <a:gd name="connsiteY154-34426" fmla="*/ 605165 h 1032158"/>
                <a:gd name="connsiteX155-34427" fmla="*/ 932278 w 3024845"/>
                <a:gd name="connsiteY155-34428" fmla="*/ 595707 h 1032158"/>
                <a:gd name="connsiteX156-34429" fmla="*/ 938358 w 3024845"/>
                <a:gd name="connsiteY156-34430" fmla="*/ 554633 h 1032158"/>
                <a:gd name="connsiteX157-34431" fmla="*/ 939118 w 3024845"/>
                <a:gd name="connsiteY157-34432" fmla="*/ 554363 h 1032158"/>
                <a:gd name="connsiteX158-34433" fmla="*/ 944438 w 3024845"/>
                <a:gd name="connsiteY158-34434" fmla="*/ 552471 h 1032158"/>
                <a:gd name="connsiteX159-34435" fmla="*/ 946465 w 3024845"/>
                <a:gd name="connsiteY159-34436" fmla="*/ 483294 h 1032158"/>
                <a:gd name="connsiteX160-34437" fmla="*/ 948492 w 3024845"/>
                <a:gd name="connsiteY160-34438" fmla="*/ 552471 h 1032158"/>
                <a:gd name="connsiteX161-34439" fmla="*/ 949252 w 3024845"/>
                <a:gd name="connsiteY161-34440" fmla="*/ 552741 h 1032158"/>
                <a:gd name="connsiteX162-34441" fmla="*/ 954572 w 3024845"/>
                <a:gd name="connsiteY162-34442" fmla="*/ 554633 h 1032158"/>
                <a:gd name="connsiteX163-34443" fmla="*/ 954572 w 3024845"/>
                <a:gd name="connsiteY163-34444" fmla="*/ 468162 h 1032158"/>
                <a:gd name="connsiteX164-34445" fmla="*/ 958625 w 3024845"/>
                <a:gd name="connsiteY164-34446" fmla="*/ 435735 h 1032158"/>
                <a:gd name="connsiteX165-34447" fmla="*/ 997132 w 3024845"/>
                <a:gd name="connsiteY165-34448" fmla="*/ 435735 h 1032158"/>
                <a:gd name="connsiteX166-34449" fmla="*/ 997132 w 3024845"/>
                <a:gd name="connsiteY166-34450" fmla="*/ 468162 h 1032158"/>
                <a:gd name="connsiteX167-34451" fmla="*/ 997892 w 3024845"/>
                <a:gd name="connsiteY167-34452" fmla="*/ 468162 h 1032158"/>
                <a:gd name="connsiteX168-34453" fmla="*/ 1003212 w 3024845"/>
                <a:gd name="connsiteY168-34454" fmla="*/ 468162 h 1032158"/>
                <a:gd name="connsiteX169-34455" fmla="*/ 1003212 w 3024845"/>
                <a:gd name="connsiteY169-34456" fmla="*/ 386014 h 1032158"/>
                <a:gd name="connsiteX170-34457" fmla="*/ 1004986 w 3024845"/>
                <a:gd name="connsiteY170-34458" fmla="*/ 386014 h 1032158"/>
                <a:gd name="connsiteX171-34459" fmla="*/ 1017399 w 3024845"/>
                <a:gd name="connsiteY171-34460" fmla="*/ 386014 h 1032158"/>
                <a:gd name="connsiteX172-34461" fmla="*/ 1017399 w 3024845"/>
                <a:gd name="connsiteY172-34462" fmla="*/ 384123 h 1032158"/>
                <a:gd name="connsiteX173-34463" fmla="*/ 1017399 w 3024845"/>
                <a:gd name="connsiteY173-34464" fmla="*/ 370882 h 1032158"/>
                <a:gd name="connsiteX174-34465" fmla="*/ 1039693 w 3024845"/>
                <a:gd name="connsiteY174-34466" fmla="*/ 370882 h 1032158"/>
                <a:gd name="connsiteX175-34467" fmla="*/ 1039693 w 3024845"/>
                <a:gd name="connsiteY175-34468" fmla="*/ 369801 h 1032158"/>
                <a:gd name="connsiteX176-34469" fmla="*/ 1039693 w 3024845"/>
                <a:gd name="connsiteY176-34470" fmla="*/ 362235 h 1032158"/>
                <a:gd name="connsiteX177-34471" fmla="*/ 1041466 w 3024845"/>
                <a:gd name="connsiteY177-34472" fmla="*/ 362235 h 1032158"/>
                <a:gd name="connsiteX178-34473" fmla="*/ 1053880 w 3024845"/>
                <a:gd name="connsiteY178-34474" fmla="*/ 362235 h 1032158"/>
                <a:gd name="connsiteX179-34475" fmla="*/ 1053880 w 3024845"/>
                <a:gd name="connsiteY179-34476" fmla="*/ 363316 h 1032158"/>
                <a:gd name="connsiteX180-34477" fmla="*/ 1053880 w 3024845"/>
                <a:gd name="connsiteY180-34478" fmla="*/ 370882 h 1032158"/>
                <a:gd name="connsiteX181-34479" fmla="*/ 1054640 w 3024845"/>
                <a:gd name="connsiteY181-34480" fmla="*/ 370882 h 1032158"/>
                <a:gd name="connsiteX182-34481" fmla="*/ 1059960 w 3024845"/>
                <a:gd name="connsiteY182-34482" fmla="*/ 370882 h 1032158"/>
                <a:gd name="connsiteX183-34483" fmla="*/ 1070093 w 3024845"/>
                <a:gd name="connsiteY183-34484" fmla="*/ 366558 h 1032158"/>
                <a:gd name="connsiteX184-34485" fmla="*/ 1074146 w 3024845"/>
                <a:gd name="connsiteY184-34486" fmla="*/ 369801 h 1032158"/>
                <a:gd name="connsiteX185-34487" fmla="*/ 1074146 w 3024845"/>
                <a:gd name="connsiteY185-34488" fmla="*/ 362235 h 1032158"/>
                <a:gd name="connsiteX186-34489" fmla="*/ 1076426 w 3024845"/>
                <a:gd name="connsiteY186-34490" fmla="*/ 362235 h 1032158"/>
                <a:gd name="connsiteX187-34491" fmla="*/ 1092387 w 3024845"/>
                <a:gd name="connsiteY187-34492" fmla="*/ 362235 h 1032158"/>
                <a:gd name="connsiteX188-34493" fmla="*/ 1092387 w 3024845"/>
                <a:gd name="connsiteY188-34494" fmla="*/ 363316 h 1032158"/>
                <a:gd name="connsiteX189-34495" fmla="*/ 1092387 w 3024845"/>
                <a:gd name="connsiteY189-34496" fmla="*/ 370882 h 1032158"/>
                <a:gd name="connsiteX190-34497" fmla="*/ 1122787 w 3024845"/>
                <a:gd name="connsiteY190-34498" fmla="*/ 370882 h 1032158"/>
                <a:gd name="connsiteX191-34499" fmla="*/ 1122787 w 3024845"/>
                <a:gd name="connsiteY191-34500" fmla="*/ 372503 h 1032158"/>
                <a:gd name="connsiteX192-34501" fmla="*/ 1122787 w 3024845"/>
                <a:gd name="connsiteY192-34502" fmla="*/ 383853 h 1032158"/>
                <a:gd name="connsiteX193-34503" fmla="*/ 1149134 w 3024845"/>
                <a:gd name="connsiteY193-34504" fmla="*/ 383853 h 1032158"/>
                <a:gd name="connsiteX194-34505" fmla="*/ 1149134 w 3024845"/>
                <a:gd name="connsiteY194-34506" fmla="*/ 414117 h 1032158"/>
                <a:gd name="connsiteX195-34507" fmla="*/ 1149894 w 3024845"/>
                <a:gd name="connsiteY195-34508" fmla="*/ 414117 h 1032158"/>
                <a:gd name="connsiteX196-34509" fmla="*/ 1155214 w 3024845"/>
                <a:gd name="connsiteY196-34510" fmla="*/ 414117 h 1032158"/>
                <a:gd name="connsiteX197-34511" fmla="*/ 1155214 w 3024845"/>
                <a:gd name="connsiteY197-34512" fmla="*/ 415198 h 1032158"/>
                <a:gd name="connsiteX198-34513" fmla="*/ 1155214 w 3024845"/>
                <a:gd name="connsiteY198-34514" fmla="*/ 422765 h 1032158"/>
                <a:gd name="connsiteX199-34515" fmla="*/ 1159268 w 3024845"/>
                <a:gd name="connsiteY199-34516" fmla="*/ 453029 h 1032158"/>
                <a:gd name="connsiteX200-34517" fmla="*/ 1160028 w 3024845"/>
                <a:gd name="connsiteY200-34518" fmla="*/ 453029 h 1032158"/>
                <a:gd name="connsiteX201-34519" fmla="*/ 1165348 w 3024845"/>
                <a:gd name="connsiteY201-34520" fmla="*/ 453029 h 1032158"/>
                <a:gd name="connsiteX202-34521" fmla="*/ 1165348 w 3024845"/>
                <a:gd name="connsiteY202-34522" fmla="*/ 453840 h 1032158"/>
                <a:gd name="connsiteX203-34523" fmla="*/ 1165348 w 3024845"/>
                <a:gd name="connsiteY203-34524" fmla="*/ 459515 h 1032158"/>
                <a:gd name="connsiteX204-34525" fmla="*/ 1166361 w 3024845"/>
                <a:gd name="connsiteY204-34526" fmla="*/ 459515 h 1032158"/>
                <a:gd name="connsiteX205-34527" fmla="*/ 1173454 w 3024845"/>
                <a:gd name="connsiteY205-34528" fmla="*/ 459515 h 1032158"/>
                <a:gd name="connsiteX206-34529" fmla="*/ 1173454 w 3024845"/>
                <a:gd name="connsiteY206-34530" fmla="*/ 489780 h 1032158"/>
                <a:gd name="connsiteX207-34531" fmla="*/ 1175481 w 3024845"/>
                <a:gd name="connsiteY207-34532" fmla="*/ 489780 h 1032158"/>
                <a:gd name="connsiteX208-34533" fmla="*/ 1189668 w 3024845"/>
                <a:gd name="connsiteY208-34534" fmla="*/ 489780 h 1032158"/>
                <a:gd name="connsiteX209-34535" fmla="*/ 1189668 w 3024845"/>
                <a:gd name="connsiteY209-34536" fmla="*/ 513559 h 1032158"/>
                <a:gd name="connsiteX210-34537" fmla="*/ 1191695 w 3024845"/>
                <a:gd name="connsiteY210-34538" fmla="*/ 515180 h 1032158"/>
                <a:gd name="connsiteX211-34539" fmla="*/ 1191695 w 3024845"/>
                <a:gd name="connsiteY211-34540" fmla="*/ 526530 h 1032158"/>
                <a:gd name="connsiteX212-34541" fmla="*/ 1192455 w 3024845"/>
                <a:gd name="connsiteY212-34542" fmla="*/ 526530 h 1032158"/>
                <a:gd name="connsiteX213-34543" fmla="*/ 1197775 w 3024845"/>
                <a:gd name="connsiteY213-34544" fmla="*/ 526530 h 1032158"/>
                <a:gd name="connsiteX214-34545" fmla="*/ 1197775 w 3024845"/>
                <a:gd name="connsiteY214-34546" fmla="*/ 550309 h 1032158"/>
                <a:gd name="connsiteX215-34547" fmla="*/ 1199041 w 3024845"/>
                <a:gd name="connsiteY215-34548" fmla="*/ 550309 h 1032158"/>
                <a:gd name="connsiteX216-34549" fmla="*/ 1207908 w 3024845"/>
                <a:gd name="connsiteY216-34550" fmla="*/ 550309 h 1032158"/>
                <a:gd name="connsiteX217-34551" fmla="*/ 1209935 w 3024845"/>
                <a:gd name="connsiteY217-34552" fmla="*/ 554363 h 1032158"/>
                <a:gd name="connsiteX218-34553" fmla="*/ 1209935 w 3024845"/>
                <a:gd name="connsiteY218-34554" fmla="*/ 567604 h 1032158"/>
                <a:gd name="connsiteX219-34555" fmla="*/ 1211455 w 3024845"/>
                <a:gd name="connsiteY219-34556" fmla="*/ 565712 h 1032158"/>
                <a:gd name="connsiteX220-34557" fmla="*/ 1222095 w 3024845"/>
                <a:gd name="connsiteY220-34558" fmla="*/ 552471 h 1032158"/>
                <a:gd name="connsiteX221-34559" fmla="*/ 1250469 w 3024845"/>
                <a:gd name="connsiteY221-34560" fmla="*/ 552471 h 1032158"/>
                <a:gd name="connsiteX222-34561" fmla="*/ 1250469 w 3024845"/>
                <a:gd name="connsiteY222-34562" fmla="*/ 638942 h 1032158"/>
                <a:gd name="connsiteX223-34563" fmla="*/ 1251229 w 3024845"/>
                <a:gd name="connsiteY223-34564" fmla="*/ 638942 h 1032158"/>
                <a:gd name="connsiteX224-34565" fmla="*/ 1256549 w 3024845"/>
                <a:gd name="connsiteY224-34566" fmla="*/ 638942 h 1032158"/>
                <a:gd name="connsiteX225-34567" fmla="*/ 1257309 w 3024845"/>
                <a:gd name="connsiteY225-34568" fmla="*/ 637591 h 1032158"/>
                <a:gd name="connsiteX226-34569" fmla="*/ 1262629 w 3024845"/>
                <a:gd name="connsiteY226-34570" fmla="*/ 628133 h 1032158"/>
                <a:gd name="connsiteX227-34571" fmla="*/ 1262629 w 3024845"/>
                <a:gd name="connsiteY227-34572" fmla="*/ 630025 h 1032158"/>
                <a:gd name="connsiteX228-34573" fmla="*/ 1262629 w 3024845"/>
                <a:gd name="connsiteY228-34574" fmla="*/ 643266 h 1032158"/>
                <a:gd name="connsiteX229-34575" fmla="*/ 1266682 w 3024845"/>
                <a:gd name="connsiteY229-34576" fmla="*/ 597869 h 1032158"/>
                <a:gd name="connsiteX230-34577" fmla="*/ 1267442 w 3024845"/>
                <a:gd name="connsiteY230-34578" fmla="*/ 597869 h 1032158"/>
                <a:gd name="connsiteX231-34579" fmla="*/ 1272762 w 3024845"/>
                <a:gd name="connsiteY231-34580" fmla="*/ 597869 h 1032158"/>
                <a:gd name="connsiteX232-34581" fmla="*/ 1272762 w 3024845"/>
                <a:gd name="connsiteY232-34582" fmla="*/ 533015 h 1032158"/>
                <a:gd name="connsiteX233-34583" fmla="*/ 1273776 w 3024845"/>
                <a:gd name="connsiteY233-34584" fmla="*/ 533015 h 1032158"/>
                <a:gd name="connsiteX234-34585" fmla="*/ 1280869 w 3024845"/>
                <a:gd name="connsiteY234-34586" fmla="*/ 533015 h 1032158"/>
                <a:gd name="connsiteX235-34587" fmla="*/ 1293029 w 3024845"/>
                <a:gd name="connsiteY235-34588" fmla="*/ 489780 h 1032158"/>
                <a:gd name="connsiteX236-34589" fmla="*/ 1294296 w 3024845"/>
                <a:gd name="connsiteY236-34590" fmla="*/ 489780 h 1032158"/>
                <a:gd name="connsiteX237-34591" fmla="*/ 1303163 w 3024845"/>
                <a:gd name="connsiteY237-34592" fmla="*/ 489780 h 1032158"/>
                <a:gd name="connsiteX238-34593" fmla="*/ 1313296 w 3024845"/>
                <a:gd name="connsiteY238-34594" fmla="*/ 533015 h 1032158"/>
                <a:gd name="connsiteX239-34595" fmla="*/ 1314309 w 3024845"/>
                <a:gd name="connsiteY239-34596" fmla="*/ 533015 h 1032158"/>
                <a:gd name="connsiteX240-34597" fmla="*/ 1321403 w 3024845"/>
                <a:gd name="connsiteY240-34598" fmla="*/ 533015 h 1032158"/>
                <a:gd name="connsiteX241-34599" fmla="*/ 1321403 w 3024845"/>
                <a:gd name="connsiteY241-34600" fmla="*/ 571927 h 1032158"/>
                <a:gd name="connsiteX242-34601" fmla="*/ 1323176 w 3024845"/>
                <a:gd name="connsiteY242-34602" fmla="*/ 571927 h 1032158"/>
                <a:gd name="connsiteX243-34603" fmla="*/ 1335590 w 3024845"/>
                <a:gd name="connsiteY243-34604" fmla="*/ 571927 h 1032158"/>
                <a:gd name="connsiteX244-34605" fmla="*/ 1335590 w 3024845"/>
                <a:gd name="connsiteY244-34606" fmla="*/ 574089 h 1032158"/>
                <a:gd name="connsiteX245-34607" fmla="*/ 1335590 w 3024845"/>
                <a:gd name="connsiteY245-34608" fmla="*/ 589221 h 1032158"/>
                <a:gd name="connsiteX246-34609" fmla="*/ 1339643 w 3024845"/>
                <a:gd name="connsiteY246-34610" fmla="*/ 587060 h 1032158"/>
                <a:gd name="connsiteX247-34611" fmla="*/ 1339643 w 3024845"/>
                <a:gd name="connsiteY247-34612" fmla="*/ 571927 h 1032158"/>
                <a:gd name="connsiteX248-34613" fmla="*/ 1341163 w 3024845"/>
                <a:gd name="connsiteY248-34614" fmla="*/ 571927 h 1032158"/>
                <a:gd name="connsiteX249-34615" fmla="*/ 1351803 w 3024845"/>
                <a:gd name="connsiteY249-34616" fmla="*/ 571927 h 1032158"/>
                <a:gd name="connsiteX250-34617" fmla="*/ 1351803 w 3024845"/>
                <a:gd name="connsiteY250-34618" fmla="*/ 573548 h 1032158"/>
                <a:gd name="connsiteX251-34619" fmla="*/ 1351803 w 3024845"/>
                <a:gd name="connsiteY251-34620" fmla="*/ 584898 h 1032158"/>
                <a:gd name="connsiteX252-34621" fmla="*/ 1382204 w 3024845"/>
                <a:gd name="connsiteY252-34622" fmla="*/ 584898 h 1032158"/>
                <a:gd name="connsiteX253-34623" fmla="*/ 1382204 w 3024845"/>
                <a:gd name="connsiteY253-34624" fmla="*/ 548148 h 1032158"/>
                <a:gd name="connsiteX254-34625" fmla="*/ 1383470 w 3024845"/>
                <a:gd name="connsiteY254-34626" fmla="*/ 548148 h 1032158"/>
                <a:gd name="connsiteX255-34627" fmla="*/ 1392337 w 3024845"/>
                <a:gd name="connsiteY255-34628" fmla="*/ 548148 h 1032158"/>
                <a:gd name="connsiteX256-34629" fmla="*/ 1392337 w 3024845"/>
                <a:gd name="connsiteY256-34630" fmla="*/ 569765 h 1032158"/>
                <a:gd name="connsiteX257-34631" fmla="*/ 1394364 w 3024845"/>
                <a:gd name="connsiteY257-34632" fmla="*/ 537339 h 1032158"/>
                <a:gd name="connsiteX258-34633" fmla="*/ 1416657 w 3024845"/>
                <a:gd name="connsiteY258-34634" fmla="*/ 537339 h 1032158"/>
                <a:gd name="connsiteX259-34635" fmla="*/ 1416657 w 3024845"/>
                <a:gd name="connsiteY259-34636" fmla="*/ 535717 h 1032158"/>
                <a:gd name="connsiteX260-34637" fmla="*/ 1416657 w 3024845"/>
                <a:gd name="connsiteY260-34638" fmla="*/ 524368 h 1032158"/>
                <a:gd name="connsiteX261-34639" fmla="*/ 1417417 w 3024845"/>
                <a:gd name="connsiteY261-34640" fmla="*/ 524368 h 1032158"/>
                <a:gd name="connsiteX262-34641" fmla="*/ 1422737 w 3024845"/>
                <a:gd name="connsiteY262-34642" fmla="*/ 524368 h 1032158"/>
                <a:gd name="connsiteX263-34643" fmla="*/ 1422737 w 3024845"/>
                <a:gd name="connsiteY263-34644" fmla="*/ 522477 h 1032158"/>
                <a:gd name="connsiteX264-34645" fmla="*/ 1422737 w 3024845"/>
                <a:gd name="connsiteY264-34646" fmla="*/ 509236 h 1032158"/>
                <a:gd name="connsiteX265-34647" fmla="*/ 1426791 w 3024845"/>
                <a:gd name="connsiteY265-34648" fmla="*/ 515721 h 1032158"/>
                <a:gd name="connsiteX266-34649" fmla="*/ 1429071 w 3024845"/>
                <a:gd name="connsiteY266-34650" fmla="*/ 515721 h 1032158"/>
                <a:gd name="connsiteX267-34651" fmla="*/ 1445031 w 3024845"/>
                <a:gd name="connsiteY267-34652" fmla="*/ 515721 h 1032158"/>
                <a:gd name="connsiteX268-34653" fmla="*/ 1445031 w 3024845"/>
                <a:gd name="connsiteY268-34654" fmla="*/ 514910 h 1032158"/>
                <a:gd name="connsiteX269-34655" fmla="*/ 1445031 w 3024845"/>
                <a:gd name="connsiteY269-34656" fmla="*/ 509236 h 1032158"/>
                <a:gd name="connsiteX270-34657" fmla="*/ 1445791 w 3024845"/>
                <a:gd name="connsiteY270-34658" fmla="*/ 509236 h 1032158"/>
                <a:gd name="connsiteX271-34659" fmla="*/ 1451111 w 3024845"/>
                <a:gd name="connsiteY271-34660" fmla="*/ 509236 h 1032158"/>
                <a:gd name="connsiteX272-34661" fmla="*/ 1451111 w 3024845"/>
                <a:gd name="connsiteY272-34662" fmla="*/ 510587 h 1032158"/>
                <a:gd name="connsiteX273-34663" fmla="*/ 1451111 w 3024845"/>
                <a:gd name="connsiteY273-34664" fmla="*/ 520045 h 1032158"/>
                <a:gd name="connsiteX274-34665" fmla="*/ 1489618 w 3024845"/>
                <a:gd name="connsiteY274-34666" fmla="*/ 520045 h 1032158"/>
                <a:gd name="connsiteX275-34667" fmla="*/ 1489618 w 3024845"/>
                <a:gd name="connsiteY275-34668" fmla="*/ 658398 h 1032158"/>
                <a:gd name="connsiteX276-34669" fmla="*/ 1491138 w 3024845"/>
                <a:gd name="connsiteY276-34670" fmla="*/ 658398 h 1032158"/>
                <a:gd name="connsiteX277-34671" fmla="*/ 1501778 w 3024845"/>
                <a:gd name="connsiteY277-34672" fmla="*/ 658398 h 1032158"/>
                <a:gd name="connsiteX278-34673" fmla="*/ 1501778 w 3024845"/>
                <a:gd name="connsiteY278-34674" fmla="*/ 645428 h 1032158"/>
                <a:gd name="connsiteX279-34675" fmla="*/ 1505832 w 3024845"/>
                <a:gd name="connsiteY279-34676" fmla="*/ 645428 h 1032158"/>
                <a:gd name="connsiteX280-34677" fmla="*/ 1505832 w 3024845"/>
                <a:gd name="connsiteY280-34678" fmla="*/ 658398 h 1032158"/>
                <a:gd name="connsiteX281-34679" fmla="*/ 1536232 w 3024845"/>
                <a:gd name="connsiteY281-34680" fmla="*/ 658398 h 1032158"/>
                <a:gd name="connsiteX282-34681" fmla="*/ 1536232 w 3024845"/>
                <a:gd name="connsiteY282-34682" fmla="*/ 628133 h 1032158"/>
                <a:gd name="connsiteX283-34683" fmla="*/ 1548392 w 3024845"/>
                <a:gd name="connsiteY283-34684" fmla="*/ 628133 h 1032158"/>
                <a:gd name="connsiteX284-34685" fmla="*/ 1560552 w 3024845"/>
                <a:gd name="connsiteY284-34686" fmla="*/ 625972 h 1032158"/>
                <a:gd name="connsiteX285-34687" fmla="*/ 1564606 w 3024845"/>
                <a:gd name="connsiteY285-34688" fmla="*/ 628133 h 1032158"/>
                <a:gd name="connsiteX286-34689" fmla="*/ 1574739 w 3024845"/>
                <a:gd name="connsiteY286-34690" fmla="*/ 628133 h 1032158"/>
                <a:gd name="connsiteX287-34691" fmla="*/ 1574739 w 3024845"/>
                <a:gd name="connsiteY287-34692" fmla="*/ 658398 h 1032158"/>
                <a:gd name="connsiteX288-34693" fmla="*/ 1582846 w 3024845"/>
                <a:gd name="connsiteY288-34694" fmla="*/ 658398 h 1032158"/>
                <a:gd name="connsiteX289-34695" fmla="*/ 1582846 w 3024845"/>
                <a:gd name="connsiteY289-34696" fmla="*/ 675693 h 1032158"/>
                <a:gd name="connsiteX290-34697" fmla="*/ 1592182 w 3024845"/>
                <a:gd name="connsiteY290-34698" fmla="*/ 676598 h 1032158"/>
                <a:gd name="connsiteX291-34699" fmla="*/ 1605140 w 3024845"/>
                <a:gd name="connsiteY291-34700" fmla="*/ 676598 h 1032158"/>
                <a:gd name="connsiteX292-34701" fmla="*/ 1605140 w 3024845"/>
                <a:gd name="connsiteY292-34702" fmla="*/ 660560 h 1032158"/>
                <a:gd name="connsiteX293-34703" fmla="*/ 1673096 w 3024845"/>
                <a:gd name="connsiteY293-34704" fmla="*/ 660560 h 1032158"/>
                <a:gd name="connsiteX294-34705" fmla="*/ 1673096 w 3024845"/>
                <a:gd name="connsiteY294-34706" fmla="*/ 575307 h 1032158"/>
                <a:gd name="connsiteX295-34707" fmla="*/ 1745104 w 3024845"/>
                <a:gd name="connsiteY295-34708" fmla="*/ 575307 h 1032158"/>
                <a:gd name="connsiteX296-34709" fmla="*/ 1745104 w 3024845"/>
                <a:gd name="connsiteY296-34710" fmla="*/ 654075 h 1032158"/>
                <a:gd name="connsiteX297-34711" fmla="*/ 1747008 w 3024845"/>
                <a:gd name="connsiteY297-34712" fmla="*/ 654075 h 1032158"/>
                <a:gd name="connsiteX298-34713" fmla="*/ 1748250 w 3024845"/>
                <a:gd name="connsiteY298-34714" fmla="*/ 676598 h 1032158"/>
                <a:gd name="connsiteX299-34715" fmla="*/ 1757926 w 3024845"/>
                <a:gd name="connsiteY299-34716" fmla="*/ 676598 h 1032158"/>
                <a:gd name="connsiteX300-34717" fmla="*/ 1759168 w 3024845"/>
                <a:gd name="connsiteY300-34718" fmla="*/ 654075 h 1032158"/>
                <a:gd name="connsiteX301-34719" fmla="*/ 1765248 w 3024845"/>
                <a:gd name="connsiteY301-34720" fmla="*/ 654075 h 1032158"/>
                <a:gd name="connsiteX302-34721" fmla="*/ 1766490 w 3024845"/>
                <a:gd name="connsiteY302-34722" fmla="*/ 676598 h 1032158"/>
                <a:gd name="connsiteX303-34723" fmla="*/ 1817112 w 3024845"/>
                <a:gd name="connsiteY303-34724" fmla="*/ 676598 h 1032158"/>
                <a:gd name="connsiteX304-34725" fmla="*/ 1817112 w 3024845"/>
                <a:gd name="connsiteY304-34726" fmla="*/ 513570 h 1032158"/>
                <a:gd name="connsiteX305-34727" fmla="*/ 2014439 w 3024845"/>
                <a:gd name="connsiteY305-34728" fmla="*/ 513570 h 1032158"/>
                <a:gd name="connsiteX306-34729" fmla="*/ 2014439 w 3024845"/>
                <a:gd name="connsiteY306-34730" fmla="*/ 676598 h 1032158"/>
                <a:gd name="connsiteX307-34731" fmla="*/ 2033136 w 3024845"/>
                <a:gd name="connsiteY307-34732" fmla="*/ 676598 h 1032158"/>
                <a:gd name="connsiteX308-34733" fmla="*/ 2033136 w 3024845"/>
                <a:gd name="connsiteY308-34734" fmla="*/ 593905 h 1032158"/>
                <a:gd name="connsiteX309-34735" fmla="*/ 2128256 w 3024845"/>
                <a:gd name="connsiteY309-34736" fmla="*/ 593905 h 1032158"/>
                <a:gd name="connsiteX310-34737" fmla="*/ 2146266 w 3024845"/>
                <a:gd name="connsiteY310-34738" fmla="*/ 104983 h 1032158"/>
                <a:gd name="connsiteX311-34739" fmla="*/ 2150320 w 3024845"/>
                <a:gd name="connsiteY311-34740" fmla="*/ 33644 h 1032158"/>
                <a:gd name="connsiteX312-34741" fmla="*/ 2180720 w 3024845"/>
                <a:gd name="connsiteY312-34742" fmla="*/ 528692 h 1032158"/>
                <a:gd name="connsiteX313-34743" fmla="*/ 2245574 w 3024845"/>
                <a:gd name="connsiteY313-34744" fmla="*/ 528692 h 1032158"/>
                <a:gd name="connsiteX314-34745" fmla="*/ 2245574 w 3024845"/>
                <a:gd name="connsiteY314-34746" fmla="*/ 604354 h 1032158"/>
                <a:gd name="connsiteX315-34747" fmla="*/ 2253681 w 3024845"/>
                <a:gd name="connsiteY315-34748" fmla="*/ 604354 h 1032158"/>
                <a:gd name="connsiteX316-34749" fmla="*/ 2255708 w 3024845"/>
                <a:gd name="connsiteY316-34750" fmla="*/ 597869 h 1032158"/>
                <a:gd name="connsiteX317-34751" fmla="*/ 2261788 w 3024845"/>
                <a:gd name="connsiteY317-34752" fmla="*/ 597869 h 1032158"/>
                <a:gd name="connsiteX318-34753" fmla="*/ 2263815 w 3024845"/>
                <a:gd name="connsiteY318-34754" fmla="*/ 606516 h 1032158"/>
                <a:gd name="connsiteX319-34755" fmla="*/ 2275975 w 3024845"/>
                <a:gd name="connsiteY319-34756" fmla="*/ 606516 h 1032158"/>
                <a:gd name="connsiteX320-34757" fmla="*/ 2275975 w 3024845"/>
                <a:gd name="connsiteY320-34758" fmla="*/ 600030 h 1032158"/>
                <a:gd name="connsiteX321-34759" fmla="*/ 2298268 w 3024845"/>
                <a:gd name="connsiteY321-34760" fmla="*/ 600030 h 1032158"/>
                <a:gd name="connsiteX322-34761" fmla="*/ 2298268 w 3024845"/>
                <a:gd name="connsiteY322-34762" fmla="*/ 606516 h 1032158"/>
                <a:gd name="connsiteX323-34763" fmla="*/ 2318535 w 3024845"/>
                <a:gd name="connsiteY323-34764" fmla="*/ 606516 h 1032158"/>
                <a:gd name="connsiteX324-34765" fmla="*/ 2318535 w 3024845"/>
                <a:gd name="connsiteY324-34766" fmla="*/ 651913 h 1032158"/>
                <a:gd name="connsiteX325-34767" fmla="*/ 2332722 w 3024845"/>
                <a:gd name="connsiteY325-34768" fmla="*/ 651913 h 1032158"/>
                <a:gd name="connsiteX326-34769" fmla="*/ 2332722 w 3024845"/>
                <a:gd name="connsiteY326-34770" fmla="*/ 638942 h 1032158"/>
                <a:gd name="connsiteX327-34771" fmla="*/ 2348936 w 3024845"/>
                <a:gd name="connsiteY327-34772" fmla="*/ 638942 h 1032158"/>
                <a:gd name="connsiteX328-34773" fmla="*/ 2348936 w 3024845"/>
                <a:gd name="connsiteY328-34774" fmla="*/ 459515 h 1032158"/>
                <a:gd name="connsiteX329-34775" fmla="*/ 2355016 w 3024845"/>
                <a:gd name="connsiteY329-34776" fmla="*/ 453029 h 1032158"/>
                <a:gd name="connsiteX330-34777" fmla="*/ 2427977 w 3024845"/>
                <a:gd name="connsiteY330-34778" fmla="*/ 453029 h 1032158"/>
                <a:gd name="connsiteX331-34779" fmla="*/ 2427977 w 3024845"/>
                <a:gd name="connsiteY331-34780" fmla="*/ 461677 h 1032158"/>
                <a:gd name="connsiteX332-34781" fmla="*/ 2438110 w 3024845"/>
                <a:gd name="connsiteY332-34782" fmla="*/ 461677 h 1032158"/>
                <a:gd name="connsiteX333-34783" fmla="*/ 2438110 w 3024845"/>
                <a:gd name="connsiteY333-34784" fmla="*/ 576251 h 1032158"/>
                <a:gd name="connsiteX334-34785" fmla="*/ 2460404 w 3024845"/>
                <a:gd name="connsiteY334-34786" fmla="*/ 576251 h 1032158"/>
                <a:gd name="connsiteX335-34787" fmla="*/ 2460404 w 3024845"/>
                <a:gd name="connsiteY335-34788" fmla="*/ 509236 h 1032158"/>
                <a:gd name="connsiteX336-34789" fmla="*/ 2486751 w 3024845"/>
                <a:gd name="connsiteY336-34790" fmla="*/ 509236 h 1032158"/>
                <a:gd name="connsiteX337-34791" fmla="*/ 2490804 w 3024845"/>
                <a:gd name="connsiteY337-34792" fmla="*/ 504912 h 1032158"/>
                <a:gd name="connsiteX338-34793" fmla="*/ 2498911 w 3024845"/>
                <a:gd name="connsiteY338-34794" fmla="*/ 504912 h 1032158"/>
                <a:gd name="connsiteX339-34795" fmla="*/ 2502964 w 3024845"/>
                <a:gd name="connsiteY339-34796" fmla="*/ 509236 h 1032158"/>
                <a:gd name="connsiteX340-34797" fmla="*/ 2525258 w 3024845"/>
                <a:gd name="connsiteY340-34798" fmla="*/ 509236 h 1032158"/>
                <a:gd name="connsiteX341-34799" fmla="*/ 2525258 w 3024845"/>
                <a:gd name="connsiteY341-34800" fmla="*/ 392500 h 1032158"/>
                <a:gd name="connsiteX342-34801" fmla="*/ 2582005 w 3024845"/>
                <a:gd name="connsiteY342-34802" fmla="*/ 381691 h 1032158"/>
                <a:gd name="connsiteX343-34803" fmla="*/ 2582005 w 3024845"/>
                <a:gd name="connsiteY343-34804" fmla="*/ 382772 h 1032158"/>
                <a:gd name="connsiteX344-34805" fmla="*/ 2582005 w 3024845"/>
                <a:gd name="connsiteY344-34806" fmla="*/ 390338 h 1032158"/>
                <a:gd name="connsiteX345-34807" fmla="*/ 2608352 w 3024845"/>
                <a:gd name="connsiteY345-34808" fmla="*/ 390338 h 1032158"/>
                <a:gd name="connsiteX346-34809" fmla="*/ 2608352 w 3024845"/>
                <a:gd name="connsiteY346-34810" fmla="*/ 645428 h 1032158"/>
                <a:gd name="connsiteX347-34811" fmla="*/ 2630646 w 3024845"/>
                <a:gd name="connsiteY347-34812" fmla="*/ 645428 h 1032158"/>
                <a:gd name="connsiteX348-34813" fmla="*/ 2630646 w 3024845"/>
                <a:gd name="connsiteY348-34814" fmla="*/ 641104 h 1032158"/>
                <a:gd name="connsiteX349-34815" fmla="*/ 2642806 w 3024845"/>
                <a:gd name="connsiteY349-34816" fmla="*/ 641104 h 1032158"/>
                <a:gd name="connsiteX350-34817" fmla="*/ 2642806 w 3024845"/>
                <a:gd name="connsiteY350-34818" fmla="*/ 645428 h 1032158"/>
                <a:gd name="connsiteX351-34819" fmla="*/ 2667126 w 3024845"/>
                <a:gd name="connsiteY351-34820" fmla="*/ 645428 h 1032158"/>
                <a:gd name="connsiteX352-34821" fmla="*/ 2667126 w 3024845"/>
                <a:gd name="connsiteY352-34822" fmla="*/ 632457 h 1032158"/>
                <a:gd name="connsiteX353-34823" fmla="*/ 2695500 w 3024845"/>
                <a:gd name="connsiteY353-34824" fmla="*/ 632457 h 1032158"/>
                <a:gd name="connsiteX354-34825" fmla="*/ 2707660 w 3024845"/>
                <a:gd name="connsiteY354-34826" fmla="*/ 628133 h 1032158"/>
                <a:gd name="connsiteX355-34827" fmla="*/ 2727927 w 3024845"/>
                <a:gd name="connsiteY355-34828" fmla="*/ 632457 h 1032158"/>
                <a:gd name="connsiteX356-34829" fmla="*/ 2727927 w 3024845"/>
                <a:gd name="connsiteY356-34830" fmla="*/ 615163 h 1032158"/>
                <a:gd name="connsiteX357-34831" fmla="*/ 2736034 w 3024845"/>
                <a:gd name="connsiteY357-34832" fmla="*/ 615163 h 1032158"/>
                <a:gd name="connsiteX358-34833" fmla="*/ 2736034 w 3024845"/>
                <a:gd name="connsiteY358-34834" fmla="*/ 602192 h 1032158"/>
                <a:gd name="connsiteX359-34835" fmla="*/ 2792781 w 3024845"/>
                <a:gd name="connsiteY359-34836" fmla="*/ 602192 h 1032158"/>
                <a:gd name="connsiteX360-34837" fmla="*/ 2792781 w 3024845"/>
                <a:gd name="connsiteY360-34838" fmla="*/ 571927 h 1032158"/>
                <a:gd name="connsiteX361-34839" fmla="*/ 2811021 w 3024845"/>
                <a:gd name="connsiteY361-34840" fmla="*/ 571927 h 1032158"/>
                <a:gd name="connsiteX362-34841" fmla="*/ 2811021 w 3024845"/>
                <a:gd name="connsiteY362-34842" fmla="*/ 565442 h 1032158"/>
                <a:gd name="connsiteX363-34843" fmla="*/ 2823181 w 3024845"/>
                <a:gd name="connsiteY363-34844" fmla="*/ 565442 h 1032158"/>
                <a:gd name="connsiteX364-34845" fmla="*/ 2823181 w 3024845"/>
                <a:gd name="connsiteY364-34846" fmla="*/ 571927 h 1032158"/>
                <a:gd name="connsiteX365-34847" fmla="*/ 2839395 w 3024845"/>
                <a:gd name="connsiteY365-34848" fmla="*/ 571927 h 1032158"/>
                <a:gd name="connsiteX366-34849" fmla="*/ 2839395 w 3024845"/>
                <a:gd name="connsiteY366-34850" fmla="*/ 621648 h 1032158"/>
                <a:gd name="connsiteX367-34851" fmla="*/ 2871822 w 3024845"/>
                <a:gd name="connsiteY367-34852" fmla="*/ 621648 h 1032158"/>
                <a:gd name="connsiteX368-34853" fmla="*/ 2871822 w 3024845"/>
                <a:gd name="connsiteY368-34854" fmla="*/ 595707 h 1032158"/>
                <a:gd name="connsiteX369-34855" fmla="*/ 2910329 w 3024845"/>
                <a:gd name="connsiteY369-34856" fmla="*/ 595707 h 1032158"/>
                <a:gd name="connsiteX370-34857" fmla="*/ 2910329 w 3024845"/>
                <a:gd name="connsiteY370-34858" fmla="*/ 565442 h 1032158"/>
                <a:gd name="connsiteX371-34859" fmla="*/ 2958970 w 3024845"/>
                <a:gd name="connsiteY371-34860" fmla="*/ 565442 h 1032158"/>
                <a:gd name="connsiteX372-34861" fmla="*/ 2958970 w 3024845"/>
                <a:gd name="connsiteY372-34862" fmla="*/ 676598 h 1032158"/>
                <a:gd name="connsiteX373-34863" fmla="*/ 2958970 w 3024845"/>
                <a:gd name="connsiteY373-34864" fmla="*/ 690377 h 1032158"/>
                <a:gd name="connsiteX374-34865" fmla="*/ 3024845 w 3024845"/>
                <a:gd name="connsiteY374-34866" fmla="*/ 690377 h 1032158"/>
                <a:gd name="connsiteX375-34867" fmla="*/ 3024845 w 3024845"/>
                <a:gd name="connsiteY375-34868" fmla="*/ 1032158 h 1032158"/>
                <a:gd name="connsiteX376-34869" fmla="*/ 2054 w 3024845"/>
                <a:gd name="connsiteY376-34870" fmla="*/ 1029825 h 1032158"/>
                <a:gd name="connsiteX377-34871" fmla="*/ 0 w 3024845"/>
                <a:gd name="connsiteY377-34872" fmla="*/ 595707 h 1032158"/>
                <a:gd name="connsiteX378-34873" fmla="*/ 20267 w 3024845"/>
                <a:gd name="connsiteY378-34874" fmla="*/ 595707 h 1032158"/>
                <a:gd name="connsiteX379-34875" fmla="*/ 20774 w 3024845"/>
                <a:gd name="connsiteY379-34876" fmla="*/ 594626 h 1032158"/>
                <a:gd name="connsiteX380-34877" fmla="*/ 24320 w 3024845"/>
                <a:gd name="connsiteY380-34878" fmla="*/ 587060 h 1032158"/>
                <a:gd name="connsiteX381-34879" fmla="*/ 26094 w 3024845"/>
                <a:gd name="connsiteY381-34880" fmla="*/ 587330 h 1032158"/>
                <a:gd name="connsiteX382-34881" fmla="*/ 38507 w 3024845"/>
                <a:gd name="connsiteY382-34882" fmla="*/ 589221 h 1032158"/>
                <a:gd name="connsiteX383-34883" fmla="*/ 39014 w 3024845"/>
                <a:gd name="connsiteY383-34884" fmla="*/ 590573 h 1032158"/>
                <a:gd name="connsiteX384-34885" fmla="*/ 42560 w 3024845"/>
                <a:gd name="connsiteY384-34886" fmla="*/ 600030 h 1032158"/>
                <a:gd name="connsiteX385-34887" fmla="*/ 68907 w 3024845"/>
                <a:gd name="connsiteY385-34888" fmla="*/ 602192 h 1032158"/>
                <a:gd name="connsiteX386-34889" fmla="*/ 68907 w 3024845"/>
                <a:gd name="connsiteY386-34890" fmla="*/ 478971 h 1032158"/>
                <a:gd name="connsiteX387-34891" fmla="*/ 70934 w 3024845"/>
                <a:gd name="connsiteY387-34892" fmla="*/ 478971 h 1032158"/>
                <a:gd name="connsiteX388-34893" fmla="*/ 85121 w 3024845"/>
                <a:gd name="connsiteY388-34894" fmla="*/ 478971 h 1032158"/>
                <a:gd name="connsiteX389-34895" fmla="*/ 85121 w 3024845"/>
                <a:gd name="connsiteY389-34896" fmla="*/ 342779 h 1032158"/>
                <a:gd name="connsiteX390-34897" fmla="*/ 86894 w 3024845"/>
                <a:gd name="connsiteY390-34898" fmla="*/ 342779 h 1032158"/>
                <a:gd name="connsiteX391-34899" fmla="*/ 99308 w 3024845"/>
                <a:gd name="connsiteY391-34900" fmla="*/ 342779 h 1032158"/>
                <a:gd name="connsiteX392-34901" fmla="*/ 99308 w 3024845"/>
                <a:gd name="connsiteY392-34902" fmla="*/ 228205 h 1032158"/>
                <a:gd name="connsiteX393-34903" fmla="*/ 103361 w 3024845"/>
                <a:gd name="connsiteY393-34904" fmla="*/ 200101 h 1032158"/>
                <a:gd name="connsiteX394-34905" fmla="*/ 105388 w 3024845"/>
                <a:gd name="connsiteY394-34906" fmla="*/ 200101 h 1032158"/>
                <a:gd name="connsiteX395-34907" fmla="*/ 119575 w 3024845"/>
                <a:gd name="connsiteY395-34908" fmla="*/ 200101 h 1032158"/>
                <a:gd name="connsiteX0-34909" fmla="*/ 119575 w 3024845"/>
                <a:gd name="connsiteY0-34910" fmla="*/ 95357 h 927414"/>
                <a:gd name="connsiteX1-34911" fmla="*/ 200642 w 3024845"/>
                <a:gd name="connsiteY1-34912" fmla="*/ 93196 h 927414"/>
                <a:gd name="connsiteX2-34913" fmla="*/ 202669 w 3024845"/>
                <a:gd name="connsiteY2-34914" fmla="*/ 93196 h 927414"/>
                <a:gd name="connsiteX3-34915" fmla="*/ 216856 w 3024845"/>
                <a:gd name="connsiteY3-34916" fmla="*/ 93196 h 927414"/>
                <a:gd name="connsiteX4-34917" fmla="*/ 216856 w 3024845"/>
                <a:gd name="connsiteY4-34918" fmla="*/ 116975 h 927414"/>
                <a:gd name="connsiteX5-34919" fmla="*/ 217363 w 3024845"/>
                <a:gd name="connsiteY5-34920" fmla="*/ 117786 h 927414"/>
                <a:gd name="connsiteX6-34921" fmla="*/ 220909 w 3024845"/>
                <a:gd name="connsiteY6-34922" fmla="*/ 123461 h 927414"/>
                <a:gd name="connsiteX7-34923" fmla="*/ 220909 w 3024845"/>
                <a:gd name="connsiteY7-34924" fmla="*/ 238035 h 927414"/>
                <a:gd name="connsiteX8-34925" fmla="*/ 223189 w 3024845"/>
                <a:gd name="connsiteY8-34926" fmla="*/ 238035 h 927414"/>
                <a:gd name="connsiteX9-34927" fmla="*/ 239150 w 3024845"/>
                <a:gd name="connsiteY9-34928" fmla="*/ 238035 h 927414"/>
                <a:gd name="connsiteX10-34929" fmla="*/ 239150 w 3024845"/>
                <a:gd name="connsiteY10-34930" fmla="*/ 378550 h 927414"/>
                <a:gd name="connsiteX11-34931" fmla="*/ 240670 w 3024845"/>
                <a:gd name="connsiteY11-34932" fmla="*/ 378280 h 927414"/>
                <a:gd name="connsiteX12-34933" fmla="*/ 251310 w 3024845"/>
                <a:gd name="connsiteY12-34934" fmla="*/ 376389 h 927414"/>
                <a:gd name="connsiteX13-34935" fmla="*/ 249283 w 3024845"/>
                <a:gd name="connsiteY13-34936" fmla="*/ 465021 h 927414"/>
                <a:gd name="connsiteX14-34937" fmla="*/ 250803 w 3024845"/>
                <a:gd name="connsiteY14-34938" fmla="*/ 465292 h 927414"/>
                <a:gd name="connsiteX15-34939" fmla="*/ 261443 w 3024845"/>
                <a:gd name="connsiteY15-34940" fmla="*/ 467183 h 927414"/>
                <a:gd name="connsiteX16-34941" fmla="*/ 261696 w 3024845"/>
                <a:gd name="connsiteY16-34942" fmla="*/ 467994 h 927414"/>
                <a:gd name="connsiteX17-34943" fmla="*/ 263470 w 3024845"/>
                <a:gd name="connsiteY17-34944" fmla="*/ 473669 h 927414"/>
                <a:gd name="connsiteX18-34945" fmla="*/ 264230 w 3024845"/>
                <a:gd name="connsiteY18-34946" fmla="*/ 471237 h 927414"/>
                <a:gd name="connsiteX19-34947" fmla="*/ 269550 w 3024845"/>
                <a:gd name="connsiteY19-34948" fmla="*/ 454213 h 927414"/>
                <a:gd name="connsiteX20-34949" fmla="*/ 271323 w 3024845"/>
                <a:gd name="connsiteY20-34950" fmla="*/ 454213 h 927414"/>
                <a:gd name="connsiteX21-34951" fmla="*/ 283737 w 3024845"/>
                <a:gd name="connsiteY21-34952" fmla="*/ 454213 h 927414"/>
                <a:gd name="connsiteX22-34953" fmla="*/ 283737 w 3024845"/>
                <a:gd name="connsiteY22-34954" fmla="*/ 486639 h 927414"/>
                <a:gd name="connsiteX23-34955" fmla="*/ 284750 w 3024845"/>
                <a:gd name="connsiteY23-34956" fmla="*/ 487180 h 927414"/>
                <a:gd name="connsiteX24-34957" fmla="*/ 291844 w 3024845"/>
                <a:gd name="connsiteY24-34958" fmla="*/ 490963 h 927414"/>
                <a:gd name="connsiteX25-34959" fmla="*/ 291844 w 3024845"/>
                <a:gd name="connsiteY25-34960" fmla="*/ 492314 h 927414"/>
                <a:gd name="connsiteX26-34961" fmla="*/ 291844 w 3024845"/>
                <a:gd name="connsiteY26-34962" fmla="*/ 501772 h 927414"/>
                <a:gd name="connsiteX27-34963" fmla="*/ 336431 w 3024845"/>
                <a:gd name="connsiteY27-34964" fmla="*/ 501772 h 927414"/>
                <a:gd name="connsiteX28-34965" fmla="*/ 336431 w 3024845"/>
                <a:gd name="connsiteY28-34966" fmla="*/ 502853 h 927414"/>
                <a:gd name="connsiteX29-34967" fmla="*/ 336431 w 3024845"/>
                <a:gd name="connsiteY29-34968" fmla="*/ 510419 h 927414"/>
                <a:gd name="connsiteX30-34969" fmla="*/ 338457 w 3024845"/>
                <a:gd name="connsiteY30-34970" fmla="*/ 510419 h 927414"/>
                <a:gd name="connsiteX31-34971" fmla="*/ 352644 w 3024845"/>
                <a:gd name="connsiteY31-34972" fmla="*/ 510419 h 927414"/>
                <a:gd name="connsiteX32-34973" fmla="*/ 352644 w 3024845"/>
                <a:gd name="connsiteY32-34974" fmla="*/ 480154 h 927414"/>
                <a:gd name="connsiteX33-34975" fmla="*/ 397231 w 3024845"/>
                <a:gd name="connsiteY33-34976" fmla="*/ 480154 h 927414"/>
                <a:gd name="connsiteX34-34977" fmla="*/ 397231 w 3024845"/>
                <a:gd name="connsiteY34-34978" fmla="*/ 478803 h 927414"/>
                <a:gd name="connsiteX35-34979" fmla="*/ 397231 w 3024845"/>
                <a:gd name="connsiteY35-34980" fmla="*/ 469345 h 927414"/>
                <a:gd name="connsiteX36-34981" fmla="*/ 398245 w 3024845"/>
                <a:gd name="connsiteY36-34982" fmla="*/ 469345 h 927414"/>
                <a:gd name="connsiteX37-34983" fmla="*/ 405338 w 3024845"/>
                <a:gd name="connsiteY37-34984" fmla="*/ 469345 h 927414"/>
                <a:gd name="connsiteX38-34985" fmla="*/ 405338 w 3024845"/>
                <a:gd name="connsiteY38-34986" fmla="*/ 467454 h 927414"/>
                <a:gd name="connsiteX39-34987" fmla="*/ 405338 w 3024845"/>
                <a:gd name="connsiteY39-34988" fmla="*/ 454213 h 927414"/>
                <a:gd name="connsiteX40-34989" fmla="*/ 406098 w 3024845"/>
                <a:gd name="connsiteY40-34990" fmla="*/ 454213 h 927414"/>
                <a:gd name="connsiteX41-34991" fmla="*/ 411418 w 3024845"/>
                <a:gd name="connsiteY41-34992" fmla="*/ 454213 h 927414"/>
                <a:gd name="connsiteX42-34993" fmla="*/ 411418 w 3024845"/>
                <a:gd name="connsiteY42-34994" fmla="*/ 453132 h 927414"/>
                <a:gd name="connsiteX43-34995" fmla="*/ 411418 w 3024845"/>
                <a:gd name="connsiteY43-34996" fmla="*/ 445565 h 927414"/>
                <a:gd name="connsiteX44-34997" fmla="*/ 413445 w 3024845"/>
                <a:gd name="connsiteY44-34998" fmla="*/ 445565 h 927414"/>
                <a:gd name="connsiteX45-34999" fmla="*/ 427632 w 3024845"/>
                <a:gd name="connsiteY45-35000" fmla="*/ 445565 h 927414"/>
                <a:gd name="connsiteX46-35001" fmla="*/ 427632 w 3024845"/>
                <a:gd name="connsiteY46-35002" fmla="*/ 446646 h 927414"/>
                <a:gd name="connsiteX47-35003" fmla="*/ 427632 w 3024845"/>
                <a:gd name="connsiteY47-35004" fmla="*/ 454213 h 927414"/>
                <a:gd name="connsiteX48-35005" fmla="*/ 449925 w 3024845"/>
                <a:gd name="connsiteY48-35006" fmla="*/ 454213 h 927414"/>
                <a:gd name="connsiteX49-35007" fmla="*/ 449925 w 3024845"/>
                <a:gd name="connsiteY49-35008" fmla="*/ 452321 h 927414"/>
                <a:gd name="connsiteX50-35009" fmla="*/ 449925 w 3024845"/>
                <a:gd name="connsiteY50-35010" fmla="*/ 439080 h 927414"/>
                <a:gd name="connsiteX51-35011" fmla="*/ 451699 w 3024845"/>
                <a:gd name="connsiteY51-35012" fmla="*/ 439080 h 927414"/>
                <a:gd name="connsiteX52-35013" fmla="*/ 464112 w 3024845"/>
                <a:gd name="connsiteY52-35014" fmla="*/ 439080 h 927414"/>
                <a:gd name="connsiteX53-35015" fmla="*/ 464112 w 3024845"/>
                <a:gd name="connsiteY53-35016" fmla="*/ 462860 h 927414"/>
                <a:gd name="connsiteX54-35017" fmla="*/ 465126 w 3024845"/>
                <a:gd name="connsiteY54-35018" fmla="*/ 462860 h 927414"/>
                <a:gd name="connsiteX55-35019" fmla="*/ 472219 w 3024845"/>
                <a:gd name="connsiteY55-35020" fmla="*/ 462860 h 927414"/>
                <a:gd name="connsiteX56-35021" fmla="*/ 472219 w 3024845"/>
                <a:gd name="connsiteY56-35022" fmla="*/ 461779 h 927414"/>
                <a:gd name="connsiteX57-35023" fmla="*/ 472219 w 3024845"/>
                <a:gd name="connsiteY57-35024" fmla="*/ 454213 h 927414"/>
                <a:gd name="connsiteX58-35025" fmla="*/ 473992 w 3024845"/>
                <a:gd name="connsiteY58-35026" fmla="*/ 454213 h 927414"/>
                <a:gd name="connsiteX59-35027" fmla="*/ 486406 w 3024845"/>
                <a:gd name="connsiteY59-35028" fmla="*/ 454213 h 927414"/>
                <a:gd name="connsiteX60-35029" fmla="*/ 486406 w 3024845"/>
                <a:gd name="connsiteY60-35030" fmla="*/ 480154 h 927414"/>
                <a:gd name="connsiteX61-35031" fmla="*/ 488433 w 3024845"/>
                <a:gd name="connsiteY61-35032" fmla="*/ 480154 h 927414"/>
                <a:gd name="connsiteX62-35033" fmla="*/ 502619 w 3024845"/>
                <a:gd name="connsiteY62-35034" fmla="*/ 480154 h 927414"/>
                <a:gd name="connsiteX63-35035" fmla="*/ 502619 w 3024845"/>
                <a:gd name="connsiteY63-35036" fmla="*/ 481775 h 927414"/>
                <a:gd name="connsiteX64-35037" fmla="*/ 502619 w 3024845"/>
                <a:gd name="connsiteY64-35038" fmla="*/ 493125 h 927414"/>
                <a:gd name="connsiteX65-35039" fmla="*/ 503379 w 3024845"/>
                <a:gd name="connsiteY65-35040" fmla="*/ 493125 h 927414"/>
                <a:gd name="connsiteX66-35041" fmla="*/ 508700 w 3024845"/>
                <a:gd name="connsiteY66-35042" fmla="*/ 493125 h 927414"/>
                <a:gd name="connsiteX67-35043" fmla="*/ 508700 w 3024845"/>
                <a:gd name="connsiteY67-35044" fmla="*/ 492314 h 927414"/>
                <a:gd name="connsiteX68-35045" fmla="*/ 508700 w 3024845"/>
                <a:gd name="connsiteY68-35046" fmla="*/ 486639 h 927414"/>
                <a:gd name="connsiteX69-35047" fmla="*/ 539100 w 3024845"/>
                <a:gd name="connsiteY69-35048" fmla="*/ 486639 h 927414"/>
                <a:gd name="connsiteX70-35049" fmla="*/ 539100 w 3024845"/>
                <a:gd name="connsiteY70-35050" fmla="*/ 510419 h 927414"/>
                <a:gd name="connsiteX71-35051" fmla="*/ 540113 w 3024845"/>
                <a:gd name="connsiteY71-35052" fmla="*/ 510419 h 927414"/>
                <a:gd name="connsiteX72-35053" fmla="*/ 547207 w 3024845"/>
                <a:gd name="connsiteY72-35054" fmla="*/ 510419 h 927414"/>
                <a:gd name="connsiteX73-35055" fmla="*/ 547207 w 3024845"/>
                <a:gd name="connsiteY73-35056" fmla="*/ 511500 h 927414"/>
                <a:gd name="connsiteX74-35057" fmla="*/ 547207 w 3024845"/>
                <a:gd name="connsiteY74-35058" fmla="*/ 519066 h 927414"/>
                <a:gd name="connsiteX75-35059" fmla="*/ 547967 w 3024845"/>
                <a:gd name="connsiteY75-35060" fmla="*/ 519066 h 927414"/>
                <a:gd name="connsiteX76-35061" fmla="*/ 553287 w 3024845"/>
                <a:gd name="connsiteY76-35062" fmla="*/ 519066 h 927414"/>
                <a:gd name="connsiteX77-35063" fmla="*/ 553287 w 3024845"/>
                <a:gd name="connsiteY77-35064" fmla="*/ 516904 h 927414"/>
                <a:gd name="connsiteX78-35065" fmla="*/ 553287 w 3024845"/>
                <a:gd name="connsiteY78-35066" fmla="*/ 501772 h 927414"/>
                <a:gd name="connsiteX79-35067" fmla="*/ 554300 w 3024845"/>
                <a:gd name="connsiteY79-35068" fmla="*/ 501772 h 927414"/>
                <a:gd name="connsiteX80-35069" fmla="*/ 561394 w 3024845"/>
                <a:gd name="connsiteY80-35070" fmla="*/ 501772 h 927414"/>
                <a:gd name="connsiteX81-35071" fmla="*/ 561394 w 3024845"/>
                <a:gd name="connsiteY81-35072" fmla="*/ 502853 h 927414"/>
                <a:gd name="connsiteX82-35073" fmla="*/ 561394 w 3024845"/>
                <a:gd name="connsiteY82-35074" fmla="*/ 510419 h 927414"/>
                <a:gd name="connsiteX83-35075" fmla="*/ 566714 w 3024845"/>
                <a:gd name="connsiteY83-35076" fmla="*/ 508426 h 927414"/>
                <a:gd name="connsiteX84-35077" fmla="*/ 567474 w 3024845"/>
                <a:gd name="connsiteY84-35078" fmla="*/ 507446 h 927414"/>
                <a:gd name="connsiteX85-35079" fmla="*/ 567474 w 3024845"/>
                <a:gd name="connsiteY85-35080" fmla="*/ 501772 h 927414"/>
                <a:gd name="connsiteX86-35081" fmla="*/ 605981 w 3024845"/>
                <a:gd name="connsiteY86-35082" fmla="*/ 501772 h 927414"/>
                <a:gd name="connsiteX87-35083" fmla="*/ 605981 w 3024845"/>
                <a:gd name="connsiteY87-35084" fmla="*/ 525551 h 927414"/>
                <a:gd name="connsiteX88-35085" fmla="*/ 608007 w 3024845"/>
                <a:gd name="connsiteY88-35086" fmla="*/ 525551 h 927414"/>
                <a:gd name="connsiteX89-35087" fmla="*/ 622194 w 3024845"/>
                <a:gd name="connsiteY89-35088" fmla="*/ 525551 h 927414"/>
                <a:gd name="connsiteX90-35089" fmla="*/ 622194 w 3024845"/>
                <a:gd name="connsiteY90-35090" fmla="*/ 526632 h 927414"/>
                <a:gd name="connsiteX91-35091" fmla="*/ 622194 w 3024845"/>
                <a:gd name="connsiteY91-35092" fmla="*/ 534198 h 927414"/>
                <a:gd name="connsiteX92-35093" fmla="*/ 623968 w 3024845"/>
                <a:gd name="connsiteY92-35094" fmla="*/ 534198 h 927414"/>
                <a:gd name="connsiteX93-35095" fmla="*/ 636381 w 3024845"/>
                <a:gd name="connsiteY93-35096" fmla="*/ 534198 h 927414"/>
                <a:gd name="connsiteX94-35097" fmla="*/ 636381 w 3024845"/>
                <a:gd name="connsiteY94-35098" fmla="*/ 510419 h 927414"/>
                <a:gd name="connsiteX95-35099" fmla="*/ 637394 w 3024845"/>
                <a:gd name="connsiteY95-35100" fmla="*/ 510419 h 927414"/>
                <a:gd name="connsiteX96-35101" fmla="*/ 644488 w 3024845"/>
                <a:gd name="connsiteY96-35102" fmla="*/ 510419 h 927414"/>
                <a:gd name="connsiteX97-35103" fmla="*/ 644488 w 3024845"/>
                <a:gd name="connsiteY97-35104" fmla="*/ 477992 h 927414"/>
                <a:gd name="connsiteX98-35105" fmla="*/ 645501 w 3024845"/>
                <a:gd name="connsiteY98-35106" fmla="*/ 477992 h 927414"/>
                <a:gd name="connsiteX99-35107" fmla="*/ 652595 w 3024845"/>
                <a:gd name="connsiteY99-35108" fmla="*/ 477992 h 927414"/>
                <a:gd name="connsiteX100-35109" fmla="*/ 652595 w 3024845"/>
                <a:gd name="connsiteY100-35110" fmla="*/ 476101 h 927414"/>
                <a:gd name="connsiteX101-35111" fmla="*/ 652595 w 3024845"/>
                <a:gd name="connsiteY101-35112" fmla="*/ 462860 h 927414"/>
                <a:gd name="connsiteX102-35113" fmla="*/ 651328 w 3024845"/>
                <a:gd name="connsiteY102-35114" fmla="*/ 461238 h 927414"/>
                <a:gd name="connsiteX103-35115" fmla="*/ 656648 w 3024845"/>
                <a:gd name="connsiteY103-35116" fmla="*/ 449889 h 927414"/>
                <a:gd name="connsiteX104-35117" fmla="*/ 664755 w 3024845"/>
                <a:gd name="connsiteY104-35118" fmla="*/ 477992 h 927414"/>
                <a:gd name="connsiteX105-35119" fmla="*/ 665515 w 3024845"/>
                <a:gd name="connsiteY105-35120" fmla="*/ 477992 h 927414"/>
                <a:gd name="connsiteX106-35121" fmla="*/ 670835 w 3024845"/>
                <a:gd name="connsiteY106-35122" fmla="*/ 477992 h 927414"/>
                <a:gd name="connsiteX107-35123" fmla="*/ 670835 w 3024845"/>
                <a:gd name="connsiteY107-35124" fmla="*/ 372065 h 927414"/>
                <a:gd name="connsiteX108-35125" fmla="*/ 672355 w 3024845"/>
                <a:gd name="connsiteY108-35126" fmla="*/ 372065 h 927414"/>
                <a:gd name="connsiteX109-35127" fmla="*/ 682995 w 3024845"/>
                <a:gd name="connsiteY109-35128" fmla="*/ 372065 h 927414"/>
                <a:gd name="connsiteX110-35129" fmla="*/ 682995 w 3024845"/>
                <a:gd name="connsiteY110-35130" fmla="*/ 324506 h 927414"/>
                <a:gd name="connsiteX111-35131" fmla="*/ 709342 w 3024845"/>
                <a:gd name="connsiteY111-35132" fmla="*/ 324506 h 927414"/>
                <a:gd name="connsiteX112-35133" fmla="*/ 709342 w 3024845"/>
                <a:gd name="connsiteY112-35134" fmla="*/ 302888 h 927414"/>
                <a:gd name="connsiteX113-35135" fmla="*/ 743796 w 3024845"/>
                <a:gd name="connsiteY113-35136" fmla="*/ 302888 h 927414"/>
                <a:gd name="connsiteX114-35137" fmla="*/ 743796 w 3024845"/>
                <a:gd name="connsiteY114-35138" fmla="*/ 305320 h 927414"/>
                <a:gd name="connsiteX115-35139" fmla="*/ 743796 w 3024845"/>
                <a:gd name="connsiteY115-35140" fmla="*/ 322344 h 927414"/>
                <a:gd name="connsiteX116-35141" fmla="*/ 746076 w 3024845"/>
                <a:gd name="connsiteY116-35142" fmla="*/ 322344 h 927414"/>
                <a:gd name="connsiteX117-35143" fmla="*/ 762036 w 3024845"/>
                <a:gd name="connsiteY117-35144" fmla="*/ 322344 h 927414"/>
                <a:gd name="connsiteX118-35145" fmla="*/ 762036 w 3024845"/>
                <a:gd name="connsiteY118-35146" fmla="*/ 369903 h 927414"/>
                <a:gd name="connsiteX119-35147" fmla="*/ 763049 w 3024845"/>
                <a:gd name="connsiteY119-35148" fmla="*/ 369903 h 927414"/>
                <a:gd name="connsiteX120-35149" fmla="*/ 770143 w 3024845"/>
                <a:gd name="connsiteY120-35150" fmla="*/ 369903 h 927414"/>
                <a:gd name="connsiteX121-35151" fmla="*/ 784330 w 3024845"/>
                <a:gd name="connsiteY121-35152" fmla="*/ 374227 h 927414"/>
                <a:gd name="connsiteX122-35153" fmla="*/ 784330 w 3024845"/>
                <a:gd name="connsiteY122-35154" fmla="*/ 413139 h 927414"/>
                <a:gd name="connsiteX123-35155" fmla="*/ 785343 w 3024845"/>
                <a:gd name="connsiteY123-35156" fmla="*/ 413139 h 927414"/>
                <a:gd name="connsiteX124-35157" fmla="*/ 792436 w 3024845"/>
                <a:gd name="connsiteY124-35158" fmla="*/ 413139 h 927414"/>
                <a:gd name="connsiteX125-35159" fmla="*/ 792436 w 3024845"/>
                <a:gd name="connsiteY125-35160" fmla="*/ 414760 h 927414"/>
                <a:gd name="connsiteX126-35161" fmla="*/ 792436 w 3024845"/>
                <a:gd name="connsiteY126-35162" fmla="*/ 426109 h 927414"/>
                <a:gd name="connsiteX127-35163" fmla="*/ 794463 w 3024845"/>
                <a:gd name="connsiteY127-35164" fmla="*/ 426109 h 927414"/>
                <a:gd name="connsiteX128-35165" fmla="*/ 808650 w 3024845"/>
                <a:gd name="connsiteY128-35166" fmla="*/ 426109 h 927414"/>
                <a:gd name="connsiteX129-35167" fmla="*/ 814730 w 3024845"/>
                <a:gd name="connsiteY129-35168" fmla="*/ 432595 h 927414"/>
                <a:gd name="connsiteX130-35169" fmla="*/ 814730 w 3024845"/>
                <a:gd name="connsiteY130-35170" fmla="*/ 454213 h 927414"/>
                <a:gd name="connsiteX131-35171" fmla="*/ 817010 w 3024845"/>
                <a:gd name="connsiteY131-35172" fmla="*/ 454213 h 927414"/>
                <a:gd name="connsiteX132-35173" fmla="*/ 832970 w 3024845"/>
                <a:gd name="connsiteY132-35174" fmla="*/ 454213 h 927414"/>
                <a:gd name="connsiteX133-35175" fmla="*/ 832970 w 3024845"/>
                <a:gd name="connsiteY133-35176" fmla="*/ 455293 h 927414"/>
                <a:gd name="connsiteX134-35177" fmla="*/ 832970 w 3024845"/>
                <a:gd name="connsiteY134-35178" fmla="*/ 462860 h 927414"/>
                <a:gd name="connsiteX135-35179" fmla="*/ 834237 w 3024845"/>
                <a:gd name="connsiteY135-35180" fmla="*/ 462860 h 927414"/>
                <a:gd name="connsiteX136-35181" fmla="*/ 843104 w 3024845"/>
                <a:gd name="connsiteY136-35182" fmla="*/ 462860 h 927414"/>
                <a:gd name="connsiteX137-35183" fmla="*/ 843104 w 3024845"/>
                <a:gd name="connsiteY137-35184" fmla="*/ 465021 h 927414"/>
                <a:gd name="connsiteX138-35185" fmla="*/ 843104 w 3024845"/>
                <a:gd name="connsiteY138-35186" fmla="*/ 480154 h 927414"/>
                <a:gd name="connsiteX139-35187" fmla="*/ 847157 w 3024845"/>
                <a:gd name="connsiteY139-35188" fmla="*/ 478262 h 927414"/>
                <a:gd name="connsiteX140-35189" fmla="*/ 847157 w 3024845"/>
                <a:gd name="connsiteY140-35190" fmla="*/ 465021 h 927414"/>
                <a:gd name="connsiteX141-35191" fmla="*/ 848170 w 3024845"/>
                <a:gd name="connsiteY141-35192" fmla="*/ 465021 h 927414"/>
                <a:gd name="connsiteX142-35193" fmla="*/ 855264 w 3024845"/>
                <a:gd name="connsiteY142-35194" fmla="*/ 465021 h 927414"/>
                <a:gd name="connsiteX143-35195" fmla="*/ 855264 w 3024845"/>
                <a:gd name="connsiteY143-35196" fmla="*/ 466643 h 927414"/>
                <a:gd name="connsiteX144-35197" fmla="*/ 855264 w 3024845"/>
                <a:gd name="connsiteY144-35198" fmla="*/ 477992 h 927414"/>
                <a:gd name="connsiteX145-35199" fmla="*/ 856024 w 3024845"/>
                <a:gd name="connsiteY145-35200" fmla="*/ 477992 h 927414"/>
                <a:gd name="connsiteX146-35201" fmla="*/ 861344 w 3024845"/>
                <a:gd name="connsiteY146-35202" fmla="*/ 477992 h 927414"/>
                <a:gd name="connsiteX147-35203" fmla="*/ 909984 w 3024845"/>
                <a:gd name="connsiteY147-35204" fmla="*/ 473669 h 927414"/>
                <a:gd name="connsiteX148-35205" fmla="*/ 909984 w 3024845"/>
                <a:gd name="connsiteY148-35206" fmla="*/ 475020 h 927414"/>
                <a:gd name="connsiteX149-35207" fmla="*/ 909984 w 3024845"/>
                <a:gd name="connsiteY149-35208" fmla="*/ 484477 h 927414"/>
                <a:gd name="connsiteX150-35209" fmla="*/ 910744 w 3024845"/>
                <a:gd name="connsiteY150-35210" fmla="*/ 484477 h 927414"/>
                <a:gd name="connsiteX151-35211" fmla="*/ 916065 w 3024845"/>
                <a:gd name="connsiteY151-35212" fmla="*/ 484477 h 927414"/>
                <a:gd name="connsiteX152-35213" fmla="*/ 916065 w 3024845"/>
                <a:gd name="connsiteY152-35214" fmla="*/ 486639 h 927414"/>
                <a:gd name="connsiteX153-35215" fmla="*/ 916065 w 3024845"/>
                <a:gd name="connsiteY153-35216" fmla="*/ 501772 h 927414"/>
                <a:gd name="connsiteX154-35217" fmla="*/ 918091 w 3024845"/>
                <a:gd name="connsiteY154-35218" fmla="*/ 500421 h 927414"/>
                <a:gd name="connsiteX155-35219" fmla="*/ 932278 w 3024845"/>
                <a:gd name="connsiteY155-35220" fmla="*/ 490963 h 927414"/>
                <a:gd name="connsiteX156-35221" fmla="*/ 938358 w 3024845"/>
                <a:gd name="connsiteY156-35222" fmla="*/ 449889 h 927414"/>
                <a:gd name="connsiteX157-35223" fmla="*/ 939118 w 3024845"/>
                <a:gd name="connsiteY157-35224" fmla="*/ 449619 h 927414"/>
                <a:gd name="connsiteX158-35225" fmla="*/ 944438 w 3024845"/>
                <a:gd name="connsiteY158-35226" fmla="*/ 447727 h 927414"/>
                <a:gd name="connsiteX159-35227" fmla="*/ 946465 w 3024845"/>
                <a:gd name="connsiteY159-35228" fmla="*/ 378550 h 927414"/>
                <a:gd name="connsiteX160-35229" fmla="*/ 948492 w 3024845"/>
                <a:gd name="connsiteY160-35230" fmla="*/ 447727 h 927414"/>
                <a:gd name="connsiteX161-35231" fmla="*/ 949252 w 3024845"/>
                <a:gd name="connsiteY161-35232" fmla="*/ 447997 h 927414"/>
                <a:gd name="connsiteX162-35233" fmla="*/ 954572 w 3024845"/>
                <a:gd name="connsiteY162-35234" fmla="*/ 449889 h 927414"/>
                <a:gd name="connsiteX163-35235" fmla="*/ 954572 w 3024845"/>
                <a:gd name="connsiteY163-35236" fmla="*/ 363418 h 927414"/>
                <a:gd name="connsiteX164-35237" fmla="*/ 958625 w 3024845"/>
                <a:gd name="connsiteY164-35238" fmla="*/ 330991 h 927414"/>
                <a:gd name="connsiteX165-35239" fmla="*/ 997132 w 3024845"/>
                <a:gd name="connsiteY165-35240" fmla="*/ 330991 h 927414"/>
                <a:gd name="connsiteX166-35241" fmla="*/ 997132 w 3024845"/>
                <a:gd name="connsiteY166-35242" fmla="*/ 363418 h 927414"/>
                <a:gd name="connsiteX167-35243" fmla="*/ 997892 w 3024845"/>
                <a:gd name="connsiteY167-35244" fmla="*/ 363418 h 927414"/>
                <a:gd name="connsiteX168-35245" fmla="*/ 1003212 w 3024845"/>
                <a:gd name="connsiteY168-35246" fmla="*/ 363418 h 927414"/>
                <a:gd name="connsiteX169-35247" fmla="*/ 1003212 w 3024845"/>
                <a:gd name="connsiteY169-35248" fmla="*/ 281270 h 927414"/>
                <a:gd name="connsiteX170-35249" fmla="*/ 1004986 w 3024845"/>
                <a:gd name="connsiteY170-35250" fmla="*/ 281270 h 927414"/>
                <a:gd name="connsiteX171-35251" fmla="*/ 1017399 w 3024845"/>
                <a:gd name="connsiteY171-35252" fmla="*/ 281270 h 927414"/>
                <a:gd name="connsiteX172-35253" fmla="*/ 1017399 w 3024845"/>
                <a:gd name="connsiteY172-35254" fmla="*/ 279379 h 927414"/>
                <a:gd name="connsiteX173-35255" fmla="*/ 1017399 w 3024845"/>
                <a:gd name="connsiteY173-35256" fmla="*/ 266138 h 927414"/>
                <a:gd name="connsiteX174-35257" fmla="*/ 1039693 w 3024845"/>
                <a:gd name="connsiteY174-35258" fmla="*/ 266138 h 927414"/>
                <a:gd name="connsiteX175-35259" fmla="*/ 1039693 w 3024845"/>
                <a:gd name="connsiteY175-35260" fmla="*/ 265057 h 927414"/>
                <a:gd name="connsiteX176-35261" fmla="*/ 1039693 w 3024845"/>
                <a:gd name="connsiteY176-35262" fmla="*/ 257491 h 927414"/>
                <a:gd name="connsiteX177-35263" fmla="*/ 1041466 w 3024845"/>
                <a:gd name="connsiteY177-35264" fmla="*/ 257491 h 927414"/>
                <a:gd name="connsiteX178-35265" fmla="*/ 1053880 w 3024845"/>
                <a:gd name="connsiteY178-35266" fmla="*/ 257491 h 927414"/>
                <a:gd name="connsiteX179-35267" fmla="*/ 1053880 w 3024845"/>
                <a:gd name="connsiteY179-35268" fmla="*/ 258572 h 927414"/>
                <a:gd name="connsiteX180-35269" fmla="*/ 1053880 w 3024845"/>
                <a:gd name="connsiteY180-35270" fmla="*/ 266138 h 927414"/>
                <a:gd name="connsiteX181-35271" fmla="*/ 1054640 w 3024845"/>
                <a:gd name="connsiteY181-35272" fmla="*/ 266138 h 927414"/>
                <a:gd name="connsiteX182-35273" fmla="*/ 1059960 w 3024845"/>
                <a:gd name="connsiteY182-35274" fmla="*/ 266138 h 927414"/>
                <a:gd name="connsiteX183-35275" fmla="*/ 1070093 w 3024845"/>
                <a:gd name="connsiteY183-35276" fmla="*/ 261814 h 927414"/>
                <a:gd name="connsiteX184-35277" fmla="*/ 1074146 w 3024845"/>
                <a:gd name="connsiteY184-35278" fmla="*/ 265057 h 927414"/>
                <a:gd name="connsiteX185-35279" fmla="*/ 1074146 w 3024845"/>
                <a:gd name="connsiteY185-35280" fmla="*/ 257491 h 927414"/>
                <a:gd name="connsiteX186-35281" fmla="*/ 1076426 w 3024845"/>
                <a:gd name="connsiteY186-35282" fmla="*/ 257491 h 927414"/>
                <a:gd name="connsiteX187-35283" fmla="*/ 1092387 w 3024845"/>
                <a:gd name="connsiteY187-35284" fmla="*/ 257491 h 927414"/>
                <a:gd name="connsiteX188-35285" fmla="*/ 1092387 w 3024845"/>
                <a:gd name="connsiteY188-35286" fmla="*/ 258572 h 927414"/>
                <a:gd name="connsiteX189-35287" fmla="*/ 1092387 w 3024845"/>
                <a:gd name="connsiteY189-35288" fmla="*/ 266138 h 927414"/>
                <a:gd name="connsiteX190-35289" fmla="*/ 1122787 w 3024845"/>
                <a:gd name="connsiteY190-35290" fmla="*/ 266138 h 927414"/>
                <a:gd name="connsiteX191-35291" fmla="*/ 1122787 w 3024845"/>
                <a:gd name="connsiteY191-35292" fmla="*/ 267759 h 927414"/>
                <a:gd name="connsiteX192-35293" fmla="*/ 1122787 w 3024845"/>
                <a:gd name="connsiteY192-35294" fmla="*/ 279109 h 927414"/>
                <a:gd name="connsiteX193-35295" fmla="*/ 1149134 w 3024845"/>
                <a:gd name="connsiteY193-35296" fmla="*/ 279109 h 927414"/>
                <a:gd name="connsiteX194-35297" fmla="*/ 1149134 w 3024845"/>
                <a:gd name="connsiteY194-35298" fmla="*/ 309373 h 927414"/>
                <a:gd name="connsiteX195-35299" fmla="*/ 1149894 w 3024845"/>
                <a:gd name="connsiteY195-35300" fmla="*/ 309373 h 927414"/>
                <a:gd name="connsiteX196-35301" fmla="*/ 1155214 w 3024845"/>
                <a:gd name="connsiteY196-35302" fmla="*/ 309373 h 927414"/>
                <a:gd name="connsiteX197-35303" fmla="*/ 1155214 w 3024845"/>
                <a:gd name="connsiteY197-35304" fmla="*/ 310454 h 927414"/>
                <a:gd name="connsiteX198-35305" fmla="*/ 1155214 w 3024845"/>
                <a:gd name="connsiteY198-35306" fmla="*/ 318021 h 927414"/>
                <a:gd name="connsiteX199-35307" fmla="*/ 1159268 w 3024845"/>
                <a:gd name="connsiteY199-35308" fmla="*/ 348285 h 927414"/>
                <a:gd name="connsiteX200-35309" fmla="*/ 1160028 w 3024845"/>
                <a:gd name="connsiteY200-35310" fmla="*/ 348285 h 927414"/>
                <a:gd name="connsiteX201-35311" fmla="*/ 1165348 w 3024845"/>
                <a:gd name="connsiteY201-35312" fmla="*/ 348285 h 927414"/>
                <a:gd name="connsiteX202-35313" fmla="*/ 1165348 w 3024845"/>
                <a:gd name="connsiteY202-35314" fmla="*/ 349096 h 927414"/>
                <a:gd name="connsiteX203-35315" fmla="*/ 1165348 w 3024845"/>
                <a:gd name="connsiteY203-35316" fmla="*/ 354771 h 927414"/>
                <a:gd name="connsiteX204-35317" fmla="*/ 1166361 w 3024845"/>
                <a:gd name="connsiteY204-35318" fmla="*/ 354771 h 927414"/>
                <a:gd name="connsiteX205-35319" fmla="*/ 1173454 w 3024845"/>
                <a:gd name="connsiteY205-35320" fmla="*/ 354771 h 927414"/>
                <a:gd name="connsiteX206-35321" fmla="*/ 1173454 w 3024845"/>
                <a:gd name="connsiteY206-35322" fmla="*/ 385036 h 927414"/>
                <a:gd name="connsiteX207-35323" fmla="*/ 1175481 w 3024845"/>
                <a:gd name="connsiteY207-35324" fmla="*/ 385036 h 927414"/>
                <a:gd name="connsiteX208-35325" fmla="*/ 1189668 w 3024845"/>
                <a:gd name="connsiteY208-35326" fmla="*/ 385036 h 927414"/>
                <a:gd name="connsiteX209-35327" fmla="*/ 1189668 w 3024845"/>
                <a:gd name="connsiteY209-35328" fmla="*/ 408815 h 927414"/>
                <a:gd name="connsiteX210-35329" fmla="*/ 1191695 w 3024845"/>
                <a:gd name="connsiteY210-35330" fmla="*/ 410436 h 927414"/>
                <a:gd name="connsiteX211-35331" fmla="*/ 1191695 w 3024845"/>
                <a:gd name="connsiteY211-35332" fmla="*/ 421786 h 927414"/>
                <a:gd name="connsiteX212-35333" fmla="*/ 1192455 w 3024845"/>
                <a:gd name="connsiteY212-35334" fmla="*/ 421786 h 927414"/>
                <a:gd name="connsiteX213-35335" fmla="*/ 1197775 w 3024845"/>
                <a:gd name="connsiteY213-35336" fmla="*/ 421786 h 927414"/>
                <a:gd name="connsiteX214-35337" fmla="*/ 1197775 w 3024845"/>
                <a:gd name="connsiteY214-35338" fmla="*/ 445565 h 927414"/>
                <a:gd name="connsiteX215-35339" fmla="*/ 1199041 w 3024845"/>
                <a:gd name="connsiteY215-35340" fmla="*/ 445565 h 927414"/>
                <a:gd name="connsiteX216-35341" fmla="*/ 1207908 w 3024845"/>
                <a:gd name="connsiteY216-35342" fmla="*/ 445565 h 927414"/>
                <a:gd name="connsiteX217-35343" fmla="*/ 1209935 w 3024845"/>
                <a:gd name="connsiteY217-35344" fmla="*/ 449619 h 927414"/>
                <a:gd name="connsiteX218-35345" fmla="*/ 1209935 w 3024845"/>
                <a:gd name="connsiteY218-35346" fmla="*/ 462860 h 927414"/>
                <a:gd name="connsiteX219-35347" fmla="*/ 1211455 w 3024845"/>
                <a:gd name="connsiteY219-35348" fmla="*/ 460968 h 927414"/>
                <a:gd name="connsiteX220-35349" fmla="*/ 1222095 w 3024845"/>
                <a:gd name="connsiteY220-35350" fmla="*/ 447727 h 927414"/>
                <a:gd name="connsiteX221-35351" fmla="*/ 1250469 w 3024845"/>
                <a:gd name="connsiteY221-35352" fmla="*/ 447727 h 927414"/>
                <a:gd name="connsiteX222-35353" fmla="*/ 1250469 w 3024845"/>
                <a:gd name="connsiteY222-35354" fmla="*/ 534198 h 927414"/>
                <a:gd name="connsiteX223-35355" fmla="*/ 1251229 w 3024845"/>
                <a:gd name="connsiteY223-35356" fmla="*/ 534198 h 927414"/>
                <a:gd name="connsiteX224-35357" fmla="*/ 1256549 w 3024845"/>
                <a:gd name="connsiteY224-35358" fmla="*/ 534198 h 927414"/>
                <a:gd name="connsiteX225-35359" fmla="*/ 1257309 w 3024845"/>
                <a:gd name="connsiteY225-35360" fmla="*/ 532847 h 927414"/>
                <a:gd name="connsiteX226-35361" fmla="*/ 1262629 w 3024845"/>
                <a:gd name="connsiteY226-35362" fmla="*/ 523389 h 927414"/>
                <a:gd name="connsiteX227-35363" fmla="*/ 1262629 w 3024845"/>
                <a:gd name="connsiteY227-35364" fmla="*/ 525281 h 927414"/>
                <a:gd name="connsiteX228-35365" fmla="*/ 1262629 w 3024845"/>
                <a:gd name="connsiteY228-35366" fmla="*/ 538522 h 927414"/>
                <a:gd name="connsiteX229-35367" fmla="*/ 1266682 w 3024845"/>
                <a:gd name="connsiteY229-35368" fmla="*/ 493125 h 927414"/>
                <a:gd name="connsiteX230-35369" fmla="*/ 1267442 w 3024845"/>
                <a:gd name="connsiteY230-35370" fmla="*/ 493125 h 927414"/>
                <a:gd name="connsiteX231-35371" fmla="*/ 1272762 w 3024845"/>
                <a:gd name="connsiteY231-35372" fmla="*/ 493125 h 927414"/>
                <a:gd name="connsiteX232-35373" fmla="*/ 1272762 w 3024845"/>
                <a:gd name="connsiteY232-35374" fmla="*/ 428271 h 927414"/>
                <a:gd name="connsiteX233-35375" fmla="*/ 1273776 w 3024845"/>
                <a:gd name="connsiteY233-35376" fmla="*/ 428271 h 927414"/>
                <a:gd name="connsiteX234-35377" fmla="*/ 1280869 w 3024845"/>
                <a:gd name="connsiteY234-35378" fmla="*/ 428271 h 927414"/>
                <a:gd name="connsiteX235-35379" fmla="*/ 1293029 w 3024845"/>
                <a:gd name="connsiteY235-35380" fmla="*/ 385036 h 927414"/>
                <a:gd name="connsiteX236-35381" fmla="*/ 1294296 w 3024845"/>
                <a:gd name="connsiteY236-35382" fmla="*/ 385036 h 927414"/>
                <a:gd name="connsiteX237-35383" fmla="*/ 1303163 w 3024845"/>
                <a:gd name="connsiteY237-35384" fmla="*/ 385036 h 927414"/>
                <a:gd name="connsiteX238-35385" fmla="*/ 1313296 w 3024845"/>
                <a:gd name="connsiteY238-35386" fmla="*/ 428271 h 927414"/>
                <a:gd name="connsiteX239-35387" fmla="*/ 1314309 w 3024845"/>
                <a:gd name="connsiteY239-35388" fmla="*/ 428271 h 927414"/>
                <a:gd name="connsiteX240-35389" fmla="*/ 1321403 w 3024845"/>
                <a:gd name="connsiteY240-35390" fmla="*/ 428271 h 927414"/>
                <a:gd name="connsiteX241-35391" fmla="*/ 1321403 w 3024845"/>
                <a:gd name="connsiteY241-35392" fmla="*/ 467183 h 927414"/>
                <a:gd name="connsiteX242-35393" fmla="*/ 1323176 w 3024845"/>
                <a:gd name="connsiteY242-35394" fmla="*/ 467183 h 927414"/>
                <a:gd name="connsiteX243-35395" fmla="*/ 1335590 w 3024845"/>
                <a:gd name="connsiteY243-35396" fmla="*/ 467183 h 927414"/>
                <a:gd name="connsiteX244-35397" fmla="*/ 1335590 w 3024845"/>
                <a:gd name="connsiteY244-35398" fmla="*/ 469345 h 927414"/>
                <a:gd name="connsiteX245-35399" fmla="*/ 1335590 w 3024845"/>
                <a:gd name="connsiteY245-35400" fmla="*/ 484477 h 927414"/>
                <a:gd name="connsiteX246-35401" fmla="*/ 1339643 w 3024845"/>
                <a:gd name="connsiteY246-35402" fmla="*/ 482316 h 927414"/>
                <a:gd name="connsiteX247-35403" fmla="*/ 1339643 w 3024845"/>
                <a:gd name="connsiteY247-35404" fmla="*/ 467183 h 927414"/>
                <a:gd name="connsiteX248-35405" fmla="*/ 1341163 w 3024845"/>
                <a:gd name="connsiteY248-35406" fmla="*/ 467183 h 927414"/>
                <a:gd name="connsiteX249-35407" fmla="*/ 1351803 w 3024845"/>
                <a:gd name="connsiteY249-35408" fmla="*/ 467183 h 927414"/>
                <a:gd name="connsiteX250-35409" fmla="*/ 1351803 w 3024845"/>
                <a:gd name="connsiteY250-35410" fmla="*/ 468804 h 927414"/>
                <a:gd name="connsiteX251-35411" fmla="*/ 1351803 w 3024845"/>
                <a:gd name="connsiteY251-35412" fmla="*/ 480154 h 927414"/>
                <a:gd name="connsiteX252-35413" fmla="*/ 1382204 w 3024845"/>
                <a:gd name="connsiteY252-35414" fmla="*/ 480154 h 927414"/>
                <a:gd name="connsiteX253-35415" fmla="*/ 1382204 w 3024845"/>
                <a:gd name="connsiteY253-35416" fmla="*/ 443404 h 927414"/>
                <a:gd name="connsiteX254-35417" fmla="*/ 1383470 w 3024845"/>
                <a:gd name="connsiteY254-35418" fmla="*/ 443404 h 927414"/>
                <a:gd name="connsiteX255-35419" fmla="*/ 1392337 w 3024845"/>
                <a:gd name="connsiteY255-35420" fmla="*/ 443404 h 927414"/>
                <a:gd name="connsiteX256-35421" fmla="*/ 1392337 w 3024845"/>
                <a:gd name="connsiteY256-35422" fmla="*/ 465021 h 927414"/>
                <a:gd name="connsiteX257-35423" fmla="*/ 1394364 w 3024845"/>
                <a:gd name="connsiteY257-35424" fmla="*/ 432595 h 927414"/>
                <a:gd name="connsiteX258-35425" fmla="*/ 1416657 w 3024845"/>
                <a:gd name="connsiteY258-35426" fmla="*/ 432595 h 927414"/>
                <a:gd name="connsiteX259-35427" fmla="*/ 1416657 w 3024845"/>
                <a:gd name="connsiteY259-35428" fmla="*/ 430973 h 927414"/>
                <a:gd name="connsiteX260-35429" fmla="*/ 1416657 w 3024845"/>
                <a:gd name="connsiteY260-35430" fmla="*/ 419624 h 927414"/>
                <a:gd name="connsiteX261-35431" fmla="*/ 1417417 w 3024845"/>
                <a:gd name="connsiteY261-35432" fmla="*/ 419624 h 927414"/>
                <a:gd name="connsiteX262-35433" fmla="*/ 1422737 w 3024845"/>
                <a:gd name="connsiteY262-35434" fmla="*/ 419624 h 927414"/>
                <a:gd name="connsiteX263-35435" fmla="*/ 1422737 w 3024845"/>
                <a:gd name="connsiteY263-35436" fmla="*/ 417733 h 927414"/>
                <a:gd name="connsiteX264-35437" fmla="*/ 1422737 w 3024845"/>
                <a:gd name="connsiteY264-35438" fmla="*/ 404492 h 927414"/>
                <a:gd name="connsiteX265-35439" fmla="*/ 1426791 w 3024845"/>
                <a:gd name="connsiteY265-35440" fmla="*/ 410977 h 927414"/>
                <a:gd name="connsiteX266-35441" fmla="*/ 1429071 w 3024845"/>
                <a:gd name="connsiteY266-35442" fmla="*/ 410977 h 927414"/>
                <a:gd name="connsiteX267-35443" fmla="*/ 1445031 w 3024845"/>
                <a:gd name="connsiteY267-35444" fmla="*/ 410977 h 927414"/>
                <a:gd name="connsiteX268-35445" fmla="*/ 1445031 w 3024845"/>
                <a:gd name="connsiteY268-35446" fmla="*/ 410166 h 927414"/>
                <a:gd name="connsiteX269-35447" fmla="*/ 1445031 w 3024845"/>
                <a:gd name="connsiteY269-35448" fmla="*/ 404492 h 927414"/>
                <a:gd name="connsiteX270-35449" fmla="*/ 1445791 w 3024845"/>
                <a:gd name="connsiteY270-35450" fmla="*/ 404492 h 927414"/>
                <a:gd name="connsiteX271-35451" fmla="*/ 1451111 w 3024845"/>
                <a:gd name="connsiteY271-35452" fmla="*/ 404492 h 927414"/>
                <a:gd name="connsiteX272-35453" fmla="*/ 1451111 w 3024845"/>
                <a:gd name="connsiteY272-35454" fmla="*/ 405843 h 927414"/>
                <a:gd name="connsiteX273-35455" fmla="*/ 1451111 w 3024845"/>
                <a:gd name="connsiteY273-35456" fmla="*/ 415301 h 927414"/>
                <a:gd name="connsiteX274-35457" fmla="*/ 1489618 w 3024845"/>
                <a:gd name="connsiteY274-35458" fmla="*/ 415301 h 927414"/>
                <a:gd name="connsiteX275-35459" fmla="*/ 1489618 w 3024845"/>
                <a:gd name="connsiteY275-35460" fmla="*/ 553654 h 927414"/>
                <a:gd name="connsiteX276-35461" fmla="*/ 1491138 w 3024845"/>
                <a:gd name="connsiteY276-35462" fmla="*/ 553654 h 927414"/>
                <a:gd name="connsiteX277-35463" fmla="*/ 1501778 w 3024845"/>
                <a:gd name="connsiteY277-35464" fmla="*/ 553654 h 927414"/>
                <a:gd name="connsiteX278-35465" fmla="*/ 1501778 w 3024845"/>
                <a:gd name="connsiteY278-35466" fmla="*/ 540684 h 927414"/>
                <a:gd name="connsiteX279-35467" fmla="*/ 1505832 w 3024845"/>
                <a:gd name="connsiteY279-35468" fmla="*/ 540684 h 927414"/>
                <a:gd name="connsiteX280-35469" fmla="*/ 1505832 w 3024845"/>
                <a:gd name="connsiteY280-35470" fmla="*/ 553654 h 927414"/>
                <a:gd name="connsiteX281-35471" fmla="*/ 1536232 w 3024845"/>
                <a:gd name="connsiteY281-35472" fmla="*/ 553654 h 927414"/>
                <a:gd name="connsiteX282-35473" fmla="*/ 1536232 w 3024845"/>
                <a:gd name="connsiteY282-35474" fmla="*/ 523389 h 927414"/>
                <a:gd name="connsiteX283-35475" fmla="*/ 1548392 w 3024845"/>
                <a:gd name="connsiteY283-35476" fmla="*/ 523389 h 927414"/>
                <a:gd name="connsiteX284-35477" fmla="*/ 1560552 w 3024845"/>
                <a:gd name="connsiteY284-35478" fmla="*/ 521228 h 927414"/>
                <a:gd name="connsiteX285-35479" fmla="*/ 1564606 w 3024845"/>
                <a:gd name="connsiteY285-35480" fmla="*/ 523389 h 927414"/>
                <a:gd name="connsiteX286-35481" fmla="*/ 1574739 w 3024845"/>
                <a:gd name="connsiteY286-35482" fmla="*/ 523389 h 927414"/>
                <a:gd name="connsiteX287-35483" fmla="*/ 1574739 w 3024845"/>
                <a:gd name="connsiteY287-35484" fmla="*/ 553654 h 927414"/>
                <a:gd name="connsiteX288-35485" fmla="*/ 1582846 w 3024845"/>
                <a:gd name="connsiteY288-35486" fmla="*/ 553654 h 927414"/>
                <a:gd name="connsiteX289-35487" fmla="*/ 1582846 w 3024845"/>
                <a:gd name="connsiteY289-35488" fmla="*/ 570949 h 927414"/>
                <a:gd name="connsiteX290-35489" fmla="*/ 1592182 w 3024845"/>
                <a:gd name="connsiteY290-35490" fmla="*/ 571854 h 927414"/>
                <a:gd name="connsiteX291-35491" fmla="*/ 1605140 w 3024845"/>
                <a:gd name="connsiteY291-35492" fmla="*/ 571854 h 927414"/>
                <a:gd name="connsiteX292-35493" fmla="*/ 1605140 w 3024845"/>
                <a:gd name="connsiteY292-35494" fmla="*/ 555816 h 927414"/>
                <a:gd name="connsiteX293-35495" fmla="*/ 1673096 w 3024845"/>
                <a:gd name="connsiteY293-35496" fmla="*/ 555816 h 927414"/>
                <a:gd name="connsiteX294-35497" fmla="*/ 1673096 w 3024845"/>
                <a:gd name="connsiteY294-35498" fmla="*/ 470563 h 927414"/>
                <a:gd name="connsiteX295-35499" fmla="*/ 1745104 w 3024845"/>
                <a:gd name="connsiteY295-35500" fmla="*/ 470563 h 927414"/>
                <a:gd name="connsiteX296-35501" fmla="*/ 1745104 w 3024845"/>
                <a:gd name="connsiteY296-35502" fmla="*/ 549331 h 927414"/>
                <a:gd name="connsiteX297-35503" fmla="*/ 1747008 w 3024845"/>
                <a:gd name="connsiteY297-35504" fmla="*/ 549331 h 927414"/>
                <a:gd name="connsiteX298-35505" fmla="*/ 1748250 w 3024845"/>
                <a:gd name="connsiteY298-35506" fmla="*/ 571854 h 927414"/>
                <a:gd name="connsiteX299-35507" fmla="*/ 1757926 w 3024845"/>
                <a:gd name="connsiteY299-35508" fmla="*/ 571854 h 927414"/>
                <a:gd name="connsiteX300-35509" fmla="*/ 1759168 w 3024845"/>
                <a:gd name="connsiteY300-35510" fmla="*/ 549331 h 927414"/>
                <a:gd name="connsiteX301-35511" fmla="*/ 1765248 w 3024845"/>
                <a:gd name="connsiteY301-35512" fmla="*/ 549331 h 927414"/>
                <a:gd name="connsiteX302-35513" fmla="*/ 1766490 w 3024845"/>
                <a:gd name="connsiteY302-35514" fmla="*/ 571854 h 927414"/>
                <a:gd name="connsiteX303-35515" fmla="*/ 1817112 w 3024845"/>
                <a:gd name="connsiteY303-35516" fmla="*/ 571854 h 927414"/>
                <a:gd name="connsiteX304-35517" fmla="*/ 1817112 w 3024845"/>
                <a:gd name="connsiteY304-35518" fmla="*/ 408826 h 927414"/>
                <a:gd name="connsiteX305-35519" fmla="*/ 2014439 w 3024845"/>
                <a:gd name="connsiteY305-35520" fmla="*/ 408826 h 927414"/>
                <a:gd name="connsiteX306-35521" fmla="*/ 2014439 w 3024845"/>
                <a:gd name="connsiteY306-35522" fmla="*/ 571854 h 927414"/>
                <a:gd name="connsiteX307-35523" fmla="*/ 2033136 w 3024845"/>
                <a:gd name="connsiteY307-35524" fmla="*/ 571854 h 927414"/>
                <a:gd name="connsiteX308-35525" fmla="*/ 2033136 w 3024845"/>
                <a:gd name="connsiteY308-35526" fmla="*/ 489161 h 927414"/>
                <a:gd name="connsiteX309-35527" fmla="*/ 2128256 w 3024845"/>
                <a:gd name="connsiteY309-35528" fmla="*/ 489161 h 927414"/>
                <a:gd name="connsiteX310-35529" fmla="*/ 2146266 w 3024845"/>
                <a:gd name="connsiteY310-35530" fmla="*/ 239 h 927414"/>
                <a:gd name="connsiteX311-35531" fmla="*/ 2180720 w 3024845"/>
                <a:gd name="connsiteY311-35532" fmla="*/ 423948 h 927414"/>
                <a:gd name="connsiteX312-35533" fmla="*/ 2245574 w 3024845"/>
                <a:gd name="connsiteY312-35534" fmla="*/ 423948 h 927414"/>
                <a:gd name="connsiteX313-35535" fmla="*/ 2245574 w 3024845"/>
                <a:gd name="connsiteY313-35536" fmla="*/ 499610 h 927414"/>
                <a:gd name="connsiteX314-35537" fmla="*/ 2253681 w 3024845"/>
                <a:gd name="connsiteY314-35538" fmla="*/ 499610 h 927414"/>
                <a:gd name="connsiteX315-35539" fmla="*/ 2255708 w 3024845"/>
                <a:gd name="connsiteY315-35540" fmla="*/ 493125 h 927414"/>
                <a:gd name="connsiteX316-35541" fmla="*/ 2261788 w 3024845"/>
                <a:gd name="connsiteY316-35542" fmla="*/ 493125 h 927414"/>
                <a:gd name="connsiteX317-35543" fmla="*/ 2263815 w 3024845"/>
                <a:gd name="connsiteY317-35544" fmla="*/ 501772 h 927414"/>
                <a:gd name="connsiteX318-35545" fmla="*/ 2275975 w 3024845"/>
                <a:gd name="connsiteY318-35546" fmla="*/ 501772 h 927414"/>
                <a:gd name="connsiteX319-35547" fmla="*/ 2275975 w 3024845"/>
                <a:gd name="connsiteY319-35548" fmla="*/ 495286 h 927414"/>
                <a:gd name="connsiteX320-35549" fmla="*/ 2298268 w 3024845"/>
                <a:gd name="connsiteY320-35550" fmla="*/ 495286 h 927414"/>
                <a:gd name="connsiteX321-35551" fmla="*/ 2298268 w 3024845"/>
                <a:gd name="connsiteY321-35552" fmla="*/ 501772 h 927414"/>
                <a:gd name="connsiteX322-35553" fmla="*/ 2318535 w 3024845"/>
                <a:gd name="connsiteY322-35554" fmla="*/ 501772 h 927414"/>
                <a:gd name="connsiteX323-35555" fmla="*/ 2318535 w 3024845"/>
                <a:gd name="connsiteY323-35556" fmla="*/ 547169 h 927414"/>
                <a:gd name="connsiteX324-35557" fmla="*/ 2332722 w 3024845"/>
                <a:gd name="connsiteY324-35558" fmla="*/ 547169 h 927414"/>
                <a:gd name="connsiteX325-35559" fmla="*/ 2332722 w 3024845"/>
                <a:gd name="connsiteY325-35560" fmla="*/ 534198 h 927414"/>
                <a:gd name="connsiteX326-35561" fmla="*/ 2348936 w 3024845"/>
                <a:gd name="connsiteY326-35562" fmla="*/ 534198 h 927414"/>
                <a:gd name="connsiteX327-35563" fmla="*/ 2348936 w 3024845"/>
                <a:gd name="connsiteY327-35564" fmla="*/ 354771 h 927414"/>
                <a:gd name="connsiteX328-35565" fmla="*/ 2355016 w 3024845"/>
                <a:gd name="connsiteY328-35566" fmla="*/ 348285 h 927414"/>
                <a:gd name="connsiteX329-35567" fmla="*/ 2427977 w 3024845"/>
                <a:gd name="connsiteY329-35568" fmla="*/ 348285 h 927414"/>
                <a:gd name="connsiteX330-35569" fmla="*/ 2427977 w 3024845"/>
                <a:gd name="connsiteY330-35570" fmla="*/ 356933 h 927414"/>
                <a:gd name="connsiteX331-35571" fmla="*/ 2438110 w 3024845"/>
                <a:gd name="connsiteY331-35572" fmla="*/ 356933 h 927414"/>
                <a:gd name="connsiteX332-35573" fmla="*/ 2438110 w 3024845"/>
                <a:gd name="connsiteY332-35574" fmla="*/ 471507 h 927414"/>
                <a:gd name="connsiteX333-35575" fmla="*/ 2460404 w 3024845"/>
                <a:gd name="connsiteY333-35576" fmla="*/ 471507 h 927414"/>
                <a:gd name="connsiteX334-35577" fmla="*/ 2460404 w 3024845"/>
                <a:gd name="connsiteY334-35578" fmla="*/ 404492 h 927414"/>
                <a:gd name="connsiteX335-35579" fmla="*/ 2486751 w 3024845"/>
                <a:gd name="connsiteY335-35580" fmla="*/ 404492 h 927414"/>
                <a:gd name="connsiteX336-35581" fmla="*/ 2490804 w 3024845"/>
                <a:gd name="connsiteY336-35582" fmla="*/ 400168 h 927414"/>
                <a:gd name="connsiteX337-35583" fmla="*/ 2498911 w 3024845"/>
                <a:gd name="connsiteY337-35584" fmla="*/ 400168 h 927414"/>
                <a:gd name="connsiteX338-35585" fmla="*/ 2502964 w 3024845"/>
                <a:gd name="connsiteY338-35586" fmla="*/ 404492 h 927414"/>
                <a:gd name="connsiteX339-35587" fmla="*/ 2525258 w 3024845"/>
                <a:gd name="connsiteY339-35588" fmla="*/ 404492 h 927414"/>
                <a:gd name="connsiteX340-35589" fmla="*/ 2525258 w 3024845"/>
                <a:gd name="connsiteY340-35590" fmla="*/ 287756 h 927414"/>
                <a:gd name="connsiteX341-35591" fmla="*/ 2582005 w 3024845"/>
                <a:gd name="connsiteY341-35592" fmla="*/ 276947 h 927414"/>
                <a:gd name="connsiteX342-35593" fmla="*/ 2582005 w 3024845"/>
                <a:gd name="connsiteY342-35594" fmla="*/ 278028 h 927414"/>
                <a:gd name="connsiteX343-35595" fmla="*/ 2582005 w 3024845"/>
                <a:gd name="connsiteY343-35596" fmla="*/ 285594 h 927414"/>
                <a:gd name="connsiteX344-35597" fmla="*/ 2608352 w 3024845"/>
                <a:gd name="connsiteY344-35598" fmla="*/ 285594 h 927414"/>
                <a:gd name="connsiteX345-35599" fmla="*/ 2608352 w 3024845"/>
                <a:gd name="connsiteY345-35600" fmla="*/ 540684 h 927414"/>
                <a:gd name="connsiteX346-35601" fmla="*/ 2630646 w 3024845"/>
                <a:gd name="connsiteY346-35602" fmla="*/ 540684 h 927414"/>
                <a:gd name="connsiteX347-35603" fmla="*/ 2630646 w 3024845"/>
                <a:gd name="connsiteY347-35604" fmla="*/ 536360 h 927414"/>
                <a:gd name="connsiteX348-35605" fmla="*/ 2642806 w 3024845"/>
                <a:gd name="connsiteY348-35606" fmla="*/ 536360 h 927414"/>
                <a:gd name="connsiteX349-35607" fmla="*/ 2642806 w 3024845"/>
                <a:gd name="connsiteY349-35608" fmla="*/ 540684 h 927414"/>
                <a:gd name="connsiteX350-35609" fmla="*/ 2667126 w 3024845"/>
                <a:gd name="connsiteY350-35610" fmla="*/ 540684 h 927414"/>
                <a:gd name="connsiteX351-35611" fmla="*/ 2667126 w 3024845"/>
                <a:gd name="connsiteY351-35612" fmla="*/ 527713 h 927414"/>
                <a:gd name="connsiteX352-35613" fmla="*/ 2695500 w 3024845"/>
                <a:gd name="connsiteY352-35614" fmla="*/ 527713 h 927414"/>
                <a:gd name="connsiteX353-35615" fmla="*/ 2707660 w 3024845"/>
                <a:gd name="connsiteY353-35616" fmla="*/ 523389 h 927414"/>
                <a:gd name="connsiteX354-35617" fmla="*/ 2727927 w 3024845"/>
                <a:gd name="connsiteY354-35618" fmla="*/ 527713 h 927414"/>
                <a:gd name="connsiteX355-35619" fmla="*/ 2727927 w 3024845"/>
                <a:gd name="connsiteY355-35620" fmla="*/ 510419 h 927414"/>
                <a:gd name="connsiteX356-35621" fmla="*/ 2736034 w 3024845"/>
                <a:gd name="connsiteY356-35622" fmla="*/ 510419 h 927414"/>
                <a:gd name="connsiteX357-35623" fmla="*/ 2736034 w 3024845"/>
                <a:gd name="connsiteY357-35624" fmla="*/ 497448 h 927414"/>
                <a:gd name="connsiteX358-35625" fmla="*/ 2792781 w 3024845"/>
                <a:gd name="connsiteY358-35626" fmla="*/ 497448 h 927414"/>
                <a:gd name="connsiteX359-35627" fmla="*/ 2792781 w 3024845"/>
                <a:gd name="connsiteY359-35628" fmla="*/ 467183 h 927414"/>
                <a:gd name="connsiteX360-35629" fmla="*/ 2811021 w 3024845"/>
                <a:gd name="connsiteY360-35630" fmla="*/ 467183 h 927414"/>
                <a:gd name="connsiteX361-35631" fmla="*/ 2811021 w 3024845"/>
                <a:gd name="connsiteY361-35632" fmla="*/ 460698 h 927414"/>
                <a:gd name="connsiteX362-35633" fmla="*/ 2823181 w 3024845"/>
                <a:gd name="connsiteY362-35634" fmla="*/ 460698 h 927414"/>
                <a:gd name="connsiteX363-35635" fmla="*/ 2823181 w 3024845"/>
                <a:gd name="connsiteY363-35636" fmla="*/ 467183 h 927414"/>
                <a:gd name="connsiteX364-35637" fmla="*/ 2839395 w 3024845"/>
                <a:gd name="connsiteY364-35638" fmla="*/ 467183 h 927414"/>
                <a:gd name="connsiteX365-35639" fmla="*/ 2839395 w 3024845"/>
                <a:gd name="connsiteY365-35640" fmla="*/ 516904 h 927414"/>
                <a:gd name="connsiteX366-35641" fmla="*/ 2871822 w 3024845"/>
                <a:gd name="connsiteY366-35642" fmla="*/ 516904 h 927414"/>
                <a:gd name="connsiteX367-35643" fmla="*/ 2871822 w 3024845"/>
                <a:gd name="connsiteY367-35644" fmla="*/ 490963 h 927414"/>
                <a:gd name="connsiteX368-35645" fmla="*/ 2910329 w 3024845"/>
                <a:gd name="connsiteY368-35646" fmla="*/ 490963 h 927414"/>
                <a:gd name="connsiteX369-35647" fmla="*/ 2910329 w 3024845"/>
                <a:gd name="connsiteY369-35648" fmla="*/ 460698 h 927414"/>
                <a:gd name="connsiteX370-35649" fmla="*/ 2958970 w 3024845"/>
                <a:gd name="connsiteY370-35650" fmla="*/ 460698 h 927414"/>
                <a:gd name="connsiteX371-35651" fmla="*/ 2958970 w 3024845"/>
                <a:gd name="connsiteY371-35652" fmla="*/ 571854 h 927414"/>
                <a:gd name="connsiteX372-35653" fmla="*/ 2958970 w 3024845"/>
                <a:gd name="connsiteY372-35654" fmla="*/ 585633 h 927414"/>
                <a:gd name="connsiteX373-35655" fmla="*/ 3024845 w 3024845"/>
                <a:gd name="connsiteY373-35656" fmla="*/ 585633 h 927414"/>
                <a:gd name="connsiteX374-35657" fmla="*/ 3024845 w 3024845"/>
                <a:gd name="connsiteY374-35658" fmla="*/ 927414 h 927414"/>
                <a:gd name="connsiteX375-35659" fmla="*/ 2054 w 3024845"/>
                <a:gd name="connsiteY375-35660" fmla="*/ 925081 h 927414"/>
                <a:gd name="connsiteX376-35661" fmla="*/ 0 w 3024845"/>
                <a:gd name="connsiteY376-35662" fmla="*/ 490963 h 927414"/>
                <a:gd name="connsiteX377-35663" fmla="*/ 20267 w 3024845"/>
                <a:gd name="connsiteY377-35664" fmla="*/ 490963 h 927414"/>
                <a:gd name="connsiteX378-35665" fmla="*/ 20774 w 3024845"/>
                <a:gd name="connsiteY378-35666" fmla="*/ 489882 h 927414"/>
                <a:gd name="connsiteX379-35667" fmla="*/ 24320 w 3024845"/>
                <a:gd name="connsiteY379-35668" fmla="*/ 482316 h 927414"/>
                <a:gd name="connsiteX380-35669" fmla="*/ 26094 w 3024845"/>
                <a:gd name="connsiteY380-35670" fmla="*/ 482586 h 927414"/>
                <a:gd name="connsiteX381-35671" fmla="*/ 38507 w 3024845"/>
                <a:gd name="connsiteY381-35672" fmla="*/ 484477 h 927414"/>
                <a:gd name="connsiteX382-35673" fmla="*/ 39014 w 3024845"/>
                <a:gd name="connsiteY382-35674" fmla="*/ 485829 h 927414"/>
                <a:gd name="connsiteX383-35675" fmla="*/ 42560 w 3024845"/>
                <a:gd name="connsiteY383-35676" fmla="*/ 495286 h 927414"/>
                <a:gd name="connsiteX384-35677" fmla="*/ 68907 w 3024845"/>
                <a:gd name="connsiteY384-35678" fmla="*/ 497448 h 927414"/>
                <a:gd name="connsiteX385-35679" fmla="*/ 68907 w 3024845"/>
                <a:gd name="connsiteY385-35680" fmla="*/ 374227 h 927414"/>
                <a:gd name="connsiteX386-35681" fmla="*/ 70934 w 3024845"/>
                <a:gd name="connsiteY386-35682" fmla="*/ 374227 h 927414"/>
                <a:gd name="connsiteX387-35683" fmla="*/ 85121 w 3024845"/>
                <a:gd name="connsiteY387-35684" fmla="*/ 374227 h 927414"/>
                <a:gd name="connsiteX388-35685" fmla="*/ 85121 w 3024845"/>
                <a:gd name="connsiteY388-35686" fmla="*/ 238035 h 927414"/>
                <a:gd name="connsiteX389-35687" fmla="*/ 86894 w 3024845"/>
                <a:gd name="connsiteY389-35688" fmla="*/ 238035 h 927414"/>
                <a:gd name="connsiteX390-35689" fmla="*/ 99308 w 3024845"/>
                <a:gd name="connsiteY390-35690" fmla="*/ 238035 h 927414"/>
                <a:gd name="connsiteX391-35691" fmla="*/ 99308 w 3024845"/>
                <a:gd name="connsiteY391-35692" fmla="*/ 123461 h 927414"/>
                <a:gd name="connsiteX392-35693" fmla="*/ 103361 w 3024845"/>
                <a:gd name="connsiteY392-35694" fmla="*/ 95357 h 927414"/>
                <a:gd name="connsiteX393-35695" fmla="*/ 105388 w 3024845"/>
                <a:gd name="connsiteY393-35696" fmla="*/ 95357 h 927414"/>
                <a:gd name="connsiteX394-35697" fmla="*/ 119575 w 3024845"/>
                <a:gd name="connsiteY394-35698" fmla="*/ 95357 h 927414"/>
                <a:gd name="connsiteX0-35699" fmla="*/ 119575 w 3024845"/>
                <a:gd name="connsiteY0-35700" fmla="*/ 2161 h 834218"/>
                <a:gd name="connsiteX1-35701" fmla="*/ 200642 w 3024845"/>
                <a:gd name="connsiteY1-35702" fmla="*/ 0 h 834218"/>
                <a:gd name="connsiteX2-35703" fmla="*/ 202669 w 3024845"/>
                <a:gd name="connsiteY2-35704" fmla="*/ 0 h 834218"/>
                <a:gd name="connsiteX3-35705" fmla="*/ 216856 w 3024845"/>
                <a:gd name="connsiteY3-35706" fmla="*/ 0 h 834218"/>
                <a:gd name="connsiteX4-35707" fmla="*/ 216856 w 3024845"/>
                <a:gd name="connsiteY4-35708" fmla="*/ 23779 h 834218"/>
                <a:gd name="connsiteX5-35709" fmla="*/ 217363 w 3024845"/>
                <a:gd name="connsiteY5-35710" fmla="*/ 24590 h 834218"/>
                <a:gd name="connsiteX6-35711" fmla="*/ 220909 w 3024845"/>
                <a:gd name="connsiteY6-35712" fmla="*/ 30265 h 834218"/>
                <a:gd name="connsiteX7-35713" fmla="*/ 220909 w 3024845"/>
                <a:gd name="connsiteY7-35714" fmla="*/ 144839 h 834218"/>
                <a:gd name="connsiteX8-35715" fmla="*/ 223189 w 3024845"/>
                <a:gd name="connsiteY8-35716" fmla="*/ 144839 h 834218"/>
                <a:gd name="connsiteX9-35717" fmla="*/ 239150 w 3024845"/>
                <a:gd name="connsiteY9-35718" fmla="*/ 144839 h 834218"/>
                <a:gd name="connsiteX10-35719" fmla="*/ 239150 w 3024845"/>
                <a:gd name="connsiteY10-35720" fmla="*/ 285354 h 834218"/>
                <a:gd name="connsiteX11-35721" fmla="*/ 240670 w 3024845"/>
                <a:gd name="connsiteY11-35722" fmla="*/ 285084 h 834218"/>
                <a:gd name="connsiteX12-35723" fmla="*/ 251310 w 3024845"/>
                <a:gd name="connsiteY12-35724" fmla="*/ 283193 h 834218"/>
                <a:gd name="connsiteX13-35725" fmla="*/ 249283 w 3024845"/>
                <a:gd name="connsiteY13-35726" fmla="*/ 371825 h 834218"/>
                <a:gd name="connsiteX14-35727" fmla="*/ 250803 w 3024845"/>
                <a:gd name="connsiteY14-35728" fmla="*/ 372096 h 834218"/>
                <a:gd name="connsiteX15-35729" fmla="*/ 261443 w 3024845"/>
                <a:gd name="connsiteY15-35730" fmla="*/ 373987 h 834218"/>
                <a:gd name="connsiteX16-35731" fmla="*/ 261696 w 3024845"/>
                <a:gd name="connsiteY16-35732" fmla="*/ 374798 h 834218"/>
                <a:gd name="connsiteX17-35733" fmla="*/ 263470 w 3024845"/>
                <a:gd name="connsiteY17-35734" fmla="*/ 380473 h 834218"/>
                <a:gd name="connsiteX18-35735" fmla="*/ 264230 w 3024845"/>
                <a:gd name="connsiteY18-35736" fmla="*/ 378041 h 834218"/>
                <a:gd name="connsiteX19-35737" fmla="*/ 269550 w 3024845"/>
                <a:gd name="connsiteY19-35738" fmla="*/ 361017 h 834218"/>
                <a:gd name="connsiteX20-35739" fmla="*/ 271323 w 3024845"/>
                <a:gd name="connsiteY20-35740" fmla="*/ 361017 h 834218"/>
                <a:gd name="connsiteX21-35741" fmla="*/ 283737 w 3024845"/>
                <a:gd name="connsiteY21-35742" fmla="*/ 361017 h 834218"/>
                <a:gd name="connsiteX22-35743" fmla="*/ 283737 w 3024845"/>
                <a:gd name="connsiteY22-35744" fmla="*/ 393443 h 834218"/>
                <a:gd name="connsiteX23-35745" fmla="*/ 284750 w 3024845"/>
                <a:gd name="connsiteY23-35746" fmla="*/ 393984 h 834218"/>
                <a:gd name="connsiteX24-35747" fmla="*/ 291844 w 3024845"/>
                <a:gd name="connsiteY24-35748" fmla="*/ 397767 h 834218"/>
                <a:gd name="connsiteX25-35749" fmla="*/ 291844 w 3024845"/>
                <a:gd name="connsiteY25-35750" fmla="*/ 399118 h 834218"/>
                <a:gd name="connsiteX26-35751" fmla="*/ 291844 w 3024845"/>
                <a:gd name="connsiteY26-35752" fmla="*/ 408576 h 834218"/>
                <a:gd name="connsiteX27-35753" fmla="*/ 336431 w 3024845"/>
                <a:gd name="connsiteY27-35754" fmla="*/ 408576 h 834218"/>
                <a:gd name="connsiteX28-35755" fmla="*/ 336431 w 3024845"/>
                <a:gd name="connsiteY28-35756" fmla="*/ 409657 h 834218"/>
                <a:gd name="connsiteX29-35757" fmla="*/ 336431 w 3024845"/>
                <a:gd name="connsiteY29-35758" fmla="*/ 417223 h 834218"/>
                <a:gd name="connsiteX30-35759" fmla="*/ 338457 w 3024845"/>
                <a:gd name="connsiteY30-35760" fmla="*/ 417223 h 834218"/>
                <a:gd name="connsiteX31-35761" fmla="*/ 352644 w 3024845"/>
                <a:gd name="connsiteY31-35762" fmla="*/ 417223 h 834218"/>
                <a:gd name="connsiteX32-35763" fmla="*/ 352644 w 3024845"/>
                <a:gd name="connsiteY32-35764" fmla="*/ 386958 h 834218"/>
                <a:gd name="connsiteX33-35765" fmla="*/ 397231 w 3024845"/>
                <a:gd name="connsiteY33-35766" fmla="*/ 386958 h 834218"/>
                <a:gd name="connsiteX34-35767" fmla="*/ 397231 w 3024845"/>
                <a:gd name="connsiteY34-35768" fmla="*/ 385607 h 834218"/>
                <a:gd name="connsiteX35-35769" fmla="*/ 397231 w 3024845"/>
                <a:gd name="connsiteY35-35770" fmla="*/ 376149 h 834218"/>
                <a:gd name="connsiteX36-35771" fmla="*/ 398245 w 3024845"/>
                <a:gd name="connsiteY36-35772" fmla="*/ 376149 h 834218"/>
                <a:gd name="connsiteX37-35773" fmla="*/ 405338 w 3024845"/>
                <a:gd name="connsiteY37-35774" fmla="*/ 376149 h 834218"/>
                <a:gd name="connsiteX38-35775" fmla="*/ 405338 w 3024845"/>
                <a:gd name="connsiteY38-35776" fmla="*/ 374258 h 834218"/>
                <a:gd name="connsiteX39-35777" fmla="*/ 405338 w 3024845"/>
                <a:gd name="connsiteY39-35778" fmla="*/ 361017 h 834218"/>
                <a:gd name="connsiteX40-35779" fmla="*/ 406098 w 3024845"/>
                <a:gd name="connsiteY40-35780" fmla="*/ 361017 h 834218"/>
                <a:gd name="connsiteX41-35781" fmla="*/ 411418 w 3024845"/>
                <a:gd name="connsiteY41-35782" fmla="*/ 361017 h 834218"/>
                <a:gd name="connsiteX42-35783" fmla="*/ 411418 w 3024845"/>
                <a:gd name="connsiteY42-35784" fmla="*/ 359936 h 834218"/>
                <a:gd name="connsiteX43-35785" fmla="*/ 411418 w 3024845"/>
                <a:gd name="connsiteY43-35786" fmla="*/ 352369 h 834218"/>
                <a:gd name="connsiteX44-35787" fmla="*/ 413445 w 3024845"/>
                <a:gd name="connsiteY44-35788" fmla="*/ 352369 h 834218"/>
                <a:gd name="connsiteX45-35789" fmla="*/ 427632 w 3024845"/>
                <a:gd name="connsiteY45-35790" fmla="*/ 352369 h 834218"/>
                <a:gd name="connsiteX46-35791" fmla="*/ 427632 w 3024845"/>
                <a:gd name="connsiteY46-35792" fmla="*/ 353450 h 834218"/>
                <a:gd name="connsiteX47-35793" fmla="*/ 427632 w 3024845"/>
                <a:gd name="connsiteY47-35794" fmla="*/ 361017 h 834218"/>
                <a:gd name="connsiteX48-35795" fmla="*/ 449925 w 3024845"/>
                <a:gd name="connsiteY48-35796" fmla="*/ 361017 h 834218"/>
                <a:gd name="connsiteX49-35797" fmla="*/ 449925 w 3024845"/>
                <a:gd name="connsiteY49-35798" fmla="*/ 359125 h 834218"/>
                <a:gd name="connsiteX50-35799" fmla="*/ 449925 w 3024845"/>
                <a:gd name="connsiteY50-35800" fmla="*/ 345884 h 834218"/>
                <a:gd name="connsiteX51-35801" fmla="*/ 451699 w 3024845"/>
                <a:gd name="connsiteY51-35802" fmla="*/ 345884 h 834218"/>
                <a:gd name="connsiteX52-35803" fmla="*/ 464112 w 3024845"/>
                <a:gd name="connsiteY52-35804" fmla="*/ 345884 h 834218"/>
                <a:gd name="connsiteX53-35805" fmla="*/ 464112 w 3024845"/>
                <a:gd name="connsiteY53-35806" fmla="*/ 369664 h 834218"/>
                <a:gd name="connsiteX54-35807" fmla="*/ 465126 w 3024845"/>
                <a:gd name="connsiteY54-35808" fmla="*/ 369664 h 834218"/>
                <a:gd name="connsiteX55-35809" fmla="*/ 472219 w 3024845"/>
                <a:gd name="connsiteY55-35810" fmla="*/ 369664 h 834218"/>
                <a:gd name="connsiteX56-35811" fmla="*/ 472219 w 3024845"/>
                <a:gd name="connsiteY56-35812" fmla="*/ 368583 h 834218"/>
                <a:gd name="connsiteX57-35813" fmla="*/ 472219 w 3024845"/>
                <a:gd name="connsiteY57-35814" fmla="*/ 361017 h 834218"/>
                <a:gd name="connsiteX58-35815" fmla="*/ 473992 w 3024845"/>
                <a:gd name="connsiteY58-35816" fmla="*/ 361017 h 834218"/>
                <a:gd name="connsiteX59-35817" fmla="*/ 486406 w 3024845"/>
                <a:gd name="connsiteY59-35818" fmla="*/ 361017 h 834218"/>
                <a:gd name="connsiteX60-35819" fmla="*/ 486406 w 3024845"/>
                <a:gd name="connsiteY60-35820" fmla="*/ 386958 h 834218"/>
                <a:gd name="connsiteX61-35821" fmla="*/ 488433 w 3024845"/>
                <a:gd name="connsiteY61-35822" fmla="*/ 386958 h 834218"/>
                <a:gd name="connsiteX62-35823" fmla="*/ 502619 w 3024845"/>
                <a:gd name="connsiteY62-35824" fmla="*/ 386958 h 834218"/>
                <a:gd name="connsiteX63-35825" fmla="*/ 502619 w 3024845"/>
                <a:gd name="connsiteY63-35826" fmla="*/ 388579 h 834218"/>
                <a:gd name="connsiteX64-35827" fmla="*/ 502619 w 3024845"/>
                <a:gd name="connsiteY64-35828" fmla="*/ 399929 h 834218"/>
                <a:gd name="connsiteX65-35829" fmla="*/ 503379 w 3024845"/>
                <a:gd name="connsiteY65-35830" fmla="*/ 399929 h 834218"/>
                <a:gd name="connsiteX66-35831" fmla="*/ 508700 w 3024845"/>
                <a:gd name="connsiteY66-35832" fmla="*/ 399929 h 834218"/>
                <a:gd name="connsiteX67-35833" fmla="*/ 508700 w 3024845"/>
                <a:gd name="connsiteY67-35834" fmla="*/ 399118 h 834218"/>
                <a:gd name="connsiteX68-35835" fmla="*/ 508700 w 3024845"/>
                <a:gd name="connsiteY68-35836" fmla="*/ 393443 h 834218"/>
                <a:gd name="connsiteX69-35837" fmla="*/ 539100 w 3024845"/>
                <a:gd name="connsiteY69-35838" fmla="*/ 393443 h 834218"/>
                <a:gd name="connsiteX70-35839" fmla="*/ 539100 w 3024845"/>
                <a:gd name="connsiteY70-35840" fmla="*/ 417223 h 834218"/>
                <a:gd name="connsiteX71-35841" fmla="*/ 540113 w 3024845"/>
                <a:gd name="connsiteY71-35842" fmla="*/ 417223 h 834218"/>
                <a:gd name="connsiteX72-35843" fmla="*/ 547207 w 3024845"/>
                <a:gd name="connsiteY72-35844" fmla="*/ 417223 h 834218"/>
                <a:gd name="connsiteX73-35845" fmla="*/ 547207 w 3024845"/>
                <a:gd name="connsiteY73-35846" fmla="*/ 418304 h 834218"/>
                <a:gd name="connsiteX74-35847" fmla="*/ 547207 w 3024845"/>
                <a:gd name="connsiteY74-35848" fmla="*/ 425870 h 834218"/>
                <a:gd name="connsiteX75-35849" fmla="*/ 547967 w 3024845"/>
                <a:gd name="connsiteY75-35850" fmla="*/ 425870 h 834218"/>
                <a:gd name="connsiteX76-35851" fmla="*/ 553287 w 3024845"/>
                <a:gd name="connsiteY76-35852" fmla="*/ 425870 h 834218"/>
                <a:gd name="connsiteX77-35853" fmla="*/ 553287 w 3024845"/>
                <a:gd name="connsiteY77-35854" fmla="*/ 423708 h 834218"/>
                <a:gd name="connsiteX78-35855" fmla="*/ 553287 w 3024845"/>
                <a:gd name="connsiteY78-35856" fmla="*/ 408576 h 834218"/>
                <a:gd name="connsiteX79-35857" fmla="*/ 554300 w 3024845"/>
                <a:gd name="connsiteY79-35858" fmla="*/ 408576 h 834218"/>
                <a:gd name="connsiteX80-35859" fmla="*/ 561394 w 3024845"/>
                <a:gd name="connsiteY80-35860" fmla="*/ 408576 h 834218"/>
                <a:gd name="connsiteX81-35861" fmla="*/ 561394 w 3024845"/>
                <a:gd name="connsiteY81-35862" fmla="*/ 409657 h 834218"/>
                <a:gd name="connsiteX82-35863" fmla="*/ 561394 w 3024845"/>
                <a:gd name="connsiteY82-35864" fmla="*/ 417223 h 834218"/>
                <a:gd name="connsiteX83-35865" fmla="*/ 566714 w 3024845"/>
                <a:gd name="connsiteY83-35866" fmla="*/ 415230 h 834218"/>
                <a:gd name="connsiteX84-35867" fmla="*/ 567474 w 3024845"/>
                <a:gd name="connsiteY84-35868" fmla="*/ 414250 h 834218"/>
                <a:gd name="connsiteX85-35869" fmla="*/ 567474 w 3024845"/>
                <a:gd name="connsiteY85-35870" fmla="*/ 408576 h 834218"/>
                <a:gd name="connsiteX86-35871" fmla="*/ 605981 w 3024845"/>
                <a:gd name="connsiteY86-35872" fmla="*/ 408576 h 834218"/>
                <a:gd name="connsiteX87-35873" fmla="*/ 605981 w 3024845"/>
                <a:gd name="connsiteY87-35874" fmla="*/ 432355 h 834218"/>
                <a:gd name="connsiteX88-35875" fmla="*/ 608007 w 3024845"/>
                <a:gd name="connsiteY88-35876" fmla="*/ 432355 h 834218"/>
                <a:gd name="connsiteX89-35877" fmla="*/ 622194 w 3024845"/>
                <a:gd name="connsiteY89-35878" fmla="*/ 432355 h 834218"/>
                <a:gd name="connsiteX90-35879" fmla="*/ 622194 w 3024845"/>
                <a:gd name="connsiteY90-35880" fmla="*/ 433436 h 834218"/>
                <a:gd name="connsiteX91-35881" fmla="*/ 622194 w 3024845"/>
                <a:gd name="connsiteY91-35882" fmla="*/ 441002 h 834218"/>
                <a:gd name="connsiteX92-35883" fmla="*/ 623968 w 3024845"/>
                <a:gd name="connsiteY92-35884" fmla="*/ 441002 h 834218"/>
                <a:gd name="connsiteX93-35885" fmla="*/ 636381 w 3024845"/>
                <a:gd name="connsiteY93-35886" fmla="*/ 441002 h 834218"/>
                <a:gd name="connsiteX94-35887" fmla="*/ 636381 w 3024845"/>
                <a:gd name="connsiteY94-35888" fmla="*/ 417223 h 834218"/>
                <a:gd name="connsiteX95-35889" fmla="*/ 637394 w 3024845"/>
                <a:gd name="connsiteY95-35890" fmla="*/ 417223 h 834218"/>
                <a:gd name="connsiteX96-35891" fmla="*/ 644488 w 3024845"/>
                <a:gd name="connsiteY96-35892" fmla="*/ 417223 h 834218"/>
                <a:gd name="connsiteX97-35893" fmla="*/ 644488 w 3024845"/>
                <a:gd name="connsiteY97-35894" fmla="*/ 384796 h 834218"/>
                <a:gd name="connsiteX98-35895" fmla="*/ 645501 w 3024845"/>
                <a:gd name="connsiteY98-35896" fmla="*/ 384796 h 834218"/>
                <a:gd name="connsiteX99-35897" fmla="*/ 652595 w 3024845"/>
                <a:gd name="connsiteY99-35898" fmla="*/ 384796 h 834218"/>
                <a:gd name="connsiteX100-35899" fmla="*/ 652595 w 3024845"/>
                <a:gd name="connsiteY100-35900" fmla="*/ 382905 h 834218"/>
                <a:gd name="connsiteX101-35901" fmla="*/ 652595 w 3024845"/>
                <a:gd name="connsiteY101-35902" fmla="*/ 369664 h 834218"/>
                <a:gd name="connsiteX102-35903" fmla="*/ 651328 w 3024845"/>
                <a:gd name="connsiteY102-35904" fmla="*/ 368042 h 834218"/>
                <a:gd name="connsiteX103-35905" fmla="*/ 656648 w 3024845"/>
                <a:gd name="connsiteY103-35906" fmla="*/ 356693 h 834218"/>
                <a:gd name="connsiteX104-35907" fmla="*/ 664755 w 3024845"/>
                <a:gd name="connsiteY104-35908" fmla="*/ 384796 h 834218"/>
                <a:gd name="connsiteX105-35909" fmla="*/ 665515 w 3024845"/>
                <a:gd name="connsiteY105-35910" fmla="*/ 384796 h 834218"/>
                <a:gd name="connsiteX106-35911" fmla="*/ 670835 w 3024845"/>
                <a:gd name="connsiteY106-35912" fmla="*/ 384796 h 834218"/>
                <a:gd name="connsiteX107-35913" fmla="*/ 670835 w 3024845"/>
                <a:gd name="connsiteY107-35914" fmla="*/ 278869 h 834218"/>
                <a:gd name="connsiteX108-35915" fmla="*/ 672355 w 3024845"/>
                <a:gd name="connsiteY108-35916" fmla="*/ 278869 h 834218"/>
                <a:gd name="connsiteX109-35917" fmla="*/ 682995 w 3024845"/>
                <a:gd name="connsiteY109-35918" fmla="*/ 278869 h 834218"/>
                <a:gd name="connsiteX110-35919" fmla="*/ 682995 w 3024845"/>
                <a:gd name="connsiteY110-35920" fmla="*/ 231310 h 834218"/>
                <a:gd name="connsiteX111-35921" fmla="*/ 709342 w 3024845"/>
                <a:gd name="connsiteY111-35922" fmla="*/ 231310 h 834218"/>
                <a:gd name="connsiteX112-35923" fmla="*/ 709342 w 3024845"/>
                <a:gd name="connsiteY112-35924" fmla="*/ 209692 h 834218"/>
                <a:gd name="connsiteX113-35925" fmla="*/ 743796 w 3024845"/>
                <a:gd name="connsiteY113-35926" fmla="*/ 209692 h 834218"/>
                <a:gd name="connsiteX114-35927" fmla="*/ 743796 w 3024845"/>
                <a:gd name="connsiteY114-35928" fmla="*/ 212124 h 834218"/>
                <a:gd name="connsiteX115-35929" fmla="*/ 743796 w 3024845"/>
                <a:gd name="connsiteY115-35930" fmla="*/ 229148 h 834218"/>
                <a:gd name="connsiteX116-35931" fmla="*/ 746076 w 3024845"/>
                <a:gd name="connsiteY116-35932" fmla="*/ 229148 h 834218"/>
                <a:gd name="connsiteX117-35933" fmla="*/ 762036 w 3024845"/>
                <a:gd name="connsiteY117-35934" fmla="*/ 229148 h 834218"/>
                <a:gd name="connsiteX118-35935" fmla="*/ 762036 w 3024845"/>
                <a:gd name="connsiteY118-35936" fmla="*/ 276707 h 834218"/>
                <a:gd name="connsiteX119-35937" fmla="*/ 763049 w 3024845"/>
                <a:gd name="connsiteY119-35938" fmla="*/ 276707 h 834218"/>
                <a:gd name="connsiteX120-35939" fmla="*/ 770143 w 3024845"/>
                <a:gd name="connsiteY120-35940" fmla="*/ 276707 h 834218"/>
                <a:gd name="connsiteX121-35941" fmla="*/ 784330 w 3024845"/>
                <a:gd name="connsiteY121-35942" fmla="*/ 281031 h 834218"/>
                <a:gd name="connsiteX122-35943" fmla="*/ 784330 w 3024845"/>
                <a:gd name="connsiteY122-35944" fmla="*/ 319943 h 834218"/>
                <a:gd name="connsiteX123-35945" fmla="*/ 785343 w 3024845"/>
                <a:gd name="connsiteY123-35946" fmla="*/ 319943 h 834218"/>
                <a:gd name="connsiteX124-35947" fmla="*/ 792436 w 3024845"/>
                <a:gd name="connsiteY124-35948" fmla="*/ 319943 h 834218"/>
                <a:gd name="connsiteX125-35949" fmla="*/ 792436 w 3024845"/>
                <a:gd name="connsiteY125-35950" fmla="*/ 321564 h 834218"/>
                <a:gd name="connsiteX126-35951" fmla="*/ 792436 w 3024845"/>
                <a:gd name="connsiteY126-35952" fmla="*/ 332913 h 834218"/>
                <a:gd name="connsiteX127-35953" fmla="*/ 794463 w 3024845"/>
                <a:gd name="connsiteY127-35954" fmla="*/ 332913 h 834218"/>
                <a:gd name="connsiteX128-35955" fmla="*/ 808650 w 3024845"/>
                <a:gd name="connsiteY128-35956" fmla="*/ 332913 h 834218"/>
                <a:gd name="connsiteX129-35957" fmla="*/ 814730 w 3024845"/>
                <a:gd name="connsiteY129-35958" fmla="*/ 339399 h 834218"/>
                <a:gd name="connsiteX130-35959" fmla="*/ 814730 w 3024845"/>
                <a:gd name="connsiteY130-35960" fmla="*/ 361017 h 834218"/>
                <a:gd name="connsiteX131-35961" fmla="*/ 817010 w 3024845"/>
                <a:gd name="connsiteY131-35962" fmla="*/ 361017 h 834218"/>
                <a:gd name="connsiteX132-35963" fmla="*/ 832970 w 3024845"/>
                <a:gd name="connsiteY132-35964" fmla="*/ 361017 h 834218"/>
                <a:gd name="connsiteX133-35965" fmla="*/ 832970 w 3024845"/>
                <a:gd name="connsiteY133-35966" fmla="*/ 362097 h 834218"/>
                <a:gd name="connsiteX134-35967" fmla="*/ 832970 w 3024845"/>
                <a:gd name="connsiteY134-35968" fmla="*/ 369664 h 834218"/>
                <a:gd name="connsiteX135-35969" fmla="*/ 834237 w 3024845"/>
                <a:gd name="connsiteY135-35970" fmla="*/ 369664 h 834218"/>
                <a:gd name="connsiteX136-35971" fmla="*/ 843104 w 3024845"/>
                <a:gd name="connsiteY136-35972" fmla="*/ 369664 h 834218"/>
                <a:gd name="connsiteX137-35973" fmla="*/ 843104 w 3024845"/>
                <a:gd name="connsiteY137-35974" fmla="*/ 371825 h 834218"/>
                <a:gd name="connsiteX138-35975" fmla="*/ 843104 w 3024845"/>
                <a:gd name="connsiteY138-35976" fmla="*/ 386958 h 834218"/>
                <a:gd name="connsiteX139-35977" fmla="*/ 847157 w 3024845"/>
                <a:gd name="connsiteY139-35978" fmla="*/ 385066 h 834218"/>
                <a:gd name="connsiteX140-35979" fmla="*/ 847157 w 3024845"/>
                <a:gd name="connsiteY140-35980" fmla="*/ 371825 h 834218"/>
                <a:gd name="connsiteX141-35981" fmla="*/ 848170 w 3024845"/>
                <a:gd name="connsiteY141-35982" fmla="*/ 371825 h 834218"/>
                <a:gd name="connsiteX142-35983" fmla="*/ 855264 w 3024845"/>
                <a:gd name="connsiteY142-35984" fmla="*/ 371825 h 834218"/>
                <a:gd name="connsiteX143-35985" fmla="*/ 855264 w 3024845"/>
                <a:gd name="connsiteY143-35986" fmla="*/ 373447 h 834218"/>
                <a:gd name="connsiteX144-35987" fmla="*/ 855264 w 3024845"/>
                <a:gd name="connsiteY144-35988" fmla="*/ 384796 h 834218"/>
                <a:gd name="connsiteX145-35989" fmla="*/ 856024 w 3024845"/>
                <a:gd name="connsiteY145-35990" fmla="*/ 384796 h 834218"/>
                <a:gd name="connsiteX146-35991" fmla="*/ 861344 w 3024845"/>
                <a:gd name="connsiteY146-35992" fmla="*/ 384796 h 834218"/>
                <a:gd name="connsiteX147-35993" fmla="*/ 909984 w 3024845"/>
                <a:gd name="connsiteY147-35994" fmla="*/ 380473 h 834218"/>
                <a:gd name="connsiteX148-35995" fmla="*/ 909984 w 3024845"/>
                <a:gd name="connsiteY148-35996" fmla="*/ 381824 h 834218"/>
                <a:gd name="connsiteX149-35997" fmla="*/ 909984 w 3024845"/>
                <a:gd name="connsiteY149-35998" fmla="*/ 391281 h 834218"/>
                <a:gd name="connsiteX150-35999" fmla="*/ 910744 w 3024845"/>
                <a:gd name="connsiteY150-36000" fmla="*/ 391281 h 834218"/>
                <a:gd name="connsiteX151-36001" fmla="*/ 916065 w 3024845"/>
                <a:gd name="connsiteY151-36002" fmla="*/ 391281 h 834218"/>
                <a:gd name="connsiteX152-36003" fmla="*/ 916065 w 3024845"/>
                <a:gd name="connsiteY152-36004" fmla="*/ 393443 h 834218"/>
                <a:gd name="connsiteX153-36005" fmla="*/ 916065 w 3024845"/>
                <a:gd name="connsiteY153-36006" fmla="*/ 408576 h 834218"/>
                <a:gd name="connsiteX154-36007" fmla="*/ 918091 w 3024845"/>
                <a:gd name="connsiteY154-36008" fmla="*/ 407225 h 834218"/>
                <a:gd name="connsiteX155-36009" fmla="*/ 932278 w 3024845"/>
                <a:gd name="connsiteY155-36010" fmla="*/ 397767 h 834218"/>
                <a:gd name="connsiteX156-36011" fmla="*/ 938358 w 3024845"/>
                <a:gd name="connsiteY156-36012" fmla="*/ 356693 h 834218"/>
                <a:gd name="connsiteX157-36013" fmla="*/ 939118 w 3024845"/>
                <a:gd name="connsiteY157-36014" fmla="*/ 356423 h 834218"/>
                <a:gd name="connsiteX158-36015" fmla="*/ 944438 w 3024845"/>
                <a:gd name="connsiteY158-36016" fmla="*/ 354531 h 834218"/>
                <a:gd name="connsiteX159-36017" fmla="*/ 946465 w 3024845"/>
                <a:gd name="connsiteY159-36018" fmla="*/ 285354 h 834218"/>
                <a:gd name="connsiteX160-36019" fmla="*/ 948492 w 3024845"/>
                <a:gd name="connsiteY160-36020" fmla="*/ 354531 h 834218"/>
                <a:gd name="connsiteX161-36021" fmla="*/ 949252 w 3024845"/>
                <a:gd name="connsiteY161-36022" fmla="*/ 354801 h 834218"/>
                <a:gd name="connsiteX162-36023" fmla="*/ 954572 w 3024845"/>
                <a:gd name="connsiteY162-36024" fmla="*/ 356693 h 834218"/>
                <a:gd name="connsiteX163-36025" fmla="*/ 954572 w 3024845"/>
                <a:gd name="connsiteY163-36026" fmla="*/ 270222 h 834218"/>
                <a:gd name="connsiteX164-36027" fmla="*/ 958625 w 3024845"/>
                <a:gd name="connsiteY164-36028" fmla="*/ 237795 h 834218"/>
                <a:gd name="connsiteX165-36029" fmla="*/ 997132 w 3024845"/>
                <a:gd name="connsiteY165-36030" fmla="*/ 237795 h 834218"/>
                <a:gd name="connsiteX166-36031" fmla="*/ 997132 w 3024845"/>
                <a:gd name="connsiteY166-36032" fmla="*/ 270222 h 834218"/>
                <a:gd name="connsiteX167-36033" fmla="*/ 997892 w 3024845"/>
                <a:gd name="connsiteY167-36034" fmla="*/ 270222 h 834218"/>
                <a:gd name="connsiteX168-36035" fmla="*/ 1003212 w 3024845"/>
                <a:gd name="connsiteY168-36036" fmla="*/ 270222 h 834218"/>
                <a:gd name="connsiteX169-36037" fmla="*/ 1003212 w 3024845"/>
                <a:gd name="connsiteY169-36038" fmla="*/ 188074 h 834218"/>
                <a:gd name="connsiteX170-36039" fmla="*/ 1004986 w 3024845"/>
                <a:gd name="connsiteY170-36040" fmla="*/ 188074 h 834218"/>
                <a:gd name="connsiteX171-36041" fmla="*/ 1017399 w 3024845"/>
                <a:gd name="connsiteY171-36042" fmla="*/ 188074 h 834218"/>
                <a:gd name="connsiteX172-36043" fmla="*/ 1017399 w 3024845"/>
                <a:gd name="connsiteY172-36044" fmla="*/ 186183 h 834218"/>
                <a:gd name="connsiteX173-36045" fmla="*/ 1017399 w 3024845"/>
                <a:gd name="connsiteY173-36046" fmla="*/ 172942 h 834218"/>
                <a:gd name="connsiteX174-36047" fmla="*/ 1039693 w 3024845"/>
                <a:gd name="connsiteY174-36048" fmla="*/ 172942 h 834218"/>
                <a:gd name="connsiteX175-36049" fmla="*/ 1039693 w 3024845"/>
                <a:gd name="connsiteY175-36050" fmla="*/ 171861 h 834218"/>
                <a:gd name="connsiteX176-36051" fmla="*/ 1039693 w 3024845"/>
                <a:gd name="connsiteY176-36052" fmla="*/ 164295 h 834218"/>
                <a:gd name="connsiteX177-36053" fmla="*/ 1041466 w 3024845"/>
                <a:gd name="connsiteY177-36054" fmla="*/ 164295 h 834218"/>
                <a:gd name="connsiteX178-36055" fmla="*/ 1053880 w 3024845"/>
                <a:gd name="connsiteY178-36056" fmla="*/ 164295 h 834218"/>
                <a:gd name="connsiteX179-36057" fmla="*/ 1053880 w 3024845"/>
                <a:gd name="connsiteY179-36058" fmla="*/ 165376 h 834218"/>
                <a:gd name="connsiteX180-36059" fmla="*/ 1053880 w 3024845"/>
                <a:gd name="connsiteY180-36060" fmla="*/ 172942 h 834218"/>
                <a:gd name="connsiteX181-36061" fmla="*/ 1054640 w 3024845"/>
                <a:gd name="connsiteY181-36062" fmla="*/ 172942 h 834218"/>
                <a:gd name="connsiteX182-36063" fmla="*/ 1059960 w 3024845"/>
                <a:gd name="connsiteY182-36064" fmla="*/ 172942 h 834218"/>
                <a:gd name="connsiteX183-36065" fmla="*/ 1070093 w 3024845"/>
                <a:gd name="connsiteY183-36066" fmla="*/ 168618 h 834218"/>
                <a:gd name="connsiteX184-36067" fmla="*/ 1074146 w 3024845"/>
                <a:gd name="connsiteY184-36068" fmla="*/ 171861 h 834218"/>
                <a:gd name="connsiteX185-36069" fmla="*/ 1074146 w 3024845"/>
                <a:gd name="connsiteY185-36070" fmla="*/ 164295 h 834218"/>
                <a:gd name="connsiteX186-36071" fmla="*/ 1076426 w 3024845"/>
                <a:gd name="connsiteY186-36072" fmla="*/ 164295 h 834218"/>
                <a:gd name="connsiteX187-36073" fmla="*/ 1092387 w 3024845"/>
                <a:gd name="connsiteY187-36074" fmla="*/ 164295 h 834218"/>
                <a:gd name="connsiteX188-36075" fmla="*/ 1092387 w 3024845"/>
                <a:gd name="connsiteY188-36076" fmla="*/ 165376 h 834218"/>
                <a:gd name="connsiteX189-36077" fmla="*/ 1092387 w 3024845"/>
                <a:gd name="connsiteY189-36078" fmla="*/ 172942 h 834218"/>
                <a:gd name="connsiteX190-36079" fmla="*/ 1122787 w 3024845"/>
                <a:gd name="connsiteY190-36080" fmla="*/ 172942 h 834218"/>
                <a:gd name="connsiteX191-36081" fmla="*/ 1122787 w 3024845"/>
                <a:gd name="connsiteY191-36082" fmla="*/ 174563 h 834218"/>
                <a:gd name="connsiteX192-36083" fmla="*/ 1122787 w 3024845"/>
                <a:gd name="connsiteY192-36084" fmla="*/ 185913 h 834218"/>
                <a:gd name="connsiteX193-36085" fmla="*/ 1149134 w 3024845"/>
                <a:gd name="connsiteY193-36086" fmla="*/ 185913 h 834218"/>
                <a:gd name="connsiteX194-36087" fmla="*/ 1149134 w 3024845"/>
                <a:gd name="connsiteY194-36088" fmla="*/ 216177 h 834218"/>
                <a:gd name="connsiteX195-36089" fmla="*/ 1149894 w 3024845"/>
                <a:gd name="connsiteY195-36090" fmla="*/ 216177 h 834218"/>
                <a:gd name="connsiteX196-36091" fmla="*/ 1155214 w 3024845"/>
                <a:gd name="connsiteY196-36092" fmla="*/ 216177 h 834218"/>
                <a:gd name="connsiteX197-36093" fmla="*/ 1155214 w 3024845"/>
                <a:gd name="connsiteY197-36094" fmla="*/ 217258 h 834218"/>
                <a:gd name="connsiteX198-36095" fmla="*/ 1155214 w 3024845"/>
                <a:gd name="connsiteY198-36096" fmla="*/ 224825 h 834218"/>
                <a:gd name="connsiteX199-36097" fmla="*/ 1159268 w 3024845"/>
                <a:gd name="connsiteY199-36098" fmla="*/ 255089 h 834218"/>
                <a:gd name="connsiteX200-36099" fmla="*/ 1160028 w 3024845"/>
                <a:gd name="connsiteY200-36100" fmla="*/ 255089 h 834218"/>
                <a:gd name="connsiteX201-36101" fmla="*/ 1165348 w 3024845"/>
                <a:gd name="connsiteY201-36102" fmla="*/ 255089 h 834218"/>
                <a:gd name="connsiteX202-36103" fmla="*/ 1165348 w 3024845"/>
                <a:gd name="connsiteY202-36104" fmla="*/ 255900 h 834218"/>
                <a:gd name="connsiteX203-36105" fmla="*/ 1165348 w 3024845"/>
                <a:gd name="connsiteY203-36106" fmla="*/ 261575 h 834218"/>
                <a:gd name="connsiteX204-36107" fmla="*/ 1166361 w 3024845"/>
                <a:gd name="connsiteY204-36108" fmla="*/ 261575 h 834218"/>
                <a:gd name="connsiteX205-36109" fmla="*/ 1173454 w 3024845"/>
                <a:gd name="connsiteY205-36110" fmla="*/ 261575 h 834218"/>
                <a:gd name="connsiteX206-36111" fmla="*/ 1173454 w 3024845"/>
                <a:gd name="connsiteY206-36112" fmla="*/ 291840 h 834218"/>
                <a:gd name="connsiteX207-36113" fmla="*/ 1175481 w 3024845"/>
                <a:gd name="connsiteY207-36114" fmla="*/ 291840 h 834218"/>
                <a:gd name="connsiteX208-36115" fmla="*/ 1189668 w 3024845"/>
                <a:gd name="connsiteY208-36116" fmla="*/ 291840 h 834218"/>
                <a:gd name="connsiteX209-36117" fmla="*/ 1189668 w 3024845"/>
                <a:gd name="connsiteY209-36118" fmla="*/ 315619 h 834218"/>
                <a:gd name="connsiteX210-36119" fmla="*/ 1191695 w 3024845"/>
                <a:gd name="connsiteY210-36120" fmla="*/ 317240 h 834218"/>
                <a:gd name="connsiteX211-36121" fmla="*/ 1191695 w 3024845"/>
                <a:gd name="connsiteY211-36122" fmla="*/ 328590 h 834218"/>
                <a:gd name="connsiteX212-36123" fmla="*/ 1192455 w 3024845"/>
                <a:gd name="connsiteY212-36124" fmla="*/ 328590 h 834218"/>
                <a:gd name="connsiteX213-36125" fmla="*/ 1197775 w 3024845"/>
                <a:gd name="connsiteY213-36126" fmla="*/ 328590 h 834218"/>
                <a:gd name="connsiteX214-36127" fmla="*/ 1197775 w 3024845"/>
                <a:gd name="connsiteY214-36128" fmla="*/ 352369 h 834218"/>
                <a:gd name="connsiteX215-36129" fmla="*/ 1199041 w 3024845"/>
                <a:gd name="connsiteY215-36130" fmla="*/ 352369 h 834218"/>
                <a:gd name="connsiteX216-36131" fmla="*/ 1207908 w 3024845"/>
                <a:gd name="connsiteY216-36132" fmla="*/ 352369 h 834218"/>
                <a:gd name="connsiteX217-36133" fmla="*/ 1209935 w 3024845"/>
                <a:gd name="connsiteY217-36134" fmla="*/ 356423 h 834218"/>
                <a:gd name="connsiteX218-36135" fmla="*/ 1209935 w 3024845"/>
                <a:gd name="connsiteY218-36136" fmla="*/ 369664 h 834218"/>
                <a:gd name="connsiteX219-36137" fmla="*/ 1211455 w 3024845"/>
                <a:gd name="connsiteY219-36138" fmla="*/ 367772 h 834218"/>
                <a:gd name="connsiteX220-36139" fmla="*/ 1222095 w 3024845"/>
                <a:gd name="connsiteY220-36140" fmla="*/ 354531 h 834218"/>
                <a:gd name="connsiteX221-36141" fmla="*/ 1250469 w 3024845"/>
                <a:gd name="connsiteY221-36142" fmla="*/ 354531 h 834218"/>
                <a:gd name="connsiteX222-36143" fmla="*/ 1250469 w 3024845"/>
                <a:gd name="connsiteY222-36144" fmla="*/ 441002 h 834218"/>
                <a:gd name="connsiteX223-36145" fmla="*/ 1251229 w 3024845"/>
                <a:gd name="connsiteY223-36146" fmla="*/ 441002 h 834218"/>
                <a:gd name="connsiteX224-36147" fmla="*/ 1256549 w 3024845"/>
                <a:gd name="connsiteY224-36148" fmla="*/ 441002 h 834218"/>
                <a:gd name="connsiteX225-36149" fmla="*/ 1257309 w 3024845"/>
                <a:gd name="connsiteY225-36150" fmla="*/ 439651 h 834218"/>
                <a:gd name="connsiteX226-36151" fmla="*/ 1262629 w 3024845"/>
                <a:gd name="connsiteY226-36152" fmla="*/ 430193 h 834218"/>
                <a:gd name="connsiteX227-36153" fmla="*/ 1262629 w 3024845"/>
                <a:gd name="connsiteY227-36154" fmla="*/ 432085 h 834218"/>
                <a:gd name="connsiteX228-36155" fmla="*/ 1262629 w 3024845"/>
                <a:gd name="connsiteY228-36156" fmla="*/ 445326 h 834218"/>
                <a:gd name="connsiteX229-36157" fmla="*/ 1266682 w 3024845"/>
                <a:gd name="connsiteY229-36158" fmla="*/ 399929 h 834218"/>
                <a:gd name="connsiteX230-36159" fmla="*/ 1267442 w 3024845"/>
                <a:gd name="connsiteY230-36160" fmla="*/ 399929 h 834218"/>
                <a:gd name="connsiteX231-36161" fmla="*/ 1272762 w 3024845"/>
                <a:gd name="connsiteY231-36162" fmla="*/ 399929 h 834218"/>
                <a:gd name="connsiteX232-36163" fmla="*/ 1272762 w 3024845"/>
                <a:gd name="connsiteY232-36164" fmla="*/ 335075 h 834218"/>
                <a:gd name="connsiteX233-36165" fmla="*/ 1273776 w 3024845"/>
                <a:gd name="connsiteY233-36166" fmla="*/ 335075 h 834218"/>
                <a:gd name="connsiteX234-36167" fmla="*/ 1280869 w 3024845"/>
                <a:gd name="connsiteY234-36168" fmla="*/ 335075 h 834218"/>
                <a:gd name="connsiteX235-36169" fmla="*/ 1293029 w 3024845"/>
                <a:gd name="connsiteY235-36170" fmla="*/ 291840 h 834218"/>
                <a:gd name="connsiteX236-36171" fmla="*/ 1294296 w 3024845"/>
                <a:gd name="connsiteY236-36172" fmla="*/ 291840 h 834218"/>
                <a:gd name="connsiteX237-36173" fmla="*/ 1303163 w 3024845"/>
                <a:gd name="connsiteY237-36174" fmla="*/ 291840 h 834218"/>
                <a:gd name="connsiteX238-36175" fmla="*/ 1313296 w 3024845"/>
                <a:gd name="connsiteY238-36176" fmla="*/ 335075 h 834218"/>
                <a:gd name="connsiteX239-36177" fmla="*/ 1314309 w 3024845"/>
                <a:gd name="connsiteY239-36178" fmla="*/ 335075 h 834218"/>
                <a:gd name="connsiteX240-36179" fmla="*/ 1321403 w 3024845"/>
                <a:gd name="connsiteY240-36180" fmla="*/ 335075 h 834218"/>
                <a:gd name="connsiteX241-36181" fmla="*/ 1321403 w 3024845"/>
                <a:gd name="connsiteY241-36182" fmla="*/ 373987 h 834218"/>
                <a:gd name="connsiteX242-36183" fmla="*/ 1323176 w 3024845"/>
                <a:gd name="connsiteY242-36184" fmla="*/ 373987 h 834218"/>
                <a:gd name="connsiteX243-36185" fmla="*/ 1335590 w 3024845"/>
                <a:gd name="connsiteY243-36186" fmla="*/ 373987 h 834218"/>
                <a:gd name="connsiteX244-36187" fmla="*/ 1335590 w 3024845"/>
                <a:gd name="connsiteY244-36188" fmla="*/ 376149 h 834218"/>
                <a:gd name="connsiteX245-36189" fmla="*/ 1335590 w 3024845"/>
                <a:gd name="connsiteY245-36190" fmla="*/ 391281 h 834218"/>
                <a:gd name="connsiteX246-36191" fmla="*/ 1339643 w 3024845"/>
                <a:gd name="connsiteY246-36192" fmla="*/ 389120 h 834218"/>
                <a:gd name="connsiteX247-36193" fmla="*/ 1339643 w 3024845"/>
                <a:gd name="connsiteY247-36194" fmla="*/ 373987 h 834218"/>
                <a:gd name="connsiteX248-36195" fmla="*/ 1341163 w 3024845"/>
                <a:gd name="connsiteY248-36196" fmla="*/ 373987 h 834218"/>
                <a:gd name="connsiteX249-36197" fmla="*/ 1351803 w 3024845"/>
                <a:gd name="connsiteY249-36198" fmla="*/ 373987 h 834218"/>
                <a:gd name="connsiteX250-36199" fmla="*/ 1351803 w 3024845"/>
                <a:gd name="connsiteY250-36200" fmla="*/ 375608 h 834218"/>
                <a:gd name="connsiteX251-36201" fmla="*/ 1351803 w 3024845"/>
                <a:gd name="connsiteY251-36202" fmla="*/ 386958 h 834218"/>
                <a:gd name="connsiteX252-36203" fmla="*/ 1382204 w 3024845"/>
                <a:gd name="connsiteY252-36204" fmla="*/ 386958 h 834218"/>
                <a:gd name="connsiteX253-36205" fmla="*/ 1382204 w 3024845"/>
                <a:gd name="connsiteY253-36206" fmla="*/ 350208 h 834218"/>
                <a:gd name="connsiteX254-36207" fmla="*/ 1383470 w 3024845"/>
                <a:gd name="connsiteY254-36208" fmla="*/ 350208 h 834218"/>
                <a:gd name="connsiteX255-36209" fmla="*/ 1392337 w 3024845"/>
                <a:gd name="connsiteY255-36210" fmla="*/ 350208 h 834218"/>
                <a:gd name="connsiteX256-36211" fmla="*/ 1392337 w 3024845"/>
                <a:gd name="connsiteY256-36212" fmla="*/ 371825 h 834218"/>
                <a:gd name="connsiteX257-36213" fmla="*/ 1394364 w 3024845"/>
                <a:gd name="connsiteY257-36214" fmla="*/ 339399 h 834218"/>
                <a:gd name="connsiteX258-36215" fmla="*/ 1416657 w 3024845"/>
                <a:gd name="connsiteY258-36216" fmla="*/ 339399 h 834218"/>
                <a:gd name="connsiteX259-36217" fmla="*/ 1416657 w 3024845"/>
                <a:gd name="connsiteY259-36218" fmla="*/ 337777 h 834218"/>
                <a:gd name="connsiteX260-36219" fmla="*/ 1416657 w 3024845"/>
                <a:gd name="connsiteY260-36220" fmla="*/ 326428 h 834218"/>
                <a:gd name="connsiteX261-36221" fmla="*/ 1417417 w 3024845"/>
                <a:gd name="connsiteY261-36222" fmla="*/ 326428 h 834218"/>
                <a:gd name="connsiteX262-36223" fmla="*/ 1422737 w 3024845"/>
                <a:gd name="connsiteY262-36224" fmla="*/ 326428 h 834218"/>
                <a:gd name="connsiteX263-36225" fmla="*/ 1422737 w 3024845"/>
                <a:gd name="connsiteY263-36226" fmla="*/ 324537 h 834218"/>
                <a:gd name="connsiteX264-36227" fmla="*/ 1422737 w 3024845"/>
                <a:gd name="connsiteY264-36228" fmla="*/ 311296 h 834218"/>
                <a:gd name="connsiteX265-36229" fmla="*/ 1426791 w 3024845"/>
                <a:gd name="connsiteY265-36230" fmla="*/ 317781 h 834218"/>
                <a:gd name="connsiteX266-36231" fmla="*/ 1429071 w 3024845"/>
                <a:gd name="connsiteY266-36232" fmla="*/ 317781 h 834218"/>
                <a:gd name="connsiteX267-36233" fmla="*/ 1445031 w 3024845"/>
                <a:gd name="connsiteY267-36234" fmla="*/ 317781 h 834218"/>
                <a:gd name="connsiteX268-36235" fmla="*/ 1445031 w 3024845"/>
                <a:gd name="connsiteY268-36236" fmla="*/ 316970 h 834218"/>
                <a:gd name="connsiteX269-36237" fmla="*/ 1445031 w 3024845"/>
                <a:gd name="connsiteY269-36238" fmla="*/ 311296 h 834218"/>
                <a:gd name="connsiteX270-36239" fmla="*/ 1445791 w 3024845"/>
                <a:gd name="connsiteY270-36240" fmla="*/ 311296 h 834218"/>
                <a:gd name="connsiteX271-36241" fmla="*/ 1451111 w 3024845"/>
                <a:gd name="connsiteY271-36242" fmla="*/ 311296 h 834218"/>
                <a:gd name="connsiteX272-36243" fmla="*/ 1451111 w 3024845"/>
                <a:gd name="connsiteY272-36244" fmla="*/ 312647 h 834218"/>
                <a:gd name="connsiteX273-36245" fmla="*/ 1451111 w 3024845"/>
                <a:gd name="connsiteY273-36246" fmla="*/ 322105 h 834218"/>
                <a:gd name="connsiteX274-36247" fmla="*/ 1489618 w 3024845"/>
                <a:gd name="connsiteY274-36248" fmla="*/ 322105 h 834218"/>
                <a:gd name="connsiteX275-36249" fmla="*/ 1489618 w 3024845"/>
                <a:gd name="connsiteY275-36250" fmla="*/ 460458 h 834218"/>
                <a:gd name="connsiteX276-36251" fmla="*/ 1491138 w 3024845"/>
                <a:gd name="connsiteY276-36252" fmla="*/ 460458 h 834218"/>
                <a:gd name="connsiteX277-36253" fmla="*/ 1501778 w 3024845"/>
                <a:gd name="connsiteY277-36254" fmla="*/ 460458 h 834218"/>
                <a:gd name="connsiteX278-36255" fmla="*/ 1501778 w 3024845"/>
                <a:gd name="connsiteY278-36256" fmla="*/ 447488 h 834218"/>
                <a:gd name="connsiteX279-36257" fmla="*/ 1505832 w 3024845"/>
                <a:gd name="connsiteY279-36258" fmla="*/ 447488 h 834218"/>
                <a:gd name="connsiteX280-36259" fmla="*/ 1505832 w 3024845"/>
                <a:gd name="connsiteY280-36260" fmla="*/ 460458 h 834218"/>
                <a:gd name="connsiteX281-36261" fmla="*/ 1536232 w 3024845"/>
                <a:gd name="connsiteY281-36262" fmla="*/ 460458 h 834218"/>
                <a:gd name="connsiteX282-36263" fmla="*/ 1536232 w 3024845"/>
                <a:gd name="connsiteY282-36264" fmla="*/ 430193 h 834218"/>
                <a:gd name="connsiteX283-36265" fmla="*/ 1548392 w 3024845"/>
                <a:gd name="connsiteY283-36266" fmla="*/ 430193 h 834218"/>
                <a:gd name="connsiteX284-36267" fmla="*/ 1560552 w 3024845"/>
                <a:gd name="connsiteY284-36268" fmla="*/ 428032 h 834218"/>
                <a:gd name="connsiteX285-36269" fmla="*/ 1564606 w 3024845"/>
                <a:gd name="connsiteY285-36270" fmla="*/ 430193 h 834218"/>
                <a:gd name="connsiteX286-36271" fmla="*/ 1574739 w 3024845"/>
                <a:gd name="connsiteY286-36272" fmla="*/ 430193 h 834218"/>
                <a:gd name="connsiteX287-36273" fmla="*/ 1574739 w 3024845"/>
                <a:gd name="connsiteY287-36274" fmla="*/ 460458 h 834218"/>
                <a:gd name="connsiteX288-36275" fmla="*/ 1582846 w 3024845"/>
                <a:gd name="connsiteY288-36276" fmla="*/ 460458 h 834218"/>
                <a:gd name="connsiteX289-36277" fmla="*/ 1582846 w 3024845"/>
                <a:gd name="connsiteY289-36278" fmla="*/ 477753 h 834218"/>
                <a:gd name="connsiteX290-36279" fmla="*/ 1592182 w 3024845"/>
                <a:gd name="connsiteY290-36280" fmla="*/ 478658 h 834218"/>
                <a:gd name="connsiteX291-36281" fmla="*/ 1605140 w 3024845"/>
                <a:gd name="connsiteY291-36282" fmla="*/ 478658 h 834218"/>
                <a:gd name="connsiteX292-36283" fmla="*/ 1605140 w 3024845"/>
                <a:gd name="connsiteY292-36284" fmla="*/ 462620 h 834218"/>
                <a:gd name="connsiteX293-36285" fmla="*/ 1673096 w 3024845"/>
                <a:gd name="connsiteY293-36286" fmla="*/ 462620 h 834218"/>
                <a:gd name="connsiteX294-36287" fmla="*/ 1673096 w 3024845"/>
                <a:gd name="connsiteY294-36288" fmla="*/ 377367 h 834218"/>
                <a:gd name="connsiteX295-36289" fmla="*/ 1745104 w 3024845"/>
                <a:gd name="connsiteY295-36290" fmla="*/ 377367 h 834218"/>
                <a:gd name="connsiteX296-36291" fmla="*/ 1745104 w 3024845"/>
                <a:gd name="connsiteY296-36292" fmla="*/ 456135 h 834218"/>
                <a:gd name="connsiteX297-36293" fmla="*/ 1747008 w 3024845"/>
                <a:gd name="connsiteY297-36294" fmla="*/ 456135 h 834218"/>
                <a:gd name="connsiteX298-36295" fmla="*/ 1748250 w 3024845"/>
                <a:gd name="connsiteY298-36296" fmla="*/ 478658 h 834218"/>
                <a:gd name="connsiteX299-36297" fmla="*/ 1757926 w 3024845"/>
                <a:gd name="connsiteY299-36298" fmla="*/ 478658 h 834218"/>
                <a:gd name="connsiteX300-36299" fmla="*/ 1759168 w 3024845"/>
                <a:gd name="connsiteY300-36300" fmla="*/ 456135 h 834218"/>
                <a:gd name="connsiteX301-36301" fmla="*/ 1765248 w 3024845"/>
                <a:gd name="connsiteY301-36302" fmla="*/ 456135 h 834218"/>
                <a:gd name="connsiteX302-36303" fmla="*/ 1766490 w 3024845"/>
                <a:gd name="connsiteY302-36304" fmla="*/ 478658 h 834218"/>
                <a:gd name="connsiteX303-36305" fmla="*/ 1817112 w 3024845"/>
                <a:gd name="connsiteY303-36306" fmla="*/ 478658 h 834218"/>
                <a:gd name="connsiteX304-36307" fmla="*/ 1817112 w 3024845"/>
                <a:gd name="connsiteY304-36308" fmla="*/ 315630 h 834218"/>
                <a:gd name="connsiteX305-36309" fmla="*/ 2014439 w 3024845"/>
                <a:gd name="connsiteY305-36310" fmla="*/ 315630 h 834218"/>
                <a:gd name="connsiteX306-36311" fmla="*/ 2014439 w 3024845"/>
                <a:gd name="connsiteY306-36312" fmla="*/ 478658 h 834218"/>
                <a:gd name="connsiteX307-36313" fmla="*/ 2033136 w 3024845"/>
                <a:gd name="connsiteY307-36314" fmla="*/ 478658 h 834218"/>
                <a:gd name="connsiteX308-36315" fmla="*/ 2033136 w 3024845"/>
                <a:gd name="connsiteY308-36316" fmla="*/ 395965 h 834218"/>
                <a:gd name="connsiteX309-36317" fmla="*/ 2128256 w 3024845"/>
                <a:gd name="connsiteY309-36318" fmla="*/ 395965 h 834218"/>
                <a:gd name="connsiteX310-36319" fmla="*/ 2180720 w 3024845"/>
                <a:gd name="connsiteY310-36320" fmla="*/ 330752 h 834218"/>
                <a:gd name="connsiteX311-36321" fmla="*/ 2245574 w 3024845"/>
                <a:gd name="connsiteY311-36322" fmla="*/ 330752 h 834218"/>
                <a:gd name="connsiteX312-36323" fmla="*/ 2245574 w 3024845"/>
                <a:gd name="connsiteY312-36324" fmla="*/ 406414 h 834218"/>
                <a:gd name="connsiteX313-36325" fmla="*/ 2253681 w 3024845"/>
                <a:gd name="connsiteY313-36326" fmla="*/ 406414 h 834218"/>
                <a:gd name="connsiteX314-36327" fmla="*/ 2255708 w 3024845"/>
                <a:gd name="connsiteY314-36328" fmla="*/ 399929 h 834218"/>
                <a:gd name="connsiteX315-36329" fmla="*/ 2261788 w 3024845"/>
                <a:gd name="connsiteY315-36330" fmla="*/ 399929 h 834218"/>
                <a:gd name="connsiteX316-36331" fmla="*/ 2263815 w 3024845"/>
                <a:gd name="connsiteY316-36332" fmla="*/ 408576 h 834218"/>
                <a:gd name="connsiteX317-36333" fmla="*/ 2275975 w 3024845"/>
                <a:gd name="connsiteY317-36334" fmla="*/ 408576 h 834218"/>
                <a:gd name="connsiteX318-36335" fmla="*/ 2275975 w 3024845"/>
                <a:gd name="connsiteY318-36336" fmla="*/ 402090 h 834218"/>
                <a:gd name="connsiteX319-36337" fmla="*/ 2298268 w 3024845"/>
                <a:gd name="connsiteY319-36338" fmla="*/ 402090 h 834218"/>
                <a:gd name="connsiteX320-36339" fmla="*/ 2298268 w 3024845"/>
                <a:gd name="connsiteY320-36340" fmla="*/ 408576 h 834218"/>
                <a:gd name="connsiteX321-36341" fmla="*/ 2318535 w 3024845"/>
                <a:gd name="connsiteY321-36342" fmla="*/ 408576 h 834218"/>
                <a:gd name="connsiteX322-36343" fmla="*/ 2318535 w 3024845"/>
                <a:gd name="connsiteY322-36344" fmla="*/ 453973 h 834218"/>
                <a:gd name="connsiteX323-36345" fmla="*/ 2332722 w 3024845"/>
                <a:gd name="connsiteY323-36346" fmla="*/ 453973 h 834218"/>
                <a:gd name="connsiteX324-36347" fmla="*/ 2332722 w 3024845"/>
                <a:gd name="connsiteY324-36348" fmla="*/ 441002 h 834218"/>
                <a:gd name="connsiteX325-36349" fmla="*/ 2348936 w 3024845"/>
                <a:gd name="connsiteY325-36350" fmla="*/ 441002 h 834218"/>
                <a:gd name="connsiteX326-36351" fmla="*/ 2348936 w 3024845"/>
                <a:gd name="connsiteY326-36352" fmla="*/ 261575 h 834218"/>
                <a:gd name="connsiteX327-36353" fmla="*/ 2355016 w 3024845"/>
                <a:gd name="connsiteY327-36354" fmla="*/ 255089 h 834218"/>
                <a:gd name="connsiteX328-36355" fmla="*/ 2427977 w 3024845"/>
                <a:gd name="connsiteY328-36356" fmla="*/ 255089 h 834218"/>
                <a:gd name="connsiteX329-36357" fmla="*/ 2427977 w 3024845"/>
                <a:gd name="connsiteY329-36358" fmla="*/ 263737 h 834218"/>
                <a:gd name="connsiteX330-36359" fmla="*/ 2438110 w 3024845"/>
                <a:gd name="connsiteY330-36360" fmla="*/ 263737 h 834218"/>
                <a:gd name="connsiteX331-36361" fmla="*/ 2438110 w 3024845"/>
                <a:gd name="connsiteY331-36362" fmla="*/ 378311 h 834218"/>
                <a:gd name="connsiteX332-36363" fmla="*/ 2460404 w 3024845"/>
                <a:gd name="connsiteY332-36364" fmla="*/ 378311 h 834218"/>
                <a:gd name="connsiteX333-36365" fmla="*/ 2460404 w 3024845"/>
                <a:gd name="connsiteY333-36366" fmla="*/ 311296 h 834218"/>
                <a:gd name="connsiteX334-36367" fmla="*/ 2486751 w 3024845"/>
                <a:gd name="connsiteY334-36368" fmla="*/ 311296 h 834218"/>
                <a:gd name="connsiteX335-36369" fmla="*/ 2490804 w 3024845"/>
                <a:gd name="connsiteY335-36370" fmla="*/ 306972 h 834218"/>
                <a:gd name="connsiteX336-36371" fmla="*/ 2498911 w 3024845"/>
                <a:gd name="connsiteY336-36372" fmla="*/ 306972 h 834218"/>
                <a:gd name="connsiteX337-36373" fmla="*/ 2502964 w 3024845"/>
                <a:gd name="connsiteY337-36374" fmla="*/ 311296 h 834218"/>
                <a:gd name="connsiteX338-36375" fmla="*/ 2525258 w 3024845"/>
                <a:gd name="connsiteY338-36376" fmla="*/ 311296 h 834218"/>
                <a:gd name="connsiteX339-36377" fmla="*/ 2525258 w 3024845"/>
                <a:gd name="connsiteY339-36378" fmla="*/ 194560 h 834218"/>
                <a:gd name="connsiteX340-36379" fmla="*/ 2582005 w 3024845"/>
                <a:gd name="connsiteY340-36380" fmla="*/ 183751 h 834218"/>
                <a:gd name="connsiteX341-36381" fmla="*/ 2582005 w 3024845"/>
                <a:gd name="connsiteY341-36382" fmla="*/ 184832 h 834218"/>
                <a:gd name="connsiteX342-36383" fmla="*/ 2582005 w 3024845"/>
                <a:gd name="connsiteY342-36384" fmla="*/ 192398 h 834218"/>
                <a:gd name="connsiteX343-36385" fmla="*/ 2608352 w 3024845"/>
                <a:gd name="connsiteY343-36386" fmla="*/ 192398 h 834218"/>
                <a:gd name="connsiteX344-36387" fmla="*/ 2608352 w 3024845"/>
                <a:gd name="connsiteY344-36388" fmla="*/ 447488 h 834218"/>
                <a:gd name="connsiteX345-36389" fmla="*/ 2630646 w 3024845"/>
                <a:gd name="connsiteY345-36390" fmla="*/ 447488 h 834218"/>
                <a:gd name="connsiteX346-36391" fmla="*/ 2630646 w 3024845"/>
                <a:gd name="connsiteY346-36392" fmla="*/ 443164 h 834218"/>
                <a:gd name="connsiteX347-36393" fmla="*/ 2642806 w 3024845"/>
                <a:gd name="connsiteY347-36394" fmla="*/ 443164 h 834218"/>
                <a:gd name="connsiteX348-36395" fmla="*/ 2642806 w 3024845"/>
                <a:gd name="connsiteY348-36396" fmla="*/ 447488 h 834218"/>
                <a:gd name="connsiteX349-36397" fmla="*/ 2667126 w 3024845"/>
                <a:gd name="connsiteY349-36398" fmla="*/ 447488 h 834218"/>
                <a:gd name="connsiteX350-36399" fmla="*/ 2667126 w 3024845"/>
                <a:gd name="connsiteY350-36400" fmla="*/ 434517 h 834218"/>
                <a:gd name="connsiteX351-36401" fmla="*/ 2695500 w 3024845"/>
                <a:gd name="connsiteY351-36402" fmla="*/ 434517 h 834218"/>
                <a:gd name="connsiteX352-36403" fmla="*/ 2707660 w 3024845"/>
                <a:gd name="connsiteY352-36404" fmla="*/ 430193 h 834218"/>
                <a:gd name="connsiteX353-36405" fmla="*/ 2727927 w 3024845"/>
                <a:gd name="connsiteY353-36406" fmla="*/ 434517 h 834218"/>
                <a:gd name="connsiteX354-36407" fmla="*/ 2727927 w 3024845"/>
                <a:gd name="connsiteY354-36408" fmla="*/ 417223 h 834218"/>
                <a:gd name="connsiteX355-36409" fmla="*/ 2736034 w 3024845"/>
                <a:gd name="connsiteY355-36410" fmla="*/ 417223 h 834218"/>
                <a:gd name="connsiteX356-36411" fmla="*/ 2736034 w 3024845"/>
                <a:gd name="connsiteY356-36412" fmla="*/ 404252 h 834218"/>
                <a:gd name="connsiteX357-36413" fmla="*/ 2792781 w 3024845"/>
                <a:gd name="connsiteY357-36414" fmla="*/ 404252 h 834218"/>
                <a:gd name="connsiteX358-36415" fmla="*/ 2792781 w 3024845"/>
                <a:gd name="connsiteY358-36416" fmla="*/ 373987 h 834218"/>
                <a:gd name="connsiteX359-36417" fmla="*/ 2811021 w 3024845"/>
                <a:gd name="connsiteY359-36418" fmla="*/ 373987 h 834218"/>
                <a:gd name="connsiteX360-36419" fmla="*/ 2811021 w 3024845"/>
                <a:gd name="connsiteY360-36420" fmla="*/ 367502 h 834218"/>
                <a:gd name="connsiteX361-36421" fmla="*/ 2823181 w 3024845"/>
                <a:gd name="connsiteY361-36422" fmla="*/ 367502 h 834218"/>
                <a:gd name="connsiteX362-36423" fmla="*/ 2823181 w 3024845"/>
                <a:gd name="connsiteY362-36424" fmla="*/ 373987 h 834218"/>
                <a:gd name="connsiteX363-36425" fmla="*/ 2839395 w 3024845"/>
                <a:gd name="connsiteY363-36426" fmla="*/ 373987 h 834218"/>
                <a:gd name="connsiteX364-36427" fmla="*/ 2839395 w 3024845"/>
                <a:gd name="connsiteY364-36428" fmla="*/ 423708 h 834218"/>
                <a:gd name="connsiteX365-36429" fmla="*/ 2871822 w 3024845"/>
                <a:gd name="connsiteY365-36430" fmla="*/ 423708 h 834218"/>
                <a:gd name="connsiteX366-36431" fmla="*/ 2871822 w 3024845"/>
                <a:gd name="connsiteY366-36432" fmla="*/ 397767 h 834218"/>
                <a:gd name="connsiteX367-36433" fmla="*/ 2910329 w 3024845"/>
                <a:gd name="connsiteY367-36434" fmla="*/ 397767 h 834218"/>
                <a:gd name="connsiteX368-36435" fmla="*/ 2910329 w 3024845"/>
                <a:gd name="connsiteY368-36436" fmla="*/ 367502 h 834218"/>
                <a:gd name="connsiteX369-36437" fmla="*/ 2958970 w 3024845"/>
                <a:gd name="connsiteY369-36438" fmla="*/ 367502 h 834218"/>
                <a:gd name="connsiteX370-36439" fmla="*/ 2958970 w 3024845"/>
                <a:gd name="connsiteY370-36440" fmla="*/ 478658 h 834218"/>
                <a:gd name="connsiteX371-36441" fmla="*/ 2958970 w 3024845"/>
                <a:gd name="connsiteY371-36442" fmla="*/ 492437 h 834218"/>
                <a:gd name="connsiteX372-36443" fmla="*/ 3024845 w 3024845"/>
                <a:gd name="connsiteY372-36444" fmla="*/ 492437 h 834218"/>
                <a:gd name="connsiteX373-36445" fmla="*/ 3024845 w 3024845"/>
                <a:gd name="connsiteY373-36446" fmla="*/ 834218 h 834218"/>
                <a:gd name="connsiteX374-36447" fmla="*/ 2054 w 3024845"/>
                <a:gd name="connsiteY374-36448" fmla="*/ 831885 h 834218"/>
                <a:gd name="connsiteX375-36449" fmla="*/ 0 w 3024845"/>
                <a:gd name="connsiteY375-36450" fmla="*/ 397767 h 834218"/>
                <a:gd name="connsiteX376-36451" fmla="*/ 20267 w 3024845"/>
                <a:gd name="connsiteY376-36452" fmla="*/ 397767 h 834218"/>
                <a:gd name="connsiteX377-36453" fmla="*/ 20774 w 3024845"/>
                <a:gd name="connsiteY377-36454" fmla="*/ 396686 h 834218"/>
                <a:gd name="connsiteX378-36455" fmla="*/ 24320 w 3024845"/>
                <a:gd name="connsiteY378-36456" fmla="*/ 389120 h 834218"/>
                <a:gd name="connsiteX379-36457" fmla="*/ 26094 w 3024845"/>
                <a:gd name="connsiteY379-36458" fmla="*/ 389390 h 834218"/>
                <a:gd name="connsiteX380-36459" fmla="*/ 38507 w 3024845"/>
                <a:gd name="connsiteY380-36460" fmla="*/ 391281 h 834218"/>
                <a:gd name="connsiteX381-36461" fmla="*/ 39014 w 3024845"/>
                <a:gd name="connsiteY381-36462" fmla="*/ 392633 h 834218"/>
                <a:gd name="connsiteX382-36463" fmla="*/ 42560 w 3024845"/>
                <a:gd name="connsiteY382-36464" fmla="*/ 402090 h 834218"/>
                <a:gd name="connsiteX383-36465" fmla="*/ 68907 w 3024845"/>
                <a:gd name="connsiteY383-36466" fmla="*/ 404252 h 834218"/>
                <a:gd name="connsiteX384-36467" fmla="*/ 68907 w 3024845"/>
                <a:gd name="connsiteY384-36468" fmla="*/ 281031 h 834218"/>
                <a:gd name="connsiteX385-36469" fmla="*/ 70934 w 3024845"/>
                <a:gd name="connsiteY385-36470" fmla="*/ 281031 h 834218"/>
                <a:gd name="connsiteX386-36471" fmla="*/ 85121 w 3024845"/>
                <a:gd name="connsiteY386-36472" fmla="*/ 281031 h 834218"/>
                <a:gd name="connsiteX387-36473" fmla="*/ 85121 w 3024845"/>
                <a:gd name="connsiteY387-36474" fmla="*/ 144839 h 834218"/>
                <a:gd name="connsiteX388-36475" fmla="*/ 86894 w 3024845"/>
                <a:gd name="connsiteY388-36476" fmla="*/ 144839 h 834218"/>
                <a:gd name="connsiteX389-36477" fmla="*/ 99308 w 3024845"/>
                <a:gd name="connsiteY389-36478" fmla="*/ 144839 h 834218"/>
                <a:gd name="connsiteX390-36479" fmla="*/ 99308 w 3024845"/>
                <a:gd name="connsiteY390-36480" fmla="*/ 30265 h 834218"/>
                <a:gd name="connsiteX391-36481" fmla="*/ 103361 w 3024845"/>
                <a:gd name="connsiteY391-36482" fmla="*/ 2161 h 834218"/>
                <a:gd name="connsiteX392-36483" fmla="*/ 105388 w 3024845"/>
                <a:gd name="connsiteY392-36484" fmla="*/ 2161 h 834218"/>
                <a:gd name="connsiteX393-36485" fmla="*/ 119575 w 3024845"/>
                <a:gd name="connsiteY393-36486" fmla="*/ 2161 h 834218"/>
                <a:gd name="connsiteX0-36487" fmla="*/ 105388 w 3024845"/>
                <a:gd name="connsiteY0-36488" fmla="*/ 2161 h 834218"/>
                <a:gd name="connsiteX1-36489" fmla="*/ 200642 w 3024845"/>
                <a:gd name="connsiteY1-36490" fmla="*/ 0 h 834218"/>
                <a:gd name="connsiteX2-36491" fmla="*/ 202669 w 3024845"/>
                <a:gd name="connsiteY2-36492" fmla="*/ 0 h 834218"/>
                <a:gd name="connsiteX3-36493" fmla="*/ 216856 w 3024845"/>
                <a:gd name="connsiteY3-36494" fmla="*/ 0 h 834218"/>
                <a:gd name="connsiteX4-36495" fmla="*/ 216856 w 3024845"/>
                <a:gd name="connsiteY4-36496" fmla="*/ 23779 h 834218"/>
                <a:gd name="connsiteX5-36497" fmla="*/ 217363 w 3024845"/>
                <a:gd name="connsiteY5-36498" fmla="*/ 24590 h 834218"/>
                <a:gd name="connsiteX6-36499" fmla="*/ 220909 w 3024845"/>
                <a:gd name="connsiteY6-36500" fmla="*/ 30265 h 834218"/>
                <a:gd name="connsiteX7-36501" fmla="*/ 220909 w 3024845"/>
                <a:gd name="connsiteY7-36502" fmla="*/ 144839 h 834218"/>
                <a:gd name="connsiteX8-36503" fmla="*/ 223189 w 3024845"/>
                <a:gd name="connsiteY8-36504" fmla="*/ 144839 h 834218"/>
                <a:gd name="connsiteX9-36505" fmla="*/ 239150 w 3024845"/>
                <a:gd name="connsiteY9-36506" fmla="*/ 144839 h 834218"/>
                <a:gd name="connsiteX10-36507" fmla="*/ 239150 w 3024845"/>
                <a:gd name="connsiteY10-36508" fmla="*/ 285354 h 834218"/>
                <a:gd name="connsiteX11-36509" fmla="*/ 240670 w 3024845"/>
                <a:gd name="connsiteY11-36510" fmla="*/ 285084 h 834218"/>
                <a:gd name="connsiteX12-36511" fmla="*/ 251310 w 3024845"/>
                <a:gd name="connsiteY12-36512" fmla="*/ 283193 h 834218"/>
                <a:gd name="connsiteX13-36513" fmla="*/ 249283 w 3024845"/>
                <a:gd name="connsiteY13-36514" fmla="*/ 371825 h 834218"/>
                <a:gd name="connsiteX14-36515" fmla="*/ 250803 w 3024845"/>
                <a:gd name="connsiteY14-36516" fmla="*/ 372096 h 834218"/>
                <a:gd name="connsiteX15-36517" fmla="*/ 261443 w 3024845"/>
                <a:gd name="connsiteY15-36518" fmla="*/ 373987 h 834218"/>
                <a:gd name="connsiteX16-36519" fmla="*/ 261696 w 3024845"/>
                <a:gd name="connsiteY16-36520" fmla="*/ 374798 h 834218"/>
                <a:gd name="connsiteX17-36521" fmla="*/ 263470 w 3024845"/>
                <a:gd name="connsiteY17-36522" fmla="*/ 380473 h 834218"/>
                <a:gd name="connsiteX18-36523" fmla="*/ 264230 w 3024845"/>
                <a:gd name="connsiteY18-36524" fmla="*/ 378041 h 834218"/>
                <a:gd name="connsiteX19-36525" fmla="*/ 269550 w 3024845"/>
                <a:gd name="connsiteY19-36526" fmla="*/ 361017 h 834218"/>
                <a:gd name="connsiteX20-36527" fmla="*/ 271323 w 3024845"/>
                <a:gd name="connsiteY20-36528" fmla="*/ 361017 h 834218"/>
                <a:gd name="connsiteX21-36529" fmla="*/ 283737 w 3024845"/>
                <a:gd name="connsiteY21-36530" fmla="*/ 361017 h 834218"/>
                <a:gd name="connsiteX22-36531" fmla="*/ 283737 w 3024845"/>
                <a:gd name="connsiteY22-36532" fmla="*/ 393443 h 834218"/>
                <a:gd name="connsiteX23-36533" fmla="*/ 284750 w 3024845"/>
                <a:gd name="connsiteY23-36534" fmla="*/ 393984 h 834218"/>
                <a:gd name="connsiteX24-36535" fmla="*/ 291844 w 3024845"/>
                <a:gd name="connsiteY24-36536" fmla="*/ 397767 h 834218"/>
                <a:gd name="connsiteX25-36537" fmla="*/ 291844 w 3024845"/>
                <a:gd name="connsiteY25-36538" fmla="*/ 399118 h 834218"/>
                <a:gd name="connsiteX26-36539" fmla="*/ 291844 w 3024845"/>
                <a:gd name="connsiteY26-36540" fmla="*/ 408576 h 834218"/>
                <a:gd name="connsiteX27-36541" fmla="*/ 336431 w 3024845"/>
                <a:gd name="connsiteY27-36542" fmla="*/ 408576 h 834218"/>
                <a:gd name="connsiteX28-36543" fmla="*/ 336431 w 3024845"/>
                <a:gd name="connsiteY28-36544" fmla="*/ 409657 h 834218"/>
                <a:gd name="connsiteX29-36545" fmla="*/ 336431 w 3024845"/>
                <a:gd name="connsiteY29-36546" fmla="*/ 417223 h 834218"/>
                <a:gd name="connsiteX30-36547" fmla="*/ 338457 w 3024845"/>
                <a:gd name="connsiteY30-36548" fmla="*/ 417223 h 834218"/>
                <a:gd name="connsiteX31-36549" fmla="*/ 352644 w 3024845"/>
                <a:gd name="connsiteY31-36550" fmla="*/ 417223 h 834218"/>
                <a:gd name="connsiteX32-36551" fmla="*/ 352644 w 3024845"/>
                <a:gd name="connsiteY32-36552" fmla="*/ 386958 h 834218"/>
                <a:gd name="connsiteX33-36553" fmla="*/ 397231 w 3024845"/>
                <a:gd name="connsiteY33-36554" fmla="*/ 386958 h 834218"/>
                <a:gd name="connsiteX34-36555" fmla="*/ 397231 w 3024845"/>
                <a:gd name="connsiteY34-36556" fmla="*/ 385607 h 834218"/>
                <a:gd name="connsiteX35-36557" fmla="*/ 397231 w 3024845"/>
                <a:gd name="connsiteY35-36558" fmla="*/ 376149 h 834218"/>
                <a:gd name="connsiteX36-36559" fmla="*/ 398245 w 3024845"/>
                <a:gd name="connsiteY36-36560" fmla="*/ 376149 h 834218"/>
                <a:gd name="connsiteX37-36561" fmla="*/ 405338 w 3024845"/>
                <a:gd name="connsiteY37-36562" fmla="*/ 376149 h 834218"/>
                <a:gd name="connsiteX38-36563" fmla="*/ 405338 w 3024845"/>
                <a:gd name="connsiteY38-36564" fmla="*/ 374258 h 834218"/>
                <a:gd name="connsiteX39-36565" fmla="*/ 405338 w 3024845"/>
                <a:gd name="connsiteY39-36566" fmla="*/ 361017 h 834218"/>
                <a:gd name="connsiteX40-36567" fmla="*/ 406098 w 3024845"/>
                <a:gd name="connsiteY40-36568" fmla="*/ 361017 h 834218"/>
                <a:gd name="connsiteX41-36569" fmla="*/ 411418 w 3024845"/>
                <a:gd name="connsiteY41-36570" fmla="*/ 361017 h 834218"/>
                <a:gd name="connsiteX42-36571" fmla="*/ 411418 w 3024845"/>
                <a:gd name="connsiteY42-36572" fmla="*/ 359936 h 834218"/>
                <a:gd name="connsiteX43-36573" fmla="*/ 411418 w 3024845"/>
                <a:gd name="connsiteY43-36574" fmla="*/ 352369 h 834218"/>
                <a:gd name="connsiteX44-36575" fmla="*/ 413445 w 3024845"/>
                <a:gd name="connsiteY44-36576" fmla="*/ 352369 h 834218"/>
                <a:gd name="connsiteX45-36577" fmla="*/ 427632 w 3024845"/>
                <a:gd name="connsiteY45-36578" fmla="*/ 352369 h 834218"/>
                <a:gd name="connsiteX46-36579" fmla="*/ 427632 w 3024845"/>
                <a:gd name="connsiteY46-36580" fmla="*/ 353450 h 834218"/>
                <a:gd name="connsiteX47-36581" fmla="*/ 427632 w 3024845"/>
                <a:gd name="connsiteY47-36582" fmla="*/ 361017 h 834218"/>
                <a:gd name="connsiteX48-36583" fmla="*/ 449925 w 3024845"/>
                <a:gd name="connsiteY48-36584" fmla="*/ 361017 h 834218"/>
                <a:gd name="connsiteX49-36585" fmla="*/ 449925 w 3024845"/>
                <a:gd name="connsiteY49-36586" fmla="*/ 359125 h 834218"/>
                <a:gd name="connsiteX50-36587" fmla="*/ 449925 w 3024845"/>
                <a:gd name="connsiteY50-36588" fmla="*/ 345884 h 834218"/>
                <a:gd name="connsiteX51-36589" fmla="*/ 451699 w 3024845"/>
                <a:gd name="connsiteY51-36590" fmla="*/ 345884 h 834218"/>
                <a:gd name="connsiteX52-36591" fmla="*/ 464112 w 3024845"/>
                <a:gd name="connsiteY52-36592" fmla="*/ 345884 h 834218"/>
                <a:gd name="connsiteX53-36593" fmla="*/ 464112 w 3024845"/>
                <a:gd name="connsiteY53-36594" fmla="*/ 369664 h 834218"/>
                <a:gd name="connsiteX54-36595" fmla="*/ 465126 w 3024845"/>
                <a:gd name="connsiteY54-36596" fmla="*/ 369664 h 834218"/>
                <a:gd name="connsiteX55-36597" fmla="*/ 472219 w 3024845"/>
                <a:gd name="connsiteY55-36598" fmla="*/ 369664 h 834218"/>
                <a:gd name="connsiteX56-36599" fmla="*/ 472219 w 3024845"/>
                <a:gd name="connsiteY56-36600" fmla="*/ 368583 h 834218"/>
                <a:gd name="connsiteX57-36601" fmla="*/ 472219 w 3024845"/>
                <a:gd name="connsiteY57-36602" fmla="*/ 361017 h 834218"/>
                <a:gd name="connsiteX58-36603" fmla="*/ 473992 w 3024845"/>
                <a:gd name="connsiteY58-36604" fmla="*/ 361017 h 834218"/>
                <a:gd name="connsiteX59-36605" fmla="*/ 486406 w 3024845"/>
                <a:gd name="connsiteY59-36606" fmla="*/ 361017 h 834218"/>
                <a:gd name="connsiteX60-36607" fmla="*/ 486406 w 3024845"/>
                <a:gd name="connsiteY60-36608" fmla="*/ 386958 h 834218"/>
                <a:gd name="connsiteX61-36609" fmla="*/ 488433 w 3024845"/>
                <a:gd name="connsiteY61-36610" fmla="*/ 386958 h 834218"/>
                <a:gd name="connsiteX62-36611" fmla="*/ 502619 w 3024845"/>
                <a:gd name="connsiteY62-36612" fmla="*/ 386958 h 834218"/>
                <a:gd name="connsiteX63-36613" fmla="*/ 502619 w 3024845"/>
                <a:gd name="connsiteY63-36614" fmla="*/ 388579 h 834218"/>
                <a:gd name="connsiteX64-36615" fmla="*/ 502619 w 3024845"/>
                <a:gd name="connsiteY64-36616" fmla="*/ 399929 h 834218"/>
                <a:gd name="connsiteX65-36617" fmla="*/ 503379 w 3024845"/>
                <a:gd name="connsiteY65-36618" fmla="*/ 399929 h 834218"/>
                <a:gd name="connsiteX66-36619" fmla="*/ 508700 w 3024845"/>
                <a:gd name="connsiteY66-36620" fmla="*/ 399929 h 834218"/>
                <a:gd name="connsiteX67-36621" fmla="*/ 508700 w 3024845"/>
                <a:gd name="connsiteY67-36622" fmla="*/ 399118 h 834218"/>
                <a:gd name="connsiteX68-36623" fmla="*/ 508700 w 3024845"/>
                <a:gd name="connsiteY68-36624" fmla="*/ 393443 h 834218"/>
                <a:gd name="connsiteX69-36625" fmla="*/ 539100 w 3024845"/>
                <a:gd name="connsiteY69-36626" fmla="*/ 393443 h 834218"/>
                <a:gd name="connsiteX70-36627" fmla="*/ 539100 w 3024845"/>
                <a:gd name="connsiteY70-36628" fmla="*/ 417223 h 834218"/>
                <a:gd name="connsiteX71-36629" fmla="*/ 540113 w 3024845"/>
                <a:gd name="connsiteY71-36630" fmla="*/ 417223 h 834218"/>
                <a:gd name="connsiteX72-36631" fmla="*/ 547207 w 3024845"/>
                <a:gd name="connsiteY72-36632" fmla="*/ 417223 h 834218"/>
                <a:gd name="connsiteX73-36633" fmla="*/ 547207 w 3024845"/>
                <a:gd name="connsiteY73-36634" fmla="*/ 418304 h 834218"/>
                <a:gd name="connsiteX74-36635" fmla="*/ 547207 w 3024845"/>
                <a:gd name="connsiteY74-36636" fmla="*/ 425870 h 834218"/>
                <a:gd name="connsiteX75-36637" fmla="*/ 547967 w 3024845"/>
                <a:gd name="connsiteY75-36638" fmla="*/ 425870 h 834218"/>
                <a:gd name="connsiteX76-36639" fmla="*/ 553287 w 3024845"/>
                <a:gd name="connsiteY76-36640" fmla="*/ 425870 h 834218"/>
                <a:gd name="connsiteX77-36641" fmla="*/ 553287 w 3024845"/>
                <a:gd name="connsiteY77-36642" fmla="*/ 423708 h 834218"/>
                <a:gd name="connsiteX78-36643" fmla="*/ 553287 w 3024845"/>
                <a:gd name="connsiteY78-36644" fmla="*/ 408576 h 834218"/>
                <a:gd name="connsiteX79-36645" fmla="*/ 554300 w 3024845"/>
                <a:gd name="connsiteY79-36646" fmla="*/ 408576 h 834218"/>
                <a:gd name="connsiteX80-36647" fmla="*/ 561394 w 3024845"/>
                <a:gd name="connsiteY80-36648" fmla="*/ 408576 h 834218"/>
                <a:gd name="connsiteX81-36649" fmla="*/ 561394 w 3024845"/>
                <a:gd name="connsiteY81-36650" fmla="*/ 409657 h 834218"/>
                <a:gd name="connsiteX82-36651" fmla="*/ 561394 w 3024845"/>
                <a:gd name="connsiteY82-36652" fmla="*/ 417223 h 834218"/>
                <a:gd name="connsiteX83-36653" fmla="*/ 566714 w 3024845"/>
                <a:gd name="connsiteY83-36654" fmla="*/ 415230 h 834218"/>
                <a:gd name="connsiteX84-36655" fmla="*/ 567474 w 3024845"/>
                <a:gd name="connsiteY84-36656" fmla="*/ 414250 h 834218"/>
                <a:gd name="connsiteX85-36657" fmla="*/ 567474 w 3024845"/>
                <a:gd name="connsiteY85-36658" fmla="*/ 408576 h 834218"/>
                <a:gd name="connsiteX86-36659" fmla="*/ 605981 w 3024845"/>
                <a:gd name="connsiteY86-36660" fmla="*/ 408576 h 834218"/>
                <a:gd name="connsiteX87-36661" fmla="*/ 605981 w 3024845"/>
                <a:gd name="connsiteY87-36662" fmla="*/ 432355 h 834218"/>
                <a:gd name="connsiteX88-36663" fmla="*/ 608007 w 3024845"/>
                <a:gd name="connsiteY88-36664" fmla="*/ 432355 h 834218"/>
                <a:gd name="connsiteX89-36665" fmla="*/ 622194 w 3024845"/>
                <a:gd name="connsiteY89-36666" fmla="*/ 432355 h 834218"/>
                <a:gd name="connsiteX90-36667" fmla="*/ 622194 w 3024845"/>
                <a:gd name="connsiteY90-36668" fmla="*/ 433436 h 834218"/>
                <a:gd name="connsiteX91-36669" fmla="*/ 622194 w 3024845"/>
                <a:gd name="connsiteY91-36670" fmla="*/ 441002 h 834218"/>
                <a:gd name="connsiteX92-36671" fmla="*/ 623968 w 3024845"/>
                <a:gd name="connsiteY92-36672" fmla="*/ 441002 h 834218"/>
                <a:gd name="connsiteX93-36673" fmla="*/ 636381 w 3024845"/>
                <a:gd name="connsiteY93-36674" fmla="*/ 441002 h 834218"/>
                <a:gd name="connsiteX94-36675" fmla="*/ 636381 w 3024845"/>
                <a:gd name="connsiteY94-36676" fmla="*/ 417223 h 834218"/>
                <a:gd name="connsiteX95-36677" fmla="*/ 637394 w 3024845"/>
                <a:gd name="connsiteY95-36678" fmla="*/ 417223 h 834218"/>
                <a:gd name="connsiteX96-36679" fmla="*/ 644488 w 3024845"/>
                <a:gd name="connsiteY96-36680" fmla="*/ 417223 h 834218"/>
                <a:gd name="connsiteX97-36681" fmla="*/ 644488 w 3024845"/>
                <a:gd name="connsiteY97-36682" fmla="*/ 384796 h 834218"/>
                <a:gd name="connsiteX98-36683" fmla="*/ 645501 w 3024845"/>
                <a:gd name="connsiteY98-36684" fmla="*/ 384796 h 834218"/>
                <a:gd name="connsiteX99-36685" fmla="*/ 652595 w 3024845"/>
                <a:gd name="connsiteY99-36686" fmla="*/ 384796 h 834218"/>
                <a:gd name="connsiteX100-36687" fmla="*/ 652595 w 3024845"/>
                <a:gd name="connsiteY100-36688" fmla="*/ 382905 h 834218"/>
                <a:gd name="connsiteX101-36689" fmla="*/ 652595 w 3024845"/>
                <a:gd name="connsiteY101-36690" fmla="*/ 369664 h 834218"/>
                <a:gd name="connsiteX102-36691" fmla="*/ 651328 w 3024845"/>
                <a:gd name="connsiteY102-36692" fmla="*/ 368042 h 834218"/>
                <a:gd name="connsiteX103-36693" fmla="*/ 656648 w 3024845"/>
                <a:gd name="connsiteY103-36694" fmla="*/ 356693 h 834218"/>
                <a:gd name="connsiteX104-36695" fmla="*/ 664755 w 3024845"/>
                <a:gd name="connsiteY104-36696" fmla="*/ 384796 h 834218"/>
                <a:gd name="connsiteX105-36697" fmla="*/ 665515 w 3024845"/>
                <a:gd name="connsiteY105-36698" fmla="*/ 384796 h 834218"/>
                <a:gd name="connsiteX106-36699" fmla="*/ 670835 w 3024845"/>
                <a:gd name="connsiteY106-36700" fmla="*/ 384796 h 834218"/>
                <a:gd name="connsiteX107-36701" fmla="*/ 670835 w 3024845"/>
                <a:gd name="connsiteY107-36702" fmla="*/ 278869 h 834218"/>
                <a:gd name="connsiteX108-36703" fmla="*/ 672355 w 3024845"/>
                <a:gd name="connsiteY108-36704" fmla="*/ 278869 h 834218"/>
                <a:gd name="connsiteX109-36705" fmla="*/ 682995 w 3024845"/>
                <a:gd name="connsiteY109-36706" fmla="*/ 278869 h 834218"/>
                <a:gd name="connsiteX110-36707" fmla="*/ 682995 w 3024845"/>
                <a:gd name="connsiteY110-36708" fmla="*/ 231310 h 834218"/>
                <a:gd name="connsiteX111-36709" fmla="*/ 709342 w 3024845"/>
                <a:gd name="connsiteY111-36710" fmla="*/ 231310 h 834218"/>
                <a:gd name="connsiteX112-36711" fmla="*/ 709342 w 3024845"/>
                <a:gd name="connsiteY112-36712" fmla="*/ 209692 h 834218"/>
                <a:gd name="connsiteX113-36713" fmla="*/ 743796 w 3024845"/>
                <a:gd name="connsiteY113-36714" fmla="*/ 209692 h 834218"/>
                <a:gd name="connsiteX114-36715" fmla="*/ 743796 w 3024845"/>
                <a:gd name="connsiteY114-36716" fmla="*/ 212124 h 834218"/>
                <a:gd name="connsiteX115-36717" fmla="*/ 743796 w 3024845"/>
                <a:gd name="connsiteY115-36718" fmla="*/ 229148 h 834218"/>
                <a:gd name="connsiteX116-36719" fmla="*/ 746076 w 3024845"/>
                <a:gd name="connsiteY116-36720" fmla="*/ 229148 h 834218"/>
                <a:gd name="connsiteX117-36721" fmla="*/ 762036 w 3024845"/>
                <a:gd name="connsiteY117-36722" fmla="*/ 229148 h 834218"/>
                <a:gd name="connsiteX118-36723" fmla="*/ 762036 w 3024845"/>
                <a:gd name="connsiteY118-36724" fmla="*/ 276707 h 834218"/>
                <a:gd name="connsiteX119-36725" fmla="*/ 763049 w 3024845"/>
                <a:gd name="connsiteY119-36726" fmla="*/ 276707 h 834218"/>
                <a:gd name="connsiteX120-36727" fmla="*/ 770143 w 3024845"/>
                <a:gd name="connsiteY120-36728" fmla="*/ 276707 h 834218"/>
                <a:gd name="connsiteX121-36729" fmla="*/ 784330 w 3024845"/>
                <a:gd name="connsiteY121-36730" fmla="*/ 281031 h 834218"/>
                <a:gd name="connsiteX122-36731" fmla="*/ 784330 w 3024845"/>
                <a:gd name="connsiteY122-36732" fmla="*/ 319943 h 834218"/>
                <a:gd name="connsiteX123-36733" fmla="*/ 785343 w 3024845"/>
                <a:gd name="connsiteY123-36734" fmla="*/ 319943 h 834218"/>
                <a:gd name="connsiteX124-36735" fmla="*/ 792436 w 3024845"/>
                <a:gd name="connsiteY124-36736" fmla="*/ 319943 h 834218"/>
                <a:gd name="connsiteX125-36737" fmla="*/ 792436 w 3024845"/>
                <a:gd name="connsiteY125-36738" fmla="*/ 321564 h 834218"/>
                <a:gd name="connsiteX126-36739" fmla="*/ 792436 w 3024845"/>
                <a:gd name="connsiteY126-36740" fmla="*/ 332913 h 834218"/>
                <a:gd name="connsiteX127-36741" fmla="*/ 794463 w 3024845"/>
                <a:gd name="connsiteY127-36742" fmla="*/ 332913 h 834218"/>
                <a:gd name="connsiteX128-36743" fmla="*/ 808650 w 3024845"/>
                <a:gd name="connsiteY128-36744" fmla="*/ 332913 h 834218"/>
                <a:gd name="connsiteX129-36745" fmla="*/ 814730 w 3024845"/>
                <a:gd name="connsiteY129-36746" fmla="*/ 339399 h 834218"/>
                <a:gd name="connsiteX130-36747" fmla="*/ 814730 w 3024845"/>
                <a:gd name="connsiteY130-36748" fmla="*/ 361017 h 834218"/>
                <a:gd name="connsiteX131-36749" fmla="*/ 817010 w 3024845"/>
                <a:gd name="connsiteY131-36750" fmla="*/ 361017 h 834218"/>
                <a:gd name="connsiteX132-36751" fmla="*/ 832970 w 3024845"/>
                <a:gd name="connsiteY132-36752" fmla="*/ 361017 h 834218"/>
                <a:gd name="connsiteX133-36753" fmla="*/ 832970 w 3024845"/>
                <a:gd name="connsiteY133-36754" fmla="*/ 362097 h 834218"/>
                <a:gd name="connsiteX134-36755" fmla="*/ 832970 w 3024845"/>
                <a:gd name="connsiteY134-36756" fmla="*/ 369664 h 834218"/>
                <a:gd name="connsiteX135-36757" fmla="*/ 834237 w 3024845"/>
                <a:gd name="connsiteY135-36758" fmla="*/ 369664 h 834218"/>
                <a:gd name="connsiteX136-36759" fmla="*/ 843104 w 3024845"/>
                <a:gd name="connsiteY136-36760" fmla="*/ 369664 h 834218"/>
                <a:gd name="connsiteX137-36761" fmla="*/ 843104 w 3024845"/>
                <a:gd name="connsiteY137-36762" fmla="*/ 371825 h 834218"/>
                <a:gd name="connsiteX138-36763" fmla="*/ 843104 w 3024845"/>
                <a:gd name="connsiteY138-36764" fmla="*/ 386958 h 834218"/>
                <a:gd name="connsiteX139-36765" fmla="*/ 847157 w 3024845"/>
                <a:gd name="connsiteY139-36766" fmla="*/ 385066 h 834218"/>
                <a:gd name="connsiteX140-36767" fmla="*/ 847157 w 3024845"/>
                <a:gd name="connsiteY140-36768" fmla="*/ 371825 h 834218"/>
                <a:gd name="connsiteX141-36769" fmla="*/ 848170 w 3024845"/>
                <a:gd name="connsiteY141-36770" fmla="*/ 371825 h 834218"/>
                <a:gd name="connsiteX142-36771" fmla="*/ 855264 w 3024845"/>
                <a:gd name="connsiteY142-36772" fmla="*/ 371825 h 834218"/>
                <a:gd name="connsiteX143-36773" fmla="*/ 855264 w 3024845"/>
                <a:gd name="connsiteY143-36774" fmla="*/ 373447 h 834218"/>
                <a:gd name="connsiteX144-36775" fmla="*/ 855264 w 3024845"/>
                <a:gd name="connsiteY144-36776" fmla="*/ 384796 h 834218"/>
                <a:gd name="connsiteX145-36777" fmla="*/ 856024 w 3024845"/>
                <a:gd name="connsiteY145-36778" fmla="*/ 384796 h 834218"/>
                <a:gd name="connsiteX146-36779" fmla="*/ 861344 w 3024845"/>
                <a:gd name="connsiteY146-36780" fmla="*/ 384796 h 834218"/>
                <a:gd name="connsiteX147-36781" fmla="*/ 909984 w 3024845"/>
                <a:gd name="connsiteY147-36782" fmla="*/ 380473 h 834218"/>
                <a:gd name="connsiteX148-36783" fmla="*/ 909984 w 3024845"/>
                <a:gd name="connsiteY148-36784" fmla="*/ 381824 h 834218"/>
                <a:gd name="connsiteX149-36785" fmla="*/ 909984 w 3024845"/>
                <a:gd name="connsiteY149-36786" fmla="*/ 391281 h 834218"/>
                <a:gd name="connsiteX150-36787" fmla="*/ 910744 w 3024845"/>
                <a:gd name="connsiteY150-36788" fmla="*/ 391281 h 834218"/>
                <a:gd name="connsiteX151-36789" fmla="*/ 916065 w 3024845"/>
                <a:gd name="connsiteY151-36790" fmla="*/ 391281 h 834218"/>
                <a:gd name="connsiteX152-36791" fmla="*/ 916065 w 3024845"/>
                <a:gd name="connsiteY152-36792" fmla="*/ 393443 h 834218"/>
                <a:gd name="connsiteX153-36793" fmla="*/ 916065 w 3024845"/>
                <a:gd name="connsiteY153-36794" fmla="*/ 408576 h 834218"/>
                <a:gd name="connsiteX154-36795" fmla="*/ 918091 w 3024845"/>
                <a:gd name="connsiteY154-36796" fmla="*/ 407225 h 834218"/>
                <a:gd name="connsiteX155-36797" fmla="*/ 932278 w 3024845"/>
                <a:gd name="connsiteY155-36798" fmla="*/ 397767 h 834218"/>
                <a:gd name="connsiteX156-36799" fmla="*/ 938358 w 3024845"/>
                <a:gd name="connsiteY156-36800" fmla="*/ 356693 h 834218"/>
                <a:gd name="connsiteX157-36801" fmla="*/ 939118 w 3024845"/>
                <a:gd name="connsiteY157-36802" fmla="*/ 356423 h 834218"/>
                <a:gd name="connsiteX158-36803" fmla="*/ 944438 w 3024845"/>
                <a:gd name="connsiteY158-36804" fmla="*/ 354531 h 834218"/>
                <a:gd name="connsiteX159-36805" fmla="*/ 946465 w 3024845"/>
                <a:gd name="connsiteY159-36806" fmla="*/ 285354 h 834218"/>
                <a:gd name="connsiteX160-36807" fmla="*/ 948492 w 3024845"/>
                <a:gd name="connsiteY160-36808" fmla="*/ 354531 h 834218"/>
                <a:gd name="connsiteX161-36809" fmla="*/ 949252 w 3024845"/>
                <a:gd name="connsiteY161-36810" fmla="*/ 354801 h 834218"/>
                <a:gd name="connsiteX162-36811" fmla="*/ 954572 w 3024845"/>
                <a:gd name="connsiteY162-36812" fmla="*/ 356693 h 834218"/>
                <a:gd name="connsiteX163-36813" fmla="*/ 954572 w 3024845"/>
                <a:gd name="connsiteY163-36814" fmla="*/ 270222 h 834218"/>
                <a:gd name="connsiteX164-36815" fmla="*/ 958625 w 3024845"/>
                <a:gd name="connsiteY164-36816" fmla="*/ 237795 h 834218"/>
                <a:gd name="connsiteX165-36817" fmla="*/ 997132 w 3024845"/>
                <a:gd name="connsiteY165-36818" fmla="*/ 237795 h 834218"/>
                <a:gd name="connsiteX166-36819" fmla="*/ 997132 w 3024845"/>
                <a:gd name="connsiteY166-36820" fmla="*/ 270222 h 834218"/>
                <a:gd name="connsiteX167-36821" fmla="*/ 997892 w 3024845"/>
                <a:gd name="connsiteY167-36822" fmla="*/ 270222 h 834218"/>
                <a:gd name="connsiteX168-36823" fmla="*/ 1003212 w 3024845"/>
                <a:gd name="connsiteY168-36824" fmla="*/ 270222 h 834218"/>
                <a:gd name="connsiteX169-36825" fmla="*/ 1003212 w 3024845"/>
                <a:gd name="connsiteY169-36826" fmla="*/ 188074 h 834218"/>
                <a:gd name="connsiteX170-36827" fmla="*/ 1004986 w 3024845"/>
                <a:gd name="connsiteY170-36828" fmla="*/ 188074 h 834218"/>
                <a:gd name="connsiteX171-36829" fmla="*/ 1017399 w 3024845"/>
                <a:gd name="connsiteY171-36830" fmla="*/ 188074 h 834218"/>
                <a:gd name="connsiteX172-36831" fmla="*/ 1017399 w 3024845"/>
                <a:gd name="connsiteY172-36832" fmla="*/ 186183 h 834218"/>
                <a:gd name="connsiteX173-36833" fmla="*/ 1017399 w 3024845"/>
                <a:gd name="connsiteY173-36834" fmla="*/ 172942 h 834218"/>
                <a:gd name="connsiteX174-36835" fmla="*/ 1039693 w 3024845"/>
                <a:gd name="connsiteY174-36836" fmla="*/ 172942 h 834218"/>
                <a:gd name="connsiteX175-36837" fmla="*/ 1039693 w 3024845"/>
                <a:gd name="connsiteY175-36838" fmla="*/ 171861 h 834218"/>
                <a:gd name="connsiteX176-36839" fmla="*/ 1039693 w 3024845"/>
                <a:gd name="connsiteY176-36840" fmla="*/ 164295 h 834218"/>
                <a:gd name="connsiteX177-36841" fmla="*/ 1041466 w 3024845"/>
                <a:gd name="connsiteY177-36842" fmla="*/ 164295 h 834218"/>
                <a:gd name="connsiteX178-36843" fmla="*/ 1053880 w 3024845"/>
                <a:gd name="connsiteY178-36844" fmla="*/ 164295 h 834218"/>
                <a:gd name="connsiteX179-36845" fmla="*/ 1053880 w 3024845"/>
                <a:gd name="connsiteY179-36846" fmla="*/ 165376 h 834218"/>
                <a:gd name="connsiteX180-36847" fmla="*/ 1053880 w 3024845"/>
                <a:gd name="connsiteY180-36848" fmla="*/ 172942 h 834218"/>
                <a:gd name="connsiteX181-36849" fmla="*/ 1054640 w 3024845"/>
                <a:gd name="connsiteY181-36850" fmla="*/ 172942 h 834218"/>
                <a:gd name="connsiteX182-36851" fmla="*/ 1059960 w 3024845"/>
                <a:gd name="connsiteY182-36852" fmla="*/ 172942 h 834218"/>
                <a:gd name="connsiteX183-36853" fmla="*/ 1070093 w 3024845"/>
                <a:gd name="connsiteY183-36854" fmla="*/ 168618 h 834218"/>
                <a:gd name="connsiteX184-36855" fmla="*/ 1074146 w 3024845"/>
                <a:gd name="connsiteY184-36856" fmla="*/ 171861 h 834218"/>
                <a:gd name="connsiteX185-36857" fmla="*/ 1074146 w 3024845"/>
                <a:gd name="connsiteY185-36858" fmla="*/ 164295 h 834218"/>
                <a:gd name="connsiteX186-36859" fmla="*/ 1076426 w 3024845"/>
                <a:gd name="connsiteY186-36860" fmla="*/ 164295 h 834218"/>
                <a:gd name="connsiteX187-36861" fmla="*/ 1092387 w 3024845"/>
                <a:gd name="connsiteY187-36862" fmla="*/ 164295 h 834218"/>
                <a:gd name="connsiteX188-36863" fmla="*/ 1092387 w 3024845"/>
                <a:gd name="connsiteY188-36864" fmla="*/ 165376 h 834218"/>
                <a:gd name="connsiteX189-36865" fmla="*/ 1092387 w 3024845"/>
                <a:gd name="connsiteY189-36866" fmla="*/ 172942 h 834218"/>
                <a:gd name="connsiteX190-36867" fmla="*/ 1122787 w 3024845"/>
                <a:gd name="connsiteY190-36868" fmla="*/ 172942 h 834218"/>
                <a:gd name="connsiteX191-36869" fmla="*/ 1122787 w 3024845"/>
                <a:gd name="connsiteY191-36870" fmla="*/ 174563 h 834218"/>
                <a:gd name="connsiteX192-36871" fmla="*/ 1122787 w 3024845"/>
                <a:gd name="connsiteY192-36872" fmla="*/ 185913 h 834218"/>
                <a:gd name="connsiteX193-36873" fmla="*/ 1149134 w 3024845"/>
                <a:gd name="connsiteY193-36874" fmla="*/ 185913 h 834218"/>
                <a:gd name="connsiteX194-36875" fmla="*/ 1149134 w 3024845"/>
                <a:gd name="connsiteY194-36876" fmla="*/ 216177 h 834218"/>
                <a:gd name="connsiteX195-36877" fmla="*/ 1149894 w 3024845"/>
                <a:gd name="connsiteY195-36878" fmla="*/ 216177 h 834218"/>
                <a:gd name="connsiteX196-36879" fmla="*/ 1155214 w 3024845"/>
                <a:gd name="connsiteY196-36880" fmla="*/ 216177 h 834218"/>
                <a:gd name="connsiteX197-36881" fmla="*/ 1155214 w 3024845"/>
                <a:gd name="connsiteY197-36882" fmla="*/ 217258 h 834218"/>
                <a:gd name="connsiteX198-36883" fmla="*/ 1155214 w 3024845"/>
                <a:gd name="connsiteY198-36884" fmla="*/ 224825 h 834218"/>
                <a:gd name="connsiteX199-36885" fmla="*/ 1159268 w 3024845"/>
                <a:gd name="connsiteY199-36886" fmla="*/ 255089 h 834218"/>
                <a:gd name="connsiteX200-36887" fmla="*/ 1160028 w 3024845"/>
                <a:gd name="connsiteY200-36888" fmla="*/ 255089 h 834218"/>
                <a:gd name="connsiteX201-36889" fmla="*/ 1165348 w 3024845"/>
                <a:gd name="connsiteY201-36890" fmla="*/ 255089 h 834218"/>
                <a:gd name="connsiteX202-36891" fmla="*/ 1165348 w 3024845"/>
                <a:gd name="connsiteY202-36892" fmla="*/ 255900 h 834218"/>
                <a:gd name="connsiteX203-36893" fmla="*/ 1165348 w 3024845"/>
                <a:gd name="connsiteY203-36894" fmla="*/ 261575 h 834218"/>
                <a:gd name="connsiteX204-36895" fmla="*/ 1166361 w 3024845"/>
                <a:gd name="connsiteY204-36896" fmla="*/ 261575 h 834218"/>
                <a:gd name="connsiteX205-36897" fmla="*/ 1173454 w 3024845"/>
                <a:gd name="connsiteY205-36898" fmla="*/ 261575 h 834218"/>
                <a:gd name="connsiteX206-36899" fmla="*/ 1173454 w 3024845"/>
                <a:gd name="connsiteY206-36900" fmla="*/ 291840 h 834218"/>
                <a:gd name="connsiteX207-36901" fmla="*/ 1175481 w 3024845"/>
                <a:gd name="connsiteY207-36902" fmla="*/ 291840 h 834218"/>
                <a:gd name="connsiteX208-36903" fmla="*/ 1189668 w 3024845"/>
                <a:gd name="connsiteY208-36904" fmla="*/ 291840 h 834218"/>
                <a:gd name="connsiteX209-36905" fmla="*/ 1189668 w 3024845"/>
                <a:gd name="connsiteY209-36906" fmla="*/ 315619 h 834218"/>
                <a:gd name="connsiteX210-36907" fmla="*/ 1191695 w 3024845"/>
                <a:gd name="connsiteY210-36908" fmla="*/ 317240 h 834218"/>
                <a:gd name="connsiteX211-36909" fmla="*/ 1191695 w 3024845"/>
                <a:gd name="connsiteY211-36910" fmla="*/ 328590 h 834218"/>
                <a:gd name="connsiteX212-36911" fmla="*/ 1192455 w 3024845"/>
                <a:gd name="connsiteY212-36912" fmla="*/ 328590 h 834218"/>
                <a:gd name="connsiteX213-36913" fmla="*/ 1197775 w 3024845"/>
                <a:gd name="connsiteY213-36914" fmla="*/ 328590 h 834218"/>
                <a:gd name="connsiteX214-36915" fmla="*/ 1197775 w 3024845"/>
                <a:gd name="connsiteY214-36916" fmla="*/ 352369 h 834218"/>
                <a:gd name="connsiteX215-36917" fmla="*/ 1199041 w 3024845"/>
                <a:gd name="connsiteY215-36918" fmla="*/ 352369 h 834218"/>
                <a:gd name="connsiteX216-36919" fmla="*/ 1207908 w 3024845"/>
                <a:gd name="connsiteY216-36920" fmla="*/ 352369 h 834218"/>
                <a:gd name="connsiteX217-36921" fmla="*/ 1209935 w 3024845"/>
                <a:gd name="connsiteY217-36922" fmla="*/ 356423 h 834218"/>
                <a:gd name="connsiteX218-36923" fmla="*/ 1209935 w 3024845"/>
                <a:gd name="connsiteY218-36924" fmla="*/ 369664 h 834218"/>
                <a:gd name="connsiteX219-36925" fmla="*/ 1211455 w 3024845"/>
                <a:gd name="connsiteY219-36926" fmla="*/ 367772 h 834218"/>
                <a:gd name="connsiteX220-36927" fmla="*/ 1222095 w 3024845"/>
                <a:gd name="connsiteY220-36928" fmla="*/ 354531 h 834218"/>
                <a:gd name="connsiteX221-36929" fmla="*/ 1250469 w 3024845"/>
                <a:gd name="connsiteY221-36930" fmla="*/ 354531 h 834218"/>
                <a:gd name="connsiteX222-36931" fmla="*/ 1250469 w 3024845"/>
                <a:gd name="connsiteY222-36932" fmla="*/ 441002 h 834218"/>
                <a:gd name="connsiteX223-36933" fmla="*/ 1251229 w 3024845"/>
                <a:gd name="connsiteY223-36934" fmla="*/ 441002 h 834218"/>
                <a:gd name="connsiteX224-36935" fmla="*/ 1256549 w 3024845"/>
                <a:gd name="connsiteY224-36936" fmla="*/ 441002 h 834218"/>
                <a:gd name="connsiteX225-36937" fmla="*/ 1257309 w 3024845"/>
                <a:gd name="connsiteY225-36938" fmla="*/ 439651 h 834218"/>
                <a:gd name="connsiteX226-36939" fmla="*/ 1262629 w 3024845"/>
                <a:gd name="connsiteY226-36940" fmla="*/ 430193 h 834218"/>
                <a:gd name="connsiteX227-36941" fmla="*/ 1262629 w 3024845"/>
                <a:gd name="connsiteY227-36942" fmla="*/ 432085 h 834218"/>
                <a:gd name="connsiteX228-36943" fmla="*/ 1262629 w 3024845"/>
                <a:gd name="connsiteY228-36944" fmla="*/ 445326 h 834218"/>
                <a:gd name="connsiteX229-36945" fmla="*/ 1266682 w 3024845"/>
                <a:gd name="connsiteY229-36946" fmla="*/ 399929 h 834218"/>
                <a:gd name="connsiteX230-36947" fmla="*/ 1267442 w 3024845"/>
                <a:gd name="connsiteY230-36948" fmla="*/ 399929 h 834218"/>
                <a:gd name="connsiteX231-36949" fmla="*/ 1272762 w 3024845"/>
                <a:gd name="connsiteY231-36950" fmla="*/ 399929 h 834218"/>
                <a:gd name="connsiteX232-36951" fmla="*/ 1272762 w 3024845"/>
                <a:gd name="connsiteY232-36952" fmla="*/ 335075 h 834218"/>
                <a:gd name="connsiteX233-36953" fmla="*/ 1273776 w 3024845"/>
                <a:gd name="connsiteY233-36954" fmla="*/ 335075 h 834218"/>
                <a:gd name="connsiteX234-36955" fmla="*/ 1280869 w 3024845"/>
                <a:gd name="connsiteY234-36956" fmla="*/ 335075 h 834218"/>
                <a:gd name="connsiteX235-36957" fmla="*/ 1293029 w 3024845"/>
                <a:gd name="connsiteY235-36958" fmla="*/ 291840 h 834218"/>
                <a:gd name="connsiteX236-36959" fmla="*/ 1294296 w 3024845"/>
                <a:gd name="connsiteY236-36960" fmla="*/ 291840 h 834218"/>
                <a:gd name="connsiteX237-36961" fmla="*/ 1303163 w 3024845"/>
                <a:gd name="connsiteY237-36962" fmla="*/ 291840 h 834218"/>
                <a:gd name="connsiteX238-36963" fmla="*/ 1313296 w 3024845"/>
                <a:gd name="connsiteY238-36964" fmla="*/ 335075 h 834218"/>
                <a:gd name="connsiteX239-36965" fmla="*/ 1314309 w 3024845"/>
                <a:gd name="connsiteY239-36966" fmla="*/ 335075 h 834218"/>
                <a:gd name="connsiteX240-36967" fmla="*/ 1321403 w 3024845"/>
                <a:gd name="connsiteY240-36968" fmla="*/ 335075 h 834218"/>
                <a:gd name="connsiteX241-36969" fmla="*/ 1321403 w 3024845"/>
                <a:gd name="connsiteY241-36970" fmla="*/ 373987 h 834218"/>
                <a:gd name="connsiteX242-36971" fmla="*/ 1323176 w 3024845"/>
                <a:gd name="connsiteY242-36972" fmla="*/ 373987 h 834218"/>
                <a:gd name="connsiteX243-36973" fmla="*/ 1335590 w 3024845"/>
                <a:gd name="connsiteY243-36974" fmla="*/ 373987 h 834218"/>
                <a:gd name="connsiteX244-36975" fmla="*/ 1335590 w 3024845"/>
                <a:gd name="connsiteY244-36976" fmla="*/ 376149 h 834218"/>
                <a:gd name="connsiteX245-36977" fmla="*/ 1335590 w 3024845"/>
                <a:gd name="connsiteY245-36978" fmla="*/ 391281 h 834218"/>
                <a:gd name="connsiteX246-36979" fmla="*/ 1339643 w 3024845"/>
                <a:gd name="connsiteY246-36980" fmla="*/ 389120 h 834218"/>
                <a:gd name="connsiteX247-36981" fmla="*/ 1339643 w 3024845"/>
                <a:gd name="connsiteY247-36982" fmla="*/ 373987 h 834218"/>
                <a:gd name="connsiteX248-36983" fmla="*/ 1341163 w 3024845"/>
                <a:gd name="connsiteY248-36984" fmla="*/ 373987 h 834218"/>
                <a:gd name="connsiteX249-36985" fmla="*/ 1351803 w 3024845"/>
                <a:gd name="connsiteY249-36986" fmla="*/ 373987 h 834218"/>
                <a:gd name="connsiteX250-36987" fmla="*/ 1351803 w 3024845"/>
                <a:gd name="connsiteY250-36988" fmla="*/ 375608 h 834218"/>
                <a:gd name="connsiteX251-36989" fmla="*/ 1351803 w 3024845"/>
                <a:gd name="connsiteY251-36990" fmla="*/ 386958 h 834218"/>
                <a:gd name="connsiteX252-36991" fmla="*/ 1382204 w 3024845"/>
                <a:gd name="connsiteY252-36992" fmla="*/ 386958 h 834218"/>
                <a:gd name="connsiteX253-36993" fmla="*/ 1382204 w 3024845"/>
                <a:gd name="connsiteY253-36994" fmla="*/ 350208 h 834218"/>
                <a:gd name="connsiteX254-36995" fmla="*/ 1383470 w 3024845"/>
                <a:gd name="connsiteY254-36996" fmla="*/ 350208 h 834218"/>
                <a:gd name="connsiteX255-36997" fmla="*/ 1392337 w 3024845"/>
                <a:gd name="connsiteY255-36998" fmla="*/ 350208 h 834218"/>
                <a:gd name="connsiteX256-36999" fmla="*/ 1392337 w 3024845"/>
                <a:gd name="connsiteY256-37000" fmla="*/ 371825 h 834218"/>
                <a:gd name="connsiteX257-37001" fmla="*/ 1394364 w 3024845"/>
                <a:gd name="connsiteY257-37002" fmla="*/ 339399 h 834218"/>
                <a:gd name="connsiteX258-37003" fmla="*/ 1416657 w 3024845"/>
                <a:gd name="connsiteY258-37004" fmla="*/ 339399 h 834218"/>
                <a:gd name="connsiteX259-37005" fmla="*/ 1416657 w 3024845"/>
                <a:gd name="connsiteY259-37006" fmla="*/ 337777 h 834218"/>
                <a:gd name="connsiteX260-37007" fmla="*/ 1416657 w 3024845"/>
                <a:gd name="connsiteY260-37008" fmla="*/ 326428 h 834218"/>
                <a:gd name="connsiteX261-37009" fmla="*/ 1417417 w 3024845"/>
                <a:gd name="connsiteY261-37010" fmla="*/ 326428 h 834218"/>
                <a:gd name="connsiteX262-37011" fmla="*/ 1422737 w 3024845"/>
                <a:gd name="connsiteY262-37012" fmla="*/ 326428 h 834218"/>
                <a:gd name="connsiteX263-37013" fmla="*/ 1422737 w 3024845"/>
                <a:gd name="connsiteY263-37014" fmla="*/ 324537 h 834218"/>
                <a:gd name="connsiteX264-37015" fmla="*/ 1422737 w 3024845"/>
                <a:gd name="connsiteY264-37016" fmla="*/ 311296 h 834218"/>
                <a:gd name="connsiteX265-37017" fmla="*/ 1426791 w 3024845"/>
                <a:gd name="connsiteY265-37018" fmla="*/ 317781 h 834218"/>
                <a:gd name="connsiteX266-37019" fmla="*/ 1429071 w 3024845"/>
                <a:gd name="connsiteY266-37020" fmla="*/ 317781 h 834218"/>
                <a:gd name="connsiteX267-37021" fmla="*/ 1445031 w 3024845"/>
                <a:gd name="connsiteY267-37022" fmla="*/ 317781 h 834218"/>
                <a:gd name="connsiteX268-37023" fmla="*/ 1445031 w 3024845"/>
                <a:gd name="connsiteY268-37024" fmla="*/ 316970 h 834218"/>
                <a:gd name="connsiteX269-37025" fmla="*/ 1445031 w 3024845"/>
                <a:gd name="connsiteY269-37026" fmla="*/ 311296 h 834218"/>
                <a:gd name="connsiteX270-37027" fmla="*/ 1445791 w 3024845"/>
                <a:gd name="connsiteY270-37028" fmla="*/ 311296 h 834218"/>
                <a:gd name="connsiteX271-37029" fmla="*/ 1451111 w 3024845"/>
                <a:gd name="connsiteY271-37030" fmla="*/ 311296 h 834218"/>
                <a:gd name="connsiteX272-37031" fmla="*/ 1451111 w 3024845"/>
                <a:gd name="connsiteY272-37032" fmla="*/ 312647 h 834218"/>
                <a:gd name="connsiteX273-37033" fmla="*/ 1451111 w 3024845"/>
                <a:gd name="connsiteY273-37034" fmla="*/ 322105 h 834218"/>
                <a:gd name="connsiteX274-37035" fmla="*/ 1489618 w 3024845"/>
                <a:gd name="connsiteY274-37036" fmla="*/ 322105 h 834218"/>
                <a:gd name="connsiteX275-37037" fmla="*/ 1489618 w 3024845"/>
                <a:gd name="connsiteY275-37038" fmla="*/ 460458 h 834218"/>
                <a:gd name="connsiteX276-37039" fmla="*/ 1491138 w 3024845"/>
                <a:gd name="connsiteY276-37040" fmla="*/ 460458 h 834218"/>
                <a:gd name="connsiteX277-37041" fmla="*/ 1501778 w 3024845"/>
                <a:gd name="connsiteY277-37042" fmla="*/ 460458 h 834218"/>
                <a:gd name="connsiteX278-37043" fmla="*/ 1501778 w 3024845"/>
                <a:gd name="connsiteY278-37044" fmla="*/ 447488 h 834218"/>
                <a:gd name="connsiteX279-37045" fmla="*/ 1505832 w 3024845"/>
                <a:gd name="connsiteY279-37046" fmla="*/ 447488 h 834218"/>
                <a:gd name="connsiteX280-37047" fmla="*/ 1505832 w 3024845"/>
                <a:gd name="connsiteY280-37048" fmla="*/ 460458 h 834218"/>
                <a:gd name="connsiteX281-37049" fmla="*/ 1536232 w 3024845"/>
                <a:gd name="connsiteY281-37050" fmla="*/ 460458 h 834218"/>
                <a:gd name="connsiteX282-37051" fmla="*/ 1536232 w 3024845"/>
                <a:gd name="connsiteY282-37052" fmla="*/ 430193 h 834218"/>
                <a:gd name="connsiteX283-37053" fmla="*/ 1548392 w 3024845"/>
                <a:gd name="connsiteY283-37054" fmla="*/ 430193 h 834218"/>
                <a:gd name="connsiteX284-37055" fmla="*/ 1560552 w 3024845"/>
                <a:gd name="connsiteY284-37056" fmla="*/ 428032 h 834218"/>
                <a:gd name="connsiteX285-37057" fmla="*/ 1564606 w 3024845"/>
                <a:gd name="connsiteY285-37058" fmla="*/ 430193 h 834218"/>
                <a:gd name="connsiteX286-37059" fmla="*/ 1574739 w 3024845"/>
                <a:gd name="connsiteY286-37060" fmla="*/ 430193 h 834218"/>
                <a:gd name="connsiteX287-37061" fmla="*/ 1574739 w 3024845"/>
                <a:gd name="connsiteY287-37062" fmla="*/ 460458 h 834218"/>
                <a:gd name="connsiteX288-37063" fmla="*/ 1582846 w 3024845"/>
                <a:gd name="connsiteY288-37064" fmla="*/ 460458 h 834218"/>
                <a:gd name="connsiteX289-37065" fmla="*/ 1582846 w 3024845"/>
                <a:gd name="connsiteY289-37066" fmla="*/ 477753 h 834218"/>
                <a:gd name="connsiteX290-37067" fmla="*/ 1592182 w 3024845"/>
                <a:gd name="connsiteY290-37068" fmla="*/ 478658 h 834218"/>
                <a:gd name="connsiteX291-37069" fmla="*/ 1605140 w 3024845"/>
                <a:gd name="connsiteY291-37070" fmla="*/ 478658 h 834218"/>
                <a:gd name="connsiteX292-37071" fmla="*/ 1605140 w 3024845"/>
                <a:gd name="connsiteY292-37072" fmla="*/ 462620 h 834218"/>
                <a:gd name="connsiteX293-37073" fmla="*/ 1673096 w 3024845"/>
                <a:gd name="connsiteY293-37074" fmla="*/ 462620 h 834218"/>
                <a:gd name="connsiteX294-37075" fmla="*/ 1673096 w 3024845"/>
                <a:gd name="connsiteY294-37076" fmla="*/ 377367 h 834218"/>
                <a:gd name="connsiteX295-37077" fmla="*/ 1745104 w 3024845"/>
                <a:gd name="connsiteY295-37078" fmla="*/ 377367 h 834218"/>
                <a:gd name="connsiteX296-37079" fmla="*/ 1745104 w 3024845"/>
                <a:gd name="connsiteY296-37080" fmla="*/ 456135 h 834218"/>
                <a:gd name="connsiteX297-37081" fmla="*/ 1747008 w 3024845"/>
                <a:gd name="connsiteY297-37082" fmla="*/ 456135 h 834218"/>
                <a:gd name="connsiteX298-37083" fmla="*/ 1748250 w 3024845"/>
                <a:gd name="connsiteY298-37084" fmla="*/ 478658 h 834218"/>
                <a:gd name="connsiteX299-37085" fmla="*/ 1757926 w 3024845"/>
                <a:gd name="connsiteY299-37086" fmla="*/ 478658 h 834218"/>
                <a:gd name="connsiteX300-37087" fmla="*/ 1759168 w 3024845"/>
                <a:gd name="connsiteY300-37088" fmla="*/ 456135 h 834218"/>
                <a:gd name="connsiteX301-37089" fmla="*/ 1765248 w 3024845"/>
                <a:gd name="connsiteY301-37090" fmla="*/ 456135 h 834218"/>
                <a:gd name="connsiteX302-37091" fmla="*/ 1766490 w 3024845"/>
                <a:gd name="connsiteY302-37092" fmla="*/ 478658 h 834218"/>
                <a:gd name="connsiteX303-37093" fmla="*/ 1817112 w 3024845"/>
                <a:gd name="connsiteY303-37094" fmla="*/ 478658 h 834218"/>
                <a:gd name="connsiteX304-37095" fmla="*/ 1817112 w 3024845"/>
                <a:gd name="connsiteY304-37096" fmla="*/ 315630 h 834218"/>
                <a:gd name="connsiteX305-37097" fmla="*/ 2014439 w 3024845"/>
                <a:gd name="connsiteY305-37098" fmla="*/ 315630 h 834218"/>
                <a:gd name="connsiteX306-37099" fmla="*/ 2014439 w 3024845"/>
                <a:gd name="connsiteY306-37100" fmla="*/ 478658 h 834218"/>
                <a:gd name="connsiteX307-37101" fmla="*/ 2033136 w 3024845"/>
                <a:gd name="connsiteY307-37102" fmla="*/ 478658 h 834218"/>
                <a:gd name="connsiteX308-37103" fmla="*/ 2033136 w 3024845"/>
                <a:gd name="connsiteY308-37104" fmla="*/ 395965 h 834218"/>
                <a:gd name="connsiteX309-37105" fmla="*/ 2128256 w 3024845"/>
                <a:gd name="connsiteY309-37106" fmla="*/ 395965 h 834218"/>
                <a:gd name="connsiteX310-37107" fmla="*/ 2180720 w 3024845"/>
                <a:gd name="connsiteY310-37108" fmla="*/ 330752 h 834218"/>
                <a:gd name="connsiteX311-37109" fmla="*/ 2245574 w 3024845"/>
                <a:gd name="connsiteY311-37110" fmla="*/ 330752 h 834218"/>
                <a:gd name="connsiteX312-37111" fmla="*/ 2245574 w 3024845"/>
                <a:gd name="connsiteY312-37112" fmla="*/ 406414 h 834218"/>
                <a:gd name="connsiteX313-37113" fmla="*/ 2253681 w 3024845"/>
                <a:gd name="connsiteY313-37114" fmla="*/ 406414 h 834218"/>
                <a:gd name="connsiteX314-37115" fmla="*/ 2255708 w 3024845"/>
                <a:gd name="connsiteY314-37116" fmla="*/ 399929 h 834218"/>
                <a:gd name="connsiteX315-37117" fmla="*/ 2261788 w 3024845"/>
                <a:gd name="connsiteY315-37118" fmla="*/ 399929 h 834218"/>
                <a:gd name="connsiteX316-37119" fmla="*/ 2263815 w 3024845"/>
                <a:gd name="connsiteY316-37120" fmla="*/ 408576 h 834218"/>
                <a:gd name="connsiteX317-37121" fmla="*/ 2275975 w 3024845"/>
                <a:gd name="connsiteY317-37122" fmla="*/ 408576 h 834218"/>
                <a:gd name="connsiteX318-37123" fmla="*/ 2275975 w 3024845"/>
                <a:gd name="connsiteY318-37124" fmla="*/ 402090 h 834218"/>
                <a:gd name="connsiteX319-37125" fmla="*/ 2298268 w 3024845"/>
                <a:gd name="connsiteY319-37126" fmla="*/ 402090 h 834218"/>
                <a:gd name="connsiteX320-37127" fmla="*/ 2298268 w 3024845"/>
                <a:gd name="connsiteY320-37128" fmla="*/ 408576 h 834218"/>
                <a:gd name="connsiteX321-37129" fmla="*/ 2318535 w 3024845"/>
                <a:gd name="connsiteY321-37130" fmla="*/ 408576 h 834218"/>
                <a:gd name="connsiteX322-37131" fmla="*/ 2318535 w 3024845"/>
                <a:gd name="connsiteY322-37132" fmla="*/ 453973 h 834218"/>
                <a:gd name="connsiteX323-37133" fmla="*/ 2332722 w 3024845"/>
                <a:gd name="connsiteY323-37134" fmla="*/ 453973 h 834218"/>
                <a:gd name="connsiteX324-37135" fmla="*/ 2332722 w 3024845"/>
                <a:gd name="connsiteY324-37136" fmla="*/ 441002 h 834218"/>
                <a:gd name="connsiteX325-37137" fmla="*/ 2348936 w 3024845"/>
                <a:gd name="connsiteY325-37138" fmla="*/ 441002 h 834218"/>
                <a:gd name="connsiteX326-37139" fmla="*/ 2348936 w 3024845"/>
                <a:gd name="connsiteY326-37140" fmla="*/ 261575 h 834218"/>
                <a:gd name="connsiteX327-37141" fmla="*/ 2355016 w 3024845"/>
                <a:gd name="connsiteY327-37142" fmla="*/ 255089 h 834218"/>
                <a:gd name="connsiteX328-37143" fmla="*/ 2427977 w 3024845"/>
                <a:gd name="connsiteY328-37144" fmla="*/ 255089 h 834218"/>
                <a:gd name="connsiteX329-37145" fmla="*/ 2427977 w 3024845"/>
                <a:gd name="connsiteY329-37146" fmla="*/ 263737 h 834218"/>
                <a:gd name="connsiteX330-37147" fmla="*/ 2438110 w 3024845"/>
                <a:gd name="connsiteY330-37148" fmla="*/ 263737 h 834218"/>
                <a:gd name="connsiteX331-37149" fmla="*/ 2438110 w 3024845"/>
                <a:gd name="connsiteY331-37150" fmla="*/ 378311 h 834218"/>
                <a:gd name="connsiteX332-37151" fmla="*/ 2460404 w 3024845"/>
                <a:gd name="connsiteY332-37152" fmla="*/ 378311 h 834218"/>
                <a:gd name="connsiteX333-37153" fmla="*/ 2460404 w 3024845"/>
                <a:gd name="connsiteY333-37154" fmla="*/ 311296 h 834218"/>
                <a:gd name="connsiteX334-37155" fmla="*/ 2486751 w 3024845"/>
                <a:gd name="connsiteY334-37156" fmla="*/ 311296 h 834218"/>
                <a:gd name="connsiteX335-37157" fmla="*/ 2490804 w 3024845"/>
                <a:gd name="connsiteY335-37158" fmla="*/ 306972 h 834218"/>
                <a:gd name="connsiteX336-37159" fmla="*/ 2498911 w 3024845"/>
                <a:gd name="connsiteY336-37160" fmla="*/ 306972 h 834218"/>
                <a:gd name="connsiteX337-37161" fmla="*/ 2502964 w 3024845"/>
                <a:gd name="connsiteY337-37162" fmla="*/ 311296 h 834218"/>
                <a:gd name="connsiteX338-37163" fmla="*/ 2525258 w 3024845"/>
                <a:gd name="connsiteY338-37164" fmla="*/ 311296 h 834218"/>
                <a:gd name="connsiteX339-37165" fmla="*/ 2525258 w 3024845"/>
                <a:gd name="connsiteY339-37166" fmla="*/ 194560 h 834218"/>
                <a:gd name="connsiteX340-37167" fmla="*/ 2582005 w 3024845"/>
                <a:gd name="connsiteY340-37168" fmla="*/ 183751 h 834218"/>
                <a:gd name="connsiteX341-37169" fmla="*/ 2582005 w 3024845"/>
                <a:gd name="connsiteY341-37170" fmla="*/ 184832 h 834218"/>
                <a:gd name="connsiteX342-37171" fmla="*/ 2582005 w 3024845"/>
                <a:gd name="connsiteY342-37172" fmla="*/ 192398 h 834218"/>
                <a:gd name="connsiteX343-37173" fmla="*/ 2608352 w 3024845"/>
                <a:gd name="connsiteY343-37174" fmla="*/ 192398 h 834218"/>
                <a:gd name="connsiteX344-37175" fmla="*/ 2608352 w 3024845"/>
                <a:gd name="connsiteY344-37176" fmla="*/ 447488 h 834218"/>
                <a:gd name="connsiteX345-37177" fmla="*/ 2630646 w 3024845"/>
                <a:gd name="connsiteY345-37178" fmla="*/ 447488 h 834218"/>
                <a:gd name="connsiteX346-37179" fmla="*/ 2630646 w 3024845"/>
                <a:gd name="connsiteY346-37180" fmla="*/ 443164 h 834218"/>
                <a:gd name="connsiteX347-37181" fmla="*/ 2642806 w 3024845"/>
                <a:gd name="connsiteY347-37182" fmla="*/ 443164 h 834218"/>
                <a:gd name="connsiteX348-37183" fmla="*/ 2642806 w 3024845"/>
                <a:gd name="connsiteY348-37184" fmla="*/ 447488 h 834218"/>
                <a:gd name="connsiteX349-37185" fmla="*/ 2667126 w 3024845"/>
                <a:gd name="connsiteY349-37186" fmla="*/ 447488 h 834218"/>
                <a:gd name="connsiteX350-37187" fmla="*/ 2667126 w 3024845"/>
                <a:gd name="connsiteY350-37188" fmla="*/ 434517 h 834218"/>
                <a:gd name="connsiteX351-37189" fmla="*/ 2695500 w 3024845"/>
                <a:gd name="connsiteY351-37190" fmla="*/ 434517 h 834218"/>
                <a:gd name="connsiteX352-37191" fmla="*/ 2707660 w 3024845"/>
                <a:gd name="connsiteY352-37192" fmla="*/ 430193 h 834218"/>
                <a:gd name="connsiteX353-37193" fmla="*/ 2727927 w 3024845"/>
                <a:gd name="connsiteY353-37194" fmla="*/ 434517 h 834218"/>
                <a:gd name="connsiteX354-37195" fmla="*/ 2727927 w 3024845"/>
                <a:gd name="connsiteY354-37196" fmla="*/ 417223 h 834218"/>
                <a:gd name="connsiteX355-37197" fmla="*/ 2736034 w 3024845"/>
                <a:gd name="connsiteY355-37198" fmla="*/ 417223 h 834218"/>
                <a:gd name="connsiteX356-37199" fmla="*/ 2736034 w 3024845"/>
                <a:gd name="connsiteY356-37200" fmla="*/ 404252 h 834218"/>
                <a:gd name="connsiteX357-37201" fmla="*/ 2792781 w 3024845"/>
                <a:gd name="connsiteY357-37202" fmla="*/ 404252 h 834218"/>
                <a:gd name="connsiteX358-37203" fmla="*/ 2792781 w 3024845"/>
                <a:gd name="connsiteY358-37204" fmla="*/ 373987 h 834218"/>
                <a:gd name="connsiteX359-37205" fmla="*/ 2811021 w 3024845"/>
                <a:gd name="connsiteY359-37206" fmla="*/ 373987 h 834218"/>
                <a:gd name="connsiteX360-37207" fmla="*/ 2811021 w 3024845"/>
                <a:gd name="connsiteY360-37208" fmla="*/ 367502 h 834218"/>
                <a:gd name="connsiteX361-37209" fmla="*/ 2823181 w 3024845"/>
                <a:gd name="connsiteY361-37210" fmla="*/ 367502 h 834218"/>
                <a:gd name="connsiteX362-37211" fmla="*/ 2823181 w 3024845"/>
                <a:gd name="connsiteY362-37212" fmla="*/ 373987 h 834218"/>
                <a:gd name="connsiteX363-37213" fmla="*/ 2839395 w 3024845"/>
                <a:gd name="connsiteY363-37214" fmla="*/ 373987 h 834218"/>
                <a:gd name="connsiteX364-37215" fmla="*/ 2839395 w 3024845"/>
                <a:gd name="connsiteY364-37216" fmla="*/ 423708 h 834218"/>
                <a:gd name="connsiteX365-37217" fmla="*/ 2871822 w 3024845"/>
                <a:gd name="connsiteY365-37218" fmla="*/ 423708 h 834218"/>
                <a:gd name="connsiteX366-37219" fmla="*/ 2871822 w 3024845"/>
                <a:gd name="connsiteY366-37220" fmla="*/ 397767 h 834218"/>
                <a:gd name="connsiteX367-37221" fmla="*/ 2910329 w 3024845"/>
                <a:gd name="connsiteY367-37222" fmla="*/ 397767 h 834218"/>
                <a:gd name="connsiteX368-37223" fmla="*/ 2910329 w 3024845"/>
                <a:gd name="connsiteY368-37224" fmla="*/ 367502 h 834218"/>
                <a:gd name="connsiteX369-37225" fmla="*/ 2958970 w 3024845"/>
                <a:gd name="connsiteY369-37226" fmla="*/ 367502 h 834218"/>
                <a:gd name="connsiteX370-37227" fmla="*/ 2958970 w 3024845"/>
                <a:gd name="connsiteY370-37228" fmla="*/ 478658 h 834218"/>
                <a:gd name="connsiteX371-37229" fmla="*/ 2958970 w 3024845"/>
                <a:gd name="connsiteY371-37230" fmla="*/ 492437 h 834218"/>
                <a:gd name="connsiteX372-37231" fmla="*/ 3024845 w 3024845"/>
                <a:gd name="connsiteY372-37232" fmla="*/ 492437 h 834218"/>
                <a:gd name="connsiteX373-37233" fmla="*/ 3024845 w 3024845"/>
                <a:gd name="connsiteY373-37234" fmla="*/ 834218 h 834218"/>
                <a:gd name="connsiteX374-37235" fmla="*/ 2054 w 3024845"/>
                <a:gd name="connsiteY374-37236" fmla="*/ 831885 h 834218"/>
                <a:gd name="connsiteX375-37237" fmla="*/ 0 w 3024845"/>
                <a:gd name="connsiteY375-37238" fmla="*/ 397767 h 834218"/>
                <a:gd name="connsiteX376-37239" fmla="*/ 20267 w 3024845"/>
                <a:gd name="connsiteY376-37240" fmla="*/ 397767 h 834218"/>
                <a:gd name="connsiteX377-37241" fmla="*/ 20774 w 3024845"/>
                <a:gd name="connsiteY377-37242" fmla="*/ 396686 h 834218"/>
                <a:gd name="connsiteX378-37243" fmla="*/ 24320 w 3024845"/>
                <a:gd name="connsiteY378-37244" fmla="*/ 389120 h 834218"/>
                <a:gd name="connsiteX379-37245" fmla="*/ 26094 w 3024845"/>
                <a:gd name="connsiteY379-37246" fmla="*/ 389390 h 834218"/>
                <a:gd name="connsiteX380-37247" fmla="*/ 38507 w 3024845"/>
                <a:gd name="connsiteY380-37248" fmla="*/ 391281 h 834218"/>
                <a:gd name="connsiteX381-37249" fmla="*/ 39014 w 3024845"/>
                <a:gd name="connsiteY381-37250" fmla="*/ 392633 h 834218"/>
                <a:gd name="connsiteX382-37251" fmla="*/ 42560 w 3024845"/>
                <a:gd name="connsiteY382-37252" fmla="*/ 402090 h 834218"/>
                <a:gd name="connsiteX383-37253" fmla="*/ 68907 w 3024845"/>
                <a:gd name="connsiteY383-37254" fmla="*/ 404252 h 834218"/>
                <a:gd name="connsiteX384-37255" fmla="*/ 68907 w 3024845"/>
                <a:gd name="connsiteY384-37256" fmla="*/ 281031 h 834218"/>
                <a:gd name="connsiteX385-37257" fmla="*/ 70934 w 3024845"/>
                <a:gd name="connsiteY385-37258" fmla="*/ 281031 h 834218"/>
                <a:gd name="connsiteX386-37259" fmla="*/ 85121 w 3024845"/>
                <a:gd name="connsiteY386-37260" fmla="*/ 281031 h 834218"/>
                <a:gd name="connsiteX387-37261" fmla="*/ 85121 w 3024845"/>
                <a:gd name="connsiteY387-37262" fmla="*/ 144839 h 834218"/>
                <a:gd name="connsiteX388-37263" fmla="*/ 86894 w 3024845"/>
                <a:gd name="connsiteY388-37264" fmla="*/ 144839 h 834218"/>
                <a:gd name="connsiteX389-37265" fmla="*/ 99308 w 3024845"/>
                <a:gd name="connsiteY389-37266" fmla="*/ 144839 h 834218"/>
                <a:gd name="connsiteX390-37267" fmla="*/ 99308 w 3024845"/>
                <a:gd name="connsiteY390-37268" fmla="*/ 30265 h 834218"/>
                <a:gd name="connsiteX391-37269" fmla="*/ 103361 w 3024845"/>
                <a:gd name="connsiteY391-37270" fmla="*/ 2161 h 834218"/>
                <a:gd name="connsiteX392-37271" fmla="*/ 105388 w 3024845"/>
                <a:gd name="connsiteY392-37272" fmla="*/ 2161 h 834218"/>
                <a:gd name="connsiteX0-37273" fmla="*/ 103361 w 3024845"/>
                <a:gd name="connsiteY0-37274" fmla="*/ 2161 h 834218"/>
                <a:gd name="connsiteX1-37275" fmla="*/ 200642 w 3024845"/>
                <a:gd name="connsiteY1-37276" fmla="*/ 0 h 834218"/>
                <a:gd name="connsiteX2-37277" fmla="*/ 202669 w 3024845"/>
                <a:gd name="connsiteY2-37278" fmla="*/ 0 h 834218"/>
                <a:gd name="connsiteX3-37279" fmla="*/ 216856 w 3024845"/>
                <a:gd name="connsiteY3-37280" fmla="*/ 0 h 834218"/>
                <a:gd name="connsiteX4-37281" fmla="*/ 216856 w 3024845"/>
                <a:gd name="connsiteY4-37282" fmla="*/ 23779 h 834218"/>
                <a:gd name="connsiteX5-37283" fmla="*/ 217363 w 3024845"/>
                <a:gd name="connsiteY5-37284" fmla="*/ 24590 h 834218"/>
                <a:gd name="connsiteX6-37285" fmla="*/ 220909 w 3024845"/>
                <a:gd name="connsiteY6-37286" fmla="*/ 30265 h 834218"/>
                <a:gd name="connsiteX7-37287" fmla="*/ 220909 w 3024845"/>
                <a:gd name="connsiteY7-37288" fmla="*/ 144839 h 834218"/>
                <a:gd name="connsiteX8-37289" fmla="*/ 223189 w 3024845"/>
                <a:gd name="connsiteY8-37290" fmla="*/ 144839 h 834218"/>
                <a:gd name="connsiteX9-37291" fmla="*/ 239150 w 3024845"/>
                <a:gd name="connsiteY9-37292" fmla="*/ 144839 h 834218"/>
                <a:gd name="connsiteX10-37293" fmla="*/ 239150 w 3024845"/>
                <a:gd name="connsiteY10-37294" fmla="*/ 285354 h 834218"/>
                <a:gd name="connsiteX11-37295" fmla="*/ 240670 w 3024845"/>
                <a:gd name="connsiteY11-37296" fmla="*/ 285084 h 834218"/>
                <a:gd name="connsiteX12-37297" fmla="*/ 251310 w 3024845"/>
                <a:gd name="connsiteY12-37298" fmla="*/ 283193 h 834218"/>
                <a:gd name="connsiteX13-37299" fmla="*/ 249283 w 3024845"/>
                <a:gd name="connsiteY13-37300" fmla="*/ 371825 h 834218"/>
                <a:gd name="connsiteX14-37301" fmla="*/ 250803 w 3024845"/>
                <a:gd name="connsiteY14-37302" fmla="*/ 372096 h 834218"/>
                <a:gd name="connsiteX15-37303" fmla="*/ 261443 w 3024845"/>
                <a:gd name="connsiteY15-37304" fmla="*/ 373987 h 834218"/>
                <a:gd name="connsiteX16-37305" fmla="*/ 261696 w 3024845"/>
                <a:gd name="connsiteY16-37306" fmla="*/ 374798 h 834218"/>
                <a:gd name="connsiteX17-37307" fmla="*/ 263470 w 3024845"/>
                <a:gd name="connsiteY17-37308" fmla="*/ 380473 h 834218"/>
                <a:gd name="connsiteX18-37309" fmla="*/ 264230 w 3024845"/>
                <a:gd name="connsiteY18-37310" fmla="*/ 378041 h 834218"/>
                <a:gd name="connsiteX19-37311" fmla="*/ 269550 w 3024845"/>
                <a:gd name="connsiteY19-37312" fmla="*/ 361017 h 834218"/>
                <a:gd name="connsiteX20-37313" fmla="*/ 271323 w 3024845"/>
                <a:gd name="connsiteY20-37314" fmla="*/ 361017 h 834218"/>
                <a:gd name="connsiteX21-37315" fmla="*/ 283737 w 3024845"/>
                <a:gd name="connsiteY21-37316" fmla="*/ 361017 h 834218"/>
                <a:gd name="connsiteX22-37317" fmla="*/ 283737 w 3024845"/>
                <a:gd name="connsiteY22-37318" fmla="*/ 393443 h 834218"/>
                <a:gd name="connsiteX23-37319" fmla="*/ 284750 w 3024845"/>
                <a:gd name="connsiteY23-37320" fmla="*/ 393984 h 834218"/>
                <a:gd name="connsiteX24-37321" fmla="*/ 291844 w 3024845"/>
                <a:gd name="connsiteY24-37322" fmla="*/ 397767 h 834218"/>
                <a:gd name="connsiteX25-37323" fmla="*/ 291844 w 3024845"/>
                <a:gd name="connsiteY25-37324" fmla="*/ 399118 h 834218"/>
                <a:gd name="connsiteX26-37325" fmla="*/ 291844 w 3024845"/>
                <a:gd name="connsiteY26-37326" fmla="*/ 408576 h 834218"/>
                <a:gd name="connsiteX27-37327" fmla="*/ 336431 w 3024845"/>
                <a:gd name="connsiteY27-37328" fmla="*/ 408576 h 834218"/>
                <a:gd name="connsiteX28-37329" fmla="*/ 336431 w 3024845"/>
                <a:gd name="connsiteY28-37330" fmla="*/ 409657 h 834218"/>
                <a:gd name="connsiteX29-37331" fmla="*/ 336431 w 3024845"/>
                <a:gd name="connsiteY29-37332" fmla="*/ 417223 h 834218"/>
                <a:gd name="connsiteX30-37333" fmla="*/ 338457 w 3024845"/>
                <a:gd name="connsiteY30-37334" fmla="*/ 417223 h 834218"/>
                <a:gd name="connsiteX31-37335" fmla="*/ 352644 w 3024845"/>
                <a:gd name="connsiteY31-37336" fmla="*/ 417223 h 834218"/>
                <a:gd name="connsiteX32-37337" fmla="*/ 352644 w 3024845"/>
                <a:gd name="connsiteY32-37338" fmla="*/ 386958 h 834218"/>
                <a:gd name="connsiteX33-37339" fmla="*/ 397231 w 3024845"/>
                <a:gd name="connsiteY33-37340" fmla="*/ 386958 h 834218"/>
                <a:gd name="connsiteX34-37341" fmla="*/ 397231 w 3024845"/>
                <a:gd name="connsiteY34-37342" fmla="*/ 385607 h 834218"/>
                <a:gd name="connsiteX35-37343" fmla="*/ 397231 w 3024845"/>
                <a:gd name="connsiteY35-37344" fmla="*/ 376149 h 834218"/>
                <a:gd name="connsiteX36-37345" fmla="*/ 398245 w 3024845"/>
                <a:gd name="connsiteY36-37346" fmla="*/ 376149 h 834218"/>
                <a:gd name="connsiteX37-37347" fmla="*/ 405338 w 3024845"/>
                <a:gd name="connsiteY37-37348" fmla="*/ 376149 h 834218"/>
                <a:gd name="connsiteX38-37349" fmla="*/ 405338 w 3024845"/>
                <a:gd name="connsiteY38-37350" fmla="*/ 374258 h 834218"/>
                <a:gd name="connsiteX39-37351" fmla="*/ 405338 w 3024845"/>
                <a:gd name="connsiteY39-37352" fmla="*/ 361017 h 834218"/>
                <a:gd name="connsiteX40-37353" fmla="*/ 406098 w 3024845"/>
                <a:gd name="connsiteY40-37354" fmla="*/ 361017 h 834218"/>
                <a:gd name="connsiteX41-37355" fmla="*/ 411418 w 3024845"/>
                <a:gd name="connsiteY41-37356" fmla="*/ 361017 h 834218"/>
                <a:gd name="connsiteX42-37357" fmla="*/ 411418 w 3024845"/>
                <a:gd name="connsiteY42-37358" fmla="*/ 359936 h 834218"/>
                <a:gd name="connsiteX43-37359" fmla="*/ 411418 w 3024845"/>
                <a:gd name="connsiteY43-37360" fmla="*/ 352369 h 834218"/>
                <a:gd name="connsiteX44-37361" fmla="*/ 413445 w 3024845"/>
                <a:gd name="connsiteY44-37362" fmla="*/ 352369 h 834218"/>
                <a:gd name="connsiteX45-37363" fmla="*/ 427632 w 3024845"/>
                <a:gd name="connsiteY45-37364" fmla="*/ 352369 h 834218"/>
                <a:gd name="connsiteX46-37365" fmla="*/ 427632 w 3024845"/>
                <a:gd name="connsiteY46-37366" fmla="*/ 353450 h 834218"/>
                <a:gd name="connsiteX47-37367" fmla="*/ 427632 w 3024845"/>
                <a:gd name="connsiteY47-37368" fmla="*/ 361017 h 834218"/>
                <a:gd name="connsiteX48-37369" fmla="*/ 449925 w 3024845"/>
                <a:gd name="connsiteY48-37370" fmla="*/ 361017 h 834218"/>
                <a:gd name="connsiteX49-37371" fmla="*/ 449925 w 3024845"/>
                <a:gd name="connsiteY49-37372" fmla="*/ 359125 h 834218"/>
                <a:gd name="connsiteX50-37373" fmla="*/ 449925 w 3024845"/>
                <a:gd name="connsiteY50-37374" fmla="*/ 345884 h 834218"/>
                <a:gd name="connsiteX51-37375" fmla="*/ 451699 w 3024845"/>
                <a:gd name="connsiteY51-37376" fmla="*/ 345884 h 834218"/>
                <a:gd name="connsiteX52-37377" fmla="*/ 464112 w 3024845"/>
                <a:gd name="connsiteY52-37378" fmla="*/ 345884 h 834218"/>
                <a:gd name="connsiteX53-37379" fmla="*/ 464112 w 3024845"/>
                <a:gd name="connsiteY53-37380" fmla="*/ 369664 h 834218"/>
                <a:gd name="connsiteX54-37381" fmla="*/ 465126 w 3024845"/>
                <a:gd name="connsiteY54-37382" fmla="*/ 369664 h 834218"/>
                <a:gd name="connsiteX55-37383" fmla="*/ 472219 w 3024845"/>
                <a:gd name="connsiteY55-37384" fmla="*/ 369664 h 834218"/>
                <a:gd name="connsiteX56-37385" fmla="*/ 472219 w 3024845"/>
                <a:gd name="connsiteY56-37386" fmla="*/ 368583 h 834218"/>
                <a:gd name="connsiteX57-37387" fmla="*/ 472219 w 3024845"/>
                <a:gd name="connsiteY57-37388" fmla="*/ 361017 h 834218"/>
                <a:gd name="connsiteX58-37389" fmla="*/ 473992 w 3024845"/>
                <a:gd name="connsiteY58-37390" fmla="*/ 361017 h 834218"/>
                <a:gd name="connsiteX59-37391" fmla="*/ 486406 w 3024845"/>
                <a:gd name="connsiteY59-37392" fmla="*/ 361017 h 834218"/>
                <a:gd name="connsiteX60-37393" fmla="*/ 486406 w 3024845"/>
                <a:gd name="connsiteY60-37394" fmla="*/ 386958 h 834218"/>
                <a:gd name="connsiteX61-37395" fmla="*/ 488433 w 3024845"/>
                <a:gd name="connsiteY61-37396" fmla="*/ 386958 h 834218"/>
                <a:gd name="connsiteX62-37397" fmla="*/ 502619 w 3024845"/>
                <a:gd name="connsiteY62-37398" fmla="*/ 386958 h 834218"/>
                <a:gd name="connsiteX63-37399" fmla="*/ 502619 w 3024845"/>
                <a:gd name="connsiteY63-37400" fmla="*/ 388579 h 834218"/>
                <a:gd name="connsiteX64-37401" fmla="*/ 502619 w 3024845"/>
                <a:gd name="connsiteY64-37402" fmla="*/ 399929 h 834218"/>
                <a:gd name="connsiteX65-37403" fmla="*/ 503379 w 3024845"/>
                <a:gd name="connsiteY65-37404" fmla="*/ 399929 h 834218"/>
                <a:gd name="connsiteX66-37405" fmla="*/ 508700 w 3024845"/>
                <a:gd name="connsiteY66-37406" fmla="*/ 399929 h 834218"/>
                <a:gd name="connsiteX67-37407" fmla="*/ 508700 w 3024845"/>
                <a:gd name="connsiteY67-37408" fmla="*/ 399118 h 834218"/>
                <a:gd name="connsiteX68-37409" fmla="*/ 508700 w 3024845"/>
                <a:gd name="connsiteY68-37410" fmla="*/ 393443 h 834218"/>
                <a:gd name="connsiteX69-37411" fmla="*/ 539100 w 3024845"/>
                <a:gd name="connsiteY69-37412" fmla="*/ 393443 h 834218"/>
                <a:gd name="connsiteX70-37413" fmla="*/ 539100 w 3024845"/>
                <a:gd name="connsiteY70-37414" fmla="*/ 417223 h 834218"/>
                <a:gd name="connsiteX71-37415" fmla="*/ 540113 w 3024845"/>
                <a:gd name="connsiteY71-37416" fmla="*/ 417223 h 834218"/>
                <a:gd name="connsiteX72-37417" fmla="*/ 547207 w 3024845"/>
                <a:gd name="connsiteY72-37418" fmla="*/ 417223 h 834218"/>
                <a:gd name="connsiteX73-37419" fmla="*/ 547207 w 3024845"/>
                <a:gd name="connsiteY73-37420" fmla="*/ 418304 h 834218"/>
                <a:gd name="connsiteX74-37421" fmla="*/ 547207 w 3024845"/>
                <a:gd name="connsiteY74-37422" fmla="*/ 425870 h 834218"/>
                <a:gd name="connsiteX75-37423" fmla="*/ 547967 w 3024845"/>
                <a:gd name="connsiteY75-37424" fmla="*/ 425870 h 834218"/>
                <a:gd name="connsiteX76-37425" fmla="*/ 553287 w 3024845"/>
                <a:gd name="connsiteY76-37426" fmla="*/ 425870 h 834218"/>
                <a:gd name="connsiteX77-37427" fmla="*/ 553287 w 3024845"/>
                <a:gd name="connsiteY77-37428" fmla="*/ 423708 h 834218"/>
                <a:gd name="connsiteX78-37429" fmla="*/ 553287 w 3024845"/>
                <a:gd name="connsiteY78-37430" fmla="*/ 408576 h 834218"/>
                <a:gd name="connsiteX79-37431" fmla="*/ 554300 w 3024845"/>
                <a:gd name="connsiteY79-37432" fmla="*/ 408576 h 834218"/>
                <a:gd name="connsiteX80-37433" fmla="*/ 561394 w 3024845"/>
                <a:gd name="connsiteY80-37434" fmla="*/ 408576 h 834218"/>
                <a:gd name="connsiteX81-37435" fmla="*/ 561394 w 3024845"/>
                <a:gd name="connsiteY81-37436" fmla="*/ 409657 h 834218"/>
                <a:gd name="connsiteX82-37437" fmla="*/ 561394 w 3024845"/>
                <a:gd name="connsiteY82-37438" fmla="*/ 417223 h 834218"/>
                <a:gd name="connsiteX83-37439" fmla="*/ 566714 w 3024845"/>
                <a:gd name="connsiteY83-37440" fmla="*/ 415230 h 834218"/>
                <a:gd name="connsiteX84-37441" fmla="*/ 567474 w 3024845"/>
                <a:gd name="connsiteY84-37442" fmla="*/ 414250 h 834218"/>
                <a:gd name="connsiteX85-37443" fmla="*/ 567474 w 3024845"/>
                <a:gd name="connsiteY85-37444" fmla="*/ 408576 h 834218"/>
                <a:gd name="connsiteX86-37445" fmla="*/ 605981 w 3024845"/>
                <a:gd name="connsiteY86-37446" fmla="*/ 408576 h 834218"/>
                <a:gd name="connsiteX87-37447" fmla="*/ 605981 w 3024845"/>
                <a:gd name="connsiteY87-37448" fmla="*/ 432355 h 834218"/>
                <a:gd name="connsiteX88-37449" fmla="*/ 608007 w 3024845"/>
                <a:gd name="connsiteY88-37450" fmla="*/ 432355 h 834218"/>
                <a:gd name="connsiteX89-37451" fmla="*/ 622194 w 3024845"/>
                <a:gd name="connsiteY89-37452" fmla="*/ 432355 h 834218"/>
                <a:gd name="connsiteX90-37453" fmla="*/ 622194 w 3024845"/>
                <a:gd name="connsiteY90-37454" fmla="*/ 433436 h 834218"/>
                <a:gd name="connsiteX91-37455" fmla="*/ 622194 w 3024845"/>
                <a:gd name="connsiteY91-37456" fmla="*/ 441002 h 834218"/>
                <a:gd name="connsiteX92-37457" fmla="*/ 623968 w 3024845"/>
                <a:gd name="connsiteY92-37458" fmla="*/ 441002 h 834218"/>
                <a:gd name="connsiteX93-37459" fmla="*/ 636381 w 3024845"/>
                <a:gd name="connsiteY93-37460" fmla="*/ 441002 h 834218"/>
                <a:gd name="connsiteX94-37461" fmla="*/ 636381 w 3024845"/>
                <a:gd name="connsiteY94-37462" fmla="*/ 417223 h 834218"/>
                <a:gd name="connsiteX95-37463" fmla="*/ 637394 w 3024845"/>
                <a:gd name="connsiteY95-37464" fmla="*/ 417223 h 834218"/>
                <a:gd name="connsiteX96-37465" fmla="*/ 644488 w 3024845"/>
                <a:gd name="connsiteY96-37466" fmla="*/ 417223 h 834218"/>
                <a:gd name="connsiteX97-37467" fmla="*/ 644488 w 3024845"/>
                <a:gd name="connsiteY97-37468" fmla="*/ 384796 h 834218"/>
                <a:gd name="connsiteX98-37469" fmla="*/ 645501 w 3024845"/>
                <a:gd name="connsiteY98-37470" fmla="*/ 384796 h 834218"/>
                <a:gd name="connsiteX99-37471" fmla="*/ 652595 w 3024845"/>
                <a:gd name="connsiteY99-37472" fmla="*/ 384796 h 834218"/>
                <a:gd name="connsiteX100-37473" fmla="*/ 652595 w 3024845"/>
                <a:gd name="connsiteY100-37474" fmla="*/ 382905 h 834218"/>
                <a:gd name="connsiteX101-37475" fmla="*/ 652595 w 3024845"/>
                <a:gd name="connsiteY101-37476" fmla="*/ 369664 h 834218"/>
                <a:gd name="connsiteX102-37477" fmla="*/ 651328 w 3024845"/>
                <a:gd name="connsiteY102-37478" fmla="*/ 368042 h 834218"/>
                <a:gd name="connsiteX103-37479" fmla="*/ 656648 w 3024845"/>
                <a:gd name="connsiteY103-37480" fmla="*/ 356693 h 834218"/>
                <a:gd name="connsiteX104-37481" fmla="*/ 664755 w 3024845"/>
                <a:gd name="connsiteY104-37482" fmla="*/ 384796 h 834218"/>
                <a:gd name="connsiteX105-37483" fmla="*/ 665515 w 3024845"/>
                <a:gd name="connsiteY105-37484" fmla="*/ 384796 h 834218"/>
                <a:gd name="connsiteX106-37485" fmla="*/ 670835 w 3024845"/>
                <a:gd name="connsiteY106-37486" fmla="*/ 384796 h 834218"/>
                <a:gd name="connsiteX107-37487" fmla="*/ 670835 w 3024845"/>
                <a:gd name="connsiteY107-37488" fmla="*/ 278869 h 834218"/>
                <a:gd name="connsiteX108-37489" fmla="*/ 672355 w 3024845"/>
                <a:gd name="connsiteY108-37490" fmla="*/ 278869 h 834218"/>
                <a:gd name="connsiteX109-37491" fmla="*/ 682995 w 3024845"/>
                <a:gd name="connsiteY109-37492" fmla="*/ 278869 h 834218"/>
                <a:gd name="connsiteX110-37493" fmla="*/ 682995 w 3024845"/>
                <a:gd name="connsiteY110-37494" fmla="*/ 231310 h 834218"/>
                <a:gd name="connsiteX111-37495" fmla="*/ 709342 w 3024845"/>
                <a:gd name="connsiteY111-37496" fmla="*/ 231310 h 834218"/>
                <a:gd name="connsiteX112-37497" fmla="*/ 709342 w 3024845"/>
                <a:gd name="connsiteY112-37498" fmla="*/ 209692 h 834218"/>
                <a:gd name="connsiteX113-37499" fmla="*/ 743796 w 3024845"/>
                <a:gd name="connsiteY113-37500" fmla="*/ 209692 h 834218"/>
                <a:gd name="connsiteX114-37501" fmla="*/ 743796 w 3024845"/>
                <a:gd name="connsiteY114-37502" fmla="*/ 212124 h 834218"/>
                <a:gd name="connsiteX115-37503" fmla="*/ 743796 w 3024845"/>
                <a:gd name="connsiteY115-37504" fmla="*/ 229148 h 834218"/>
                <a:gd name="connsiteX116-37505" fmla="*/ 746076 w 3024845"/>
                <a:gd name="connsiteY116-37506" fmla="*/ 229148 h 834218"/>
                <a:gd name="connsiteX117-37507" fmla="*/ 762036 w 3024845"/>
                <a:gd name="connsiteY117-37508" fmla="*/ 229148 h 834218"/>
                <a:gd name="connsiteX118-37509" fmla="*/ 762036 w 3024845"/>
                <a:gd name="connsiteY118-37510" fmla="*/ 276707 h 834218"/>
                <a:gd name="connsiteX119-37511" fmla="*/ 763049 w 3024845"/>
                <a:gd name="connsiteY119-37512" fmla="*/ 276707 h 834218"/>
                <a:gd name="connsiteX120-37513" fmla="*/ 770143 w 3024845"/>
                <a:gd name="connsiteY120-37514" fmla="*/ 276707 h 834218"/>
                <a:gd name="connsiteX121-37515" fmla="*/ 784330 w 3024845"/>
                <a:gd name="connsiteY121-37516" fmla="*/ 281031 h 834218"/>
                <a:gd name="connsiteX122-37517" fmla="*/ 784330 w 3024845"/>
                <a:gd name="connsiteY122-37518" fmla="*/ 319943 h 834218"/>
                <a:gd name="connsiteX123-37519" fmla="*/ 785343 w 3024845"/>
                <a:gd name="connsiteY123-37520" fmla="*/ 319943 h 834218"/>
                <a:gd name="connsiteX124-37521" fmla="*/ 792436 w 3024845"/>
                <a:gd name="connsiteY124-37522" fmla="*/ 319943 h 834218"/>
                <a:gd name="connsiteX125-37523" fmla="*/ 792436 w 3024845"/>
                <a:gd name="connsiteY125-37524" fmla="*/ 321564 h 834218"/>
                <a:gd name="connsiteX126-37525" fmla="*/ 792436 w 3024845"/>
                <a:gd name="connsiteY126-37526" fmla="*/ 332913 h 834218"/>
                <a:gd name="connsiteX127-37527" fmla="*/ 794463 w 3024845"/>
                <a:gd name="connsiteY127-37528" fmla="*/ 332913 h 834218"/>
                <a:gd name="connsiteX128-37529" fmla="*/ 808650 w 3024845"/>
                <a:gd name="connsiteY128-37530" fmla="*/ 332913 h 834218"/>
                <a:gd name="connsiteX129-37531" fmla="*/ 814730 w 3024845"/>
                <a:gd name="connsiteY129-37532" fmla="*/ 339399 h 834218"/>
                <a:gd name="connsiteX130-37533" fmla="*/ 814730 w 3024845"/>
                <a:gd name="connsiteY130-37534" fmla="*/ 361017 h 834218"/>
                <a:gd name="connsiteX131-37535" fmla="*/ 817010 w 3024845"/>
                <a:gd name="connsiteY131-37536" fmla="*/ 361017 h 834218"/>
                <a:gd name="connsiteX132-37537" fmla="*/ 832970 w 3024845"/>
                <a:gd name="connsiteY132-37538" fmla="*/ 361017 h 834218"/>
                <a:gd name="connsiteX133-37539" fmla="*/ 832970 w 3024845"/>
                <a:gd name="connsiteY133-37540" fmla="*/ 362097 h 834218"/>
                <a:gd name="connsiteX134-37541" fmla="*/ 832970 w 3024845"/>
                <a:gd name="connsiteY134-37542" fmla="*/ 369664 h 834218"/>
                <a:gd name="connsiteX135-37543" fmla="*/ 834237 w 3024845"/>
                <a:gd name="connsiteY135-37544" fmla="*/ 369664 h 834218"/>
                <a:gd name="connsiteX136-37545" fmla="*/ 843104 w 3024845"/>
                <a:gd name="connsiteY136-37546" fmla="*/ 369664 h 834218"/>
                <a:gd name="connsiteX137-37547" fmla="*/ 843104 w 3024845"/>
                <a:gd name="connsiteY137-37548" fmla="*/ 371825 h 834218"/>
                <a:gd name="connsiteX138-37549" fmla="*/ 843104 w 3024845"/>
                <a:gd name="connsiteY138-37550" fmla="*/ 386958 h 834218"/>
                <a:gd name="connsiteX139-37551" fmla="*/ 847157 w 3024845"/>
                <a:gd name="connsiteY139-37552" fmla="*/ 385066 h 834218"/>
                <a:gd name="connsiteX140-37553" fmla="*/ 847157 w 3024845"/>
                <a:gd name="connsiteY140-37554" fmla="*/ 371825 h 834218"/>
                <a:gd name="connsiteX141-37555" fmla="*/ 848170 w 3024845"/>
                <a:gd name="connsiteY141-37556" fmla="*/ 371825 h 834218"/>
                <a:gd name="connsiteX142-37557" fmla="*/ 855264 w 3024845"/>
                <a:gd name="connsiteY142-37558" fmla="*/ 371825 h 834218"/>
                <a:gd name="connsiteX143-37559" fmla="*/ 855264 w 3024845"/>
                <a:gd name="connsiteY143-37560" fmla="*/ 373447 h 834218"/>
                <a:gd name="connsiteX144-37561" fmla="*/ 855264 w 3024845"/>
                <a:gd name="connsiteY144-37562" fmla="*/ 384796 h 834218"/>
                <a:gd name="connsiteX145-37563" fmla="*/ 856024 w 3024845"/>
                <a:gd name="connsiteY145-37564" fmla="*/ 384796 h 834218"/>
                <a:gd name="connsiteX146-37565" fmla="*/ 861344 w 3024845"/>
                <a:gd name="connsiteY146-37566" fmla="*/ 384796 h 834218"/>
                <a:gd name="connsiteX147-37567" fmla="*/ 909984 w 3024845"/>
                <a:gd name="connsiteY147-37568" fmla="*/ 380473 h 834218"/>
                <a:gd name="connsiteX148-37569" fmla="*/ 909984 w 3024845"/>
                <a:gd name="connsiteY148-37570" fmla="*/ 381824 h 834218"/>
                <a:gd name="connsiteX149-37571" fmla="*/ 909984 w 3024845"/>
                <a:gd name="connsiteY149-37572" fmla="*/ 391281 h 834218"/>
                <a:gd name="connsiteX150-37573" fmla="*/ 910744 w 3024845"/>
                <a:gd name="connsiteY150-37574" fmla="*/ 391281 h 834218"/>
                <a:gd name="connsiteX151-37575" fmla="*/ 916065 w 3024845"/>
                <a:gd name="connsiteY151-37576" fmla="*/ 391281 h 834218"/>
                <a:gd name="connsiteX152-37577" fmla="*/ 916065 w 3024845"/>
                <a:gd name="connsiteY152-37578" fmla="*/ 393443 h 834218"/>
                <a:gd name="connsiteX153-37579" fmla="*/ 916065 w 3024845"/>
                <a:gd name="connsiteY153-37580" fmla="*/ 408576 h 834218"/>
                <a:gd name="connsiteX154-37581" fmla="*/ 918091 w 3024845"/>
                <a:gd name="connsiteY154-37582" fmla="*/ 407225 h 834218"/>
                <a:gd name="connsiteX155-37583" fmla="*/ 932278 w 3024845"/>
                <a:gd name="connsiteY155-37584" fmla="*/ 397767 h 834218"/>
                <a:gd name="connsiteX156-37585" fmla="*/ 938358 w 3024845"/>
                <a:gd name="connsiteY156-37586" fmla="*/ 356693 h 834218"/>
                <a:gd name="connsiteX157-37587" fmla="*/ 939118 w 3024845"/>
                <a:gd name="connsiteY157-37588" fmla="*/ 356423 h 834218"/>
                <a:gd name="connsiteX158-37589" fmla="*/ 944438 w 3024845"/>
                <a:gd name="connsiteY158-37590" fmla="*/ 354531 h 834218"/>
                <a:gd name="connsiteX159-37591" fmla="*/ 946465 w 3024845"/>
                <a:gd name="connsiteY159-37592" fmla="*/ 285354 h 834218"/>
                <a:gd name="connsiteX160-37593" fmla="*/ 948492 w 3024845"/>
                <a:gd name="connsiteY160-37594" fmla="*/ 354531 h 834218"/>
                <a:gd name="connsiteX161-37595" fmla="*/ 949252 w 3024845"/>
                <a:gd name="connsiteY161-37596" fmla="*/ 354801 h 834218"/>
                <a:gd name="connsiteX162-37597" fmla="*/ 954572 w 3024845"/>
                <a:gd name="connsiteY162-37598" fmla="*/ 356693 h 834218"/>
                <a:gd name="connsiteX163-37599" fmla="*/ 954572 w 3024845"/>
                <a:gd name="connsiteY163-37600" fmla="*/ 270222 h 834218"/>
                <a:gd name="connsiteX164-37601" fmla="*/ 958625 w 3024845"/>
                <a:gd name="connsiteY164-37602" fmla="*/ 237795 h 834218"/>
                <a:gd name="connsiteX165-37603" fmla="*/ 997132 w 3024845"/>
                <a:gd name="connsiteY165-37604" fmla="*/ 237795 h 834218"/>
                <a:gd name="connsiteX166-37605" fmla="*/ 997132 w 3024845"/>
                <a:gd name="connsiteY166-37606" fmla="*/ 270222 h 834218"/>
                <a:gd name="connsiteX167-37607" fmla="*/ 997892 w 3024845"/>
                <a:gd name="connsiteY167-37608" fmla="*/ 270222 h 834218"/>
                <a:gd name="connsiteX168-37609" fmla="*/ 1003212 w 3024845"/>
                <a:gd name="connsiteY168-37610" fmla="*/ 270222 h 834218"/>
                <a:gd name="connsiteX169-37611" fmla="*/ 1003212 w 3024845"/>
                <a:gd name="connsiteY169-37612" fmla="*/ 188074 h 834218"/>
                <a:gd name="connsiteX170-37613" fmla="*/ 1004986 w 3024845"/>
                <a:gd name="connsiteY170-37614" fmla="*/ 188074 h 834218"/>
                <a:gd name="connsiteX171-37615" fmla="*/ 1017399 w 3024845"/>
                <a:gd name="connsiteY171-37616" fmla="*/ 188074 h 834218"/>
                <a:gd name="connsiteX172-37617" fmla="*/ 1017399 w 3024845"/>
                <a:gd name="connsiteY172-37618" fmla="*/ 186183 h 834218"/>
                <a:gd name="connsiteX173-37619" fmla="*/ 1017399 w 3024845"/>
                <a:gd name="connsiteY173-37620" fmla="*/ 172942 h 834218"/>
                <a:gd name="connsiteX174-37621" fmla="*/ 1039693 w 3024845"/>
                <a:gd name="connsiteY174-37622" fmla="*/ 172942 h 834218"/>
                <a:gd name="connsiteX175-37623" fmla="*/ 1039693 w 3024845"/>
                <a:gd name="connsiteY175-37624" fmla="*/ 171861 h 834218"/>
                <a:gd name="connsiteX176-37625" fmla="*/ 1039693 w 3024845"/>
                <a:gd name="connsiteY176-37626" fmla="*/ 164295 h 834218"/>
                <a:gd name="connsiteX177-37627" fmla="*/ 1041466 w 3024845"/>
                <a:gd name="connsiteY177-37628" fmla="*/ 164295 h 834218"/>
                <a:gd name="connsiteX178-37629" fmla="*/ 1053880 w 3024845"/>
                <a:gd name="connsiteY178-37630" fmla="*/ 164295 h 834218"/>
                <a:gd name="connsiteX179-37631" fmla="*/ 1053880 w 3024845"/>
                <a:gd name="connsiteY179-37632" fmla="*/ 165376 h 834218"/>
                <a:gd name="connsiteX180-37633" fmla="*/ 1053880 w 3024845"/>
                <a:gd name="connsiteY180-37634" fmla="*/ 172942 h 834218"/>
                <a:gd name="connsiteX181-37635" fmla="*/ 1054640 w 3024845"/>
                <a:gd name="connsiteY181-37636" fmla="*/ 172942 h 834218"/>
                <a:gd name="connsiteX182-37637" fmla="*/ 1059960 w 3024845"/>
                <a:gd name="connsiteY182-37638" fmla="*/ 172942 h 834218"/>
                <a:gd name="connsiteX183-37639" fmla="*/ 1070093 w 3024845"/>
                <a:gd name="connsiteY183-37640" fmla="*/ 168618 h 834218"/>
                <a:gd name="connsiteX184-37641" fmla="*/ 1074146 w 3024845"/>
                <a:gd name="connsiteY184-37642" fmla="*/ 171861 h 834218"/>
                <a:gd name="connsiteX185-37643" fmla="*/ 1074146 w 3024845"/>
                <a:gd name="connsiteY185-37644" fmla="*/ 164295 h 834218"/>
                <a:gd name="connsiteX186-37645" fmla="*/ 1076426 w 3024845"/>
                <a:gd name="connsiteY186-37646" fmla="*/ 164295 h 834218"/>
                <a:gd name="connsiteX187-37647" fmla="*/ 1092387 w 3024845"/>
                <a:gd name="connsiteY187-37648" fmla="*/ 164295 h 834218"/>
                <a:gd name="connsiteX188-37649" fmla="*/ 1092387 w 3024845"/>
                <a:gd name="connsiteY188-37650" fmla="*/ 165376 h 834218"/>
                <a:gd name="connsiteX189-37651" fmla="*/ 1092387 w 3024845"/>
                <a:gd name="connsiteY189-37652" fmla="*/ 172942 h 834218"/>
                <a:gd name="connsiteX190-37653" fmla="*/ 1122787 w 3024845"/>
                <a:gd name="connsiteY190-37654" fmla="*/ 172942 h 834218"/>
                <a:gd name="connsiteX191-37655" fmla="*/ 1122787 w 3024845"/>
                <a:gd name="connsiteY191-37656" fmla="*/ 174563 h 834218"/>
                <a:gd name="connsiteX192-37657" fmla="*/ 1122787 w 3024845"/>
                <a:gd name="connsiteY192-37658" fmla="*/ 185913 h 834218"/>
                <a:gd name="connsiteX193-37659" fmla="*/ 1149134 w 3024845"/>
                <a:gd name="connsiteY193-37660" fmla="*/ 185913 h 834218"/>
                <a:gd name="connsiteX194-37661" fmla="*/ 1149134 w 3024845"/>
                <a:gd name="connsiteY194-37662" fmla="*/ 216177 h 834218"/>
                <a:gd name="connsiteX195-37663" fmla="*/ 1149894 w 3024845"/>
                <a:gd name="connsiteY195-37664" fmla="*/ 216177 h 834218"/>
                <a:gd name="connsiteX196-37665" fmla="*/ 1155214 w 3024845"/>
                <a:gd name="connsiteY196-37666" fmla="*/ 216177 h 834218"/>
                <a:gd name="connsiteX197-37667" fmla="*/ 1155214 w 3024845"/>
                <a:gd name="connsiteY197-37668" fmla="*/ 217258 h 834218"/>
                <a:gd name="connsiteX198-37669" fmla="*/ 1155214 w 3024845"/>
                <a:gd name="connsiteY198-37670" fmla="*/ 224825 h 834218"/>
                <a:gd name="connsiteX199-37671" fmla="*/ 1159268 w 3024845"/>
                <a:gd name="connsiteY199-37672" fmla="*/ 255089 h 834218"/>
                <a:gd name="connsiteX200-37673" fmla="*/ 1160028 w 3024845"/>
                <a:gd name="connsiteY200-37674" fmla="*/ 255089 h 834218"/>
                <a:gd name="connsiteX201-37675" fmla="*/ 1165348 w 3024845"/>
                <a:gd name="connsiteY201-37676" fmla="*/ 255089 h 834218"/>
                <a:gd name="connsiteX202-37677" fmla="*/ 1165348 w 3024845"/>
                <a:gd name="connsiteY202-37678" fmla="*/ 255900 h 834218"/>
                <a:gd name="connsiteX203-37679" fmla="*/ 1165348 w 3024845"/>
                <a:gd name="connsiteY203-37680" fmla="*/ 261575 h 834218"/>
                <a:gd name="connsiteX204-37681" fmla="*/ 1166361 w 3024845"/>
                <a:gd name="connsiteY204-37682" fmla="*/ 261575 h 834218"/>
                <a:gd name="connsiteX205-37683" fmla="*/ 1173454 w 3024845"/>
                <a:gd name="connsiteY205-37684" fmla="*/ 261575 h 834218"/>
                <a:gd name="connsiteX206-37685" fmla="*/ 1173454 w 3024845"/>
                <a:gd name="connsiteY206-37686" fmla="*/ 291840 h 834218"/>
                <a:gd name="connsiteX207-37687" fmla="*/ 1175481 w 3024845"/>
                <a:gd name="connsiteY207-37688" fmla="*/ 291840 h 834218"/>
                <a:gd name="connsiteX208-37689" fmla="*/ 1189668 w 3024845"/>
                <a:gd name="connsiteY208-37690" fmla="*/ 291840 h 834218"/>
                <a:gd name="connsiteX209-37691" fmla="*/ 1189668 w 3024845"/>
                <a:gd name="connsiteY209-37692" fmla="*/ 315619 h 834218"/>
                <a:gd name="connsiteX210-37693" fmla="*/ 1191695 w 3024845"/>
                <a:gd name="connsiteY210-37694" fmla="*/ 317240 h 834218"/>
                <a:gd name="connsiteX211-37695" fmla="*/ 1191695 w 3024845"/>
                <a:gd name="connsiteY211-37696" fmla="*/ 328590 h 834218"/>
                <a:gd name="connsiteX212-37697" fmla="*/ 1192455 w 3024845"/>
                <a:gd name="connsiteY212-37698" fmla="*/ 328590 h 834218"/>
                <a:gd name="connsiteX213-37699" fmla="*/ 1197775 w 3024845"/>
                <a:gd name="connsiteY213-37700" fmla="*/ 328590 h 834218"/>
                <a:gd name="connsiteX214-37701" fmla="*/ 1197775 w 3024845"/>
                <a:gd name="connsiteY214-37702" fmla="*/ 352369 h 834218"/>
                <a:gd name="connsiteX215-37703" fmla="*/ 1199041 w 3024845"/>
                <a:gd name="connsiteY215-37704" fmla="*/ 352369 h 834218"/>
                <a:gd name="connsiteX216-37705" fmla="*/ 1207908 w 3024845"/>
                <a:gd name="connsiteY216-37706" fmla="*/ 352369 h 834218"/>
                <a:gd name="connsiteX217-37707" fmla="*/ 1209935 w 3024845"/>
                <a:gd name="connsiteY217-37708" fmla="*/ 356423 h 834218"/>
                <a:gd name="connsiteX218-37709" fmla="*/ 1209935 w 3024845"/>
                <a:gd name="connsiteY218-37710" fmla="*/ 369664 h 834218"/>
                <a:gd name="connsiteX219-37711" fmla="*/ 1211455 w 3024845"/>
                <a:gd name="connsiteY219-37712" fmla="*/ 367772 h 834218"/>
                <a:gd name="connsiteX220-37713" fmla="*/ 1222095 w 3024845"/>
                <a:gd name="connsiteY220-37714" fmla="*/ 354531 h 834218"/>
                <a:gd name="connsiteX221-37715" fmla="*/ 1250469 w 3024845"/>
                <a:gd name="connsiteY221-37716" fmla="*/ 354531 h 834218"/>
                <a:gd name="connsiteX222-37717" fmla="*/ 1250469 w 3024845"/>
                <a:gd name="connsiteY222-37718" fmla="*/ 441002 h 834218"/>
                <a:gd name="connsiteX223-37719" fmla="*/ 1251229 w 3024845"/>
                <a:gd name="connsiteY223-37720" fmla="*/ 441002 h 834218"/>
                <a:gd name="connsiteX224-37721" fmla="*/ 1256549 w 3024845"/>
                <a:gd name="connsiteY224-37722" fmla="*/ 441002 h 834218"/>
                <a:gd name="connsiteX225-37723" fmla="*/ 1257309 w 3024845"/>
                <a:gd name="connsiteY225-37724" fmla="*/ 439651 h 834218"/>
                <a:gd name="connsiteX226-37725" fmla="*/ 1262629 w 3024845"/>
                <a:gd name="connsiteY226-37726" fmla="*/ 430193 h 834218"/>
                <a:gd name="connsiteX227-37727" fmla="*/ 1262629 w 3024845"/>
                <a:gd name="connsiteY227-37728" fmla="*/ 432085 h 834218"/>
                <a:gd name="connsiteX228-37729" fmla="*/ 1262629 w 3024845"/>
                <a:gd name="connsiteY228-37730" fmla="*/ 445326 h 834218"/>
                <a:gd name="connsiteX229-37731" fmla="*/ 1266682 w 3024845"/>
                <a:gd name="connsiteY229-37732" fmla="*/ 399929 h 834218"/>
                <a:gd name="connsiteX230-37733" fmla="*/ 1267442 w 3024845"/>
                <a:gd name="connsiteY230-37734" fmla="*/ 399929 h 834218"/>
                <a:gd name="connsiteX231-37735" fmla="*/ 1272762 w 3024845"/>
                <a:gd name="connsiteY231-37736" fmla="*/ 399929 h 834218"/>
                <a:gd name="connsiteX232-37737" fmla="*/ 1272762 w 3024845"/>
                <a:gd name="connsiteY232-37738" fmla="*/ 335075 h 834218"/>
                <a:gd name="connsiteX233-37739" fmla="*/ 1273776 w 3024845"/>
                <a:gd name="connsiteY233-37740" fmla="*/ 335075 h 834218"/>
                <a:gd name="connsiteX234-37741" fmla="*/ 1280869 w 3024845"/>
                <a:gd name="connsiteY234-37742" fmla="*/ 335075 h 834218"/>
                <a:gd name="connsiteX235-37743" fmla="*/ 1293029 w 3024845"/>
                <a:gd name="connsiteY235-37744" fmla="*/ 291840 h 834218"/>
                <a:gd name="connsiteX236-37745" fmla="*/ 1294296 w 3024845"/>
                <a:gd name="connsiteY236-37746" fmla="*/ 291840 h 834218"/>
                <a:gd name="connsiteX237-37747" fmla="*/ 1303163 w 3024845"/>
                <a:gd name="connsiteY237-37748" fmla="*/ 291840 h 834218"/>
                <a:gd name="connsiteX238-37749" fmla="*/ 1313296 w 3024845"/>
                <a:gd name="connsiteY238-37750" fmla="*/ 335075 h 834218"/>
                <a:gd name="connsiteX239-37751" fmla="*/ 1314309 w 3024845"/>
                <a:gd name="connsiteY239-37752" fmla="*/ 335075 h 834218"/>
                <a:gd name="connsiteX240-37753" fmla="*/ 1321403 w 3024845"/>
                <a:gd name="connsiteY240-37754" fmla="*/ 335075 h 834218"/>
                <a:gd name="connsiteX241-37755" fmla="*/ 1321403 w 3024845"/>
                <a:gd name="connsiteY241-37756" fmla="*/ 373987 h 834218"/>
                <a:gd name="connsiteX242-37757" fmla="*/ 1323176 w 3024845"/>
                <a:gd name="connsiteY242-37758" fmla="*/ 373987 h 834218"/>
                <a:gd name="connsiteX243-37759" fmla="*/ 1335590 w 3024845"/>
                <a:gd name="connsiteY243-37760" fmla="*/ 373987 h 834218"/>
                <a:gd name="connsiteX244-37761" fmla="*/ 1335590 w 3024845"/>
                <a:gd name="connsiteY244-37762" fmla="*/ 376149 h 834218"/>
                <a:gd name="connsiteX245-37763" fmla="*/ 1335590 w 3024845"/>
                <a:gd name="connsiteY245-37764" fmla="*/ 391281 h 834218"/>
                <a:gd name="connsiteX246-37765" fmla="*/ 1339643 w 3024845"/>
                <a:gd name="connsiteY246-37766" fmla="*/ 389120 h 834218"/>
                <a:gd name="connsiteX247-37767" fmla="*/ 1339643 w 3024845"/>
                <a:gd name="connsiteY247-37768" fmla="*/ 373987 h 834218"/>
                <a:gd name="connsiteX248-37769" fmla="*/ 1341163 w 3024845"/>
                <a:gd name="connsiteY248-37770" fmla="*/ 373987 h 834218"/>
                <a:gd name="connsiteX249-37771" fmla="*/ 1351803 w 3024845"/>
                <a:gd name="connsiteY249-37772" fmla="*/ 373987 h 834218"/>
                <a:gd name="connsiteX250-37773" fmla="*/ 1351803 w 3024845"/>
                <a:gd name="connsiteY250-37774" fmla="*/ 375608 h 834218"/>
                <a:gd name="connsiteX251-37775" fmla="*/ 1351803 w 3024845"/>
                <a:gd name="connsiteY251-37776" fmla="*/ 386958 h 834218"/>
                <a:gd name="connsiteX252-37777" fmla="*/ 1382204 w 3024845"/>
                <a:gd name="connsiteY252-37778" fmla="*/ 386958 h 834218"/>
                <a:gd name="connsiteX253-37779" fmla="*/ 1382204 w 3024845"/>
                <a:gd name="connsiteY253-37780" fmla="*/ 350208 h 834218"/>
                <a:gd name="connsiteX254-37781" fmla="*/ 1383470 w 3024845"/>
                <a:gd name="connsiteY254-37782" fmla="*/ 350208 h 834218"/>
                <a:gd name="connsiteX255-37783" fmla="*/ 1392337 w 3024845"/>
                <a:gd name="connsiteY255-37784" fmla="*/ 350208 h 834218"/>
                <a:gd name="connsiteX256-37785" fmla="*/ 1392337 w 3024845"/>
                <a:gd name="connsiteY256-37786" fmla="*/ 371825 h 834218"/>
                <a:gd name="connsiteX257-37787" fmla="*/ 1394364 w 3024845"/>
                <a:gd name="connsiteY257-37788" fmla="*/ 339399 h 834218"/>
                <a:gd name="connsiteX258-37789" fmla="*/ 1416657 w 3024845"/>
                <a:gd name="connsiteY258-37790" fmla="*/ 339399 h 834218"/>
                <a:gd name="connsiteX259-37791" fmla="*/ 1416657 w 3024845"/>
                <a:gd name="connsiteY259-37792" fmla="*/ 337777 h 834218"/>
                <a:gd name="connsiteX260-37793" fmla="*/ 1416657 w 3024845"/>
                <a:gd name="connsiteY260-37794" fmla="*/ 326428 h 834218"/>
                <a:gd name="connsiteX261-37795" fmla="*/ 1417417 w 3024845"/>
                <a:gd name="connsiteY261-37796" fmla="*/ 326428 h 834218"/>
                <a:gd name="connsiteX262-37797" fmla="*/ 1422737 w 3024845"/>
                <a:gd name="connsiteY262-37798" fmla="*/ 326428 h 834218"/>
                <a:gd name="connsiteX263-37799" fmla="*/ 1422737 w 3024845"/>
                <a:gd name="connsiteY263-37800" fmla="*/ 324537 h 834218"/>
                <a:gd name="connsiteX264-37801" fmla="*/ 1422737 w 3024845"/>
                <a:gd name="connsiteY264-37802" fmla="*/ 311296 h 834218"/>
                <a:gd name="connsiteX265-37803" fmla="*/ 1426791 w 3024845"/>
                <a:gd name="connsiteY265-37804" fmla="*/ 317781 h 834218"/>
                <a:gd name="connsiteX266-37805" fmla="*/ 1429071 w 3024845"/>
                <a:gd name="connsiteY266-37806" fmla="*/ 317781 h 834218"/>
                <a:gd name="connsiteX267-37807" fmla="*/ 1445031 w 3024845"/>
                <a:gd name="connsiteY267-37808" fmla="*/ 317781 h 834218"/>
                <a:gd name="connsiteX268-37809" fmla="*/ 1445031 w 3024845"/>
                <a:gd name="connsiteY268-37810" fmla="*/ 316970 h 834218"/>
                <a:gd name="connsiteX269-37811" fmla="*/ 1445031 w 3024845"/>
                <a:gd name="connsiteY269-37812" fmla="*/ 311296 h 834218"/>
                <a:gd name="connsiteX270-37813" fmla="*/ 1445791 w 3024845"/>
                <a:gd name="connsiteY270-37814" fmla="*/ 311296 h 834218"/>
                <a:gd name="connsiteX271-37815" fmla="*/ 1451111 w 3024845"/>
                <a:gd name="connsiteY271-37816" fmla="*/ 311296 h 834218"/>
                <a:gd name="connsiteX272-37817" fmla="*/ 1451111 w 3024845"/>
                <a:gd name="connsiteY272-37818" fmla="*/ 312647 h 834218"/>
                <a:gd name="connsiteX273-37819" fmla="*/ 1451111 w 3024845"/>
                <a:gd name="connsiteY273-37820" fmla="*/ 322105 h 834218"/>
                <a:gd name="connsiteX274-37821" fmla="*/ 1489618 w 3024845"/>
                <a:gd name="connsiteY274-37822" fmla="*/ 322105 h 834218"/>
                <a:gd name="connsiteX275-37823" fmla="*/ 1489618 w 3024845"/>
                <a:gd name="connsiteY275-37824" fmla="*/ 460458 h 834218"/>
                <a:gd name="connsiteX276-37825" fmla="*/ 1491138 w 3024845"/>
                <a:gd name="connsiteY276-37826" fmla="*/ 460458 h 834218"/>
                <a:gd name="connsiteX277-37827" fmla="*/ 1501778 w 3024845"/>
                <a:gd name="connsiteY277-37828" fmla="*/ 460458 h 834218"/>
                <a:gd name="connsiteX278-37829" fmla="*/ 1501778 w 3024845"/>
                <a:gd name="connsiteY278-37830" fmla="*/ 447488 h 834218"/>
                <a:gd name="connsiteX279-37831" fmla="*/ 1505832 w 3024845"/>
                <a:gd name="connsiteY279-37832" fmla="*/ 447488 h 834218"/>
                <a:gd name="connsiteX280-37833" fmla="*/ 1505832 w 3024845"/>
                <a:gd name="connsiteY280-37834" fmla="*/ 460458 h 834218"/>
                <a:gd name="connsiteX281-37835" fmla="*/ 1536232 w 3024845"/>
                <a:gd name="connsiteY281-37836" fmla="*/ 460458 h 834218"/>
                <a:gd name="connsiteX282-37837" fmla="*/ 1536232 w 3024845"/>
                <a:gd name="connsiteY282-37838" fmla="*/ 430193 h 834218"/>
                <a:gd name="connsiteX283-37839" fmla="*/ 1548392 w 3024845"/>
                <a:gd name="connsiteY283-37840" fmla="*/ 430193 h 834218"/>
                <a:gd name="connsiteX284-37841" fmla="*/ 1560552 w 3024845"/>
                <a:gd name="connsiteY284-37842" fmla="*/ 428032 h 834218"/>
                <a:gd name="connsiteX285-37843" fmla="*/ 1564606 w 3024845"/>
                <a:gd name="connsiteY285-37844" fmla="*/ 430193 h 834218"/>
                <a:gd name="connsiteX286-37845" fmla="*/ 1574739 w 3024845"/>
                <a:gd name="connsiteY286-37846" fmla="*/ 430193 h 834218"/>
                <a:gd name="connsiteX287-37847" fmla="*/ 1574739 w 3024845"/>
                <a:gd name="connsiteY287-37848" fmla="*/ 460458 h 834218"/>
                <a:gd name="connsiteX288-37849" fmla="*/ 1582846 w 3024845"/>
                <a:gd name="connsiteY288-37850" fmla="*/ 460458 h 834218"/>
                <a:gd name="connsiteX289-37851" fmla="*/ 1582846 w 3024845"/>
                <a:gd name="connsiteY289-37852" fmla="*/ 477753 h 834218"/>
                <a:gd name="connsiteX290-37853" fmla="*/ 1592182 w 3024845"/>
                <a:gd name="connsiteY290-37854" fmla="*/ 478658 h 834218"/>
                <a:gd name="connsiteX291-37855" fmla="*/ 1605140 w 3024845"/>
                <a:gd name="connsiteY291-37856" fmla="*/ 478658 h 834218"/>
                <a:gd name="connsiteX292-37857" fmla="*/ 1605140 w 3024845"/>
                <a:gd name="connsiteY292-37858" fmla="*/ 462620 h 834218"/>
                <a:gd name="connsiteX293-37859" fmla="*/ 1673096 w 3024845"/>
                <a:gd name="connsiteY293-37860" fmla="*/ 462620 h 834218"/>
                <a:gd name="connsiteX294-37861" fmla="*/ 1673096 w 3024845"/>
                <a:gd name="connsiteY294-37862" fmla="*/ 377367 h 834218"/>
                <a:gd name="connsiteX295-37863" fmla="*/ 1745104 w 3024845"/>
                <a:gd name="connsiteY295-37864" fmla="*/ 377367 h 834218"/>
                <a:gd name="connsiteX296-37865" fmla="*/ 1745104 w 3024845"/>
                <a:gd name="connsiteY296-37866" fmla="*/ 456135 h 834218"/>
                <a:gd name="connsiteX297-37867" fmla="*/ 1747008 w 3024845"/>
                <a:gd name="connsiteY297-37868" fmla="*/ 456135 h 834218"/>
                <a:gd name="connsiteX298-37869" fmla="*/ 1748250 w 3024845"/>
                <a:gd name="connsiteY298-37870" fmla="*/ 478658 h 834218"/>
                <a:gd name="connsiteX299-37871" fmla="*/ 1757926 w 3024845"/>
                <a:gd name="connsiteY299-37872" fmla="*/ 478658 h 834218"/>
                <a:gd name="connsiteX300-37873" fmla="*/ 1759168 w 3024845"/>
                <a:gd name="connsiteY300-37874" fmla="*/ 456135 h 834218"/>
                <a:gd name="connsiteX301-37875" fmla="*/ 1765248 w 3024845"/>
                <a:gd name="connsiteY301-37876" fmla="*/ 456135 h 834218"/>
                <a:gd name="connsiteX302-37877" fmla="*/ 1766490 w 3024845"/>
                <a:gd name="connsiteY302-37878" fmla="*/ 478658 h 834218"/>
                <a:gd name="connsiteX303-37879" fmla="*/ 1817112 w 3024845"/>
                <a:gd name="connsiteY303-37880" fmla="*/ 478658 h 834218"/>
                <a:gd name="connsiteX304-37881" fmla="*/ 1817112 w 3024845"/>
                <a:gd name="connsiteY304-37882" fmla="*/ 315630 h 834218"/>
                <a:gd name="connsiteX305-37883" fmla="*/ 2014439 w 3024845"/>
                <a:gd name="connsiteY305-37884" fmla="*/ 315630 h 834218"/>
                <a:gd name="connsiteX306-37885" fmla="*/ 2014439 w 3024845"/>
                <a:gd name="connsiteY306-37886" fmla="*/ 478658 h 834218"/>
                <a:gd name="connsiteX307-37887" fmla="*/ 2033136 w 3024845"/>
                <a:gd name="connsiteY307-37888" fmla="*/ 478658 h 834218"/>
                <a:gd name="connsiteX308-37889" fmla="*/ 2033136 w 3024845"/>
                <a:gd name="connsiteY308-37890" fmla="*/ 395965 h 834218"/>
                <a:gd name="connsiteX309-37891" fmla="*/ 2128256 w 3024845"/>
                <a:gd name="connsiteY309-37892" fmla="*/ 395965 h 834218"/>
                <a:gd name="connsiteX310-37893" fmla="*/ 2180720 w 3024845"/>
                <a:gd name="connsiteY310-37894" fmla="*/ 330752 h 834218"/>
                <a:gd name="connsiteX311-37895" fmla="*/ 2245574 w 3024845"/>
                <a:gd name="connsiteY311-37896" fmla="*/ 330752 h 834218"/>
                <a:gd name="connsiteX312-37897" fmla="*/ 2245574 w 3024845"/>
                <a:gd name="connsiteY312-37898" fmla="*/ 406414 h 834218"/>
                <a:gd name="connsiteX313-37899" fmla="*/ 2253681 w 3024845"/>
                <a:gd name="connsiteY313-37900" fmla="*/ 406414 h 834218"/>
                <a:gd name="connsiteX314-37901" fmla="*/ 2255708 w 3024845"/>
                <a:gd name="connsiteY314-37902" fmla="*/ 399929 h 834218"/>
                <a:gd name="connsiteX315-37903" fmla="*/ 2261788 w 3024845"/>
                <a:gd name="connsiteY315-37904" fmla="*/ 399929 h 834218"/>
                <a:gd name="connsiteX316-37905" fmla="*/ 2263815 w 3024845"/>
                <a:gd name="connsiteY316-37906" fmla="*/ 408576 h 834218"/>
                <a:gd name="connsiteX317-37907" fmla="*/ 2275975 w 3024845"/>
                <a:gd name="connsiteY317-37908" fmla="*/ 408576 h 834218"/>
                <a:gd name="connsiteX318-37909" fmla="*/ 2275975 w 3024845"/>
                <a:gd name="connsiteY318-37910" fmla="*/ 402090 h 834218"/>
                <a:gd name="connsiteX319-37911" fmla="*/ 2298268 w 3024845"/>
                <a:gd name="connsiteY319-37912" fmla="*/ 402090 h 834218"/>
                <a:gd name="connsiteX320-37913" fmla="*/ 2298268 w 3024845"/>
                <a:gd name="connsiteY320-37914" fmla="*/ 408576 h 834218"/>
                <a:gd name="connsiteX321-37915" fmla="*/ 2318535 w 3024845"/>
                <a:gd name="connsiteY321-37916" fmla="*/ 408576 h 834218"/>
                <a:gd name="connsiteX322-37917" fmla="*/ 2318535 w 3024845"/>
                <a:gd name="connsiteY322-37918" fmla="*/ 453973 h 834218"/>
                <a:gd name="connsiteX323-37919" fmla="*/ 2332722 w 3024845"/>
                <a:gd name="connsiteY323-37920" fmla="*/ 453973 h 834218"/>
                <a:gd name="connsiteX324-37921" fmla="*/ 2332722 w 3024845"/>
                <a:gd name="connsiteY324-37922" fmla="*/ 441002 h 834218"/>
                <a:gd name="connsiteX325-37923" fmla="*/ 2348936 w 3024845"/>
                <a:gd name="connsiteY325-37924" fmla="*/ 441002 h 834218"/>
                <a:gd name="connsiteX326-37925" fmla="*/ 2348936 w 3024845"/>
                <a:gd name="connsiteY326-37926" fmla="*/ 261575 h 834218"/>
                <a:gd name="connsiteX327-37927" fmla="*/ 2355016 w 3024845"/>
                <a:gd name="connsiteY327-37928" fmla="*/ 255089 h 834218"/>
                <a:gd name="connsiteX328-37929" fmla="*/ 2427977 w 3024845"/>
                <a:gd name="connsiteY328-37930" fmla="*/ 255089 h 834218"/>
                <a:gd name="connsiteX329-37931" fmla="*/ 2427977 w 3024845"/>
                <a:gd name="connsiteY329-37932" fmla="*/ 263737 h 834218"/>
                <a:gd name="connsiteX330-37933" fmla="*/ 2438110 w 3024845"/>
                <a:gd name="connsiteY330-37934" fmla="*/ 263737 h 834218"/>
                <a:gd name="connsiteX331-37935" fmla="*/ 2438110 w 3024845"/>
                <a:gd name="connsiteY331-37936" fmla="*/ 378311 h 834218"/>
                <a:gd name="connsiteX332-37937" fmla="*/ 2460404 w 3024845"/>
                <a:gd name="connsiteY332-37938" fmla="*/ 378311 h 834218"/>
                <a:gd name="connsiteX333-37939" fmla="*/ 2460404 w 3024845"/>
                <a:gd name="connsiteY333-37940" fmla="*/ 311296 h 834218"/>
                <a:gd name="connsiteX334-37941" fmla="*/ 2486751 w 3024845"/>
                <a:gd name="connsiteY334-37942" fmla="*/ 311296 h 834218"/>
                <a:gd name="connsiteX335-37943" fmla="*/ 2490804 w 3024845"/>
                <a:gd name="connsiteY335-37944" fmla="*/ 306972 h 834218"/>
                <a:gd name="connsiteX336-37945" fmla="*/ 2498911 w 3024845"/>
                <a:gd name="connsiteY336-37946" fmla="*/ 306972 h 834218"/>
                <a:gd name="connsiteX337-37947" fmla="*/ 2502964 w 3024845"/>
                <a:gd name="connsiteY337-37948" fmla="*/ 311296 h 834218"/>
                <a:gd name="connsiteX338-37949" fmla="*/ 2525258 w 3024845"/>
                <a:gd name="connsiteY338-37950" fmla="*/ 311296 h 834218"/>
                <a:gd name="connsiteX339-37951" fmla="*/ 2525258 w 3024845"/>
                <a:gd name="connsiteY339-37952" fmla="*/ 194560 h 834218"/>
                <a:gd name="connsiteX340-37953" fmla="*/ 2582005 w 3024845"/>
                <a:gd name="connsiteY340-37954" fmla="*/ 183751 h 834218"/>
                <a:gd name="connsiteX341-37955" fmla="*/ 2582005 w 3024845"/>
                <a:gd name="connsiteY341-37956" fmla="*/ 184832 h 834218"/>
                <a:gd name="connsiteX342-37957" fmla="*/ 2582005 w 3024845"/>
                <a:gd name="connsiteY342-37958" fmla="*/ 192398 h 834218"/>
                <a:gd name="connsiteX343-37959" fmla="*/ 2608352 w 3024845"/>
                <a:gd name="connsiteY343-37960" fmla="*/ 192398 h 834218"/>
                <a:gd name="connsiteX344-37961" fmla="*/ 2608352 w 3024845"/>
                <a:gd name="connsiteY344-37962" fmla="*/ 447488 h 834218"/>
                <a:gd name="connsiteX345-37963" fmla="*/ 2630646 w 3024845"/>
                <a:gd name="connsiteY345-37964" fmla="*/ 447488 h 834218"/>
                <a:gd name="connsiteX346-37965" fmla="*/ 2630646 w 3024845"/>
                <a:gd name="connsiteY346-37966" fmla="*/ 443164 h 834218"/>
                <a:gd name="connsiteX347-37967" fmla="*/ 2642806 w 3024845"/>
                <a:gd name="connsiteY347-37968" fmla="*/ 443164 h 834218"/>
                <a:gd name="connsiteX348-37969" fmla="*/ 2642806 w 3024845"/>
                <a:gd name="connsiteY348-37970" fmla="*/ 447488 h 834218"/>
                <a:gd name="connsiteX349-37971" fmla="*/ 2667126 w 3024845"/>
                <a:gd name="connsiteY349-37972" fmla="*/ 447488 h 834218"/>
                <a:gd name="connsiteX350-37973" fmla="*/ 2667126 w 3024845"/>
                <a:gd name="connsiteY350-37974" fmla="*/ 434517 h 834218"/>
                <a:gd name="connsiteX351-37975" fmla="*/ 2695500 w 3024845"/>
                <a:gd name="connsiteY351-37976" fmla="*/ 434517 h 834218"/>
                <a:gd name="connsiteX352-37977" fmla="*/ 2707660 w 3024845"/>
                <a:gd name="connsiteY352-37978" fmla="*/ 430193 h 834218"/>
                <a:gd name="connsiteX353-37979" fmla="*/ 2727927 w 3024845"/>
                <a:gd name="connsiteY353-37980" fmla="*/ 434517 h 834218"/>
                <a:gd name="connsiteX354-37981" fmla="*/ 2727927 w 3024845"/>
                <a:gd name="connsiteY354-37982" fmla="*/ 417223 h 834218"/>
                <a:gd name="connsiteX355-37983" fmla="*/ 2736034 w 3024845"/>
                <a:gd name="connsiteY355-37984" fmla="*/ 417223 h 834218"/>
                <a:gd name="connsiteX356-37985" fmla="*/ 2736034 w 3024845"/>
                <a:gd name="connsiteY356-37986" fmla="*/ 404252 h 834218"/>
                <a:gd name="connsiteX357-37987" fmla="*/ 2792781 w 3024845"/>
                <a:gd name="connsiteY357-37988" fmla="*/ 404252 h 834218"/>
                <a:gd name="connsiteX358-37989" fmla="*/ 2792781 w 3024845"/>
                <a:gd name="connsiteY358-37990" fmla="*/ 373987 h 834218"/>
                <a:gd name="connsiteX359-37991" fmla="*/ 2811021 w 3024845"/>
                <a:gd name="connsiteY359-37992" fmla="*/ 373987 h 834218"/>
                <a:gd name="connsiteX360-37993" fmla="*/ 2811021 w 3024845"/>
                <a:gd name="connsiteY360-37994" fmla="*/ 367502 h 834218"/>
                <a:gd name="connsiteX361-37995" fmla="*/ 2823181 w 3024845"/>
                <a:gd name="connsiteY361-37996" fmla="*/ 367502 h 834218"/>
                <a:gd name="connsiteX362-37997" fmla="*/ 2823181 w 3024845"/>
                <a:gd name="connsiteY362-37998" fmla="*/ 373987 h 834218"/>
                <a:gd name="connsiteX363-37999" fmla="*/ 2839395 w 3024845"/>
                <a:gd name="connsiteY363-38000" fmla="*/ 373987 h 834218"/>
                <a:gd name="connsiteX364-38001" fmla="*/ 2839395 w 3024845"/>
                <a:gd name="connsiteY364-38002" fmla="*/ 423708 h 834218"/>
                <a:gd name="connsiteX365-38003" fmla="*/ 2871822 w 3024845"/>
                <a:gd name="connsiteY365-38004" fmla="*/ 423708 h 834218"/>
                <a:gd name="connsiteX366-38005" fmla="*/ 2871822 w 3024845"/>
                <a:gd name="connsiteY366-38006" fmla="*/ 397767 h 834218"/>
                <a:gd name="connsiteX367-38007" fmla="*/ 2910329 w 3024845"/>
                <a:gd name="connsiteY367-38008" fmla="*/ 397767 h 834218"/>
                <a:gd name="connsiteX368-38009" fmla="*/ 2910329 w 3024845"/>
                <a:gd name="connsiteY368-38010" fmla="*/ 367502 h 834218"/>
                <a:gd name="connsiteX369-38011" fmla="*/ 2958970 w 3024845"/>
                <a:gd name="connsiteY369-38012" fmla="*/ 367502 h 834218"/>
                <a:gd name="connsiteX370-38013" fmla="*/ 2958970 w 3024845"/>
                <a:gd name="connsiteY370-38014" fmla="*/ 478658 h 834218"/>
                <a:gd name="connsiteX371-38015" fmla="*/ 2958970 w 3024845"/>
                <a:gd name="connsiteY371-38016" fmla="*/ 492437 h 834218"/>
                <a:gd name="connsiteX372-38017" fmla="*/ 3024845 w 3024845"/>
                <a:gd name="connsiteY372-38018" fmla="*/ 492437 h 834218"/>
                <a:gd name="connsiteX373-38019" fmla="*/ 3024845 w 3024845"/>
                <a:gd name="connsiteY373-38020" fmla="*/ 834218 h 834218"/>
                <a:gd name="connsiteX374-38021" fmla="*/ 2054 w 3024845"/>
                <a:gd name="connsiteY374-38022" fmla="*/ 831885 h 834218"/>
                <a:gd name="connsiteX375-38023" fmla="*/ 0 w 3024845"/>
                <a:gd name="connsiteY375-38024" fmla="*/ 397767 h 834218"/>
                <a:gd name="connsiteX376-38025" fmla="*/ 20267 w 3024845"/>
                <a:gd name="connsiteY376-38026" fmla="*/ 397767 h 834218"/>
                <a:gd name="connsiteX377-38027" fmla="*/ 20774 w 3024845"/>
                <a:gd name="connsiteY377-38028" fmla="*/ 396686 h 834218"/>
                <a:gd name="connsiteX378-38029" fmla="*/ 24320 w 3024845"/>
                <a:gd name="connsiteY378-38030" fmla="*/ 389120 h 834218"/>
                <a:gd name="connsiteX379-38031" fmla="*/ 26094 w 3024845"/>
                <a:gd name="connsiteY379-38032" fmla="*/ 389390 h 834218"/>
                <a:gd name="connsiteX380-38033" fmla="*/ 38507 w 3024845"/>
                <a:gd name="connsiteY380-38034" fmla="*/ 391281 h 834218"/>
                <a:gd name="connsiteX381-38035" fmla="*/ 39014 w 3024845"/>
                <a:gd name="connsiteY381-38036" fmla="*/ 392633 h 834218"/>
                <a:gd name="connsiteX382-38037" fmla="*/ 42560 w 3024845"/>
                <a:gd name="connsiteY382-38038" fmla="*/ 402090 h 834218"/>
                <a:gd name="connsiteX383-38039" fmla="*/ 68907 w 3024845"/>
                <a:gd name="connsiteY383-38040" fmla="*/ 404252 h 834218"/>
                <a:gd name="connsiteX384-38041" fmla="*/ 68907 w 3024845"/>
                <a:gd name="connsiteY384-38042" fmla="*/ 281031 h 834218"/>
                <a:gd name="connsiteX385-38043" fmla="*/ 70934 w 3024845"/>
                <a:gd name="connsiteY385-38044" fmla="*/ 281031 h 834218"/>
                <a:gd name="connsiteX386-38045" fmla="*/ 85121 w 3024845"/>
                <a:gd name="connsiteY386-38046" fmla="*/ 281031 h 834218"/>
                <a:gd name="connsiteX387-38047" fmla="*/ 85121 w 3024845"/>
                <a:gd name="connsiteY387-38048" fmla="*/ 144839 h 834218"/>
                <a:gd name="connsiteX388-38049" fmla="*/ 86894 w 3024845"/>
                <a:gd name="connsiteY388-38050" fmla="*/ 144839 h 834218"/>
                <a:gd name="connsiteX389-38051" fmla="*/ 99308 w 3024845"/>
                <a:gd name="connsiteY389-38052" fmla="*/ 144839 h 834218"/>
                <a:gd name="connsiteX390-38053" fmla="*/ 99308 w 3024845"/>
                <a:gd name="connsiteY390-38054" fmla="*/ 30265 h 834218"/>
                <a:gd name="connsiteX391-38055" fmla="*/ 103361 w 3024845"/>
                <a:gd name="connsiteY391-38056" fmla="*/ 2161 h 834218"/>
                <a:gd name="connsiteX0-38057" fmla="*/ 103361 w 3024845"/>
                <a:gd name="connsiteY0-38058" fmla="*/ 2161 h 834218"/>
                <a:gd name="connsiteX1-38059" fmla="*/ 200642 w 3024845"/>
                <a:gd name="connsiteY1-38060" fmla="*/ 0 h 834218"/>
                <a:gd name="connsiteX2-38061" fmla="*/ 202669 w 3024845"/>
                <a:gd name="connsiteY2-38062" fmla="*/ 0 h 834218"/>
                <a:gd name="connsiteX3-38063" fmla="*/ 216856 w 3024845"/>
                <a:gd name="connsiteY3-38064" fmla="*/ 0 h 834218"/>
                <a:gd name="connsiteX4-38065" fmla="*/ 216856 w 3024845"/>
                <a:gd name="connsiteY4-38066" fmla="*/ 23779 h 834218"/>
                <a:gd name="connsiteX5-38067" fmla="*/ 220909 w 3024845"/>
                <a:gd name="connsiteY5-38068" fmla="*/ 30265 h 834218"/>
                <a:gd name="connsiteX6-38069" fmla="*/ 220909 w 3024845"/>
                <a:gd name="connsiteY6-38070" fmla="*/ 144839 h 834218"/>
                <a:gd name="connsiteX7-38071" fmla="*/ 223189 w 3024845"/>
                <a:gd name="connsiteY7-38072" fmla="*/ 144839 h 834218"/>
                <a:gd name="connsiteX8-38073" fmla="*/ 239150 w 3024845"/>
                <a:gd name="connsiteY8-38074" fmla="*/ 144839 h 834218"/>
                <a:gd name="connsiteX9-38075" fmla="*/ 239150 w 3024845"/>
                <a:gd name="connsiteY9-38076" fmla="*/ 285354 h 834218"/>
                <a:gd name="connsiteX10-38077" fmla="*/ 240670 w 3024845"/>
                <a:gd name="connsiteY10-38078" fmla="*/ 285084 h 834218"/>
                <a:gd name="connsiteX11-38079" fmla="*/ 251310 w 3024845"/>
                <a:gd name="connsiteY11-38080" fmla="*/ 283193 h 834218"/>
                <a:gd name="connsiteX12-38081" fmla="*/ 249283 w 3024845"/>
                <a:gd name="connsiteY12-38082" fmla="*/ 371825 h 834218"/>
                <a:gd name="connsiteX13-38083" fmla="*/ 250803 w 3024845"/>
                <a:gd name="connsiteY13-38084" fmla="*/ 372096 h 834218"/>
                <a:gd name="connsiteX14-38085" fmla="*/ 261443 w 3024845"/>
                <a:gd name="connsiteY14-38086" fmla="*/ 373987 h 834218"/>
                <a:gd name="connsiteX15-38087" fmla="*/ 261696 w 3024845"/>
                <a:gd name="connsiteY15-38088" fmla="*/ 374798 h 834218"/>
                <a:gd name="connsiteX16-38089" fmla="*/ 263470 w 3024845"/>
                <a:gd name="connsiteY16-38090" fmla="*/ 380473 h 834218"/>
                <a:gd name="connsiteX17-38091" fmla="*/ 264230 w 3024845"/>
                <a:gd name="connsiteY17-38092" fmla="*/ 378041 h 834218"/>
                <a:gd name="connsiteX18-38093" fmla="*/ 269550 w 3024845"/>
                <a:gd name="connsiteY18-38094" fmla="*/ 361017 h 834218"/>
                <a:gd name="connsiteX19-38095" fmla="*/ 271323 w 3024845"/>
                <a:gd name="connsiteY19-38096" fmla="*/ 361017 h 834218"/>
                <a:gd name="connsiteX20-38097" fmla="*/ 283737 w 3024845"/>
                <a:gd name="connsiteY20-38098" fmla="*/ 361017 h 834218"/>
                <a:gd name="connsiteX21-38099" fmla="*/ 283737 w 3024845"/>
                <a:gd name="connsiteY21-38100" fmla="*/ 393443 h 834218"/>
                <a:gd name="connsiteX22-38101" fmla="*/ 284750 w 3024845"/>
                <a:gd name="connsiteY22-38102" fmla="*/ 393984 h 834218"/>
                <a:gd name="connsiteX23-38103" fmla="*/ 291844 w 3024845"/>
                <a:gd name="connsiteY23-38104" fmla="*/ 397767 h 834218"/>
                <a:gd name="connsiteX24-38105" fmla="*/ 291844 w 3024845"/>
                <a:gd name="connsiteY24-38106" fmla="*/ 399118 h 834218"/>
                <a:gd name="connsiteX25-38107" fmla="*/ 291844 w 3024845"/>
                <a:gd name="connsiteY25-38108" fmla="*/ 408576 h 834218"/>
                <a:gd name="connsiteX26-38109" fmla="*/ 336431 w 3024845"/>
                <a:gd name="connsiteY26-38110" fmla="*/ 408576 h 834218"/>
                <a:gd name="connsiteX27-38111" fmla="*/ 336431 w 3024845"/>
                <a:gd name="connsiteY27-38112" fmla="*/ 409657 h 834218"/>
                <a:gd name="connsiteX28-38113" fmla="*/ 336431 w 3024845"/>
                <a:gd name="connsiteY28-38114" fmla="*/ 417223 h 834218"/>
                <a:gd name="connsiteX29-38115" fmla="*/ 338457 w 3024845"/>
                <a:gd name="connsiteY29-38116" fmla="*/ 417223 h 834218"/>
                <a:gd name="connsiteX30-38117" fmla="*/ 352644 w 3024845"/>
                <a:gd name="connsiteY30-38118" fmla="*/ 417223 h 834218"/>
                <a:gd name="connsiteX31-38119" fmla="*/ 352644 w 3024845"/>
                <a:gd name="connsiteY31-38120" fmla="*/ 386958 h 834218"/>
                <a:gd name="connsiteX32-38121" fmla="*/ 397231 w 3024845"/>
                <a:gd name="connsiteY32-38122" fmla="*/ 386958 h 834218"/>
                <a:gd name="connsiteX33-38123" fmla="*/ 397231 w 3024845"/>
                <a:gd name="connsiteY33-38124" fmla="*/ 385607 h 834218"/>
                <a:gd name="connsiteX34-38125" fmla="*/ 397231 w 3024845"/>
                <a:gd name="connsiteY34-38126" fmla="*/ 376149 h 834218"/>
                <a:gd name="connsiteX35-38127" fmla="*/ 398245 w 3024845"/>
                <a:gd name="connsiteY35-38128" fmla="*/ 376149 h 834218"/>
                <a:gd name="connsiteX36-38129" fmla="*/ 405338 w 3024845"/>
                <a:gd name="connsiteY36-38130" fmla="*/ 376149 h 834218"/>
                <a:gd name="connsiteX37-38131" fmla="*/ 405338 w 3024845"/>
                <a:gd name="connsiteY37-38132" fmla="*/ 374258 h 834218"/>
                <a:gd name="connsiteX38-38133" fmla="*/ 405338 w 3024845"/>
                <a:gd name="connsiteY38-38134" fmla="*/ 361017 h 834218"/>
                <a:gd name="connsiteX39-38135" fmla="*/ 406098 w 3024845"/>
                <a:gd name="connsiteY39-38136" fmla="*/ 361017 h 834218"/>
                <a:gd name="connsiteX40-38137" fmla="*/ 411418 w 3024845"/>
                <a:gd name="connsiteY40-38138" fmla="*/ 361017 h 834218"/>
                <a:gd name="connsiteX41-38139" fmla="*/ 411418 w 3024845"/>
                <a:gd name="connsiteY41-38140" fmla="*/ 359936 h 834218"/>
                <a:gd name="connsiteX42-38141" fmla="*/ 411418 w 3024845"/>
                <a:gd name="connsiteY42-38142" fmla="*/ 352369 h 834218"/>
                <a:gd name="connsiteX43-38143" fmla="*/ 413445 w 3024845"/>
                <a:gd name="connsiteY43-38144" fmla="*/ 352369 h 834218"/>
                <a:gd name="connsiteX44-38145" fmla="*/ 427632 w 3024845"/>
                <a:gd name="connsiteY44-38146" fmla="*/ 352369 h 834218"/>
                <a:gd name="connsiteX45-38147" fmla="*/ 427632 w 3024845"/>
                <a:gd name="connsiteY45-38148" fmla="*/ 353450 h 834218"/>
                <a:gd name="connsiteX46-38149" fmla="*/ 427632 w 3024845"/>
                <a:gd name="connsiteY46-38150" fmla="*/ 361017 h 834218"/>
                <a:gd name="connsiteX47-38151" fmla="*/ 449925 w 3024845"/>
                <a:gd name="connsiteY47-38152" fmla="*/ 361017 h 834218"/>
                <a:gd name="connsiteX48-38153" fmla="*/ 449925 w 3024845"/>
                <a:gd name="connsiteY48-38154" fmla="*/ 359125 h 834218"/>
                <a:gd name="connsiteX49-38155" fmla="*/ 449925 w 3024845"/>
                <a:gd name="connsiteY49-38156" fmla="*/ 345884 h 834218"/>
                <a:gd name="connsiteX50-38157" fmla="*/ 451699 w 3024845"/>
                <a:gd name="connsiteY50-38158" fmla="*/ 345884 h 834218"/>
                <a:gd name="connsiteX51-38159" fmla="*/ 464112 w 3024845"/>
                <a:gd name="connsiteY51-38160" fmla="*/ 345884 h 834218"/>
                <a:gd name="connsiteX52-38161" fmla="*/ 464112 w 3024845"/>
                <a:gd name="connsiteY52-38162" fmla="*/ 369664 h 834218"/>
                <a:gd name="connsiteX53-38163" fmla="*/ 465126 w 3024845"/>
                <a:gd name="connsiteY53-38164" fmla="*/ 369664 h 834218"/>
                <a:gd name="connsiteX54-38165" fmla="*/ 472219 w 3024845"/>
                <a:gd name="connsiteY54-38166" fmla="*/ 369664 h 834218"/>
                <a:gd name="connsiteX55-38167" fmla="*/ 472219 w 3024845"/>
                <a:gd name="connsiteY55-38168" fmla="*/ 368583 h 834218"/>
                <a:gd name="connsiteX56-38169" fmla="*/ 472219 w 3024845"/>
                <a:gd name="connsiteY56-38170" fmla="*/ 361017 h 834218"/>
                <a:gd name="connsiteX57-38171" fmla="*/ 473992 w 3024845"/>
                <a:gd name="connsiteY57-38172" fmla="*/ 361017 h 834218"/>
                <a:gd name="connsiteX58-38173" fmla="*/ 486406 w 3024845"/>
                <a:gd name="connsiteY58-38174" fmla="*/ 361017 h 834218"/>
                <a:gd name="connsiteX59-38175" fmla="*/ 486406 w 3024845"/>
                <a:gd name="connsiteY59-38176" fmla="*/ 386958 h 834218"/>
                <a:gd name="connsiteX60-38177" fmla="*/ 488433 w 3024845"/>
                <a:gd name="connsiteY60-38178" fmla="*/ 386958 h 834218"/>
                <a:gd name="connsiteX61-38179" fmla="*/ 502619 w 3024845"/>
                <a:gd name="connsiteY61-38180" fmla="*/ 386958 h 834218"/>
                <a:gd name="connsiteX62-38181" fmla="*/ 502619 w 3024845"/>
                <a:gd name="connsiteY62-38182" fmla="*/ 388579 h 834218"/>
                <a:gd name="connsiteX63-38183" fmla="*/ 502619 w 3024845"/>
                <a:gd name="connsiteY63-38184" fmla="*/ 399929 h 834218"/>
                <a:gd name="connsiteX64-38185" fmla="*/ 503379 w 3024845"/>
                <a:gd name="connsiteY64-38186" fmla="*/ 399929 h 834218"/>
                <a:gd name="connsiteX65-38187" fmla="*/ 508700 w 3024845"/>
                <a:gd name="connsiteY65-38188" fmla="*/ 399929 h 834218"/>
                <a:gd name="connsiteX66-38189" fmla="*/ 508700 w 3024845"/>
                <a:gd name="connsiteY66-38190" fmla="*/ 399118 h 834218"/>
                <a:gd name="connsiteX67-38191" fmla="*/ 508700 w 3024845"/>
                <a:gd name="connsiteY67-38192" fmla="*/ 393443 h 834218"/>
                <a:gd name="connsiteX68-38193" fmla="*/ 539100 w 3024845"/>
                <a:gd name="connsiteY68-38194" fmla="*/ 393443 h 834218"/>
                <a:gd name="connsiteX69-38195" fmla="*/ 539100 w 3024845"/>
                <a:gd name="connsiteY69-38196" fmla="*/ 417223 h 834218"/>
                <a:gd name="connsiteX70-38197" fmla="*/ 540113 w 3024845"/>
                <a:gd name="connsiteY70-38198" fmla="*/ 417223 h 834218"/>
                <a:gd name="connsiteX71-38199" fmla="*/ 547207 w 3024845"/>
                <a:gd name="connsiteY71-38200" fmla="*/ 417223 h 834218"/>
                <a:gd name="connsiteX72-38201" fmla="*/ 547207 w 3024845"/>
                <a:gd name="connsiteY72-38202" fmla="*/ 418304 h 834218"/>
                <a:gd name="connsiteX73-38203" fmla="*/ 547207 w 3024845"/>
                <a:gd name="connsiteY73-38204" fmla="*/ 425870 h 834218"/>
                <a:gd name="connsiteX74-38205" fmla="*/ 547967 w 3024845"/>
                <a:gd name="connsiteY74-38206" fmla="*/ 425870 h 834218"/>
                <a:gd name="connsiteX75-38207" fmla="*/ 553287 w 3024845"/>
                <a:gd name="connsiteY75-38208" fmla="*/ 425870 h 834218"/>
                <a:gd name="connsiteX76-38209" fmla="*/ 553287 w 3024845"/>
                <a:gd name="connsiteY76-38210" fmla="*/ 423708 h 834218"/>
                <a:gd name="connsiteX77-38211" fmla="*/ 553287 w 3024845"/>
                <a:gd name="connsiteY77-38212" fmla="*/ 408576 h 834218"/>
                <a:gd name="connsiteX78-38213" fmla="*/ 554300 w 3024845"/>
                <a:gd name="connsiteY78-38214" fmla="*/ 408576 h 834218"/>
                <a:gd name="connsiteX79-38215" fmla="*/ 561394 w 3024845"/>
                <a:gd name="connsiteY79-38216" fmla="*/ 408576 h 834218"/>
                <a:gd name="connsiteX80-38217" fmla="*/ 561394 w 3024845"/>
                <a:gd name="connsiteY80-38218" fmla="*/ 409657 h 834218"/>
                <a:gd name="connsiteX81-38219" fmla="*/ 561394 w 3024845"/>
                <a:gd name="connsiteY81-38220" fmla="*/ 417223 h 834218"/>
                <a:gd name="connsiteX82-38221" fmla="*/ 566714 w 3024845"/>
                <a:gd name="connsiteY82-38222" fmla="*/ 415230 h 834218"/>
                <a:gd name="connsiteX83-38223" fmla="*/ 567474 w 3024845"/>
                <a:gd name="connsiteY83-38224" fmla="*/ 414250 h 834218"/>
                <a:gd name="connsiteX84-38225" fmla="*/ 567474 w 3024845"/>
                <a:gd name="connsiteY84-38226" fmla="*/ 408576 h 834218"/>
                <a:gd name="connsiteX85-38227" fmla="*/ 605981 w 3024845"/>
                <a:gd name="connsiteY85-38228" fmla="*/ 408576 h 834218"/>
                <a:gd name="connsiteX86-38229" fmla="*/ 605981 w 3024845"/>
                <a:gd name="connsiteY86-38230" fmla="*/ 432355 h 834218"/>
                <a:gd name="connsiteX87-38231" fmla="*/ 608007 w 3024845"/>
                <a:gd name="connsiteY87-38232" fmla="*/ 432355 h 834218"/>
                <a:gd name="connsiteX88-38233" fmla="*/ 622194 w 3024845"/>
                <a:gd name="connsiteY88-38234" fmla="*/ 432355 h 834218"/>
                <a:gd name="connsiteX89-38235" fmla="*/ 622194 w 3024845"/>
                <a:gd name="connsiteY89-38236" fmla="*/ 433436 h 834218"/>
                <a:gd name="connsiteX90-38237" fmla="*/ 622194 w 3024845"/>
                <a:gd name="connsiteY90-38238" fmla="*/ 441002 h 834218"/>
                <a:gd name="connsiteX91-38239" fmla="*/ 623968 w 3024845"/>
                <a:gd name="connsiteY91-38240" fmla="*/ 441002 h 834218"/>
                <a:gd name="connsiteX92-38241" fmla="*/ 636381 w 3024845"/>
                <a:gd name="connsiteY92-38242" fmla="*/ 441002 h 834218"/>
                <a:gd name="connsiteX93-38243" fmla="*/ 636381 w 3024845"/>
                <a:gd name="connsiteY93-38244" fmla="*/ 417223 h 834218"/>
                <a:gd name="connsiteX94-38245" fmla="*/ 637394 w 3024845"/>
                <a:gd name="connsiteY94-38246" fmla="*/ 417223 h 834218"/>
                <a:gd name="connsiteX95-38247" fmla="*/ 644488 w 3024845"/>
                <a:gd name="connsiteY95-38248" fmla="*/ 417223 h 834218"/>
                <a:gd name="connsiteX96-38249" fmla="*/ 644488 w 3024845"/>
                <a:gd name="connsiteY96-38250" fmla="*/ 384796 h 834218"/>
                <a:gd name="connsiteX97-38251" fmla="*/ 645501 w 3024845"/>
                <a:gd name="connsiteY97-38252" fmla="*/ 384796 h 834218"/>
                <a:gd name="connsiteX98-38253" fmla="*/ 652595 w 3024845"/>
                <a:gd name="connsiteY98-38254" fmla="*/ 384796 h 834218"/>
                <a:gd name="connsiteX99-38255" fmla="*/ 652595 w 3024845"/>
                <a:gd name="connsiteY99-38256" fmla="*/ 382905 h 834218"/>
                <a:gd name="connsiteX100-38257" fmla="*/ 652595 w 3024845"/>
                <a:gd name="connsiteY100-38258" fmla="*/ 369664 h 834218"/>
                <a:gd name="connsiteX101-38259" fmla="*/ 651328 w 3024845"/>
                <a:gd name="connsiteY101-38260" fmla="*/ 368042 h 834218"/>
                <a:gd name="connsiteX102-38261" fmla="*/ 656648 w 3024845"/>
                <a:gd name="connsiteY102-38262" fmla="*/ 356693 h 834218"/>
                <a:gd name="connsiteX103-38263" fmla="*/ 664755 w 3024845"/>
                <a:gd name="connsiteY103-38264" fmla="*/ 384796 h 834218"/>
                <a:gd name="connsiteX104-38265" fmla="*/ 665515 w 3024845"/>
                <a:gd name="connsiteY104-38266" fmla="*/ 384796 h 834218"/>
                <a:gd name="connsiteX105-38267" fmla="*/ 670835 w 3024845"/>
                <a:gd name="connsiteY105-38268" fmla="*/ 384796 h 834218"/>
                <a:gd name="connsiteX106-38269" fmla="*/ 670835 w 3024845"/>
                <a:gd name="connsiteY106-38270" fmla="*/ 278869 h 834218"/>
                <a:gd name="connsiteX107-38271" fmla="*/ 672355 w 3024845"/>
                <a:gd name="connsiteY107-38272" fmla="*/ 278869 h 834218"/>
                <a:gd name="connsiteX108-38273" fmla="*/ 682995 w 3024845"/>
                <a:gd name="connsiteY108-38274" fmla="*/ 278869 h 834218"/>
                <a:gd name="connsiteX109-38275" fmla="*/ 682995 w 3024845"/>
                <a:gd name="connsiteY109-38276" fmla="*/ 231310 h 834218"/>
                <a:gd name="connsiteX110-38277" fmla="*/ 709342 w 3024845"/>
                <a:gd name="connsiteY110-38278" fmla="*/ 231310 h 834218"/>
                <a:gd name="connsiteX111-38279" fmla="*/ 709342 w 3024845"/>
                <a:gd name="connsiteY111-38280" fmla="*/ 209692 h 834218"/>
                <a:gd name="connsiteX112-38281" fmla="*/ 743796 w 3024845"/>
                <a:gd name="connsiteY112-38282" fmla="*/ 209692 h 834218"/>
                <a:gd name="connsiteX113-38283" fmla="*/ 743796 w 3024845"/>
                <a:gd name="connsiteY113-38284" fmla="*/ 212124 h 834218"/>
                <a:gd name="connsiteX114-38285" fmla="*/ 743796 w 3024845"/>
                <a:gd name="connsiteY114-38286" fmla="*/ 229148 h 834218"/>
                <a:gd name="connsiteX115-38287" fmla="*/ 746076 w 3024845"/>
                <a:gd name="connsiteY115-38288" fmla="*/ 229148 h 834218"/>
                <a:gd name="connsiteX116-38289" fmla="*/ 762036 w 3024845"/>
                <a:gd name="connsiteY116-38290" fmla="*/ 229148 h 834218"/>
                <a:gd name="connsiteX117-38291" fmla="*/ 762036 w 3024845"/>
                <a:gd name="connsiteY117-38292" fmla="*/ 276707 h 834218"/>
                <a:gd name="connsiteX118-38293" fmla="*/ 763049 w 3024845"/>
                <a:gd name="connsiteY118-38294" fmla="*/ 276707 h 834218"/>
                <a:gd name="connsiteX119-38295" fmla="*/ 770143 w 3024845"/>
                <a:gd name="connsiteY119-38296" fmla="*/ 276707 h 834218"/>
                <a:gd name="connsiteX120-38297" fmla="*/ 784330 w 3024845"/>
                <a:gd name="connsiteY120-38298" fmla="*/ 281031 h 834218"/>
                <a:gd name="connsiteX121-38299" fmla="*/ 784330 w 3024845"/>
                <a:gd name="connsiteY121-38300" fmla="*/ 319943 h 834218"/>
                <a:gd name="connsiteX122-38301" fmla="*/ 785343 w 3024845"/>
                <a:gd name="connsiteY122-38302" fmla="*/ 319943 h 834218"/>
                <a:gd name="connsiteX123-38303" fmla="*/ 792436 w 3024845"/>
                <a:gd name="connsiteY123-38304" fmla="*/ 319943 h 834218"/>
                <a:gd name="connsiteX124-38305" fmla="*/ 792436 w 3024845"/>
                <a:gd name="connsiteY124-38306" fmla="*/ 321564 h 834218"/>
                <a:gd name="connsiteX125-38307" fmla="*/ 792436 w 3024845"/>
                <a:gd name="connsiteY125-38308" fmla="*/ 332913 h 834218"/>
                <a:gd name="connsiteX126-38309" fmla="*/ 794463 w 3024845"/>
                <a:gd name="connsiteY126-38310" fmla="*/ 332913 h 834218"/>
                <a:gd name="connsiteX127-38311" fmla="*/ 808650 w 3024845"/>
                <a:gd name="connsiteY127-38312" fmla="*/ 332913 h 834218"/>
                <a:gd name="connsiteX128-38313" fmla="*/ 814730 w 3024845"/>
                <a:gd name="connsiteY128-38314" fmla="*/ 339399 h 834218"/>
                <a:gd name="connsiteX129-38315" fmla="*/ 814730 w 3024845"/>
                <a:gd name="connsiteY129-38316" fmla="*/ 361017 h 834218"/>
                <a:gd name="connsiteX130-38317" fmla="*/ 817010 w 3024845"/>
                <a:gd name="connsiteY130-38318" fmla="*/ 361017 h 834218"/>
                <a:gd name="connsiteX131-38319" fmla="*/ 832970 w 3024845"/>
                <a:gd name="connsiteY131-38320" fmla="*/ 361017 h 834218"/>
                <a:gd name="connsiteX132-38321" fmla="*/ 832970 w 3024845"/>
                <a:gd name="connsiteY132-38322" fmla="*/ 362097 h 834218"/>
                <a:gd name="connsiteX133-38323" fmla="*/ 832970 w 3024845"/>
                <a:gd name="connsiteY133-38324" fmla="*/ 369664 h 834218"/>
                <a:gd name="connsiteX134-38325" fmla="*/ 834237 w 3024845"/>
                <a:gd name="connsiteY134-38326" fmla="*/ 369664 h 834218"/>
                <a:gd name="connsiteX135-38327" fmla="*/ 843104 w 3024845"/>
                <a:gd name="connsiteY135-38328" fmla="*/ 369664 h 834218"/>
                <a:gd name="connsiteX136-38329" fmla="*/ 843104 w 3024845"/>
                <a:gd name="connsiteY136-38330" fmla="*/ 371825 h 834218"/>
                <a:gd name="connsiteX137-38331" fmla="*/ 843104 w 3024845"/>
                <a:gd name="connsiteY137-38332" fmla="*/ 386958 h 834218"/>
                <a:gd name="connsiteX138-38333" fmla="*/ 847157 w 3024845"/>
                <a:gd name="connsiteY138-38334" fmla="*/ 385066 h 834218"/>
                <a:gd name="connsiteX139-38335" fmla="*/ 847157 w 3024845"/>
                <a:gd name="connsiteY139-38336" fmla="*/ 371825 h 834218"/>
                <a:gd name="connsiteX140-38337" fmla="*/ 848170 w 3024845"/>
                <a:gd name="connsiteY140-38338" fmla="*/ 371825 h 834218"/>
                <a:gd name="connsiteX141-38339" fmla="*/ 855264 w 3024845"/>
                <a:gd name="connsiteY141-38340" fmla="*/ 371825 h 834218"/>
                <a:gd name="connsiteX142-38341" fmla="*/ 855264 w 3024845"/>
                <a:gd name="connsiteY142-38342" fmla="*/ 373447 h 834218"/>
                <a:gd name="connsiteX143-38343" fmla="*/ 855264 w 3024845"/>
                <a:gd name="connsiteY143-38344" fmla="*/ 384796 h 834218"/>
                <a:gd name="connsiteX144-38345" fmla="*/ 856024 w 3024845"/>
                <a:gd name="connsiteY144-38346" fmla="*/ 384796 h 834218"/>
                <a:gd name="connsiteX145-38347" fmla="*/ 861344 w 3024845"/>
                <a:gd name="connsiteY145-38348" fmla="*/ 384796 h 834218"/>
                <a:gd name="connsiteX146-38349" fmla="*/ 909984 w 3024845"/>
                <a:gd name="connsiteY146-38350" fmla="*/ 380473 h 834218"/>
                <a:gd name="connsiteX147-38351" fmla="*/ 909984 w 3024845"/>
                <a:gd name="connsiteY147-38352" fmla="*/ 381824 h 834218"/>
                <a:gd name="connsiteX148-38353" fmla="*/ 909984 w 3024845"/>
                <a:gd name="connsiteY148-38354" fmla="*/ 391281 h 834218"/>
                <a:gd name="connsiteX149-38355" fmla="*/ 910744 w 3024845"/>
                <a:gd name="connsiteY149-38356" fmla="*/ 391281 h 834218"/>
                <a:gd name="connsiteX150-38357" fmla="*/ 916065 w 3024845"/>
                <a:gd name="connsiteY150-38358" fmla="*/ 391281 h 834218"/>
                <a:gd name="connsiteX151-38359" fmla="*/ 916065 w 3024845"/>
                <a:gd name="connsiteY151-38360" fmla="*/ 393443 h 834218"/>
                <a:gd name="connsiteX152-38361" fmla="*/ 916065 w 3024845"/>
                <a:gd name="connsiteY152-38362" fmla="*/ 408576 h 834218"/>
                <a:gd name="connsiteX153-38363" fmla="*/ 918091 w 3024845"/>
                <a:gd name="connsiteY153-38364" fmla="*/ 407225 h 834218"/>
                <a:gd name="connsiteX154-38365" fmla="*/ 932278 w 3024845"/>
                <a:gd name="connsiteY154-38366" fmla="*/ 397767 h 834218"/>
                <a:gd name="connsiteX155-38367" fmla="*/ 938358 w 3024845"/>
                <a:gd name="connsiteY155-38368" fmla="*/ 356693 h 834218"/>
                <a:gd name="connsiteX156-38369" fmla="*/ 939118 w 3024845"/>
                <a:gd name="connsiteY156-38370" fmla="*/ 356423 h 834218"/>
                <a:gd name="connsiteX157-38371" fmla="*/ 944438 w 3024845"/>
                <a:gd name="connsiteY157-38372" fmla="*/ 354531 h 834218"/>
                <a:gd name="connsiteX158-38373" fmla="*/ 946465 w 3024845"/>
                <a:gd name="connsiteY158-38374" fmla="*/ 285354 h 834218"/>
                <a:gd name="connsiteX159-38375" fmla="*/ 948492 w 3024845"/>
                <a:gd name="connsiteY159-38376" fmla="*/ 354531 h 834218"/>
                <a:gd name="connsiteX160-38377" fmla="*/ 949252 w 3024845"/>
                <a:gd name="connsiteY160-38378" fmla="*/ 354801 h 834218"/>
                <a:gd name="connsiteX161-38379" fmla="*/ 954572 w 3024845"/>
                <a:gd name="connsiteY161-38380" fmla="*/ 356693 h 834218"/>
                <a:gd name="connsiteX162-38381" fmla="*/ 954572 w 3024845"/>
                <a:gd name="connsiteY162-38382" fmla="*/ 270222 h 834218"/>
                <a:gd name="connsiteX163-38383" fmla="*/ 958625 w 3024845"/>
                <a:gd name="connsiteY163-38384" fmla="*/ 237795 h 834218"/>
                <a:gd name="connsiteX164-38385" fmla="*/ 997132 w 3024845"/>
                <a:gd name="connsiteY164-38386" fmla="*/ 237795 h 834218"/>
                <a:gd name="connsiteX165-38387" fmla="*/ 997132 w 3024845"/>
                <a:gd name="connsiteY165-38388" fmla="*/ 270222 h 834218"/>
                <a:gd name="connsiteX166-38389" fmla="*/ 997892 w 3024845"/>
                <a:gd name="connsiteY166-38390" fmla="*/ 270222 h 834218"/>
                <a:gd name="connsiteX167-38391" fmla="*/ 1003212 w 3024845"/>
                <a:gd name="connsiteY167-38392" fmla="*/ 270222 h 834218"/>
                <a:gd name="connsiteX168-38393" fmla="*/ 1003212 w 3024845"/>
                <a:gd name="connsiteY168-38394" fmla="*/ 188074 h 834218"/>
                <a:gd name="connsiteX169-38395" fmla="*/ 1004986 w 3024845"/>
                <a:gd name="connsiteY169-38396" fmla="*/ 188074 h 834218"/>
                <a:gd name="connsiteX170-38397" fmla="*/ 1017399 w 3024845"/>
                <a:gd name="connsiteY170-38398" fmla="*/ 188074 h 834218"/>
                <a:gd name="connsiteX171-38399" fmla="*/ 1017399 w 3024845"/>
                <a:gd name="connsiteY171-38400" fmla="*/ 186183 h 834218"/>
                <a:gd name="connsiteX172-38401" fmla="*/ 1017399 w 3024845"/>
                <a:gd name="connsiteY172-38402" fmla="*/ 172942 h 834218"/>
                <a:gd name="connsiteX173-38403" fmla="*/ 1039693 w 3024845"/>
                <a:gd name="connsiteY173-38404" fmla="*/ 172942 h 834218"/>
                <a:gd name="connsiteX174-38405" fmla="*/ 1039693 w 3024845"/>
                <a:gd name="connsiteY174-38406" fmla="*/ 171861 h 834218"/>
                <a:gd name="connsiteX175-38407" fmla="*/ 1039693 w 3024845"/>
                <a:gd name="connsiteY175-38408" fmla="*/ 164295 h 834218"/>
                <a:gd name="connsiteX176-38409" fmla="*/ 1041466 w 3024845"/>
                <a:gd name="connsiteY176-38410" fmla="*/ 164295 h 834218"/>
                <a:gd name="connsiteX177-38411" fmla="*/ 1053880 w 3024845"/>
                <a:gd name="connsiteY177-38412" fmla="*/ 164295 h 834218"/>
                <a:gd name="connsiteX178-38413" fmla="*/ 1053880 w 3024845"/>
                <a:gd name="connsiteY178-38414" fmla="*/ 165376 h 834218"/>
                <a:gd name="connsiteX179-38415" fmla="*/ 1053880 w 3024845"/>
                <a:gd name="connsiteY179-38416" fmla="*/ 172942 h 834218"/>
                <a:gd name="connsiteX180-38417" fmla="*/ 1054640 w 3024845"/>
                <a:gd name="connsiteY180-38418" fmla="*/ 172942 h 834218"/>
                <a:gd name="connsiteX181-38419" fmla="*/ 1059960 w 3024845"/>
                <a:gd name="connsiteY181-38420" fmla="*/ 172942 h 834218"/>
                <a:gd name="connsiteX182-38421" fmla="*/ 1070093 w 3024845"/>
                <a:gd name="connsiteY182-38422" fmla="*/ 168618 h 834218"/>
                <a:gd name="connsiteX183-38423" fmla="*/ 1074146 w 3024845"/>
                <a:gd name="connsiteY183-38424" fmla="*/ 171861 h 834218"/>
                <a:gd name="connsiteX184-38425" fmla="*/ 1074146 w 3024845"/>
                <a:gd name="connsiteY184-38426" fmla="*/ 164295 h 834218"/>
                <a:gd name="connsiteX185-38427" fmla="*/ 1076426 w 3024845"/>
                <a:gd name="connsiteY185-38428" fmla="*/ 164295 h 834218"/>
                <a:gd name="connsiteX186-38429" fmla="*/ 1092387 w 3024845"/>
                <a:gd name="connsiteY186-38430" fmla="*/ 164295 h 834218"/>
                <a:gd name="connsiteX187-38431" fmla="*/ 1092387 w 3024845"/>
                <a:gd name="connsiteY187-38432" fmla="*/ 165376 h 834218"/>
                <a:gd name="connsiteX188-38433" fmla="*/ 1092387 w 3024845"/>
                <a:gd name="connsiteY188-38434" fmla="*/ 172942 h 834218"/>
                <a:gd name="connsiteX189-38435" fmla="*/ 1122787 w 3024845"/>
                <a:gd name="connsiteY189-38436" fmla="*/ 172942 h 834218"/>
                <a:gd name="connsiteX190-38437" fmla="*/ 1122787 w 3024845"/>
                <a:gd name="connsiteY190-38438" fmla="*/ 174563 h 834218"/>
                <a:gd name="connsiteX191-38439" fmla="*/ 1122787 w 3024845"/>
                <a:gd name="connsiteY191-38440" fmla="*/ 185913 h 834218"/>
                <a:gd name="connsiteX192-38441" fmla="*/ 1149134 w 3024845"/>
                <a:gd name="connsiteY192-38442" fmla="*/ 185913 h 834218"/>
                <a:gd name="connsiteX193-38443" fmla="*/ 1149134 w 3024845"/>
                <a:gd name="connsiteY193-38444" fmla="*/ 216177 h 834218"/>
                <a:gd name="connsiteX194-38445" fmla="*/ 1149894 w 3024845"/>
                <a:gd name="connsiteY194-38446" fmla="*/ 216177 h 834218"/>
                <a:gd name="connsiteX195-38447" fmla="*/ 1155214 w 3024845"/>
                <a:gd name="connsiteY195-38448" fmla="*/ 216177 h 834218"/>
                <a:gd name="connsiteX196-38449" fmla="*/ 1155214 w 3024845"/>
                <a:gd name="connsiteY196-38450" fmla="*/ 217258 h 834218"/>
                <a:gd name="connsiteX197-38451" fmla="*/ 1155214 w 3024845"/>
                <a:gd name="connsiteY197-38452" fmla="*/ 224825 h 834218"/>
                <a:gd name="connsiteX198-38453" fmla="*/ 1159268 w 3024845"/>
                <a:gd name="connsiteY198-38454" fmla="*/ 255089 h 834218"/>
                <a:gd name="connsiteX199-38455" fmla="*/ 1160028 w 3024845"/>
                <a:gd name="connsiteY199-38456" fmla="*/ 255089 h 834218"/>
                <a:gd name="connsiteX200-38457" fmla="*/ 1165348 w 3024845"/>
                <a:gd name="connsiteY200-38458" fmla="*/ 255089 h 834218"/>
                <a:gd name="connsiteX201-38459" fmla="*/ 1165348 w 3024845"/>
                <a:gd name="connsiteY201-38460" fmla="*/ 255900 h 834218"/>
                <a:gd name="connsiteX202-38461" fmla="*/ 1165348 w 3024845"/>
                <a:gd name="connsiteY202-38462" fmla="*/ 261575 h 834218"/>
                <a:gd name="connsiteX203-38463" fmla="*/ 1166361 w 3024845"/>
                <a:gd name="connsiteY203-38464" fmla="*/ 261575 h 834218"/>
                <a:gd name="connsiteX204-38465" fmla="*/ 1173454 w 3024845"/>
                <a:gd name="connsiteY204-38466" fmla="*/ 261575 h 834218"/>
                <a:gd name="connsiteX205-38467" fmla="*/ 1173454 w 3024845"/>
                <a:gd name="connsiteY205-38468" fmla="*/ 291840 h 834218"/>
                <a:gd name="connsiteX206-38469" fmla="*/ 1175481 w 3024845"/>
                <a:gd name="connsiteY206-38470" fmla="*/ 291840 h 834218"/>
                <a:gd name="connsiteX207-38471" fmla="*/ 1189668 w 3024845"/>
                <a:gd name="connsiteY207-38472" fmla="*/ 291840 h 834218"/>
                <a:gd name="connsiteX208-38473" fmla="*/ 1189668 w 3024845"/>
                <a:gd name="connsiteY208-38474" fmla="*/ 315619 h 834218"/>
                <a:gd name="connsiteX209-38475" fmla="*/ 1191695 w 3024845"/>
                <a:gd name="connsiteY209-38476" fmla="*/ 317240 h 834218"/>
                <a:gd name="connsiteX210-38477" fmla="*/ 1191695 w 3024845"/>
                <a:gd name="connsiteY210-38478" fmla="*/ 328590 h 834218"/>
                <a:gd name="connsiteX211-38479" fmla="*/ 1192455 w 3024845"/>
                <a:gd name="connsiteY211-38480" fmla="*/ 328590 h 834218"/>
                <a:gd name="connsiteX212-38481" fmla="*/ 1197775 w 3024845"/>
                <a:gd name="connsiteY212-38482" fmla="*/ 328590 h 834218"/>
                <a:gd name="connsiteX213-38483" fmla="*/ 1197775 w 3024845"/>
                <a:gd name="connsiteY213-38484" fmla="*/ 352369 h 834218"/>
                <a:gd name="connsiteX214-38485" fmla="*/ 1199041 w 3024845"/>
                <a:gd name="connsiteY214-38486" fmla="*/ 352369 h 834218"/>
                <a:gd name="connsiteX215-38487" fmla="*/ 1207908 w 3024845"/>
                <a:gd name="connsiteY215-38488" fmla="*/ 352369 h 834218"/>
                <a:gd name="connsiteX216-38489" fmla="*/ 1209935 w 3024845"/>
                <a:gd name="connsiteY216-38490" fmla="*/ 356423 h 834218"/>
                <a:gd name="connsiteX217-38491" fmla="*/ 1209935 w 3024845"/>
                <a:gd name="connsiteY217-38492" fmla="*/ 369664 h 834218"/>
                <a:gd name="connsiteX218-38493" fmla="*/ 1211455 w 3024845"/>
                <a:gd name="connsiteY218-38494" fmla="*/ 367772 h 834218"/>
                <a:gd name="connsiteX219-38495" fmla="*/ 1222095 w 3024845"/>
                <a:gd name="connsiteY219-38496" fmla="*/ 354531 h 834218"/>
                <a:gd name="connsiteX220-38497" fmla="*/ 1250469 w 3024845"/>
                <a:gd name="connsiteY220-38498" fmla="*/ 354531 h 834218"/>
                <a:gd name="connsiteX221-38499" fmla="*/ 1250469 w 3024845"/>
                <a:gd name="connsiteY221-38500" fmla="*/ 441002 h 834218"/>
                <a:gd name="connsiteX222-38501" fmla="*/ 1251229 w 3024845"/>
                <a:gd name="connsiteY222-38502" fmla="*/ 441002 h 834218"/>
                <a:gd name="connsiteX223-38503" fmla="*/ 1256549 w 3024845"/>
                <a:gd name="connsiteY223-38504" fmla="*/ 441002 h 834218"/>
                <a:gd name="connsiteX224-38505" fmla="*/ 1257309 w 3024845"/>
                <a:gd name="connsiteY224-38506" fmla="*/ 439651 h 834218"/>
                <a:gd name="connsiteX225-38507" fmla="*/ 1262629 w 3024845"/>
                <a:gd name="connsiteY225-38508" fmla="*/ 430193 h 834218"/>
                <a:gd name="connsiteX226-38509" fmla="*/ 1262629 w 3024845"/>
                <a:gd name="connsiteY226-38510" fmla="*/ 432085 h 834218"/>
                <a:gd name="connsiteX227-38511" fmla="*/ 1262629 w 3024845"/>
                <a:gd name="connsiteY227-38512" fmla="*/ 445326 h 834218"/>
                <a:gd name="connsiteX228-38513" fmla="*/ 1266682 w 3024845"/>
                <a:gd name="connsiteY228-38514" fmla="*/ 399929 h 834218"/>
                <a:gd name="connsiteX229-38515" fmla="*/ 1267442 w 3024845"/>
                <a:gd name="connsiteY229-38516" fmla="*/ 399929 h 834218"/>
                <a:gd name="connsiteX230-38517" fmla="*/ 1272762 w 3024845"/>
                <a:gd name="connsiteY230-38518" fmla="*/ 399929 h 834218"/>
                <a:gd name="connsiteX231-38519" fmla="*/ 1272762 w 3024845"/>
                <a:gd name="connsiteY231-38520" fmla="*/ 335075 h 834218"/>
                <a:gd name="connsiteX232-38521" fmla="*/ 1273776 w 3024845"/>
                <a:gd name="connsiteY232-38522" fmla="*/ 335075 h 834218"/>
                <a:gd name="connsiteX233-38523" fmla="*/ 1280869 w 3024845"/>
                <a:gd name="connsiteY233-38524" fmla="*/ 335075 h 834218"/>
                <a:gd name="connsiteX234-38525" fmla="*/ 1293029 w 3024845"/>
                <a:gd name="connsiteY234-38526" fmla="*/ 291840 h 834218"/>
                <a:gd name="connsiteX235-38527" fmla="*/ 1294296 w 3024845"/>
                <a:gd name="connsiteY235-38528" fmla="*/ 291840 h 834218"/>
                <a:gd name="connsiteX236-38529" fmla="*/ 1303163 w 3024845"/>
                <a:gd name="connsiteY236-38530" fmla="*/ 291840 h 834218"/>
                <a:gd name="connsiteX237-38531" fmla="*/ 1313296 w 3024845"/>
                <a:gd name="connsiteY237-38532" fmla="*/ 335075 h 834218"/>
                <a:gd name="connsiteX238-38533" fmla="*/ 1314309 w 3024845"/>
                <a:gd name="connsiteY238-38534" fmla="*/ 335075 h 834218"/>
                <a:gd name="connsiteX239-38535" fmla="*/ 1321403 w 3024845"/>
                <a:gd name="connsiteY239-38536" fmla="*/ 335075 h 834218"/>
                <a:gd name="connsiteX240-38537" fmla="*/ 1321403 w 3024845"/>
                <a:gd name="connsiteY240-38538" fmla="*/ 373987 h 834218"/>
                <a:gd name="connsiteX241-38539" fmla="*/ 1323176 w 3024845"/>
                <a:gd name="connsiteY241-38540" fmla="*/ 373987 h 834218"/>
                <a:gd name="connsiteX242-38541" fmla="*/ 1335590 w 3024845"/>
                <a:gd name="connsiteY242-38542" fmla="*/ 373987 h 834218"/>
                <a:gd name="connsiteX243-38543" fmla="*/ 1335590 w 3024845"/>
                <a:gd name="connsiteY243-38544" fmla="*/ 376149 h 834218"/>
                <a:gd name="connsiteX244-38545" fmla="*/ 1335590 w 3024845"/>
                <a:gd name="connsiteY244-38546" fmla="*/ 391281 h 834218"/>
                <a:gd name="connsiteX245-38547" fmla="*/ 1339643 w 3024845"/>
                <a:gd name="connsiteY245-38548" fmla="*/ 389120 h 834218"/>
                <a:gd name="connsiteX246-38549" fmla="*/ 1339643 w 3024845"/>
                <a:gd name="connsiteY246-38550" fmla="*/ 373987 h 834218"/>
                <a:gd name="connsiteX247-38551" fmla="*/ 1341163 w 3024845"/>
                <a:gd name="connsiteY247-38552" fmla="*/ 373987 h 834218"/>
                <a:gd name="connsiteX248-38553" fmla="*/ 1351803 w 3024845"/>
                <a:gd name="connsiteY248-38554" fmla="*/ 373987 h 834218"/>
                <a:gd name="connsiteX249-38555" fmla="*/ 1351803 w 3024845"/>
                <a:gd name="connsiteY249-38556" fmla="*/ 375608 h 834218"/>
                <a:gd name="connsiteX250-38557" fmla="*/ 1351803 w 3024845"/>
                <a:gd name="connsiteY250-38558" fmla="*/ 386958 h 834218"/>
                <a:gd name="connsiteX251-38559" fmla="*/ 1382204 w 3024845"/>
                <a:gd name="connsiteY251-38560" fmla="*/ 386958 h 834218"/>
                <a:gd name="connsiteX252-38561" fmla="*/ 1382204 w 3024845"/>
                <a:gd name="connsiteY252-38562" fmla="*/ 350208 h 834218"/>
                <a:gd name="connsiteX253-38563" fmla="*/ 1383470 w 3024845"/>
                <a:gd name="connsiteY253-38564" fmla="*/ 350208 h 834218"/>
                <a:gd name="connsiteX254-38565" fmla="*/ 1392337 w 3024845"/>
                <a:gd name="connsiteY254-38566" fmla="*/ 350208 h 834218"/>
                <a:gd name="connsiteX255-38567" fmla="*/ 1392337 w 3024845"/>
                <a:gd name="connsiteY255-38568" fmla="*/ 371825 h 834218"/>
                <a:gd name="connsiteX256-38569" fmla="*/ 1394364 w 3024845"/>
                <a:gd name="connsiteY256-38570" fmla="*/ 339399 h 834218"/>
                <a:gd name="connsiteX257-38571" fmla="*/ 1416657 w 3024845"/>
                <a:gd name="connsiteY257-38572" fmla="*/ 339399 h 834218"/>
                <a:gd name="connsiteX258-38573" fmla="*/ 1416657 w 3024845"/>
                <a:gd name="connsiteY258-38574" fmla="*/ 337777 h 834218"/>
                <a:gd name="connsiteX259-38575" fmla="*/ 1416657 w 3024845"/>
                <a:gd name="connsiteY259-38576" fmla="*/ 326428 h 834218"/>
                <a:gd name="connsiteX260-38577" fmla="*/ 1417417 w 3024845"/>
                <a:gd name="connsiteY260-38578" fmla="*/ 326428 h 834218"/>
                <a:gd name="connsiteX261-38579" fmla="*/ 1422737 w 3024845"/>
                <a:gd name="connsiteY261-38580" fmla="*/ 326428 h 834218"/>
                <a:gd name="connsiteX262-38581" fmla="*/ 1422737 w 3024845"/>
                <a:gd name="connsiteY262-38582" fmla="*/ 324537 h 834218"/>
                <a:gd name="connsiteX263-38583" fmla="*/ 1422737 w 3024845"/>
                <a:gd name="connsiteY263-38584" fmla="*/ 311296 h 834218"/>
                <a:gd name="connsiteX264-38585" fmla="*/ 1426791 w 3024845"/>
                <a:gd name="connsiteY264-38586" fmla="*/ 317781 h 834218"/>
                <a:gd name="connsiteX265-38587" fmla="*/ 1429071 w 3024845"/>
                <a:gd name="connsiteY265-38588" fmla="*/ 317781 h 834218"/>
                <a:gd name="connsiteX266-38589" fmla="*/ 1445031 w 3024845"/>
                <a:gd name="connsiteY266-38590" fmla="*/ 317781 h 834218"/>
                <a:gd name="connsiteX267-38591" fmla="*/ 1445031 w 3024845"/>
                <a:gd name="connsiteY267-38592" fmla="*/ 316970 h 834218"/>
                <a:gd name="connsiteX268-38593" fmla="*/ 1445031 w 3024845"/>
                <a:gd name="connsiteY268-38594" fmla="*/ 311296 h 834218"/>
                <a:gd name="connsiteX269-38595" fmla="*/ 1445791 w 3024845"/>
                <a:gd name="connsiteY269-38596" fmla="*/ 311296 h 834218"/>
                <a:gd name="connsiteX270-38597" fmla="*/ 1451111 w 3024845"/>
                <a:gd name="connsiteY270-38598" fmla="*/ 311296 h 834218"/>
                <a:gd name="connsiteX271-38599" fmla="*/ 1451111 w 3024845"/>
                <a:gd name="connsiteY271-38600" fmla="*/ 312647 h 834218"/>
                <a:gd name="connsiteX272-38601" fmla="*/ 1451111 w 3024845"/>
                <a:gd name="connsiteY272-38602" fmla="*/ 322105 h 834218"/>
                <a:gd name="connsiteX273-38603" fmla="*/ 1489618 w 3024845"/>
                <a:gd name="connsiteY273-38604" fmla="*/ 322105 h 834218"/>
                <a:gd name="connsiteX274-38605" fmla="*/ 1489618 w 3024845"/>
                <a:gd name="connsiteY274-38606" fmla="*/ 460458 h 834218"/>
                <a:gd name="connsiteX275-38607" fmla="*/ 1491138 w 3024845"/>
                <a:gd name="connsiteY275-38608" fmla="*/ 460458 h 834218"/>
                <a:gd name="connsiteX276-38609" fmla="*/ 1501778 w 3024845"/>
                <a:gd name="connsiteY276-38610" fmla="*/ 460458 h 834218"/>
                <a:gd name="connsiteX277-38611" fmla="*/ 1501778 w 3024845"/>
                <a:gd name="connsiteY277-38612" fmla="*/ 447488 h 834218"/>
                <a:gd name="connsiteX278-38613" fmla="*/ 1505832 w 3024845"/>
                <a:gd name="connsiteY278-38614" fmla="*/ 447488 h 834218"/>
                <a:gd name="connsiteX279-38615" fmla="*/ 1505832 w 3024845"/>
                <a:gd name="connsiteY279-38616" fmla="*/ 460458 h 834218"/>
                <a:gd name="connsiteX280-38617" fmla="*/ 1536232 w 3024845"/>
                <a:gd name="connsiteY280-38618" fmla="*/ 460458 h 834218"/>
                <a:gd name="connsiteX281-38619" fmla="*/ 1536232 w 3024845"/>
                <a:gd name="connsiteY281-38620" fmla="*/ 430193 h 834218"/>
                <a:gd name="connsiteX282-38621" fmla="*/ 1548392 w 3024845"/>
                <a:gd name="connsiteY282-38622" fmla="*/ 430193 h 834218"/>
                <a:gd name="connsiteX283-38623" fmla="*/ 1560552 w 3024845"/>
                <a:gd name="connsiteY283-38624" fmla="*/ 428032 h 834218"/>
                <a:gd name="connsiteX284-38625" fmla="*/ 1564606 w 3024845"/>
                <a:gd name="connsiteY284-38626" fmla="*/ 430193 h 834218"/>
                <a:gd name="connsiteX285-38627" fmla="*/ 1574739 w 3024845"/>
                <a:gd name="connsiteY285-38628" fmla="*/ 430193 h 834218"/>
                <a:gd name="connsiteX286-38629" fmla="*/ 1574739 w 3024845"/>
                <a:gd name="connsiteY286-38630" fmla="*/ 460458 h 834218"/>
                <a:gd name="connsiteX287-38631" fmla="*/ 1582846 w 3024845"/>
                <a:gd name="connsiteY287-38632" fmla="*/ 460458 h 834218"/>
                <a:gd name="connsiteX288-38633" fmla="*/ 1582846 w 3024845"/>
                <a:gd name="connsiteY288-38634" fmla="*/ 477753 h 834218"/>
                <a:gd name="connsiteX289-38635" fmla="*/ 1592182 w 3024845"/>
                <a:gd name="connsiteY289-38636" fmla="*/ 478658 h 834218"/>
                <a:gd name="connsiteX290-38637" fmla="*/ 1605140 w 3024845"/>
                <a:gd name="connsiteY290-38638" fmla="*/ 478658 h 834218"/>
                <a:gd name="connsiteX291-38639" fmla="*/ 1605140 w 3024845"/>
                <a:gd name="connsiteY291-38640" fmla="*/ 462620 h 834218"/>
                <a:gd name="connsiteX292-38641" fmla="*/ 1673096 w 3024845"/>
                <a:gd name="connsiteY292-38642" fmla="*/ 462620 h 834218"/>
                <a:gd name="connsiteX293-38643" fmla="*/ 1673096 w 3024845"/>
                <a:gd name="connsiteY293-38644" fmla="*/ 377367 h 834218"/>
                <a:gd name="connsiteX294-38645" fmla="*/ 1745104 w 3024845"/>
                <a:gd name="connsiteY294-38646" fmla="*/ 377367 h 834218"/>
                <a:gd name="connsiteX295-38647" fmla="*/ 1745104 w 3024845"/>
                <a:gd name="connsiteY295-38648" fmla="*/ 456135 h 834218"/>
                <a:gd name="connsiteX296-38649" fmla="*/ 1747008 w 3024845"/>
                <a:gd name="connsiteY296-38650" fmla="*/ 456135 h 834218"/>
                <a:gd name="connsiteX297-38651" fmla="*/ 1748250 w 3024845"/>
                <a:gd name="connsiteY297-38652" fmla="*/ 478658 h 834218"/>
                <a:gd name="connsiteX298-38653" fmla="*/ 1757926 w 3024845"/>
                <a:gd name="connsiteY298-38654" fmla="*/ 478658 h 834218"/>
                <a:gd name="connsiteX299-38655" fmla="*/ 1759168 w 3024845"/>
                <a:gd name="connsiteY299-38656" fmla="*/ 456135 h 834218"/>
                <a:gd name="connsiteX300-38657" fmla="*/ 1765248 w 3024845"/>
                <a:gd name="connsiteY300-38658" fmla="*/ 456135 h 834218"/>
                <a:gd name="connsiteX301-38659" fmla="*/ 1766490 w 3024845"/>
                <a:gd name="connsiteY301-38660" fmla="*/ 478658 h 834218"/>
                <a:gd name="connsiteX302-38661" fmla="*/ 1817112 w 3024845"/>
                <a:gd name="connsiteY302-38662" fmla="*/ 478658 h 834218"/>
                <a:gd name="connsiteX303-38663" fmla="*/ 1817112 w 3024845"/>
                <a:gd name="connsiteY303-38664" fmla="*/ 315630 h 834218"/>
                <a:gd name="connsiteX304-38665" fmla="*/ 2014439 w 3024845"/>
                <a:gd name="connsiteY304-38666" fmla="*/ 315630 h 834218"/>
                <a:gd name="connsiteX305-38667" fmla="*/ 2014439 w 3024845"/>
                <a:gd name="connsiteY305-38668" fmla="*/ 478658 h 834218"/>
                <a:gd name="connsiteX306-38669" fmla="*/ 2033136 w 3024845"/>
                <a:gd name="connsiteY306-38670" fmla="*/ 478658 h 834218"/>
                <a:gd name="connsiteX307-38671" fmla="*/ 2033136 w 3024845"/>
                <a:gd name="connsiteY307-38672" fmla="*/ 395965 h 834218"/>
                <a:gd name="connsiteX308-38673" fmla="*/ 2128256 w 3024845"/>
                <a:gd name="connsiteY308-38674" fmla="*/ 395965 h 834218"/>
                <a:gd name="connsiteX309-38675" fmla="*/ 2180720 w 3024845"/>
                <a:gd name="connsiteY309-38676" fmla="*/ 330752 h 834218"/>
                <a:gd name="connsiteX310-38677" fmla="*/ 2245574 w 3024845"/>
                <a:gd name="connsiteY310-38678" fmla="*/ 330752 h 834218"/>
                <a:gd name="connsiteX311-38679" fmla="*/ 2245574 w 3024845"/>
                <a:gd name="connsiteY311-38680" fmla="*/ 406414 h 834218"/>
                <a:gd name="connsiteX312-38681" fmla="*/ 2253681 w 3024845"/>
                <a:gd name="connsiteY312-38682" fmla="*/ 406414 h 834218"/>
                <a:gd name="connsiteX313-38683" fmla="*/ 2255708 w 3024845"/>
                <a:gd name="connsiteY313-38684" fmla="*/ 399929 h 834218"/>
                <a:gd name="connsiteX314-38685" fmla="*/ 2261788 w 3024845"/>
                <a:gd name="connsiteY314-38686" fmla="*/ 399929 h 834218"/>
                <a:gd name="connsiteX315-38687" fmla="*/ 2263815 w 3024845"/>
                <a:gd name="connsiteY315-38688" fmla="*/ 408576 h 834218"/>
                <a:gd name="connsiteX316-38689" fmla="*/ 2275975 w 3024845"/>
                <a:gd name="connsiteY316-38690" fmla="*/ 408576 h 834218"/>
                <a:gd name="connsiteX317-38691" fmla="*/ 2275975 w 3024845"/>
                <a:gd name="connsiteY317-38692" fmla="*/ 402090 h 834218"/>
                <a:gd name="connsiteX318-38693" fmla="*/ 2298268 w 3024845"/>
                <a:gd name="connsiteY318-38694" fmla="*/ 402090 h 834218"/>
                <a:gd name="connsiteX319-38695" fmla="*/ 2298268 w 3024845"/>
                <a:gd name="connsiteY319-38696" fmla="*/ 408576 h 834218"/>
                <a:gd name="connsiteX320-38697" fmla="*/ 2318535 w 3024845"/>
                <a:gd name="connsiteY320-38698" fmla="*/ 408576 h 834218"/>
                <a:gd name="connsiteX321-38699" fmla="*/ 2318535 w 3024845"/>
                <a:gd name="connsiteY321-38700" fmla="*/ 453973 h 834218"/>
                <a:gd name="connsiteX322-38701" fmla="*/ 2332722 w 3024845"/>
                <a:gd name="connsiteY322-38702" fmla="*/ 453973 h 834218"/>
                <a:gd name="connsiteX323-38703" fmla="*/ 2332722 w 3024845"/>
                <a:gd name="connsiteY323-38704" fmla="*/ 441002 h 834218"/>
                <a:gd name="connsiteX324-38705" fmla="*/ 2348936 w 3024845"/>
                <a:gd name="connsiteY324-38706" fmla="*/ 441002 h 834218"/>
                <a:gd name="connsiteX325-38707" fmla="*/ 2348936 w 3024845"/>
                <a:gd name="connsiteY325-38708" fmla="*/ 261575 h 834218"/>
                <a:gd name="connsiteX326-38709" fmla="*/ 2355016 w 3024845"/>
                <a:gd name="connsiteY326-38710" fmla="*/ 255089 h 834218"/>
                <a:gd name="connsiteX327-38711" fmla="*/ 2427977 w 3024845"/>
                <a:gd name="connsiteY327-38712" fmla="*/ 255089 h 834218"/>
                <a:gd name="connsiteX328-38713" fmla="*/ 2427977 w 3024845"/>
                <a:gd name="connsiteY328-38714" fmla="*/ 263737 h 834218"/>
                <a:gd name="connsiteX329-38715" fmla="*/ 2438110 w 3024845"/>
                <a:gd name="connsiteY329-38716" fmla="*/ 263737 h 834218"/>
                <a:gd name="connsiteX330-38717" fmla="*/ 2438110 w 3024845"/>
                <a:gd name="connsiteY330-38718" fmla="*/ 378311 h 834218"/>
                <a:gd name="connsiteX331-38719" fmla="*/ 2460404 w 3024845"/>
                <a:gd name="connsiteY331-38720" fmla="*/ 378311 h 834218"/>
                <a:gd name="connsiteX332-38721" fmla="*/ 2460404 w 3024845"/>
                <a:gd name="connsiteY332-38722" fmla="*/ 311296 h 834218"/>
                <a:gd name="connsiteX333-38723" fmla="*/ 2486751 w 3024845"/>
                <a:gd name="connsiteY333-38724" fmla="*/ 311296 h 834218"/>
                <a:gd name="connsiteX334-38725" fmla="*/ 2490804 w 3024845"/>
                <a:gd name="connsiteY334-38726" fmla="*/ 306972 h 834218"/>
                <a:gd name="connsiteX335-38727" fmla="*/ 2498911 w 3024845"/>
                <a:gd name="connsiteY335-38728" fmla="*/ 306972 h 834218"/>
                <a:gd name="connsiteX336-38729" fmla="*/ 2502964 w 3024845"/>
                <a:gd name="connsiteY336-38730" fmla="*/ 311296 h 834218"/>
                <a:gd name="connsiteX337-38731" fmla="*/ 2525258 w 3024845"/>
                <a:gd name="connsiteY337-38732" fmla="*/ 311296 h 834218"/>
                <a:gd name="connsiteX338-38733" fmla="*/ 2525258 w 3024845"/>
                <a:gd name="connsiteY338-38734" fmla="*/ 194560 h 834218"/>
                <a:gd name="connsiteX339-38735" fmla="*/ 2582005 w 3024845"/>
                <a:gd name="connsiteY339-38736" fmla="*/ 183751 h 834218"/>
                <a:gd name="connsiteX340-38737" fmla="*/ 2582005 w 3024845"/>
                <a:gd name="connsiteY340-38738" fmla="*/ 184832 h 834218"/>
                <a:gd name="connsiteX341-38739" fmla="*/ 2582005 w 3024845"/>
                <a:gd name="connsiteY341-38740" fmla="*/ 192398 h 834218"/>
                <a:gd name="connsiteX342-38741" fmla="*/ 2608352 w 3024845"/>
                <a:gd name="connsiteY342-38742" fmla="*/ 192398 h 834218"/>
                <a:gd name="connsiteX343-38743" fmla="*/ 2608352 w 3024845"/>
                <a:gd name="connsiteY343-38744" fmla="*/ 447488 h 834218"/>
                <a:gd name="connsiteX344-38745" fmla="*/ 2630646 w 3024845"/>
                <a:gd name="connsiteY344-38746" fmla="*/ 447488 h 834218"/>
                <a:gd name="connsiteX345-38747" fmla="*/ 2630646 w 3024845"/>
                <a:gd name="connsiteY345-38748" fmla="*/ 443164 h 834218"/>
                <a:gd name="connsiteX346-38749" fmla="*/ 2642806 w 3024845"/>
                <a:gd name="connsiteY346-38750" fmla="*/ 443164 h 834218"/>
                <a:gd name="connsiteX347-38751" fmla="*/ 2642806 w 3024845"/>
                <a:gd name="connsiteY347-38752" fmla="*/ 447488 h 834218"/>
                <a:gd name="connsiteX348-38753" fmla="*/ 2667126 w 3024845"/>
                <a:gd name="connsiteY348-38754" fmla="*/ 447488 h 834218"/>
                <a:gd name="connsiteX349-38755" fmla="*/ 2667126 w 3024845"/>
                <a:gd name="connsiteY349-38756" fmla="*/ 434517 h 834218"/>
                <a:gd name="connsiteX350-38757" fmla="*/ 2695500 w 3024845"/>
                <a:gd name="connsiteY350-38758" fmla="*/ 434517 h 834218"/>
                <a:gd name="connsiteX351-38759" fmla="*/ 2707660 w 3024845"/>
                <a:gd name="connsiteY351-38760" fmla="*/ 430193 h 834218"/>
                <a:gd name="connsiteX352-38761" fmla="*/ 2727927 w 3024845"/>
                <a:gd name="connsiteY352-38762" fmla="*/ 434517 h 834218"/>
                <a:gd name="connsiteX353-38763" fmla="*/ 2727927 w 3024845"/>
                <a:gd name="connsiteY353-38764" fmla="*/ 417223 h 834218"/>
                <a:gd name="connsiteX354-38765" fmla="*/ 2736034 w 3024845"/>
                <a:gd name="connsiteY354-38766" fmla="*/ 417223 h 834218"/>
                <a:gd name="connsiteX355-38767" fmla="*/ 2736034 w 3024845"/>
                <a:gd name="connsiteY355-38768" fmla="*/ 404252 h 834218"/>
                <a:gd name="connsiteX356-38769" fmla="*/ 2792781 w 3024845"/>
                <a:gd name="connsiteY356-38770" fmla="*/ 404252 h 834218"/>
                <a:gd name="connsiteX357-38771" fmla="*/ 2792781 w 3024845"/>
                <a:gd name="connsiteY357-38772" fmla="*/ 373987 h 834218"/>
                <a:gd name="connsiteX358-38773" fmla="*/ 2811021 w 3024845"/>
                <a:gd name="connsiteY358-38774" fmla="*/ 373987 h 834218"/>
                <a:gd name="connsiteX359-38775" fmla="*/ 2811021 w 3024845"/>
                <a:gd name="connsiteY359-38776" fmla="*/ 367502 h 834218"/>
                <a:gd name="connsiteX360-38777" fmla="*/ 2823181 w 3024845"/>
                <a:gd name="connsiteY360-38778" fmla="*/ 367502 h 834218"/>
                <a:gd name="connsiteX361-38779" fmla="*/ 2823181 w 3024845"/>
                <a:gd name="connsiteY361-38780" fmla="*/ 373987 h 834218"/>
                <a:gd name="connsiteX362-38781" fmla="*/ 2839395 w 3024845"/>
                <a:gd name="connsiteY362-38782" fmla="*/ 373987 h 834218"/>
                <a:gd name="connsiteX363-38783" fmla="*/ 2839395 w 3024845"/>
                <a:gd name="connsiteY363-38784" fmla="*/ 423708 h 834218"/>
                <a:gd name="connsiteX364-38785" fmla="*/ 2871822 w 3024845"/>
                <a:gd name="connsiteY364-38786" fmla="*/ 423708 h 834218"/>
                <a:gd name="connsiteX365-38787" fmla="*/ 2871822 w 3024845"/>
                <a:gd name="connsiteY365-38788" fmla="*/ 397767 h 834218"/>
                <a:gd name="connsiteX366-38789" fmla="*/ 2910329 w 3024845"/>
                <a:gd name="connsiteY366-38790" fmla="*/ 397767 h 834218"/>
                <a:gd name="connsiteX367-38791" fmla="*/ 2910329 w 3024845"/>
                <a:gd name="connsiteY367-38792" fmla="*/ 367502 h 834218"/>
                <a:gd name="connsiteX368-38793" fmla="*/ 2958970 w 3024845"/>
                <a:gd name="connsiteY368-38794" fmla="*/ 367502 h 834218"/>
                <a:gd name="connsiteX369-38795" fmla="*/ 2958970 w 3024845"/>
                <a:gd name="connsiteY369-38796" fmla="*/ 478658 h 834218"/>
                <a:gd name="connsiteX370-38797" fmla="*/ 2958970 w 3024845"/>
                <a:gd name="connsiteY370-38798" fmla="*/ 492437 h 834218"/>
                <a:gd name="connsiteX371-38799" fmla="*/ 3024845 w 3024845"/>
                <a:gd name="connsiteY371-38800" fmla="*/ 492437 h 834218"/>
                <a:gd name="connsiteX372-38801" fmla="*/ 3024845 w 3024845"/>
                <a:gd name="connsiteY372-38802" fmla="*/ 834218 h 834218"/>
                <a:gd name="connsiteX373-38803" fmla="*/ 2054 w 3024845"/>
                <a:gd name="connsiteY373-38804" fmla="*/ 831885 h 834218"/>
                <a:gd name="connsiteX374-38805" fmla="*/ 0 w 3024845"/>
                <a:gd name="connsiteY374-38806" fmla="*/ 397767 h 834218"/>
                <a:gd name="connsiteX375-38807" fmla="*/ 20267 w 3024845"/>
                <a:gd name="connsiteY375-38808" fmla="*/ 397767 h 834218"/>
                <a:gd name="connsiteX376-38809" fmla="*/ 20774 w 3024845"/>
                <a:gd name="connsiteY376-38810" fmla="*/ 396686 h 834218"/>
                <a:gd name="connsiteX377-38811" fmla="*/ 24320 w 3024845"/>
                <a:gd name="connsiteY377-38812" fmla="*/ 389120 h 834218"/>
                <a:gd name="connsiteX378-38813" fmla="*/ 26094 w 3024845"/>
                <a:gd name="connsiteY378-38814" fmla="*/ 389390 h 834218"/>
                <a:gd name="connsiteX379-38815" fmla="*/ 38507 w 3024845"/>
                <a:gd name="connsiteY379-38816" fmla="*/ 391281 h 834218"/>
                <a:gd name="connsiteX380-38817" fmla="*/ 39014 w 3024845"/>
                <a:gd name="connsiteY380-38818" fmla="*/ 392633 h 834218"/>
                <a:gd name="connsiteX381-38819" fmla="*/ 42560 w 3024845"/>
                <a:gd name="connsiteY381-38820" fmla="*/ 402090 h 834218"/>
                <a:gd name="connsiteX382-38821" fmla="*/ 68907 w 3024845"/>
                <a:gd name="connsiteY382-38822" fmla="*/ 404252 h 834218"/>
                <a:gd name="connsiteX383-38823" fmla="*/ 68907 w 3024845"/>
                <a:gd name="connsiteY383-38824" fmla="*/ 281031 h 834218"/>
                <a:gd name="connsiteX384-38825" fmla="*/ 70934 w 3024845"/>
                <a:gd name="connsiteY384-38826" fmla="*/ 281031 h 834218"/>
                <a:gd name="connsiteX385-38827" fmla="*/ 85121 w 3024845"/>
                <a:gd name="connsiteY385-38828" fmla="*/ 281031 h 834218"/>
                <a:gd name="connsiteX386-38829" fmla="*/ 85121 w 3024845"/>
                <a:gd name="connsiteY386-38830" fmla="*/ 144839 h 834218"/>
                <a:gd name="connsiteX387-38831" fmla="*/ 86894 w 3024845"/>
                <a:gd name="connsiteY387-38832" fmla="*/ 144839 h 834218"/>
                <a:gd name="connsiteX388-38833" fmla="*/ 99308 w 3024845"/>
                <a:gd name="connsiteY388-38834" fmla="*/ 144839 h 834218"/>
                <a:gd name="connsiteX389-38835" fmla="*/ 99308 w 3024845"/>
                <a:gd name="connsiteY389-38836" fmla="*/ 30265 h 834218"/>
                <a:gd name="connsiteX390-38837" fmla="*/ 103361 w 3024845"/>
                <a:gd name="connsiteY390-38838" fmla="*/ 2161 h 834218"/>
                <a:gd name="connsiteX0-38839" fmla="*/ 103361 w 3024845"/>
                <a:gd name="connsiteY0-38840" fmla="*/ 2161 h 834218"/>
                <a:gd name="connsiteX1-38841" fmla="*/ 200642 w 3024845"/>
                <a:gd name="connsiteY1-38842" fmla="*/ 0 h 834218"/>
                <a:gd name="connsiteX2-38843" fmla="*/ 202669 w 3024845"/>
                <a:gd name="connsiteY2-38844" fmla="*/ 0 h 834218"/>
                <a:gd name="connsiteX3-38845" fmla="*/ 216856 w 3024845"/>
                <a:gd name="connsiteY3-38846" fmla="*/ 0 h 834218"/>
                <a:gd name="connsiteX4-38847" fmla="*/ 220909 w 3024845"/>
                <a:gd name="connsiteY4-38848" fmla="*/ 30265 h 834218"/>
                <a:gd name="connsiteX5-38849" fmla="*/ 220909 w 3024845"/>
                <a:gd name="connsiteY5-38850" fmla="*/ 144839 h 834218"/>
                <a:gd name="connsiteX6-38851" fmla="*/ 223189 w 3024845"/>
                <a:gd name="connsiteY6-38852" fmla="*/ 144839 h 834218"/>
                <a:gd name="connsiteX7-38853" fmla="*/ 239150 w 3024845"/>
                <a:gd name="connsiteY7-38854" fmla="*/ 144839 h 834218"/>
                <a:gd name="connsiteX8-38855" fmla="*/ 239150 w 3024845"/>
                <a:gd name="connsiteY8-38856" fmla="*/ 285354 h 834218"/>
                <a:gd name="connsiteX9-38857" fmla="*/ 240670 w 3024845"/>
                <a:gd name="connsiteY9-38858" fmla="*/ 285084 h 834218"/>
                <a:gd name="connsiteX10-38859" fmla="*/ 251310 w 3024845"/>
                <a:gd name="connsiteY10-38860" fmla="*/ 283193 h 834218"/>
                <a:gd name="connsiteX11-38861" fmla="*/ 249283 w 3024845"/>
                <a:gd name="connsiteY11-38862" fmla="*/ 371825 h 834218"/>
                <a:gd name="connsiteX12-38863" fmla="*/ 250803 w 3024845"/>
                <a:gd name="connsiteY12-38864" fmla="*/ 372096 h 834218"/>
                <a:gd name="connsiteX13-38865" fmla="*/ 261443 w 3024845"/>
                <a:gd name="connsiteY13-38866" fmla="*/ 373987 h 834218"/>
                <a:gd name="connsiteX14-38867" fmla="*/ 261696 w 3024845"/>
                <a:gd name="connsiteY14-38868" fmla="*/ 374798 h 834218"/>
                <a:gd name="connsiteX15-38869" fmla="*/ 263470 w 3024845"/>
                <a:gd name="connsiteY15-38870" fmla="*/ 380473 h 834218"/>
                <a:gd name="connsiteX16-38871" fmla="*/ 264230 w 3024845"/>
                <a:gd name="connsiteY16-38872" fmla="*/ 378041 h 834218"/>
                <a:gd name="connsiteX17-38873" fmla="*/ 269550 w 3024845"/>
                <a:gd name="connsiteY17-38874" fmla="*/ 361017 h 834218"/>
                <a:gd name="connsiteX18-38875" fmla="*/ 271323 w 3024845"/>
                <a:gd name="connsiteY18-38876" fmla="*/ 361017 h 834218"/>
                <a:gd name="connsiteX19-38877" fmla="*/ 283737 w 3024845"/>
                <a:gd name="connsiteY19-38878" fmla="*/ 361017 h 834218"/>
                <a:gd name="connsiteX20-38879" fmla="*/ 283737 w 3024845"/>
                <a:gd name="connsiteY20-38880" fmla="*/ 393443 h 834218"/>
                <a:gd name="connsiteX21-38881" fmla="*/ 284750 w 3024845"/>
                <a:gd name="connsiteY21-38882" fmla="*/ 393984 h 834218"/>
                <a:gd name="connsiteX22-38883" fmla="*/ 291844 w 3024845"/>
                <a:gd name="connsiteY22-38884" fmla="*/ 397767 h 834218"/>
                <a:gd name="connsiteX23-38885" fmla="*/ 291844 w 3024845"/>
                <a:gd name="connsiteY23-38886" fmla="*/ 399118 h 834218"/>
                <a:gd name="connsiteX24-38887" fmla="*/ 291844 w 3024845"/>
                <a:gd name="connsiteY24-38888" fmla="*/ 408576 h 834218"/>
                <a:gd name="connsiteX25-38889" fmla="*/ 336431 w 3024845"/>
                <a:gd name="connsiteY25-38890" fmla="*/ 408576 h 834218"/>
                <a:gd name="connsiteX26-38891" fmla="*/ 336431 w 3024845"/>
                <a:gd name="connsiteY26-38892" fmla="*/ 409657 h 834218"/>
                <a:gd name="connsiteX27-38893" fmla="*/ 336431 w 3024845"/>
                <a:gd name="connsiteY27-38894" fmla="*/ 417223 h 834218"/>
                <a:gd name="connsiteX28-38895" fmla="*/ 338457 w 3024845"/>
                <a:gd name="connsiteY28-38896" fmla="*/ 417223 h 834218"/>
                <a:gd name="connsiteX29-38897" fmla="*/ 352644 w 3024845"/>
                <a:gd name="connsiteY29-38898" fmla="*/ 417223 h 834218"/>
                <a:gd name="connsiteX30-38899" fmla="*/ 352644 w 3024845"/>
                <a:gd name="connsiteY30-38900" fmla="*/ 386958 h 834218"/>
                <a:gd name="connsiteX31-38901" fmla="*/ 397231 w 3024845"/>
                <a:gd name="connsiteY31-38902" fmla="*/ 386958 h 834218"/>
                <a:gd name="connsiteX32-38903" fmla="*/ 397231 w 3024845"/>
                <a:gd name="connsiteY32-38904" fmla="*/ 385607 h 834218"/>
                <a:gd name="connsiteX33-38905" fmla="*/ 397231 w 3024845"/>
                <a:gd name="connsiteY33-38906" fmla="*/ 376149 h 834218"/>
                <a:gd name="connsiteX34-38907" fmla="*/ 398245 w 3024845"/>
                <a:gd name="connsiteY34-38908" fmla="*/ 376149 h 834218"/>
                <a:gd name="connsiteX35-38909" fmla="*/ 405338 w 3024845"/>
                <a:gd name="connsiteY35-38910" fmla="*/ 376149 h 834218"/>
                <a:gd name="connsiteX36-38911" fmla="*/ 405338 w 3024845"/>
                <a:gd name="connsiteY36-38912" fmla="*/ 374258 h 834218"/>
                <a:gd name="connsiteX37-38913" fmla="*/ 405338 w 3024845"/>
                <a:gd name="connsiteY37-38914" fmla="*/ 361017 h 834218"/>
                <a:gd name="connsiteX38-38915" fmla="*/ 406098 w 3024845"/>
                <a:gd name="connsiteY38-38916" fmla="*/ 361017 h 834218"/>
                <a:gd name="connsiteX39-38917" fmla="*/ 411418 w 3024845"/>
                <a:gd name="connsiteY39-38918" fmla="*/ 361017 h 834218"/>
                <a:gd name="connsiteX40-38919" fmla="*/ 411418 w 3024845"/>
                <a:gd name="connsiteY40-38920" fmla="*/ 359936 h 834218"/>
                <a:gd name="connsiteX41-38921" fmla="*/ 411418 w 3024845"/>
                <a:gd name="connsiteY41-38922" fmla="*/ 352369 h 834218"/>
                <a:gd name="connsiteX42-38923" fmla="*/ 413445 w 3024845"/>
                <a:gd name="connsiteY42-38924" fmla="*/ 352369 h 834218"/>
                <a:gd name="connsiteX43-38925" fmla="*/ 427632 w 3024845"/>
                <a:gd name="connsiteY43-38926" fmla="*/ 352369 h 834218"/>
                <a:gd name="connsiteX44-38927" fmla="*/ 427632 w 3024845"/>
                <a:gd name="connsiteY44-38928" fmla="*/ 353450 h 834218"/>
                <a:gd name="connsiteX45-38929" fmla="*/ 427632 w 3024845"/>
                <a:gd name="connsiteY45-38930" fmla="*/ 361017 h 834218"/>
                <a:gd name="connsiteX46-38931" fmla="*/ 449925 w 3024845"/>
                <a:gd name="connsiteY46-38932" fmla="*/ 361017 h 834218"/>
                <a:gd name="connsiteX47-38933" fmla="*/ 449925 w 3024845"/>
                <a:gd name="connsiteY47-38934" fmla="*/ 359125 h 834218"/>
                <a:gd name="connsiteX48-38935" fmla="*/ 449925 w 3024845"/>
                <a:gd name="connsiteY48-38936" fmla="*/ 345884 h 834218"/>
                <a:gd name="connsiteX49-38937" fmla="*/ 451699 w 3024845"/>
                <a:gd name="connsiteY49-38938" fmla="*/ 345884 h 834218"/>
                <a:gd name="connsiteX50-38939" fmla="*/ 464112 w 3024845"/>
                <a:gd name="connsiteY50-38940" fmla="*/ 345884 h 834218"/>
                <a:gd name="connsiteX51-38941" fmla="*/ 464112 w 3024845"/>
                <a:gd name="connsiteY51-38942" fmla="*/ 369664 h 834218"/>
                <a:gd name="connsiteX52-38943" fmla="*/ 465126 w 3024845"/>
                <a:gd name="connsiteY52-38944" fmla="*/ 369664 h 834218"/>
                <a:gd name="connsiteX53-38945" fmla="*/ 472219 w 3024845"/>
                <a:gd name="connsiteY53-38946" fmla="*/ 369664 h 834218"/>
                <a:gd name="connsiteX54-38947" fmla="*/ 472219 w 3024845"/>
                <a:gd name="connsiteY54-38948" fmla="*/ 368583 h 834218"/>
                <a:gd name="connsiteX55-38949" fmla="*/ 472219 w 3024845"/>
                <a:gd name="connsiteY55-38950" fmla="*/ 361017 h 834218"/>
                <a:gd name="connsiteX56-38951" fmla="*/ 473992 w 3024845"/>
                <a:gd name="connsiteY56-38952" fmla="*/ 361017 h 834218"/>
                <a:gd name="connsiteX57-38953" fmla="*/ 486406 w 3024845"/>
                <a:gd name="connsiteY57-38954" fmla="*/ 361017 h 834218"/>
                <a:gd name="connsiteX58-38955" fmla="*/ 486406 w 3024845"/>
                <a:gd name="connsiteY58-38956" fmla="*/ 386958 h 834218"/>
                <a:gd name="connsiteX59-38957" fmla="*/ 488433 w 3024845"/>
                <a:gd name="connsiteY59-38958" fmla="*/ 386958 h 834218"/>
                <a:gd name="connsiteX60-38959" fmla="*/ 502619 w 3024845"/>
                <a:gd name="connsiteY60-38960" fmla="*/ 386958 h 834218"/>
                <a:gd name="connsiteX61-38961" fmla="*/ 502619 w 3024845"/>
                <a:gd name="connsiteY61-38962" fmla="*/ 388579 h 834218"/>
                <a:gd name="connsiteX62-38963" fmla="*/ 502619 w 3024845"/>
                <a:gd name="connsiteY62-38964" fmla="*/ 399929 h 834218"/>
                <a:gd name="connsiteX63-38965" fmla="*/ 503379 w 3024845"/>
                <a:gd name="connsiteY63-38966" fmla="*/ 399929 h 834218"/>
                <a:gd name="connsiteX64-38967" fmla="*/ 508700 w 3024845"/>
                <a:gd name="connsiteY64-38968" fmla="*/ 399929 h 834218"/>
                <a:gd name="connsiteX65-38969" fmla="*/ 508700 w 3024845"/>
                <a:gd name="connsiteY65-38970" fmla="*/ 399118 h 834218"/>
                <a:gd name="connsiteX66-38971" fmla="*/ 508700 w 3024845"/>
                <a:gd name="connsiteY66-38972" fmla="*/ 393443 h 834218"/>
                <a:gd name="connsiteX67-38973" fmla="*/ 539100 w 3024845"/>
                <a:gd name="connsiteY67-38974" fmla="*/ 393443 h 834218"/>
                <a:gd name="connsiteX68-38975" fmla="*/ 539100 w 3024845"/>
                <a:gd name="connsiteY68-38976" fmla="*/ 417223 h 834218"/>
                <a:gd name="connsiteX69-38977" fmla="*/ 540113 w 3024845"/>
                <a:gd name="connsiteY69-38978" fmla="*/ 417223 h 834218"/>
                <a:gd name="connsiteX70-38979" fmla="*/ 547207 w 3024845"/>
                <a:gd name="connsiteY70-38980" fmla="*/ 417223 h 834218"/>
                <a:gd name="connsiteX71-38981" fmla="*/ 547207 w 3024845"/>
                <a:gd name="connsiteY71-38982" fmla="*/ 418304 h 834218"/>
                <a:gd name="connsiteX72-38983" fmla="*/ 547207 w 3024845"/>
                <a:gd name="connsiteY72-38984" fmla="*/ 425870 h 834218"/>
                <a:gd name="connsiteX73-38985" fmla="*/ 547967 w 3024845"/>
                <a:gd name="connsiteY73-38986" fmla="*/ 425870 h 834218"/>
                <a:gd name="connsiteX74-38987" fmla="*/ 553287 w 3024845"/>
                <a:gd name="connsiteY74-38988" fmla="*/ 425870 h 834218"/>
                <a:gd name="connsiteX75-38989" fmla="*/ 553287 w 3024845"/>
                <a:gd name="connsiteY75-38990" fmla="*/ 423708 h 834218"/>
                <a:gd name="connsiteX76-38991" fmla="*/ 553287 w 3024845"/>
                <a:gd name="connsiteY76-38992" fmla="*/ 408576 h 834218"/>
                <a:gd name="connsiteX77-38993" fmla="*/ 554300 w 3024845"/>
                <a:gd name="connsiteY77-38994" fmla="*/ 408576 h 834218"/>
                <a:gd name="connsiteX78-38995" fmla="*/ 561394 w 3024845"/>
                <a:gd name="connsiteY78-38996" fmla="*/ 408576 h 834218"/>
                <a:gd name="connsiteX79-38997" fmla="*/ 561394 w 3024845"/>
                <a:gd name="connsiteY79-38998" fmla="*/ 409657 h 834218"/>
                <a:gd name="connsiteX80-38999" fmla="*/ 561394 w 3024845"/>
                <a:gd name="connsiteY80-39000" fmla="*/ 417223 h 834218"/>
                <a:gd name="connsiteX81-39001" fmla="*/ 566714 w 3024845"/>
                <a:gd name="connsiteY81-39002" fmla="*/ 415230 h 834218"/>
                <a:gd name="connsiteX82-39003" fmla="*/ 567474 w 3024845"/>
                <a:gd name="connsiteY82-39004" fmla="*/ 414250 h 834218"/>
                <a:gd name="connsiteX83-39005" fmla="*/ 567474 w 3024845"/>
                <a:gd name="connsiteY83-39006" fmla="*/ 408576 h 834218"/>
                <a:gd name="connsiteX84-39007" fmla="*/ 605981 w 3024845"/>
                <a:gd name="connsiteY84-39008" fmla="*/ 408576 h 834218"/>
                <a:gd name="connsiteX85-39009" fmla="*/ 605981 w 3024845"/>
                <a:gd name="connsiteY85-39010" fmla="*/ 432355 h 834218"/>
                <a:gd name="connsiteX86-39011" fmla="*/ 608007 w 3024845"/>
                <a:gd name="connsiteY86-39012" fmla="*/ 432355 h 834218"/>
                <a:gd name="connsiteX87-39013" fmla="*/ 622194 w 3024845"/>
                <a:gd name="connsiteY87-39014" fmla="*/ 432355 h 834218"/>
                <a:gd name="connsiteX88-39015" fmla="*/ 622194 w 3024845"/>
                <a:gd name="connsiteY88-39016" fmla="*/ 433436 h 834218"/>
                <a:gd name="connsiteX89-39017" fmla="*/ 622194 w 3024845"/>
                <a:gd name="connsiteY89-39018" fmla="*/ 441002 h 834218"/>
                <a:gd name="connsiteX90-39019" fmla="*/ 623968 w 3024845"/>
                <a:gd name="connsiteY90-39020" fmla="*/ 441002 h 834218"/>
                <a:gd name="connsiteX91-39021" fmla="*/ 636381 w 3024845"/>
                <a:gd name="connsiteY91-39022" fmla="*/ 441002 h 834218"/>
                <a:gd name="connsiteX92-39023" fmla="*/ 636381 w 3024845"/>
                <a:gd name="connsiteY92-39024" fmla="*/ 417223 h 834218"/>
                <a:gd name="connsiteX93-39025" fmla="*/ 637394 w 3024845"/>
                <a:gd name="connsiteY93-39026" fmla="*/ 417223 h 834218"/>
                <a:gd name="connsiteX94-39027" fmla="*/ 644488 w 3024845"/>
                <a:gd name="connsiteY94-39028" fmla="*/ 417223 h 834218"/>
                <a:gd name="connsiteX95-39029" fmla="*/ 644488 w 3024845"/>
                <a:gd name="connsiteY95-39030" fmla="*/ 384796 h 834218"/>
                <a:gd name="connsiteX96-39031" fmla="*/ 645501 w 3024845"/>
                <a:gd name="connsiteY96-39032" fmla="*/ 384796 h 834218"/>
                <a:gd name="connsiteX97-39033" fmla="*/ 652595 w 3024845"/>
                <a:gd name="connsiteY97-39034" fmla="*/ 384796 h 834218"/>
                <a:gd name="connsiteX98-39035" fmla="*/ 652595 w 3024845"/>
                <a:gd name="connsiteY98-39036" fmla="*/ 382905 h 834218"/>
                <a:gd name="connsiteX99-39037" fmla="*/ 652595 w 3024845"/>
                <a:gd name="connsiteY99-39038" fmla="*/ 369664 h 834218"/>
                <a:gd name="connsiteX100-39039" fmla="*/ 651328 w 3024845"/>
                <a:gd name="connsiteY100-39040" fmla="*/ 368042 h 834218"/>
                <a:gd name="connsiteX101-39041" fmla="*/ 656648 w 3024845"/>
                <a:gd name="connsiteY101-39042" fmla="*/ 356693 h 834218"/>
                <a:gd name="connsiteX102-39043" fmla="*/ 664755 w 3024845"/>
                <a:gd name="connsiteY102-39044" fmla="*/ 384796 h 834218"/>
                <a:gd name="connsiteX103-39045" fmla="*/ 665515 w 3024845"/>
                <a:gd name="connsiteY103-39046" fmla="*/ 384796 h 834218"/>
                <a:gd name="connsiteX104-39047" fmla="*/ 670835 w 3024845"/>
                <a:gd name="connsiteY104-39048" fmla="*/ 384796 h 834218"/>
                <a:gd name="connsiteX105-39049" fmla="*/ 670835 w 3024845"/>
                <a:gd name="connsiteY105-39050" fmla="*/ 278869 h 834218"/>
                <a:gd name="connsiteX106-39051" fmla="*/ 672355 w 3024845"/>
                <a:gd name="connsiteY106-39052" fmla="*/ 278869 h 834218"/>
                <a:gd name="connsiteX107-39053" fmla="*/ 682995 w 3024845"/>
                <a:gd name="connsiteY107-39054" fmla="*/ 278869 h 834218"/>
                <a:gd name="connsiteX108-39055" fmla="*/ 682995 w 3024845"/>
                <a:gd name="connsiteY108-39056" fmla="*/ 231310 h 834218"/>
                <a:gd name="connsiteX109-39057" fmla="*/ 709342 w 3024845"/>
                <a:gd name="connsiteY109-39058" fmla="*/ 231310 h 834218"/>
                <a:gd name="connsiteX110-39059" fmla="*/ 709342 w 3024845"/>
                <a:gd name="connsiteY110-39060" fmla="*/ 209692 h 834218"/>
                <a:gd name="connsiteX111-39061" fmla="*/ 743796 w 3024845"/>
                <a:gd name="connsiteY111-39062" fmla="*/ 209692 h 834218"/>
                <a:gd name="connsiteX112-39063" fmla="*/ 743796 w 3024845"/>
                <a:gd name="connsiteY112-39064" fmla="*/ 212124 h 834218"/>
                <a:gd name="connsiteX113-39065" fmla="*/ 743796 w 3024845"/>
                <a:gd name="connsiteY113-39066" fmla="*/ 229148 h 834218"/>
                <a:gd name="connsiteX114-39067" fmla="*/ 746076 w 3024845"/>
                <a:gd name="connsiteY114-39068" fmla="*/ 229148 h 834218"/>
                <a:gd name="connsiteX115-39069" fmla="*/ 762036 w 3024845"/>
                <a:gd name="connsiteY115-39070" fmla="*/ 229148 h 834218"/>
                <a:gd name="connsiteX116-39071" fmla="*/ 762036 w 3024845"/>
                <a:gd name="connsiteY116-39072" fmla="*/ 276707 h 834218"/>
                <a:gd name="connsiteX117-39073" fmla="*/ 763049 w 3024845"/>
                <a:gd name="connsiteY117-39074" fmla="*/ 276707 h 834218"/>
                <a:gd name="connsiteX118-39075" fmla="*/ 770143 w 3024845"/>
                <a:gd name="connsiteY118-39076" fmla="*/ 276707 h 834218"/>
                <a:gd name="connsiteX119-39077" fmla="*/ 784330 w 3024845"/>
                <a:gd name="connsiteY119-39078" fmla="*/ 281031 h 834218"/>
                <a:gd name="connsiteX120-39079" fmla="*/ 784330 w 3024845"/>
                <a:gd name="connsiteY120-39080" fmla="*/ 319943 h 834218"/>
                <a:gd name="connsiteX121-39081" fmla="*/ 785343 w 3024845"/>
                <a:gd name="connsiteY121-39082" fmla="*/ 319943 h 834218"/>
                <a:gd name="connsiteX122-39083" fmla="*/ 792436 w 3024845"/>
                <a:gd name="connsiteY122-39084" fmla="*/ 319943 h 834218"/>
                <a:gd name="connsiteX123-39085" fmla="*/ 792436 w 3024845"/>
                <a:gd name="connsiteY123-39086" fmla="*/ 321564 h 834218"/>
                <a:gd name="connsiteX124-39087" fmla="*/ 792436 w 3024845"/>
                <a:gd name="connsiteY124-39088" fmla="*/ 332913 h 834218"/>
                <a:gd name="connsiteX125-39089" fmla="*/ 794463 w 3024845"/>
                <a:gd name="connsiteY125-39090" fmla="*/ 332913 h 834218"/>
                <a:gd name="connsiteX126-39091" fmla="*/ 808650 w 3024845"/>
                <a:gd name="connsiteY126-39092" fmla="*/ 332913 h 834218"/>
                <a:gd name="connsiteX127-39093" fmla="*/ 814730 w 3024845"/>
                <a:gd name="connsiteY127-39094" fmla="*/ 339399 h 834218"/>
                <a:gd name="connsiteX128-39095" fmla="*/ 814730 w 3024845"/>
                <a:gd name="connsiteY128-39096" fmla="*/ 361017 h 834218"/>
                <a:gd name="connsiteX129-39097" fmla="*/ 817010 w 3024845"/>
                <a:gd name="connsiteY129-39098" fmla="*/ 361017 h 834218"/>
                <a:gd name="connsiteX130-39099" fmla="*/ 832970 w 3024845"/>
                <a:gd name="connsiteY130-39100" fmla="*/ 361017 h 834218"/>
                <a:gd name="connsiteX131-39101" fmla="*/ 832970 w 3024845"/>
                <a:gd name="connsiteY131-39102" fmla="*/ 362097 h 834218"/>
                <a:gd name="connsiteX132-39103" fmla="*/ 832970 w 3024845"/>
                <a:gd name="connsiteY132-39104" fmla="*/ 369664 h 834218"/>
                <a:gd name="connsiteX133-39105" fmla="*/ 834237 w 3024845"/>
                <a:gd name="connsiteY133-39106" fmla="*/ 369664 h 834218"/>
                <a:gd name="connsiteX134-39107" fmla="*/ 843104 w 3024845"/>
                <a:gd name="connsiteY134-39108" fmla="*/ 369664 h 834218"/>
                <a:gd name="connsiteX135-39109" fmla="*/ 843104 w 3024845"/>
                <a:gd name="connsiteY135-39110" fmla="*/ 371825 h 834218"/>
                <a:gd name="connsiteX136-39111" fmla="*/ 843104 w 3024845"/>
                <a:gd name="connsiteY136-39112" fmla="*/ 386958 h 834218"/>
                <a:gd name="connsiteX137-39113" fmla="*/ 847157 w 3024845"/>
                <a:gd name="connsiteY137-39114" fmla="*/ 385066 h 834218"/>
                <a:gd name="connsiteX138-39115" fmla="*/ 847157 w 3024845"/>
                <a:gd name="connsiteY138-39116" fmla="*/ 371825 h 834218"/>
                <a:gd name="connsiteX139-39117" fmla="*/ 848170 w 3024845"/>
                <a:gd name="connsiteY139-39118" fmla="*/ 371825 h 834218"/>
                <a:gd name="connsiteX140-39119" fmla="*/ 855264 w 3024845"/>
                <a:gd name="connsiteY140-39120" fmla="*/ 371825 h 834218"/>
                <a:gd name="connsiteX141-39121" fmla="*/ 855264 w 3024845"/>
                <a:gd name="connsiteY141-39122" fmla="*/ 373447 h 834218"/>
                <a:gd name="connsiteX142-39123" fmla="*/ 855264 w 3024845"/>
                <a:gd name="connsiteY142-39124" fmla="*/ 384796 h 834218"/>
                <a:gd name="connsiteX143-39125" fmla="*/ 856024 w 3024845"/>
                <a:gd name="connsiteY143-39126" fmla="*/ 384796 h 834218"/>
                <a:gd name="connsiteX144-39127" fmla="*/ 861344 w 3024845"/>
                <a:gd name="connsiteY144-39128" fmla="*/ 384796 h 834218"/>
                <a:gd name="connsiteX145-39129" fmla="*/ 909984 w 3024845"/>
                <a:gd name="connsiteY145-39130" fmla="*/ 380473 h 834218"/>
                <a:gd name="connsiteX146-39131" fmla="*/ 909984 w 3024845"/>
                <a:gd name="connsiteY146-39132" fmla="*/ 381824 h 834218"/>
                <a:gd name="connsiteX147-39133" fmla="*/ 909984 w 3024845"/>
                <a:gd name="connsiteY147-39134" fmla="*/ 391281 h 834218"/>
                <a:gd name="connsiteX148-39135" fmla="*/ 910744 w 3024845"/>
                <a:gd name="connsiteY148-39136" fmla="*/ 391281 h 834218"/>
                <a:gd name="connsiteX149-39137" fmla="*/ 916065 w 3024845"/>
                <a:gd name="connsiteY149-39138" fmla="*/ 391281 h 834218"/>
                <a:gd name="connsiteX150-39139" fmla="*/ 916065 w 3024845"/>
                <a:gd name="connsiteY150-39140" fmla="*/ 393443 h 834218"/>
                <a:gd name="connsiteX151-39141" fmla="*/ 916065 w 3024845"/>
                <a:gd name="connsiteY151-39142" fmla="*/ 408576 h 834218"/>
                <a:gd name="connsiteX152-39143" fmla="*/ 918091 w 3024845"/>
                <a:gd name="connsiteY152-39144" fmla="*/ 407225 h 834218"/>
                <a:gd name="connsiteX153-39145" fmla="*/ 932278 w 3024845"/>
                <a:gd name="connsiteY153-39146" fmla="*/ 397767 h 834218"/>
                <a:gd name="connsiteX154-39147" fmla="*/ 938358 w 3024845"/>
                <a:gd name="connsiteY154-39148" fmla="*/ 356693 h 834218"/>
                <a:gd name="connsiteX155-39149" fmla="*/ 939118 w 3024845"/>
                <a:gd name="connsiteY155-39150" fmla="*/ 356423 h 834218"/>
                <a:gd name="connsiteX156-39151" fmla="*/ 944438 w 3024845"/>
                <a:gd name="connsiteY156-39152" fmla="*/ 354531 h 834218"/>
                <a:gd name="connsiteX157-39153" fmla="*/ 946465 w 3024845"/>
                <a:gd name="connsiteY157-39154" fmla="*/ 285354 h 834218"/>
                <a:gd name="connsiteX158-39155" fmla="*/ 948492 w 3024845"/>
                <a:gd name="connsiteY158-39156" fmla="*/ 354531 h 834218"/>
                <a:gd name="connsiteX159-39157" fmla="*/ 949252 w 3024845"/>
                <a:gd name="connsiteY159-39158" fmla="*/ 354801 h 834218"/>
                <a:gd name="connsiteX160-39159" fmla="*/ 954572 w 3024845"/>
                <a:gd name="connsiteY160-39160" fmla="*/ 356693 h 834218"/>
                <a:gd name="connsiteX161-39161" fmla="*/ 954572 w 3024845"/>
                <a:gd name="connsiteY161-39162" fmla="*/ 270222 h 834218"/>
                <a:gd name="connsiteX162-39163" fmla="*/ 958625 w 3024845"/>
                <a:gd name="connsiteY162-39164" fmla="*/ 237795 h 834218"/>
                <a:gd name="connsiteX163-39165" fmla="*/ 997132 w 3024845"/>
                <a:gd name="connsiteY163-39166" fmla="*/ 237795 h 834218"/>
                <a:gd name="connsiteX164-39167" fmla="*/ 997132 w 3024845"/>
                <a:gd name="connsiteY164-39168" fmla="*/ 270222 h 834218"/>
                <a:gd name="connsiteX165-39169" fmla="*/ 997892 w 3024845"/>
                <a:gd name="connsiteY165-39170" fmla="*/ 270222 h 834218"/>
                <a:gd name="connsiteX166-39171" fmla="*/ 1003212 w 3024845"/>
                <a:gd name="connsiteY166-39172" fmla="*/ 270222 h 834218"/>
                <a:gd name="connsiteX167-39173" fmla="*/ 1003212 w 3024845"/>
                <a:gd name="connsiteY167-39174" fmla="*/ 188074 h 834218"/>
                <a:gd name="connsiteX168-39175" fmla="*/ 1004986 w 3024845"/>
                <a:gd name="connsiteY168-39176" fmla="*/ 188074 h 834218"/>
                <a:gd name="connsiteX169-39177" fmla="*/ 1017399 w 3024845"/>
                <a:gd name="connsiteY169-39178" fmla="*/ 188074 h 834218"/>
                <a:gd name="connsiteX170-39179" fmla="*/ 1017399 w 3024845"/>
                <a:gd name="connsiteY170-39180" fmla="*/ 186183 h 834218"/>
                <a:gd name="connsiteX171-39181" fmla="*/ 1017399 w 3024845"/>
                <a:gd name="connsiteY171-39182" fmla="*/ 172942 h 834218"/>
                <a:gd name="connsiteX172-39183" fmla="*/ 1039693 w 3024845"/>
                <a:gd name="connsiteY172-39184" fmla="*/ 172942 h 834218"/>
                <a:gd name="connsiteX173-39185" fmla="*/ 1039693 w 3024845"/>
                <a:gd name="connsiteY173-39186" fmla="*/ 171861 h 834218"/>
                <a:gd name="connsiteX174-39187" fmla="*/ 1039693 w 3024845"/>
                <a:gd name="connsiteY174-39188" fmla="*/ 164295 h 834218"/>
                <a:gd name="connsiteX175-39189" fmla="*/ 1041466 w 3024845"/>
                <a:gd name="connsiteY175-39190" fmla="*/ 164295 h 834218"/>
                <a:gd name="connsiteX176-39191" fmla="*/ 1053880 w 3024845"/>
                <a:gd name="connsiteY176-39192" fmla="*/ 164295 h 834218"/>
                <a:gd name="connsiteX177-39193" fmla="*/ 1053880 w 3024845"/>
                <a:gd name="connsiteY177-39194" fmla="*/ 165376 h 834218"/>
                <a:gd name="connsiteX178-39195" fmla="*/ 1053880 w 3024845"/>
                <a:gd name="connsiteY178-39196" fmla="*/ 172942 h 834218"/>
                <a:gd name="connsiteX179-39197" fmla="*/ 1054640 w 3024845"/>
                <a:gd name="connsiteY179-39198" fmla="*/ 172942 h 834218"/>
                <a:gd name="connsiteX180-39199" fmla="*/ 1059960 w 3024845"/>
                <a:gd name="connsiteY180-39200" fmla="*/ 172942 h 834218"/>
                <a:gd name="connsiteX181-39201" fmla="*/ 1070093 w 3024845"/>
                <a:gd name="connsiteY181-39202" fmla="*/ 168618 h 834218"/>
                <a:gd name="connsiteX182-39203" fmla="*/ 1074146 w 3024845"/>
                <a:gd name="connsiteY182-39204" fmla="*/ 171861 h 834218"/>
                <a:gd name="connsiteX183-39205" fmla="*/ 1074146 w 3024845"/>
                <a:gd name="connsiteY183-39206" fmla="*/ 164295 h 834218"/>
                <a:gd name="connsiteX184-39207" fmla="*/ 1076426 w 3024845"/>
                <a:gd name="connsiteY184-39208" fmla="*/ 164295 h 834218"/>
                <a:gd name="connsiteX185-39209" fmla="*/ 1092387 w 3024845"/>
                <a:gd name="connsiteY185-39210" fmla="*/ 164295 h 834218"/>
                <a:gd name="connsiteX186-39211" fmla="*/ 1092387 w 3024845"/>
                <a:gd name="connsiteY186-39212" fmla="*/ 165376 h 834218"/>
                <a:gd name="connsiteX187-39213" fmla="*/ 1092387 w 3024845"/>
                <a:gd name="connsiteY187-39214" fmla="*/ 172942 h 834218"/>
                <a:gd name="connsiteX188-39215" fmla="*/ 1122787 w 3024845"/>
                <a:gd name="connsiteY188-39216" fmla="*/ 172942 h 834218"/>
                <a:gd name="connsiteX189-39217" fmla="*/ 1122787 w 3024845"/>
                <a:gd name="connsiteY189-39218" fmla="*/ 174563 h 834218"/>
                <a:gd name="connsiteX190-39219" fmla="*/ 1122787 w 3024845"/>
                <a:gd name="connsiteY190-39220" fmla="*/ 185913 h 834218"/>
                <a:gd name="connsiteX191-39221" fmla="*/ 1149134 w 3024845"/>
                <a:gd name="connsiteY191-39222" fmla="*/ 185913 h 834218"/>
                <a:gd name="connsiteX192-39223" fmla="*/ 1149134 w 3024845"/>
                <a:gd name="connsiteY192-39224" fmla="*/ 216177 h 834218"/>
                <a:gd name="connsiteX193-39225" fmla="*/ 1149894 w 3024845"/>
                <a:gd name="connsiteY193-39226" fmla="*/ 216177 h 834218"/>
                <a:gd name="connsiteX194-39227" fmla="*/ 1155214 w 3024845"/>
                <a:gd name="connsiteY194-39228" fmla="*/ 216177 h 834218"/>
                <a:gd name="connsiteX195-39229" fmla="*/ 1155214 w 3024845"/>
                <a:gd name="connsiteY195-39230" fmla="*/ 217258 h 834218"/>
                <a:gd name="connsiteX196-39231" fmla="*/ 1155214 w 3024845"/>
                <a:gd name="connsiteY196-39232" fmla="*/ 224825 h 834218"/>
                <a:gd name="connsiteX197-39233" fmla="*/ 1159268 w 3024845"/>
                <a:gd name="connsiteY197-39234" fmla="*/ 255089 h 834218"/>
                <a:gd name="connsiteX198-39235" fmla="*/ 1160028 w 3024845"/>
                <a:gd name="connsiteY198-39236" fmla="*/ 255089 h 834218"/>
                <a:gd name="connsiteX199-39237" fmla="*/ 1165348 w 3024845"/>
                <a:gd name="connsiteY199-39238" fmla="*/ 255089 h 834218"/>
                <a:gd name="connsiteX200-39239" fmla="*/ 1165348 w 3024845"/>
                <a:gd name="connsiteY200-39240" fmla="*/ 255900 h 834218"/>
                <a:gd name="connsiteX201-39241" fmla="*/ 1165348 w 3024845"/>
                <a:gd name="connsiteY201-39242" fmla="*/ 261575 h 834218"/>
                <a:gd name="connsiteX202-39243" fmla="*/ 1166361 w 3024845"/>
                <a:gd name="connsiteY202-39244" fmla="*/ 261575 h 834218"/>
                <a:gd name="connsiteX203-39245" fmla="*/ 1173454 w 3024845"/>
                <a:gd name="connsiteY203-39246" fmla="*/ 261575 h 834218"/>
                <a:gd name="connsiteX204-39247" fmla="*/ 1173454 w 3024845"/>
                <a:gd name="connsiteY204-39248" fmla="*/ 291840 h 834218"/>
                <a:gd name="connsiteX205-39249" fmla="*/ 1175481 w 3024845"/>
                <a:gd name="connsiteY205-39250" fmla="*/ 291840 h 834218"/>
                <a:gd name="connsiteX206-39251" fmla="*/ 1189668 w 3024845"/>
                <a:gd name="connsiteY206-39252" fmla="*/ 291840 h 834218"/>
                <a:gd name="connsiteX207-39253" fmla="*/ 1189668 w 3024845"/>
                <a:gd name="connsiteY207-39254" fmla="*/ 315619 h 834218"/>
                <a:gd name="connsiteX208-39255" fmla="*/ 1191695 w 3024845"/>
                <a:gd name="connsiteY208-39256" fmla="*/ 317240 h 834218"/>
                <a:gd name="connsiteX209-39257" fmla="*/ 1191695 w 3024845"/>
                <a:gd name="connsiteY209-39258" fmla="*/ 328590 h 834218"/>
                <a:gd name="connsiteX210-39259" fmla="*/ 1192455 w 3024845"/>
                <a:gd name="connsiteY210-39260" fmla="*/ 328590 h 834218"/>
                <a:gd name="connsiteX211-39261" fmla="*/ 1197775 w 3024845"/>
                <a:gd name="connsiteY211-39262" fmla="*/ 328590 h 834218"/>
                <a:gd name="connsiteX212-39263" fmla="*/ 1197775 w 3024845"/>
                <a:gd name="connsiteY212-39264" fmla="*/ 352369 h 834218"/>
                <a:gd name="connsiteX213-39265" fmla="*/ 1199041 w 3024845"/>
                <a:gd name="connsiteY213-39266" fmla="*/ 352369 h 834218"/>
                <a:gd name="connsiteX214-39267" fmla="*/ 1207908 w 3024845"/>
                <a:gd name="connsiteY214-39268" fmla="*/ 352369 h 834218"/>
                <a:gd name="connsiteX215-39269" fmla="*/ 1209935 w 3024845"/>
                <a:gd name="connsiteY215-39270" fmla="*/ 356423 h 834218"/>
                <a:gd name="connsiteX216-39271" fmla="*/ 1209935 w 3024845"/>
                <a:gd name="connsiteY216-39272" fmla="*/ 369664 h 834218"/>
                <a:gd name="connsiteX217-39273" fmla="*/ 1211455 w 3024845"/>
                <a:gd name="connsiteY217-39274" fmla="*/ 367772 h 834218"/>
                <a:gd name="connsiteX218-39275" fmla="*/ 1222095 w 3024845"/>
                <a:gd name="connsiteY218-39276" fmla="*/ 354531 h 834218"/>
                <a:gd name="connsiteX219-39277" fmla="*/ 1250469 w 3024845"/>
                <a:gd name="connsiteY219-39278" fmla="*/ 354531 h 834218"/>
                <a:gd name="connsiteX220-39279" fmla="*/ 1250469 w 3024845"/>
                <a:gd name="connsiteY220-39280" fmla="*/ 441002 h 834218"/>
                <a:gd name="connsiteX221-39281" fmla="*/ 1251229 w 3024845"/>
                <a:gd name="connsiteY221-39282" fmla="*/ 441002 h 834218"/>
                <a:gd name="connsiteX222-39283" fmla="*/ 1256549 w 3024845"/>
                <a:gd name="connsiteY222-39284" fmla="*/ 441002 h 834218"/>
                <a:gd name="connsiteX223-39285" fmla="*/ 1257309 w 3024845"/>
                <a:gd name="connsiteY223-39286" fmla="*/ 439651 h 834218"/>
                <a:gd name="connsiteX224-39287" fmla="*/ 1262629 w 3024845"/>
                <a:gd name="connsiteY224-39288" fmla="*/ 430193 h 834218"/>
                <a:gd name="connsiteX225-39289" fmla="*/ 1262629 w 3024845"/>
                <a:gd name="connsiteY225-39290" fmla="*/ 432085 h 834218"/>
                <a:gd name="connsiteX226-39291" fmla="*/ 1262629 w 3024845"/>
                <a:gd name="connsiteY226-39292" fmla="*/ 445326 h 834218"/>
                <a:gd name="connsiteX227-39293" fmla="*/ 1266682 w 3024845"/>
                <a:gd name="connsiteY227-39294" fmla="*/ 399929 h 834218"/>
                <a:gd name="connsiteX228-39295" fmla="*/ 1267442 w 3024845"/>
                <a:gd name="connsiteY228-39296" fmla="*/ 399929 h 834218"/>
                <a:gd name="connsiteX229-39297" fmla="*/ 1272762 w 3024845"/>
                <a:gd name="connsiteY229-39298" fmla="*/ 399929 h 834218"/>
                <a:gd name="connsiteX230-39299" fmla="*/ 1272762 w 3024845"/>
                <a:gd name="connsiteY230-39300" fmla="*/ 335075 h 834218"/>
                <a:gd name="connsiteX231-39301" fmla="*/ 1273776 w 3024845"/>
                <a:gd name="connsiteY231-39302" fmla="*/ 335075 h 834218"/>
                <a:gd name="connsiteX232-39303" fmla="*/ 1280869 w 3024845"/>
                <a:gd name="connsiteY232-39304" fmla="*/ 335075 h 834218"/>
                <a:gd name="connsiteX233-39305" fmla="*/ 1293029 w 3024845"/>
                <a:gd name="connsiteY233-39306" fmla="*/ 291840 h 834218"/>
                <a:gd name="connsiteX234-39307" fmla="*/ 1294296 w 3024845"/>
                <a:gd name="connsiteY234-39308" fmla="*/ 291840 h 834218"/>
                <a:gd name="connsiteX235-39309" fmla="*/ 1303163 w 3024845"/>
                <a:gd name="connsiteY235-39310" fmla="*/ 291840 h 834218"/>
                <a:gd name="connsiteX236-39311" fmla="*/ 1313296 w 3024845"/>
                <a:gd name="connsiteY236-39312" fmla="*/ 335075 h 834218"/>
                <a:gd name="connsiteX237-39313" fmla="*/ 1314309 w 3024845"/>
                <a:gd name="connsiteY237-39314" fmla="*/ 335075 h 834218"/>
                <a:gd name="connsiteX238-39315" fmla="*/ 1321403 w 3024845"/>
                <a:gd name="connsiteY238-39316" fmla="*/ 335075 h 834218"/>
                <a:gd name="connsiteX239-39317" fmla="*/ 1321403 w 3024845"/>
                <a:gd name="connsiteY239-39318" fmla="*/ 373987 h 834218"/>
                <a:gd name="connsiteX240-39319" fmla="*/ 1323176 w 3024845"/>
                <a:gd name="connsiteY240-39320" fmla="*/ 373987 h 834218"/>
                <a:gd name="connsiteX241-39321" fmla="*/ 1335590 w 3024845"/>
                <a:gd name="connsiteY241-39322" fmla="*/ 373987 h 834218"/>
                <a:gd name="connsiteX242-39323" fmla="*/ 1335590 w 3024845"/>
                <a:gd name="connsiteY242-39324" fmla="*/ 376149 h 834218"/>
                <a:gd name="connsiteX243-39325" fmla="*/ 1335590 w 3024845"/>
                <a:gd name="connsiteY243-39326" fmla="*/ 391281 h 834218"/>
                <a:gd name="connsiteX244-39327" fmla="*/ 1339643 w 3024845"/>
                <a:gd name="connsiteY244-39328" fmla="*/ 389120 h 834218"/>
                <a:gd name="connsiteX245-39329" fmla="*/ 1339643 w 3024845"/>
                <a:gd name="connsiteY245-39330" fmla="*/ 373987 h 834218"/>
                <a:gd name="connsiteX246-39331" fmla="*/ 1341163 w 3024845"/>
                <a:gd name="connsiteY246-39332" fmla="*/ 373987 h 834218"/>
                <a:gd name="connsiteX247-39333" fmla="*/ 1351803 w 3024845"/>
                <a:gd name="connsiteY247-39334" fmla="*/ 373987 h 834218"/>
                <a:gd name="connsiteX248-39335" fmla="*/ 1351803 w 3024845"/>
                <a:gd name="connsiteY248-39336" fmla="*/ 375608 h 834218"/>
                <a:gd name="connsiteX249-39337" fmla="*/ 1351803 w 3024845"/>
                <a:gd name="connsiteY249-39338" fmla="*/ 386958 h 834218"/>
                <a:gd name="connsiteX250-39339" fmla="*/ 1382204 w 3024845"/>
                <a:gd name="connsiteY250-39340" fmla="*/ 386958 h 834218"/>
                <a:gd name="connsiteX251-39341" fmla="*/ 1382204 w 3024845"/>
                <a:gd name="connsiteY251-39342" fmla="*/ 350208 h 834218"/>
                <a:gd name="connsiteX252-39343" fmla="*/ 1383470 w 3024845"/>
                <a:gd name="connsiteY252-39344" fmla="*/ 350208 h 834218"/>
                <a:gd name="connsiteX253-39345" fmla="*/ 1392337 w 3024845"/>
                <a:gd name="connsiteY253-39346" fmla="*/ 350208 h 834218"/>
                <a:gd name="connsiteX254-39347" fmla="*/ 1392337 w 3024845"/>
                <a:gd name="connsiteY254-39348" fmla="*/ 371825 h 834218"/>
                <a:gd name="connsiteX255-39349" fmla="*/ 1394364 w 3024845"/>
                <a:gd name="connsiteY255-39350" fmla="*/ 339399 h 834218"/>
                <a:gd name="connsiteX256-39351" fmla="*/ 1416657 w 3024845"/>
                <a:gd name="connsiteY256-39352" fmla="*/ 339399 h 834218"/>
                <a:gd name="connsiteX257-39353" fmla="*/ 1416657 w 3024845"/>
                <a:gd name="connsiteY257-39354" fmla="*/ 337777 h 834218"/>
                <a:gd name="connsiteX258-39355" fmla="*/ 1416657 w 3024845"/>
                <a:gd name="connsiteY258-39356" fmla="*/ 326428 h 834218"/>
                <a:gd name="connsiteX259-39357" fmla="*/ 1417417 w 3024845"/>
                <a:gd name="connsiteY259-39358" fmla="*/ 326428 h 834218"/>
                <a:gd name="connsiteX260-39359" fmla="*/ 1422737 w 3024845"/>
                <a:gd name="connsiteY260-39360" fmla="*/ 326428 h 834218"/>
                <a:gd name="connsiteX261-39361" fmla="*/ 1422737 w 3024845"/>
                <a:gd name="connsiteY261-39362" fmla="*/ 324537 h 834218"/>
                <a:gd name="connsiteX262-39363" fmla="*/ 1422737 w 3024845"/>
                <a:gd name="connsiteY262-39364" fmla="*/ 311296 h 834218"/>
                <a:gd name="connsiteX263-39365" fmla="*/ 1426791 w 3024845"/>
                <a:gd name="connsiteY263-39366" fmla="*/ 317781 h 834218"/>
                <a:gd name="connsiteX264-39367" fmla="*/ 1429071 w 3024845"/>
                <a:gd name="connsiteY264-39368" fmla="*/ 317781 h 834218"/>
                <a:gd name="connsiteX265-39369" fmla="*/ 1445031 w 3024845"/>
                <a:gd name="connsiteY265-39370" fmla="*/ 317781 h 834218"/>
                <a:gd name="connsiteX266-39371" fmla="*/ 1445031 w 3024845"/>
                <a:gd name="connsiteY266-39372" fmla="*/ 316970 h 834218"/>
                <a:gd name="connsiteX267-39373" fmla="*/ 1445031 w 3024845"/>
                <a:gd name="connsiteY267-39374" fmla="*/ 311296 h 834218"/>
                <a:gd name="connsiteX268-39375" fmla="*/ 1445791 w 3024845"/>
                <a:gd name="connsiteY268-39376" fmla="*/ 311296 h 834218"/>
                <a:gd name="connsiteX269-39377" fmla="*/ 1451111 w 3024845"/>
                <a:gd name="connsiteY269-39378" fmla="*/ 311296 h 834218"/>
                <a:gd name="connsiteX270-39379" fmla="*/ 1451111 w 3024845"/>
                <a:gd name="connsiteY270-39380" fmla="*/ 312647 h 834218"/>
                <a:gd name="connsiteX271-39381" fmla="*/ 1451111 w 3024845"/>
                <a:gd name="connsiteY271-39382" fmla="*/ 322105 h 834218"/>
                <a:gd name="connsiteX272-39383" fmla="*/ 1489618 w 3024845"/>
                <a:gd name="connsiteY272-39384" fmla="*/ 322105 h 834218"/>
                <a:gd name="connsiteX273-39385" fmla="*/ 1489618 w 3024845"/>
                <a:gd name="connsiteY273-39386" fmla="*/ 460458 h 834218"/>
                <a:gd name="connsiteX274-39387" fmla="*/ 1491138 w 3024845"/>
                <a:gd name="connsiteY274-39388" fmla="*/ 460458 h 834218"/>
                <a:gd name="connsiteX275-39389" fmla="*/ 1501778 w 3024845"/>
                <a:gd name="connsiteY275-39390" fmla="*/ 460458 h 834218"/>
                <a:gd name="connsiteX276-39391" fmla="*/ 1501778 w 3024845"/>
                <a:gd name="connsiteY276-39392" fmla="*/ 447488 h 834218"/>
                <a:gd name="connsiteX277-39393" fmla="*/ 1505832 w 3024845"/>
                <a:gd name="connsiteY277-39394" fmla="*/ 447488 h 834218"/>
                <a:gd name="connsiteX278-39395" fmla="*/ 1505832 w 3024845"/>
                <a:gd name="connsiteY278-39396" fmla="*/ 460458 h 834218"/>
                <a:gd name="connsiteX279-39397" fmla="*/ 1536232 w 3024845"/>
                <a:gd name="connsiteY279-39398" fmla="*/ 460458 h 834218"/>
                <a:gd name="connsiteX280-39399" fmla="*/ 1536232 w 3024845"/>
                <a:gd name="connsiteY280-39400" fmla="*/ 430193 h 834218"/>
                <a:gd name="connsiteX281-39401" fmla="*/ 1548392 w 3024845"/>
                <a:gd name="connsiteY281-39402" fmla="*/ 430193 h 834218"/>
                <a:gd name="connsiteX282-39403" fmla="*/ 1560552 w 3024845"/>
                <a:gd name="connsiteY282-39404" fmla="*/ 428032 h 834218"/>
                <a:gd name="connsiteX283-39405" fmla="*/ 1564606 w 3024845"/>
                <a:gd name="connsiteY283-39406" fmla="*/ 430193 h 834218"/>
                <a:gd name="connsiteX284-39407" fmla="*/ 1574739 w 3024845"/>
                <a:gd name="connsiteY284-39408" fmla="*/ 430193 h 834218"/>
                <a:gd name="connsiteX285-39409" fmla="*/ 1574739 w 3024845"/>
                <a:gd name="connsiteY285-39410" fmla="*/ 460458 h 834218"/>
                <a:gd name="connsiteX286-39411" fmla="*/ 1582846 w 3024845"/>
                <a:gd name="connsiteY286-39412" fmla="*/ 460458 h 834218"/>
                <a:gd name="connsiteX287-39413" fmla="*/ 1582846 w 3024845"/>
                <a:gd name="connsiteY287-39414" fmla="*/ 477753 h 834218"/>
                <a:gd name="connsiteX288-39415" fmla="*/ 1592182 w 3024845"/>
                <a:gd name="connsiteY288-39416" fmla="*/ 478658 h 834218"/>
                <a:gd name="connsiteX289-39417" fmla="*/ 1605140 w 3024845"/>
                <a:gd name="connsiteY289-39418" fmla="*/ 478658 h 834218"/>
                <a:gd name="connsiteX290-39419" fmla="*/ 1605140 w 3024845"/>
                <a:gd name="connsiteY290-39420" fmla="*/ 462620 h 834218"/>
                <a:gd name="connsiteX291-39421" fmla="*/ 1673096 w 3024845"/>
                <a:gd name="connsiteY291-39422" fmla="*/ 462620 h 834218"/>
                <a:gd name="connsiteX292-39423" fmla="*/ 1673096 w 3024845"/>
                <a:gd name="connsiteY292-39424" fmla="*/ 377367 h 834218"/>
                <a:gd name="connsiteX293-39425" fmla="*/ 1745104 w 3024845"/>
                <a:gd name="connsiteY293-39426" fmla="*/ 377367 h 834218"/>
                <a:gd name="connsiteX294-39427" fmla="*/ 1745104 w 3024845"/>
                <a:gd name="connsiteY294-39428" fmla="*/ 456135 h 834218"/>
                <a:gd name="connsiteX295-39429" fmla="*/ 1747008 w 3024845"/>
                <a:gd name="connsiteY295-39430" fmla="*/ 456135 h 834218"/>
                <a:gd name="connsiteX296-39431" fmla="*/ 1748250 w 3024845"/>
                <a:gd name="connsiteY296-39432" fmla="*/ 478658 h 834218"/>
                <a:gd name="connsiteX297-39433" fmla="*/ 1757926 w 3024845"/>
                <a:gd name="connsiteY297-39434" fmla="*/ 478658 h 834218"/>
                <a:gd name="connsiteX298-39435" fmla="*/ 1759168 w 3024845"/>
                <a:gd name="connsiteY298-39436" fmla="*/ 456135 h 834218"/>
                <a:gd name="connsiteX299-39437" fmla="*/ 1765248 w 3024845"/>
                <a:gd name="connsiteY299-39438" fmla="*/ 456135 h 834218"/>
                <a:gd name="connsiteX300-39439" fmla="*/ 1766490 w 3024845"/>
                <a:gd name="connsiteY300-39440" fmla="*/ 478658 h 834218"/>
                <a:gd name="connsiteX301-39441" fmla="*/ 1817112 w 3024845"/>
                <a:gd name="connsiteY301-39442" fmla="*/ 478658 h 834218"/>
                <a:gd name="connsiteX302-39443" fmla="*/ 1817112 w 3024845"/>
                <a:gd name="connsiteY302-39444" fmla="*/ 315630 h 834218"/>
                <a:gd name="connsiteX303-39445" fmla="*/ 2014439 w 3024845"/>
                <a:gd name="connsiteY303-39446" fmla="*/ 315630 h 834218"/>
                <a:gd name="connsiteX304-39447" fmla="*/ 2014439 w 3024845"/>
                <a:gd name="connsiteY304-39448" fmla="*/ 478658 h 834218"/>
                <a:gd name="connsiteX305-39449" fmla="*/ 2033136 w 3024845"/>
                <a:gd name="connsiteY305-39450" fmla="*/ 478658 h 834218"/>
                <a:gd name="connsiteX306-39451" fmla="*/ 2033136 w 3024845"/>
                <a:gd name="connsiteY306-39452" fmla="*/ 395965 h 834218"/>
                <a:gd name="connsiteX307-39453" fmla="*/ 2128256 w 3024845"/>
                <a:gd name="connsiteY307-39454" fmla="*/ 395965 h 834218"/>
                <a:gd name="connsiteX308-39455" fmla="*/ 2180720 w 3024845"/>
                <a:gd name="connsiteY308-39456" fmla="*/ 330752 h 834218"/>
                <a:gd name="connsiteX309-39457" fmla="*/ 2245574 w 3024845"/>
                <a:gd name="connsiteY309-39458" fmla="*/ 330752 h 834218"/>
                <a:gd name="connsiteX310-39459" fmla="*/ 2245574 w 3024845"/>
                <a:gd name="connsiteY310-39460" fmla="*/ 406414 h 834218"/>
                <a:gd name="connsiteX311-39461" fmla="*/ 2253681 w 3024845"/>
                <a:gd name="connsiteY311-39462" fmla="*/ 406414 h 834218"/>
                <a:gd name="connsiteX312-39463" fmla="*/ 2255708 w 3024845"/>
                <a:gd name="connsiteY312-39464" fmla="*/ 399929 h 834218"/>
                <a:gd name="connsiteX313-39465" fmla="*/ 2261788 w 3024845"/>
                <a:gd name="connsiteY313-39466" fmla="*/ 399929 h 834218"/>
                <a:gd name="connsiteX314-39467" fmla="*/ 2263815 w 3024845"/>
                <a:gd name="connsiteY314-39468" fmla="*/ 408576 h 834218"/>
                <a:gd name="connsiteX315-39469" fmla="*/ 2275975 w 3024845"/>
                <a:gd name="connsiteY315-39470" fmla="*/ 408576 h 834218"/>
                <a:gd name="connsiteX316-39471" fmla="*/ 2275975 w 3024845"/>
                <a:gd name="connsiteY316-39472" fmla="*/ 402090 h 834218"/>
                <a:gd name="connsiteX317-39473" fmla="*/ 2298268 w 3024845"/>
                <a:gd name="connsiteY317-39474" fmla="*/ 402090 h 834218"/>
                <a:gd name="connsiteX318-39475" fmla="*/ 2298268 w 3024845"/>
                <a:gd name="connsiteY318-39476" fmla="*/ 408576 h 834218"/>
                <a:gd name="connsiteX319-39477" fmla="*/ 2318535 w 3024845"/>
                <a:gd name="connsiteY319-39478" fmla="*/ 408576 h 834218"/>
                <a:gd name="connsiteX320-39479" fmla="*/ 2318535 w 3024845"/>
                <a:gd name="connsiteY320-39480" fmla="*/ 453973 h 834218"/>
                <a:gd name="connsiteX321-39481" fmla="*/ 2332722 w 3024845"/>
                <a:gd name="connsiteY321-39482" fmla="*/ 453973 h 834218"/>
                <a:gd name="connsiteX322-39483" fmla="*/ 2332722 w 3024845"/>
                <a:gd name="connsiteY322-39484" fmla="*/ 441002 h 834218"/>
                <a:gd name="connsiteX323-39485" fmla="*/ 2348936 w 3024845"/>
                <a:gd name="connsiteY323-39486" fmla="*/ 441002 h 834218"/>
                <a:gd name="connsiteX324-39487" fmla="*/ 2348936 w 3024845"/>
                <a:gd name="connsiteY324-39488" fmla="*/ 261575 h 834218"/>
                <a:gd name="connsiteX325-39489" fmla="*/ 2355016 w 3024845"/>
                <a:gd name="connsiteY325-39490" fmla="*/ 255089 h 834218"/>
                <a:gd name="connsiteX326-39491" fmla="*/ 2427977 w 3024845"/>
                <a:gd name="connsiteY326-39492" fmla="*/ 255089 h 834218"/>
                <a:gd name="connsiteX327-39493" fmla="*/ 2427977 w 3024845"/>
                <a:gd name="connsiteY327-39494" fmla="*/ 263737 h 834218"/>
                <a:gd name="connsiteX328-39495" fmla="*/ 2438110 w 3024845"/>
                <a:gd name="connsiteY328-39496" fmla="*/ 263737 h 834218"/>
                <a:gd name="connsiteX329-39497" fmla="*/ 2438110 w 3024845"/>
                <a:gd name="connsiteY329-39498" fmla="*/ 378311 h 834218"/>
                <a:gd name="connsiteX330-39499" fmla="*/ 2460404 w 3024845"/>
                <a:gd name="connsiteY330-39500" fmla="*/ 378311 h 834218"/>
                <a:gd name="connsiteX331-39501" fmla="*/ 2460404 w 3024845"/>
                <a:gd name="connsiteY331-39502" fmla="*/ 311296 h 834218"/>
                <a:gd name="connsiteX332-39503" fmla="*/ 2486751 w 3024845"/>
                <a:gd name="connsiteY332-39504" fmla="*/ 311296 h 834218"/>
                <a:gd name="connsiteX333-39505" fmla="*/ 2490804 w 3024845"/>
                <a:gd name="connsiteY333-39506" fmla="*/ 306972 h 834218"/>
                <a:gd name="connsiteX334-39507" fmla="*/ 2498911 w 3024845"/>
                <a:gd name="connsiteY334-39508" fmla="*/ 306972 h 834218"/>
                <a:gd name="connsiteX335-39509" fmla="*/ 2502964 w 3024845"/>
                <a:gd name="connsiteY335-39510" fmla="*/ 311296 h 834218"/>
                <a:gd name="connsiteX336-39511" fmla="*/ 2525258 w 3024845"/>
                <a:gd name="connsiteY336-39512" fmla="*/ 311296 h 834218"/>
                <a:gd name="connsiteX337-39513" fmla="*/ 2525258 w 3024845"/>
                <a:gd name="connsiteY337-39514" fmla="*/ 194560 h 834218"/>
                <a:gd name="connsiteX338-39515" fmla="*/ 2582005 w 3024845"/>
                <a:gd name="connsiteY338-39516" fmla="*/ 183751 h 834218"/>
                <a:gd name="connsiteX339-39517" fmla="*/ 2582005 w 3024845"/>
                <a:gd name="connsiteY339-39518" fmla="*/ 184832 h 834218"/>
                <a:gd name="connsiteX340-39519" fmla="*/ 2582005 w 3024845"/>
                <a:gd name="connsiteY340-39520" fmla="*/ 192398 h 834218"/>
                <a:gd name="connsiteX341-39521" fmla="*/ 2608352 w 3024845"/>
                <a:gd name="connsiteY341-39522" fmla="*/ 192398 h 834218"/>
                <a:gd name="connsiteX342-39523" fmla="*/ 2608352 w 3024845"/>
                <a:gd name="connsiteY342-39524" fmla="*/ 447488 h 834218"/>
                <a:gd name="connsiteX343-39525" fmla="*/ 2630646 w 3024845"/>
                <a:gd name="connsiteY343-39526" fmla="*/ 447488 h 834218"/>
                <a:gd name="connsiteX344-39527" fmla="*/ 2630646 w 3024845"/>
                <a:gd name="connsiteY344-39528" fmla="*/ 443164 h 834218"/>
                <a:gd name="connsiteX345-39529" fmla="*/ 2642806 w 3024845"/>
                <a:gd name="connsiteY345-39530" fmla="*/ 443164 h 834218"/>
                <a:gd name="connsiteX346-39531" fmla="*/ 2642806 w 3024845"/>
                <a:gd name="connsiteY346-39532" fmla="*/ 447488 h 834218"/>
                <a:gd name="connsiteX347-39533" fmla="*/ 2667126 w 3024845"/>
                <a:gd name="connsiteY347-39534" fmla="*/ 447488 h 834218"/>
                <a:gd name="connsiteX348-39535" fmla="*/ 2667126 w 3024845"/>
                <a:gd name="connsiteY348-39536" fmla="*/ 434517 h 834218"/>
                <a:gd name="connsiteX349-39537" fmla="*/ 2695500 w 3024845"/>
                <a:gd name="connsiteY349-39538" fmla="*/ 434517 h 834218"/>
                <a:gd name="connsiteX350-39539" fmla="*/ 2707660 w 3024845"/>
                <a:gd name="connsiteY350-39540" fmla="*/ 430193 h 834218"/>
                <a:gd name="connsiteX351-39541" fmla="*/ 2727927 w 3024845"/>
                <a:gd name="connsiteY351-39542" fmla="*/ 434517 h 834218"/>
                <a:gd name="connsiteX352-39543" fmla="*/ 2727927 w 3024845"/>
                <a:gd name="connsiteY352-39544" fmla="*/ 417223 h 834218"/>
                <a:gd name="connsiteX353-39545" fmla="*/ 2736034 w 3024845"/>
                <a:gd name="connsiteY353-39546" fmla="*/ 417223 h 834218"/>
                <a:gd name="connsiteX354-39547" fmla="*/ 2736034 w 3024845"/>
                <a:gd name="connsiteY354-39548" fmla="*/ 404252 h 834218"/>
                <a:gd name="connsiteX355-39549" fmla="*/ 2792781 w 3024845"/>
                <a:gd name="connsiteY355-39550" fmla="*/ 404252 h 834218"/>
                <a:gd name="connsiteX356-39551" fmla="*/ 2792781 w 3024845"/>
                <a:gd name="connsiteY356-39552" fmla="*/ 373987 h 834218"/>
                <a:gd name="connsiteX357-39553" fmla="*/ 2811021 w 3024845"/>
                <a:gd name="connsiteY357-39554" fmla="*/ 373987 h 834218"/>
                <a:gd name="connsiteX358-39555" fmla="*/ 2811021 w 3024845"/>
                <a:gd name="connsiteY358-39556" fmla="*/ 367502 h 834218"/>
                <a:gd name="connsiteX359-39557" fmla="*/ 2823181 w 3024845"/>
                <a:gd name="connsiteY359-39558" fmla="*/ 367502 h 834218"/>
                <a:gd name="connsiteX360-39559" fmla="*/ 2823181 w 3024845"/>
                <a:gd name="connsiteY360-39560" fmla="*/ 373987 h 834218"/>
                <a:gd name="connsiteX361-39561" fmla="*/ 2839395 w 3024845"/>
                <a:gd name="connsiteY361-39562" fmla="*/ 373987 h 834218"/>
                <a:gd name="connsiteX362-39563" fmla="*/ 2839395 w 3024845"/>
                <a:gd name="connsiteY362-39564" fmla="*/ 423708 h 834218"/>
                <a:gd name="connsiteX363-39565" fmla="*/ 2871822 w 3024845"/>
                <a:gd name="connsiteY363-39566" fmla="*/ 423708 h 834218"/>
                <a:gd name="connsiteX364-39567" fmla="*/ 2871822 w 3024845"/>
                <a:gd name="connsiteY364-39568" fmla="*/ 397767 h 834218"/>
                <a:gd name="connsiteX365-39569" fmla="*/ 2910329 w 3024845"/>
                <a:gd name="connsiteY365-39570" fmla="*/ 397767 h 834218"/>
                <a:gd name="connsiteX366-39571" fmla="*/ 2910329 w 3024845"/>
                <a:gd name="connsiteY366-39572" fmla="*/ 367502 h 834218"/>
                <a:gd name="connsiteX367-39573" fmla="*/ 2958970 w 3024845"/>
                <a:gd name="connsiteY367-39574" fmla="*/ 367502 h 834218"/>
                <a:gd name="connsiteX368-39575" fmla="*/ 2958970 w 3024845"/>
                <a:gd name="connsiteY368-39576" fmla="*/ 478658 h 834218"/>
                <a:gd name="connsiteX369-39577" fmla="*/ 2958970 w 3024845"/>
                <a:gd name="connsiteY369-39578" fmla="*/ 492437 h 834218"/>
                <a:gd name="connsiteX370-39579" fmla="*/ 3024845 w 3024845"/>
                <a:gd name="connsiteY370-39580" fmla="*/ 492437 h 834218"/>
                <a:gd name="connsiteX371-39581" fmla="*/ 3024845 w 3024845"/>
                <a:gd name="connsiteY371-39582" fmla="*/ 834218 h 834218"/>
                <a:gd name="connsiteX372-39583" fmla="*/ 2054 w 3024845"/>
                <a:gd name="connsiteY372-39584" fmla="*/ 831885 h 834218"/>
                <a:gd name="connsiteX373-39585" fmla="*/ 0 w 3024845"/>
                <a:gd name="connsiteY373-39586" fmla="*/ 397767 h 834218"/>
                <a:gd name="connsiteX374-39587" fmla="*/ 20267 w 3024845"/>
                <a:gd name="connsiteY374-39588" fmla="*/ 397767 h 834218"/>
                <a:gd name="connsiteX375-39589" fmla="*/ 20774 w 3024845"/>
                <a:gd name="connsiteY375-39590" fmla="*/ 396686 h 834218"/>
                <a:gd name="connsiteX376-39591" fmla="*/ 24320 w 3024845"/>
                <a:gd name="connsiteY376-39592" fmla="*/ 389120 h 834218"/>
                <a:gd name="connsiteX377-39593" fmla="*/ 26094 w 3024845"/>
                <a:gd name="connsiteY377-39594" fmla="*/ 389390 h 834218"/>
                <a:gd name="connsiteX378-39595" fmla="*/ 38507 w 3024845"/>
                <a:gd name="connsiteY378-39596" fmla="*/ 391281 h 834218"/>
                <a:gd name="connsiteX379-39597" fmla="*/ 39014 w 3024845"/>
                <a:gd name="connsiteY379-39598" fmla="*/ 392633 h 834218"/>
                <a:gd name="connsiteX380-39599" fmla="*/ 42560 w 3024845"/>
                <a:gd name="connsiteY380-39600" fmla="*/ 402090 h 834218"/>
                <a:gd name="connsiteX381-39601" fmla="*/ 68907 w 3024845"/>
                <a:gd name="connsiteY381-39602" fmla="*/ 404252 h 834218"/>
                <a:gd name="connsiteX382-39603" fmla="*/ 68907 w 3024845"/>
                <a:gd name="connsiteY382-39604" fmla="*/ 281031 h 834218"/>
                <a:gd name="connsiteX383-39605" fmla="*/ 70934 w 3024845"/>
                <a:gd name="connsiteY383-39606" fmla="*/ 281031 h 834218"/>
                <a:gd name="connsiteX384-39607" fmla="*/ 85121 w 3024845"/>
                <a:gd name="connsiteY384-39608" fmla="*/ 281031 h 834218"/>
                <a:gd name="connsiteX385-39609" fmla="*/ 85121 w 3024845"/>
                <a:gd name="connsiteY385-39610" fmla="*/ 144839 h 834218"/>
                <a:gd name="connsiteX386-39611" fmla="*/ 86894 w 3024845"/>
                <a:gd name="connsiteY386-39612" fmla="*/ 144839 h 834218"/>
                <a:gd name="connsiteX387-39613" fmla="*/ 99308 w 3024845"/>
                <a:gd name="connsiteY387-39614" fmla="*/ 144839 h 834218"/>
                <a:gd name="connsiteX388-39615" fmla="*/ 99308 w 3024845"/>
                <a:gd name="connsiteY388-39616" fmla="*/ 30265 h 834218"/>
                <a:gd name="connsiteX389-39617" fmla="*/ 103361 w 3024845"/>
                <a:gd name="connsiteY389-39618" fmla="*/ 2161 h 834218"/>
                <a:gd name="connsiteX0-39619" fmla="*/ 103361 w 3024845"/>
                <a:gd name="connsiteY0-39620" fmla="*/ 2161 h 834218"/>
                <a:gd name="connsiteX1-39621" fmla="*/ 200642 w 3024845"/>
                <a:gd name="connsiteY1-39622" fmla="*/ 0 h 834218"/>
                <a:gd name="connsiteX2-39623" fmla="*/ 202669 w 3024845"/>
                <a:gd name="connsiteY2-39624" fmla="*/ 0 h 834218"/>
                <a:gd name="connsiteX3-39625" fmla="*/ 216856 w 3024845"/>
                <a:gd name="connsiteY3-39626" fmla="*/ 0 h 834218"/>
                <a:gd name="connsiteX4-39627" fmla="*/ 220909 w 3024845"/>
                <a:gd name="connsiteY4-39628" fmla="*/ 144839 h 834218"/>
                <a:gd name="connsiteX5-39629" fmla="*/ 223189 w 3024845"/>
                <a:gd name="connsiteY5-39630" fmla="*/ 144839 h 834218"/>
                <a:gd name="connsiteX6-39631" fmla="*/ 239150 w 3024845"/>
                <a:gd name="connsiteY6-39632" fmla="*/ 144839 h 834218"/>
                <a:gd name="connsiteX7-39633" fmla="*/ 239150 w 3024845"/>
                <a:gd name="connsiteY7-39634" fmla="*/ 285354 h 834218"/>
                <a:gd name="connsiteX8-39635" fmla="*/ 240670 w 3024845"/>
                <a:gd name="connsiteY8-39636" fmla="*/ 285084 h 834218"/>
                <a:gd name="connsiteX9-39637" fmla="*/ 251310 w 3024845"/>
                <a:gd name="connsiteY9-39638" fmla="*/ 283193 h 834218"/>
                <a:gd name="connsiteX10-39639" fmla="*/ 249283 w 3024845"/>
                <a:gd name="connsiteY10-39640" fmla="*/ 371825 h 834218"/>
                <a:gd name="connsiteX11-39641" fmla="*/ 250803 w 3024845"/>
                <a:gd name="connsiteY11-39642" fmla="*/ 372096 h 834218"/>
                <a:gd name="connsiteX12-39643" fmla="*/ 261443 w 3024845"/>
                <a:gd name="connsiteY12-39644" fmla="*/ 373987 h 834218"/>
                <a:gd name="connsiteX13-39645" fmla="*/ 261696 w 3024845"/>
                <a:gd name="connsiteY13-39646" fmla="*/ 374798 h 834218"/>
                <a:gd name="connsiteX14-39647" fmla="*/ 263470 w 3024845"/>
                <a:gd name="connsiteY14-39648" fmla="*/ 380473 h 834218"/>
                <a:gd name="connsiteX15-39649" fmla="*/ 264230 w 3024845"/>
                <a:gd name="connsiteY15-39650" fmla="*/ 378041 h 834218"/>
                <a:gd name="connsiteX16-39651" fmla="*/ 269550 w 3024845"/>
                <a:gd name="connsiteY16-39652" fmla="*/ 361017 h 834218"/>
                <a:gd name="connsiteX17-39653" fmla="*/ 271323 w 3024845"/>
                <a:gd name="connsiteY17-39654" fmla="*/ 361017 h 834218"/>
                <a:gd name="connsiteX18-39655" fmla="*/ 283737 w 3024845"/>
                <a:gd name="connsiteY18-39656" fmla="*/ 361017 h 834218"/>
                <a:gd name="connsiteX19-39657" fmla="*/ 283737 w 3024845"/>
                <a:gd name="connsiteY19-39658" fmla="*/ 393443 h 834218"/>
                <a:gd name="connsiteX20-39659" fmla="*/ 284750 w 3024845"/>
                <a:gd name="connsiteY20-39660" fmla="*/ 393984 h 834218"/>
                <a:gd name="connsiteX21-39661" fmla="*/ 291844 w 3024845"/>
                <a:gd name="connsiteY21-39662" fmla="*/ 397767 h 834218"/>
                <a:gd name="connsiteX22-39663" fmla="*/ 291844 w 3024845"/>
                <a:gd name="connsiteY22-39664" fmla="*/ 399118 h 834218"/>
                <a:gd name="connsiteX23-39665" fmla="*/ 291844 w 3024845"/>
                <a:gd name="connsiteY23-39666" fmla="*/ 408576 h 834218"/>
                <a:gd name="connsiteX24-39667" fmla="*/ 336431 w 3024845"/>
                <a:gd name="connsiteY24-39668" fmla="*/ 408576 h 834218"/>
                <a:gd name="connsiteX25-39669" fmla="*/ 336431 w 3024845"/>
                <a:gd name="connsiteY25-39670" fmla="*/ 409657 h 834218"/>
                <a:gd name="connsiteX26-39671" fmla="*/ 336431 w 3024845"/>
                <a:gd name="connsiteY26-39672" fmla="*/ 417223 h 834218"/>
                <a:gd name="connsiteX27-39673" fmla="*/ 338457 w 3024845"/>
                <a:gd name="connsiteY27-39674" fmla="*/ 417223 h 834218"/>
                <a:gd name="connsiteX28-39675" fmla="*/ 352644 w 3024845"/>
                <a:gd name="connsiteY28-39676" fmla="*/ 417223 h 834218"/>
                <a:gd name="connsiteX29-39677" fmla="*/ 352644 w 3024845"/>
                <a:gd name="connsiteY29-39678" fmla="*/ 386958 h 834218"/>
                <a:gd name="connsiteX30-39679" fmla="*/ 397231 w 3024845"/>
                <a:gd name="connsiteY30-39680" fmla="*/ 386958 h 834218"/>
                <a:gd name="connsiteX31-39681" fmla="*/ 397231 w 3024845"/>
                <a:gd name="connsiteY31-39682" fmla="*/ 385607 h 834218"/>
                <a:gd name="connsiteX32-39683" fmla="*/ 397231 w 3024845"/>
                <a:gd name="connsiteY32-39684" fmla="*/ 376149 h 834218"/>
                <a:gd name="connsiteX33-39685" fmla="*/ 398245 w 3024845"/>
                <a:gd name="connsiteY33-39686" fmla="*/ 376149 h 834218"/>
                <a:gd name="connsiteX34-39687" fmla="*/ 405338 w 3024845"/>
                <a:gd name="connsiteY34-39688" fmla="*/ 376149 h 834218"/>
                <a:gd name="connsiteX35-39689" fmla="*/ 405338 w 3024845"/>
                <a:gd name="connsiteY35-39690" fmla="*/ 374258 h 834218"/>
                <a:gd name="connsiteX36-39691" fmla="*/ 405338 w 3024845"/>
                <a:gd name="connsiteY36-39692" fmla="*/ 361017 h 834218"/>
                <a:gd name="connsiteX37-39693" fmla="*/ 406098 w 3024845"/>
                <a:gd name="connsiteY37-39694" fmla="*/ 361017 h 834218"/>
                <a:gd name="connsiteX38-39695" fmla="*/ 411418 w 3024845"/>
                <a:gd name="connsiteY38-39696" fmla="*/ 361017 h 834218"/>
                <a:gd name="connsiteX39-39697" fmla="*/ 411418 w 3024845"/>
                <a:gd name="connsiteY39-39698" fmla="*/ 359936 h 834218"/>
                <a:gd name="connsiteX40-39699" fmla="*/ 411418 w 3024845"/>
                <a:gd name="connsiteY40-39700" fmla="*/ 352369 h 834218"/>
                <a:gd name="connsiteX41-39701" fmla="*/ 413445 w 3024845"/>
                <a:gd name="connsiteY41-39702" fmla="*/ 352369 h 834218"/>
                <a:gd name="connsiteX42-39703" fmla="*/ 427632 w 3024845"/>
                <a:gd name="connsiteY42-39704" fmla="*/ 352369 h 834218"/>
                <a:gd name="connsiteX43-39705" fmla="*/ 427632 w 3024845"/>
                <a:gd name="connsiteY43-39706" fmla="*/ 353450 h 834218"/>
                <a:gd name="connsiteX44-39707" fmla="*/ 427632 w 3024845"/>
                <a:gd name="connsiteY44-39708" fmla="*/ 361017 h 834218"/>
                <a:gd name="connsiteX45-39709" fmla="*/ 449925 w 3024845"/>
                <a:gd name="connsiteY45-39710" fmla="*/ 361017 h 834218"/>
                <a:gd name="connsiteX46-39711" fmla="*/ 449925 w 3024845"/>
                <a:gd name="connsiteY46-39712" fmla="*/ 359125 h 834218"/>
                <a:gd name="connsiteX47-39713" fmla="*/ 449925 w 3024845"/>
                <a:gd name="connsiteY47-39714" fmla="*/ 345884 h 834218"/>
                <a:gd name="connsiteX48-39715" fmla="*/ 451699 w 3024845"/>
                <a:gd name="connsiteY48-39716" fmla="*/ 345884 h 834218"/>
                <a:gd name="connsiteX49-39717" fmla="*/ 464112 w 3024845"/>
                <a:gd name="connsiteY49-39718" fmla="*/ 345884 h 834218"/>
                <a:gd name="connsiteX50-39719" fmla="*/ 464112 w 3024845"/>
                <a:gd name="connsiteY50-39720" fmla="*/ 369664 h 834218"/>
                <a:gd name="connsiteX51-39721" fmla="*/ 465126 w 3024845"/>
                <a:gd name="connsiteY51-39722" fmla="*/ 369664 h 834218"/>
                <a:gd name="connsiteX52-39723" fmla="*/ 472219 w 3024845"/>
                <a:gd name="connsiteY52-39724" fmla="*/ 369664 h 834218"/>
                <a:gd name="connsiteX53-39725" fmla="*/ 472219 w 3024845"/>
                <a:gd name="connsiteY53-39726" fmla="*/ 368583 h 834218"/>
                <a:gd name="connsiteX54-39727" fmla="*/ 472219 w 3024845"/>
                <a:gd name="connsiteY54-39728" fmla="*/ 361017 h 834218"/>
                <a:gd name="connsiteX55-39729" fmla="*/ 473992 w 3024845"/>
                <a:gd name="connsiteY55-39730" fmla="*/ 361017 h 834218"/>
                <a:gd name="connsiteX56-39731" fmla="*/ 486406 w 3024845"/>
                <a:gd name="connsiteY56-39732" fmla="*/ 361017 h 834218"/>
                <a:gd name="connsiteX57-39733" fmla="*/ 486406 w 3024845"/>
                <a:gd name="connsiteY57-39734" fmla="*/ 386958 h 834218"/>
                <a:gd name="connsiteX58-39735" fmla="*/ 488433 w 3024845"/>
                <a:gd name="connsiteY58-39736" fmla="*/ 386958 h 834218"/>
                <a:gd name="connsiteX59-39737" fmla="*/ 502619 w 3024845"/>
                <a:gd name="connsiteY59-39738" fmla="*/ 386958 h 834218"/>
                <a:gd name="connsiteX60-39739" fmla="*/ 502619 w 3024845"/>
                <a:gd name="connsiteY60-39740" fmla="*/ 388579 h 834218"/>
                <a:gd name="connsiteX61-39741" fmla="*/ 502619 w 3024845"/>
                <a:gd name="connsiteY61-39742" fmla="*/ 399929 h 834218"/>
                <a:gd name="connsiteX62-39743" fmla="*/ 503379 w 3024845"/>
                <a:gd name="connsiteY62-39744" fmla="*/ 399929 h 834218"/>
                <a:gd name="connsiteX63-39745" fmla="*/ 508700 w 3024845"/>
                <a:gd name="connsiteY63-39746" fmla="*/ 399929 h 834218"/>
                <a:gd name="connsiteX64-39747" fmla="*/ 508700 w 3024845"/>
                <a:gd name="connsiteY64-39748" fmla="*/ 399118 h 834218"/>
                <a:gd name="connsiteX65-39749" fmla="*/ 508700 w 3024845"/>
                <a:gd name="connsiteY65-39750" fmla="*/ 393443 h 834218"/>
                <a:gd name="connsiteX66-39751" fmla="*/ 539100 w 3024845"/>
                <a:gd name="connsiteY66-39752" fmla="*/ 393443 h 834218"/>
                <a:gd name="connsiteX67-39753" fmla="*/ 539100 w 3024845"/>
                <a:gd name="connsiteY67-39754" fmla="*/ 417223 h 834218"/>
                <a:gd name="connsiteX68-39755" fmla="*/ 540113 w 3024845"/>
                <a:gd name="connsiteY68-39756" fmla="*/ 417223 h 834218"/>
                <a:gd name="connsiteX69-39757" fmla="*/ 547207 w 3024845"/>
                <a:gd name="connsiteY69-39758" fmla="*/ 417223 h 834218"/>
                <a:gd name="connsiteX70-39759" fmla="*/ 547207 w 3024845"/>
                <a:gd name="connsiteY70-39760" fmla="*/ 418304 h 834218"/>
                <a:gd name="connsiteX71-39761" fmla="*/ 547207 w 3024845"/>
                <a:gd name="connsiteY71-39762" fmla="*/ 425870 h 834218"/>
                <a:gd name="connsiteX72-39763" fmla="*/ 547967 w 3024845"/>
                <a:gd name="connsiteY72-39764" fmla="*/ 425870 h 834218"/>
                <a:gd name="connsiteX73-39765" fmla="*/ 553287 w 3024845"/>
                <a:gd name="connsiteY73-39766" fmla="*/ 425870 h 834218"/>
                <a:gd name="connsiteX74-39767" fmla="*/ 553287 w 3024845"/>
                <a:gd name="connsiteY74-39768" fmla="*/ 423708 h 834218"/>
                <a:gd name="connsiteX75-39769" fmla="*/ 553287 w 3024845"/>
                <a:gd name="connsiteY75-39770" fmla="*/ 408576 h 834218"/>
                <a:gd name="connsiteX76-39771" fmla="*/ 554300 w 3024845"/>
                <a:gd name="connsiteY76-39772" fmla="*/ 408576 h 834218"/>
                <a:gd name="connsiteX77-39773" fmla="*/ 561394 w 3024845"/>
                <a:gd name="connsiteY77-39774" fmla="*/ 408576 h 834218"/>
                <a:gd name="connsiteX78-39775" fmla="*/ 561394 w 3024845"/>
                <a:gd name="connsiteY78-39776" fmla="*/ 409657 h 834218"/>
                <a:gd name="connsiteX79-39777" fmla="*/ 561394 w 3024845"/>
                <a:gd name="connsiteY79-39778" fmla="*/ 417223 h 834218"/>
                <a:gd name="connsiteX80-39779" fmla="*/ 566714 w 3024845"/>
                <a:gd name="connsiteY80-39780" fmla="*/ 415230 h 834218"/>
                <a:gd name="connsiteX81-39781" fmla="*/ 567474 w 3024845"/>
                <a:gd name="connsiteY81-39782" fmla="*/ 414250 h 834218"/>
                <a:gd name="connsiteX82-39783" fmla="*/ 567474 w 3024845"/>
                <a:gd name="connsiteY82-39784" fmla="*/ 408576 h 834218"/>
                <a:gd name="connsiteX83-39785" fmla="*/ 605981 w 3024845"/>
                <a:gd name="connsiteY83-39786" fmla="*/ 408576 h 834218"/>
                <a:gd name="connsiteX84-39787" fmla="*/ 605981 w 3024845"/>
                <a:gd name="connsiteY84-39788" fmla="*/ 432355 h 834218"/>
                <a:gd name="connsiteX85-39789" fmla="*/ 608007 w 3024845"/>
                <a:gd name="connsiteY85-39790" fmla="*/ 432355 h 834218"/>
                <a:gd name="connsiteX86-39791" fmla="*/ 622194 w 3024845"/>
                <a:gd name="connsiteY86-39792" fmla="*/ 432355 h 834218"/>
                <a:gd name="connsiteX87-39793" fmla="*/ 622194 w 3024845"/>
                <a:gd name="connsiteY87-39794" fmla="*/ 433436 h 834218"/>
                <a:gd name="connsiteX88-39795" fmla="*/ 622194 w 3024845"/>
                <a:gd name="connsiteY88-39796" fmla="*/ 441002 h 834218"/>
                <a:gd name="connsiteX89-39797" fmla="*/ 623968 w 3024845"/>
                <a:gd name="connsiteY89-39798" fmla="*/ 441002 h 834218"/>
                <a:gd name="connsiteX90-39799" fmla="*/ 636381 w 3024845"/>
                <a:gd name="connsiteY90-39800" fmla="*/ 441002 h 834218"/>
                <a:gd name="connsiteX91-39801" fmla="*/ 636381 w 3024845"/>
                <a:gd name="connsiteY91-39802" fmla="*/ 417223 h 834218"/>
                <a:gd name="connsiteX92-39803" fmla="*/ 637394 w 3024845"/>
                <a:gd name="connsiteY92-39804" fmla="*/ 417223 h 834218"/>
                <a:gd name="connsiteX93-39805" fmla="*/ 644488 w 3024845"/>
                <a:gd name="connsiteY93-39806" fmla="*/ 417223 h 834218"/>
                <a:gd name="connsiteX94-39807" fmla="*/ 644488 w 3024845"/>
                <a:gd name="connsiteY94-39808" fmla="*/ 384796 h 834218"/>
                <a:gd name="connsiteX95-39809" fmla="*/ 645501 w 3024845"/>
                <a:gd name="connsiteY95-39810" fmla="*/ 384796 h 834218"/>
                <a:gd name="connsiteX96-39811" fmla="*/ 652595 w 3024845"/>
                <a:gd name="connsiteY96-39812" fmla="*/ 384796 h 834218"/>
                <a:gd name="connsiteX97-39813" fmla="*/ 652595 w 3024845"/>
                <a:gd name="connsiteY97-39814" fmla="*/ 382905 h 834218"/>
                <a:gd name="connsiteX98-39815" fmla="*/ 652595 w 3024845"/>
                <a:gd name="connsiteY98-39816" fmla="*/ 369664 h 834218"/>
                <a:gd name="connsiteX99-39817" fmla="*/ 651328 w 3024845"/>
                <a:gd name="connsiteY99-39818" fmla="*/ 368042 h 834218"/>
                <a:gd name="connsiteX100-39819" fmla="*/ 656648 w 3024845"/>
                <a:gd name="connsiteY100-39820" fmla="*/ 356693 h 834218"/>
                <a:gd name="connsiteX101-39821" fmla="*/ 664755 w 3024845"/>
                <a:gd name="connsiteY101-39822" fmla="*/ 384796 h 834218"/>
                <a:gd name="connsiteX102-39823" fmla="*/ 665515 w 3024845"/>
                <a:gd name="connsiteY102-39824" fmla="*/ 384796 h 834218"/>
                <a:gd name="connsiteX103-39825" fmla="*/ 670835 w 3024845"/>
                <a:gd name="connsiteY103-39826" fmla="*/ 384796 h 834218"/>
                <a:gd name="connsiteX104-39827" fmla="*/ 670835 w 3024845"/>
                <a:gd name="connsiteY104-39828" fmla="*/ 278869 h 834218"/>
                <a:gd name="connsiteX105-39829" fmla="*/ 672355 w 3024845"/>
                <a:gd name="connsiteY105-39830" fmla="*/ 278869 h 834218"/>
                <a:gd name="connsiteX106-39831" fmla="*/ 682995 w 3024845"/>
                <a:gd name="connsiteY106-39832" fmla="*/ 278869 h 834218"/>
                <a:gd name="connsiteX107-39833" fmla="*/ 682995 w 3024845"/>
                <a:gd name="connsiteY107-39834" fmla="*/ 231310 h 834218"/>
                <a:gd name="connsiteX108-39835" fmla="*/ 709342 w 3024845"/>
                <a:gd name="connsiteY108-39836" fmla="*/ 231310 h 834218"/>
                <a:gd name="connsiteX109-39837" fmla="*/ 709342 w 3024845"/>
                <a:gd name="connsiteY109-39838" fmla="*/ 209692 h 834218"/>
                <a:gd name="connsiteX110-39839" fmla="*/ 743796 w 3024845"/>
                <a:gd name="connsiteY110-39840" fmla="*/ 209692 h 834218"/>
                <a:gd name="connsiteX111-39841" fmla="*/ 743796 w 3024845"/>
                <a:gd name="connsiteY111-39842" fmla="*/ 212124 h 834218"/>
                <a:gd name="connsiteX112-39843" fmla="*/ 743796 w 3024845"/>
                <a:gd name="connsiteY112-39844" fmla="*/ 229148 h 834218"/>
                <a:gd name="connsiteX113-39845" fmla="*/ 746076 w 3024845"/>
                <a:gd name="connsiteY113-39846" fmla="*/ 229148 h 834218"/>
                <a:gd name="connsiteX114-39847" fmla="*/ 762036 w 3024845"/>
                <a:gd name="connsiteY114-39848" fmla="*/ 229148 h 834218"/>
                <a:gd name="connsiteX115-39849" fmla="*/ 762036 w 3024845"/>
                <a:gd name="connsiteY115-39850" fmla="*/ 276707 h 834218"/>
                <a:gd name="connsiteX116-39851" fmla="*/ 763049 w 3024845"/>
                <a:gd name="connsiteY116-39852" fmla="*/ 276707 h 834218"/>
                <a:gd name="connsiteX117-39853" fmla="*/ 770143 w 3024845"/>
                <a:gd name="connsiteY117-39854" fmla="*/ 276707 h 834218"/>
                <a:gd name="connsiteX118-39855" fmla="*/ 784330 w 3024845"/>
                <a:gd name="connsiteY118-39856" fmla="*/ 281031 h 834218"/>
                <a:gd name="connsiteX119-39857" fmla="*/ 784330 w 3024845"/>
                <a:gd name="connsiteY119-39858" fmla="*/ 319943 h 834218"/>
                <a:gd name="connsiteX120-39859" fmla="*/ 785343 w 3024845"/>
                <a:gd name="connsiteY120-39860" fmla="*/ 319943 h 834218"/>
                <a:gd name="connsiteX121-39861" fmla="*/ 792436 w 3024845"/>
                <a:gd name="connsiteY121-39862" fmla="*/ 319943 h 834218"/>
                <a:gd name="connsiteX122-39863" fmla="*/ 792436 w 3024845"/>
                <a:gd name="connsiteY122-39864" fmla="*/ 321564 h 834218"/>
                <a:gd name="connsiteX123-39865" fmla="*/ 792436 w 3024845"/>
                <a:gd name="connsiteY123-39866" fmla="*/ 332913 h 834218"/>
                <a:gd name="connsiteX124-39867" fmla="*/ 794463 w 3024845"/>
                <a:gd name="connsiteY124-39868" fmla="*/ 332913 h 834218"/>
                <a:gd name="connsiteX125-39869" fmla="*/ 808650 w 3024845"/>
                <a:gd name="connsiteY125-39870" fmla="*/ 332913 h 834218"/>
                <a:gd name="connsiteX126-39871" fmla="*/ 814730 w 3024845"/>
                <a:gd name="connsiteY126-39872" fmla="*/ 339399 h 834218"/>
                <a:gd name="connsiteX127-39873" fmla="*/ 814730 w 3024845"/>
                <a:gd name="connsiteY127-39874" fmla="*/ 361017 h 834218"/>
                <a:gd name="connsiteX128-39875" fmla="*/ 817010 w 3024845"/>
                <a:gd name="connsiteY128-39876" fmla="*/ 361017 h 834218"/>
                <a:gd name="connsiteX129-39877" fmla="*/ 832970 w 3024845"/>
                <a:gd name="connsiteY129-39878" fmla="*/ 361017 h 834218"/>
                <a:gd name="connsiteX130-39879" fmla="*/ 832970 w 3024845"/>
                <a:gd name="connsiteY130-39880" fmla="*/ 362097 h 834218"/>
                <a:gd name="connsiteX131-39881" fmla="*/ 832970 w 3024845"/>
                <a:gd name="connsiteY131-39882" fmla="*/ 369664 h 834218"/>
                <a:gd name="connsiteX132-39883" fmla="*/ 834237 w 3024845"/>
                <a:gd name="connsiteY132-39884" fmla="*/ 369664 h 834218"/>
                <a:gd name="connsiteX133-39885" fmla="*/ 843104 w 3024845"/>
                <a:gd name="connsiteY133-39886" fmla="*/ 369664 h 834218"/>
                <a:gd name="connsiteX134-39887" fmla="*/ 843104 w 3024845"/>
                <a:gd name="connsiteY134-39888" fmla="*/ 371825 h 834218"/>
                <a:gd name="connsiteX135-39889" fmla="*/ 843104 w 3024845"/>
                <a:gd name="connsiteY135-39890" fmla="*/ 386958 h 834218"/>
                <a:gd name="connsiteX136-39891" fmla="*/ 847157 w 3024845"/>
                <a:gd name="connsiteY136-39892" fmla="*/ 385066 h 834218"/>
                <a:gd name="connsiteX137-39893" fmla="*/ 847157 w 3024845"/>
                <a:gd name="connsiteY137-39894" fmla="*/ 371825 h 834218"/>
                <a:gd name="connsiteX138-39895" fmla="*/ 848170 w 3024845"/>
                <a:gd name="connsiteY138-39896" fmla="*/ 371825 h 834218"/>
                <a:gd name="connsiteX139-39897" fmla="*/ 855264 w 3024845"/>
                <a:gd name="connsiteY139-39898" fmla="*/ 371825 h 834218"/>
                <a:gd name="connsiteX140-39899" fmla="*/ 855264 w 3024845"/>
                <a:gd name="connsiteY140-39900" fmla="*/ 373447 h 834218"/>
                <a:gd name="connsiteX141-39901" fmla="*/ 855264 w 3024845"/>
                <a:gd name="connsiteY141-39902" fmla="*/ 384796 h 834218"/>
                <a:gd name="connsiteX142-39903" fmla="*/ 856024 w 3024845"/>
                <a:gd name="connsiteY142-39904" fmla="*/ 384796 h 834218"/>
                <a:gd name="connsiteX143-39905" fmla="*/ 861344 w 3024845"/>
                <a:gd name="connsiteY143-39906" fmla="*/ 384796 h 834218"/>
                <a:gd name="connsiteX144-39907" fmla="*/ 909984 w 3024845"/>
                <a:gd name="connsiteY144-39908" fmla="*/ 380473 h 834218"/>
                <a:gd name="connsiteX145-39909" fmla="*/ 909984 w 3024845"/>
                <a:gd name="connsiteY145-39910" fmla="*/ 381824 h 834218"/>
                <a:gd name="connsiteX146-39911" fmla="*/ 909984 w 3024845"/>
                <a:gd name="connsiteY146-39912" fmla="*/ 391281 h 834218"/>
                <a:gd name="connsiteX147-39913" fmla="*/ 910744 w 3024845"/>
                <a:gd name="connsiteY147-39914" fmla="*/ 391281 h 834218"/>
                <a:gd name="connsiteX148-39915" fmla="*/ 916065 w 3024845"/>
                <a:gd name="connsiteY148-39916" fmla="*/ 391281 h 834218"/>
                <a:gd name="connsiteX149-39917" fmla="*/ 916065 w 3024845"/>
                <a:gd name="connsiteY149-39918" fmla="*/ 393443 h 834218"/>
                <a:gd name="connsiteX150-39919" fmla="*/ 916065 w 3024845"/>
                <a:gd name="connsiteY150-39920" fmla="*/ 408576 h 834218"/>
                <a:gd name="connsiteX151-39921" fmla="*/ 918091 w 3024845"/>
                <a:gd name="connsiteY151-39922" fmla="*/ 407225 h 834218"/>
                <a:gd name="connsiteX152-39923" fmla="*/ 932278 w 3024845"/>
                <a:gd name="connsiteY152-39924" fmla="*/ 397767 h 834218"/>
                <a:gd name="connsiteX153-39925" fmla="*/ 938358 w 3024845"/>
                <a:gd name="connsiteY153-39926" fmla="*/ 356693 h 834218"/>
                <a:gd name="connsiteX154-39927" fmla="*/ 939118 w 3024845"/>
                <a:gd name="connsiteY154-39928" fmla="*/ 356423 h 834218"/>
                <a:gd name="connsiteX155-39929" fmla="*/ 944438 w 3024845"/>
                <a:gd name="connsiteY155-39930" fmla="*/ 354531 h 834218"/>
                <a:gd name="connsiteX156-39931" fmla="*/ 946465 w 3024845"/>
                <a:gd name="connsiteY156-39932" fmla="*/ 285354 h 834218"/>
                <a:gd name="connsiteX157-39933" fmla="*/ 948492 w 3024845"/>
                <a:gd name="connsiteY157-39934" fmla="*/ 354531 h 834218"/>
                <a:gd name="connsiteX158-39935" fmla="*/ 949252 w 3024845"/>
                <a:gd name="connsiteY158-39936" fmla="*/ 354801 h 834218"/>
                <a:gd name="connsiteX159-39937" fmla="*/ 954572 w 3024845"/>
                <a:gd name="connsiteY159-39938" fmla="*/ 356693 h 834218"/>
                <a:gd name="connsiteX160-39939" fmla="*/ 954572 w 3024845"/>
                <a:gd name="connsiteY160-39940" fmla="*/ 270222 h 834218"/>
                <a:gd name="connsiteX161-39941" fmla="*/ 958625 w 3024845"/>
                <a:gd name="connsiteY161-39942" fmla="*/ 237795 h 834218"/>
                <a:gd name="connsiteX162-39943" fmla="*/ 997132 w 3024845"/>
                <a:gd name="connsiteY162-39944" fmla="*/ 237795 h 834218"/>
                <a:gd name="connsiteX163-39945" fmla="*/ 997132 w 3024845"/>
                <a:gd name="connsiteY163-39946" fmla="*/ 270222 h 834218"/>
                <a:gd name="connsiteX164-39947" fmla="*/ 997892 w 3024845"/>
                <a:gd name="connsiteY164-39948" fmla="*/ 270222 h 834218"/>
                <a:gd name="connsiteX165-39949" fmla="*/ 1003212 w 3024845"/>
                <a:gd name="connsiteY165-39950" fmla="*/ 270222 h 834218"/>
                <a:gd name="connsiteX166-39951" fmla="*/ 1003212 w 3024845"/>
                <a:gd name="connsiteY166-39952" fmla="*/ 188074 h 834218"/>
                <a:gd name="connsiteX167-39953" fmla="*/ 1004986 w 3024845"/>
                <a:gd name="connsiteY167-39954" fmla="*/ 188074 h 834218"/>
                <a:gd name="connsiteX168-39955" fmla="*/ 1017399 w 3024845"/>
                <a:gd name="connsiteY168-39956" fmla="*/ 188074 h 834218"/>
                <a:gd name="connsiteX169-39957" fmla="*/ 1017399 w 3024845"/>
                <a:gd name="connsiteY169-39958" fmla="*/ 186183 h 834218"/>
                <a:gd name="connsiteX170-39959" fmla="*/ 1017399 w 3024845"/>
                <a:gd name="connsiteY170-39960" fmla="*/ 172942 h 834218"/>
                <a:gd name="connsiteX171-39961" fmla="*/ 1039693 w 3024845"/>
                <a:gd name="connsiteY171-39962" fmla="*/ 172942 h 834218"/>
                <a:gd name="connsiteX172-39963" fmla="*/ 1039693 w 3024845"/>
                <a:gd name="connsiteY172-39964" fmla="*/ 171861 h 834218"/>
                <a:gd name="connsiteX173-39965" fmla="*/ 1039693 w 3024845"/>
                <a:gd name="connsiteY173-39966" fmla="*/ 164295 h 834218"/>
                <a:gd name="connsiteX174-39967" fmla="*/ 1041466 w 3024845"/>
                <a:gd name="connsiteY174-39968" fmla="*/ 164295 h 834218"/>
                <a:gd name="connsiteX175-39969" fmla="*/ 1053880 w 3024845"/>
                <a:gd name="connsiteY175-39970" fmla="*/ 164295 h 834218"/>
                <a:gd name="connsiteX176-39971" fmla="*/ 1053880 w 3024845"/>
                <a:gd name="connsiteY176-39972" fmla="*/ 165376 h 834218"/>
                <a:gd name="connsiteX177-39973" fmla="*/ 1053880 w 3024845"/>
                <a:gd name="connsiteY177-39974" fmla="*/ 172942 h 834218"/>
                <a:gd name="connsiteX178-39975" fmla="*/ 1054640 w 3024845"/>
                <a:gd name="connsiteY178-39976" fmla="*/ 172942 h 834218"/>
                <a:gd name="connsiteX179-39977" fmla="*/ 1059960 w 3024845"/>
                <a:gd name="connsiteY179-39978" fmla="*/ 172942 h 834218"/>
                <a:gd name="connsiteX180-39979" fmla="*/ 1070093 w 3024845"/>
                <a:gd name="connsiteY180-39980" fmla="*/ 168618 h 834218"/>
                <a:gd name="connsiteX181-39981" fmla="*/ 1074146 w 3024845"/>
                <a:gd name="connsiteY181-39982" fmla="*/ 171861 h 834218"/>
                <a:gd name="connsiteX182-39983" fmla="*/ 1074146 w 3024845"/>
                <a:gd name="connsiteY182-39984" fmla="*/ 164295 h 834218"/>
                <a:gd name="connsiteX183-39985" fmla="*/ 1076426 w 3024845"/>
                <a:gd name="connsiteY183-39986" fmla="*/ 164295 h 834218"/>
                <a:gd name="connsiteX184-39987" fmla="*/ 1092387 w 3024845"/>
                <a:gd name="connsiteY184-39988" fmla="*/ 164295 h 834218"/>
                <a:gd name="connsiteX185-39989" fmla="*/ 1092387 w 3024845"/>
                <a:gd name="connsiteY185-39990" fmla="*/ 165376 h 834218"/>
                <a:gd name="connsiteX186-39991" fmla="*/ 1092387 w 3024845"/>
                <a:gd name="connsiteY186-39992" fmla="*/ 172942 h 834218"/>
                <a:gd name="connsiteX187-39993" fmla="*/ 1122787 w 3024845"/>
                <a:gd name="connsiteY187-39994" fmla="*/ 172942 h 834218"/>
                <a:gd name="connsiteX188-39995" fmla="*/ 1122787 w 3024845"/>
                <a:gd name="connsiteY188-39996" fmla="*/ 174563 h 834218"/>
                <a:gd name="connsiteX189-39997" fmla="*/ 1122787 w 3024845"/>
                <a:gd name="connsiteY189-39998" fmla="*/ 185913 h 834218"/>
                <a:gd name="connsiteX190-39999" fmla="*/ 1149134 w 3024845"/>
                <a:gd name="connsiteY190-40000" fmla="*/ 185913 h 834218"/>
                <a:gd name="connsiteX191-40001" fmla="*/ 1149134 w 3024845"/>
                <a:gd name="connsiteY191-40002" fmla="*/ 216177 h 834218"/>
                <a:gd name="connsiteX192-40003" fmla="*/ 1149894 w 3024845"/>
                <a:gd name="connsiteY192-40004" fmla="*/ 216177 h 834218"/>
                <a:gd name="connsiteX193-40005" fmla="*/ 1155214 w 3024845"/>
                <a:gd name="connsiteY193-40006" fmla="*/ 216177 h 834218"/>
                <a:gd name="connsiteX194-40007" fmla="*/ 1155214 w 3024845"/>
                <a:gd name="connsiteY194-40008" fmla="*/ 217258 h 834218"/>
                <a:gd name="connsiteX195-40009" fmla="*/ 1155214 w 3024845"/>
                <a:gd name="connsiteY195-40010" fmla="*/ 224825 h 834218"/>
                <a:gd name="connsiteX196-40011" fmla="*/ 1159268 w 3024845"/>
                <a:gd name="connsiteY196-40012" fmla="*/ 255089 h 834218"/>
                <a:gd name="connsiteX197-40013" fmla="*/ 1160028 w 3024845"/>
                <a:gd name="connsiteY197-40014" fmla="*/ 255089 h 834218"/>
                <a:gd name="connsiteX198-40015" fmla="*/ 1165348 w 3024845"/>
                <a:gd name="connsiteY198-40016" fmla="*/ 255089 h 834218"/>
                <a:gd name="connsiteX199-40017" fmla="*/ 1165348 w 3024845"/>
                <a:gd name="connsiteY199-40018" fmla="*/ 255900 h 834218"/>
                <a:gd name="connsiteX200-40019" fmla="*/ 1165348 w 3024845"/>
                <a:gd name="connsiteY200-40020" fmla="*/ 261575 h 834218"/>
                <a:gd name="connsiteX201-40021" fmla="*/ 1166361 w 3024845"/>
                <a:gd name="connsiteY201-40022" fmla="*/ 261575 h 834218"/>
                <a:gd name="connsiteX202-40023" fmla="*/ 1173454 w 3024845"/>
                <a:gd name="connsiteY202-40024" fmla="*/ 261575 h 834218"/>
                <a:gd name="connsiteX203-40025" fmla="*/ 1173454 w 3024845"/>
                <a:gd name="connsiteY203-40026" fmla="*/ 291840 h 834218"/>
                <a:gd name="connsiteX204-40027" fmla="*/ 1175481 w 3024845"/>
                <a:gd name="connsiteY204-40028" fmla="*/ 291840 h 834218"/>
                <a:gd name="connsiteX205-40029" fmla="*/ 1189668 w 3024845"/>
                <a:gd name="connsiteY205-40030" fmla="*/ 291840 h 834218"/>
                <a:gd name="connsiteX206-40031" fmla="*/ 1189668 w 3024845"/>
                <a:gd name="connsiteY206-40032" fmla="*/ 315619 h 834218"/>
                <a:gd name="connsiteX207-40033" fmla="*/ 1191695 w 3024845"/>
                <a:gd name="connsiteY207-40034" fmla="*/ 317240 h 834218"/>
                <a:gd name="connsiteX208-40035" fmla="*/ 1191695 w 3024845"/>
                <a:gd name="connsiteY208-40036" fmla="*/ 328590 h 834218"/>
                <a:gd name="connsiteX209-40037" fmla="*/ 1192455 w 3024845"/>
                <a:gd name="connsiteY209-40038" fmla="*/ 328590 h 834218"/>
                <a:gd name="connsiteX210-40039" fmla="*/ 1197775 w 3024845"/>
                <a:gd name="connsiteY210-40040" fmla="*/ 328590 h 834218"/>
                <a:gd name="connsiteX211-40041" fmla="*/ 1197775 w 3024845"/>
                <a:gd name="connsiteY211-40042" fmla="*/ 352369 h 834218"/>
                <a:gd name="connsiteX212-40043" fmla="*/ 1199041 w 3024845"/>
                <a:gd name="connsiteY212-40044" fmla="*/ 352369 h 834218"/>
                <a:gd name="connsiteX213-40045" fmla="*/ 1207908 w 3024845"/>
                <a:gd name="connsiteY213-40046" fmla="*/ 352369 h 834218"/>
                <a:gd name="connsiteX214-40047" fmla="*/ 1209935 w 3024845"/>
                <a:gd name="connsiteY214-40048" fmla="*/ 356423 h 834218"/>
                <a:gd name="connsiteX215-40049" fmla="*/ 1209935 w 3024845"/>
                <a:gd name="connsiteY215-40050" fmla="*/ 369664 h 834218"/>
                <a:gd name="connsiteX216-40051" fmla="*/ 1211455 w 3024845"/>
                <a:gd name="connsiteY216-40052" fmla="*/ 367772 h 834218"/>
                <a:gd name="connsiteX217-40053" fmla="*/ 1222095 w 3024845"/>
                <a:gd name="connsiteY217-40054" fmla="*/ 354531 h 834218"/>
                <a:gd name="connsiteX218-40055" fmla="*/ 1250469 w 3024845"/>
                <a:gd name="connsiteY218-40056" fmla="*/ 354531 h 834218"/>
                <a:gd name="connsiteX219-40057" fmla="*/ 1250469 w 3024845"/>
                <a:gd name="connsiteY219-40058" fmla="*/ 441002 h 834218"/>
                <a:gd name="connsiteX220-40059" fmla="*/ 1251229 w 3024845"/>
                <a:gd name="connsiteY220-40060" fmla="*/ 441002 h 834218"/>
                <a:gd name="connsiteX221-40061" fmla="*/ 1256549 w 3024845"/>
                <a:gd name="connsiteY221-40062" fmla="*/ 441002 h 834218"/>
                <a:gd name="connsiteX222-40063" fmla="*/ 1257309 w 3024845"/>
                <a:gd name="connsiteY222-40064" fmla="*/ 439651 h 834218"/>
                <a:gd name="connsiteX223-40065" fmla="*/ 1262629 w 3024845"/>
                <a:gd name="connsiteY223-40066" fmla="*/ 430193 h 834218"/>
                <a:gd name="connsiteX224-40067" fmla="*/ 1262629 w 3024845"/>
                <a:gd name="connsiteY224-40068" fmla="*/ 432085 h 834218"/>
                <a:gd name="connsiteX225-40069" fmla="*/ 1262629 w 3024845"/>
                <a:gd name="connsiteY225-40070" fmla="*/ 445326 h 834218"/>
                <a:gd name="connsiteX226-40071" fmla="*/ 1266682 w 3024845"/>
                <a:gd name="connsiteY226-40072" fmla="*/ 399929 h 834218"/>
                <a:gd name="connsiteX227-40073" fmla="*/ 1267442 w 3024845"/>
                <a:gd name="connsiteY227-40074" fmla="*/ 399929 h 834218"/>
                <a:gd name="connsiteX228-40075" fmla="*/ 1272762 w 3024845"/>
                <a:gd name="connsiteY228-40076" fmla="*/ 399929 h 834218"/>
                <a:gd name="connsiteX229-40077" fmla="*/ 1272762 w 3024845"/>
                <a:gd name="connsiteY229-40078" fmla="*/ 335075 h 834218"/>
                <a:gd name="connsiteX230-40079" fmla="*/ 1273776 w 3024845"/>
                <a:gd name="connsiteY230-40080" fmla="*/ 335075 h 834218"/>
                <a:gd name="connsiteX231-40081" fmla="*/ 1280869 w 3024845"/>
                <a:gd name="connsiteY231-40082" fmla="*/ 335075 h 834218"/>
                <a:gd name="connsiteX232-40083" fmla="*/ 1293029 w 3024845"/>
                <a:gd name="connsiteY232-40084" fmla="*/ 291840 h 834218"/>
                <a:gd name="connsiteX233-40085" fmla="*/ 1294296 w 3024845"/>
                <a:gd name="connsiteY233-40086" fmla="*/ 291840 h 834218"/>
                <a:gd name="connsiteX234-40087" fmla="*/ 1303163 w 3024845"/>
                <a:gd name="connsiteY234-40088" fmla="*/ 291840 h 834218"/>
                <a:gd name="connsiteX235-40089" fmla="*/ 1313296 w 3024845"/>
                <a:gd name="connsiteY235-40090" fmla="*/ 335075 h 834218"/>
                <a:gd name="connsiteX236-40091" fmla="*/ 1314309 w 3024845"/>
                <a:gd name="connsiteY236-40092" fmla="*/ 335075 h 834218"/>
                <a:gd name="connsiteX237-40093" fmla="*/ 1321403 w 3024845"/>
                <a:gd name="connsiteY237-40094" fmla="*/ 335075 h 834218"/>
                <a:gd name="connsiteX238-40095" fmla="*/ 1321403 w 3024845"/>
                <a:gd name="connsiteY238-40096" fmla="*/ 373987 h 834218"/>
                <a:gd name="connsiteX239-40097" fmla="*/ 1323176 w 3024845"/>
                <a:gd name="connsiteY239-40098" fmla="*/ 373987 h 834218"/>
                <a:gd name="connsiteX240-40099" fmla="*/ 1335590 w 3024845"/>
                <a:gd name="connsiteY240-40100" fmla="*/ 373987 h 834218"/>
                <a:gd name="connsiteX241-40101" fmla="*/ 1335590 w 3024845"/>
                <a:gd name="connsiteY241-40102" fmla="*/ 376149 h 834218"/>
                <a:gd name="connsiteX242-40103" fmla="*/ 1335590 w 3024845"/>
                <a:gd name="connsiteY242-40104" fmla="*/ 391281 h 834218"/>
                <a:gd name="connsiteX243-40105" fmla="*/ 1339643 w 3024845"/>
                <a:gd name="connsiteY243-40106" fmla="*/ 389120 h 834218"/>
                <a:gd name="connsiteX244-40107" fmla="*/ 1339643 w 3024845"/>
                <a:gd name="connsiteY244-40108" fmla="*/ 373987 h 834218"/>
                <a:gd name="connsiteX245-40109" fmla="*/ 1341163 w 3024845"/>
                <a:gd name="connsiteY245-40110" fmla="*/ 373987 h 834218"/>
                <a:gd name="connsiteX246-40111" fmla="*/ 1351803 w 3024845"/>
                <a:gd name="connsiteY246-40112" fmla="*/ 373987 h 834218"/>
                <a:gd name="connsiteX247-40113" fmla="*/ 1351803 w 3024845"/>
                <a:gd name="connsiteY247-40114" fmla="*/ 375608 h 834218"/>
                <a:gd name="connsiteX248-40115" fmla="*/ 1351803 w 3024845"/>
                <a:gd name="connsiteY248-40116" fmla="*/ 386958 h 834218"/>
                <a:gd name="connsiteX249-40117" fmla="*/ 1382204 w 3024845"/>
                <a:gd name="connsiteY249-40118" fmla="*/ 386958 h 834218"/>
                <a:gd name="connsiteX250-40119" fmla="*/ 1382204 w 3024845"/>
                <a:gd name="connsiteY250-40120" fmla="*/ 350208 h 834218"/>
                <a:gd name="connsiteX251-40121" fmla="*/ 1383470 w 3024845"/>
                <a:gd name="connsiteY251-40122" fmla="*/ 350208 h 834218"/>
                <a:gd name="connsiteX252-40123" fmla="*/ 1392337 w 3024845"/>
                <a:gd name="connsiteY252-40124" fmla="*/ 350208 h 834218"/>
                <a:gd name="connsiteX253-40125" fmla="*/ 1392337 w 3024845"/>
                <a:gd name="connsiteY253-40126" fmla="*/ 371825 h 834218"/>
                <a:gd name="connsiteX254-40127" fmla="*/ 1394364 w 3024845"/>
                <a:gd name="connsiteY254-40128" fmla="*/ 339399 h 834218"/>
                <a:gd name="connsiteX255-40129" fmla="*/ 1416657 w 3024845"/>
                <a:gd name="connsiteY255-40130" fmla="*/ 339399 h 834218"/>
                <a:gd name="connsiteX256-40131" fmla="*/ 1416657 w 3024845"/>
                <a:gd name="connsiteY256-40132" fmla="*/ 337777 h 834218"/>
                <a:gd name="connsiteX257-40133" fmla="*/ 1416657 w 3024845"/>
                <a:gd name="connsiteY257-40134" fmla="*/ 326428 h 834218"/>
                <a:gd name="connsiteX258-40135" fmla="*/ 1417417 w 3024845"/>
                <a:gd name="connsiteY258-40136" fmla="*/ 326428 h 834218"/>
                <a:gd name="connsiteX259-40137" fmla="*/ 1422737 w 3024845"/>
                <a:gd name="connsiteY259-40138" fmla="*/ 326428 h 834218"/>
                <a:gd name="connsiteX260-40139" fmla="*/ 1422737 w 3024845"/>
                <a:gd name="connsiteY260-40140" fmla="*/ 324537 h 834218"/>
                <a:gd name="connsiteX261-40141" fmla="*/ 1422737 w 3024845"/>
                <a:gd name="connsiteY261-40142" fmla="*/ 311296 h 834218"/>
                <a:gd name="connsiteX262-40143" fmla="*/ 1426791 w 3024845"/>
                <a:gd name="connsiteY262-40144" fmla="*/ 317781 h 834218"/>
                <a:gd name="connsiteX263-40145" fmla="*/ 1429071 w 3024845"/>
                <a:gd name="connsiteY263-40146" fmla="*/ 317781 h 834218"/>
                <a:gd name="connsiteX264-40147" fmla="*/ 1445031 w 3024845"/>
                <a:gd name="connsiteY264-40148" fmla="*/ 317781 h 834218"/>
                <a:gd name="connsiteX265-40149" fmla="*/ 1445031 w 3024845"/>
                <a:gd name="connsiteY265-40150" fmla="*/ 316970 h 834218"/>
                <a:gd name="connsiteX266-40151" fmla="*/ 1445031 w 3024845"/>
                <a:gd name="connsiteY266-40152" fmla="*/ 311296 h 834218"/>
                <a:gd name="connsiteX267-40153" fmla="*/ 1445791 w 3024845"/>
                <a:gd name="connsiteY267-40154" fmla="*/ 311296 h 834218"/>
                <a:gd name="connsiteX268-40155" fmla="*/ 1451111 w 3024845"/>
                <a:gd name="connsiteY268-40156" fmla="*/ 311296 h 834218"/>
                <a:gd name="connsiteX269-40157" fmla="*/ 1451111 w 3024845"/>
                <a:gd name="connsiteY269-40158" fmla="*/ 312647 h 834218"/>
                <a:gd name="connsiteX270-40159" fmla="*/ 1451111 w 3024845"/>
                <a:gd name="connsiteY270-40160" fmla="*/ 322105 h 834218"/>
                <a:gd name="connsiteX271-40161" fmla="*/ 1489618 w 3024845"/>
                <a:gd name="connsiteY271-40162" fmla="*/ 322105 h 834218"/>
                <a:gd name="connsiteX272-40163" fmla="*/ 1489618 w 3024845"/>
                <a:gd name="connsiteY272-40164" fmla="*/ 460458 h 834218"/>
                <a:gd name="connsiteX273-40165" fmla="*/ 1491138 w 3024845"/>
                <a:gd name="connsiteY273-40166" fmla="*/ 460458 h 834218"/>
                <a:gd name="connsiteX274-40167" fmla="*/ 1501778 w 3024845"/>
                <a:gd name="connsiteY274-40168" fmla="*/ 460458 h 834218"/>
                <a:gd name="connsiteX275-40169" fmla="*/ 1501778 w 3024845"/>
                <a:gd name="connsiteY275-40170" fmla="*/ 447488 h 834218"/>
                <a:gd name="connsiteX276-40171" fmla="*/ 1505832 w 3024845"/>
                <a:gd name="connsiteY276-40172" fmla="*/ 447488 h 834218"/>
                <a:gd name="connsiteX277-40173" fmla="*/ 1505832 w 3024845"/>
                <a:gd name="connsiteY277-40174" fmla="*/ 460458 h 834218"/>
                <a:gd name="connsiteX278-40175" fmla="*/ 1536232 w 3024845"/>
                <a:gd name="connsiteY278-40176" fmla="*/ 460458 h 834218"/>
                <a:gd name="connsiteX279-40177" fmla="*/ 1536232 w 3024845"/>
                <a:gd name="connsiteY279-40178" fmla="*/ 430193 h 834218"/>
                <a:gd name="connsiteX280-40179" fmla="*/ 1548392 w 3024845"/>
                <a:gd name="connsiteY280-40180" fmla="*/ 430193 h 834218"/>
                <a:gd name="connsiteX281-40181" fmla="*/ 1560552 w 3024845"/>
                <a:gd name="connsiteY281-40182" fmla="*/ 428032 h 834218"/>
                <a:gd name="connsiteX282-40183" fmla="*/ 1564606 w 3024845"/>
                <a:gd name="connsiteY282-40184" fmla="*/ 430193 h 834218"/>
                <a:gd name="connsiteX283-40185" fmla="*/ 1574739 w 3024845"/>
                <a:gd name="connsiteY283-40186" fmla="*/ 430193 h 834218"/>
                <a:gd name="connsiteX284-40187" fmla="*/ 1574739 w 3024845"/>
                <a:gd name="connsiteY284-40188" fmla="*/ 460458 h 834218"/>
                <a:gd name="connsiteX285-40189" fmla="*/ 1582846 w 3024845"/>
                <a:gd name="connsiteY285-40190" fmla="*/ 460458 h 834218"/>
                <a:gd name="connsiteX286-40191" fmla="*/ 1582846 w 3024845"/>
                <a:gd name="connsiteY286-40192" fmla="*/ 477753 h 834218"/>
                <a:gd name="connsiteX287-40193" fmla="*/ 1592182 w 3024845"/>
                <a:gd name="connsiteY287-40194" fmla="*/ 478658 h 834218"/>
                <a:gd name="connsiteX288-40195" fmla="*/ 1605140 w 3024845"/>
                <a:gd name="connsiteY288-40196" fmla="*/ 478658 h 834218"/>
                <a:gd name="connsiteX289-40197" fmla="*/ 1605140 w 3024845"/>
                <a:gd name="connsiteY289-40198" fmla="*/ 462620 h 834218"/>
                <a:gd name="connsiteX290-40199" fmla="*/ 1673096 w 3024845"/>
                <a:gd name="connsiteY290-40200" fmla="*/ 462620 h 834218"/>
                <a:gd name="connsiteX291-40201" fmla="*/ 1673096 w 3024845"/>
                <a:gd name="connsiteY291-40202" fmla="*/ 377367 h 834218"/>
                <a:gd name="connsiteX292-40203" fmla="*/ 1745104 w 3024845"/>
                <a:gd name="connsiteY292-40204" fmla="*/ 377367 h 834218"/>
                <a:gd name="connsiteX293-40205" fmla="*/ 1745104 w 3024845"/>
                <a:gd name="connsiteY293-40206" fmla="*/ 456135 h 834218"/>
                <a:gd name="connsiteX294-40207" fmla="*/ 1747008 w 3024845"/>
                <a:gd name="connsiteY294-40208" fmla="*/ 456135 h 834218"/>
                <a:gd name="connsiteX295-40209" fmla="*/ 1748250 w 3024845"/>
                <a:gd name="connsiteY295-40210" fmla="*/ 478658 h 834218"/>
                <a:gd name="connsiteX296-40211" fmla="*/ 1757926 w 3024845"/>
                <a:gd name="connsiteY296-40212" fmla="*/ 478658 h 834218"/>
                <a:gd name="connsiteX297-40213" fmla="*/ 1759168 w 3024845"/>
                <a:gd name="connsiteY297-40214" fmla="*/ 456135 h 834218"/>
                <a:gd name="connsiteX298-40215" fmla="*/ 1765248 w 3024845"/>
                <a:gd name="connsiteY298-40216" fmla="*/ 456135 h 834218"/>
                <a:gd name="connsiteX299-40217" fmla="*/ 1766490 w 3024845"/>
                <a:gd name="connsiteY299-40218" fmla="*/ 478658 h 834218"/>
                <a:gd name="connsiteX300-40219" fmla="*/ 1817112 w 3024845"/>
                <a:gd name="connsiteY300-40220" fmla="*/ 478658 h 834218"/>
                <a:gd name="connsiteX301-40221" fmla="*/ 1817112 w 3024845"/>
                <a:gd name="connsiteY301-40222" fmla="*/ 315630 h 834218"/>
                <a:gd name="connsiteX302-40223" fmla="*/ 2014439 w 3024845"/>
                <a:gd name="connsiteY302-40224" fmla="*/ 315630 h 834218"/>
                <a:gd name="connsiteX303-40225" fmla="*/ 2014439 w 3024845"/>
                <a:gd name="connsiteY303-40226" fmla="*/ 478658 h 834218"/>
                <a:gd name="connsiteX304-40227" fmla="*/ 2033136 w 3024845"/>
                <a:gd name="connsiteY304-40228" fmla="*/ 478658 h 834218"/>
                <a:gd name="connsiteX305-40229" fmla="*/ 2033136 w 3024845"/>
                <a:gd name="connsiteY305-40230" fmla="*/ 395965 h 834218"/>
                <a:gd name="connsiteX306-40231" fmla="*/ 2128256 w 3024845"/>
                <a:gd name="connsiteY306-40232" fmla="*/ 395965 h 834218"/>
                <a:gd name="connsiteX307-40233" fmla="*/ 2180720 w 3024845"/>
                <a:gd name="connsiteY307-40234" fmla="*/ 330752 h 834218"/>
                <a:gd name="connsiteX308-40235" fmla="*/ 2245574 w 3024845"/>
                <a:gd name="connsiteY308-40236" fmla="*/ 330752 h 834218"/>
                <a:gd name="connsiteX309-40237" fmla="*/ 2245574 w 3024845"/>
                <a:gd name="connsiteY309-40238" fmla="*/ 406414 h 834218"/>
                <a:gd name="connsiteX310-40239" fmla="*/ 2253681 w 3024845"/>
                <a:gd name="connsiteY310-40240" fmla="*/ 406414 h 834218"/>
                <a:gd name="connsiteX311-40241" fmla="*/ 2255708 w 3024845"/>
                <a:gd name="connsiteY311-40242" fmla="*/ 399929 h 834218"/>
                <a:gd name="connsiteX312-40243" fmla="*/ 2261788 w 3024845"/>
                <a:gd name="connsiteY312-40244" fmla="*/ 399929 h 834218"/>
                <a:gd name="connsiteX313-40245" fmla="*/ 2263815 w 3024845"/>
                <a:gd name="connsiteY313-40246" fmla="*/ 408576 h 834218"/>
                <a:gd name="connsiteX314-40247" fmla="*/ 2275975 w 3024845"/>
                <a:gd name="connsiteY314-40248" fmla="*/ 408576 h 834218"/>
                <a:gd name="connsiteX315-40249" fmla="*/ 2275975 w 3024845"/>
                <a:gd name="connsiteY315-40250" fmla="*/ 402090 h 834218"/>
                <a:gd name="connsiteX316-40251" fmla="*/ 2298268 w 3024845"/>
                <a:gd name="connsiteY316-40252" fmla="*/ 402090 h 834218"/>
                <a:gd name="connsiteX317-40253" fmla="*/ 2298268 w 3024845"/>
                <a:gd name="connsiteY317-40254" fmla="*/ 408576 h 834218"/>
                <a:gd name="connsiteX318-40255" fmla="*/ 2318535 w 3024845"/>
                <a:gd name="connsiteY318-40256" fmla="*/ 408576 h 834218"/>
                <a:gd name="connsiteX319-40257" fmla="*/ 2318535 w 3024845"/>
                <a:gd name="connsiteY319-40258" fmla="*/ 453973 h 834218"/>
                <a:gd name="connsiteX320-40259" fmla="*/ 2332722 w 3024845"/>
                <a:gd name="connsiteY320-40260" fmla="*/ 453973 h 834218"/>
                <a:gd name="connsiteX321-40261" fmla="*/ 2332722 w 3024845"/>
                <a:gd name="connsiteY321-40262" fmla="*/ 441002 h 834218"/>
                <a:gd name="connsiteX322-40263" fmla="*/ 2348936 w 3024845"/>
                <a:gd name="connsiteY322-40264" fmla="*/ 441002 h 834218"/>
                <a:gd name="connsiteX323-40265" fmla="*/ 2348936 w 3024845"/>
                <a:gd name="connsiteY323-40266" fmla="*/ 261575 h 834218"/>
                <a:gd name="connsiteX324-40267" fmla="*/ 2355016 w 3024845"/>
                <a:gd name="connsiteY324-40268" fmla="*/ 255089 h 834218"/>
                <a:gd name="connsiteX325-40269" fmla="*/ 2427977 w 3024845"/>
                <a:gd name="connsiteY325-40270" fmla="*/ 255089 h 834218"/>
                <a:gd name="connsiteX326-40271" fmla="*/ 2427977 w 3024845"/>
                <a:gd name="connsiteY326-40272" fmla="*/ 263737 h 834218"/>
                <a:gd name="connsiteX327-40273" fmla="*/ 2438110 w 3024845"/>
                <a:gd name="connsiteY327-40274" fmla="*/ 263737 h 834218"/>
                <a:gd name="connsiteX328-40275" fmla="*/ 2438110 w 3024845"/>
                <a:gd name="connsiteY328-40276" fmla="*/ 378311 h 834218"/>
                <a:gd name="connsiteX329-40277" fmla="*/ 2460404 w 3024845"/>
                <a:gd name="connsiteY329-40278" fmla="*/ 378311 h 834218"/>
                <a:gd name="connsiteX330-40279" fmla="*/ 2460404 w 3024845"/>
                <a:gd name="connsiteY330-40280" fmla="*/ 311296 h 834218"/>
                <a:gd name="connsiteX331-40281" fmla="*/ 2486751 w 3024845"/>
                <a:gd name="connsiteY331-40282" fmla="*/ 311296 h 834218"/>
                <a:gd name="connsiteX332-40283" fmla="*/ 2490804 w 3024845"/>
                <a:gd name="connsiteY332-40284" fmla="*/ 306972 h 834218"/>
                <a:gd name="connsiteX333-40285" fmla="*/ 2498911 w 3024845"/>
                <a:gd name="connsiteY333-40286" fmla="*/ 306972 h 834218"/>
                <a:gd name="connsiteX334-40287" fmla="*/ 2502964 w 3024845"/>
                <a:gd name="connsiteY334-40288" fmla="*/ 311296 h 834218"/>
                <a:gd name="connsiteX335-40289" fmla="*/ 2525258 w 3024845"/>
                <a:gd name="connsiteY335-40290" fmla="*/ 311296 h 834218"/>
                <a:gd name="connsiteX336-40291" fmla="*/ 2525258 w 3024845"/>
                <a:gd name="connsiteY336-40292" fmla="*/ 194560 h 834218"/>
                <a:gd name="connsiteX337-40293" fmla="*/ 2582005 w 3024845"/>
                <a:gd name="connsiteY337-40294" fmla="*/ 183751 h 834218"/>
                <a:gd name="connsiteX338-40295" fmla="*/ 2582005 w 3024845"/>
                <a:gd name="connsiteY338-40296" fmla="*/ 184832 h 834218"/>
                <a:gd name="connsiteX339-40297" fmla="*/ 2582005 w 3024845"/>
                <a:gd name="connsiteY339-40298" fmla="*/ 192398 h 834218"/>
                <a:gd name="connsiteX340-40299" fmla="*/ 2608352 w 3024845"/>
                <a:gd name="connsiteY340-40300" fmla="*/ 192398 h 834218"/>
                <a:gd name="connsiteX341-40301" fmla="*/ 2608352 w 3024845"/>
                <a:gd name="connsiteY341-40302" fmla="*/ 447488 h 834218"/>
                <a:gd name="connsiteX342-40303" fmla="*/ 2630646 w 3024845"/>
                <a:gd name="connsiteY342-40304" fmla="*/ 447488 h 834218"/>
                <a:gd name="connsiteX343-40305" fmla="*/ 2630646 w 3024845"/>
                <a:gd name="connsiteY343-40306" fmla="*/ 443164 h 834218"/>
                <a:gd name="connsiteX344-40307" fmla="*/ 2642806 w 3024845"/>
                <a:gd name="connsiteY344-40308" fmla="*/ 443164 h 834218"/>
                <a:gd name="connsiteX345-40309" fmla="*/ 2642806 w 3024845"/>
                <a:gd name="connsiteY345-40310" fmla="*/ 447488 h 834218"/>
                <a:gd name="connsiteX346-40311" fmla="*/ 2667126 w 3024845"/>
                <a:gd name="connsiteY346-40312" fmla="*/ 447488 h 834218"/>
                <a:gd name="connsiteX347-40313" fmla="*/ 2667126 w 3024845"/>
                <a:gd name="connsiteY347-40314" fmla="*/ 434517 h 834218"/>
                <a:gd name="connsiteX348-40315" fmla="*/ 2695500 w 3024845"/>
                <a:gd name="connsiteY348-40316" fmla="*/ 434517 h 834218"/>
                <a:gd name="connsiteX349-40317" fmla="*/ 2707660 w 3024845"/>
                <a:gd name="connsiteY349-40318" fmla="*/ 430193 h 834218"/>
                <a:gd name="connsiteX350-40319" fmla="*/ 2727927 w 3024845"/>
                <a:gd name="connsiteY350-40320" fmla="*/ 434517 h 834218"/>
                <a:gd name="connsiteX351-40321" fmla="*/ 2727927 w 3024845"/>
                <a:gd name="connsiteY351-40322" fmla="*/ 417223 h 834218"/>
                <a:gd name="connsiteX352-40323" fmla="*/ 2736034 w 3024845"/>
                <a:gd name="connsiteY352-40324" fmla="*/ 417223 h 834218"/>
                <a:gd name="connsiteX353-40325" fmla="*/ 2736034 w 3024845"/>
                <a:gd name="connsiteY353-40326" fmla="*/ 404252 h 834218"/>
                <a:gd name="connsiteX354-40327" fmla="*/ 2792781 w 3024845"/>
                <a:gd name="connsiteY354-40328" fmla="*/ 404252 h 834218"/>
                <a:gd name="connsiteX355-40329" fmla="*/ 2792781 w 3024845"/>
                <a:gd name="connsiteY355-40330" fmla="*/ 373987 h 834218"/>
                <a:gd name="connsiteX356-40331" fmla="*/ 2811021 w 3024845"/>
                <a:gd name="connsiteY356-40332" fmla="*/ 373987 h 834218"/>
                <a:gd name="connsiteX357-40333" fmla="*/ 2811021 w 3024845"/>
                <a:gd name="connsiteY357-40334" fmla="*/ 367502 h 834218"/>
                <a:gd name="connsiteX358-40335" fmla="*/ 2823181 w 3024845"/>
                <a:gd name="connsiteY358-40336" fmla="*/ 367502 h 834218"/>
                <a:gd name="connsiteX359-40337" fmla="*/ 2823181 w 3024845"/>
                <a:gd name="connsiteY359-40338" fmla="*/ 373987 h 834218"/>
                <a:gd name="connsiteX360-40339" fmla="*/ 2839395 w 3024845"/>
                <a:gd name="connsiteY360-40340" fmla="*/ 373987 h 834218"/>
                <a:gd name="connsiteX361-40341" fmla="*/ 2839395 w 3024845"/>
                <a:gd name="connsiteY361-40342" fmla="*/ 423708 h 834218"/>
                <a:gd name="connsiteX362-40343" fmla="*/ 2871822 w 3024845"/>
                <a:gd name="connsiteY362-40344" fmla="*/ 423708 h 834218"/>
                <a:gd name="connsiteX363-40345" fmla="*/ 2871822 w 3024845"/>
                <a:gd name="connsiteY363-40346" fmla="*/ 397767 h 834218"/>
                <a:gd name="connsiteX364-40347" fmla="*/ 2910329 w 3024845"/>
                <a:gd name="connsiteY364-40348" fmla="*/ 397767 h 834218"/>
                <a:gd name="connsiteX365-40349" fmla="*/ 2910329 w 3024845"/>
                <a:gd name="connsiteY365-40350" fmla="*/ 367502 h 834218"/>
                <a:gd name="connsiteX366-40351" fmla="*/ 2958970 w 3024845"/>
                <a:gd name="connsiteY366-40352" fmla="*/ 367502 h 834218"/>
                <a:gd name="connsiteX367-40353" fmla="*/ 2958970 w 3024845"/>
                <a:gd name="connsiteY367-40354" fmla="*/ 478658 h 834218"/>
                <a:gd name="connsiteX368-40355" fmla="*/ 2958970 w 3024845"/>
                <a:gd name="connsiteY368-40356" fmla="*/ 492437 h 834218"/>
                <a:gd name="connsiteX369-40357" fmla="*/ 3024845 w 3024845"/>
                <a:gd name="connsiteY369-40358" fmla="*/ 492437 h 834218"/>
                <a:gd name="connsiteX370-40359" fmla="*/ 3024845 w 3024845"/>
                <a:gd name="connsiteY370-40360" fmla="*/ 834218 h 834218"/>
                <a:gd name="connsiteX371-40361" fmla="*/ 2054 w 3024845"/>
                <a:gd name="connsiteY371-40362" fmla="*/ 831885 h 834218"/>
                <a:gd name="connsiteX372-40363" fmla="*/ 0 w 3024845"/>
                <a:gd name="connsiteY372-40364" fmla="*/ 397767 h 834218"/>
                <a:gd name="connsiteX373-40365" fmla="*/ 20267 w 3024845"/>
                <a:gd name="connsiteY373-40366" fmla="*/ 397767 h 834218"/>
                <a:gd name="connsiteX374-40367" fmla="*/ 20774 w 3024845"/>
                <a:gd name="connsiteY374-40368" fmla="*/ 396686 h 834218"/>
                <a:gd name="connsiteX375-40369" fmla="*/ 24320 w 3024845"/>
                <a:gd name="connsiteY375-40370" fmla="*/ 389120 h 834218"/>
                <a:gd name="connsiteX376-40371" fmla="*/ 26094 w 3024845"/>
                <a:gd name="connsiteY376-40372" fmla="*/ 389390 h 834218"/>
                <a:gd name="connsiteX377-40373" fmla="*/ 38507 w 3024845"/>
                <a:gd name="connsiteY377-40374" fmla="*/ 391281 h 834218"/>
                <a:gd name="connsiteX378-40375" fmla="*/ 39014 w 3024845"/>
                <a:gd name="connsiteY378-40376" fmla="*/ 392633 h 834218"/>
                <a:gd name="connsiteX379-40377" fmla="*/ 42560 w 3024845"/>
                <a:gd name="connsiteY379-40378" fmla="*/ 402090 h 834218"/>
                <a:gd name="connsiteX380-40379" fmla="*/ 68907 w 3024845"/>
                <a:gd name="connsiteY380-40380" fmla="*/ 404252 h 834218"/>
                <a:gd name="connsiteX381-40381" fmla="*/ 68907 w 3024845"/>
                <a:gd name="connsiteY381-40382" fmla="*/ 281031 h 834218"/>
                <a:gd name="connsiteX382-40383" fmla="*/ 70934 w 3024845"/>
                <a:gd name="connsiteY382-40384" fmla="*/ 281031 h 834218"/>
                <a:gd name="connsiteX383-40385" fmla="*/ 85121 w 3024845"/>
                <a:gd name="connsiteY383-40386" fmla="*/ 281031 h 834218"/>
                <a:gd name="connsiteX384-40387" fmla="*/ 85121 w 3024845"/>
                <a:gd name="connsiteY384-40388" fmla="*/ 144839 h 834218"/>
                <a:gd name="connsiteX385-40389" fmla="*/ 86894 w 3024845"/>
                <a:gd name="connsiteY385-40390" fmla="*/ 144839 h 834218"/>
                <a:gd name="connsiteX386-40391" fmla="*/ 99308 w 3024845"/>
                <a:gd name="connsiteY386-40392" fmla="*/ 144839 h 834218"/>
                <a:gd name="connsiteX387-40393" fmla="*/ 99308 w 3024845"/>
                <a:gd name="connsiteY387-40394" fmla="*/ 30265 h 834218"/>
                <a:gd name="connsiteX388-40395" fmla="*/ 103361 w 3024845"/>
                <a:gd name="connsiteY388-40396" fmla="*/ 2161 h 834218"/>
                <a:gd name="connsiteX0-40397" fmla="*/ 103361 w 3024845"/>
                <a:gd name="connsiteY0-40398" fmla="*/ 2161 h 834218"/>
                <a:gd name="connsiteX1-40399" fmla="*/ 200642 w 3024845"/>
                <a:gd name="connsiteY1-40400" fmla="*/ 0 h 834218"/>
                <a:gd name="connsiteX2-40401" fmla="*/ 202669 w 3024845"/>
                <a:gd name="connsiteY2-40402" fmla="*/ 0 h 834218"/>
                <a:gd name="connsiteX3-40403" fmla="*/ 220909 w 3024845"/>
                <a:gd name="connsiteY3-40404" fmla="*/ 144839 h 834218"/>
                <a:gd name="connsiteX4-40405" fmla="*/ 223189 w 3024845"/>
                <a:gd name="connsiteY4-40406" fmla="*/ 144839 h 834218"/>
                <a:gd name="connsiteX5-40407" fmla="*/ 239150 w 3024845"/>
                <a:gd name="connsiteY5-40408" fmla="*/ 144839 h 834218"/>
                <a:gd name="connsiteX6-40409" fmla="*/ 239150 w 3024845"/>
                <a:gd name="connsiteY6-40410" fmla="*/ 285354 h 834218"/>
                <a:gd name="connsiteX7-40411" fmla="*/ 240670 w 3024845"/>
                <a:gd name="connsiteY7-40412" fmla="*/ 285084 h 834218"/>
                <a:gd name="connsiteX8-40413" fmla="*/ 251310 w 3024845"/>
                <a:gd name="connsiteY8-40414" fmla="*/ 283193 h 834218"/>
                <a:gd name="connsiteX9-40415" fmla="*/ 249283 w 3024845"/>
                <a:gd name="connsiteY9-40416" fmla="*/ 371825 h 834218"/>
                <a:gd name="connsiteX10-40417" fmla="*/ 250803 w 3024845"/>
                <a:gd name="connsiteY10-40418" fmla="*/ 372096 h 834218"/>
                <a:gd name="connsiteX11-40419" fmla="*/ 261443 w 3024845"/>
                <a:gd name="connsiteY11-40420" fmla="*/ 373987 h 834218"/>
                <a:gd name="connsiteX12-40421" fmla="*/ 261696 w 3024845"/>
                <a:gd name="connsiteY12-40422" fmla="*/ 374798 h 834218"/>
                <a:gd name="connsiteX13-40423" fmla="*/ 263470 w 3024845"/>
                <a:gd name="connsiteY13-40424" fmla="*/ 380473 h 834218"/>
                <a:gd name="connsiteX14-40425" fmla="*/ 264230 w 3024845"/>
                <a:gd name="connsiteY14-40426" fmla="*/ 378041 h 834218"/>
                <a:gd name="connsiteX15-40427" fmla="*/ 269550 w 3024845"/>
                <a:gd name="connsiteY15-40428" fmla="*/ 361017 h 834218"/>
                <a:gd name="connsiteX16-40429" fmla="*/ 271323 w 3024845"/>
                <a:gd name="connsiteY16-40430" fmla="*/ 361017 h 834218"/>
                <a:gd name="connsiteX17-40431" fmla="*/ 283737 w 3024845"/>
                <a:gd name="connsiteY17-40432" fmla="*/ 361017 h 834218"/>
                <a:gd name="connsiteX18-40433" fmla="*/ 283737 w 3024845"/>
                <a:gd name="connsiteY18-40434" fmla="*/ 393443 h 834218"/>
                <a:gd name="connsiteX19-40435" fmla="*/ 284750 w 3024845"/>
                <a:gd name="connsiteY19-40436" fmla="*/ 393984 h 834218"/>
                <a:gd name="connsiteX20-40437" fmla="*/ 291844 w 3024845"/>
                <a:gd name="connsiteY20-40438" fmla="*/ 397767 h 834218"/>
                <a:gd name="connsiteX21-40439" fmla="*/ 291844 w 3024845"/>
                <a:gd name="connsiteY21-40440" fmla="*/ 399118 h 834218"/>
                <a:gd name="connsiteX22-40441" fmla="*/ 291844 w 3024845"/>
                <a:gd name="connsiteY22-40442" fmla="*/ 408576 h 834218"/>
                <a:gd name="connsiteX23-40443" fmla="*/ 336431 w 3024845"/>
                <a:gd name="connsiteY23-40444" fmla="*/ 408576 h 834218"/>
                <a:gd name="connsiteX24-40445" fmla="*/ 336431 w 3024845"/>
                <a:gd name="connsiteY24-40446" fmla="*/ 409657 h 834218"/>
                <a:gd name="connsiteX25-40447" fmla="*/ 336431 w 3024845"/>
                <a:gd name="connsiteY25-40448" fmla="*/ 417223 h 834218"/>
                <a:gd name="connsiteX26-40449" fmla="*/ 338457 w 3024845"/>
                <a:gd name="connsiteY26-40450" fmla="*/ 417223 h 834218"/>
                <a:gd name="connsiteX27-40451" fmla="*/ 352644 w 3024845"/>
                <a:gd name="connsiteY27-40452" fmla="*/ 417223 h 834218"/>
                <a:gd name="connsiteX28-40453" fmla="*/ 352644 w 3024845"/>
                <a:gd name="connsiteY28-40454" fmla="*/ 386958 h 834218"/>
                <a:gd name="connsiteX29-40455" fmla="*/ 397231 w 3024845"/>
                <a:gd name="connsiteY29-40456" fmla="*/ 386958 h 834218"/>
                <a:gd name="connsiteX30-40457" fmla="*/ 397231 w 3024845"/>
                <a:gd name="connsiteY30-40458" fmla="*/ 385607 h 834218"/>
                <a:gd name="connsiteX31-40459" fmla="*/ 397231 w 3024845"/>
                <a:gd name="connsiteY31-40460" fmla="*/ 376149 h 834218"/>
                <a:gd name="connsiteX32-40461" fmla="*/ 398245 w 3024845"/>
                <a:gd name="connsiteY32-40462" fmla="*/ 376149 h 834218"/>
                <a:gd name="connsiteX33-40463" fmla="*/ 405338 w 3024845"/>
                <a:gd name="connsiteY33-40464" fmla="*/ 376149 h 834218"/>
                <a:gd name="connsiteX34-40465" fmla="*/ 405338 w 3024845"/>
                <a:gd name="connsiteY34-40466" fmla="*/ 374258 h 834218"/>
                <a:gd name="connsiteX35-40467" fmla="*/ 405338 w 3024845"/>
                <a:gd name="connsiteY35-40468" fmla="*/ 361017 h 834218"/>
                <a:gd name="connsiteX36-40469" fmla="*/ 406098 w 3024845"/>
                <a:gd name="connsiteY36-40470" fmla="*/ 361017 h 834218"/>
                <a:gd name="connsiteX37-40471" fmla="*/ 411418 w 3024845"/>
                <a:gd name="connsiteY37-40472" fmla="*/ 361017 h 834218"/>
                <a:gd name="connsiteX38-40473" fmla="*/ 411418 w 3024845"/>
                <a:gd name="connsiteY38-40474" fmla="*/ 359936 h 834218"/>
                <a:gd name="connsiteX39-40475" fmla="*/ 411418 w 3024845"/>
                <a:gd name="connsiteY39-40476" fmla="*/ 352369 h 834218"/>
                <a:gd name="connsiteX40-40477" fmla="*/ 413445 w 3024845"/>
                <a:gd name="connsiteY40-40478" fmla="*/ 352369 h 834218"/>
                <a:gd name="connsiteX41-40479" fmla="*/ 427632 w 3024845"/>
                <a:gd name="connsiteY41-40480" fmla="*/ 352369 h 834218"/>
                <a:gd name="connsiteX42-40481" fmla="*/ 427632 w 3024845"/>
                <a:gd name="connsiteY42-40482" fmla="*/ 353450 h 834218"/>
                <a:gd name="connsiteX43-40483" fmla="*/ 427632 w 3024845"/>
                <a:gd name="connsiteY43-40484" fmla="*/ 361017 h 834218"/>
                <a:gd name="connsiteX44-40485" fmla="*/ 449925 w 3024845"/>
                <a:gd name="connsiteY44-40486" fmla="*/ 361017 h 834218"/>
                <a:gd name="connsiteX45-40487" fmla="*/ 449925 w 3024845"/>
                <a:gd name="connsiteY45-40488" fmla="*/ 359125 h 834218"/>
                <a:gd name="connsiteX46-40489" fmla="*/ 449925 w 3024845"/>
                <a:gd name="connsiteY46-40490" fmla="*/ 345884 h 834218"/>
                <a:gd name="connsiteX47-40491" fmla="*/ 451699 w 3024845"/>
                <a:gd name="connsiteY47-40492" fmla="*/ 345884 h 834218"/>
                <a:gd name="connsiteX48-40493" fmla="*/ 464112 w 3024845"/>
                <a:gd name="connsiteY48-40494" fmla="*/ 345884 h 834218"/>
                <a:gd name="connsiteX49-40495" fmla="*/ 464112 w 3024845"/>
                <a:gd name="connsiteY49-40496" fmla="*/ 369664 h 834218"/>
                <a:gd name="connsiteX50-40497" fmla="*/ 465126 w 3024845"/>
                <a:gd name="connsiteY50-40498" fmla="*/ 369664 h 834218"/>
                <a:gd name="connsiteX51-40499" fmla="*/ 472219 w 3024845"/>
                <a:gd name="connsiteY51-40500" fmla="*/ 369664 h 834218"/>
                <a:gd name="connsiteX52-40501" fmla="*/ 472219 w 3024845"/>
                <a:gd name="connsiteY52-40502" fmla="*/ 368583 h 834218"/>
                <a:gd name="connsiteX53-40503" fmla="*/ 472219 w 3024845"/>
                <a:gd name="connsiteY53-40504" fmla="*/ 361017 h 834218"/>
                <a:gd name="connsiteX54-40505" fmla="*/ 473992 w 3024845"/>
                <a:gd name="connsiteY54-40506" fmla="*/ 361017 h 834218"/>
                <a:gd name="connsiteX55-40507" fmla="*/ 486406 w 3024845"/>
                <a:gd name="connsiteY55-40508" fmla="*/ 361017 h 834218"/>
                <a:gd name="connsiteX56-40509" fmla="*/ 486406 w 3024845"/>
                <a:gd name="connsiteY56-40510" fmla="*/ 386958 h 834218"/>
                <a:gd name="connsiteX57-40511" fmla="*/ 488433 w 3024845"/>
                <a:gd name="connsiteY57-40512" fmla="*/ 386958 h 834218"/>
                <a:gd name="connsiteX58-40513" fmla="*/ 502619 w 3024845"/>
                <a:gd name="connsiteY58-40514" fmla="*/ 386958 h 834218"/>
                <a:gd name="connsiteX59-40515" fmla="*/ 502619 w 3024845"/>
                <a:gd name="connsiteY59-40516" fmla="*/ 388579 h 834218"/>
                <a:gd name="connsiteX60-40517" fmla="*/ 502619 w 3024845"/>
                <a:gd name="connsiteY60-40518" fmla="*/ 399929 h 834218"/>
                <a:gd name="connsiteX61-40519" fmla="*/ 503379 w 3024845"/>
                <a:gd name="connsiteY61-40520" fmla="*/ 399929 h 834218"/>
                <a:gd name="connsiteX62-40521" fmla="*/ 508700 w 3024845"/>
                <a:gd name="connsiteY62-40522" fmla="*/ 399929 h 834218"/>
                <a:gd name="connsiteX63-40523" fmla="*/ 508700 w 3024845"/>
                <a:gd name="connsiteY63-40524" fmla="*/ 399118 h 834218"/>
                <a:gd name="connsiteX64-40525" fmla="*/ 508700 w 3024845"/>
                <a:gd name="connsiteY64-40526" fmla="*/ 393443 h 834218"/>
                <a:gd name="connsiteX65-40527" fmla="*/ 539100 w 3024845"/>
                <a:gd name="connsiteY65-40528" fmla="*/ 393443 h 834218"/>
                <a:gd name="connsiteX66-40529" fmla="*/ 539100 w 3024845"/>
                <a:gd name="connsiteY66-40530" fmla="*/ 417223 h 834218"/>
                <a:gd name="connsiteX67-40531" fmla="*/ 540113 w 3024845"/>
                <a:gd name="connsiteY67-40532" fmla="*/ 417223 h 834218"/>
                <a:gd name="connsiteX68-40533" fmla="*/ 547207 w 3024845"/>
                <a:gd name="connsiteY68-40534" fmla="*/ 417223 h 834218"/>
                <a:gd name="connsiteX69-40535" fmla="*/ 547207 w 3024845"/>
                <a:gd name="connsiteY69-40536" fmla="*/ 418304 h 834218"/>
                <a:gd name="connsiteX70-40537" fmla="*/ 547207 w 3024845"/>
                <a:gd name="connsiteY70-40538" fmla="*/ 425870 h 834218"/>
                <a:gd name="connsiteX71-40539" fmla="*/ 547967 w 3024845"/>
                <a:gd name="connsiteY71-40540" fmla="*/ 425870 h 834218"/>
                <a:gd name="connsiteX72-40541" fmla="*/ 553287 w 3024845"/>
                <a:gd name="connsiteY72-40542" fmla="*/ 425870 h 834218"/>
                <a:gd name="connsiteX73-40543" fmla="*/ 553287 w 3024845"/>
                <a:gd name="connsiteY73-40544" fmla="*/ 423708 h 834218"/>
                <a:gd name="connsiteX74-40545" fmla="*/ 553287 w 3024845"/>
                <a:gd name="connsiteY74-40546" fmla="*/ 408576 h 834218"/>
                <a:gd name="connsiteX75-40547" fmla="*/ 554300 w 3024845"/>
                <a:gd name="connsiteY75-40548" fmla="*/ 408576 h 834218"/>
                <a:gd name="connsiteX76-40549" fmla="*/ 561394 w 3024845"/>
                <a:gd name="connsiteY76-40550" fmla="*/ 408576 h 834218"/>
                <a:gd name="connsiteX77-40551" fmla="*/ 561394 w 3024845"/>
                <a:gd name="connsiteY77-40552" fmla="*/ 409657 h 834218"/>
                <a:gd name="connsiteX78-40553" fmla="*/ 561394 w 3024845"/>
                <a:gd name="connsiteY78-40554" fmla="*/ 417223 h 834218"/>
                <a:gd name="connsiteX79-40555" fmla="*/ 566714 w 3024845"/>
                <a:gd name="connsiteY79-40556" fmla="*/ 415230 h 834218"/>
                <a:gd name="connsiteX80-40557" fmla="*/ 567474 w 3024845"/>
                <a:gd name="connsiteY80-40558" fmla="*/ 414250 h 834218"/>
                <a:gd name="connsiteX81-40559" fmla="*/ 567474 w 3024845"/>
                <a:gd name="connsiteY81-40560" fmla="*/ 408576 h 834218"/>
                <a:gd name="connsiteX82-40561" fmla="*/ 605981 w 3024845"/>
                <a:gd name="connsiteY82-40562" fmla="*/ 408576 h 834218"/>
                <a:gd name="connsiteX83-40563" fmla="*/ 605981 w 3024845"/>
                <a:gd name="connsiteY83-40564" fmla="*/ 432355 h 834218"/>
                <a:gd name="connsiteX84-40565" fmla="*/ 608007 w 3024845"/>
                <a:gd name="connsiteY84-40566" fmla="*/ 432355 h 834218"/>
                <a:gd name="connsiteX85-40567" fmla="*/ 622194 w 3024845"/>
                <a:gd name="connsiteY85-40568" fmla="*/ 432355 h 834218"/>
                <a:gd name="connsiteX86-40569" fmla="*/ 622194 w 3024845"/>
                <a:gd name="connsiteY86-40570" fmla="*/ 433436 h 834218"/>
                <a:gd name="connsiteX87-40571" fmla="*/ 622194 w 3024845"/>
                <a:gd name="connsiteY87-40572" fmla="*/ 441002 h 834218"/>
                <a:gd name="connsiteX88-40573" fmla="*/ 623968 w 3024845"/>
                <a:gd name="connsiteY88-40574" fmla="*/ 441002 h 834218"/>
                <a:gd name="connsiteX89-40575" fmla="*/ 636381 w 3024845"/>
                <a:gd name="connsiteY89-40576" fmla="*/ 441002 h 834218"/>
                <a:gd name="connsiteX90-40577" fmla="*/ 636381 w 3024845"/>
                <a:gd name="connsiteY90-40578" fmla="*/ 417223 h 834218"/>
                <a:gd name="connsiteX91-40579" fmla="*/ 637394 w 3024845"/>
                <a:gd name="connsiteY91-40580" fmla="*/ 417223 h 834218"/>
                <a:gd name="connsiteX92-40581" fmla="*/ 644488 w 3024845"/>
                <a:gd name="connsiteY92-40582" fmla="*/ 417223 h 834218"/>
                <a:gd name="connsiteX93-40583" fmla="*/ 644488 w 3024845"/>
                <a:gd name="connsiteY93-40584" fmla="*/ 384796 h 834218"/>
                <a:gd name="connsiteX94-40585" fmla="*/ 645501 w 3024845"/>
                <a:gd name="connsiteY94-40586" fmla="*/ 384796 h 834218"/>
                <a:gd name="connsiteX95-40587" fmla="*/ 652595 w 3024845"/>
                <a:gd name="connsiteY95-40588" fmla="*/ 384796 h 834218"/>
                <a:gd name="connsiteX96-40589" fmla="*/ 652595 w 3024845"/>
                <a:gd name="connsiteY96-40590" fmla="*/ 382905 h 834218"/>
                <a:gd name="connsiteX97-40591" fmla="*/ 652595 w 3024845"/>
                <a:gd name="connsiteY97-40592" fmla="*/ 369664 h 834218"/>
                <a:gd name="connsiteX98-40593" fmla="*/ 651328 w 3024845"/>
                <a:gd name="connsiteY98-40594" fmla="*/ 368042 h 834218"/>
                <a:gd name="connsiteX99-40595" fmla="*/ 656648 w 3024845"/>
                <a:gd name="connsiteY99-40596" fmla="*/ 356693 h 834218"/>
                <a:gd name="connsiteX100-40597" fmla="*/ 664755 w 3024845"/>
                <a:gd name="connsiteY100-40598" fmla="*/ 384796 h 834218"/>
                <a:gd name="connsiteX101-40599" fmla="*/ 665515 w 3024845"/>
                <a:gd name="connsiteY101-40600" fmla="*/ 384796 h 834218"/>
                <a:gd name="connsiteX102-40601" fmla="*/ 670835 w 3024845"/>
                <a:gd name="connsiteY102-40602" fmla="*/ 384796 h 834218"/>
                <a:gd name="connsiteX103-40603" fmla="*/ 670835 w 3024845"/>
                <a:gd name="connsiteY103-40604" fmla="*/ 278869 h 834218"/>
                <a:gd name="connsiteX104-40605" fmla="*/ 672355 w 3024845"/>
                <a:gd name="connsiteY104-40606" fmla="*/ 278869 h 834218"/>
                <a:gd name="connsiteX105-40607" fmla="*/ 682995 w 3024845"/>
                <a:gd name="connsiteY105-40608" fmla="*/ 278869 h 834218"/>
                <a:gd name="connsiteX106-40609" fmla="*/ 682995 w 3024845"/>
                <a:gd name="connsiteY106-40610" fmla="*/ 231310 h 834218"/>
                <a:gd name="connsiteX107-40611" fmla="*/ 709342 w 3024845"/>
                <a:gd name="connsiteY107-40612" fmla="*/ 231310 h 834218"/>
                <a:gd name="connsiteX108-40613" fmla="*/ 709342 w 3024845"/>
                <a:gd name="connsiteY108-40614" fmla="*/ 209692 h 834218"/>
                <a:gd name="connsiteX109-40615" fmla="*/ 743796 w 3024845"/>
                <a:gd name="connsiteY109-40616" fmla="*/ 209692 h 834218"/>
                <a:gd name="connsiteX110-40617" fmla="*/ 743796 w 3024845"/>
                <a:gd name="connsiteY110-40618" fmla="*/ 212124 h 834218"/>
                <a:gd name="connsiteX111-40619" fmla="*/ 743796 w 3024845"/>
                <a:gd name="connsiteY111-40620" fmla="*/ 229148 h 834218"/>
                <a:gd name="connsiteX112-40621" fmla="*/ 746076 w 3024845"/>
                <a:gd name="connsiteY112-40622" fmla="*/ 229148 h 834218"/>
                <a:gd name="connsiteX113-40623" fmla="*/ 762036 w 3024845"/>
                <a:gd name="connsiteY113-40624" fmla="*/ 229148 h 834218"/>
                <a:gd name="connsiteX114-40625" fmla="*/ 762036 w 3024845"/>
                <a:gd name="connsiteY114-40626" fmla="*/ 276707 h 834218"/>
                <a:gd name="connsiteX115-40627" fmla="*/ 763049 w 3024845"/>
                <a:gd name="connsiteY115-40628" fmla="*/ 276707 h 834218"/>
                <a:gd name="connsiteX116-40629" fmla="*/ 770143 w 3024845"/>
                <a:gd name="connsiteY116-40630" fmla="*/ 276707 h 834218"/>
                <a:gd name="connsiteX117-40631" fmla="*/ 784330 w 3024845"/>
                <a:gd name="connsiteY117-40632" fmla="*/ 281031 h 834218"/>
                <a:gd name="connsiteX118-40633" fmla="*/ 784330 w 3024845"/>
                <a:gd name="connsiteY118-40634" fmla="*/ 319943 h 834218"/>
                <a:gd name="connsiteX119-40635" fmla="*/ 785343 w 3024845"/>
                <a:gd name="connsiteY119-40636" fmla="*/ 319943 h 834218"/>
                <a:gd name="connsiteX120-40637" fmla="*/ 792436 w 3024845"/>
                <a:gd name="connsiteY120-40638" fmla="*/ 319943 h 834218"/>
                <a:gd name="connsiteX121-40639" fmla="*/ 792436 w 3024845"/>
                <a:gd name="connsiteY121-40640" fmla="*/ 321564 h 834218"/>
                <a:gd name="connsiteX122-40641" fmla="*/ 792436 w 3024845"/>
                <a:gd name="connsiteY122-40642" fmla="*/ 332913 h 834218"/>
                <a:gd name="connsiteX123-40643" fmla="*/ 794463 w 3024845"/>
                <a:gd name="connsiteY123-40644" fmla="*/ 332913 h 834218"/>
                <a:gd name="connsiteX124-40645" fmla="*/ 808650 w 3024845"/>
                <a:gd name="connsiteY124-40646" fmla="*/ 332913 h 834218"/>
                <a:gd name="connsiteX125-40647" fmla="*/ 814730 w 3024845"/>
                <a:gd name="connsiteY125-40648" fmla="*/ 339399 h 834218"/>
                <a:gd name="connsiteX126-40649" fmla="*/ 814730 w 3024845"/>
                <a:gd name="connsiteY126-40650" fmla="*/ 361017 h 834218"/>
                <a:gd name="connsiteX127-40651" fmla="*/ 817010 w 3024845"/>
                <a:gd name="connsiteY127-40652" fmla="*/ 361017 h 834218"/>
                <a:gd name="connsiteX128-40653" fmla="*/ 832970 w 3024845"/>
                <a:gd name="connsiteY128-40654" fmla="*/ 361017 h 834218"/>
                <a:gd name="connsiteX129-40655" fmla="*/ 832970 w 3024845"/>
                <a:gd name="connsiteY129-40656" fmla="*/ 362097 h 834218"/>
                <a:gd name="connsiteX130-40657" fmla="*/ 832970 w 3024845"/>
                <a:gd name="connsiteY130-40658" fmla="*/ 369664 h 834218"/>
                <a:gd name="connsiteX131-40659" fmla="*/ 834237 w 3024845"/>
                <a:gd name="connsiteY131-40660" fmla="*/ 369664 h 834218"/>
                <a:gd name="connsiteX132-40661" fmla="*/ 843104 w 3024845"/>
                <a:gd name="connsiteY132-40662" fmla="*/ 369664 h 834218"/>
                <a:gd name="connsiteX133-40663" fmla="*/ 843104 w 3024845"/>
                <a:gd name="connsiteY133-40664" fmla="*/ 371825 h 834218"/>
                <a:gd name="connsiteX134-40665" fmla="*/ 843104 w 3024845"/>
                <a:gd name="connsiteY134-40666" fmla="*/ 386958 h 834218"/>
                <a:gd name="connsiteX135-40667" fmla="*/ 847157 w 3024845"/>
                <a:gd name="connsiteY135-40668" fmla="*/ 385066 h 834218"/>
                <a:gd name="connsiteX136-40669" fmla="*/ 847157 w 3024845"/>
                <a:gd name="connsiteY136-40670" fmla="*/ 371825 h 834218"/>
                <a:gd name="connsiteX137-40671" fmla="*/ 848170 w 3024845"/>
                <a:gd name="connsiteY137-40672" fmla="*/ 371825 h 834218"/>
                <a:gd name="connsiteX138-40673" fmla="*/ 855264 w 3024845"/>
                <a:gd name="connsiteY138-40674" fmla="*/ 371825 h 834218"/>
                <a:gd name="connsiteX139-40675" fmla="*/ 855264 w 3024845"/>
                <a:gd name="connsiteY139-40676" fmla="*/ 373447 h 834218"/>
                <a:gd name="connsiteX140-40677" fmla="*/ 855264 w 3024845"/>
                <a:gd name="connsiteY140-40678" fmla="*/ 384796 h 834218"/>
                <a:gd name="connsiteX141-40679" fmla="*/ 856024 w 3024845"/>
                <a:gd name="connsiteY141-40680" fmla="*/ 384796 h 834218"/>
                <a:gd name="connsiteX142-40681" fmla="*/ 861344 w 3024845"/>
                <a:gd name="connsiteY142-40682" fmla="*/ 384796 h 834218"/>
                <a:gd name="connsiteX143-40683" fmla="*/ 909984 w 3024845"/>
                <a:gd name="connsiteY143-40684" fmla="*/ 380473 h 834218"/>
                <a:gd name="connsiteX144-40685" fmla="*/ 909984 w 3024845"/>
                <a:gd name="connsiteY144-40686" fmla="*/ 381824 h 834218"/>
                <a:gd name="connsiteX145-40687" fmla="*/ 909984 w 3024845"/>
                <a:gd name="connsiteY145-40688" fmla="*/ 391281 h 834218"/>
                <a:gd name="connsiteX146-40689" fmla="*/ 910744 w 3024845"/>
                <a:gd name="connsiteY146-40690" fmla="*/ 391281 h 834218"/>
                <a:gd name="connsiteX147-40691" fmla="*/ 916065 w 3024845"/>
                <a:gd name="connsiteY147-40692" fmla="*/ 391281 h 834218"/>
                <a:gd name="connsiteX148-40693" fmla="*/ 916065 w 3024845"/>
                <a:gd name="connsiteY148-40694" fmla="*/ 393443 h 834218"/>
                <a:gd name="connsiteX149-40695" fmla="*/ 916065 w 3024845"/>
                <a:gd name="connsiteY149-40696" fmla="*/ 408576 h 834218"/>
                <a:gd name="connsiteX150-40697" fmla="*/ 918091 w 3024845"/>
                <a:gd name="connsiteY150-40698" fmla="*/ 407225 h 834218"/>
                <a:gd name="connsiteX151-40699" fmla="*/ 932278 w 3024845"/>
                <a:gd name="connsiteY151-40700" fmla="*/ 397767 h 834218"/>
                <a:gd name="connsiteX152-40701" fmla="*/ 938358 w 3024845"/>
                <a:gd name="connsiteY152-40702" fmla="*/ 356693 h 834218"/>
                <a:gd name="connsiteX153-40703" fmla="*/ 939118 w 3024845"/>
                <a:gd name="connsiteY153-40704" fmla="*/ 356423 h 834218"/>
                <a:gd name="connsiteX154-40705" fmla="*/ 944438 w 3024845"/>
                <a:gd name="connsiteY154-40706" fmla="*/ 354531 h 834218"/>
                <a:gd name="connsiteX155-40707" fmla="*/ 946465 w 3024845"/>
                <a:gd name="connsiteY155-40708" fmla="*/ 285354 h 834218"/>
                <a:gd name="connsiteX156-40709" fmla="*/ 948492 w 3024845"/>
                <a:gd name="connsiteY156-40710" fmla="*/ 354531 h 834218"/>
                <a:gd name="connsiteX157-40711" fmla="*/ 949252 w 3024845"/>
                <a:gd name="connsiteY157-40712" fmla="*/ 354801 h 834218"/>
                <a:gd name="connsiteX158-40713" fmla="*/ 954572 w 3024845"/>
                <a:gd name="connsiteY158-40714" fmla="*/ 356693 h 834218"/>
                <a:gd name="connsiteX159-40715" fmla="*/ 954572 w 3024845"/>
                <a:gd name="connsiteY159-40716" fmla="*/ 270222 h 834218"/>
                <a:gd name="connsiteX160-40717" fmla="*/ 958625 w 3024845"/>
                <a:gd name="connsiteY160-40718" fmla="*/ 237795 h 834218"/>
                <a:gd name="connsiteX161-40719" fmla="*/ 997132 w 3024845"/>
                <a:gd name="connsiteY161-40720" fmla="*/ 237795 h 834218"/>
                <a:gd name="connsiteX162-40721" fmla="*/ 997132 w 3024845"/>
                <a:gd name="connsiteY162-40722" fmla="*/ 270222 h 834218"/>
                <a:gd name="connsiteX163-40723" fmla="*/ 997892 w 3024845"/>
                <a:gd name="connsiteY163-40724" fmla="*/ 270222 h 834218"/>
                <a:gd name="connsiteX164-40725" fmla="*/ 1003212 w 3024845"/>
                <a:gd name="connsiteY164-40726" fmla="*/ 270222 h 834218"/>
                <a:gd name="connsiteX165-40727" fmla="*/ 1003212 w 3024845"/>
                <a:gd name="connsiteY165-40728" fmla="*/ 188074 h 834218"/>
                <a:gd name="connsiteX166-40729" fmla="*/ 1004986 w 3024845"/>
                <a:gd name="connsiteY166-40730" fmla="*/ 188074 h 834218"/>
                <a:gd name="connsiteX167-40731" fmla="*/ 1017399 w 3024845"/>
                <a:gd name="connsiteY167-40732" fmla="*/ 188074 h 834218"/>
                <a:gd name="connsiteX168-40733" fmla="*/ 1017399 w 3024845"/>
                <a:gd name="connsiteY168-40734" fmla="*/ 186183 h 834218"/>
                <a:gd name="connsiteX169-40735" fmla="*/ 1017399 w 3024845"/>
                <a:gd name="connsiteY169-40736" fmla="*/ 172942 h 834218"/>
                <a:gd name="connsiteX170-40737" fmla="*/ 1039693 w 3024845"/>
                <a:gd name="connsiteY170-40738" fmla="*/ 172942 h 834218"/>
                <a:gd name="connsiteX171-40739" fmla="*/ 1039693 w 3024845"/>
                <a:gd name="connsiteY171-40740" fmla="*/ 171861 h 834218"/>
                <a:gd name="connsiteX172-40741" fmla="*/ 1039693 w 3024845"/>
                <a:gd name="connsiteY172-40742" fmla="*/ 164295 h 834218"/>
                <a:gd name="connsiteX173-40743" fmla="*/ 1041466 w 3024845"/>
                <a:gd name="connsiteY173-40744" fmla="*/ 164295 h 834218"/>
                <a:gd name="connsiteX174-40745" fmla="*/ 1053880 w 3024845"/>
                <a:gd name="connsiteY174-40746" fmla="*/ 164295 h 834218"/>
                <a:gd name="connsiteX175-40747" fmla="*/ 1053880 w 3024845"/>
                <a:gd name="connsiteY175-40748" fmla="*/ 165376 h 834218"/>
                <a:gd name="connsiteX176-40749" fmla="*/ 1053880 w 3024845"/>
                <a:gd name="connsiteY176-40750" fmla="*/ 172942 h 834218"/>
                <a:gd name="connsiteX177-40751" fmla="*/ 1054640 w 3024845"/>
                <a:gd name="connsiteY177-40752" fmla="*/ 172942 h 834218"/>
                <a:gd name="connsiteX178-40753" fmla="*/ 1059960 w 3024845"/>
                <a:gd name="connsiteY178-40754" fmla="*/ 172942 h 834218"/>
                <a:gd name="connsiteX179-40755" fmla="*/ 1070093 w 3024845"/>
                <a:gd name="connsiteY179-40756" fmla="*/ 168618 h 834218"/>
                <a:gd name="connsiteX180-40757" fmla="*/ 1074146 w 3024845"/>
                <a:gd name="connsiteY180-40758" fmla="*/ 171861 h 834218"/>
                <a:gd name="connsiteX181-40759" fmla="*/ 1074146 w 3024845"/>
                <a:gd name="connsiteY181-40760" fmla="*/ 164295 h 834218"/>
                <a:gd name="connsiteX182-40761" fmla="*/ 1076426 w 3024845"/>
                <a:gd name="connsiteY182-40762" fmla="*/ 164295 h 834218"/>
                <a:gd name="connsiteX183-40763" fmla="*/ 1092387 w 3024845"/>
                <a:gd name="connsiteY183-40764" fmla="*/ 164295 h 834218"/>
                <a:gd name="connsiteX184-40765" fmla="*/ 1092387 w 3024845"/>
                <a:gd name="connsiteY184-40766" fmla="*/ 165376 h 834218"/>
                <a:gd name="connsiteX185-40767" fmla="*/ 1092387 w 3024845"/>
                <a:gd name="connsiteY185-40768" fmla="*/ 172942 h 834218"/>
                <a:gd name="connsiteX186-40769" fmla="*/ 1122787 w 3024845"/>
                <a:gd name="connsiteY186-40770" fmla="*/ 172942 h 834218"/>
                <a:gd name="connsiteX187-40771" fmla="*/ 1122787 w 3024845"/>
                <a:gd name="connsiteY187-40772" fmla="*/ 174563 h 834218"/>
                <a:gd name="connsiteX188-40773" fmla="*/ 1122787 w 3024845"/>
                <a:gd name="connsiteY188-40774" fmla="*/ 185913 h 834218"/>
                <a:gd name="connsiteX189-40775" fmla="*/ 1149134 w 3024845"/>
                <a:gd name="connsiteY189-40776" fmla="*/ 185913 h 834218"/>
                <a:gd name="connsiteX190-40777" fmla="*/ 1149134 w 3024845"/>
                <a:gd name="connsiteY190-40778" fmla="*/ 216177 h 834218"/>
                <a:gd name="connsiteX191-40779" fmla="*/ 1149894 w 3024845"/>
                <a:gd name="connsiteY191-40780" fmla="*/ 216177 h 834218"/>
                <a:gd name="connsiteX192-40781" fmla="*/ 1155214 w 3024845"/>
                <a:gd name="connsiteY192-40782" fmla="*/ 216177 h 834218"/>
                <a:gd name="connsiteX193-40783" fmla="*/ 1155214 w 3024845"/>
                <a:gd name="connsiteY193-40784" fmla="*/ 217258 h 834218"/>
                <a:gd name="connsiteX194-40785" fmla="*/ 1155214 w 3024845"/>
                <a:gd name="connsiteY194-40786" fmla="*/ 224825 h 834218"/>
                <a:gd name="connsiteX195-40787" fmla="*/ 1159268 w 3024845"/>
                <a:gd name="connsiteY195-40788" fmla="*/ 255089 h 834218"/>
                <a:gd name="connsiteX196-40789" fmla="*/ 1160028 w 3024845"/>
                <a:gd name="connsiteY196-40790" fmla="*/ 255089 h 834218"/>
                <a:gd name="connsiteX197-40791" fmla="*/ 1165348 w 3024845"/>
                <a:gd name="connsiteY197-40792" fmla="*/ 255089 h 834218"/>
                <a:gd name="connsiteX198-40793" fmla="*/ 1165348 w 3024845"/>
                <a:gd name="connsiteY198-40794" fmla="*/ 255900 h 834218"/>
                <a:gd name="connsiteX199-40795" fmla="*/ 1165348 w 3024845"/>
                <a:gd name="connsiteY199-40796" fmla="*/ 261575 h 834218"/>
                <a:gd name="connsiteX200-40797" fmla="*/ 1166361 w 3024845"/>
                <a:gd name="connsiteY200-40798" fmla="*/ 261575 h 834218"/>
                <a:gd name="connsiteX201-40799" fmla="*/ 1173454 w 3024845"/>
                <a:gd name="connsiteY201-40800" fmla="*/ 261575 h 834218"/>
                <a:gd name="connsiteX202-40801" fmla="*/ 1173454 w 3024845"/>
                <a:gd name="connsiteY202-40802" fmla="*/ 291840 h 834218"/>
                <a:gd name="connsiteX203-40803" fmla="*/ 1175481 w 3024845"/>
                <a:gd name="connsiteY203-40804" fmla="*/ 291840 h 834218"/>
                <a:gd name="connsiteX204-40805" fmla="*/ 1189668 w 3024845"/>
                <a:gd name="connsiteY204-40806" fmla="*/ 291840 h 834218"/>
                <a:gd name="connsiteX205-40807" fmla="*/ 1189668 w 3024845"/>
                <a:gd name="connsiteY205-40808" fmla="*/ 315619 h 834218"/>
                <a:gd name="connsiteX206-40809" fmla="*/ 1191695 w 3024845"/>
                <a:gd name="connsiteY206-40810" fmla="*/ 317240 h 834218"/>
                <a:gd name="connsiteX207-40811" fmla="*/ 1191695 w 3024845"/>
                <a:gd name="connsiteY207-40812" fmla="*/ 328590 h 834218"/>
                <a:gd name="connsiteX208-40813" fmla="*/ 1192455 w 3024845"/>
                <a:gd name="connsiteY208-40814" fmla="*/ 328590 h 834218"/>
                <a:gd name="connsiteX209-40815" fmla="*/ 1197775 w 3024845"/>
                <a:gd name="connsiteY209-40816" fmla="*/ 328590 h 834218"/>
                <a:gd name="connsiteX210-40817" fmla="*/ 1197775 w 3024845"/>
                <a:gd name="connsiteY210-40818" fmla="*/ 352369 h 834218"/>
                <a:gd name="connsiteX211-40819" fmla="*/ 1199041 w 3024845"/>
                <a:gd name="connsiteY211-40820" fmla="*/ 352369 h 834218"/>
                <a:gd name="connsiteX212-40821" fmla="*/ 1207908 w 3024845"/>
                <a:gd name="connsiteY212-40822" fmla="*/ 352369 h 834218"/>
                <a:gd name="connsiteX213-40823" fmla="*/ 1209935 w 3024845"/>
                <a:gd name="connsiteY213-40824" fmla="*/ 356423 h 834218"/>
                <a:gd name="connsiteX214-40825" fmla="*/ 1209935 w 3024845"/>
                <a:gd name="connsiteY214-40826" fmla="*/ 369664 h 834218"/>
                <a:gd name="connsiteX215-40827" fmla="*/ 1211455 w 3024845"/>
                <a:gd name="connsiteY215-40828" fmla="*/ 367772 h 834218"/>
                <a:gd name="connsiteX216-40829" fmla="*/ 1222095 w 3024845"/>
                <a:gd name="connsiteY216-40830" fmla="*/ 354531 h 834218"/>
                <a:gd name="connsiteX217-40831" fmla="*/ 1250469 w 3024845"/>
                <a:gd name="connsiteY217-40832" fmla="*/ 354531 h 834218"/>
                <a:gd name="connsiteX218-40833" fmla="*/ 1250469 w 3024845"/>
                <a:gd name="connsiteY218-40834" fmla="*/ 441002 h 834218"/>
                <a:gd name="connsiteX219-40835" fmla="*/ 1251229 w 3024845"/>
                <a:gd name="connsiteY219-40836" fmla="*/ 441002 h 834218"/>
                <a:gd name="connsiteX220-40837" fmla="*/ 1256549 w 3024845"/>
                <a:gd name="connsiteY220-40838" fmla="*/ 441002 h 834218"/>
                <a:gd name="connsiteX221-40839" fmla="*/ 1257309 w 3024845"/>
                <a:gd name="connsiteY221-40840" fmla="*/ 439651 h 834218"/>
                <a:gd name="connsiteX222-40841" fmla="*/ 1262629 w 3024845"/>
                <a:gd name="connsiteY222-40842" fmla="*/ 430193 h 834218"/>
                <a:gd name="connsiteX223-40843" fmla="*/ 1262629 w 3024845"/>
                <a:gd name="connsiteY223-40844" fmla="*/ 432085 h 834218"/>
                <a:gd name="connsiteX224-40845" fmla="*/ 1262629 w 3024845"/>
                <a:gd name="connsiteY224-40846" fmla="*/ 445326 h 834218"/>
                <a:gd name="connsiteX225-40847" fmla="*/ 1266682 w 3024845"/>
                <a:gd name="connsiteY225-40848" fmla="*/ 399929 h 834218"/>
                <a:gd name="connsiteX226-40849" fmla="*/ 1267442 w 3024845"/>
                <a:gd name="connsiteY226-40850" fmla="*/ 399929 h 834218"/>
                <a:gd name="connsiteX227-40851" fmla="*/ 1272762 w 3024845"/>
                <a:gd name="connsiteY227-40852" fmla="*/ 399929 h 834218"/>
                <a:gd name="connsiteX228-40853" fmla="*/ 1272762 w 3024845"/>
                <a:gd name="connsiteY228-40854" fmla="*/ 335075 h 834218"/>
                <a:gd name="connsiteX229-40855" fmla="*/ 1273776 w 3024845"/>
                <a:gd name="connsiteY229-40856" fmla="*/ 335075 h 834218"/>
                <a:gd name="connsiteX230-40857" fmla="*/ 1280869 w 3024845"/>
                <a:gd name="connsiteY230-40858" fmla="*/ 335075 h 834218"/>
                <a:gd name="connsiteX231-40859" fmla="*/ 1293029 w 3024845"/>
                <a:gd name="connsiteY231-40860" fmla="*/ 291840 h 834218"/>
                <a:gd name="connsiteX232-40861" fmla="*/ 1294296 w 3024845"/>
                <a:gd name="connsiteY232-40862" fmla="*/ 291840 h 834218"/>
                <a:gd name="connsiteX233-40863" fmla="*/ 1303163 w 3024845"/>
                <a:gd name="connsiteY233-40864" fmla="*/ 291840 h 834218"/>
                <a:gd name="connsiteX234-40865" fmla="*/ 1313296 w 3024845"/>
                <a:gd name="connsiteY234-40866" fmla="*/ 335075 h 834218"/>
                <a:gd name="connsiteX235-40867" fmla="*/ 1314309 w 3024845"/>
                <a:gd name="connsiteY235-40868" fmla="*/ 335075 h 834218"/>
                <a:gd name="connsiteX236-40869" fmla="*/ 1321403 w 3024845"/>
                <a:gd name="connsiteY236-40870" fmla="*/ 335075 h 834218"/>
                <a:gd name="connsiteX237-40871" fmla="*/ 1321403 w 3024845"/>
                <a:gd name="connsiteY237-40872" fmla="*/ 373987 h 834218"/>
                <a:gd name="connsiteX238-40873" fmla="*/ 1323176 w 3024845"/>
                <a:gd name="connsiteY238-40874" fmla="*/ 373987 h 834218"/>
                <a:gd name="connsiteX239-40875" fmla="*/ 1335590 w 3024845"/>
                <a:gd name="connsiteY239-40876" fmla="*/ 373987 h 834218"/>
                <a:gd name="connsiteX240-40877" fmla="*/ 1335590 w 3024845"/>
                <a:gd name="connsiteY240-40878" fmla="*/ 376149 h 834218"/>
                <a:gd name="connsiteX241-40879" fmla="*/ 1335590 w 3024845"/>
                <a:gd name="connsiteY241-40880" fmla="*/ 391281 h 834218"/>
                <a:gd name="connsiteX242-40881" fmla="*/ 1339643 w 3024845"/>
                <a:gd name="connsiteY242-40882" fmla="*/ 389120 h 834218"/>
                <a:gd name="connsiteX243-40883" fmla="*/ 1339643 w 3024845"/>
                <a:gd name="connsiteY243-40884" fmla="*/ 373987 h 834218"/>
                <a:gd name="connsiteX244-40885" fmla="*/ 1341163 w 3024845"/>
                <a:gd name="connsiteY244-40886" fmla="*/ 373987 h 834218"/>
                <a:gd name="connsiteX245-40887" fmla="*/ 1351803 w 3024845"/>
                <a:gd name="connsiteY245-40888" fmla="*/ 373987 h 834218"/>
                <a:gd name="connsiteX246-40889" fmla="*/ 1351803 w 3024845"/>
                <a:gd name="connsiteY246-40890" fmla="*/ 375608 h 834218"/>
                <a:gd name="connsiteX247-40891" fmla="*/ 1351803 w 3024845"/>
                <a:gd name="connsiteY247-40892" fmla="*/ 386958 h 834218"/>
                <a:gd name="connsiteX248-40893" fmla="*/ 1382204 w 3024845"/>
                <a:gd name="connsiteY248-40894" fmla="*/ 386958 h 834218"/>
                <a:gd name="connsiteX249-40895" fmla="*/ 1382204 w 3024845"/>
                <a:gd name="connsiteY249-40896" fmla="*/ 350208 h 834218"/>
                <a:gd name="connsiteX250-40897" fmla="*/ 1383470 w 3024845"/>
                <a:gd name="connsiteY250-40898" fmla="*/ 350208 h 834218"/>
                <a:gd name="connsiteX251-40899" fmla="*/ 1392337 w 3024845"/>
                <a:gd name="connsiteY251-40900" fmla="*/ 350208 h 834218"/>
                <a:gd name="connsiteX252-40901" fmla="*/ 1392337 w 3024845"/>
                <a:gd name="connsiteY252-40902" fmla="*/ 371825 h 834218"/>
                <a:gd name="connsiteX253-40903" fmla="*/ 1394364 w 3024845"/>
                <a:gd name="connsiteY253-40904" fmla="*/ 339399 h 834218"/>
                <a:gd name="connsiteX254-40905" fmla="*/ 1416657 w 3024845"/>
                <a:gd name="connsiteY254-40906" fmla="*/ 339399 h 834218"/>
                <a:gd name="connsiteX255-40907" fmla="*/ 1416657 w 3024845"/>
                <a:gd name="connsiteY255-40908" fmla="*/ 337777 h 834218"/>
                <a:gd name="connsiteX256-40909" fmla="*/ 1416657 w 3024845"/>
                <a:gd name="connsiteY256-40910" fmla="*/ 326428 h 834218"/>
                <a:gd name="connsiteX257-40911" fmla="*/ 1417417 w 3024845"/>
                <a:gd name="connsiteY257-40912" fmla="*/ 326428 h 834218"/>
                <a:gd name="connsiteX258-40913" fmla="*/ 1422737 w 3024845"/>
                <a:gd name="connsiteY258-40914" fmla="*/ 326428 h 834218"/>
                <a:gd name="connsiteX259-40915" fmla="*/ 1422737 w 3024845"/>
                <a:gd name="connsiteY259-40916" fmla="*/ 324537 h 834218"/>
                <a:gd name="connsiteX260-40917" fmla="*/ 1422737 w 3024845"/>
                <a:gd name="connsiteY260-40918" fmla="*/ 311296 h 834218"/>
                <a:gd name="connsiteX261-40919" fmla="*/ 1426791 w 3024845"/>
                <a:gd name="connsiteY261-40920" fmla="*/ 317781 h 834218"/>
                <a:gd name="connsiteX262-40921" fmla="*/ 1429071 w 3024845"/>
                <a:gd name="connsiteY262-40922" fmla="*/ 317781 h 834218"/>
                <a:gd name="connsiteX263-40923" fmla="*/ 1445031 w 3024845"/>
                <a:gd name="connsiteY263-40924" fmla="*/ 317781 h 834218"/>
                <a:gd name="connsiteX264-40925" fmla="*/ 1445031 w 3024845"/>
                <a:gd name="connsiteY264-40926" fmla="*/ 316970 h 834218"/>
                <a:gd name="connsiteX265-40927" fmla="*/ 1445031 w 3024845"/>
                <a:gd name="connsiteY265-40928" fmla="*/ 311296 h 834218"/>
                <a:gd name="connsiteX266-40929" fmla="*/ 1445791 w 3024845"/>
                <a:gd name="connsiteY266-40930" fmla="*/ 311296 h 834218"/>
                <a:gd name="connsiteX267-40931" fmla="*/ 1451111 w 3024845"/>
                <a:gd name="connsiteY267-40932" fmla="*/ 311296 h 834218"/>
                <a:gd name="connsiteX268-40933" fmla="*/ 1451111 w 3024845"/>
                <a:gd name="connsiteY268-40934" fmla="*/ 312647 h 834218"/>
                <a:gd name="connsiteX269-40935" fmla="*/ 1451111 w 3024845"/>
                <a:gd name="connsiteY269-40936" fmla="*/ 322105 h 834218"/>
                <a:gd name="connsiteX270-40937" fmla="*/ 1489618 w 3024845"/>
                <a:gd name="connsiteY270-40938" fmla="*/ 322105 h 834218"/>
                <a:gd name="connsiteX271-40939" fmla="*/ 1489618 w 3024845"/>
                <a:gd name="connsiteY271-40940" fmla="*/ 460458 h 834218"/>
                <a:gd name="connsiteX272-40941" fmla="*/ 1491138 w 3024845"/>
                <a:gd name="connsiteY272-40942" fmla="*/ 460458 h 834218"/>
                <a:gd name="connsiteX273-40943" fmla="*/ 1501778 w 3024845"/>
                <a:gd name="connsiteY273-40944" fmla="*/ 460458 h 834218"/>
                <a:gd name="connsiteX274-40945" fmla="*/ 1501778 w 3024845"/>
                <a:gd name="connsiteY274-40946" fmla="*/ 447488 h 834218"/>
                <a:gd name="connsiteX275-40947" fmla="*/ 1505832 w 3024845"/>
                <a:gd name="connsiteY275-40948" fmla="*/ 447488 h 834218"/>
                <a:gd name="connsiteX276-40949" fmla="*/ 1505832 w 3024845"/>
                <a:gd name="connsiteY276-40950" fmla="*/ 460458 h 834218"/>
                <a:gd name="connsiteX277-40951" fmla="*/ 1536232 w 3024845"/>
                <a:gd name="connsiteY277-40952" fmla="*/ 460458 h 834218"/>
                <a:gd name="connsiteX278-40953" fmla="*/ 1536232 w 3024845"/>
                <a:gd name="connsiteY278-40954" fmla="*/ 430193 h 834218"/>
                <a:gd name="connsiteX279-40955" fmla="*/ 1548392 w 3024845"/>
                <a:gd name="connsiteY279-40956" fmla="*/ 430193 h 834218"/>
                <a:gd name="connsiteX280-40957" fmla="*/ 1560552 w 3024845"/>
                <a:gd name="connsiteY280-40958" fmla="*/ 428032 h 834218"/>
                <a:gd name="connsiteX281-40959" fmla="*/ 1564606 w 3024845"/>
                <a:gd name="connsiteY281-40960" fmla="*/ 430193 h 834218"/>
                <a:gd name="connsiteX282-40961" fmla="*/ 1574739 w 3024845"/>
                <a:gd name="connsiteY282-40962" fmla="*/ 430193 h 834218"/>
                <a:gd name="connsiteX283-40963" fmla="*/ 1574739 w 3024845"/>
                <a:gd name="connsiteY283-40964" fmla="*/ 460458 h 834218"/>
                <a:gd name="connsiteX284-40965" fmla="*/ 1582846 w 3024845"/>
                <a:gd name="connsiteY284-40966" fmla="*/ 460458 h 834218"/>
                <a:gd name="connsiteX285-40967" fmla="*/ 1582846 w 3024845"/>
                <a:gd name="connsiteY285-40968" fmla="*/ 477753 h 834218"/>
                <a:gd name="connsiteX286-40969" fmla="*/ 1592182 w 3024845"/>
                <a:gd name="connsiteY286-40970" fmla="*/ 478658 h 834218"/>
                <a:gd name="connsiteX287-40971" fmla="*/ 1605140 w 3024845"/>
                <a:gd name="connsiteY287-40972" fmla="*/ 478658 h 834218"/>
                <a:gd name="connsiteX288-40973" fmla="*/ 1605140 w 3024845"/>
                <a:gd name="connsiteY288-40974" fmla="*/ 462620 h 834218"/>
                <a:gd name="connsiteX289-40975" fmla="*/ 1673096 w 3024845"/>
                <a:gd name="connsiteY289-40976" fmla="*/ 462620 h 834218"/>
                <a:gd name="connsiteX290-40977" fmla="*/ 1673096 w 3024845"/>
                <a:gd name="connsiteY290-40978" fmla="*/ 377367 h 834218"/>
                <a:gd name="connsiteX291-40979" fmla="*/ 1745104 w 3024845"/>
                <a:gd name="connsiteY291-40980" fmla="*/ 377367 h 834218"/>
                <a:gd name="connsiteX292-40981" fmla="*/ 1745104 w 3024845"/>
                <a:gd name="connsiteY292-40982" fmla="*/ 456135 h 834218"/>
                <a:gd name="connsiteX293-40983" fmla="*/ 1747008 w 3024845"/>
                <a:gd name="connsiteY293-40984" fmla="*/ 456135 h 834218"/>
                <a:gd name="connsiteX294-40985" fmla="*/ 1748250 w 3024845"/>
                <a:gd name="connsiteY294-40986" fmla="*/ 478658 h 834218"/>
                <a:gd name="connsiteX295-40987" fmla="*/ 1757926 w 3024845"/>
                <a:gd name="connsiteY295-40988" fmla="*/ 478658 h 834218"/>
                <a:gd name="connsiteX296-40989" fmla="*/ 1759168 w 3024845"/>
                <a:gd name="connsiteY296-40990" fmla="*/ 456135 h 834218"/>
                <a:gd name="connsiteX297-40991" fmla="*/ 1765248 w 3024845"/>
                <a:gd name="connsiteY297-40992" fmla="*/ 456135 h 834218"/>
                <a:gd name="connsiteX298-40993" fmla="*/ 1766490 w 3024845"/>
                <a:gd name="connsiteY298-40994" fmla="*/ 478658 h 834218"/>
                <a:gd name="connsiteX299-40995" fmla="*/ 1817112 w 3024845"/>
                <a:gd name="connsiteY299-40996" fmla="*/ 478658 h 834218"/>
                <a:gd name="connsiteX300-40997" fmla="*/ 1817112 w 3024845"/>
                <a:gd name="connsiteY300-40998" fmla="*/ 315630 h 834218"/>
                <a:gd name="connsiteX301-40999" fmla="*/ 2014439 w 3024845"/>
                <a:gd name="connsiteY301-41000" fmla="*/ 315630 h 834218"/>
                <a:gd name="connsiteX302-41001" fmla="*/ 2014439 w 3024845"/>
                <a:gd name="connsiteY302-41002" fmla="*/ 478658 h 834218"/>
                <a:gd name="connsiteX303-41003" fmla="*/ 2033136 w 3024845"/>
                <a:gd name="connsiteY303-41004" fmla="*/ 478658 h 834218"/>
                <a:gd name="connsiteX304-41005" fmla="*/ 2033136 w 3024845"/>
                <a:gd name="connsiteY304-41006" fmla="*/ 395965 h 834218"/>
                <a:gd name="connsiteX305-41007" fmla="*/ 2128256 w 3024845"/>
                <a:gd name="connsiteY305-41008" fmla="*/ 395965 h 834218"/>
                <a:gd name="connsiteX306-41009" fmla="*/ 2180720 w 3024845"/>
                <a:gd name="connsiteY306-41010" fmla="*/ 330752 h 834218"/>
                <a:gd name="connsiteX307-41011" fmla="*/ 2245574 w 3024845"/>
                <a:gd name="connsiteY307-41012" fmla="*/ 330752 h 834218"/>
                <a:gd name="connsiteX308-41013" fmla="*/ 2245574 w 3024845"/>
                <a:gd name="connsiteY308-41014" fmla="*/ 406414 h 834218"/>
                <a:gd name="connsiteX309-41015" fmla="*/ 2253681 w 3024845"/>
                <a:gd name="connsiteY309-41016" fmla="*/ 406414 h 834218"/>
                <a:gd name="connsiteX310-41017" fmla="*/ 2255708 w 3024845"/>
                <a:gd name="connsiteY310-41018" fmla="*/ 399929 h 834218"/>
                <a:gd name="connsiteX311-41019" fmla="*/ 2261788 w 3024845"/>
                <a:gd name="connsiteY311-41020" fmla="*/ 399929 h 834218"/>
                <a:gd name="connsiteX312-41021" fmla="*/ 2263815 w 3024845"/>
                <a:gd name="connsiteY312-41022" fmla="*/ 408576 h 834218"/>
                <a:gd name="connsiteX313-41023" fmla="*/ 2275975 w 3024845"/>
                <a:gd name="connsiteY313-41024" fmla="*/ 408576 h 834218"/>
                <a:gd name="connsiteX314-41025" fmla="*/ 2275975 w 3024845"/>
                <a:gd name="connsiteY314-41026" fmla="*/ 402090 h 834218"/>
                <a:gd name="connsiteX315-41027" fmla="*/ 2298268 w 3024845"/>
                <a:gd name="connsiteY315-41028" fmla="*/ 402090 h 834218"/>
                <a:gd name="connsiteX316-41029" fmla="*/ 2298268 w 3024845"/>
                <a:gd name="connsiteY316-41030" fmla="*/ 408576 h 834218"/>
                <a:gd name="connsiteX317-41031" fmla="*/ 2318535 w 3024845"/>
                <a:gd name="connsiteY317-41032" fmla="*/ 408576 h 834218"/>
                <a:gd name="connsiteX318-41033" fmla="*/ 2318535 w 3024845"/>
                <a:gd name="connsiteY318-41034" fmla="*/ 453973 h 834218"/>
                <a:gd name="connsiteX319-41035" fmla="*/ 2332722 w 3024845"/>
                <a:gd name="connsiteY319-41036" fmla="*/ 453973 h 834218"/>
                <a:gd name="connsiteX320-41037" fmla="*/ 2332722 w 3024845"/>
                <a:gd name="connsiteY320-41038" fmla="*/ 441002 h 834218"/>
                <a:gd name="connsiteX321-41039" fmla="*/ 2348936 w 3024845"/>
                <a:gd name="connsiteY321-41040" fmla="*/ 441002 h 834218"/>
                <a:gd name="connsiteX322-41041" fmla="*/ 2348936 w 3024845"/>
                <a:gd name="connsiteY322-41042" fmla="*/ 261575 h 834218"/>
                <a:gd name="connsiteX323-41043" fmla="*/ 2355016 w 3024845"/>
                <a:gd name="connsiteY323-41044" fmla="*/ 255089 h 834218"/>
                <a:gd name="connsiteX324-41045" fmla="*/ 2427977 w 3024845"/>
                <a:gd name="connsiteY324-41046" fmla="*/ 255089 h 834218"/>
                <a:gd name="connsiteX325-41047" fmla="*/ 2427977 w 3024845"/>
                <a:gd name="connsiteY325-41048" fmla="*/ 263737 h 834218"/>
                <a:gd name="connsiteX326-41049" fmla="*/ 2438110 w 3024845"/>
                <a:gd name="connsiteY326-41050" fmla="*/ 263737 h 834218"/>
                <a:gd name="connsiteX327-41051" fmla="*/ 2438110 w 3024845"/>
                <a:gd name="connsiteY327-41052" fmla="*/ 378311 h 834218"/>
                <a:gd name="connsiteX328-41053" fmla="*/ 2460404 w 3024845"/>
                <a:gd name="connsiteY328-41054" fmla="*/ 378311 h 834218"/>
                <a:gd name="connsiteX329-41055" fmla="*/ 2460404 w 3024845"/>
                <a:gd name="connsiteY329-41056" fmla="*/ 311296 h 834218"/>
                <a:gd name="connsiteX330-41057" fmla="*/ 2486751 w 3024845"/>
                <a:gd name="connsiteY330-41058" fmla="*/ 311296 h 834218"/>
                <a:gd name="connsiteX331-41059" fmla="*/ 2490804 w 3024845"/>
                <a:gd name="connsiteY331-41060" fmla="*/ 306972 h 834218"/>
                <a:gd name="connsiteX332-41061" fmla="*/ 2498911 w 3024845"/>
                <a:gd name="connsiteY332-41062" fmla="*/ 306972 h 834218"/>
                <a:gd name="connsiteX333-41063" fmla="*/ 2502964 w 3024845"/>
                <a:gd name="connsiteY333-41064" fmla="*/ 311296 h 834218"/>
                <a:gd name="connsiteX334-41065" fmla="*/ 2525258 w 3024845"/>
                <a:gd name="connsiteY334-41066" fmla="*/ 311296 h 834218"/>
                <a:gd name="connsiteX335-41067" fmla="*/ 2525258 w 3024845"/>
                <a:gd name="connsiteY335-41068" fmla="*/ 194560 h 834218"/>
                <a:gd name="connsiteX336-41069" fmla="*/ 2582005 w 3024845"/>
                <a:gd name="connsiteY336-41070" fmla="*/ 183751 h 834218"/>
                <a:gd name="connsiteX337-41071" fmla="*/ 2582005 w 3024845"/>
                <a:gd name="connsiteY337-41072" fmla="*/ 184832 h 834218"/>
                <a:gd name="connsiteX338-41073" fmla="*/ 2582005 w 3024845"/>
                <a:gd name="connsiteY338-41074" fmla="*/ 192398 h 834218"/>
                <a:gd name="connsiteX339-41075" fmla="*/ 2608352 w 3024845"/>
                <a:gd name="connsiteY339-41076" fmla="*/ 192398 h 834218"/>
                <a:gd name="connsiteX340-41077" fmla="*/ 2608352 w 3024845"/>
                <a:gd name="connsiteY340-41078" fmla="*/ 447488 h 834218"/>
                <a:gd name="connsiteX341-41079" fmla="*/ 2630646 w 3024845"/>
                <a:gd name="connsiteY341-41080" fmla="*/ 447488 h 834218"/>
                <a:gd name="connsiteX342-41081" fmla="*/ 2630646 w 3024845"/>
                <a:gd name="connsiteY342-41082" fmla="*/ 443164 h 834218"/>
                <a:gd name="connsiteX343-41083" fmla="*/ 2642806 w 3024845"/>
                <a:gd name="connsiteY343-41084" fmla="*/ 443164 h 834218"/>
                <a:gd name="connsiteX344-41085" fmla="*/ 2642806 w 3024845"/>
                <a:gd name="connsiteY344-41086" fmla="*/ 447488 h 834218"/>
                <a:gd name="connsiteX345-41087" fmla="*/ 2667126 w 3024845"/>
                <a:gd name="connsiteY345-41088" fmla="*/ 447488 h 834218"/>
                <a:gd name="connsiteX346-41089" fmla="*/ 2667126 w 3024845"/>
                <a:gd name="connsiteY346-41090" fmla="*/ 434517 h 834218"/>
                <a:gd name="connsiteX347-41091" fmla="*/ 2695500 w 3024845"/>
                <a:gd name="connsiteY347-41092" fmla="*/ 434517 h 834218"/>
                <a:gd name="connsiteX348-41093" fmla="*/ 2707660 w 3024845"/>
                <a:gd name="connsiteY348-41094" fmla="*/ 430193 h 834218"/>
                <a:gd name="connsiteX349-41095" fmla="*/ 2727927 w 3024845"/>
                <a:gd name="connsiteY349-41096" fmla="*/ 434517 h 834218"/>
                <a:gd name="connsiteX350-41097" fmla="*/ 2727927 w 3024845"/>
                <a:gd name="connsiteY350-41098" fmla="*/ 417223 h 834218"/>
                <a:gd name="connsiteX351-41099" fmla="*/ 2736034 w 3024845"/>
                <a:gd name="connsiteY351-41100" fmla="*/ 417223 h 834218"/>
                <a:gd name="connsiteX352-41101" fmla="*/ 2736034 w 3024845"/>
                <a:gd name="connsiteY352-41102" fmla="*/ 404252 h 834218"/>
                <a:gd name="connsiteX353-41103" fmla="*/ 2792781 w 3024845"/>
                <a:gd name="connsiteY353-41104" fmla="*/ 404252 h 834218"/>
                <a:gd name="connsiteX354-41105" fmla="*/ 2792781 w 3024845"/>
                <a:gd name="connsiteY354-41106" fmla="*/ 373987 h 834218"/>
                <a:gd name="connsiteX355-41107" fmla="*/ 2811021 w 3024845"/>
                <a:gd name="connsiteY355-41108" fmla="*/ 373987 h 834218"/>
                <a:gd name="connsiteX356-41109" fmla="*/ 2811021 w 3024845"/>
                <a:gd name="connsiteY356-41110" fmla="*/ 367502 h 834218"/>
                <a:gd name="connsiteX357-41111" fmla="*/ 2823181 w 3024845"/>
                <a:gd name="connsiteY357-41112" fmla="*/ 367502 h 834218"/>
                <a:gd name="connsiteX358-41113" fmla="*/ 2823181 w 3024845"/>
                <a:gd name="connsiteY358-41114" fmla="*/ 373987 h 834218"/>
                <a:gd name="connsiteX359-41115" fmla="*/ 2839395 w 3024845"/>
                <a:gd name="connsiteY359-41116" fmla="*/ 373987 h 834218"/>
                <a:gd name="connsiteX360-41117" fmla="*/ 2839395 w 3024845"/>
                <a:gd name="connsiteY360-41118" fmla="*/ 423708 h 834218"/>
                <a:gd name="connsiteX361-41119" fmla="*/ 2871822 w 3024845"/>
                <a:gd name="connsiteY361-41120" fmla="*/ 423708 h 834218"/>
                <a:gd name="connsiteX362-41121" fmla="*/ 2871822 w 3024845"/>
                <a:gd name="connsiteY362-41122" fmla="*/ 397767 h 834218"/>
                <a:gd name="connsiteX363-41123" fmla="*/ 2910329 w 3024845"/>
                <a:gd name="connsiteY363-41124" fmla="*/ 397767 h 834218"/>
                <a:gd name="connsiteX364-41125" fmla="*/ 2910329 w 3024845"/>
                <a:gd name="connsiteY364-41126" fmla="*/ 367502 h 834218"/>
                <a:gd name="connsiteX365-41127" fmla="*/ 2958970 w 3024845"/>
                <a:gd name="connsiteY365-41128" fmla="*/ 367502 h 834218"/>
                <a:gd name="connsiteX366-41129" fmla="*/ 2958970 w 3024845"/>
                <a:gd name="connsiteY366-41130" fmla="*/ 478658 h 834218"/>
                <a:gd name="connsiteX367-41131" fmla="*/ 2958970 w 3024845"/>
                <a:gd name="connsiteY367-41132" fmla="*/ 492437 h 834218"/>
                <a:gd name="connsiteX368-41133" fmla="*/ 3024845 w 3024845"/>
                <a:gd name="connsiteY368-41134" fmla="*/ 492437 h 834218"/>
                <a:gd name="connsiteX369-41135" fmla="*/ 3024845 w 3024845"/>
                <a:gd name="connsiteY369-41136" fmla="*/ 834218 h 834218"/>
                <a:gd name="connsiteX370-41137" fmla="*/ 2054 w 3024845"/>
                <a:gd name="connsiteY370-41138" fmla="*/ 831885 h 834218"/>
                <a:gd name="connsiteX371-41139" fmla="*/ 0 w 3024845"/>
                <a:gd name="connsiteY371-41140" fmla="*/ 397767 h 834218"/>
                <a:gd name="connsiteX372-41141" fmla="*/ 20267 w 3024845"/>
                <a:gd name="connsiteY372-41142" fmla="*/ 397767 h 834218"/>
                <a:gd name="connsiteX373-41143" fmla="*/ 20774 w 3024845"/>
                <a:gd name="connsiteY373-41144" fmla="*/ 396686 h 834218"/>
                <a:gd name="connsiteX374-41145" fmla="*/ 24320 w 3024845"/>
                <a:gd name="connsiteY374-41146" fmla="*/ 389120 h 834218"/>
                <a:gd name="connsiteX375-41147" fmla="*/ 26094 w 3024845"/>
                <a:gd name="connsiteY375-41148" fmla="*/ 389390 h 834218"/>
                <a:gd name="connsiteX376-41149" fmla="*/ 38507 w 3024845"/>
                <a:gd name="connsiteY376-41150" fmla="*/ 391281 h 834218"/>
                <a:gd name="connsiteX377-41151" fmla="*/ 39014 w 3024845"/>
                <a:gd name="connsiteY377-41152" fmla="*/ 392633 h 834218"/>
                <a:gd name="connsiteX378-41153" fmla="*/ 42560 w 3024845"/>
                <a:gd name="connsiteY378-41154" fmla="*/ 402090 h 834218"/>
                <a:gd name="connsiteX379-41155" fmla="*/ 68907 w 3024845"/>
                <a:gd name="connsiteY379-41156" fmla="*/ 404252 h 834218"/>
                <a:gd name="connsiteX380-41157" fmla="*/ 68907 w 3024845"/>
                <a:gd name="connsiteY380-41158" fmla="*/ 281031 h 834218"/>
                <a:gd name="connsiteX381-41159" fmla="*/ 70934 w 3024845"/>
                <a:gd name="connsiteY381-41160" fmla="*/ 281031 h 834218"/>
                <a:gd name="connsiteX382-41161" fmla="*/ 85121 w 3024845"/>
                <a:gd name="connsiteY382-41162" fmla="*/ 281031 h 834218"/>
                <a:gd name="connsiteX383-41163" fmla="*/ 85121 w 3024845"/>
                <a:gd name="connsiteY383-41164" fmla="*/ 144839 h 834218"/>
                <a:gd name="connsiteX384-41165" fmla="*/ 86894 w 3024845"/>
                <a:gd name="connsiteY384-41166" fmla="*/ 144839 h 834218"/>
                <a:gd name="connsiteX385-41167" fmla="*/ 99308 w 3024845"/>
                <a:gd name="connsiteY385-41168" fmla="*/ 144839 h 834218"/>
                <a:gd name="connsiteX386-41169" fmla="*/ 99308 w 3024845"/>
                <a:gd name="connsiteY386-41170" fmla="*/ 30265 h 834218"/>
                <a:gd name="connsiteX387-41171" fmla="*/ 103361 w 3024845"/>
                <a:gd name="connsiteY387-41172" fmla="*/ 2161 h 834218"/>
                <a:gd name="connsiteX0-41173" fmla="*/ 103361 w 3024845"/>
                <a:gd name="connsiteY0-41174" fmla="*/ 2161 h 834218"/>
                <a:gd name="connsiteX1-41175" fmla="*/ 200642 w 3024845"/>
                <a:gd name="connsiteY1-41176" fmla="*/ 0 h 834218"/>
                <a:gd name="connsiteX2-41177" fmla="*/ 220909 w 3024845"/>
                <a:gd name="connsiteY2-41178" fmla="*/ 144839 h 834218"/>
                <a:gd name="connsiteX3-41179" fmla="*/ 223189 w 3024845"/>
                <a:gd name="connsiteY3-41180" fmla="*/ 144839 h 834218"/>
                <a:gd name="connsiteX4-41181" fmla="*/ 239150 w 3024845"/>
                <a:gd name="connsiteY4-41182" fmla="*/ 144839 h 834218"/>
                <a:gd name="connsiteX5-41183" fmla="*/ 239150 w 3024845"/>
                <a:gd name="connsiteY5-41184" fmla="*/ 285354 h 834218"/>
                <a:gd name="connsiteX6-41185" fmla="*/ 240670 w 3024845"/>
                <a:gd name="connsiteY6-41186" fmla="*/ 285084 h 834218"/>
                <a:gd name="connsiteX7-41187" fmla="*/ 251310 w 3024845"/>
                <a:gd name="connsiteY7-41188" fmla="*/ 283193 h 834218"/>
                <a:gd name="connsiteX8-41189" fmla="*/ 249283 w 3024845"/>
                <a:gd name="connsiteY8-41190" fmla="*/ 371825 h 834218"/>
                <a:gd name="connsiteX9-41191" fmla="*/ 250803 w 3024845"/>
                <a:gd name="connsiteY9-41192" fmla="*/ 372096 h 834218"/>
                <a:gd name="connsiteX10-41193" fmla="*/ 261443 w 3024845"/>
                <a:gd name="connsiteY10-41194" fmla="*/ 373987 h 834218"/>
                <a:gd name="connsiteX11-41195" fmla="*/ 261696 w 3024845"/>
                <a:gd name="connsiteY11-41196" fmla="*/ 374798 h 834218"/>
                <a:gd name="connsiteX12-41197" fmla="*/ 263470 w 3024845"/>
                <a:gd name="connsiteY12-41198" fmla="*/ 380473 h 834218"/>
                <a:gd name="connsiteX13-41199" fmla="*/ 264230 w 3024845"/>
                <a:gd name="connsiteY13-41200" fmla="*/ 378041 h 834218"/>
                <a:gd name="connsiteX14-41201" fmla="*/ 269550 w 3024845"/>
                <a:gd name="connsiteY14-41202" fmla="*/ 361017 h 834218"/>
                <a:gd name="connsiteX15-41203" fmla="*/ 271323 w 3024845"/>
                <a:gd name="connsiteY15-41204" fmla="*/ 361017 h 834218"/>
                <a:gd name="connsiteX16-41205" fmla="*/ 283737 w 3024845"/>
                <a:gd name="connsiteY16-41206" fmla="*/ 361017 h 834218"/>
                <a:gd name="connsiteX17-41207" fmla="*/ 283737 w 3024845"/>
                <a:gd name="connsiteY17-41208" fmla="*/ 393443 h 834218"/>
                <a:gd name="connsiteX18-41209" fmla="*/ 284750 w 3024845"/>
                <a:gd name="connsiteY18-41210" fmla="*/ 393984 h 834218"/>
                <a:gd name="connsiteX19-41211" fmla="*/ 291844 w 3024845"/>
                <a:gd name="connsiteY19-41212" fmla="*/ 397767 h 834218"/>
                <a:gd name="connsiteX20-41213" fmla="*/ 291844 w 3024845"/>
                <a:gd name="connsiteY20-41214" fmla="*/ 399118 h 834218"/>
                <a:gd name="connsiteX21-41215" fmla="*/ 291844 w 3024845"/>
                <a:gd name="connsiteY21-41216" fmla="*/ 408576 h 834218"/>
                <a:gd name="connsiteX22-41217" fmla="*/ 336431 w 3024845"/>
                <a:gd name="connsiteY22-41218" fmla="*/ 408576 h 834218"/>
                <a:gd name="connsiteX23-41219" fmla="*/ 336431 w 3024845"/>
                <a:gd name="connsiteY23-41220" fmla="*/ 409657 h 834218"/>
                <a:gd name="connsiteX24-41221" fmla="*/ 336431 w 3024845"/>
                <a:gd name="connsiteY24-41222" fmla="*/ 417223 h 834218"/>
                <a:gd name="connsiteX25-41223" fmla="*/ 338457 w 3024845"/>
                <a:gd name="connsiteY25-41224" fmla="*/ 417223 h 834218"/>
                <a:gd name="connsiteX26-41225" fmla="*/ 352644 w 3024845"/>
                <a:gd name="connsiteY26-41226" fmla="*/ 417223 h 834218"/>
                <a:gd name="connsiteX27-41227" fmla="*/ 352644 w 3024845"/>
                <a:gd name="connsiteY27-41228" fmla="*/ 386958 h 834218"/>
                <a:gd name="connsiteX28-41229" fmla="*/ 397231 w 3024845"/>
                <a:gd name="connsiteY28-41230" fmla="*/ 386958 h 834218"/>
                <a:gd name="connsiteX29-41231" fmla="*/ 397231 w 3024845"/>
                <a:gd name="connsiteY29-41232" fmla="*/ 385607 h 834218"/>
                <a:gd name="connsiteX30-41233" fmla="*/ 397231 w 3024845"/>
                <a:gd name="connsiteY30-41234" fmla="*/ 376149 h 834218"/>
                <a:gd name="connsiteX31-41235" fmla="*/ 398245 w 3024845"/>
                <a:gd name="connsiteY31-41236" fmla="*/ 376149 h 834218"/>
                <a:gd name="connsiteX32-41237" fmla="*/ 405338 w 3024845"/>
                <a:gd name="connsiteY32-41238" fmla="*/ 376149 h 834218"/>
                <a:gd name="connsiteX33-41239" fmla="*/ 405338 w 3024845"/>
                <a:gd name="connsiteY33-41240" fmla="*/ 374258 h 834218"/>
                <a:gd name="connsiteX34-41241" fmla="*/ 405338 w 3024845"/>
                <a:gd name="connsiteY34-41242" fmla="*/ 361017 h 834218"/>
                <a:gd name="connsiteX35-41243" fmla="*/ 406098 w 3024845"/>
                <a:gd name="connsiteY35-41244" fmla="*/ 361017 h 834218"/>
                <a:gd name="connsiteX36-41245" fmla="*/ 411418 w 3024845"/>
                <a:gd name="connsiteY36-41246" fmla="*/ 361017 h 834218"/>
                <a:gd name="connsiteX37-41247" fmla="*/ 411418 w 3024845"/>
                <a:gd name="connsiteY37-41248" fmla="*/ 359936 h 834218"/>
                <a:gd name="connsiteX38-41249" fmla="*/ 411418 w 3024845"/>
                <a:gd name="connsiteY38-41250" fmla="*/ 352369 h 834218"/>
                <a:gd name="connsiteX39-41251" fmla="*/ 413445 w 3024845"/>
                <a:gd name="connsiteY39-41252" fmla="*/ 352369 h 834218"/>
                <a:gd name="connsiteX40-41253" fmla="*/ 427632 w 3024845"/>
                <a:gd name="connsiteY40-41254" fmla="*/ 352369 h 834218"/>
                <a:gd name="connsiteX41-41255" fmla="*/ 427632 w 3024845"/>
                <a:gd name="connsiteY41-41256" fmla="*/ 353450 h 834218"/>
                <a:gd name="connsiteX42-41257" fmla="*/ 427632 w 3024845"/>
                <a:gd name="connsiteY42-41258" fmla="*/ 361017 h 834218"/>
                <a:gd name="connsiteX43-41259" fmla="*/ 449925 w 3024845"/>
                <a:gd name="connsiteY43-41260" fmla="*/ 361017 h 834218"/>
                <a:gd name="connsiteX44-41261" fmla="*/ 449925 w 3024845"/>
                <a:gd name="connsiteY44-41262" fmla="*/ 359125 h 834218"/>
                <a:gd name="connsiteX45-41263" fmla="*/ 449925 w 3024845"/>
                <a:gd name="connsiteY45-41264" fmla="*/ 345884 h 834218"/>
                <a:gd name="connsiteX46-41265" fmla="*/ 451699 w 3024845"/>
                <a:gd name="connsiteY46-41266" fmla="*/ 345884 h 834218"/>
                <a:gd name="connsiteX47-41267" fmla="*/ 464112 w 3024845"/>
                <a:gd name="connsiteY47-41268" fmla="*/ 345884 h 834218"/>
                <a:gd name="connsiteX48-41269" fmla="*/ 464112 w 3024845"/>
                <a:gd name="connsiteY48-41270" fmla="*/ 369664 h 834218"/>
                <a:gd name="connsiteX49-41271" fmla="*/ 465126 w 3024845"/>
                <a:gd name="connsiteY49-41272" fmla="*/ 369664 h 834218"/>
                <a:gd name="connsiteX50-41273" fmla="*/ 472219 w 3024845"/>
                <a:gd name="connsiteY50-41274" fmla="*/ 369664 h 834218"/>
                <a:gd name="connsiteX51-41275" fmla="*/ 472219 w 3024845"/>
                <a:gd name="connsiteY51-41276" fmla="*/ 368583 h 834218"/>
                <a:gd name="connsiteX52-41277" fmla="*/ 472219 w 3024845"/>
                <a:gd name="connsiteY52-41278" fmla="*/ 361017 h 834218"/>
                <a:gd name="connsiteX53-41279" fmla="*/ 473992 w 3024845"/>
                <a:gd name="connsiteY53-41280" fmla="*/ 361017 h 834218"/>
                <a:gd name="connsiteX54-41281" fmla="*/ 486406 w 3024845"/>
                <a:gd name="connsiteY54-41282" fmla="*/ 361017 h 834218"/>
                <a:gd name="connsiteX55-41283" fmla="*/ 486406 w 3024845"/>
                <a:gd name="connsiteY55-41284" fmla="*/ 386958 h 834218"/>
                <a:gd name="connsiteX56-41285" fmla="*/ 488433 w 3024845"/>
                <a:gd name="connsiteY56-41286" fmla="*/ 386958 h 834218"/>
                <a:gd name="connsiteX57-41287" fmla="*/ 502619 w 3024845"/>
                <a:gd name="connsiteY57-41288" fmla="*/ 386958 h 834218"/>
                <a:gd name="connsiteX58-41289" fmla="*/ 502619 w 3024845"/>
                <a:gd name="connsiteY58-41290" fmla="*/ 388579 h 834218"/>
                <a:gd name="connsiteX59-41291" fmla="*/ 502619 w 3024845"/>
                <a:gd name="connsiteY59-41292" fmla="*/ 399929 h 834218"/>
                <a:gd name="connsiteX60-41293" fmla="*/ 503379 w 3024845"/>
                <a:gd name="connsiteY60-41294" fmla="*/ 399929 h 834218"/>
                <a:gd name="connsiteX61-41295" fmla="*/ 508700 w 3024845"/>
                <a:gd name="connsiteY61-41296" fmla="*/ 399929 h 834218"/>
                <a:gd name="connsiteX62-41297" fmla="*/ 508700 w 3024845"/>
                <a:gd name="connsiteY62-41298" fmla="*/ 399118 h 834218"/>
                <a:gd name="connsiteX63-41299" fmla="*/ 508700 w 3024845"/>
                <a:gd name="connsiteY63-41300" fmla="*/ 393443 h 834218"/>
                <a:gd name="connsiteX64-41301" fmla="*/ 539100 w 3024845"/>
                <a:gd name="connsiteY64-41302" fmla="*/ 393443 h 834218"/>
                <a:gd name="connsiteX65-41303" fmla="*/ 539100 w 3024845"/>
                <a:gd name="connsiteY65-41304" fmla="*/ 417223 h 834218"/>
                <a:gd name="connsiteX66-41305" fmla="*/ 540113 w 3024845"/>
                <a:gd name="connsiteY66-41306" fmla="*/ 417223 h 834218"/>
                <a:gd name="connsiteX67-41307" fmla="*/ 547207 w 3024845"/>
                <a:gd name="connsiteY67-41308" fmla="*/ 417223 h 834218"/>
                <a:gd name="connsiteX68-41309" fmla="*/ 547207 w 3024845"/>
                <a:gd name="connsiteY68-41310" fmla="*/ 418304 h 834218"/>
                <a:gd name="connsiteX69-41311" fmla="*/ 547207 w 3024845"/>
                <a:gd name="connsiteY69-41312" fmla="*/ 425870 h 834218"/>
                <a:gd name="connsiteX70-41313" fmla="*/ 547967 w 3024845"/>
                <a:gd name="connsiteY70-41314" fmla="*/ 425870 h 834218"/>
                <a:gd name="connsiteX71-41315" fmla="*/ 553287 w 3024845"/>
                <a:gd name="connsiteY71-41316" fmla="*/ 425870 h 834218"/>
                <a:gd name="connsiteX72-41317" fmla="*/ 553287 w 3024845"/>
                <a:gd name="connsiteY72-41318" fmla="*/ 423708 h 834218"/>
                <a:gd name="connsiteX73-41319" fmla="*/ 553287 w 3024845"/>
                <a:gd name="connsiteY73-41320" fmla="*/ 408576 h 834218"/>
                <a:gd name="connsiteX74-41321" fmla="*/ 554300 w 3024845"/>
                <a:gd name="connsiteY74-41322" fmla="*/ 408576 h 834218"/>
                <a:gd name="connsiteX75-41323" fmla="*/ 561394 w 3024845"/>
                <a:gd name="connsiteY75-41324" fmla="*/ 408576 h 834218"/>
                <a:gd name="connsiteX76-41325" fmla="*/ 561394 w 3024845"/>
                <a:gd name="connsiteY76-41326" fmla="*/ 409657 h 834218"/>
                <a:gd name="connsiteX77-41327" fmla="*/ 561394 w 3024845"/>
                <a:gd name="connsiteY77-41328" fmla="*/ 417223 h 834218"/>
                <a:gd name="connsiteX78-41329" fmla="*/ 566714 w 3024845"/>
                <a:gd name="connsiteY78-41330" fmla="*/ 415230 h 834218"/>
                <a:gd name="connsiteX79-41331" fmla="*/ 567474 w 3024845"/>
                <a:gd name="connsiteY79-41332" fmla="*/ 414250 h 834218"/>
                <a:gd name="connsiteX80-41333" fmla="*/ 567474 w 3024845"/>
                <a:gd name="connsiteY80-41334" fmla="*/ 408576 h 834218"/>
                <a:gd name="connsiteX81-41335" fmla="*/ 605981 w 3024845"/>
                <a:gd name="connsiteY81-41336" fmla="*/ 408576 h 834218"/>
                <a:gd name="connsiteX82-41337" fmla="*/ 605981 w 3024845"/>
                <a:gd name="connsiteY82-41338" fmla="*/ 432355 h 834218"/>
                <a:gd name="connsiteX83-41339" fmla="*/ 608007 w 3024845"/>
                <a:gd name="connsiteY83-41340" fmla="*/ 432355 h 834218"/>
                <a:gd name="connsiteX84-41341" fmla="*/ 622194 w 3024845"/>
                <a:gd name="connsiteY84-41342" fmla="*/ 432355 h 834218"/>
                <a:gd name="connsiteX85-41343" fmla="*/ 622194 w 3024845"/>
                <a:gd name="connsiteY85-41344" fmla="*/ 433436 h 834218"/>
                <a:gd name="connsiteX86-41345" fmla="*/ 622194 w 3024845"/>
                <a:gd name="connsiteY86-41346" fmla="*/ 441002 h 834218"/>
                <a:gd name="connsiteX87-41347" fmla="*/ 623968 w 3024845"/>
                <a:gd name="connsiteY87-41348" fmla="*/ 441002 h 834218"/>
                <a:gd name="connsiteX88-41349" fmla="*/ 636381 w 3024845"/>
                <a:gd name="connsiteY88-41350" fmla="*/ 441002 h 834218"/>
                <a:gd name="connsiteX89-41351" fmla="*/ 636381 w 3024845"/>
                <a:gd name="connsiteY89-41352" fmla="*/ 417223 h 834218"/>
                <a:gd name="connsiteX90-41353" fmla="*/ 637394 w 3024845"/>
                <a:gd name="connsiteY90-41354" fmla="*/ 417223 h 834218"/>
                <a:gd name="connsiteX91-41355" fmla="*/ 644488 w 3024845"/>
                <a:gd name="connsiteY91-41356" fmla="*/ 417223 h 834218"/>
                <a:gd name="connsiteX92-41357" fmla="*/ 644488 w 3024845"/>
                <a:gd name="connsiteY92-41358" fmla="*/ 384796 h 834218"/>
                <a:gd name="connsiteX93-41359" fmla="*/ 645501 w 3024845"/>
                <a:gd name="connsiteY93-41360" fmla="*/ 384796 h 834218"/>
                <a:gd name="connsiteX94-41361" fmla="*/ 652595 w 3024845"/>
                <a:gd name="connsiteY94-41362" fmla="*/ 384796 h 834218"/>
                <a:gd name="connsiteX95-41363" fmla="*/ 652595 w 3024845"/>
                <a:gd name="connsiteY95-41364" fmla="*/ 382905 h 834218"/>
                <a:gd name="connsiteX96-41365" fmla="*/ 652595 w 3024845"/>
                <a:gd name="connsiteY96-41366" fmla="*/ 369664 h 834218"/>
                <a:gd name="connsiteX97-41367" fmla="*/ 651328 w 3024845"/>
                <a:gd name="connsiteY97-41368" fmla="*/ 368042 h 834218"/>
                <a:gd name="connsiteX98-41369" fmla="*/ 656648 w 3024845"/>
                <a:gd name="connsiteY98-41370" fmla="*/ 356693 h 834218"/>
                <a:gd name="connsiteX99-41371" fmla="*/ 664755 w 3024845"/>
                <a:gd name="connsiteY99-41372" fmla="*/ 384796 h 834218"/>
                <a:gd name="connsiteX100-41373" fmla="*/ 665515 w 3024845"/>
                <a:gd name="connsiteY100-41374" fmla="*/ 384796 h 834218"/>
                <a:gd name="connsiteX101-41375" fmla="*/ 670835 w 3024845"/>
                <a:gd name="connsiteY101-41376" fmla="*/ 384796 h 834218"/>
                <a:gd name="connsiteX102-41377" fmla="*/ 670835 w 3024845"/>
                <a:gd name="connsiteY102-41378" fmla="*/ 278869 h 834218"/>
                <a:gd name="connsiteX103-41379" fmla="*/ 672355 w 3024845"/>
                <a:gd name="connsiteY103-41380" fmla="*/ 278869 h 834218"/>
                <a:gd name="connsiteX104-41381" fmla="*/ 682995 w 3024845"/>
                <a:gd name="connsiteY104-41382" fmla="*/ 278869 h 834218"/>
                <a:gd name="connsiteX105-41383" fmla="*/ 682995 w 3024845"/>
                <a:gd name="connsiteY105-41384" fmla="*/ 231310 h 834218"/>
                <a:gd name="connsiteX106-41385" fmla="*/ 709342 w 3024845"/>
                <a:gd name="connsiteY106-41386" fmla="*/ 231310 h 834218"/>
                <a:gd name="connsiteX107-41387" fmla="*/ 709342 w 3024845"/>
                <a:gd name="connsiteY107-41388" fmla="*/ 209692 h 834218"/>
                <a:gd name="connsiteX108-41389" fmla="*/ 743796 w 3024845"/>
                <a:gd name="connsiteY108-41390" fmla="*/ 209692 h 834218"/>
                <a:gd name="connsiteX109-41391" fmla="*/ 743796 w 3024845"/>
                <a:gd name="connsiteY109-41392" fmla="*/ 212124 h 834218"/>
                <a:gd name="connsiteX110-41393" fmla="*/ 743796 w 3024845"/>
                <a:gd name="connsiteY110-41394" fmla="*/ 229148 h 834218"/>
                <a:gd name="connsiteX111-41395" fmla="*/ 746076 w 3024845"/>
                <a:gd name="connsiteY111-41396" fmla="*/ 229148 h 834218"/>
                <a:gd name="connsiteX112-41397" fmla="*/ 762036 w 3024845"/>
                <a:gd name="connsiteY112-41398" fmla="*/ 229148 h 834218"/>
                <a:gd name="connsiteX113-41399" fmla="*/ 762036 w 3024845"/>
                <a:gd name="connsiteY113-41400" fmla="*/ 276707 h 834218"/>
                <a:gd name="connsiteX114-41401" fmla="*/ 763049 w 3024845"/>
                <a:gd name="connsiteY114-41402" fmla="*/ 276707 h 834218"/>
                <a:gd name="connsiteX115-41403" fmla="*/ 770143 w 3024845"/>
                <a:gd name="connsiteY115-41404" fmla="*/ 276707 h 834218"/>
                <a:gd name="connsiteX116-41405" fmla="*/ 784330 w 3024845"/>
                <a:gd name="connsiteY116-41406" fmla="*/ 281031 h 834218"/>
                <a:gd name="connsiteX117-41407" fmla="*/ 784330 w 3024845"/>
                <a:gd name="connsiteY117-41408" fmla="*/ 319943 h 834218"/>
                <a:gd name="connsiteX118-41409" fmla="*/ 785343 w 3024845"/>
                <a:gd name="connsiteY118-41410" fmla="*/ 319943 h 834218"/>
                <a:gd name="connsiteX119-41411" fmla="*/ 792436 w 3024845"/>
                <a:gd name="connsiteY119-41412" fmla="*/ 319943 h 834218"/>
                <a:gd name="connsiteX120-41413" fmla="*/ 792436 w 3024845"/>
                <a:gd name="connsiteY120-41414" fmla="*/ 321564 h 834218"/>
                <a:gd name="connsiteX121-41415" fmla="*/ 792436 w 3024845"/>
                <a:gd name="connsiteY121-41416" fmla="*/ 332913 h 834218"/>
                <a:gd name="connsiteX122-41417" fmla="*/ 794463 w 3024845"/>
                <a:gd name="connsiteY122-41418" fmla="*/ 332913 h 834218"/>
                <a:gd name="connsiteX123-41419" fmla="*/ 808650 w 3024845"/>
                <a:gd name="connsiteY123-41420" fmla="*/ 332913 h 834218"/>
                <a:gd name="connsiteX124-41421" fmla="*/ 814730 w 3024845"/>
                <a:gd name="connsiteY124-41422" fmla="*/ 339399 h 834218"/>
                <a:gd name="connsiteX125-41423" fmla="*/ 814730 w 3024845"/>
                <a:gd name="connsiteY125-41424" fmla="*/ 361017 h 834218"/>
                <a:gd name="connsiteX126-41425" fmla="*/ 817010 w 3024845"/>
                <a:gd name="connsiteY126-41426" fmla="*/ 361017 h 834218"/>
                <a:gd name="connsiteX127-41427" fmla="*/ 832970 w 3024845"/>
                <a:gd name="connsiteY127-41428" fmla="*/ 361017 h 834218"/>
                <a:gd name="connsiteX128-41429" fmla="*/ 832970 w 3024845"/>
                <a:gd name="connsiteY128-41430" fmla="*/ 362097 h 834218"/>
                <a:gd name="connsiteX129-41431" fmla="*/ 832970 w 3024845"/>
                <a:gd name="connsiteY129-41432" fmla="*/ 369664 h 834218"/>
                <a:gd name="connsiteX130-41433" fmla="*/ 834237 w 3024845"/>
                <a:gd name="connsiteY130-41434" fmla="*/ 369664 h 834218"/>
                <a:gd name="connsiteX131-41435" fmla="*/ 843104 w 3024845"/>
                <a:gd name="connsiteY131-41436" fmla="*/ 369664 h 834218"/>
                <a:gd name="connsiteX132-41437" fmla="*/ 843104 w 3024845"/>
                <a:gd name="connsiteY132-41438" fmla="*/ 371825 h 834218"/>
                <a:gd name="connsiteX133-41439" fmla="*/ 843104 w 3024845"/>
                <a:gd name="connsiteY133-41440" fmla="*/ 386958 h 834218"/>
                <a:gd name="connsiteX134-41441" fmla="*/ 847157 w 3024845"/>
                <a:gd name="connsiteY134-41442" fmla="*/ 385066 h 834218"/>
                <a:gd name="connsiteX135-41443" fmla="*/ 847157 w 3024845"/>
                <a:gd name="connsiteY135-41444" fmla="*/ 371825 h 834218"/>
                <a:gd name="connsiteX136-41445" fmla="*/ 848170 w 3024845"/>
                <a:gd name="connsiteY136-41446" fmla="*/ 371825 h 834218"/>
                <a:gd name="connsiteX137-41447" fmla="*/ 855264 w 3024845"/>
                <a:gd name="connsiteY137-41448" fmla="*/ 371825 h 834218"/>
                <a:gd name="connsiteX138-41449" fmla="*/ 855264 w 3024845"/>
                <a:gd name="connsiteY138-41450" fmla="*/ 373447 h 834218"/>
                <a:gd name="connsiteX139-41451" fmla="*/ 855264 w 3024845"/>
                <a:gd name="connsiteY139-41452" fmla="*/ 384796 h 834218"/>
                <a:gd name="connsiteX140-41453" fmla="*/ 856024 w 3024845"/>
                <a:gd name="connsiteY140-41454" fmla="*/ 384796 h 834218"/>
                <a:gd name="connsiteX141-41455" fmla="*/ 861344 w 3024845"/>
                <a:gd name="connsiteY141-41456" fmla="*/ 384796 h 834218"/>
                <a:gd name="connsiteX142-41457" fmla="*/ 909984 w 3024845"/>
                <a:gd name="connsiteY142-41458" fmla="*/ 380473 h 834218"/>
                <a:gd name="connsiteX143-41459" fmla="*/ 909984 w 3024845"/>
                <a:gd name="connsiteY143-41460" fmla="*/ 381824 h 834218"/>
                <a:gd name="connsiteX144-41461" fmla="*/ 909984 w 3024845"/>
                <a:gd name="connsiteY144-41462" fmla="*/ 391281 h 834218"/>
                <a:gd name="connsiteX145-41463" fmla="*/ 910744 w 3024845"/>
                <a:gd name="connsiteY145-41464" fmla="*/ 391281 h 834218"/>
                <a:gd name="connsiteX146-41465" fmla="*/ 916065 w 3024845"/>
                <a:gd name="connsiteY146-41466" fmla="*/ 391281 h 834218"/>
                <a:gd name="connsiteX147-41467" fmla="*/ 916065 w 3024845"/>
                <a:gd name="connsiteY147-41468" fmla="*/ 393443 h 834218"/>
                <a:gd name="connsiteX148-41469" fmla="*/ 916065 w 3024845"/>
                <a:gd name="connsiteY148-41470" fmla="*/ 408576 h 834218"/>
                <a:gd name="connsiteX149-41471" fmla="*/ 918091 w 3024845"/>
                <a:gd name="connsiteY149-41472" fmla="*/ 407225 h 834218"/>
                <a:gd name="connsiteX150-41473" fmla="*/ 932278 w 3024845"/>
                <a:gd name="connsiteY150-41474" fmla="*/ 397767 h 834218"/>
                <a:gd name="connsiteX151-41475" fmla="*/ 938358 w 3024845"/>
                <a:gd name="connsiteY151-41476" fmla="*/ 356693 h 834218"/>
                <a:gd name="connsiteX152-41477" fmla="*/ 939118 w 3024845"/>
                <a:gd name="connsiteY152-41478" fmla="*/ 356423 h 834218"/>
                <a:gd name="connsiteX153-41479" fmla="*/ 944438 w 3024845"/>
                <a:gd name="connsiteY153-41480" fmla="*/ 354531 h 834218"/>
                <a:gd name="connsiteX154-41481" fmla="*/ 946465 w 3024845"/>
                <a:gd name="connsiteY154-41482" fmla="*/ 285354 h 834218"/>
                <a:gd name="connsiteX155-41483" fmla="*/ 948492 w 3024845"/>
                <a:gd name="connsiteY155-41484" fmla="*/ 354531 h 834218"/>
                <a:gd name="connsiteX156-41485" fmla="*/ 949252 w 3024845"/>
                <a:gd name="connsiteY156-41486" fmla="*/ 354801 h 834218"/>
                <a:gd name="connsiteX157-41487" fmla="*/ 954572 w 3024845"/>
                <a:gd name="connsiteY157-41488" fmla="*/ 356693 h 834218"/>
                <a:gd name="connsiteX158-41489" fmla="*/ 954572 w 3024845"/>
                <a:gd name="connsiteY158-41490" fmla="*/ 270222 h 834218"/>
                <a:gd name="connsiteX159-41491" fmla="*/ 958625 w 3024845"/>
                <a:gd name="connsiteY159-41492" fmla="*/ 237795 h 834218"/>
                <a:gd name="connsiteX160-41493" fmla="*/ 997132 w 3024845"/>
                <a:gd name="connsiteY160-41494" fmla="*/ 237795 h 834218"/>
                <a:gd name="connsiteX161-41495" fmla="*/ 997132 w 3024845"/>
                <a:gd name="connsiteY161-41496" fmla="*/ 270222 h 834218"/>
                <a:gd name="connsiteX162-41497" fmla="*/ 997892 w 3024845"/>
                <a:gd name="connsiteY162-41498" fmla="*/ 270222 h 834218"/>
                <a:gd name="connsiteX163-41499" fmla="*/ 1003212 w 3024845"/>
                <a:gd name="connsiteY163-41500" fmla="*/ 270222 h 834218"/>
                <a:gd name="connsiteX164-41501" fmla="*/ 1003212 w 3024845"/>
                <a:gd name="connsiteY164-41502" fmla="*/ 188074 h 834218"/>
                <a:gd name="connsiteX165-41503" fmla="*/ 1004986 w 3024845"/>
                <a:gd name="connsiteY165-41504" fmla="*/ 188074 h 834218"/>
                <a:gd name="connsiteX166-41505" fmla="*/ 1017399 w 3024845"/>
                <a:gd name="connsiteY166-41506" fmla="*/ 188074 h 834218"/>
                <a:gd name="connsiteX167-41507" fmla="*/ 1017399 w 3024845"/>
                <a:gd name="connsiteY167-41508" fmla="*/ 186183 h 834218"/>
                <a:gd name="connsiteX168-41509" fmla="*/ 1017399 w 3024845"/>
                <a:gd name="connsiteY168-41510" fmla="*/ 172942 h 834218"/>
                <a:gd name="connsiteX169-41511" fmla="*/ 1039693 w 3024845"/>
                <a:gd name="connsiteY169-41512" fmla="*/ 172942 h 834218"/>
                <a:gd name="connsiteX170-41513" fmla="*/ 1039693 w 3024845"/>
                <a:gd name="connsiteY170-41514" fmla="*/ 171861 h 834218"/>
                <a:gd name="connsiteX171-41515" fmla="*/ 1039693 w 3024845"/>
                <a:gd name="connsiteY171-41516" fmla="*/ 164295 h 834218"/>
                <a:gd name="connsiteX172-41517" fmla="*/ 1041466 w 3024845"/>
                <a:gd name="connsiteY172-41518" fmla="*/ 164295 h 834218"/>
                <a:gd name="connsiteX173-41519" fmla="*/ 1053880 w 3024845"/>
                <a:gd name="connsiteY173-41520" fmla="*/ 164295 h 834218"/>
                <a:gd name="connsiteX174-41521" fmla="*/ 1053880 w 3024845"/>
                <a:gd name="connsiteY174-41522" fmla="*/ 165376 h 834218"/>
                <a:gd name="connsiteX175-41523" fmla="*/ 1053880 w 3024845"/>
                <a:gd name="connsiteY175-41524" fmla="*/ 172942 h 834218"/>
                <a:gd name="connsiteX176-41525" fmla="*/ 1054640 w 3024845"/>
                <a:gd name="connsiteY176-41526" fmla="*/ 172942 h 834218"/>
                <a:gd name="connsiteX177-41527" fmla="*/ 1059960 w 3024845"/>
                <a:gd name="connsiteY177-41528" fmla="*/ 172942 h 834218"/>
                <a:gd name="connsiteX178-41529" fmla="*/ 1070093 w 3024845"/>
                <a:gd name="connsiteY178-41530" fmla="*/ 168618 h 834218"/>
                <a:gd name="connsiteX179-41531" fmla="*/ 1074146 w 3024845"/>
                <a:gd name="connsiteY179-41532" fmla="*/ 171861 h 834218"/>
                <a:gd name="connsiteX180-41533" fmla="*/ 1074146 w 3024845"/>
                <a:gd name="connsiteY180-41534" fmla="*/ 164295 h 834218"/>
                <a:gd name="connsiteX181-41535" fmla="*/ 1076426 w 3024845"/>
                <a:gd name="connsiteY181-41536" fmla="*/ 164295 h 834218"/>
                <a:gd name="connsiteX182-41537" fmla="*/ 1092387 w 3024845"/>
                <a:gd name="connsiteY182-41538" fmla="*/ 164295 h 834218"/>
                <a:gd name="connsiteX183-41539" fmla="*/ 1092387 w 3024845"/>
                <a:gd name="connsiteY183-41540" fmla="*/ 165376 h 834218"/>
                <a:gd name="connsiteX184-41541" fmla="*/ 1092387 w 3024845"/>
                <a:gd name="connsiteY184-41542" fmla="*/ 172942 h 834218"/>
                <a:gd name="connsiteX185-41543" fmla="*/ 1122787 w 3024845"/>
                <a:gd name="connsiteY185-41544" fmla="*/ 172942 h 834218"/>
                <a:gd name="connsiteX186-41545" fmla="*/ 1122787 w 3024845"/>
                <a:gd name="connsiteY186-41546" fmla="*/ 174563 h 834218"/>
                <a:gd name="connsiteX187-41547" fmla="*/ 1122787 w 3024845"/>
                <a:gd name="connsiteY187-41548" fmla="*/ 185913 h 834218"/>
                <a:gd name="connsiteX188-41549" fmla="*/ 1149134 w 3024845"/>
                <a:gd name="connsiteY188-41550" fmla="*/ 185913 h 834218"/>
                <a:gd name="connsiteX189-41551" fmla="*/ 1149134 w 3024845"/>
                <a:gd name="connsiteY189-41552" fmla="*/ 216177 h 834218"/>
                <a:gd name="connsiteX190-41553" fmla="*/ 1149894 w 3024845"/>
                <a:gd name="connsiteY190-41554" fmla="*/ 216177 h 834218"/>
                <a:gd name="connsiteX191-41555" fmla="*/ 1155214 w 3024845"/>
                <a:gd name="connsiteY191-41556" fmla="*/ 216177 h 834218"/>
                <a:gd name="connsiteX192-41557" fmla="*/ 1155214 w 3024845"/>
                <a:gd name="connsiteY192-41558" fmla="*/ 217258 h 834218"/>
                <a:gd name="connsiteX193-41559" fmla="*/ 1155214 w 3024845"/>
                <a:gd name="connsiteY193-41560" fmla="*/ 224825 h 834218"/>
                <a:gd name="connsiteX194-41561" fmla="*/ 1159268 w 3024845"/>
                <a:gd name="connsiteY194-41562" fmla="*/ 255089 h 834218"/>
                <a:gd name="connsiteX195-41563" fmla="*/ 1160028 w 3024845"/>
                <a:gd name="connsiteY195-41564" fmla="*/ 255089 h 834218"/>
                <a:gd name="connsiteX196-41565" fmla="*/ 1165348 w 3024845"/>
                <a:gd name="connsiteY196-41566" fmla="*/ 255089 h 834218"/>
                <a:gd name="connsiteX197-41567" fmla="*/ 1165348 w 3024845"/>
                <a:gd name="connsiteY197-41568" fmla="*/ 255900 h 834218"/>
                <a:gd name="connsiteX198-41569" fmla="*/ 1165348 w 3024845"/>
                <a:gd name="connsiteY198-41570" fmla="*/ 261575 h 834218"/>
                <a:gd name="connsiteX199-41571" fmla="*/ 1166361 w 3024845"/>
                <a:gd name="connsiteY199-41572" fmla="*/ 261575 h 834218"/>
                <a:gd name="connsiteX200-41573" fmla="*/ 1173454 w 3024845"/>
                <a:gd name="connsiteY200-41574" fmla="*/ 261575 h 834218"/>
                <a:gd name="connsiteX201-41575" fmla="*/ 1173454 w 3024845"/>
                <a:gd name="connsiteY201-41576" fmla="*/ 291840 h 834218"/>
                <a:gd name="connsiteX202-41577" fmla="*/ 1175481 w 3024845"/>
                <a:gd name="connsiteY202-41578" fmla="*/ 291840 h 834218"/>
                <a:gd name="connsiteX203-41579" fmla="*/ 1189668 w 3024845"/>
                <a:gd name="connsiteY203-41580" fmla="*/ 291840 h 834218"/>
                <a:gd name="connsiteX204-41581" fmla="*/ 1189668 w 3024845"/>
                <a:gd name="connsiteY204-41582" fmla="*/ 315619 h 834218"/>
                <a:gd name="connsiteX205-41583" fmla="*/ 1191695 w 3024845"/>
                <a:gd name="connsiteY205-41584" fmla="*/ 317240 h 834218"/>
                <a:gd name="connsiteX206-41585" fmla="*/ 1191695 w 3024845"/>
                <a:gd name="connsiteY206-41586" fmla="*/ 328590 h 834218"/>
                <a:gd name="connsiteX207-41587" fmla="*/ 1192455 w 3024845"/>
                <a:gd name="connsiteY207-41588" fmla="*/ 328590 h 834218"/>
                <a:gd name="connsiteX208-41589" fmla="*/ 1197775 w 3024845"/>
                <a:gd name="connsiteY208-41590" fmla="*/ 328590 h 834218"/>
                <a:gd name="connsiteX209-41591" fmla="*/ 1197775 w 3024845"/>
                <a:gd name="connsiteY209-41592" fmla="*/ 352369 h 834218"/>
                <a:gd name="connsiteX210-41593" fmla="*/ 1199041 w 3024845"/>
                <a:gd name="connsiteY210-41594" fmla="*/ 352369 h 834218"/>
                <a:gd name="connsiteX211-41595" fmla="*/ 1207908 w 3024845"/>
                <a:gd name="connsiteY211-41596" fmla="*/ 352369 h 834218"/>
                <a:gd name="connsiteX212-41597" fmla="*/ 1209935 w 3024845"/>
                <a:gd name="connsiteY212-41598" fmla="*/ 356423 h 834218"/>
                <a:gd name="connsiteX213-41599" fmla="*/ 1209935 w 3024845"/>
                <a:gd name="connsiteY213-41600" fmla="*/ 369664 h 834218"/>
                <a:gd name="connsiteX214-41601" fmla="*/ 1211455 w 3024845"/>
                <a:gd name="connsiteY214-41602" fmla="*/ 367772 h 834218"/>
                <a:gd name="connsiteX215-41603" fmla="*/ 1222095 w 3024845"/>
                <a:gd name="connsiteY215-41604" fmla="*/ 354531 h 834218"/>
                <a:gd name="connsiteX216-41605" fmla="*/ 1250469 w 3024845"/>
                <a:gd name="connsiteY216-41606" fmla="*/ 354531 h 834218"/>
                <a:gd name="connsiteX217-41607" fmla="*/ 1250469 w 3024845"/>
                <a:gd name="connsiteY217-41608" fmla="*/ 441002 h 834218"/>
                <a:gd name="connsiteX218-41609" fmla="*/ 1251229 w 3024845"/>
                <a:gd name="connsiteY218-41610" fmla="*/ 441002 h 834218"/>
                <a:gd name="connsiteX219-41611" fmla="*/ 1256549 w 3024845"/>
                <a:gd name="connsiteY219-41612" fmla="*/ 441002 h 834218"/>
                <a:gd name="connsiteX220-41613" fmla="*/ 1257309 w 3024845"/>
                <a:gd name="connsiteY220-41614" fmla="*/ 439651 h 834218"/>
                <a:gd name="connsiteX221-41615" fmla="*/ 1262629 w 3024845"/>
                <a:gd name="connsiteY221-41616" fmla="*/ 430193 h 834218"/>
                <a:gd name="connsiteX222-41617" fmla="*/ 1262629 w 3024845"/>
                <a:gd name="connsiteY222-41618" fmla="*/ 432085 h 834218"/>
                <a:gd name="connsiteX223-41619" fmla="*/ 1262629 w 3024845"/>
                <a:gd name="connsiteY223-41620" fmla="*/ 445326 h 834218"/>
                <a:gd name="connsiteX224-41621" fmla="*/ 1266682 w 3024845"/>
                <a:gd name="connsiteY224-41622" fmla="*/ 399929 h 834218"/>
                <a:gd name="connsiteX225-41623" fmla="*/ 1267442 w 3024845"/>
                <a:gd name="connsiteY225-41624" fmla="*/ 399929 h 834218"/>
                <a:gd name="connsiteX226-41625" fmla="*/ 1272762 w 3024845"/>
                <a:gd name="connsiteY226-41626" fmla="*/ 399929 h 834218"/>
                <a:gd name="connsiteX227-41627" fmla="*/ 1272762 w 3024845"/>
                <a:gd name="connsiteY227-41628" fmla="*/ 335075 h 834218"/>
                <a:gd name="connsiteX228-41629" fmla="*/ 1273776 w 3024845"/>
                <a:gd name="connsiteY228-41630" fmla="*/ 335075 h 834218"/>
                <a:gd name="connsiteX229-41631" fmla="*/ 1280869 w 3024845"/>
                <a:gd name="connsiteY229-41632" fmla="*/ 335075 h 834218"/>
                <a:gd name="connsiteX230-41633" fmla="*/ 1293029 w 3024845"/>
                <a:gd name="connsiteY230-41634" fmla="*/ 291840 h 834218"/>
                <a:gd name="connsiteX231-41635" fmla="*/ 1294296 w 3024845"/>
                <a:gd name="connsiteY231-41636" fmla="*/ 291840 h 834218"/>
                <a:gd name="connsiteX232-41637" fmla="*/ 1303163 w 3024845"/>
                <a:gd name="connsiteY232-41638" fmla="*/ 291840 h 834218"/>
                <a:gd name="connsiteX233-41639" fmla="*/ 1313296 w 3024845"/>
                <a:gd name="connsiteY233-41640" fmla="*/ 335075 h 834218"/>
                <a:gd name="connsiteX234-41641" fmla="*/ 1314309 w 3024845"/>
                <a:gd name="connsiteY234-41642" fmla="*/ 335075 h 834218"/>
                <a:gd name="connsiteX235-41643" fmla="*/ 1321403 w 3024845"/>
                <a:gd name="connsiteY235-41644" fmla="*/ 335075 h 834218"/>
                <a:gd name="connsiteX236-41645" fmla="*/ 1321403 w 3024845"/>
                <a:gd name="connsiteY236-41646" fmla="*/ 373987 h 834218"/>
                <a:gd name="connsiteX237-41647" fmla="*/ 1323176 w 3024845"/>
                <a:gd name="connsiteY237-41648" fmla="*/ 373987 h 834218"/>
                <a:gd name="connsiteX238-41649" fmla="*/ 1335590 w 3024845"/>
                <a:gd name="connsiteY238-41650" fmla="*/ 373987 h 834218"/>
                <a:gd name="connsiteX239-41651" fmla="*/ 1335590 w 3024845"/>
                <a:gd name="connsiteY239-41652" fmla="*/ 376149 h 834218"/>
                <a:gd name="connsiteX240-41653" fmla="*/ 1335590 w 3024845"/>
                <a:gd name="connsiteY240-41654" fmla="*/ 391281 h 834218"/>
                <a:gd name="connsiteX241-41655" fmla="*/ 1339643 w 3024845"/>
                <a:gd name="connsiteY241-41656" fmla="*/ 389120 h 834218"/>
                <a:gd name="connsiteX242-41657" fmla="*/ 1339643 w 3024845"/>
                <a:gd name="connsiteY242-41658" fmla="*/ 373987 h 834218"/>
                <a:gd name="connsiteX243-41659" fmla="*/ 1341163 w 3024845"/>
                <a:gd name="connsiteY243-41660" fmla="*/ 373987 h 834218"/>
                <a:gd name="connsiteX244-41661" fmla="*/ 1351803 w 3024845"/>
                <a:gd name="connsiteY244-41662" fmla="*/ 373987 h 834218"/>
                <a:gd name="connsiteX245-41663" fmla="*/ 1351803 w 3024845"/>
                <a:gd name="connsiteY245-41664" fmla="*/ 375608 h 834218"/>
                <a:gd name="connsiteX246-41665" fmla="*/ 1351803 w 3024845"/>
                <a:gd name="connsiteY246-41666" fmla="*/ 386958 h 834218"/>
                <a:gd name="connsiteX247-41667" fmla="*/ 1382204 w 3024845"/>
                <a:gd name="connsiteY247-41668" fmla="*/ 386958 h 834218"/>
                <a:gd name="connsiteX248-41669" fmla="*/ 1382204 w 3024845"/>
                <a:gd name="connsiteY248-41670" fmla="*/ 350208 h 834218"/>
                <a:gd name="connsiteX249-41671" fmla="*/ 1383470 w 3024845"/>
                <a:gd name="connsiteY249-41672" fmla="*/ 350208 h 834218"/>
                <a:gd name="connsiteX250-41673" fmla="*/ 1392337 w 3024845"/>
                <a:gd name="connsiteY250-41674" fmla="*/ 350208 h 834218"/>
                <a:gd name="connsiteX251-41675" fmla="*/ 1392337 w 3024845"/>
                <a:gd name="connsiteY251-41676" fmla="*/ 371825 h 834218"/>
                <a:gd name="connsiteX252-41677" fmla="*/ 1394364 w 3024845"/>
                <a:gd name="connsiteY252-41678" fmla="*/ 339399 h 834218"/>
                <a:gd name="connsiteX253-41679" fmla="*/ 1416657 w 3024845"/>
                <a:gd name="connsiteY253-41680" fmla="*/ 339399 h 834218"/>
                <a:gd name="connsiteX254-41681" fmla="*/ 1416657 w 3024845"/>
                <a:gd name="connsiteY254-41682" fmla="*/ 337777 h 834218"/>
                <a:gd name="connsiteX255-41683" fmla="*/ 1416657 w 3024845"/>
                <a:gd name="connsiteY255-41684" fmla="*/ 326428 h 834218"/>
                <a:gd name="connsiteX256-41685" fmla="*/ 1417417 w 3024845"/>
                <a:gd name="connsiteY256-41686" fmla="*/ 326428 h 834218"/>
                <a:gd name="connsiteX257-41687" fmla="*/ 1422737 w 3024845"/>
                <a:gd name="connsiteY257-41688" fmla="*/ 326428 h 834218"/>
                <a:gd name="connsiteX258-41689" fmla="*/ 1422737 w 3024845"/>
                <a:gd name="connsiteY258-41690" fmla="*/ 324537 h 834218"/>
                <a:gd name="connsiteX259-41691" fmla="*/ 1422737 w 3024845"/>
                <a:gd name="connsiteY259-41692" fmla="*/ 311296 h 834218"/>
                <a:gd name="connsiteX260-41693" fmla="*/ 1426791 w 3024845"/>
                <a:gd name="connsiteY260-41694" fmla="*/ 317781 h 834218"/>
                <a:gd name="connsiteX261-41695" fmla="*/ 1429071 w 3024845"/>
                <a:gd name="connsiteY261-41696" fmla="*/ 317781 h 834218"/>
                <a:gd name="connsiteX262-41697" fmla="*/ 1445031 w 3024845"/>
                <a:gd name="connsiteY262-41698" fmla="*/ 317781 h 834218"/>
                <a:gd name="connsiteX263-41699" fmla="*/ 1445031 w 3024845"/>
                <a:gd name="connsiteY263-41700" fmla="*/ 316970 h 834218"/>
                <a:gd name="connsiteX264-41701" fmla="*/ 1445031 w 3024845"/>
                <a:gd name="connsiteY264-41702" fmla="*/ 311296 h 834218"/>
                <a:gd name="connsiteX265-41703" fmla="*/ 1445791 w 3024845"/>
                <a:gd name="connsiteY265-41704" fmla="*/ 311296 h 834218"/>
                <a:gd name="connsiteX266-41705" fmla="*/ 1451111 w 3024845"/>
                <a:gd name="connsiteY266-41706" fmla="*/ 311296 h 834218"/>
                <a:gd name="connsiteX267-41707" fmla="*/ 1451111 w 3024845"/>
                <a:gd name="connsiteY267-41708" fmla="*/ 312647 h 834218"/>
                <a:gd name="connsiteX268-41709" fmla="*/ 1451111 w 3024845"/>
                <a:gd name="connsiteY268-41710" fmla="*/ 322105 h 834218"/>
                <a:gd name="connsiteX269-41711" fmla="*/ 1489618 w 3024845"/>
                <a:gd name="connsiteY269-41712" fmla="*/ 322105 h 834218"/>
                <a:gd name="connsiteX270-41713" fmla="*/ 1489618 w 3024845"/>
                <a:gd name="connsiteY270-41714" fmla="*/ 460458 h 834218"/>
                <a:gd name="connsiteX271-41715" fmla="*/ 1491138 w 3024845"/>
                <a:gd name="connsiteY271-41716" fmla="*/ 460458 h 834218"/>
                <a:gd name="connsiteX272-41717" fmla="*/ 1501778 w 3024845"/>
                <a:gd name="connsiteY272-41718" fmla="*/ 460458 h 834218"/>
                <a:gd name="connsiteX273-41719" fmla="*/ 1501778 w 3024845"/>
                <a:gd name="connsiteY273-41720" fmla="*/ 447488 h 834218"/>
                <a:gd name="connsiteX274-41721" fmla="*/ 1505832 w 3024845"/>
                <a:gd name="connsiteY274-41722" fmla="*/ 447488 h 834218"/>
                <a:gd name="connsiteX275-41723" fmla="*/ 1505832 w 3024845"/>
                <a:gd name="connsiteY275-41724" fmla="*/ 460458 h 834218"/>
                <a:gd name="connsiteX276-41725" fmla="*/ 1536232 w 3024845"/>
                <a:gd name="connsiteY276-41726" fmla="*/ 460458 h 834218"/>
                <a:gd name="connsiteX277-41727" fmla="*/ 1536232 w 3024845"/>
                <a:gd name="connsiteY277-41728" fmla="*/ 430193 h 834218"/>
                <a:gd name="connsiteX278-41729" fmla="*/ 1548392 w 3024845"/>
                <a:gd name="connsiteY278-41730" fmla="*/ 430193 h 834218"/>
                <a:gd name="connsiteX279-41731" fmla="*/ 1560552 w 3024845"/>
                <a:gd name="connsiteY279-41732" fmla="*/ 428032 h 834218"/>
                <a:gd name="connsiteX280-41733" fmla="*/ 1564606 w 3024845"/>
                <a:gd name="connsiteY280-41734" fmla="*/ 430193 h 834218"/>
                <a:gd name="connsiteX281-41735" fmla="*/ 1574739 w 3024845"/>
                <a:gd name="connsiteY281-41736" fmla="*/ 430193 h 834218"/>
                <a:gd name="connsiteX282-41737" fmla="*/ 1574739 w 3024845"/>
                <a:gd name="connsiteY282-41738" fmla="*/ 460458 h 834218"/>
                <a:gd name="connsiteX283-41739" fmla="*/ 1582846 w 3024845"/>
                <a:gd name="connsiteY283-41740" fmla="*/ 460458 h 834218"/>
                <a:gd name="connsiteX284-41741" fmla="*/ 1582846 w 3024845"/>
                <a:gd name="connsiteY284-41742" fmla="*/ 477753 h 834218"/>
                <a:gd name="connsiteX285-41743" fmla="*/ 1592182 w 3024845"/>
                <a:gd name="connsiteY285-41744" fmla="*/ 478658 h 834218"/>
                <a:gd name="connsiteX286-41745" fmla="*/ 1605140 w 3024845"/>
                <a:gd name="connsiteY286-41746" fmla="*/ 478658 h 834218"/>
                <a:gd name="connsiteX287-41747" fmla="*/ 1605140 w 3024845"/>
                <a:gd name="connsiteY287-41748" fmla="*/ 462620 h 834218"/>
                <a:gd name="connsiteX288-41749" fmla="*/ 1673096 w 3024845"/>
                <a:gd name="connsiteY288-41750" fmla="*/ 462620 h 834218"/>
                <a:gd name="connsiteX289-41751" fmla="*/ 1673096 w 3024845"/>
                <a:gd name="connsiteY289-41752" fmla="*/ 377367 h 834218"/>
                <a:gd name="connsiteX290-41753" fmla="*/ 1745104 w 3024845"/>
                <a:gd name="connsiteY290-41754" fmla="*/ 377367 h 834218"/>
                <a:gd name="connsiteX291-41755" fmla="*/ 1745104 w 3024845"/>
                <a:gd name="connsiteY291-41756" fmla="*/ 456135 h 834218"/>
                <a:gd name="connsiteX292-41757" fmla="*/ 1747008 w 3024845"/>
                <a:gd name="connsiteY292-41758" fmla="*/ 456135 h 834218"/>
                <a:gd name="connsiteX293-41759" fmla="*/ 1748250 w 3024845"/>
                <a:gd name="connsiteY293-41760" fmla="*/ 478658 h 834218"/>
                <a:gd name="connsiteX294-41761" fmla="*/ 1757926 w 3024845"/>
                <a:gd name="connsiteY294-41762" fmla="*/ 478658 h 834218"/>
                <a:gd name="connsiteX295-41763" fmla="*/ 1759168 w 3024845"/>
                <a:gd name="connsiteY295-41764" fmla="*/ 456135 h 834218"/>
                <a:gd name="connsiteX296-41765" fmla="*/ 1765248 w 3024845"/>
                <a:gd name="connsiteY296-41766" fmla="*/ 456135 h 834218"/>
                <a:gd name="connsiteX297-41767" fmla="*/ 1766490 w 3024845"/>
                <a:gd name="connsiteY297-41768" fmla="*/ 478658 h 834218"/>
                <a:gd name="connsiteX298-41769" fmla="*/ 1817112 w 3024845"/>
                <a:gd name="connsiteY298-41770" fmla="*/ 478658 h 834218"/>
                <a:gd name="connsiteX299-41771" fmla="*/ 1817112 w 3024845"/>
                <a:gd name="connsiteY299-41772" fmla="*/ 315630 h 834218"/>
                <a:gd name="connsiteX300-41773" fmla="*/ 2014439 w 3024845"/>
                <a:gd name="connsiteY300-41774" fmla="*/ 315630 h 834218"/>
                <a:gd name="connsiteX301-41775" fmla="*/ 2014439 w 3024845"/>
                <a:gd name="connsiteY301-41776" fmla="*/ 478658 h 834218"/>
                <a:gd name="connsiteX302-41777" fmla="*/ 2033136 w 3024845"/>
                <a:gd name="connsiteY302-41778" fmla="*/ 478658 h 834218"/>
                <a:gd name="connsiteX303-41779" fmla="*/ 2033136 w 3024845"/>
                <a:gd name="connsiteY303-41780" fmla="*/ 395965 h 834218"/>
                <a:gd name="connsiteX304-41781" fmla="*/ 2128256 w 3024845"/>
                <a:gd name="connsiteY304-41782" fmla="*/ 395965 h 834218"/>
                <a:gd name="connsiteX305-41783" fmla="*/ 2180720 w 3024845"/>
                <a:gd name="connsiteY305-41784" fmla="*/ 330752 h 834218"/>
                <a:gd name="connsiteX306-41785" fmla="*/ 2245574 w 3024845"/>
                <a:gd name="connsiteY306-41786" fmla="*/ 330752 h 834218"/>
                <a:gd name="connsiteX307-41787" fmla="*/ 2245574 w 3024845"/>
                <a:gd name="connsiteY307-41788" fmla="*/ 406414 h 834218"/>
                <a:gd name="connsiteX308-41789" fmla="*/ 2253681 w 3024845"/>
                <a:gd name="connsiteY308-41790" fmla="*/ 406414 h 834218"/>
                <a:gd name="connsiteX309-41791" fmla="*/ 2255708 w 3024845"/>
                <a:gd name="connsiteY309-41792" fmla="*/ 399929 h 834218"/>
                <a:gd name="connsiteX310-41793" fmla="*/ 2261788 w 3024845"/>
                <a:gd name="connsiteY310-41794" fmla="*/ 399929 h 834218"/>
                <a:gd name="connsiteX311-41795" fmla="*/ 2263815 w 3024845"/>
                <a:gd name="connsiteY311-41796" fmla="*/ 408576 h 834218"/>
                <a:gd name="connsiteX312-41797" fmla="*/ 2275975 w 3024845"/>
                <a:gd name="connsiteY312-41798" fmla="*/ 408576 h 834218"/>
                <a:gd name="connsiteX313-41799" fmla="*/ 2275975 w 3024845"/>
                <a:gd name="connsiteY313-41800" fmla="*/ 402090 h 834218"/>
                <a:gd name="connsiteX314-41801" fmla="*/ 2298268 w 3024845"/>
                <a:gd name="connsiteY314-41802" fmla="*/ 402090 h 834218"/>
                <a:gd name="connsiteX315-41803" fmla="*/ 2298268 w 3024845"/>
                <a:gd name="connsiteY315-41804" fmla="*/ 408576 h 834218"/>
                <a:gd name="connsiteX316-41805" fmla="*/ 2318535 w 3024845"/>
                <a:gd name="connsiteY316-41806" fmla="*/ 408576 h 834218"/>
                <a:gd name="connsiteX317-41807" fmla="*/ 2318535 w 3024845"/>
                <a:gd name="connsiteY317-41808" fmla="*/ 453973 h 834218"/>
                <a:gd name="connsiteX318-41809" fmla="*/ 2332722 w 3024845"/>
                <a:gd name="connsiteY318-41810" fmla="*/ 453973 h 834218"/>
                <a:gd name="connsiteX319-41811" fmla="*/ 2332722 w 3024845"/>
                <a:gd name="connsiteY319-41812" fmla="*/ 441002 h 834218"/>
                <a:gd name="connsiteX320-41813" fmla="*/ 2348936 w 3024845"/>
                <a:gd name="connsiteY320-41814" fmla="*/ 441002 h 834218"/>
                <a:gd name="connsiteX321-41815" fmla="*/ 2348936 w 3024845"/>
                <a:gd name="connsiteY321-41816" fmla="*/ 261575 h 834218"/>
                <a:gd name="connsiteX322-41817" fmla="*/ 2355016 w 3024845"/>
                <a:gd name="connsiteY322-41818" fmla="*/ 255089 h 834218"/>
                <a:gd name="connsiteX323-41819" fmla="*/ 2427977 w 3024845"/>
                <a:gd name="connsiteY323-41820" fmla="*/ 255089 h 834218"/>
                <a:gd name="connsiteX324-41821" fmla="*/ 2427977 w 3024845"/>
                <a:gd name="connsiteY324-41822" fmla="*/ 263737 h 834218"/>
                <a:gd name="connsiteX325-41823" fmla="*/ 2438110 w 3024845"/>
                <a:gd name="connsiteY325-41824" fmla="*/ 263737 h 834218"/>
                <a:gd name="connsiteX326-41825" fmla="*/ 2438110 w 3024845"/>
                <a:gd name="connsiteY326-41826" fmla="*/ 378311 h 834218"/>
                <a:gd name="connsiteX327-41827" fmla="*/ 2460404 w 3024845"/>
                <a:gd name="connsiteY327-41828" fmla="*/ 378311 h 834218"/>
                <a:gd name="connsiteX328-41829" fmla="*/ 2460404 w 3024845"/>
                <a:gd name="connsiteY328-41830" fmla="*/ 311296 h 834218"/>
                <a:gd name="connsiteX329-41831" fmla="*/ 2486751 w 3024845"/>
                <a:gd name="connsiteY329-41832" fmla="*/ 311296 h 834218"/>
                <a:gd name="connsiteX330-41833" fmla="*/ 2490804 w 3024845"/>
                <a:gd name="connsiteY330-41834" fmla="*/ 306972 h 834218"/>
                <a:gd name="connsiteX331-41835" fmla="*/ 2498911 w 3024845"/>
                <a:gd name="connsiteY331-41836" fmla="*/ 306972 h 834218"/>
                <a:gd name="connsiteX332-41837" fmla="*/ 2502964 w 3024845"/>
                <a:gd name="connsiteY332-41838" fmla="*/ 311296 h 834218"/>
                <a:gd name="connsiteX333-41839" fmla="*/ 2525258 w 3024845"/>
                <a:gd name="connsiteY333-41840" fmla="*/ 311296 h 834218"/>
                <a:gd name="connsiteX334-41841" fmla="*/ 2525258 w 3024845"/>
                <a:gd name="connsiteY334-41842" fmla="*/ 194560 h 834218"/>
                <a:gd name="connsiteX335-41843" fmla="*/ 2582005 w 3024845"/>
                <a:gd name="connsiteY335-41844" fmla="*/ 183751 h 834218"/>
                <a:gd name="connsiteX336-41845" fmla="*/ 2582005 w 3024845"/>
                <a:gd name="connsiteY336-41846" fmla="*/ 184832 h 834218"/>
                <a:gd name="connsiteX337-41847" fmla="*/ 2582005 w 3024845"/>
                <a:gd name="connsiteY337-41848" fmla="*/ 192398 h 834218"/>
                <a:gd name="connsiteX338-41849" fmla="*/ 2608352 w 3024845"/>
                <a:gd name="connsiteY338-41850" fmla="*/ 192398 h 834218"/>
                <a:gd name="connsiteX339-41851" fmla="*/ 2608352 w 3024845"/>
                <a:gd name="connsiteY339-41852" fmla="*/ 447488 h 834218"/>
                <a:gd name="connsiteX340-41853" fmla="*/ 2630646 w 3024845"/>
                <a:gd name="connsiteY340-41854" fmla="*/ 447488 h 834218"/>
                <a:gd name="connsiteX341-41855" fmla="*/ 2630646 w 3024845"/>
                <a:gd name="connsiteY341-41856" fmla="*/ 443164 h 834218"/>
                <a:gd name="connsiteX342-41857" fmla="*/ 2642806 w 3024845"/>
                <a:gd name="connsiteY342-41858" fmla="*/ 443164 h 834218"/>
                <a:gd name="connsiteX343-41859" fmla="*/ 2642806 w 3024845"/>
                <a:gd name="connsiteY343-41860" fmla="*/ 447488 h 834218"/>
                <a:gd name="connsiteX344-41861" fmla="*/ 2667126 w 3024845"/>
                <a:gd name="connsiteY344-41862" fmla="*/ 447488 h 834218"/>
                <a:gd name="connsiteX345-41863" fmla="*/ 2667126 w 3024845"/>
                <a:gd name="connsiteY345-41864" fmla="*/ 434517 h 834218"/>
                <a:gd name="connsiteX346-41865" fmla="*/ 2695500 w 3024845"/>
                <a:gd name="connsiteY346-41866" fmla="*/ 434517 h 834218"/>
                <a:gd name="connsiteX347-41867" fmla="*/ 2707660 w 3024845"/>
                <a:gd name="connsiteY347-41868" fmla="*/ 430193 h 834218"/>
                <a:gd name="connsiteX348-41869" fmla="*/ 2727927 w 3024845"/>
                <a:gd name="connsiteY348-41870" fmla="*/ 434517 h 834218"/>
                <a:gd name="connsiteX349-41871" fmla="*/ 2727927 w 3024845"/>
                <a:gd name="connsiteY349-41872" fmla="*/ 417223 h 834218"/>
                <a:gd name="connsiteX350-41873" fmla="*/ 2736034 w 3024845"/>
                <a:gd name="connsiteY350-41874" fmla="*/ 417223 h 834218"/>
                <a:gd name="connsiteX351-41875" fmla="*/ 2736034 w 3024845"/>
                <a:gd name="connsiteY351-41876" fmla="*/ 404252 h 834218"/>
                <a:gd name="connsiteX352-41877" fmla="*/ 2792781 w 3024845"/>
                <a:gd name="connsiteY352-41878" fmla="*/ 404252 h 834218"/>
                <a:gd name="connsiteX353-41879" fmla="*/ 2792781 w 3024845"/>
                <a:gd name="connsiteY353-41880" fmla="*/ 373987 h 834218"/>
                <a:gd name="connsiteX354-41881" fmla="*/ 2811021 w 3024845"/>
                <a:gd name="connsiteY354-41882" fmla="*/ 373987 h 834218"/>
                <a:gd name="connsiteX355-41883" fmla="*/ 2811021 w 3024845"/>
                <a:gd name="connsiteY355-41884" fmla="*/ 367502 h 834218"/>
                <a:gd name="connsiteX356-41885" fmla="*/ 2823181 w 3024845"/>
                <a:gd name="connsiteY356-41886" fmla="*/ 367502 h 834218"/>
                <a:gd name="connsiteX357-41887" fmla="*/ 2823181 w 3024845"/>
                <a:gd name="connsiteY357-41888" fmla="*/ 373987 h 834218"/>
                <a:gd name="connsiteX358-41889" fmla="*/ 2839395 w 3024845"/>
                <a:gd name="connsiteY358-41890" fmla="*/ 373987 h 834218"/>
                <a:gd name="connsiteX359-41891" fmla="*/ 2839395 w 3024845"/>
                <a:gd name="connsiteY359-41892" fmla="*/ 423708 h 834218"/>
                <a:gd name="connsiteX360-41893" fmla="*/ 2871822 w 3024845"/>
                <a:gd name="connsiteY360-41894" fmla="*/ 423708 h 834218"/>
                <a:gd name="connsiteX361-41895" fmla="*/ 2871822 w 3024845"/>
                <a:gd name="connsiteY361-41896" fmla="*/ 397767 h 834218"/>
                <a:gd name="connsiteX362-41897" fmla="*/ 2910329 w 3024845"/>
                <a:gd name="connsiteY362-41898" fmla="*/ 397767 h 834218"/>
                <a:gd name="connsiteX363-41899" fmla="*/ 2910329 w 3024845"/>
                <a:gd name="connsiteY363-41900" fmla="*/ 367502 h 834218"/>
                <a:gd name="connsiteX364-41901" fmla="*/ 2958970 w 3024845"/>
                <a:gd name="connsiteY364-41902" fmla="*/ 367502 h 834218"/>
                <a:gd name="connsiteX365-41903" fmla="*/ 2958970 w 3024845"/>
                <a:gd name="connsiteY365-41904" fmla="*/ 478658 h 834218"/>
                <a:gd name="connsiteX366-41905" fmla="*/ 2958970 w 3024845"/>
                <a:gd name="connsiteY366-41906" fmla="*/ 492437 h 834218"/>
                <a:gd name="connsiteX367-41907" fmla="*/ 3024845 w 3024845"/>
                <a:gd name="connsiteY367-41908" fmla="*/ 492437 h 834218"/>
                <a:gd name="connsiteX368-41909" fmla="*/ 3024845 w 3024845"/>
                <a:gd name="connsiteY368-41910" fmla="*/ 834218 h 834218"/>
                <a:gd name="connsiteX369-41911" fmla="*/ 2054 w 3024845"/>
                <a:gd name="connsiteY369-41912" fmla="*/ 831885 h 834218"/>
                <a:gd name="connsiteX370-41913" fmla="*/ 0 w 3024845"/>
                <a:gd name="connsiteY370-41914" fmla="*/ 397767 h 834218"/>
                <a:gd name="connsiteX371-41915" fmla="*/ 20267 w 3024845"/>
                <a:gd name="connsiteY371-41916" fmla="*/ 397767 h 834218"/>
                <a:gd name="connsiteX372-41917" fmla="*/ 20774 w 3024845"/>
                <a:gd name="connsiteY372-41918" fmla="*/ 396686 h 834218"/>
                <a:gd name="connsiteX373-41919" fmla="*/ 24320 w 3024845"/>
                <a:gd name="connsiteY373-41920" fmla="*/ 389120 h 834218"/>
                <a:gd name="connsiteX374-41921" fmla="*/ 26094 w 3024845"/>
                <a:gd name="connsiteY374-41922" fmla="*/ 389390 h 834218"/>
                <a:gd name="connsiteX375-41923" fmla="*/ 38507 w 3024845"/>
                <a:gd name="connsiteY375-41924" fmla="*/ 391281 h 834218"/>
                <a:gd name="connsiteX376-41925" fmla="*/ 39014 w 3024845"/>
                <a:gd name="connsiteY376-41926" fmla="*/ 392633 h 834218"/>
                <a:gd name="connsiteX377-41927" fmla="*/ 42560 w 3024845"/>
                <a:gd name="connsiteY377-41928" fmla="*/ 402090 h 834218"/>
                <a:gd name="connsiteX378-41929" fmla="*/ 68907 w 3024845"/>
                <a:gd name="connsiteY378-41930" fmla="*/ 404252 h 834218"/>
                <a:gd name="connsiteX379-41931" fmla="*/ 68907 w 3024845"/>
                <a:gd name="connsiteY379-41932" fmla="*/ 281031 h 834218"/>
                <a:gd name="connsiteX380-41933" fmla="*/ 70934 w 3024845"/>
                <a:gd name="connsiteY380-41934" fmla="*/ 281031 h 834218"/>
                <a:gd name="connsiteX381-41935" fmla="*/ 85121 w 3024845"/>
                <a:gd name="connsiteY381-41936" fmla="*/ 281031 h 834218"/>
                <a:gd name="connsiteX382-41937" fmla="*/ 85121 w 3024845"/>
                <a:gd name="connsiteY382-41938" fmla="*/ 144839 h 834218"/>
                <a:gd name="connsiteX383-41939" fmla="*/ 86894 w 3024845"/>
                <a:gd name="connsiteY383-41940" fmla="*/ 144839 h 834218"/>
                <a:gd name="connsiteX384-41941" fmla="*/ 99308 w 3024845"/>
                <a:gd name="connsiteY384-41942" fmla="*/ 144839 h 834218"/>
                <a:gd name="connsiteX385-41943" fmla="*/ 99308 w 3024845"/>
                <a:gd name="connsiteY385-41944" fmla="*/ 30265 h 834218"/>
                <a:gd name="connsiteX386-41945" fmla="*/ 103361 w 3024845"/>
                <a:gd name="connsiteY386-41946" fmla="*/ 2161 h 834218"/>
                <a:gd name="connsiteX0-41947" fmla="*/ 99308 w 3024845"/>
                <a:gd name="connsiteY0-41948" fmla="*/ 36988 h 840941"/>
                <a:gd name="connsiteX1-41949" fmla="*/ 200642 w 3024845"/>
                <a:gd name="connsiteY1-41950" fmla="*/ 6723 h 840941"/>
                <a:gd name="connsiteX2-41951" fmla="*/ 220909 w 3024845"/>
                <a:gd name="connsiteY2-41952" fmla="*/ 151562 h 840941"/>
                <a:gd name="connsiteX3-41953" fmla="*/ 223189 w 3024845"/>
                <a:gd name="connsiteY3-41954" fmla="*/ 151562 h 840941"/>
                <a:gd name="connsiteX4-41955" fmla="*/ 239150 w 3024845"/>
                <a:gd name="connsiteY4-41956" fmla="*/ 151562 h 840941"/>
                <a:gd name="connsiteX5-41957" fmla="*/ 239150 w 3024845"/>
                <a:gd name="connsiteY5-41958" fmla="*/ 292077 h 840941"/>
                <a:gd name="connsiteX6-41959" fmla="*/ 240670 w 3024845"/>
                <a:gd name="connsiteY6-41960" fmla="*/ 291807 h 840941"/>
                <a:gd name="connsiteX7-41961" fmla="*/ 251310 w 3024845"/>
                <a:gd name="connsiteY7-41962" fmla="*/ 289916 h 840941"/>
                <a:gd name="connsiteX8-41963" fmla="*/ 249283 w 3024845"/>
                <a:gd name="connsiteY8-41964" fmla="*/ 378548 h 840941"/>
                <a:gd name="connsiteX9-41965" fmla="*/ 250803 w 3024845"/>
                <a:gd name="connsiteY9-41966" fmla="*/ 378819 h 840941"/>
                <a:gd name="connsiteX10-41967" fmla="*/ 261443 w 3024845"/>
                <a:gd name="connsiteY10-41968" fmla="*/ 380710 h 840941"/>
                <a:gd name="connsiteX11-41969" fmla="*/ 261696 w 3024845"/>
                <a:gd name="connsiteY11-41970" fmla="*/ 381521 h 840941"/>
                <a:gd name="connsiteX12-41971" fmla="*/ 263470 w 3024845"/>
                <a:gd name="connsiteY12-41972" fmla="*/ 387196 h 840941"/>
                <a:gd name="connsiteX13-41973" fmla="*/ 264230 w 3024845"/>
                <a:gd name="connsiteY13-41974" fmla="*/ 384764 h 840941"/>
                <a:gd name="connsiteX14-41975" fmla="*/ 269550 w 3024845"/>
                <a:gd name="connsiteY14-41976" fmla="*/ 367740 h 840941"/>
                <a:gd name="connsiteX15-41977" fmla="*/ 271323 w 3024845"/>
                <a:gd name="connsiteY15-41978" fmla="*/ 367740 h 840941"/>
                <a:gd name="connsiteX16-41979" fmla="*/ 283737 w 3024845"/>
                <a:gd name="connsiteY16-41980" fmla="*/ 367740 h 840941"/>
                <a:gd name="connsiteX17-41981" fmla="*/ 283737 w 3024845"/>
                <a:gd name="connsiteY17-41982" fmla="*/ 400166 h 840941"/>
                <a:gd name="connsiteX18-41983" fmla="*/ 284750 w 3024845"/>
                <a:gd name="connsiteY18-41984" fmla="*/ 400707 h 840941"/>
                <a:gd name="connsiteX19-41985" fmla="*/ 291844 w 3024845"/>
                <a:gd name="connsiteY19-41986" fmla="*/ 404490 h 840941"/>
                <a:gd name="connsiteX20-41987" fmla="*/ 291844 w 3024845"/>
                <a:gd name="connsiteY20-41988" fmla="*/ 405841 h 840941"/>
                <a:gd name="connsiteX21-41989" fmla="*/ 291844 w 3024845"/>
                <a:gd name="connsiteY21-41990" fmla="*/ 415299 h 840941"/>
                <a:gd name="connsiteX22-41991" fmla="*/ 336431 w 3024845"/>
                <a:gd name="connsiteY22-41992" fmla="*/ 415299 h 840941"/>
                <a:gd name="connsiteX23-41993" fmla="*/ 336431 w 3024845"/>
                <a:gd name="connsiteY23-41994" fmla="*/ 416380 h 840941"/>
                <a:gd name="connsiteX24-41995" fmla="*/ 336431 w 3024845"/>
                <a:gd name="connsiteY24-41996" fmla="*/ 423946 h 840941"/>
                <a:gd name="connsiteX25-41997" fmla="*/ 338457 w 3024845"/>
                <a:gd name="connsiteY25-41998" fmla="*/ 423946 h 840941"/>
                <a:gd name="connsiteX26-41999" fmla="*/ 352644 w 3024845"/>
                <a:gd name="connsiteY26-42000" fmla="*/ 423946 h 840941"/>
                <a:gd name="connsiteX27-42001" fmla="*/ 352644 w 3024845"/>
                <a:gd name="connsiteY27-42002" fmla="*/ 393681 h 840941"/>
                <a:gd name="connsiteX28-42003" fmla="*/ 397231 w 3024845"/>
                <a:gd name="connsiteY28-42004" fmla="*/ 393681 h 840941"/>
                <a:gd name="connsiteX29-42005" fmla="*/ 397231 w 3024845"/>
                <a:gd name="connsiteY29-42006" fmla="*/ 392330 h 840941"/>
                <a:gd name="connsiteX30-42007" fmla="*/ 397231 w 3024845"/>
                <a:gd name="connsiteY30-42008" fmla="*/ 382872 h 840941"/>
                <a:gd name="connsiteX31-42009" fmla="*/ 398245 w 3024845"/>
                <a:gd name="connsiteY31-42010" fmla="*/ 382872 h 840941"/>
                <a:gd name="connsiteX32-42011" fmla="*/ 405338 w 3024845"/>
                <a:gd name="connsiteY32-42012" fmla="*/ 382872 h 840941"/>
                <a:gd name="connsiteX33-42013" fmla="*/ 405338 w 3024845"/>
                <a:gd name="connsiteY33-42014" fmla="*/ 380981 h 840941"/>
                <a:gd name="connsiteX34-42015" fmla="*/ 405338 w 3024845"/>
                <a:gd name="connsiteY34-42016" fmla="*/ 367740 h 840941"/>
                <a:gd name="connsiteX35-42017" fmla="*/ 406098 w 3024845"/>
                <a:gd name="connsiteY35-42018" fmla="*/ 367740 h 840941"/>
                <a:gd name="connsiteX36-42019" fmla="*/ 411418 w 3024845"/>
                <a:gd name="connsiteY36-42020" fmla="*/ 367740 h 840941"/>
                <a:gd name="connsiteX37-42021" fmla="*/ 411418 w 3024845"/>
                <a:gd name="connsiteY37-42022" fmla="*/ 366659 h 840941"/>
                <a:gd name="connsiteX38-42023" fmla="*/ 411418 w 3024845"/>
                <a:gd name="connsiteY38-42024" fmla="*/ 359092 h 840941"/>
                <a:gd name="connsiteX39-42025" fmla="*/ 413445 w 3024845"/>
                <a:gd name="connsiteY39-42026" fmla="*/ 359092 h 840941"/>
                <a:gd name="connsiteX40-42027" fmla="*/ 427632 w 3024845"/>
                <a:gd name="connsiteY40-42028" fmla="*/ 359092 h 840941"/>
                <a:gd name="connsiteX41-42029" fmla="*/ 427632 w 3024845"/>
                <a:gd name="connsiteY41-42030" fmla="*/ 360173 h 840941"/>
                <a:gd name="connsiteX42-42031" fmla="*/ 427632 w 3024845"/>
                <a:gd name="connsiteY42-42032" fmla="*/ 367740 h 840941"/>
                <a:gd name="connsiteX43-42033" fmla="*/ 449925 w 3024845"/>
                <a:gd name="connsiteY43-42034" fmla="*/ 367740 h 840941"/>
                <a:gd name="connsiteX44-42035" fmla="*/ 449925 w 3024845"/>
                <a:gd name="connsiteY44-42036" fmla="*/ 365848 h 840941"/>
                <a:gd name="connsiteX45-42037" fmla="*/ 449925 w 3024845"/>
                <a:gd name="connsiteY45-42038" fmla="*/ 352607 h 840941"/>
                <a:gd name="connsiteX46-42039" fmla="*/ 451699 w 3024845"/>
                <a:gd name="connsiteY46-42040" fmla="*/ 352607 h 840941"/>
                <a:gd name="connsiteX47-42041" fmla="*/ 464112 w 3024845"/>
                <a:gd name="connsiteY47-42042" fmla="*/ 352607 h 840941"/>
                <a:gd name="connsiteX48-42043" fmla="*/ 464112 w 3024845"/>
                <a:gd name="connsiteY48-42044" fmla="*/ 376387 h 840941"/>
                <a:gd name="connsiteX49-42045" fmla="*/ 465126 w 3024845"/>
                <a:gd name="connsiteY49-42046" fmla="*/ 376387 h 840941"/>
                <a:gd name="connsiteX50-42047" fmla="*/ 472219 w 3024845"/>
                <a:gd name="connsiteY50-42048" fmla="*/ 376387 h 840941"/>
                <a:gd name="connsiteX51-42049" fmla="*/ 472219 w 3024845"/>
                <a:gd name="connsiteY51-42050" fmla="*/ 375306 h 840941"/>
                <a:gd name="connsiteX52-42051" fmla="*/ 472219 w 3024845"/>
                <a:gd name="connsiteY52-42052" fmla="*/ 367740 h 840941"/>
                <a:gd name="connsiteX53-42053" fmla="*/ 473992 w 3024845"/>
                <a:gd name="connsiteY53-42054" fmla="*/ 367740 h 840941"/>
                <a:gd name="connsiteX54-42055" fmla="*/ 486406 w 3024845"/>
                <a:gd name="connsiteY54-42056" fmla="*/ 367740 h 840941"/>
                <a:gd name="connsiteX55-42057" fmla="*/ 486406 w 3024845"/>
                <a:gd name="connsiteY55-42058" fmla="*/ 393681 h 840941"/>
                <a:gd name="connsiteX56-42059" fmla="*/ 488433 w 3024845"/>
                <a:gd name="connsiteY56-42060" fmla="*/ 393681 h 840941"/>
                <a:gd name="connsiteX57-42061" fmla="*/ 502619 w 3024845"/>
                <a:gd name="connsiteY57-42062" fmla="*/ 393681 h 840941"/>
                <a:gd name="connsiteX58-42063" fmla="*/ 502619 w 3024845"/>
                <a:gd name="connsiteY58-42064" fmla="*/ 395302 h 840941"/>
                <a:gd name="connsiteX59-42065" fmla="*/ 502619 w 3024845"/>
                <a:gd name="connsiteY59-42066" fmla="*/ 406652 h 840941"/>
                <a:gd name="connsiteX60-42067" fmla="*/ 503379 w 3024845"/>
                <a:gd name="connsiteY60-42068" fmla="*/ 406652 h 840941"/>
                <a:gd name="connsiteX61-42069" fmla="*/ 508700 w 3024845"/>
                <a:gd name="connsiteY61-42070" fmla="*/ 406652 h 840941"/>
                <a:gd name="connsiteX62-42071" fmla="*/ 508700 w 3024845"/>
                <a:gd name="connsiteY62-42072" fmla="*/ 405841 h 840941"/>
                <a:gd name="connsiteX63-42073" fmla="*/ 508700 w 3024845"/>
                <a:gd name="connsiteY63-42074" fmla="*/ 400166 h 840941"/>
                <a:gd name="connsiteX64-42075" fmla="*/ 539100 w 3024845"/>
                <a:gd name="connsiteY64-42076" fmla="*/ 400166 h 840941"/>
                <a:gd name="connsiteX65-42077" fmla="*/ 539100 w 3024845"/>
                <a:gd name="connsiteY65-42078" fmla="*/ 423946 h 840941"/>
                <a:gd name="connsiteX66-42079" fmla="*/ 540113 w 3024845"/>
                <a:gd name="connsiteY66-42080" fmla="*/ 423946 h 840941"/>
                <a:gd name="connsiteX67-42081" fmla="*/ 547207 w 3024845"/>
                <a:gd name="connsiteY67-42082" fmla="*/ 423946 h 840941"/>
                <a:gd name="connsiteX68-42083" fmla="*/ 547207 w 3024845"/>
                <a:gd name="connsiteY68-42084" fmla="*/ 425027 h 840941"/>
                <a:gd name="connsiteX69-42085" fmla="*/ 547207 w 3024845"/>
                <a:gd name="connsiteY69-42086" fmla="*/ 432593 h 840941"/>
                <a:gd name="connsiteX70-42087" fmla="*/ 547967 w 3024845"/>
                <a:gd name="connsiteY70-42088" fmla="*/ 432593 h 840941"/>
                <a:gd name="connsiteX71-42089" fmla="*/ 553287 w 3024845"/>
                <a:gd name="connsiteY71-42090" fmla="*/ 432593 h 840941"/>
                <a:gd name="connsiteX72-42091" fmla="*/ 553287 w 3024845"/>
                <a:gd name="connsiteY72-42092" fmla="*/ 430431 h 840941"/>
                <a:gd name="connsiteX73-42093" fmla="*/ 553287 w 3024845"/>
                <a:gd name="connsiteY73-42094" fmla="*/ 415299 h 840941"/>
                <a:gd name="connsiteX74-42095" fmla="*/ 554300 w 3024845"/>
                <a:gd name="connsiteY74-42096" fmla="*/ 415299 h 840941"/>
                <a:gd name="connsiteX75-42097" fmla="*/ 561394 w 3024845"/>
                <a:gd name="connsiteY75-42098" fmla="*/ 415299 h 840941"/>
                <a:gd name="connsiteX76-42099" fmla="*/ 561394 w 3024845"/>
                <a:gd name="connsiteY76-42100" fmla="*/ 416380 h 840941"/>
                <a:gd name="connsiteX77-42101" fmla="*/ 561394 w 3024845"/>
                <a:gd name="connsiteY77-42102" fmla="*/ 423946 h 840941"/>
                <a:gd name="connsiteX78-42103" fmla="*/ 566714 w 3024845"/>
                <a:gd name="connsiteY78-42104" fmla="*/ 421953 h 840941"/>
                <a:gd name="connsiteX79-42105" fmla="*/ 567474 w 3024845"/>
                <a:gd name="connsiteY79-42106" fmla="*/ 420973 h 840941"/>
                <a:gd name="connsiteX80-42107" fmla="*/ 567474 w 3024845"/>
                <a:gd name="connsiteY80-42108" fmla="*/ 415299 h 840941"/>
                <a:gd name="connsiteX81-42109" fmla="*/ 605981 w 3024845"/>
                <a:gd name="connsiteY81-42110" fmla="*/ 415299 h 840941"/>
                <a:gd name="connsiteX82-42111" fmla="*/ 605981 w 3024845"/>
                <a:gd name="connsiteY82-42112" fmla="*/ 439078 h 840941"/>
                <a:gd name="connsiteX83-42113" fmla="*/ 608007 w 3024845"/>
                <a:gd name="connsiteY83-42114" fmla="*/ 439078 h 840941"/>
                <a:gd name="connsiteX84-42115" fmla="*/ 622194 w 3024845"/>
                <a:gd name="connsiteY84-42116" fmla="*/ 439078 h 840941"/>
                <a:gd name="connsiteX85-42117" fmla="*/ 622194 w 3024845"/>
                <a:gd name="connsiteY85-42118" fmla="*/ 440159 h 840941"/>
                <a:gd name="connsiteX86-42119" fmla="*/ 622194 w 3024845"/>
                <a:gd name="connsiteY86-42120" fmla="*/ 447725 h 840941"/>
                <a:gd name="connsiteX87-42121" fmla="*/ 623968 w 3024845"/>
                <a:gd name="connsiteY87-42122" fmla="*/ 447725 h 840941"/>
                <a:gd name="connsiteX88-42123" fmla="*/ 636381 w 3024845"/>
                <a:gd name="connsiteY88-42124" fmla="*/ 447725 h 840941"/>
                <a:gd name="connsiteX89-42125" fmla="*/ 636381 w 3024845"/>
                <a:gd name="connsiteY89-42126" fmla="*/ 423946 h 840941"/>
                <a:gd name="connsiteX90-42127" fmla="*/ 637394 w 3024845"/>
                <a:gd name="connsiteY90-42128" fmla="*/ 423946 h 840941"/>
                <a:gd name="connsiteX91-42129" fmla="*/ 644488 w 3024845"/>
                <a:gd name="connsiteY91-42130" fmla="*/ 423946 h 840941"/>
                <a:gd name="connsiteX92-42131" fmla="*/ 644488 w 3024845"/>
                <a:gd name="connsiteY92-42132" fmla="*/ 391519 h 840941"/>
                <a:gd name="connsiteX93-42133" fmla="*/ 645501 w 3024845"/>
                <a:gd name="connsiteY93-42134" fmla="*/ 391519 h 840941"/>
                <a:gd name="connsiteX94-42135" fmla="*/ 652595 w 3024845"/>
                <a:gd name="connsiteY94-42136" fmla="*/ 391519 h 840941"/>
                <a:gd name="connsiteX95-42137" fmla="*/ 652595 w 3024845"/>
                <a:gd name="connsiteY95-42138" fmla="*/ 389628 h 840941"/>
                <a:gd name="connsiteX96-42139" fmla="*/ 652595 w 3024845"/>
                <a:gd name="connsiteY96-42140" fmla="*/ 376387 h 840941"/>
                <a:gd name="connsiteX97-42141" fmla="*/ 651328 w 3024845"/>
                <a:gd name="connsiteY97-42142" fmla="*/ 374765 h 840941"/>
                <a:gd name="connsiteX98-42143" fmla="*/ 656648 w 3024845"/>
                <a:gd name="connsiteY98-42144" fmla="*/ 363416 h 840941"/>
                <a:gd name="connsiteX99-42145" fmla="*/ 664755 w 3024845"/>
                <a:gd name="connsiteY99-42146" fmla="*/ 391519 h 840941"/>
                <a:gd name="connsiteX100-42147" fmla="*/ 665515 w 3024845"/>
                <a:gd name="connsiteY100-42148" fmla="*/ 391519 h 840941"/>
                <a:gd name="connsiteX101-42149" fmla="*/ 670835 w 3024845"/>
                <a:gd name="connsiteY101-42150" fmla="*/ 391519 h 840941"/>
                <a:gd name="connsiteX102-42151" fmla="*/ 670835 w 3024845"/>
                <a:gd name="connsiteY102-42152" fmla="*/ 285592 h 840941"/>
                <a:gd name="connsiteX103-42153" fmla="*/ 672355 w 3024845"/>
                <a:gd name="connsiteY103-42154" fmla="*/ 285592 h 840941"/>
                <a:gd name="connsiteX104-42155" fmla="*/ 682995 w 3024845"/>
                <a:gd name="connsiteY104-42156" fmla="*/ 285592 h 840941"/>
                <a:gd name="connsiteX105-42157" fmla="*/ 682995 w 3024845"/>
                <a:gd name="connsiteY105-42158" fmla="*/ 238033 h 840941"/>
                <a:gd name="connsiteX106-42159" fmla="*/ 709342 w 3024845"/>
                <a:gd name="connsiteY106-42160" fmla="*/ 238033 h 840941"/>
                <a:gd name="connsiteX107-42161" fmla="*/ 709342 w 3024845"/>
                <a:gd name="connsiteY107-42162" fmla="*/ 216415 h 840941"/>
                <a:gd name="connsiteX108-42163" fmla="*/ 743796 w 3024845"/>
                <a:gd name="connsiteY108-42164" fmla="*/ 216415 h 840941"/>
                <a:gd name="connsiteX109-42165" fmla="*/ 743796 w 3024845"/>
                <a:gd name="connsiteY109-42166" fmla="*/ 218847 h 840941"/>
                <a:gd name="connsiteX110-42167" fmla="*/ 743796 w 3024845"/>
                <a:gd name="connsiteY110-42168" fmla="*/ 235871 h 840941"/>
                <a:gd name="connsiteX111-42169" fmla="*/ 746076 w 3024845"/>
                <a:gd name="connsiteY111-42170" fmla="*/ 235871 h 840941"/>
                <a:gd name="connsiteX112-42171" fmla="*/ 762036 w 3024845"/>
                <a:gd name="connsiteY112-42172" fmla="*/ 235871 h 840941"/>
                <a:gd name="connsiteX113-42173" fmla="*/ 762036 w 3024845"/>
                <a:gd name="connsiteY113-42174" fmla="*/ 283430 h 840941"/>
                <a:gd name="connsiteX114-42175" fmla="*/ 763049 w 3024845"/>
                <a:gd name="connsiteY114-42176" fmla="*/ 283430 h 840941"/>
                <a:gd name="connsiteX115-42177" fmla="*/ 770143 w 3024845"/>
                <a:gd name="connsiteY115-42178" fmla="*/ 283430 h 840941"/>
                <a:gd name="connsiteX116-42179" fmla="*/ 784330 w 3024845"/>
                <a:gd name="connsiteY116-42180" fmla="*/ 287754 h 840941"/>
                <a:gd name="connsiteX117-42181" fmla="*/ 784330 w 3024845"/>
                <a:gd name="connsiteY117-42182" fmla="*/ 326666 h 840941"/>
                <a:gd name="connsiteX118-42183" fmla="*/ 785343 w 3024845"/>
                <a:gd name="connsiteY118-42184" fmla="*/ 326666 h 840941"/>
                <a:gd name="connsiteX119-42185" fmla="*/ 792436 w 3024845"/>
                <a:gd name="connsiteY119-42186" fmla="*/ 326666 h 840941"/>
                <a:gd name="connsiteX120-42187" fmla="*/ 792436 w 3024845"/>
                <a:gd name="connsiteY120-42188" fmla="*/ 328287 h 840941"/>
                <a:gd name="connsiteX121-42189" fmla="*/ 792436 w 3024845"/>
                <a:gd name="connsiteY121-42190" fmla="*/ 339636 h 840941"/>
                <a:gd name="connsiteX122-42191" fmla="*/ 794463 w 3024845"/>
                <a:gd name="connsiteY122-42192" fmla="*/ 339636 h 840941"/>
                <a:gd name="connsiteX123-42193" fmla="*/ 808650 w 3024845"/>
                <a:gd name="connsiteY123-42194" fmla="*/ 339636 h 840941"/>
                <a:gd name="connsiteX124-42195" fmla="*/ 814730 w 3024845"/>
                <a:gd name="connsiteY124-42196" fmla="*/ 346122 h 840941"/>
                <a:gd name="connsiteX125-42197" fmla="*/ 814730 w 3024845"/>
                <a:gd name="connsiteY125-42198" fmla="*/ 367740 h 840941"/>
                <a:gd name="connsiteX126-42199" fmla="*/ 817010 w 3024845"/>
                <a:gd name="connsiteY126-42200" fmla="*/ 367740 h 840941"/>
                <a:gd name="connsiteX127-42201" fmla="*/ 832970 w 3024845"/>
                <a:gd name="connsiteY127-42202" fmla="*/ 367740 h 840941"/>
                <a:gd name="connsiteX128-42203" fmla="*/ 832970 w 3024845"/>
                <a:gd name="connsiteY128-42204" fmla="*/ 368820 h 840941"/>
                <a:gd name="connsiteX129-42205" fmla="*/ 832970 w 3024845"/>
                <a:gd name="connsiteY129-42206" fmla="*/ 376387 h 840941"/>
                <a:gd name="connsiteX130-42207" fmla="*/ 834237 w 3024845"/>
                <a:gd name="connsiteY130-42208" fmla="*/ 376387 h 840941"/>
                <a:gd name="connsiteX131-42209" fmla="*/ 843104 w 3024845"/>
                <a:gd name="connsiteY131-42210" fmla="*/ 376387 h 840941"/>
                <a:gd name="connsiteX132-42211" fmla="*/ 843104 w 3024845"/>
                <a:gd name="connsiteY132-42212" fmla="*/ 378548 h 840941"/>
                <a:gd name="connsiteX133-42213" fmla="*/ 843104 w 3024845"/>
                <a:gd name="connsiteY133-42214" fmla="*/ 393681 h 840941"/>
                <a:gd name="connsiteX134-42215" fmla="*/ 847157 w 3024845"/>
                <a:gd name="connsiteY134-42216" fmla="*/ 391789 h 840941"/>
                <a:gd name="connsiteX135-42217" fmla="*/ 847157 w 3024845"/>
                <a:gd name="connsiteY135-42218" fmla="*/ 378548 h 840941"/>
                <a:gd name="connsiteX136-42219" fmla="*/ 848170 w 3024845"/>
                <a:gd name="connsiteY136-42220" fmla="*/ 378548 h 840941"/>
                <a:gd name="connsiteX137-42221" fmla="*/ 855264 w 3024845"/>
                <a:gd name="connsiteY137-42222" fmla="*/ 378548 h 840941"/>
                <a:gd name="connsiteX138-42223" fmla="*/ 855264 w 3024845"/>
                <a:gd name="connsiteY138-42224" fmla="*/ 380170 h 840941"/>
                <a:gd name="connsiteX139-42225" fmla="*/ 855264 w 3024845"/>
                <a:gd name="connsiteY139-42226" fmla="*/ 391519 h 840941"/>
                <a:gd name="connsiteX140-42227" fmla="*/ 856024 w 3024845"/>
                <a:gd name="connsiteY140-42228" fmla="*/ 391519 h 840941"/>
                <a:gd name="connsiteX141-42229" fmla="*/ 861344 w 3024845"/>
                <a:gd name="connsiteY141-42230" fmla="*/ 391519 h 840941"/>
                <a:gd name="connsiteX142-42231" fmla="*/ 909984 w 3024845"/>
                <a:gd name="connsiteY142-42232" fmla="*/ 387196 h 840941"/>
                <a:gd name="connsiteX143-42233" fmla="*/ 909984 w 3024845"/>
                <a:gd name="connsiteY143-42234" fmla="*/ 388547 h 840941"/>
                <a:gd name="connsiteX144-42235" fmla="*/ 909984 w 3024845"/>
                <a:gd name="connsiteY144-42236" fmla="*/ 398004 h 840941"/>
                <a:gd name="connsiteX145-42237" fmla="*/ 910744 w 3024845"/>
                <a:gd name="connsiteY145-42238" fmla="*/ 398004 h 840941"/>
                <a:gd name="connsiteX146-42239" fmla="*/ 916065 w 3024845"/>
                <a:gd name="connsiteY146-42240" fmla="*/ 398004 h 840941"/>
                <a:gd name="connsiteX147-42241" fmla="*/ 916065 w 3024845"/>
                <a:gd name="connsiteY147-42242" fmla="*/ 400166 h 840941"/>
                <a:gd name="connsiteX148-42243" fmla="*/ 916065 w 3024845"/>
                <a:gd name="connsiteY148-42244" fmla="*/ 415299 h 840941"/>
                <a:gd name="connsiteX149-42245" fmla="*/ 918091 w 3024845"/>
                <a:gd name="connsiteY149-42246" fmla="*/ 413948 h 840941"/>
                <a:gd name="connsiteX150-42247" fmla="*/ 932278 w 3024845"/>
                <a:gd name="connsiteY150-42248" fmla="*/ 404490 h 840941"/>
                <a:gd name="connsiteX151-42249" fmla="*/ 938358 w 3024845"/>
                <a:gd name="connsiteY151-42250" fmla="*/ 363416 h 840941"/>
                <a:gd name="connsiteX152-42251" fmla="*/ 939118 w 3024845"/>
                <a:gd name="connsiteY152-42252" fmla="*/ 363146 h 840941"/>
                <a:gd name="connsiteX153-42253" fmla="*/ 944438 w 3024845"/>
                <a:gd name="connsiteY153-42254" fmla="*/ 361254 h 840941"/>
                <a:gd name="connsiteX154-42255" fmla="*/ 946465 w 3024845"/>
                <a:gd name="connsiteY154-42256" fmla="*/ 292077 h 840941"/>
                <a:gd name="connsiteX155-42257" fmla="*/ 948492 w 3024845"/>
                <a:gd name="connsiteY155-42258" fmla="*/ 361254 h 840941"/>
                <a:gd name="connsiteX156-42259" fmla="*/ 949252 w 3024845"/>
                <a:gd name="connsiteY156-42260" fmla="*/ 361524 h 840941"/>
                <a:gd name="connsiteX157-42261" fmla="*/ 954572 w 3024845"/>
                <a:gd name="connsiteY157-42262" fmla="*/ 363416 h 840941"/>
                <a:gd name="connsiteX158-42263" fmla="*/ 954572 w 3024845"/>
                <a:gd name="connsiteY158-42264" fmla="*/ 276945 h 840941"/>
                <a:gd name="connsiteX159-42265" fmla="*/ 958625 w 3024845"/>
                <a:gd name="connsiteY159-42266" fmla="*/ 244518 h 840941"/>
                <a:gd name="connsiteX160-42267" fmla="*/ 997132 w 3024845"/>
                <a:gd name="connsiteY160-42268" fmla="*/ 244518 h 840941"/>
                <a:gd name="connsiteX161-42269" fmla="*/ 997132 w 3024845"/>
                <a:gd name="connsiteY161-42270" fmla="*/ 276945 h 840941"/>
                <a:gd name="connsiteX162-42271" fmla="*/ 997892 w 3024845"/>
                <a:gd name="connsiteY162-42272" fmla="*/ 276945 h 840941"/>
                <a:gd name="connsiteX163-42273" fmla="*/ 1003212 w 3024845"/>
                <a:gd name="connsiteY163-42274" fmla="*/ 276945 h 840941"/>
                <a:gd name="connsiteX164-42275" fmla="*/ 1003212 w 3024845"/>
                <a:gd name="connsiteY164-42276" fmla="*/ 194797 h 840941"/>
                <a:gd name="connsiteX165-42277" fmla="*/ 1004986 w 3024845"/>
                <a:gd name="connsiteY165-42278" fmla="*/ 194797 h 840941"/>
                <a:gd name="connsiteX166-42279" fmla="*/ 1017399 w 3024845"/>
                <a:gd name="connsiteY166-42280" fmla="*/ 194797 h 840941"/>
                <a:gd name="connsiteX167-42281" fmla="*/ 1017399 w 3024845"/>
                <a:gd name="connsiteY167-42282" fmla="*/ 192906 h 840941"/>
                <a:gd name="connsiteX168-42283" fmla="*/ 1017399 w 3024845"/>
                <a:gd name="connsiteY168-42284" fmla="*/ 179665 h 840941"/>
                <a:gd name="connsiteX169-42285" fmla="*/ 1039693 w 3024845"/>
                <a:gd name="connsiteY169-42286" fmla="*/ 179665 h 840941"/>
                <a:gd name="connsiteX170-42287" fmla="*/ 1039693 w 3024845"/>
                <a:gd name="connsiteY170-42288" fmla="*/ 178584 h 840941"/>
                <a:gd name="connsiteX171-42289" fmla="*/ 1039693 w 3024845"/>
                <a:gd name="connsiteY171-42290" fmla="*/ 171018 h 840941"/>
                <a:gd name="connsiteX172-42291" fmla="*/ 1041466 w 3024845"/>
                <a:gd name="connsiteY172-42292" fmla="*/ 171018 h 840941"/>
                <a:gd name="connsiteX173-42293" fmla="*/ 1053880 w 3024845"/>
                <a:gd name="connsiteY173-42294" fmla="*/ 171018 h 840941"/>
                <a:gd name="connsiteX174-42295" fmla="*/ 1053880 w 3024845"/>
                <a:gd name="connsiteY174-42296" fmla="*/ 172099 h 840941"/>
                <a:gd name="connsiteX175-42297" fmla="*/ 1053880 w 3024845"/>
                <a:gd name="connsiteY175-42298" fmla="*/ 179665 h 840941"/>
                <a:gd name="connsiteX176-42299" fmla="*/ 1054640 w 3024845"/>
                <a:gd name="connsiteY176-42300" fmla="*/ 179665 h 840941"/>
                <a:gd name="connsiteX177-42301" fmla="*/ 1059960 w 3024845"/>
                <a:gd name="connsiteY177-42302" fmla="*/ 179665 h 840941"/>
                <a:gd name="connsiteX178-42303" fmla="*/ 1070093 w 3024845"/>
                <a:gd name="connsiteY178-42304" fmla="*/ 175341 h 840941"/>
                <a:gd name="connsiteX179-42305" fmla="*/ 1074146 w 3024845"/>
                <a:gd name="connsiteY179-42306" fmla="*/ 178584 h 840941"/>
                <a:gd name="connsiteX180-42307" fmla="*/ 1074146 w 3024845"/>
                <a:gd name="connsiteY180-42308" fmla="*/ 171018 h 840941"/>
                <a:gd name="connsiteX181-42309" fmla="*/ 1076426 w 3024845"/>
                <a:gd name="connsiteY181-42310" fmla="*/ 171018 h 840941"/>
                <a:gd name="connsiteX182-42311" fmla="*/ 1092387 w 3024845"/>
                <a:gd name="connsiteY182-42312" fmla="*/ 171018 h 840941"/>
                <a:gd name="connsiteX183-42313" fmla="*/ 1092387 w 3024845"/>
                <a:gd name="connsiteY183-42314" fmla="*/ 172099 h 840941"/>
                <a:gd name="connsiteX184-42315" fmla="*/ 1092387 w 3024845"/>
                <a:gd name="connsiteY184-42316" fmla="*/ 179665 h 840941"/>
                <a:gd name="connsiteX185-42317" fmla="*/ 1122787 w 3024845"/>
                <a:gd name="connsiteY185-42318" fmla="*/ 179665 h 840941"/>
                <a:gd name="connsiteX186-42319" fmla="*/ 1122787 w 3024845"/>
                <a:gd name="connsiteY186-42320" fmla="*/ 181286 h 840941"/>
                <a:gd name="connsiteX187-42321" fmla="*/ 1122787 w 3024845"/>
                <a:gd name="connsiteY187-42322" fmla="*/ 192636 h 840941"/>
                <a:gd name="connsiteX188-42323" fmla="*/ 1149134 w 3024845"/>
                <a:gd name="connsiteY188-42324" fmla="*/ 192636 h 840941"/>
                <a:gd name="connsiteX189-42325" fmla="*/ 1149134 w 3024845"/>
                <a:gd name="connsiteY189-42326" fmla="*/ 222900 h 840941"/>
                <a:gd name="connsiteX190-42327" fmla="*/ 1149894 w 3024845"/>
                <a:gd name="connsiteY190-42328" fmla="*/ 222900 h 840941"/>
                <a:gd name="connsiteX191-42329" fmla="*/ 1155214 w 3024845"/>
                <a:gd name="connsiteY191-42330" fmla="*/ 222900 h 840941"/>
                <a:gd name="connsiteX192-42331" fmla="*/ 1155214 w 3024845"/>
                <a:gd name="connsiteY192-42332" fmla="*/ 223981 h 840941"/>
                <a:gd name="connsiteX193-42333" fmla="*/ 1155214 w 3024845"/>
                <a:gd name="connsiteY193-42334" fmla="*/ 231548 h 840941"/>
                <a:gd name="connsiteX194-42335" fmla="*/ 1159268 w 3024845"/>
                <a:gd name="connsiteY194-42336" fmla="*/ 261812 h 840941"/>
                <a:gd name="connsiteX195-42337" fmla="*/ 1160028 w 3024845"/>
                <a:gd name="connsiteY195-42338" fmla="*/ 261812 h 840941"/>
                <a:gd name="connsiteX196-42339" fmla="*/ 1165348 w 3024845"/>
                <a:gd name="connsiteY196-42340" fmla="*/ 261812 h 840941"/>
                <a:gd name="connsiteX197-42341" fmla="*/ 1165348 w 3024845"/>
                <a:gd name="connsiteY197-42342" fmla="*/ 262623 h 840941"/>
                <a:gd name="connsiteX198-42343" fmla="*/ 1165348 w 3024845"/>
                <a:gd name="connsiteY198-42344" fmla="*/ 268298 h 840941"/>
                <a:gd name="connsiteX199-42345" fmla="*/ 1166361 w 3024845"/>
                <a:gd name="connsiteY199-42346" fmla="*/ 268298 h 840941"/>
                <a:gd name="connsiteX200-42347" fmla="*/ 1173454 w 3024845"/>
                <a:gd name="connsiteY200-42348" fmla="*/ 268298 h 840941"/>
                <a:gd name="connsiteX201-42349" fmla="*/ 1173454 w 3024845"/>
                <a:gd name="connsiteY201-42350" fmla="*/ 298563 h 840941"/>
                <a:gd name="connsiteX202-42351" fmla="*/ 1175481 w 3024845"/>
                <a:gd name="connsiteY202-42352" fmla="*/ 298563 h 840941"/>
                <a:gd name="connsiteX203-42353" fmla="*/ 1189668 w 3024845"/>
                <a:gd name="connsiteY203-42354" fmla="*/ 298563 h 840941"/>
                <a:gd name="connsiteX204-42355" fmla="*/ 1189668 w 3024845"/>
                <a:gd name="connsiteY204-42356" fmla="*/ 322342 h 840941"/>
                <a:gd name="connsiteX205-42357" fmla="*/ 1191695 w 3024845"/>
                <a:gd name="connsiteY205-42358" fmla="*/ 323963 h 840941"/>
                <a:gd name="connsiteX206-42359" fmla="*/ 1191695 w 3024845"/>
                <a:gd name="connsiteY206-42360" fmla="*/ 335313 h 840941"/>
                <a:gd name="connsiteX207-42361" fmla="*/ 1192455 w 3024845"/>
                <a:gd name="connsiteY207-42362" fmla="*/ 335313 h 840941"/>
                <a:gd name="connsiteX208-42363" fmla="*/ 1197775 w 3024845"/>
                <a:gd name="connsiteY208-42364" fmla="*/ 335313 h 840941"/>
                <a:gd name="connsiteX209-42365" fmla="*/ 1197775 w 3024845"/>
                <a:gd name="connsiteY209-42366" fmla="*/ 359092 h 840941"/>
                <a:gd name="connsiteX210-42367" fmla="*/ 1199041 w 3024845"/>
                <a:gd name="connsiteY210-42368" fmla="*/ 359092 h 840941"/>
                <a:gd name="connsiteX211-42369" fmla="*/ 1207908 w 3024845"/>
                <a:gd name="connsiteY211-42370" fmla="*/ 359092 h 840941"/>
                <a:gd name="connsiteX212-42371" fmla="*/ 1209935 w 3024845"/>
                <a:gd name="connsiteY212-42372" fmla="*/ 363146 h 840941"/>
                <a:gd name="connsiteX213-42373" fmla="*/ 1209935 w 3024845"/>
                <a:gd name="connsiteY213-42374" fmla="*/ 376387 h 840941"/>
                <a:gd name="connsiteX214-42375" fmla="*/ 1211455 w 3024845"/>
                <a:gd name="connsiteY214-42376" fmla="*/ 374495 h 840941"/>
                <a:gd name="connsiteX215-42377" fmla="*/ 1222095 w 3024845"/>
                <a:gd name="connsiteY215-42378" fmla="*/ 361254 h 840941"/>
                <a:gd name="connsiteX216-42379" fmla="*/ 1250469 w 3024845"/>
                <a:gd name="connsiteY216-42380" fmla="*/ 361254 h 840941"/>
                <a:gd name="connsiteX217-42381" fmla="*/ 1250469 w 3024845"/>
                <a:gd name="connsiteY217-42382" fmla="*/ 447725 h 840941"/>
                <a:gd name="connsiteX218-42383" fmla="*/ 1251229 w 3024845"/>
                <a:gd name="connsiteY218-42384" fmla="*/ 447725 h 840941"/>
                <a:gd name="connsiteX219-42385" fmla="*/ 1256549 w 3024845"/>
                <a:gd name="connsiteY219-42386" fmla="*/ 447725 h 840941"/>
                <a:gd name="connsiteX220-42387" fmla="*/ 1257309 w 3024845"/>
                <a:gd name="connsiteY220-42388" fmla="*/ 446374 h 840941"/>
                <a:gd name="connsiteX221-42389" fmla="*/ 1262629 w 3024845"/>
                <a:gd name="connsiteY221-42390" fmla="*/ 436916 h 840941"/>
                <a:gd name="connsiteX222-42391" fmla="*/ 1262629 w 3024845"/>
                <a:gd name="connsiteY222-42392" fmla="*/ 438808 h 840941"/>
                <a:gd name="connsiteX223-42393" fmla="*/ 1262629 w 3024845"/>
                <a:gd name="connsiteY223-42394" fmla="*/ 452049 h 840941"/>
                <a:gd name="connsiteX224-42395" fmla="*/ 1266682 w 3024845"/>
                <a:gd name="connsiteY224-42396" fmla="*/ 406652 h 840941"/>
                <a:gd name="connsiteX225-42397" fmla="*/ 1267442 w 3024845"/>
                <a:gd name="connsiteY225-42398" fmla="*/ 406652 h 840941"/>
                <a:gd name="connsiteX226-42399" fmla="*/ 1272762 w 3024845"/>
                <a:gd name="connsiteY226-42400" fmla="*/ 406652 h 840941"/>
                <a:gd name="connsiteX227-42401" fmla="*/ 1272762 w 3024845"/>
                <a:gd name="connsiteY227-42402" fmla="*/ 341798 h 840941"/>
                <a:gd name="connsiteX228-42403" fmla="*/ 1273776 w 3024845"/>
                <a:gd name="connsiteY228-42404" fmla="*/ 341798 h 840941"/>
                <a:gd name="connsiteX229-42405" fmla="*/ 1280869 w 3024845"/>
                <a:gd name="connsiteY229-42406" fmla="*/ 341798 h 840941"/>
                <a:gd name="connsiteX230-42407" fmla="*/ 1293029 w 3024845"/>
                <a:gd name="connsiteY230-42408" fmla="*/ 298563 h 840941"/>
                <a:gd name="connsiteX231-42409" fmla="*/ 1294296 w 3024845"/>
                <a:gd name="connsiteY231-42410" fmla="*/ 298563 h 840941"/>
                <a:gd name="connsiteX232-42411" fmla="*/ 1303163 w 3024845"/>
                <a:gd name="connsiteY232-42412" fmla="*/ 298563 h 840941"/>
                <a:gd name="connsiteX233-42413" fmla="*/ 1313296 w 3024845"/>
                <a:gd name="connsiteY233-42414" fmla="*/ 341798 h 840941"/>
                <a:gd name="connsiteX234-42415" fmla="*/ 1314309 w 3024845"/>
                <a:gd name="connsiteY234-42416" fmla="*/ 341798 h 840941"/>
                <a:gd name="connsiteX235-42417" fmla="*/ 1321403 w 3024845"/>
                <a:gd name="connsiteY235-42418" fmla="*/ 341798 h 840941"/>
                <a:gd name="connsiteX236-42419" fmla="*/ 1321403 w 3024845"/>
                <a:gd name="connsiteY236-42420" fmla="*/ 380710 h 840941"/>
                <a:gd name="connsiteX237-42421" fmla="*/ 1323176 w 3024845"/>
                <a:gd name="connsiteY237-42422" fmla="*/ 380710 h 840941"/>
                <a:gd name="connsiteX238-42423" fmla="*/ 1335590 w 3024845"/>
                <a:gd name="connsiteY238-42424" fmla="*/ 380710 h 840941"/>
                <a:gd name="connsiteX239-42425" fmla="*/ 1335590 w 3024845"/>
                <a:gd name="connsiteY239-42426" fmla="*/ 382872 h 840941"/>
                <a:gd name="connsiteX240-42427" fmla="*/ 1335590 w 3024845"/>
                <a:gd name="connsiteY240-42428" fmla="*/ 398004 h 840941"/>
                <a:gd name="connsiteX241-42429" fmla="*/ 1339643 w 3024845"/>
                <a:gd name="connsiteY241-42430" fmla="*/ 395843 h 840941"/>
                <a:gd name="connsiteX242-42431" fmla="*/ 1339643 w 3024845"/>
                <a:gd name="connsiteY242-42432" fmla="*/ 380710 h 840941"/>
                <a:gd name="connsiteX243-42433" fmla="*/ 1341163 w 3024845"/>
                <a:gd name="connsiteY243-42434" fmla="*/ 380710 h 840941"/>
                <a:gd name="connsiteX244-42435" fmla="*/ 1351803 w 3024845"/>
                <a:gd name="connsiteY244-42436" fmla="*/ 380710 h 840941"/>
                <a:gd name="connsiteX245-42437" fmla="*/ 1351803 w 3024845"/>
                <a:gd name="connsiteY245-42438" fmla="*/ 382331 h 840941"/>
                <a:gd name="connsiteX246-42439" fmla="*/ 1351803 w 3024845"/>
                <a:gd name="connsiteY246-42440" fmla="*/ 393681 h 840941"/>
                <a:gd name="connsiteX247-42441" fmla="*/ 1382204 w 3024845"/>
                <a:gd name="connsiteY247-42442" fmla="*/ 393681 h 840941"/>
                <a:gd name="connsiteX248-42443" fmla="*/ 1382204 w 3024845"/>
                <a:gd name="connsiteY248-42444" fmla="*/ 356931 h 840941"/>
                <a:gd name="connsiteX249-42445" fmla="*/ 1383470 w 3024845"/>
                <a:gd name="connsiteY249-42446" fmla="*/ 356931 h 840941"/>
                <a:gd name="connsiteX250-42447" fmla="*/ 1392337 w 3024845"/>
                <a:gd name="connsiteY250-42448" fmla="*/ 356931 h 840941"/>
                <a:gd name="connsiteX251-42449" fmla="*/ 1392337 w 3024845"/>
                <a:gd name="connsiteY251-42450" fmla="*/ 378548 h 840941"/>
                <a:gd name="connsiteX252-42451" fmla="*/ 1394364 w 3024845"/>
                <a:gd name="connsiteY252-42452" fmla="*/ 346122 h 840941"/>
                <a:gd name="connsiteX253-42453" fmla="*/ 1416657 w 3024845"/>
                <a:gd name="connsiteY253-42454" fmla="*/ 346122 h 840941"/>
                <a:gd name="connsiteX254-42455" fmla="*/ 1416657 w 3024845"/>
                <a:gd name="connsiteY254-42456" fmla="*/ 344500 h 840941"/>
                <a:gd name="connsiteX255-42457" fmla="*/ 1416657 w 3024845"/>
                <a:gd name="connsiteY255-42458" fmla="*/ 333151 h 840941"/>
                <a:gd name="connsiteX256-42459" fmla="*/ 1417417 w 3024845"/>
                <a:gd name="connsiteY256-42460" fmla="*/ 333151 h 840941"/>
                <a:gd name="connsiteX257-42461" fmla="*/ 1422737 w 3024845"/>
                <a:gd name="connsiteY257-42462" fmla="*/ 333151 h 840941"/>
                <a:gd name="connsiteX258-42463" fmla="*/ 1422737 w 3024845"/>
                <a:gd name="connsiteY258-42464" fmla="*/ 331260 h 840941"/>
                <a:gd name="connsiteX259-42465" fmla="*/ 1422737 w 3024845"/>
                <a:gd name="connsiteY259-42466" fmla="*/ 318019 h 840941"/>
                <a:gd name="connsiteX260-42467" fmla="*/ 1426791 w 3024845"/>
                <a:gd name="connsiteY260-42468" fmla="*/ 324504 h 840941"/>
                <a:gd name="connsiteX261-42469" fmla="*/ 1429071 w 3024845"/>
                <a:gd name="connsiteY261-42470" fmla="*/ 324504 h 840941"/>
                <a:gd name="connsiteX262-42471" fmla="*/ 1445031 w 3024845"/>
                <a:gd name="connsiteY262-42472" fmla="*/ 324504 h 840941"/>
                <a:gd name="connsiteX263-42473" fmla="*/ 1445031 w 3024845"/>
                <a:gd name="connsiteY263-42474" fmla="*/ 323693 h 840941"/>
                <a:gd name="connsiteX264-42475" fmla="*/ 1445031 w 3024845"/>
                <a:gd name="connsiteY264-42476" fmla="*/ 318019 h 840941"/>
                <a:gd name="connsiteX265-42477" fmla="*/ 1445791 w 3024845"/>
                <a:gd name="connsiteY265-42478" fmla="*/ 318019 h 840941"/>
                <a:gd name="connsiteX266-42479" fmla="*/ 1451111 w 3024845"/>
                <a:gd name="connsiteY266-42480" fmla="*/ 318019 h 840941"/>
                <a:gd name="connsiteX267-42481" fmla="*/ 1451111 w 3024845"/>
                <a:gd name="connsiteY267-42482" fmla="*/ 319370 h 840941"/>
                <a:gd name="connsiteX268-42483" fmla="*/ 1451111 w 3024845"/>
                <a:gd name="connsiteY268-42484" fmla="*/ 328828 h 840941"/>
                <a:gd name="connsiteX269-42485" fmla="*/ 1489618 w 3024845"/>
                <a:gd name="connsiteY269-42486" fmla="*/ 328828 h 840941"/>
                <a:gd name="connsiteX270-42487" fmla="*/ 1489618 w 3024845"/>
                <a:gd name="connsiteY270-42488" fmla="*/ 467181 h 840941"/>
                <a:gd name="connsiteX271-42489" fmla="*/ 1491138 w 3024845"/>
                <a:gd name="connsiteY271-42490" fmla="*/ 467181 h 840941"/>
                <a:gd name="connsiteX272-42491" fmla="*/ 1501778 w 3024845"/>
                <a:gd name="connsiteY272-42492" fmla="*/ 467181 h 840941"/>
                <a:gd name="connsiteX273-42493" fmla="*/ 1501778 w 3024845"/>
                <a:gd name="connsiteY273-42494" fmla="*/ 454211 h 840941"/>
                <a:gd name="connsiteX274-42495" fmla="*/ 1505832 w 3024845"/>
                <a:gd name="connsiteY274-42496" fmla="*/ 454211 h 840941"/>
                <a:gd name="connsiteX275-42497" fmla="*/ 1505832 w 3024845"/>
                <a:gd name="connsiteY275-42498" fmla="*/ 467181 h 840941"/>
                <a:gd name="connsiteX276-42499" fmla="*/ 1536232 w 3024845"/>
                <a:gd name="connsiteY276-42500" fmla="*/ 467181 h 840941"/>
                <a:gd name="connsiteX277-42501" fmla="*/ 1536232 w 3024845"/>
                <a:gd name="connsiteY277-42502" fmla="*/ 436916 h 840941"/>
                <a:gd name="connsiteX278-42503" fmla="*/ 1548392 w 3024845"/>
                <a:gd name="connsiteY278-42504" fmla="*/ 436916 h 840941"/>
                <a:gd name="connsiteX279-42505" fmla="*/ 1560552 w 3024845"/>
                <a:gd name="connsiteY279-42506" fmla="*/ 434755 h 840941"/>
                <a:gd name="connsiteX280-42507" fmla="*/ 1564606 w 3024845"/>
                <a:gd name="connsiteY280-42508" fmla="*/ 436916 h 840941"/>
                <a:gd name="connsiteX281-42509" fmla="*/ 1574739 w 3024845"/>
                <a:gd name="connsiteY281-42510" fmla="*/ 436916 h 840941"/>
                <a:gd name="connsiteX282-42511" fmla="*/ 1574739 w 3024845"/>
                <a:gd name="connsiteY282-42512" fmla="*/ 467181 h 840941"/>
                <a:gd name="connsiteX283-42513" fmla="*/ 1582846 w 3024845"/>
                <a:gd name="connsiteY283-42514" fmla="*/ 467181 h 840941"/>
                <a:gd name="connsiteX284-42515" fmla="*/ 1582846 w 3024845"/>
                <a:gd name="connsiteY284-42516" fmla="*/ 484476 h 840941"/>
                <a:gd name="connsiteX285-42517" fmla="*/ 1592182 w 3024845"/>
                <a:gd name="connsiteY285-42518" fmla="*/ 485381 h 840941"/>
                <a:gd name="connsiteX286-42519" fmla="*/ 1605140 w 3024845"/>
                <a:gd name="connsiteY286-42520" fmla="*/ 485381 h 840941"/>
                <a:gd name="connsiteX287-42521" fmla="*/ 1605140 w 3024845"/>
                <a:gd name="connsiteY287-42522" fmla="*/ 469343 h 840941"/>
                <a:gd name="connsiteX288-42523" fmla="*/ 1673096 w 3024845"/>
                <a:gd name="connsiteY288-42524" fmla="*/ 469343 h 840941"/>
                <a:gd name="connsiteX289-42525" fmla="*/ 1673096 w 3024845"/>
                <a:gd name="connsiteY289-42526" fmla="*/ 384090 h 840941"/>
                <a:gd name="connsiteX290-42527" fmla="*/ 1745104 w 3024845"/>
                <a:gd name="connsiteY290-42528" fmla="*/ 384090 h 840941"/>
                <a:gd name="connsiteX291-42529" fmla="*/ 1745104 w 3024845"/>
                <a:gd name="connsiteY291-42530" fmla="*/ 462858 h 840941"/>
                <a:gd name="connsiteX292-42531" fmla="*/ 1747008 w 3024845"/>
                <a:gd name="connsiteY292-42532" fmla="*/ 462858 h 840941"/>
                <a:gd name="connsiteX293-42533" fmla="*/ 1748250 w 3024845"/>
                <a:gd name="connsiteY293-42534" fmla="*/ 485381 h 840941"/>
                <a:gd name="connsiteX294-42535" fmla="*/ 1757926 w 3024845"/>
                <a:gd name="connsiteY294-42536" fmla="*/ 485381 h 840941"/>
                <a:gd name="connsiteX295-42537" fmla="*/ 1759168 w 3024845"/>
                <a:gd name="connsiteY295-42538" fmla="*/ 462858 h 840941"/>
                <a:gd name="connsiteX296-42539" fmla="*/ 1765248 w 3024845"/>
                <a:gd name="connsiteY296-42540" fmla="*/ 462858 h 840941"/>
                <a:gd name="connsiteX297-42541" fmla="*/ 1766490 w 3024845"/>
                <a:gd name="connsiteY297-42542" fmla="*/ 485381 h 840941"/>
                <a:gd name="connsiteX298-42543" fmla="*/ 1817112 w 3024845"/>
                <a:gd name="connsiteY298-42544" fmla="*/ 485381 h 840941"/>
                <a:gd name="connsiteX299-42545" fmla="*/ 1817112 w 3024845"/>
                <a:gd name="connsiteY299-42546" fmla="*/ 322353 h 840941"/>
                <a:gd name="connsiteX300-42547" fmla="*/ 2014439 w 3024845"/>
                <a:gd name="connsiteY300-42548" fmla="*/ 322353 h 840941"/>
                <a:gd name="connsiteX301-42549" fmla="*/ 2014439 w 3024845"/>
                <a:gd name="connsiteY301-42550" fmla="*/ 485381 h 840941"/>
                <a:gd name="connsiteX302-42551" fmla="*/ 2033136 w 3024845"/>
                <a:gd name="connsiteY302-42552" fmla="*/ 485381 h 840941"/>
                <a:gd name="connsiteX303-42553" fmla="*/ 2033136 w 3024845"/>
                <a:gd name="connsiteY303-42554" fmla="*/ 402688 h 840941"/>
                <a:gd name="connsiteX304-42555" fmla="*/ 2128256 w 3024845"/>
                <a:gd name="connsiteY304-42556" fmla="*/ 402688 h 840941"/>
                <a:gd name="connsiteX305-42557" fmla="*/ 2180720 w 3024845"/>
                <a:gd name="connsiteY305-42558" fmla="*/ 337475 h 840941"/>
                <a:gd name="connsiteX306-42559" fmla="*/ 2245574 w 3024845"/>
                <a:gd name="connsiteY306-42560" fmla="*/ 337475 h 840941"/>
                <a:gd name="connsiteX307-42561" fmla="*/ 2245574 w 3024845"/>
                <a:gd name="connsiteY307-42562" fmla="*/ 413137 h 840941"/>
                <a:gd name="connsiteX308-42563" fmla="*/ 2253681 w 3024845"/>
                <a:gd name="connsiteY308-42564" fmla="*/ 413137 h 840941"/>
                <a:gd name="connsiteX309-42565" fmla="*/ 2255708 w 3024845"/>
                <a:gd name="connsiteY309-42566" fmla="*/ 406652 h 840941"/>
                <a:gd name="connsiteX310-42567" fmla="*/ 2261788 w 3024845"/>
                <a:gd name="connsiteY310-42568" fmla="*/ 406652 h 840941"/>
                <a:gd name="connsiteX311-42569" fmla="*/ 2263815 w 3024845"/>
                <a:gd name="connsiteY311-42570" fmla="*/ 415299 h 840941"/>
                <a:gd name="connsiteX312-42571" fmla="*/ 2275975 w 3024845"/>
                <a:gd name="connsiteY312-42572" fmla="*/ 415299 h 840941"/>
                <a:gd name="connsiteX313-42573" fmla="*/ 2275975 w 3024845"/>
                <a:gd name="connsiteY313-42574" fmla="*/ 408813 h 840941"/>
                <a:gd name="connsiteX314-42575" fmla="*/ 2298268 w 3024845"/>
                <a:gd name="connsiteY314-42576" fmla="*/ 408813 h 840941"/>
                <a:gd name="connsiteX315-42577" fmla="*/ 2298268 w 3024845"/>
                <a:gd name="connsiteY315-42578" fmla="*/ 415299 h 840941"/>
                <a:gd name="connsiteX316-42579" fmla="*/ 2318535 w 3024845"/>
                <a:gd name="connsiteY316-42580" fmla="*/ 415299 h 840941"/>
                <a:gd name="connsiteX317-42581" fmla="*/ 2318535 w 3024845"/>
                <a:gd name="connsiteY317-42582" fmla="*/ 460696 h 840941"/>
                <a:gd name="connsiteX318-42583" fmla="*/ 2332722 w 3024845"/>
                <a:gd name="connsiteY318-42584" fmla="*/ 460696 h 840941"/>
                <a:gd name="connsiteX319-42585" fmla="*/ 2332722 w 3024845"/>
                <a:gd name="connsiteY319-42586" fmla="*/ 447725 h 840941"/>
                <a:gd name="connsiteX320-42587" fmla="*/ 2348936 w 3024845"/>
                <a:gd name="connsiteY320-42588" fmla="*/ 447725 h 840941"/>
                <a:gd name="connsiteX321-42589" fmla="*/ 2348936 w 3024845"/>
                <a:gd name="connsiteY321-42590" fmla="*/ 268298 h 840941"/>
                <a:gd name="connsiteX322-42591" fmla="*/ 2355016 w 3024845"/>
                <a:gd name="connsiteY322-42592" fmla="*/ 261812 h 840941"/>
                <a:gd name="connsiteX323-42593" fmla="*/ 2427977 w 3024845"/>
                <a:gd name="connsiteY323-42594" fmla="*/ 261812 h 840941"/>
                <a:gd name="connsiteX324-42595" fmla="*/ 2427977 w 3024845"/>
                <a:gd name="connsiteY324-42596" fmla="*/ 270460 h 840941"/>
                <a:gd name="connsiteX325-42597" fmla="*/ 2438110 w 3024845"/>
                <a:gd name="connsiteY325-42598" fmla="*/ 270460 h 840941"/>
                <a:gd name="connsiteX326-42599" fmla="*/ 2438110 w 3024845"/>
                <a:gd name="connsiteY326-42600" fmla="*/ 385034 h 840941"/>
                <a:gd name="connsiteX327-42601" fmla="*/ 2460404 w 3024845"/>
                <a:gd name="connsiteY327-42602" fmla="*/ 385034 h 840941"/>
                <a:gd name="connsiteX328-42603" fmla="*/ 2460404 w 3024845"/>
                <a:gd name="connsiteY328-42604" fmla="*/ 318019 h 840941"/>
                <a:gd name="connsiteX329-42605" fmla="*/ 2486751 w 3024845"/>
                <a:gd name="connsiteY329-42606" fmla="*/ 318019 h 840941"/>
                <a:gd name="connsiteX330-42607" fmla="*/ 2490804 w 3024845"/>
                <a:gd name="connsiteY330-42608" fmla="*/ 313695 h 840941"/>
                <a:gd name="connsiteX331-42609" fmla="*/ 2498911 w 3024845"/>
                <a:gd name="connsiteY331-42610" fmla="*/ 313695 h 840941"/>
                <a:gd name="connsiteX332-42611" fmla="*/ 2502964 w 3024845"/>
                <a:gd name="connsiteY332-42612" fmla="*/ 318019 h 840941"/>
                <a:gd name="connsiteX333-42613" fmla="*/ 2525258 w 3024845"/>
                <a:gd name="connsiteY333-42614" fmla="*/ 318019 h 840941"/>
                <a:gd name="connsiteX334-42615" fmla="*/ 2525258 w 3024845"/>
                <a:gd name="connsiteY334-42616" fmla="*/ 201283 h 840941"/>
                <a:gd name="connsiteX335-42617" fmla="*/ 2582005 w 3024845"/>
                <a:gd name="connsiteY335-42618" fmla="*/ 190474 h 840941"/>
                <a:gd name="connsiteX336-42619" fmla="*/ 2582005 w 3024845"/>
                <a:gd name="connsiteY336-42620" fmla="*/ 191555 h 840941"/>
                <a:gd name="connsiteX337-42621" fmla="*/ 2582005 w 3024845"/>
                <a:gd name="connsiteY337-42622" fmla="*/ 199121 h 840941"/>
                <a:gd name="connsiteX338-42623" fmla="*/ 2608352 w 3024845"/>
                <a:gd name="connsiteY338-42624" fmla="*/ 199121 h 840941"/>
                <a:gd name="connsiteX339-42625" fmla="*/ 2608352 w 3024845"/>
                <a:gd name="connsiteY339-42626" fmla="*/ 454211 h 840941"/>
                <a:gd name="connsiteX340-42627" fmla="*/ 2630646 w 3024845"/>
                <a:gd name="connsiteY340-42628" fmla="*/ 454211 h 840941"/>
                <a:gd name="connsiteX341-42629" fmla="*/ 2630646 w 3024845"/>
                <a:gd name="connsiteY341-42630" fmla="*/ 449887 h 840941"/>
                <a:gd name="connsiteX342-42631" fmla="*/ 2642806 w 3024845"/>
                <a:gd name="connsiteY342-42632" fmla="*/ 449887 h 840941"/>
                <a:gd name="connsiteX343-42633" fmla="*/ 2642806 w 3024845"/>
                <a:gd name="connsiteY343-42634" fmla="*/ 454211 h 840941"/>
                <a:gd name="connsiteX344-42635" fmla="*/ 2667126 w 3024845"/>
                <a:gd name="connsiteY344-42636" fmla="*/ 454211 h 840941"/>
                <a:gd name="connsiteX345-42637" fmla="*/ 2667126 w 3024845"/>
                <a:gd name="connsiteY345-42638" fmla="*/ 441240 h 840941"/>
                <a:gd name="connsiteX346-42639" fmla="*/ 2695500 w 3024845"/>
                <a:gd name="connsiteY346-42640" fmla="*/ 441240 h 840941"/>
                <a:gd name="connsiteX347-42641" fmla="*/ 2707660 w 3024845"/>
                <a:gd name="connsiteY347-42642" fmla="*/ 436916 h 840941"/>
                <a:gd name="connsiteX348-42643" fmla="*/ 2727927 w 3024845"/>
                <a:gd name="connsiteY348-42644" fmla="*/ 441240 h 840941"/>
                <a:gd name="connsiteX349-42645" fmla="*/ 2727927 w 3024845"/>
                <a:gd name="connsiteY349-42646" fmla="*/ 423946 h 840941"/>
                <a:gd name="connsiteX350-42647" fmla="*/ 2736034 w 3024845"/>
                <a:gd name="connsiteY350-42648" fmla="*/ 423946 h 840941"/>
                <a:gd name="connsiteX351-42649" fmla="*/ 2736034 w 3024845"/>
                <a:gd name="connsiteY351-42650" fmla="*/ 410975 h 840941"/>
                <a:gd name="connsiteX352-42651" fmla="*/ 2792781 w 3024845"/>
                <a:gd name="connsiteY352-42652" fmla="*/ 410975 h 840941"/>
                <a:gd name="connsiteX353-42653" fmla="*/ 2792781 w 3024845"/>
                <a:gd name="connsiteY353-42654" fmla="*/ 380710 h 840941"/>
                <a:gd name="connsiteX354-42655" fmla="*/ 2811021 w 3024845"/>
                <a:gd name="connsiteY354-42656" fmla="*/ 380710 h 840941"/>
                <a:gd name="connsiteX355-42657" fmla="*/ 2811021 w 3024845"/>
                <a:gd name="connsiteY355-42658" fmla="*/ 374225 h 840941"/>
                <a:gd name="connsiteX356-42659" fmla="*/ 2823181 w 3024845"/>
                <a:gd name="connsiteY356-42660" fmla="*/ 374225 h 840941"/>
                <a:gd name="connsiteX357-42661" fmla="*/ 2823181 w 3024845"/>
                <a:gd name="connsiteY357-42662" fmla="*/ 380710 h 840941"/>
                <a:gd name="connsiteX358-42663" fmla="*/ 2839395 w 3024845"/>
                <a:gd name="connsiteY358-42664" fmla="*/ 380710 h 840941"/>
                <a:gd name="connsiteX359-42665" fmla="*/ 2839395 w 3024845"/>
                <a:gd name="connsiteY359-42666" fmla="*/ 430431 h 840941"/>
                <a:gd name="connsiteX360-42667" fmla="*/ 2871822 w 3024845"/>
                <a:gd name="connsiteY360-42668" fmla="*/ 430431 h 840941"/>
                <a:gd name="connsiteX361-42669" fmla="*/ 2871822 w 3024845"/>
                <a:gd name="connsiteY361-42670" fmla="*/ 404490 h 840941"/>
                <a:gd name="connsiteX362-42671" fmla="*/ 2910329 w 3024845"/>
                <a:gd name="connsiteY362-42672" fmla="*/ 404490 h 840941"/>
                <a:gd name="connsiteX363-42673" fmla="*/ 2910329 w 3024845"/>
                <a:gd name="connsiteY363-42674" fmla="*/ 374225 h 840941"/>
                <a:gd name="connsiteX364-42675" fmla="*/ 2958970 w 3024845"/>
                <a:gd name="connsiteY364-42676" fmla="*/ 374225 h 840941"/>
                <a:gd name="connsiteX365-42677" fmla="*/ 2958970 w 3024845"/>
                <a:gd name="connsiteY365-42678" fmla="*/ 485381 h 840941"/>
                <a:gd name="connsiteX366-42679" fmla="*/ 2958970 w 3024845"/>
                <a:gd name="connsiteY366-42680" fmla="*/ 499160 h 840941"/>
                <a:gd name="connsiteX367-42681" fmla="*/ 3024845 w 3024845"/>
                <a:gd name="connsiteY367-42682" fmla="*/ 499160 h 840941"/>
                <a:gd name="connsiteX368-42683" fmla="*/ 3024845 w 3024845"/>
                <a:gd name="connsiteY368-42684" fmla="*/ 840941 h 840941"/>
                <a:gd name="connsiteX369-42685" fmla="*/ 2054 w 3024845"/>
                <a:gd name="connsiteY369-42686" fmla="*/ 838608 h 840941"/>
                <a:gd name="connsiteX370-42687" fmla="*/ 0 w 3024845"/>
                <a:gd name="connsiteY370-42688" fmla="*/ 404490 h 840941"/>
                <a:gd name="connsiteX371-42689" fmla="*/ 20267 w 3024845"/>
                <a:gd name="connsiteY371-42690" fmla="*/ 404490 h 840941"/>
                <a:gd name="connsiteX372-42691" fmla="*/ 20774 w 3024845"/>
                <a:gd name="connsiteY372-42692" fmla="*/ 403409 h 840941"/>
                <a:gd name="connsiteX373-42693" fmla="*/ 24320 w 3024845"/>
                <a:gd name="connsiteY373-42694" fmla="*/ 395843 h 840941"/>
                <a:gd name="connsiteX374-42695" fmla="*/ 26094 w 3024845"/>
                <a:gd name="connsiteY374-42696" fmla="*/ 396113 h 840941"/>
                <a:gd name="connsiteX375-42697" fmla="*/ 38507 w 3024845"/>
                <a:gd name="connsiteY375-42698" fmla="*/ 398004 h 840941"/>
                <a:gd name="connsiteX376-42699" fmla="*/ 39014 w 3024845"/>
                <a:gd name="connsiteY376-42700" fmla="*/ 399356 h 840941"/>
                <a:gd name="connsiteX377-42701" fmla="*/ 42560 w 3024845"/>
                <a:gd name="connsiteY377-42702" fmla="*/ 408813 h 840941"/>
                <a:gd name="connsiteX378-42703" fmla="*/ 68907 w 3024845"/>
                <a:gd name="connsiteY378-42704" fmla="*/ 410975 h 840941"/>
                <a:gd name="connsiteX379-42705" fmla="*/ 68907 w 3024845"/>
                <a:gd name="connsiteY379-42706" fmla="*/ 287754 h 840941"/>
                <a:gd name="connsiteX380-42707" fmla="*/ 70934 w 3024845"/>
                <a:gd name="connsiteY380-42708" fmla="*/ 287754 h 840941"/>
                <a:gd name="connsiteX381-42709" fmla="*/ 85121 w 3024845"/>
                <a:gd name="connsiteY381-42710" fmla="*/ 287754 h 840941"/>
                <a:gd name="connsiteX382-42711" fmla="*/ 85121 w 3024845"/>
                <a:gd name="connsiteY382-42712" fmla="*/ 151562 h 840941"/>
                <a:gd name="connsiteX383-42713" fmla="*/ 86894 w 3024845"/>
                <a:gd name="connsiteY383-42714" fmla="*/ 151562 h 840941"/>
                <a:gd name="connsiteX384-42715" fmla="*/ 99308 w 3024845"/>
                <a:gd name="connsiteY384-42716" fmla="*/ 151562 h 840941"/>
                <a:gd name="connsiteX385-42717" fmla="*/ 99308 w 3024845"/>
                <a:gd name="connsiteY385-42718" fmla="*/ 36988 h 840941"/>
                <a:gd name="connsiteX0-42719" fmla="*/ 99308 w 3024845"/>
                <a:gd name="connsiteY0-42720" fmla="*/ 0 h 803953"/>
                <a:gd name="connsiteX1-42721" fmla="*/ 220909 w 3024845"/>
                <a:gd name="connsiteY1-42722" fmla="*/ 114574 h 803953"/>
                <a:gd name="connsiteX2-42723" fmla="*/ 223189 w 3024845"/>
                <a:gd name="connsiteY2-42724" fmla="*/ 114574 h 803953"/>
                <a:gd name="connsiteX3-42725" fmla="*/ 239150 w 3024845"/>
                <a:gd name="connsiteY3-42726" fmla="*/ 114574 h 803953"/>
                <a:gd name="connsiteX4-42727" fmla="*/ 239150 w 3024845"/>
                <a:gd name="connsiteY4-42728" fmla="*/ 255089 h 803953"/>
                <a:gd name="connsiteX5-42729" fmla="*/ 240670 w 3024845"/>
                <a:gd name="connsiteY5-42730" fmla="*/ 254819 h 803953"/>
                <a:gd name="connsiteX6-42731" fmla="*/ 251310 w 3024845"/>
                <a:gd name="connsiteY6-42732" fmla="*/ 252928 h 803953"/>
                <a:gd name="connsiteX7-42733" fmla="*/ 249283 w 3024845"/>
                <a:gd name="connsiteY7-42734" fmla="*/ 341560 h 803953"/>
                <a:gd name="connsiteX8-42735" fmla="*/ 250803 w 3024845"/>
                <a:gd name="connsiteY8-42736" fmla="*/ 341831 h 803953"/>
                <a:gd name="connsiteX9-42737" fmla="*/ 261443 w 3024845"/>
                <a:gd name="connsiteY9-42738" fmla="*/ 343722 h 803953"/>
                <a:gd name="connsiteX10-42739" fmla="*/ 261696 w 3024845"/>
                <a:gd name="connsiteY10-42740" fmla="*/ 344533 h 803953"/>
                <a:gd name="connsiteX11-42741" fmla="*/ 263470 w 3024845"/>
                <a:gd name="connsiteY11-42742" fmla="*/ 350208 h 803953"/>
                <a:gd name="connsiteX12-42743" fmla="*/ 264230 w 3024845"/>
                <a:gd name="connsiteY12-42744" fmla="*/ 347776 h 803953"/>
                <a:gd name="connsiteX13-42745" fmla="*/ 269550 w 3024845"/>
                <a:gd name="connsiteY13-42746" fmla="*/ 330752 h 803953"/>
                <a:gd name="connsiteX14-42747" fmla="*/ 271323 w 3024845"/>
                <a:gd name="connsiteY14-42748" fmla="*/ 330752 h 803953"/>
                <a:gd name="connsiteX15-42749" fmla="*/ 283737 w 3024845"/>
                <a:gd name="connsiteY15-42750" fmla="*/ 330752 h 803953"/>
                <a:gd name="connsiteX16-42751" fmla="*/ 283737 w 3024845"/>
                <a:gd name="connsiteY16-42752" fmla="*/ 363178 h 803953"/>
                <a:gd name="connsiteX17-42753" fmla="*/ 284750 w 3024845"/>
                <a:gd name="connsiteY17-42754" fmla="*/ 363719 h 803953"/>
                <a:gd name="connsiteX18-42755" fmla="*/ 291844 w 3024845"/>
                <a:gd name="connsiteY18-42756" fmla="*/ 367502 h 803953"/>
                <a:gd name="connsiteX19-42757" fmla="*/ 291844 w 3024845"/>
                <a:gd name="connsiteY19-42758" fmla="*/ 368853 h 803953"/>
                <a:gd name="connsiteX20-42759" fmla="*/ 291844 w 3024845"/>
                <a:gd name="connsiteY20-42760" fmla="*/ 378311 h 803953"/>
                <a:gd name="connsiteX21-42761" fmla="*/ 336431 w 3024845"/>
                <a:gd name="connsiteY21-42762" fmla="*/ 378311 h 803953"/>
                <a:gd name="connsiteX22-42763" fmla="*/ 336431 w 3024845"/>
                <a:gd name="connsiteY22-42764" fmla="*/ 379392 h 803953"/>
                <a:gd name="connsiteX23-42765" fmla="*/ 336431 w 3024845"/>
                <a:gd name="connsiteY23-42766" fmla="*/ 386958 h 803953"/>
                <a:gd name="connsiteX24-42767" fmla="*/ 338457 w 3024845"/>
                <a:gd name="connsiteY24-42768" fmla="*/ 386958 h 803953"/>
                <a:gd name="connsiteX25-42769" fmla="*/ 352644 w 3024845"/>
                <a:gd name="connsiteY25-42770" fmla="*/ 386958 h 803953"/>
                <a:gd name="connsiteX26-42771" fmla="*/ 352644 w 3024845"/>
                <a:gd name="connsiteY26-42772" fmla="*/ 356693 h 803953"/>
                <a:gd name="connsiteX27-42773" fmla="*/ 397231 w 3024845"/>
                <a:gd name="connsiteY27-42774" fmla="*/ 356693 h 803953"/>
                <a:gd name="connsiteX28-42775" fmla="*/ 397231 w 3024845"/>
                <a:gd name="connsiteY28-42776" fmla="*/ 355342 h 803953"/>
                <a:gd name="connsiteX29-42777" fmla="*/ 397231 w 3024845"/>
                <a:gd name="connsiteY29-42778" fmla="*/ 345884 h 803953"/>
                <a:gd name="connsiteX30-42779" fmla="*/ 398245 w 3024845"/>
                <a:gd name="connsiteY30-42780" fmla="*/ 345884 h 803953"/>
                <a:gd name="connsiteX31-42781" fmla="*/ 405338 w 3024845"/>
                <a:gd name="connsiteY31-42782" fmla="*/ 345884 h 803953"/>
                <a:gd name="connsiteX32-42783" fmla="*/ 405338 w 3024845"/>
                <a:gd name="connsiteY32-42784" fmla="*/ 343993 h 803953"/>
                <a:gd name="connsiteX33-42785" fmla="*/ 405338 w 3024845"/>
                <a:gd name="connsiteY33-42786" fmla="*/ 330752 h 803953"/>
                <a:gd name="connsiteX34-42787" fmla="*/ 406098 w 3024845"/>
                <a:gd name="connsiteY34-42788" fmla="*/ 330752 h 803953"/>
                <a:gd name="connsiteX35-42789" fmla="*/ 411418 w 3024845"/>
                <a:gd name="connsiteY35-42790" fmla="*/ 330752 h 803953"/>
                <a:gd name="connsiteX36-42791" fmla="*/ 411418 w 3024845"/>
                <a:gd name="connsiteY36-42792" fmla="*/ 329671 h 803953"/>
                <a:gd name="connsiteX37-42793" fmla="*/ 411418 w 3024845"/>
                <a:gd name="connsiteY37-42794" fmla="*/ 322104 h 803953"/>
                <a:gd name="connsiteX38-42795" fmla="*/ 413445 w 3024845"/>
                <a:gd name="connsiteY38-42796" fmla="*/ 322104 h 803953"/>
                <a:gd name="connsiteX39-42797" fmla="*/ 427632 w 3024845"/>
                <a:gd name="connsiteY39-42798" fmla="*/ 322104 h 803953"/>
                <a:gd name="connsiteX40-42799" fmla="*/ 427632 w 3024845"/>
                <a:gd name="connsiteY40-42800" fmla="*/ 323185 h 803953"/>
                <a:gd name="connsiteX41-42801" fmla="*/ 427632 w 3024845"/>
                <a:gd name="connsiteY41-42802" fmla="*/ 330752 h 803953"/>
                <a:gd name="connsiteX42-42803" fmla="*/ 449925 w 3024845"/>
                <a:gd name="connsiteY42-42804" fmla="*/ 330752 h 803953"/>
                <a:gd name="connsiteX43-42805" fmla="*/ 449925 w 3024845"/>
                <a:gd name="connsiteY43-42806" fmla="*/ 328860 h 803953"/>
                <a:gd name="connsiteX44-42807" fmla="*/ 449925 w 3024845"/>
                <a:gd name="connsiteY44-42808" fmla="*/ 315619 h 803953"/>
                <a:gd name="connsiteX45-42809" fmla="*/ 451699 w 3024845"/>
                <a:gd name="connsiteY45-42810" fmla="*/ 315619 h 803953"/>
                <a:gd name="connsiteX46-42811" fmla="*/ 464112 w 3024845"/>
                <a:gd name="connsiteY46-42812" fmla="*/ 315619 h 803953"/>
                <a:gd name="connsiteX47-42813" fmla="*/ 464112 w 3024845"/>
                <a:gd name="connsiteY47-42814" fmla="*/ 339399 h 803953"/>
                <a:gd name="connsiteX48-42815" fmla="*/ 465126 w 3024845"/>
                <a:gd name="connsiteY48-42816" fmla="*/ 339399 h 803953"/>
                <a:gd name="connsiteX49-42817" fmla="*/ 472219 w 3024845"/>
                <a:gd name="connsiteY49-42818" fmla="*/ 339399 h 803953"/>
                <a:gd name="connsiteX50-42819" fmla="*/ 472219 w 3024845"/>
                <a:gd name="connsiteY50-42820" fmla="*/ 338318 h 803953"/>
                <a:gd name="connsiteX51-42821" fmla="*/ 472219 w 3024845"/>
                <a:gd name="connsiteY51-42822" fmla="*/ 330752 h 803953"/>
                <a:gd name="connsiteX52-42823" fmla="*/ 473992 w 3024845"/>
                <a:gd name="connsiteY52-42824" fmla="*/ 330752 h 803953"/>
                <a:gd name="connsiteX53-42825" fmla="*/ 486406 w 3024845"/>
                <a:gd name="connsiteY53-42826" fmla="*/ 330752 h 803953"/>
                <a:gd name="connsiteX54-42827" fmla="*/ 486406 w 3024845"/>
                <a:gd name="connsiteY54-42828" fmla="*/ 356693 h 803953"/>
                <a:gd name="connsiteX55-42829" fmla="*/ 488433 w 3024845"/>
                <a:gd name="connsiteY55-42830" fmla="*/ 356693 h 803953"/>
                <a:gd name="connsiteX56-42831" fmla="*/ 502619 w 3024845"/>
                <a:gd name="connsiteY56-42832" fmla="*/ 356693 h 803953"/>
                <a:gd name="connsiteX57-42833" fmla="*/ 502619 w 3024845"/>
                <a:gd name="connsiteY57-42834" fmla="*/ 358314 h 803953"/>
                <a:gd name="connsiteX58-42835" fmla="*/ 502619 w 3024845"/>
                <a:gd name="connsiteY58-42836" fmla="*/ 369664 h 803953"/>
                <a:gd name="connsiteX59-42837" fmla="*/ 503379 w 3024845"/>
                <a:gd name="connsiteY59-42838" fmla="*/ 369664 h 803953"/>
                <a:gd name="connsiteX60-42839" fmla="*/ 508700 w 3024845"/>
                <a:gd name="connsiteY60-42840" fmla="*/ 369664 h 803953"/>
                <a:gd name="connsiteX61-42841" fmla="*/ 508700 w 3024845"/>
                <a:gd name="connsiteY61-42842" fmla="*/ 368853 h 803953"/>
                <a:gd name="connsiteX62-42843" fmla="*/ 508700 w 3024845"/>
                <a:gd name="connsiteY62-42844" fmla="*/ 363178 h 803953"/>
                <a:gd name="connsiteX63-42845" fmla="*/ 539100 w 3024845"/>
                <a:gd name="connsiteY63-42846" fmla="*/ 363178 h 803953"/>
                <a:gd name="connsiteX64-42847" fmla="*/ 539100 w 3024845"/>
                <a:gd name="connsiteY64-42848" fmla="*/ 386958 h 803953"/>
                <a:gd name="connsiteX65-42849" fmla="*/ 540113 w 3024845"/>
                <a:gd name="connsiteY65-42850" fmla="*/ 386958 h 803953"/>
                <a:gd name="connsiteX66-42851" fmla="*/ 547207 w 3024845"/>
                <a:gd name="connsiteY66-42852" fmla="*/ 386958 h 803953"/>
                <a:gd name="connsiteX67-42853" fmla="*/ 547207 w 3024845"/>
                <a:gd name="connsiteY67-42854" fmla="*/ 388039 h 803953"/>
                <a:gd name="connsiteX68-42855" fmla="*/ 547207 w 3024845"/>
                <a:gd name="connsiteY68-42856" fmla="*/ 395605 h 803953"/>
                <a:gd name="connsiteX69-42857" fmla="*/ 547967 w 3024845"/>
                <a:gd name="connsiteY69-42858" fmla="*/ 395605 h 803953"/>
                <a:gd name="connsiteX70-42859" fmla="*/ 553287 w 3024845"/>
                <a:gd name="connsiteY70-42860" fmla="*/ 395605 h 803953"/>
                <a:gd name="connsiteX71-42861" fmla="*/ 553287 w 3024845"/>
                <a:gd name="connsiteY71-42862" fmla="*/ 393443 h 803953"/>
                <a:gd name="connsiteX72-42863" fmla="*/ 553287 w 3024845"/>
                <a:gd name="connsiteY72-42864" fmla="*/ 378311 h 803953"/>
                <a:gd name="connsiteX73-42865" fmla="*/ 554300 w 3024845"/>
                <a:gd name="connsiteY73-42866" fmla="*/ 378311 h 803953"/>
                <a:gd name="connsiteX74-42867" fmla="*/ 561394 w 3024845"/>
                <a:gd name="connsiteY74-42868" fmla="*/ 378311 h 803953"/>
                <a:gd name="connsiteX75-42869" fmla="*/ 561394 w 3024845"/>
                <a:gd name="connsiteY75-42870" fmla="*/ 379392 h 803953"/>
                <a:gd name="connsiteX76-42871" fmla="*/ 561394 w 3024845"/>
                <a:gd name="connsiteY76-42872" fmla="*/ 386958 h 803953"/>
                <a:gd name="connsiteX77-42873" fmla="*/ 566714 w 3024845"/>
                <a:gd name="connsiteY77-42874" fmla="*/ 384965 h 803953"/>
                <a:gd name="connsiteX78-42875" fmla="*/ 567474 w 3024845"/>
                <a:gd name="connsiteY78-42876" fmla="*/ 383985 h 803953"/>
                <a:gd name="connsiteX79-42877" fmla="*/ 567474 w 3024845"/>
                <a:gd name="connsiteY79-42878" fmla="*/ 378311 h 803953"/>
                <a:gd name="connsiteX80-42879" fmla="*/ 605981 w 3024845"/>
                <a:gd name="connsiteY80-42880" fmla="*/ 378311 h 803953"/>
                <a:gd name="connsiteX81-42881" fmla="*/ 605981 w 3024845"/>
                <a:gd name="connsiteY81-42882" fmla="*/ 402090 h 803953"/>
                <a:gd name="connsiteX82-42883" fmla="*/ 608007 w 3024845"/>
                <a:gd name="connsiteY82-42884" fmla="*/ 402090 h 803953"/>
                <a:gd name="connsiteX83-42885" fmla="*/ 622194 w 3024845"/>
                <a:gd name="connsiteY83-42886" fmla="*/ 402090 h 803953"/>
                <a:gd name="connsiteX84-42887" fmla="*/ 622194 w 3024845"/>
                <a:gd name="connsiteY84-42888" fmla="*/ 403171 h 803953"/>
                <a:gd name="connsiteX85-42889" fmla="*/ 622194 w 3024845"/>
                <a:gd name="connsiteY85-42890" fmla="*/ 410737 h 803953"/>
                <a:gd name="connsiteX86-42891" fmla="*/ 623968 w 3024845"/>
                <a:gd name="connsiteY86-42892" fmla="*/ 410737 h 803953"/>
                <a:gd name="connsiteX87-42893" fmla="*/ 636381 w 3024845"/>
                <a:gd name="connsiteY87-42894" fmla="*/ 410737 h 803953"/>
                <a:gd name="connsiteX88-42895" fmla="*/ 636381 w 3024845"/>
                <a:gd name="connsiteY88-42896" fmla="*/ 386958 h 803953"/>
                <a:gd name="connsiteX89-42897" fmla="*/ 637394 w 3024845"/>
                <a:gd name="connsiteY89-42898" fmla="*/ 386958 h 803953"/>
                <a:gd name="connsiteX90-42899" fmla="*/ 644488 w 3024845"/>
                <a:gd name="connsiteY90-42900" fmla="*/ 386958 h 803953"/>
                <a:gd name="connsiteX91-42901" fmla="*/ 644488 w 3024845"/>
                <a:gd name="connsiteY91-42902" fmla="*/ 354531 h 803953"/>
                <a:gd name="connsiteX92-42903" fmla="*/ 645501 w 3024845"/>
                <a:gd name="connsiteY92-42904" fmla="*/ 354531 h 803953"/>
                <a:gd name="connsiteX93-42905" fmla="*/ 652595 w 3024845"/>
                <a:gd name="connsiteY93-42906" fmla="*/ 354531 h 803953"/>
                <a:gd name="connsiteX94-42907" fmla="*/ 652595 w 3024845"/>
                <a:gd name="connsiteY94-42908" fmla="*/ 352640 h 803953"/>
                <a:gd name="connsiteX95-42909" fmla="*/ 652595 w 3024845"/>
                <a:gd name="connsiteY95-42910" fmla="*/ 339399 h 803953"/>
                <a:gd name="connsiteX96-42911" fmla="*/ 651328 w 3024845"/>
                <a:gd name="connsiteY96-42912" fmla="*/ 337777 h 803953"/>
                <a:gd name="connsiteX97-42913" fmla="*/ 656648 w 3024845"/>
                <a:gd name="connsiteY97-42914" fmla="*/ 326428 h 803953"/>
                <a:gd name="connsiteX98-42915" fmla="*/ 664755 w 3024845"/>
                <a:gd name="connsiteY98-42916" fmla="*/ 354531 h 803953"/>
                <a:gd name="connsiteX99-42917" fmla="*/ 665515 w 3024845"/>
                <a:gd name="connsiteY99-42918" fmla="*/ 354531 h 803953"/>
                <a:gd name="connsiteX100-42919" fmla="*/ 670835 w 3024845"/>
                <a:gd name="connsiteY100-42920" fmla="*/ 354531 h 803953"/>
                <a:gd name="connsiteX101-42921" fmla="*/ 670835 w 3024845"/>
                <a:gd name="connsiteY101-42922" fmla="*/ 248604 h 803953"/>
                <a:gd name="connsiteX102-42923" fmla="*/ 672355 w 3024845"/>
                <a:gd name="connsiteY102-42924" fmla="*/ 248604 h 803953"/>
                <a:gd name="connsiteX103-42925" fmla="*/ 682995 w 3024845"/>
                <a:gd name="connsiteY103-42926" fmla="*/ 248604 h 803953"/>
                <a:gd name="connsiteX104-42927" fmla="*/ 682995 w 3024845"/>
                <a:gd name="connsiteY104-42928" fmla="*/ 201045 h 803953"/>
                <a:gd name="connsiteX105-42929" fmla="*/ 709342 w 3024845"/>
                <a:gd name="connsiteY105-42930" fmla="*/ 201045 h 803953"/>
                <a:gd name="connsiteX106-42931" fmla="*/ 709342 w 3024845"/>
                <a:gd name="connsiteY106-42932" fmla="*/ 179427 h 803953"/>
                <a:gd name="connsiteX107-42933" fmla="*/ 743796 w 3024845"/>
                <a:gd name="connsiteY107-42934" fmla="*/ 179427 h 803953"/>
                <a:gd name="connsiteX108-42935" fmla="*/ 743796 w 3024845"/>
                <a:gd name="connsiteY108-42936" fmla="*/ 181859 h 803953"/>
                <a:gd name="connsiteX109-42937" fmla="*/ 743796 w 3024845"/>
                <a:gd name="connsiteY109-42938" fmla="*/ 198883 h 803953"/>
                <a:gd name="connsiteX110-42939" fmla="*/ 746076 w 3024845"/>
                <a:gd name="connsiteY110-42940" fmla="*/ 198883 h 803953"/>
                <a:gd name="connsiteX111-42941" fmla="*/ 762036 w 3024845"/>
                <a:gd name="connsiteY111-42942" fmla="*/ 198883 h 803953"/>
                <a:gd name="connsiteX112-42943" fmla="*/ 762036 w 3024845"/>
                <a:gd name="connsiteY112-42944" fmla="*/ 246442 h 803953"/>
                <a:gd name="connsiteX113-42945" fmla="*/ 763049 w 3024845"/>
                <a:gd name="connsiteY113-42946" fmla="*/ 246442 h 803953"/>
                <a:gd name="connsiteX114-42947" fmla="*/ 770143 w 3024845"/>
                <a:gd name="connsiteY114-42948" fmla="*/ 246442 h 803953"/>
                <a:gd name="connsiteX115-42949" fmla="*/ 784330 w 3024845"/>
                <a:gd name="connsiteY115-42950" fmla="*/ 250766 h 803953"/>
                <a:gd name="connsiteX116-42951" fmla="*/ 784330 w 3024845"/>
                <a:gd name="connsiteY116-42952" fmla="*/ 289678 h 803953"/>
                <a:gd name="connsiteX117-42953" fmla="*/ 785343 w 3024845"/>
                <a:gd name="connsiteY117-42954" fmla="*/ 289678 h 803953"/>
                <a:gd name="connsiteX118-42955" fmla="*/ 792436 w 3024845"/>
                <a:gd name="connsiteY118-42956" fmla="*/ 289678 h 803953"/>
                <a:gd name="connsiteX119-42957" fmla="*/ 792436 w 3024845"/>
                <a:gd name="connsiteY119-42958" fmla="*/ 291299 h 803953"/>
                <a:gd name="connsiteX120-42959" fmla="*/ 792436 w 3024845"/>
                <a:gd name="connsiteY120-42960" fmla="*/ 302648 h 803953"/>
                <a:gd name="connsiteX121-42961" fmla="*/ 794463 w 3024845"/>
                <a:gd name="connsiteY121-42962" fmla="*/ 302648 h 803953"/>
                <a:gd name="connsiteX122-42963" fmla="*/ 808650 w 3024845"/>
                <a:gd name="connsiteY122-42964" fmla="*/ 302648 h 803953"/>
                <a:gd name="connsiteX123-42965" fmla="*/ 814730 w 3024845"/>
                <a:gd name="connsiteY123-42966" fmla="*/ 309134 h 803953"/>
                <a:gd name="connsiteX124-42967" fmla="*/ 814730 w 3024845"/>
                <a:gd name="connsiteY124-42968" fmla="*/ 330752 h 803953"/>
                <a:gd name="connsiteX125-42969" fmla="*/ 817010 w 3024845"/>
                <a:gd name="connsiteY125-42970" fmla="*/ 330752 h 803953"/>
                <a:gd name="connsiteX126-42971" fmla="*/ 832970 w 3024845"/>
                <a:gd name="connsiteY126-42972" fmla="*/ 330752 h 803953"/>
                <a:gd name="connsiteX127-42973" fmla="*/ 832970 w 3024845"/>
                <a:gd name="connsiteY127-42974" fmla="*/ 331832 h 803953"/>
                <a:gd name="connsiteX128-42975" fmla="*/ 832970 w 3024845"/>
                <a:gd name="connsiteY128-42976" fmla="*/ 339399 h 803953"/>
                <a:gd name="connsiteX129-42977" fmla="*/ 834237 w 3024845"/>
                <a:gd name="connsiteY129-42978" fmla="*/ 339399 h 803953"/>
                <a:gd name="connsiteX130-42979" fmla="*/ 843104 w 3024845"/>
                <a:gd name="connsiteY130-42980" fmla="*/ 339399 h 803953"/>
                <a:gd name="connsiteX131-42981" fmla="*/ 843104 w 3024845"/>
                <a:gd name="connsiteY131-42982" fmla="*/ 341560 h 803953"/>
                <a:gd name="connsiteX132-42983" fmla="*/ 843104 w 3024845"/>
                <a:gd name="connsiteY132-42984" fmla="*/ 356693 h 803953"/>
                <a:gd name="connsiteX133-42985" fmla="*/ 847157 w 3024845"/>
                <a:gd name="connsiteY133-42986" fmla="*/ 354801 h 803953"/>
                <a:gd name="connsiteX134-42987" fmla="*/ 847157 w 3024845"/>
                <a:gd name="connsiteY134-42988" fmla="*/ 341560 h 803953"/>
                <a:gd name="connsiteX135-42989" fmla="*/ 848170 w 3024845"/>
                <a:gd name="connsiteY135-42990" fmla="*/ 341560 h 803953"/>
                <a:gd name="connsiteX136-42991" fmla="*/ 855264 w 3024845"/>
                <a:gd name="connsiteY136-42992" fmla="*/ 341560 h 803953"/>
                <a:gd name="connsiteX137-42993" fmla="*/ 855264 w 3024845"/>
                <a:gd name="connsiteY137-42994" fmla="*/ 343182 h 803953"/>
                <a:gd name="connsiteX138-42995" fmla="*/ 855264 w 3024845"/>
                <a:gd name="connsiteY138-42996" fmla="*/ 354531 h 803953"/>
                <a:gd name="connsiteX139-42997" fmla="*/ 856024 w 3024845"/>
                <a:gd name="connsiteY139-42998" fmla="*/ 354531 h 803953"/>
                <a:gd name="connsiteX140-42999" fmla="*/ 861344 w 3024845"/>
                <a:gd name="connsiteY140-43000" fmla="*/ 354531 h 803953"/>
                <a:gd name="connsiteX141-43001" fmla="*/ 909984 w 3024845"/>
                <a:gd name="connsiteY141-43002" fmla="*/ 350208 h 803953"/>
                <a:gd name="connsiteX142-43003" fmla="*/ 909984 w 3024845"/>
                <a:gd name="connsiteY142-43004" fmla="*/ 351559 h 803953"/>
                <a:gd name="connsiteX143-43005" fmla="*/ 909984 w 3024845"/>
                <a:gd name="connsiteY143-43006" fmla="*/ 361016 h 803953"/>
                <a:gd name="connsiteX144-43007" fmla="*/ 910744 w 3024845"/>
                <a:gd name="connsiteY144-43008" fmla="*/ 361016 h 803953"/>
                <a:gd name="connsiteX145-43009" fmla="*/ 916065 w 3024845"/>
                <a:gd name="connsiteY145-43010" fmla="*/ 361016 h 803953"/>
                <a:gd name="connsiteX146-43011" fmla="*/ 916065 w 3024845"/>
                <a:gd name="connsiteY146-43012" fmla="*/ 363178 h 803953"/>
                <a:gd name="connsiteX147-43013" fmla="*/ 916065 w 3024845"/>
                <a:gd name="connsiteY147-43014" fmla="*/ 378311 h 803953"/>
                <a:gd name="connsiteX148-43015" fmla="*/ 918091 w 3024845"/>
                <a:gd name="connsiteY148-43016" fmla="*/ 376960 h 803953"/>
                <a:gd name="connsiteX149-43017" fmla="*/ 932278 w 3024845"/>
                <a:gd name="connsiteY149-43018" fmla="*/ 367502 h 803953"/>
                <a:gd name="connsiteX150-43019" fmla="*/ 938358 w 3024845"/>
                <a:gd name="connsiteY150-43020" fmla="*/ 326428 h 803953"/>
                <a:gd name="connsiteX151-43021" fmla="*/ 939118 w 3024845"/>
                <a:gd name="connsiteY151-43022" fmla="*/ 326158 h 803953"/>
                <a:gd name="connsiteX152-43023" fmla="*/ 944438 w 3024845"/>
                <a:gd name="connsiteY152-43024" fmla="*/ 324266 h 803953"/>
                <a:gd name="connsiteX153-43025" fmla="*/ 946465 w 3024845"/>
                <a:gd name="connsiteY153-43026" fmla="*/ 255089 h 803953"/>
                <a:gd name="connsiteX154-43027" fmla="*/ 948492 w 3024845"/>
                <a:gd name="connsiteY154-43028" fmla="*/ 324266 h 803953"/>
                <a:gd name="connsiteX155-43029" fmla="*/ 949252 w 3024845"/>
                <a:gd name="connsiteY155-43030" fmla="*/ 324536 h 803953"/>
                <a:gd name="connsiteX156-43031" fmla="*/ 954572 w 3024845"/>
                <a:gd name="connsiteY156-43032" fmla="*/ 326428 h 803953"/>
                <a:gd name="connsiteX157-43033" fmla="*/ 954572 w 3024845"/>
                <a:gd name="connsiteY157-43034" fmla="*/ 239957 h 803953"/>
                <a:gd name="connsiteX158-43035" fmla="*/ 958625 w 3024845"/>
                <a:gd name="connsiteY158-43036" fmla="*/ 207530 h 803953"/>
                <a:gd name="connsiteX159-43037" fmla="*/ 997132 w 3024845"/>
                <a:gd name="connsiteY159-43038" fmla="*/ 207530 h 803953"/>
                <a:gd name="connsiteX160-43039" fmla="*/ 997132 w 3024845"/>
                <a:gd name="connsiteY160-43040" fmla="*/ 239957 h 803953"/>
                <a:gd name="connsiteX161-43041" fmla="*/ 997892 w 3024845"/>
                <a:gd name="connsiteY161-43042" fmla="*/ 239957 h 803953"/>
                <a:gd name="connsiteX162-43043" fmla="*/ 1003212 w 3024845"/>
                <a:gd name="connsiteY162-43044" fmla="*/ 239957 h 803953"/>
                <a:gd name="connsiteX163-43045" fmla="*/ 1003212 w 3024845"/>
                <a:gd name="connsiteY163-43046" fmla="*/ 157809 h 803953"/>
                <a:gd name="connsiteX164-43047" fmla="*/ 1004986 w 3024845"/>
                <a:gd name="connsiteY164-43048" fmla="*/ 157809 h 803953"/>
                <a:gd name="connsiteX165-43049" fmla="*/ 1017399 w 3024845"/>
                <a:gd name="connsiteY165-43050" fmla="*/ 157809 h 803953"/>
                <a:gd name="connsiteX166-43051" fmla="*/ 1017399 w 3024845"/>
                <a:gd name="connsiteY166-43052" fmla="*/ 155918 h 803953"/>
                <a:gd name="connsiteX167-43053" fmla="*/ 1017399 w 3024845"/>
                <a:gd name="connsiteY167-43054" fmla="*/ 142677 h 803953"/>
                <a:gd name="connsiteX168-43055" fmla="*/ 1039693 w 3024845"/>
                <a:gd name="connsiteY168-43056" fmla="*/ 142677 h 803953"/>
                <a:gd name="connsiteX169-43057" fmla="*/ 1039693 w 3024845"/>
                <a:gd name="connsiteY169-43058" fmla="*/ 141596 h 803953"/>
                <a:gd name="connsiteX170-43059" fmla="*/ 1039693 w 3024845"/>
                <a:gd name="connsiteY170-43060" fmla="*/ 134030 h 803953"/>
                <a:gd name="connsiteX171-43061" fmla="*/ 1041466 w 3024845"/>
                <a:gd name="connsiteY171-43062" fmla="*/ 134030 h 803953"/>
                <a:gd name="connsiteX172-43063" fmla="*/ 1053880 w 3024845"/>
                <a:gd name="connsiteY172-43064" fmla="*/ 134030 h 803953"/>
                <a:gd name="connsiteX173-43065" fmla="*/ 1053880 w 3024845"/>
                <a:gd name="connsiteY173-43066" fmla="*/ 135111 h 803953"/>
                <a:gd name="connsiteX174-43067" fmla="*/ 1053880 w 3024845"/>
                <a:gd name="connsiteY174-43068" fmla="*/ 142677 h 803953"/>
                <a:gd name="connsiteX175-43069" fmla="*/ 1054640 w 3024845"/>
                <a:gd name="connsiteY175-43070" fmla="*/ 142677 h 803953"/>
                <a:gd name="connsiteX176-43071" fmla="*/ 1059960 w 3024845"/>
                <a:gd name="connsiteY176-43072" fmla="*/ 142677 h 803953"/>
                <a:gd name="connsiteX177-43073" fmla="*/ 1070093 w 3024845"/>
                <a:gd name="connsiteY177-43074" fmla="*/ 138353 h 803953"/>
                <a:gd name="connsiteX178-43075" fmla="*/ 1074146 w 3024845"/>
                <a:gd name="connsiteY178-43076" fmla="*/ 141596 h 803953"/>
                <a:gd name="connsiteX179-43077" fmla="*/ 1074146 w 3024845"/>
                <a:gd name="connsiteY179-43078" fmla="*/ 134030 h 803953"/>
                <a:gd name="connsiteX180-43079" fmla="*/ 1076426 w 3024845"/>
                <a:gd name="connsiteY180-43080" fmla="*/ 134030 h 803953"/>
                <a:gd name="connsiteX181-43081" fmla="*/ 1092387 w 3024845"/>
                <a:gd name="connsiteY181-43082" fmla="*/ 134030 h 803953"/>
                <a:gd name="connsiteX182-43083" fmla="*/ 1092387 w 3024845"/>
                <a:gd name="connsiteY182-43084" fmla="*/ 135111 h 803953"/>
                <a:gd name="connsiteX183-43085" fmla="*/ 1092387 w 3024845"/>
                <a:gd name="connsiteY183-43086" fmla="*/ 142677 h 803953"/>
                <a:gd name="connsiteX184-43087" fmla="*/ 1122787 w 3024845"/>
                <a:gd name="connsiteY184-43088" fmla="*/ 142677 h 803953"/>
                <a:gd name="connsiteX185-43089" fmla="*/ 1122787 w 3024845"/>
                <a:gd name="connsiteY185-43090" fmla="*/ 144298 h 803953"/>
                <a:gd name="connsiteX186-43091" fmla="*/ 1122787 w 3024845"/>
                <a:gd name="connsiteY186-43092" fmla="*/ 155648 h 803953"/>
                <a:gd name="connsiteX187-43093" fmla="*/ 1149134 w 3024845"/>
                <a:gd name="connsiteY187-43094" fmla="*/ 155648 h 803953"/>
                <a:gd name="connsiteX188-43095" fmla="*/ 1149134 w 3024845"/>
                <a:gd name="connsiteY188-43096" fmla="*/ 185912 h 803953"/>
                <a:gd name="connsiteX189-43097" fmla="*/ 1149894 w 3024845"/>
                <a:gd name="connsiteY189-43098" fmla="*/ 185912 h 803953"/>
                <a:gd name="connsiteX190-43099" fmla="*/ 1155214 w 3024845"/>
                <a:gd name="connsiteY190-43100" fmla="*/ 185912 h 803953"/>
                <a:gd name="connsiteX191-43101" fmla="*/ 1155214 w 3024845"/>
                <a:gd name="connsiteY191-43102" fmla="*/ 186993 h 803953"/>
                <a:gd name="connsiteX192-43103" fmla="*/ 1155214 w 3024845"/>
                <a:gd name="connsiteY192-43104" fmla="*/ 194560 h 803953"/>
                <a:gd name="connsiteX193-43105" fmla="*/ 1159268 w 3024845"/>
                <a:gd name="connsiteY193-43106" fmla="*/ 224824 h 803953"/>
                <a:gd name="connsiteX194-43107" fmla="*/ 1160028 w 3024845"/>
                <a:gd name="connsiteY194-43108" fmla="*/ 224824 h 803953"/>
                <a:gd name="connsiteX195-43109" fmla="*/ 1165348 w 3024845"/>
                <a:gd name="connsiteY195-43110" fmla="*/ 224824 h 803953"/>
                <a:gd name="connsiteX196-43111" fmla="*/ 1165348 w 3024845"/>
                <a:gd name="connsiteY196-43112" fmla="*/ 225635 h 803953"/>
                <a:gd name="connsiteX197-43113" fmla="*/ 1165348 w 3024845"/>
                <a:gd name="connsiteY197-43114" fmla="*/ 231310 h 803953"/>
                <a:gd name="connsiteX198-43115" fmla="*/ 1166361 w 3024845"/>
                <a:gd name="connsiteY198-43116" fmla="*/ 231310 h 803953"/>
                <a:gd name="connsiteX199-43117" fmla="*/ 1173454 w 3024845"/>
                <a:gd name="connsiteY199-43118" fmla="*/ 231310 h 803953"/>
                <a:gd name="connsiteX200-43119" fmla="*/ 1173454 w 3024845"/>
                <a:gd name="connsiteY200-43120" fmla="*/ 261575 h 803953"/>
                <a:gd name="connsiteX201-43121" fmla="*/ 1175481 w 3024845"/>
                <a:gd name="connsiteY201-43122" fmla="*/ 261575 h 803953"/>
                <a:gd name="connsiteX202-43123" fmla="*/ 1189668 w 3024845"/>
                <a:gd name="connsiteY202-43124" fmla="*/ 261575 h 803953"/>
                <a:gd name="connsiteX203-43125" fmla="*/ 1189668 w 3024845"/>
                <a:gd name="connsiteY203-43126" fmla="*/ 285354 h 803953"/>
                <a:gd name="connsiteX204-43127" fmla="*/ 1191695 w 3024845"/>
                <a:gd name="connsiteY204-43128" fmla="*/ 286975 h 803953"/>
                <a:gd name="connsiteX205-43129" fmla="*/ 1191695 w 3024845"/>
                <a:gd name="connsiteY205-43130" fmla="*/ 298325 h 803953"/>
                <a:gd name="connsiteX206-43131" fmla="*/ 1192455 w 3024845"/>
                <a:gd name="connsiteY206-43132" fmla="*/ 298325 h 803953"/>
                <a:gd name="connsiteX207-43133" fmla="*/ 1197775 w 3024845"/>
                <a:gd name="connsiteY207-43134" fmla="*/ 298325 h 803953"/>
                <a:gd name="connsiteX208-43135" fmla="*/ 1197775 w 3024845"/>
                <a:gd name="connsiteY208-43136" fmla="*/ 322104 h 803953"/>
                <a:gd name="connsiteX209-43137" fmla="*/ 1199041 w 3024845"/>
                <a:gd name="connsiteY209-43138" fmla="*/ 322104 h 803953"/>
                <a:gd name="connsiteX210-43139" fmla="*/ 1207908 w 3024845"/>
                <a:gd name="connsiteY210-43140" fmla="*/ 322104 h 803953"/>
                <a:gd name="connsiteX211-43141" fmla="*/ 1209935 w 3024845"/>
                <a:gd name="connsiteY211-43142" fmla="*/ 326158 h 803953"/>
                <a:gd name="connsiteX212-43143" fmla="*/ 1209935 w 3024845"/>
                <a:gd name="connsiteY212-43144" fmla="*/ 339399 h 803953"/>
                <a:gd name="connsiteX213-43145" fmla="*/ 1211455 w 3024845"/>
                <a:gd name="connsiteY213-43146" fmla="*/ 337507 h 803953"/>
                <a:gd name="connsiteX214-43147" fmla="*/ 1222095 w 3024845"/>
                <a:gd name="connsiteY214-43148" fmla="*/ 324266 h 803953"/>
                <a:gd name="connsiteX215-43149" fmla="*/ 1250469 w 3024845"/>
                <a:gd name="connsiteY215-43150" fmla="*/ 324266 h 803953"/>
                <a:gd name="connsiteX216-43151" fmla="*/ 1250469 w 3024845"/>
                <a:gd name="connsiteY216-43152" fmla="*/ 410737 h 803953"/>
                <a:gd name="connsiteX217-43153" fmla="*/ 1251229 w 3024845"/>
                <a:gd name="connsiteY217-43154" fmla="*/ 410737 h 803953"/>
                <a:gd name="connsiteX218-43155" fmla="*/ 1256549 w 3024845"/>
                <a:gd name="connsiteY218-43156" fmla="*/ 410737 h 803953"/>
                <a:gd name="connsiteX219-43157" fmla="*/ 1257309 w 3024845"/>
                <a:gd name="connsiteY219-43158" fmla="*/ 409386 h 803953"/>
                <a:gd name="connsiteX220-43159" fmla="*/ 1262629 w 3024845"/>
                <a:gd name="connsiteY220-43160" fmla="*/ 399928 h 803953"/>
                <a:gd name="connsiteX221-43161" fmla="*/ 1262629 w 3024845"/>
                <a:gd name="connsiteY221-43162" fmla="*/ 401820 h 803953"/>
                <a:gd name="connsiteX222-43163" fmla="*/ 1262629 w 3024845"/>
                <a:gd name="connsiteY222-43164" fmla="*/ 415061 h 803953"/>
                <a:gd name="connsiteX223-43165" fmla="*/ 1266682 w 3024845"/>
                <a:gd name="connsiteY223-43166" fmla="*/ 369664 h 803953"/>
                <a:gd name="connsiteX224-43167" fmla="*/ 1267442 w 3024845"/>
                <a:gd name="connsiteY224-43168" fmla="*/ 369664 h 803953"/>
                <a:gd name="connsiteX225-43169" fmla="*/ 1272762 w 3024845"/>
                <a:gd name="connsiteY225-43170" fmla="*/ 369664 h 803953"/>
                <a:gd name="connsiteX226-43171" fmla="*/ 1272762 w 3024845"/>
                <a:gd name="connsiteY226-43172" fmla="*/ 304810 h 803953"/>
                <a:gd name="connsiteX227-43173" fmla="*/ 1273776 w 3024845"/>
                <a:gd name="connsiteY227-43174" fmla="*/ 304810 h 803953"/>
                <a:gd name="connsiteX228-43175" fmla="*/ 1280869 w 3024845"/>
                <a:gd name="connsiteY228-43176" fmla="*/ 304810 h 803953"/>
                <a:gd name="connsiteX229-43177" fmla="*/ 1293029 w 3024845"/>
                <a:gd name="connsiteY229-43178" fmla="*/ 261575 h 803953"/>
                <a:gd name="connsiteX230-43179" fmla="*/ 1294296 w 3024845"/>
                <a:gd name="connsiteY230-43180" fmla="*/ 261575 h 803953"/>
                <a:gd name="connsiteX231-43181" fmla="*/ 1303163 w 3024845"/>
                <a:gd name="connsiteY231-43182" fmla="*/ 261575 h 803953"/>
                <a:gd name="connsiteX232-43183" fmla="*/ 1313296 w 3024845"/>
                <a:gd name="connsiteY232-43184" fmla="*/ 304810 h 803953"/>
                <a:gd name="connsiteX233-43185" fmla="*/ 1314309 w 3024845"/>
                <a:gd name="connsiteY233-43186" fmla="*/ 304810 h 803953"/>
                <a:gd name="connsiteX234-43187" fmla="*/ 1321403 w 3024845"/>
                <a:gd name="connsiteY234-43188" fmla="*/ 304810 h 803953"/>
                <a:gd name="connsiteX235-43189" fmla="*/ 1321403 w 3024845"/>
                <a:gd name="connsiteY235-43190" fmla="*/ 343722 h 803953"/>
                <a:gd name="connsiteX236-43191" fmla="*/ 1323176 w 3024845"/>
                <a:gd name="connsiteY236-43192" fmla="*/ 343722 h 803953"/>
                <a:gd name="connsiteX237-43193" fmla="*/ 1335590 w 3024845"/>
                <a:gd name="connsiteY237-43194" fmla="*/ 343722 h 803953"/>
                <a:gd name="connsiteX238-43195" fmla="*/ 1335590 w 3024845"/>
                <a:gd name="connsiteY238-43196" fmla="*/ 345884 h 803953"/>
                <a:gd name="connsiteX239-43197" fmla="*/ 1335590 w 3024845"/>
                <a:gd name="connsiteY239-43198" fmla="*/ 361016 h 803953"/>
                <a:gd name="connsiteX240-43199" fmla="*/ 1339643 w 3024845"/>
                <a:gd name="connsiteY240-43200" fmla="*/ 358855 h 803953"/>
                <a:gd name="connsiteX241-43201" fmla="*/ 1339643 w 3024845"/>
                <a:gd name="connsiteY241-43202" fmla="*/ 343722 h 803953"/>
                <a:gd name="connsiteX242-43203" fmla="*/ 1341163 w 3024845"/>
                <a:gd name="connsiteY242-43204" fmla="*/ 343722 h 803953"/>
                <a:gd name="connsiteX243-43205" fmla="*/ 1351803 w 3024845"/>
                <a:gd name="connsiteY243-43206" fmla="*/ 343722 h 803953"/>
                <a:gd name="connsiteX244-43207" fmla="*/ 1351803 w 3024845"/>
                <a:gd name="connsiteY244-43208" fmla="*/ 345343 h 803953"/>
                <a:gd name="connsiteX245-43209" fmla="*/ 1351803 w 3024845"/>
                <a:gd name="connsiteY245-43210" fmla="*/ 356693 h 803953"/>
                <a:gd name="connsiteX246-43211" fmla="*/ 1382204 w 3024845"/>
                <a:gd name="connsiteY246-43212" fmla="*/ 356693 h 803953"/>
                <a:gd name="connsiteX247-43213" fmla="*/ 1382204 w 3024845"/>
                <a:gd name="connsiteY247-43214" fmla="*/ 319943 h 803953"/>
                <a:gd name="connsiteX248-43215" fmla="*/ 1383470 w 3024845"/>
                <a:gd name="connsiteY248-43216" fmla="*/ 319943 h 803953"/>
                <a:gd name="connsiteX249-43217" fmla="*/ 1392337 w 3024845"/>
                <a:gd name="connsiteY249-43218" fmla="*/ 319943 h 803953"/>
                <a:gd name="connsiteX250-43219" fmla="*/ 1392337 w 3024845"/>
                <a:gd name="connsiteY250-43220" fmla="*/ 341560 h 803953"/>
                <a:gd name="connsiteX251-43221" fmla="*/ 1394364 w 3024845"/>
                <a:gd name="connsiteY251-43222" fmla="*/ 309134 h 803953"/>
                <a:gd name="connsiteX252-43223" fmla="*/ 1416657 w 3024845"/>
                <a:gd name="connsiteY252-43224" fmla="*/ 309134 h 803953"/>
                <a:gd name="connsiteX253-43225" fmla="*/ 1416657 w 3024845"/>
                <a:gd name="connsiteY253-43226" fmla="*/ 307512 h 803953"/>
                <a:gd name="connsiteX254-43227" fmla="*/ 1416657 w 3024845"/>
                <a:gd name="connsiteY254-43228" fmla="*/ 296163 h 803953"/>
                <a:gd name="connsiteX255-43229" fmla="*/ 1417417 w 3024845"/>
                <a:gd name="connsiteY255-43230" fmla="*/ 296163 h 803953"/>
                <a:gd name="connsiteX256-43231" fmla="*/ 1422737 w 3024845"/>
                <a:gd name="connsiteY256-43232" fmla="*/ 296163 h 803953"/>
                <a:gd name="connsiteX257-43233" fmla="*/ 1422737 w 3024845"/>
                <a:gd name="connsiteY257-43234" fmla="*/ 294272 h 803953"/>
                <a:gd name="connsiteX258-43235" fmla="*/ 1422737 w 3024845"/>
                <a:gd name="connsiteY258-43236" fmla="*/ 281031 h 803953"/>
                <a:gd name="connsiteX259-43237" fmla="*/ 1426791 w 3024845"/>
                <a:gd name="connsiteY259-43238" fmla="*/ 287516 h 803953"/>
                <a:gd name="connsiteX260-43239" fmla="*/ 1429071 w 3024845"/>
                <a:gd name="connsiteY260-43240" fmla="*/ 287516 h 803953"/>
                <a:gd name="connsiteX261-43241" fmla="*/ 1445031 w 3024845"/>
                <a:gd name="connsiteY261-43242" fmla="*/ 287516 h 803953"/>
                <a:gd name="connsiteX262-43243" fmla="*/ 1445031 w 3024845"/>
                <a:gd name="connsiteY262-43244" fmla="*/ 286705 h 803953"/>
                <a:gd name="connsiteX263-43245" fmla="*/ 1445031 w 3024845"/>
                <a:gd name="connsiteY263-43246" fmla="*/ 281031 h 803953"/>
                <a:gd name="connsiteX264-43247" fmla="*/ 1445791 w 3024845"/>
                <a:gd name="connsiteY264-43248" fmla="*/ 281031 h 803953"/>
                <a:gd name="connsiteX265-43249" fmla="*/ 1451111 w 3024845"/>
                <a:gd name="connsiteY265-43250" fmla="*/ 281031 h 803953"/>
                <a:gd name="connsiteX266-43251" fmla="*/ 1451111 w 3024845"/>
                <a:gd name="connsiteY266-43252" fmla="*/ 282382 h 803953"/>
                <a:gd name="connsiteX267-43253" fmla="*/ 1451111 w 3024845"/>
                <a:gd name="connsiteY267-43254" fmla="*/ 291840 h 803953"/>
                <a:gd name="connsiteX268-43255" fmla="*/ 1489618 w 3024845"/>
                <a:gd name="connsiteY268-43256" fmla="*/ 291840 h 803953"/>
                <a:gd name="connsiteX269-43257" fmla="*/ 1489618 w 3024845"/>
                <a:gd name="connsiteY269-43258" fmla="*/ 430193 h 803953"/>
                <a:gd name="connsiteX270-43259" fmla="*/ 1491138 w 3024845"/>
                <a:gd name="connsiteY270-43260" fmla="*/ 430193 h 803953"/>
                <a:gd name="connsiteX271-43261" fmla="*/ 1501778 w 3024845"/>
                <a:gd name="connsiteY271-43262" fmla="*/ 430193 h 803953"/>
                <a:gd name="connsiteX272-43263" fmla="*/ 1501778 w 3024845"/>
                <a:gd name="connsiteY272-43264" fmla="*/ 417223 h 803953"/>
                <a:gd name="connsiteX273-43265" fmla="*/ 1505832 w 3024845"/>
                <a:gd name="connsiteY273-43266" fmla="*/ 417223 h 803953"/>
                <a:gd name="connsiteX274-43267" fmla="*/ 1505832 w 3024845"/>
                <a:gd name="connsiteY274-43268" fmla="*/ 430193 h 803953"/>
                <a:gd name="connsiteX275-43269" fmla="*/ 1536232 w 3024845"/>
                <a:gd name="connsiteY275-43270" fmla="*/ 430193 h 803953"/>
                <a:gd name="connsiteX276-43271" fmla="*/ 1536232 w 3024845"/>
                <a:gd name="connsiteY276-43272" fmla="*/ 399928 h 803953"/>
                <a:gd name="connsiteX277-43273" fmla="*/ 1548392 w 3024845"/>
                <a:gd name="connsiteY277-43274" fmla="*/ 399928 h 803953"/>
                <a:gd name="connsiteX278-43275" fmla="*/ 1560552 w 3024845"/>
                <a:gd name="connsiteY278-43276" fmla="*/ 397767 h 803953"/>
                <a:gd name="connsiteX279-43277" fmla="*/ 1564606 w 3024845"/>
                <a:gd name="connsiteY279-43278" fmla="*/ 399928 h 803953"/>
                <a:gd name="connsiteX280-43279" fmla="*/ 1574739 w 3024845"/>
                <a:gd name="connsiteY280-43280" fmla="*/ 399928 h 803953"/>
                <a:gd name="connsiteX281-43281" fmla="*/ 1574739 w 3024845"/>
                <a:gd name="connsiteY281-43282" fmla="*/ 430193 h 803953"/>
                <a:gd name="connsiteX282-43283" fmla="*/ 1582846 w 3024845"/>
                <a:gd name="connsiteY282-43284" fmla="*/ 430193 h 803953"/>
                <a:gd name="connsiteX283-43285" fmla="*/ 1582846 w 3024845"/>
                <a:gd name="connsiteY283-43286" fmla="*/ 447488 h 803953"/>
                <a:gd name="connsiteX284-43287" fmla="*/ 1592182 w 3024845"/>
                <a:gd name="connsiteY284-43288" fmla="*/ 448393 h 803953"/>
                <a:gd name="connsiteX285-43289" fmla="*/ 1605140 w 3024845"/>
                <a:gd name="connsiteY285-43290" fmla="*/ 448393 h 803953"/>
                <a:gd name="connsiteX286-43291" fmla="*/ 1605140 w 3024845"/>
                <a:gd name="connsiteY286-43292" fmla="*/ 432355 h 803953"/>
                <a:gd name="connsiteX287-43293" fmla="*/ 1673096 w 3024845"/>
                <a:gd name="connsiteY287-43294" fmla="*/ 432355 h 803953"/>
                <a:gd name="connsiteX288-43295" fmla="*/ 1673096 w 3024845"/>
                <a:gd name="connsiteY288-43296" fmla="*/ 347102 h 803953"/>
                <a:gd name="connsiteX289-43297" fmla="*/ 1745104 w 3024845"/>
                <a:gd name="connsiteY289-43298" fmla="*/ 347102 h 803953"/>
                <a:gd name="connsiteX290-43299" fmla="*/ 1745104 w 3024845"/>
                <a:gd name="connsiteY290-43300" fmla="*/ 425870 h 803953"/>
                <a:gd name="connsiteX291-43301" fmla="*/ 1747008 w 3024845"/>
                <a:gd name="connsiteY291-43302" fmla="*/ 425870 h 803953"/>
                <a:gd name="connsiteX292-43303" fmla="*/ 1748250 w 3024845"/>
                <a:gd name="connsiteY292-43304" fmla="*/ 448393 h 803953"/>
                <a:gd name="connsiteX293-43305" fmla="*/ 1757926 w 3024845"/>
                <a:gd name="connsiteY293-43306" fmla="*/ 448393 h 803953"/>
                <a:gd name="connsiteX294-43307" fmla="*/ 1759168 w 3024845"/>
                <a:gd name="connsiteY294-43308" fmla="*/ 425870 h 803953"/>
                <a:gd name="connsiteX295-43309" fmla="*/ 1765248 w 3024845"/>
                <a:gd name="connsiteY295-43310" fmla="*/ 425870 h 803953"/>
                <a:gd name="connsiteX296-43311" fmla="*/ 1766490 w 3024845"/>
                <a:gd name="connsiteY296-43312" fmla="*/ 448393 h 803953"/>
                <a:gd name="connsiteX297-43313" fmla="*/ 1817112 w 3024845"/>
                <a:gd name="connsiteY297-43314" fmla="*/ 448393 h 803953"/>
                <a:gd name="connsiteX298-43315" fmla="*/ 1817112 w 3024845"/>
                <a:gd name="connsiteY298-43316" fmla="*/ 285365 h 803953"/>
                <a:gd name="connsiteX299-43317" fmla="*/ 2014439 w 3024845"/>
                <a:gd name="connsiteY299-43318" fmla="*/ 285365 h 803953"/>
                <a:gd name="connsiteX300-43319" fmla="*/ 2014439 w 3024845"/>
                <a:gd name="connsiteY300-43320" fmla="*/ 448393 h 803953"/>
                <a:gd name="connsiteX301-43321" fmla="*/ 2033136 w 3024845"/>
                <a:gd name="connsiteY301-43322" fmla="*/ 448393 h 803953"/>
                <a:gd name="connsiteX302-43323" fmla="*/ 2033136 w 3024845"/>
                <a:gd name="connsiteY302-43324" fmla="*/ 365700 h 803953"/>
                <a:gd name="connsiteX303-43325" fmla="*/ 2128256 w 3024845"/>
                <a:gd name="connsiteY303-43326" fmla="*/ 365700 h 803953"/>
                <a:gd name="connsiteX304-43327" fmla="*/ 2180720 w 3024845"/>
                <a:gd name="connsiteY304-43328" fmla="*/ 300487 h 803953"/>
                <a:gd name="connsiteX305-43329" fmla="*/ 2245574 w 3024845"/>
                <a:gd name="connsiteY305-43330" fmla="*/ 300487 h 803953"/>
                <a:gd name="connsiteX306-43331" fmla="*/ 2245574 w 3024845"/>
                <a:gd name="connsiteY306-43332" fmla="*/ 376149 h 803953"/>
                <a:gd name="connsiteX307-43333" fmla="*/ 2253681 w 3024845"/>
                <a:gd name="connsiteY307-43334" fmla="*/ 376149 h 803953"/>
                <a:gd name="connsiteX308-43335" fmla="*/ 2255708 w 3024845"/>
                <a:gd name="connsiteY308-43336" fmla="*/ 369664 h 803953"/>
                <a:gd name="connsiteX309-43337" fmla="*/ 2261788 w 3024845"/>
                <a:gd name="connsiteY309-43338" fmla="*/ 369664 h 803953"/>
                <a:gd name="connsiteX310-43339" fmla="*/ 2263815 w 3024845"/>
                <a:gd name="connsiteY310-43340" fmla="*/ 378311 h 803953"/>
                <a:gd name="connsiteX311-43341" fmla="*/ 2275975 w 3024845"/>
                <a:gd name="connsiteY311-43342" fmla="*/ 378311 h 803953"/>
                <a:gd name="connsiteX312-43343" fmla="*/ 2275975 w 3024845"/>
                <a:gd name="connsiteY312-43344" fmla="*/ 371825 h 803953"/>
                <a:gd name="connsiteX313-43345" fmla="*/ 2298268 w 3024845"/>
                <a:gd name="connsiteY313-43346" fmla="*/ 371825 h 803953"/>
                <a:gd name="connsiteX314-43347" fmla="*/ 2298268 w 3024845"/>
                <a:gd name="connsiteY314-43348" fmla="*/ 378311 h 803953"/>
                <a:gd name="connsiteX315-43349" fmla="*/ 2318535 w 3024845"/>
                <a:gd name="connsiteY315-43350" fmla="*/ 378311 h 803953"/>
                <a:gd name="connsiteX316-43351" fmla="*/ 2318535 w 3024845"/>
                <a:gd name="connsiteY316-43352" fmla="*/ 423708 h 803953"/>
                <a:gd name="connsiteX317-43353" fmla="*/ 2332722 w 3024845"/>
                <a:gd name="connsiteY317-43354" fmla="*/ 423708 h 803953"/>
                <a:gd name="connsiteX318-43355" fmla="*/ 2332722 w 3024845"/>
                <a:gd name="connsiteY318-43356" fmla="*/ 410737 h 803953"/>
                <a:gd name="connsiteX319-43357" fmla="*/ 2348936 w 3024845"/>
                <a:gd name="connsiteY319-43358" fmla="*/ 410737 h 803953"/>
                <a:gd name="connsiteX320-43359" fmla="*/ 2348936 w 3024845"/>
                <a:gd name="connsiteY320-43360" fmla="*/ 231310 h 803953"/>
                <a:gd name="connsiteX321-43361" fmla="*/ 2355016 w 3024845"/>
                <a:gd name="connsiteY321-43362" fmla="*/ 224824 h 803953"/>
                <a:gd name="connsiteX322-43363" fmla="*/ 2427977 w 3024845"/>
                <a:gd name="connsiteY322-43364" fmla="*/ 224824 h 803953"/>
                <a:gd name="connsiteX323-43365" fmla="*/ 2427977 w 3024845"/>
                <a:gd name="connsiteY323-43366" fmla="*/ 233472 h 803953"/>
                <a:gd name="connsiteX324-43367" fmla="*/ 2438110 w 3024845"/>
                <a:gd name="connsiteY324-43368" fmla="*/ 233472 h 803953"/>
                <a:gd name="connsiteX325-43369" fmla="*/ 2438110 w 3024845"/>
                <a:gd name="connsiteY325-43370" fmla="*/ 348046 h 803953"/>
                <a:gd name="connsiteX326-43371" fmla="*/ 2460404 w 3024845"/>
                <a:gd name="connsiteY326-43372" fmla="*/ 348046 h 803953"/>
                <a:gd name="connsiteX327-43373" fmla="*/ 2460404 w 3024845"/>
                <a:gd name="connsiteY327-43374" fmla="*/ 281031 h 803953"/>
                <a:gd name="connsiteX328-43375" fmla="*/ 2486751 w 3024845"/>
                <a:gd name="connsiteY328-43376" fmla="*/ 281031 h 803953"/>
                <a:gd name="connsiteX329-43377" fmla="*/ 2490804 w 3024845"/>
                <a:gd name="connsiteY329-43378" fmla="*/ 276707 h 803953"/>
                <a:gd name="connsiteX330-43379" fmla="*/ 2498911 w 3024845"/>
                <a:gd name="connsiteY330-43380" fmla="*/ 276707 h 803953"/>
                <a:gd name="connsiteX331-43381" fmla="*/ 2502964 w 3024845"/>
                <a:gd name="connsiteY331-43382" fmla="*/ 281031 h 803953"/>
                <a:gd name="connsiteX332-43383" fmla="*/ 2525258 w 3024845"/>
                <a:gd name="connsiteY332-43384" fmla="*/ 281031 h 803953"/>
                <a:gd name="connsiteX333-43385" fmla="*/ 2525258 w 3024845"/>
                <a:gd name="connsiteY333-43386" fmla="*/ 164295 h 803953"/>
                <a:gd name="connsiteX334-43387" fmla="*/ 2582005 w 3024845"/>
                <a:gd name="connsiteY334-43388" fmla="*/ 153486 h 803953"/>
                <a:gd name="connsiteX335-43389" fmla="*/ 2582005 w 3024845"/>
                <a:gd name="connsiteY335-43390" fmla="*/ 154567 h 803953"/>
                <a:gd name="connsiteX336-43391" fmla="*/ 2582005 w 3024845"/>
                <a:gd name="connsiteY336-43392" fmla="*/ 162133 h 803953"/>
                <a:gd name="connsiteX337-43393" fmla="*/ 2608352 w 3024845"/>
                <a:gd name="connsiteY337-43394" fmla="*/ 162133 h 803953"/>
                <a:gd name="connsiteX338-43395" fmla="*/ 2608352 w 3024845"/>
                <a:gd name="connsiteY338-43396" fmla="*/ 417223 h 803953"/>
                <a:gd name="connsiteX339-43397" fmla="*/ 2630646 w 3024845"/>
                <a:gd name="connsiteY339-43398" fmla="*/ 417223 h 803953"/>
                <a:gd name="connsiteX340-43399" fmla="*/ 2630646 w 3024845"/>
                <a:gd name="connsiteY340-43400" fmla="*/ 412899 h 803953"/>
                <a:gd name="connsiteX341-43401" fmla="*/ 2642806 w 3024845"/>
                <a:gd name="connsiteY341-43402" fmla="*/ 412899 h 803953"/>
                <a:gd name="connsiteX342-43403" fmla="*/ 2642806 w 3024845"/>
                <a:gd name="connsiteY342-43404" fmla="*/ 417223 h 803953"/>
                <a:gd name="connsiteX343-43405" fmla="*/ 2667126 w 3024845"/>
                <a:gd name="connsiteY343-43406" fmla="*/ 417223 h 803953"/>
                <a:gd name="connsiteX344-43407" fmla="*/ 2667126 w 3024845"/>
                <a:gd name="connsiteY344-43408" fmla="*/ 404252 h 803953"/>
                <a:gd name="connsiteX345-43409" fmla="*/ 2695500 w 3024845"/>
                <a:gd name="connsiteY345-43410" fmla="*/ 404252 h 803953"/>
                <a:gd name="connsiteX346-43411" fmla="*/ 2707660 w 3024845"/>
                <a:gd name="connsiteY346-43412" fmla="*/ 399928 h 803953"/>
                <a:gd name="connsiteX347-43413" fmla="*/ 2727927 w 3024845"/>
                <a:gd name="connsiteY347-43414" fmla="*/ 404252 h 803953"/>
                <a:gd name="connsiteX348-43415" fmla="*/ 2727927 w 3024845"/>
                <a:gd name="connsiteY348-43416" fmla="*/ 386958 h 803953"/>
                <a:gd name="connsiteX349-43417" fmla="*/ 2736034 w 3024845"/>
                <a:gd name="connsiteY349-43418" fmla="*/ 386958 h 803953"/>
                <a:gd name="connsiteX350-43419" fmla="*/ 2736034 w 3024845"/>
                <a:gd name="connsiteY350-43420" fmla="*/ 373987 h 803953"/>
                <a:gd name="connsiteX351-43421" fmla="*/ 2792781 w 3024845"/>
                <a:gd name="connsiteY351-43422" fmla="*/ 373987 h 803953"/>
                <a:gd name="connsiteX352-43423" fmla="*/ 2792781 w 3024845"/>
                <a:gd name="connsiteY352-43424" fmla="*/ 343722 h 803953"/>
                <a:gd name="connsiteX353-43425" fmla="*/ 2811021 w 3024845"/>
                <a:gd name="connsiteY353-43426" fmla="*/ 343722 h 803953"/>
                <a:gd name="connsiteX354-43427" fmla="*/ 2811021 w 3024845"/>
                <a:gd name="connsiteY354-43428" fmla="*/ 337237 h 803953"/>
                <a:gd name="connsiteX355-43429" fmla="*/ 2823181 w 3024845"/>
                <a:gd name="connsiteY355-43430" fmla="*/ 337237 h 803953"/>
                <a:gd name="connsiteX356-43431" fmla="*/ 2823181 w 3024845"/>
                <a:gd name="connsiteY356-43432" fmla="*/ 343722 h 803953"/>
                <a:gd name="connsiteX357-43433" fmla="*/ 2839395 w 3024845"/>
                <a:gd name="connsiteY357-43434" fmla="*/ 343722 h 803953"/>
                <a:gd name="connsiteX358-43435" fmla="*/ 2839395 w 3024845"/>
                <a:gd name="connsiteY358-43436" fmla="*/ 393443 h 803953"/>
                <a:gd name="connsiteX359-43437" fmla="*/ 2871822 w 3024845"/>
                <a:gd name="connsiteY359-43438" fmla="*/ 393443 h 803953"/>
                <a:gd name="connsiteX360-43439" fmla="*/ 2871822 w 3024845"/>
                <a:gd name="connsiteY360-43440" fmla="*/ 367502 h 803953"/>
                <a:gd name="connsiteX361-43441" fmla="*/ 2910329 w 3024845"/>
                <a:gd name="connsiteY361-43442" fmla="*/ 367502 h 803953"/>
                <a:gd name="connsiteX362-43443" fmla="*/ 2910329 w 3024845"/>
                <a:gd name="connsiteY362-43444" fmla="*/ 337237 h 803953"/>
                <a:gd name="connsiteX363-43445" fmla="*/ 2958970 w 3024845"/>
                <a:gd name="connsiteY363-43446" fmla="*/ 337237 h 803953"/>
                <a:gd name="connsiteX364-43447" fmla="*/ 2958970 w 3024845"/>
                <a:gd name="connsiteY364-43448" fmla="*/ 448393 h 803953"/>
                <a:gd name="connsiteX365-43449" fmla="*/ 2958970 w 3024845"/>
                <a:gd name="connsiteY365-43450" fmla="*/ 462172 h 803953"/>
                <a:gd name="connsiteX366-43451" fmla="*/ 3024845 w 3024845"/>
                <a:gd name="connsiteY366-43452" fmla="*/ 462172 h 803953"/>
                <a:gd name="connsiteX367-43453" fmla="*/ 3024845 w 3024845"/>
                <a:gd name="connsiteY367-43454" fmla="*/ 803953 h 803953"/>
                <a:gd name="connsiteX368-43455" fmla="*/ 2054 w 3024845"/>
                <a:gd name="connsiteY368-43456" fmla="*/ 801620 h 803953"/>
                <a:gd name="connsiteX369-43457" fmla="*/ 0 w 3024845"/>
                <a:gd name="connsiteY369-43458" fmla="*/ 367502 h 803953"/>
                <a:gd name="connsiteX370-43459" fmla="*/ 20267 w 3024845"/>
                <a:gd name="connsiteY370-43460" fmla="*/ 367502 h 803953"/>
                <a:gd name="connsiteX371-43461" fmla="*/ 20774 w 3024845"/>
                <a:gd name="connsiteY371-43462" fmla="*/ 366421 h 803953"/>
                <a:gd name="connsiteX372-43463" fmla="*/ 24320 w 3024845"/>
                <a:gd name="connsiteY372-43464" fmla="*/ 358855 h 803953"/>
                <a:gd name="connsiteX373-43465" fmla="*/ 26094 w 3024845"/>
                <a:gd name="connsiteY373-43466" fmla="*/ 359125 h 803953"/>
                <a:gd name="connsiteX374-43467" fmla="*/ 38507 w 3024845"/>
                <a:gd name="connsiteY374-43468" fmla="*/ 361016 h 803953"/>
                <a:gd name="connsiteX375-43469" fmla="*/ 39014 w 3024845"/>
                <a:gd name="connsiteY375-43470" fmla="*/ 362368 h 803953"/>
                <a:gd name="connsiteX376-43471" fmla="*/ 42560 w 3024845"/>
                <a:gd name="connsiteY376-43472" fmla="*/ 371825 h 803953"/>
                <a:gd name="connsiteX377-43473" fmla="*/ 68907 w 3024845"/>
                <a:gd name="connsiteY377-43474" fmla="*/ 373987 h 803953"/>
                <a:gd name="connsiteX378-43475" fmla="*/ 68907 w 3024845"/>
                <a:gd name="connsiteY378-43476" fmla="*/ 250766 h 803953"/>
                <a:gd name="connsiteX379-43477" fmla="*/ 70934 w 3024845"/>
                <a:gd name="connsiteY379-43478" fmla="*/ 250766 h 803953"/>
                <a:gd name="connsiteX380-43479" fmla="*/ 85121 w 3024845"/>
                <a:gd name="connsiteY380-43480" fmla="*/ 250766 h 803953"/>
                <a:gd name="connsiteX381-43481" fmla="*/ 85121 w 3024845"/>
                <a:gd name="connsiteY381-43482" fmla="*/ 114574 h 803953"/>
                <a:gd name="connsiteX382-43483" fmla="*/ 86894 w 3024845"/>
                <a:gd name="connsiteY382-43484" fmla="*/ 114574 h 803953"/>
                <a:gd name="connsiteX383-43485" fmla="*/ 99308 w 3024845"/>
                <a:gd name="connsiteY383-43486" fmla="*/ 114574 h 803953"/>
                <a:gd name="connsiteX384-43487" fmla="*/ 99308 w 3024845"/>
                <a:gd name="connsiteY384-43488" fmla="*/ 0 h 803953"/>
                <a:gd name="connsiteX0-43489" fmla="*/ 99308 w 3024845"/>
                <a:gd name="connsiteY0-43490" fmla="*/ 0 h 689379"/>
                <a:gd name="connsiteX1-43491" fmla="*/ 220909 w 3024845"/>
                <a:gd name="connsiteY1-43492" fmla="*/ 0 h 689379"/>
                <a:gd name="connsiteX2-43493" fmla="*/ 223189 w 3024845"/>
                <a:gd name="connsiteY2-43494" fmla="*/ 0 h 689379"/>
                <a:gd name="connsiteX3-43495" fmla="*/ 239150 w 3024845"/>
                <a:gd name="connsiteY3-43496" fmla="*/ 0 h 689379"/>
                <a:gd name="connsiteX4-43497" fmla="*/ 239150 w 3024845"/>
                <a:gd name="connsiteY4-43498" fmla="*/ 140515 h 689379"/>
                <a:gd name="connsiteX5-43499" fmla="*/ 240670 w 3024845"/>
                <a:gd name="connsiteY5-43500" fmla="*/ 140245 h 689379"/>
                <a:gd name="connsiteX6-43501" fmla="*/ 251310 w 3024845"/>
                <a:gd name="connsiteY6-43502" fmla="*/ 138354 h 689379"/>
                <a:gd name="connsiteX7-43503" fmla="*/ 249283 w 3024845"/>
                <a:gd name="connsiteY7-43504" fmla="*/ 226986 h 689379"/>
                <a:gd name="connsiteX8-43505" fmla="*/ 250803 w 3024845"/>
                <a:gd name="connsiteY8-43506" fmla="*/ 227257 h 689379"/>
                <a:gd name="connsiteX9-43507" fmla="*/ 261443 w 3024845"/>
                <a:gd name="connsiteY9-43508" fmla="*/ 229148 h 689379"/>
                <a:gd name="connsiteX10-43509" fmla="*/ 261696 w 3024845"/>
                <a:gd name="connsiteY10-43510" fmla="*/ 229959 h 689379"/>
                <a:gd name="connsiteX11-43511" fmla="*/ 263470 w 3024845"/>
                <a:gd name="connsiteY11-43512" fmla="*/ 235634 h 689379"/>
                <a:gd name="connsiteX12-43513" fmla="*/ 264230 w 3024845"/>
                <a:gd name="connsiteY12-43514" fmla="*/ 233202 h 689379"/>
                <a:gd name="connsiteX13-43515" fmla="*/ 269550 w 3024845"/>
                <a:gd name="connsiteY13-43516" fmla="*/ 216178 h 689379"/>
                <a:gd name="connsiteX14-43517" fmla="*/ 271323 w 3024845"/>
                <a:gd name="connsiteY14-43518" fmla="*/ 216178 h 689379"/>
                <a:gd name="connsiteX15-43519" fmla="*/ 283737 w 3024845"/>
                <a:gd name="connsiteY15-43520" fmla="*/ 216178 h 689379"/>
                <a:gd name="connsiteX16-43521" fmla="*/ 283737 w 3024845"/>
                <a:gd name="connsiteY16-43522" fmla="*/ 248604 h 689379"/>
                <a:gd name="connsiteX17-43523" fmla="*/ 284750 w 3024845"/>
                <a:gd name="connsiteY17-43524" fmla="*/ 249145 h 689379"/>
                <a:gd name="connsiteX18-43525" fmla="*/ 291844 w 3024845"/>
                <a:gd name="connsiteY18-43526" fmla="*/ 252928 h 689379"/>
                <a:gd name="connsiteX19-43527" fmla="*/ 291844 w 3024845"/>
                <a:gd name="connsiteY19-43528" fmla="*/ 254279 h 689379"/>
                <a:gd name="connsiteX20-43529" fmla="*/ 291844 w 3024845"/>
                <a:gd name="connsiteY20-43530" fmla="*/ 263737 h 689379"/>
                <a:gd name="connsiteX21-43531" fmla="*/ 336431 w 3024845"/>
                <a:gd name="connsiteY21-43532" fmla="*/ 263737 h 689379"/>
                <a:gd name="connsiteX22-43533" fmla="*/ 336431 w 3024845"/>
                <a:gd name="connsiteY22-43534" fmla="*/ 264818 h 689379"/>
                <a:gd name="connsiteX23-43535" fmla="*/ 336431 w 3024845"/>
                <a:gd name="connsiteY23-43536" fmla="*/ 272384 h 689379"/>
                <a:gd name="connsiteX24-43537" fmla="*/ 338457 w 3024845"/>
                <a:gd name="connsiteY24-43538" fmla="*/ 272384 h 689379"/>
                <a:gd name="connsiteX25-43539" fmla="*/ 352644 w 3024845"/>
                <a:gd name="connsiteY25-43540" fmla="*/ 272384 h 689379"/>
                <a:gd name="connsiteX26-43541" fmla="*/ 352644 w 3024845"/>
                <a:gd name="connsiteY26-43542" fmla="*/ 242119 h 689379"/>
                <a:gd name="connsiteX27-43543" fmla="*/ 397231 w 3024845"/>
                <a:gd name="connsiteY27-43544" fmla="*/ 242119 h 689379"/>
                <a:gd name="connsiteX28-43545" fmla="*/ 397231 w 3024845"/>
                <a:gd name="connsiteY28-43546" fmla="*/ 240768 h 689379"/>
                <a:gd name="connsiteX29-43547" fmla="*/ 397231 w 3024845"/>
                <a:gd name="connsiteY29-43548" fmla="*/ 231310 h 689379"/>
                <a:gd name="connsiteX30-43549" fmla="*/ 398245 w 3024845"/>
                <a:gd name="connsiteY30-43550" fmla="*/ 231310 h 689379"/>
                <a:gd name="connsiteX31-43551" fmla="*/ 405338 w 3024845"/>
                <a:gd name="connsiteY31-43552" fmla="*/ 231310 h 689379"/>
                <a:gd name="connsiteX32-43553" fmla="*/ 405338 w 3024845"/>
                <a:gd name="connsiteY32-43554" fmla="*/ 229419 h 689379"/>
                <a:gd name="connsiteX33-43555" fmla="*/ 405338 w 3024845"/>
                <a:gd name="connsiteY33-43556" fmla="*/ 216178 h 689379"/>
                <a:gd name="connsiteX34-43557" fmla="*/ 406098 w 3024845"/>
                <a:gd name="connsiteY34-43558" fmla="*/ 216178 h 689379"/>
                <a:gd name="connsiteX35-43559" fmla="*/ 411418 w 3024845"/>
                <a:gd name="connsiteY35-43560" fmla="*/ 216178 h 689379"/>
                <a:gd name="connsiteX36-43561" fmla="*/ 411418 w 3024845"/>
                <a:gd name="connsiteY36-43562" fmla="*/ 215097 h 689379"/>
                <a:gd name="connsiteX37-43563" fmla="*/ 411418 w 3024845"/>
                <a:gd name="connsiteY37-43564" fmla="*/ 207530 h 689379"/>
                <a:gd name="connsiteX38-43565" fmla="*/ 413445 w 3024845"/>
                <a:gd name="connsiteY38-43566" fmla="*/ 207530 h 689379"/>
                <a:gd name="connsiteX39-43567" fmla="*/ 427632 w 3024845"/>
                <a:gd name="connsiteY39-43568" fmla="*/ 207530 h 689379"/>
                <a:gd name="connsiteX40-43569" fmla="*/ 427632 w 3024845"/>
                <a:gd name="connsiteY40-43570" fmla="*/ 208611 h 689379"/>
                <a:gd name="connsiteX41-43571" fmla="*/ 427632 w 3024845"/>
                <a:gd name="connsiteY41-43572" fmla="*/ 216178 h 689379"/>
                <a:gd name="connsiteX42-43573" fmla="*/ 449925 w 3024845"/>
                <a:gd name="connsiteY42-43574" fmla="*/ 216178 h 689379"/>
                <a:gd name="connsiteX43-43575" fmla="*/ 449925 w 3024845"/>
                <a:gd name="connsiteY43-43576" fmla="*/ 214286 h 689379"/>
                <a:gd name="connsiteX44-43577" fmla="*/ 449925 w 3024845"/>
                <a:gd name="connsiteY44-43578" fmla="*/ 201045 h 689379"/>
                <a:gd name="connsiteX45-43579" fmla="*/ 451699 w 3024845"/>
                <a:gd name="connsiteY45-43580" fmla="*/ 201045 h 689379"/>
                <a:gd name="connsiteX46-43581" fmla="*/ 464112 w 3024845"/>
                <a:gd name="connsiteY46-43582" fmla="*/ 201045 h 689379"/>
                <a:gd name="connsiteX47-43583" fmla="*/ 464112 w 3024845"/>
                <a:gd name="connsiteY47-43584" fmla="*/ 224825 h 689379"/>
                <a:gd name="connsiteX48-43585" fmla="*/ 465126 w 3024845"/>
                <a:gd name="connsiteY48-43586" fmla="*/ 224825 h 689379"/>
                <a:gd name="connsiteX49-43587" fmla="*/ 472219 w 3024845"/>
                <a:gd name="connsiteY49-43588" fmla="*/ 224825 h 689379"/>
                <a:gd name="connsiteX50-43589" fmla="*/ 472219 w 3024845"/>
                <a:gd name="connsiteY50-43590" fmla="*/ 223744 h 689379"/>
                <a:gd name="connsiteX51-43591" fmla="*/ 472219 w 3024845"/>
                <a:gd name="connsiteY51-43592" fmla="*/ 216178 h 689379"/>
                <a:gd name="connsiteX52-43593" fmla="*/ 473992 w 3024845"/>
                <a:gd name="connsiteY52-43594" fmla="*/ 216178 h 689379"/>
                <a:gd name="connsiteX53-43595" fmla="*/ 486406 w 3024845"/>
                <a:gd name="connsiteY53-43596" fmla="*/ 216178 h 689379"/>
                <a:gd name="connsiteX54-43597" fmla="*/ 486406 w 3024845"/>
                <a:gd name="connsiteY54-43598" fmla="*/ 242119 h 689379"/>
                <a:gd name="connsiteX55-43599" fmla="*/ 488433 w 3024845"/>
                <a:gd name="connsiteY55-43600" fmla="*/ 242119 h 689379"/>
                <a:gd name="connsiteX56-43601" fmla="*/ 502619 w 3024845"/>
                <a:gd name="connsiteY56-43602" fmla="*/ 242119 h 689379"/>
                <a:gd name="connsiteX57-43603" fmla="*/ 502619 w 3024845"/>
                <a:gd name="connsiteY57-43604" fmla="*/ 243740 h 689379"/>
                <a:gd name="connsiteX58-43605" fmla="*/ 502619 w 3024845"/>
                <a:gd name="connsiteY58-43606" fmla="*/ 255090 h 689379"/>
                <a:gd name="connsiteX59-43607" fmla="*/ 503379 w 3024845"/>
                <a:gd name="connsiteY59-43608" fmla="*/ 255090 h 689379"/>
                <a:gd name="connsiteX60-43609" fmla="*/ 508700 w 3024845"/>
                <a:gd name="connsiteY60-43610" fmla="*/ 255090 h 689379"/>
                <a:gd name="connsiteX61-43611" fmla="*/ 508700 w 3024845"/>
                <a:gd name="connsiteY61-43612" fmla="*/ 254279 h 689379"/>
                <a:gd name="connsiteX62-43613" fmla="*/ 508700 w 3024845"/>
                <a:gd name="connsiteY62-43614" fmla="*/ 248604 h 689379"/>
                <a:gd name="connsiteX63-43615" fmla="*/ 539100 w 3024845"/>
                <a:gd name="connsiteY63-43616" fmla="*/ 248604 h 689379"/>
                <a:gd name="connsiteX64-43617" fmla="*/ 539100 w 3024845"/>
                <a:gd name="connsiteY64-43618" fmla="*/ 272384 h 689379"/>
                <a:gd name="connsiteX65-43619" fmla="*/ 540113 w 3024845"/>
                <a:gd name="connsiteY65-43620" fmla="*/ 272384 h 689379"/>
                <a:gd name="connsiteX66-43621" fmla="*/ 547207 w 3024845"/>
                <a:gd name="connsiteY66-43622" fmla="*/ 272384 h 689379"/>
                <a:gd name="connsiteX67-43623" fmla="*/ 547207 w 3024845"/>
                <a:gd name="connsiteY67-43624" fmla="*/ 273465 h 689379"/>
                <a:gd name="connsiteX68-43625" fmla="*/ 547207 w 3024845"/>
                <a:gd name="connsiteY68-43626" fmla="*/ 281031 h 689379"/>
                <a:gd name="connsiteX69-43627" fmla="*/ 547967 w 3024845"/>
                <a:gd name="connsiteY69-43628" fmla="*/ 281031 h 689379"/>
                <a:gd name="connsiteX70-43629" fmla="*/ 553287 w 3024845"/>
                <a:gd name="connsiteY70-43630" fmla="*/ 281031 h 689379"/>
                <a:gd name="connsiteX71-43631" fmla="*/ 553287 w 3024845"/>
                <a:gd name="connsiteY71-43632" fmla="*/ 278869 h 689379"/>
                <a:gd name="connsiteX72-43633" fmla="*/ 553287 w 3024845"/>
                <a:gd name="connsiteY72-43634" fmla="*/ 263737 h 689379"/>
                <a:gd name="connsiteX73-43635" fmla="*/ 554300 w 3024845"/>
                <a:gd name="connsiteY73-43636" fmla="*/ 263737 h 689379"/>
                <a:gd name="connsiteX74-43637" fmla="*/ 561394 w 3024845"/>
                <a:gd name="connsiteY74-43638" fmla="*/ 263737 h 689379"/>
                <a:gd name="connsiteX75-43639" fmla="*/ 561394 w 3024845"/>
                <a:gd name="connsiteY75-43640" fmla="*/ 264818 h 689379"/>
                <a:gd name="connsiteX76-43641" fmla="*/ 561394 w 3024845"/>
                <a:gd name="connsiteY76-43642" fmla="*/ 272384 h 689379"/>
                <a:gd name="connsiteX77-43643" fmla="*/ 566714 w 3024845"/>
                <a:gd name="connsiteY77-43644" fmla="*/ 270391 h 689379"/>
                <a:gd name="connsiteX78-43645" fmla="*/ 567474 w 3024845"/>
                <a:gd name="connsiteY78-43646" fmla="*/ 269411 h 689379"/>
                <a:gd name="connsiteX79-43647" fmla="*/ 567474 w 3024845"/>
                <a:gd name="connsiteY79-43648" fmla="*/ 263737 h 689379"/>
                <a:gd name="connsiteX80-43649" fmla="*/ 605981 w 3024845"/>
                <a:gd name="connsiteY80-43650" fmla="*/ 263737 h 689379"/>
                <a:gd name="connsiteX81-43651" fmla="*/ 605981 w 3024845"/>
                <a:gd name="connsiteY81-43652" fmla="*/ 287516 h 689379"/>
                <a:gd name="connsiteX82-43653" fmla="*/ 608007 w 3024845"/>
                <a:gd name="connsiteY82-43654" fmla="*/ 287516 h 689379"/>
                <a:gd name="connsiteX83-43655" fmla="*/ 622194 w 3024845"/>
                <a:gd name="connsiteY83-43656" fmla="*/ 287516 h 689379"/>
                <a:gd name="connsiteX84-43657" fmla="*/ 622194 w 3024845"/>
                <a:gd name="connsiteY84-43658" fmla="*/ 288597 h 689379"/>
                <a:gd name="connsiteX85-43659" fmla="*/ 622194 w 3024845"/>
                <a:gd name="connsiteY85-43660" fmla="*/ 296163 h 689379"/>
                <a:gd name="connsiteX86-43661" fmla="*/ 623968 w 3024845"/>
                <a:gd name="connsiteY86-43662" fmla="*/ 296163 h 689379"/>
                <a:gd name="connsiteX87-43663" fmla="*/ 636381 w 3024845"/>
                <a:gd name="connsiteY87-43664" fmla="*/ 296163 h 689379"/>
                <a:gd name="connsiteX88-43665" fmla="*/ 636381 w 3024845"/>
                <a:gd name="connsiteY88-43666" fmla="*/ 272384 h 689379"/>
                <a:gd name="connsiteX89-43667" fmla="*/ 637394 w 3024845"/>
                <a:gd name="connsiteY89-43668" fmla="*/ 272384 h 689379"/>
                <a:gd name="connsiteX90-43669" fmla="*/ 644488 w 3024845"/>
                <a:gd name="connsiteY90-43670" fmla="*/ 272384 h 689379"/>
                <a:gd name="connsiteX91-43671" fmla="*/ 644488 w 3024845"/>
                <a:gd name="connsiteY91-43672" fmla="*/ 239957 h 689379"/>
                <a:gd name="connsiteX92-43673" fmla="*/ 645501 w 3024845"/>
                <a:gd name="connsiteY92-43674" fmla="*/ 239957 h 689379"/>
                <a:gd name="connsiteX93-43675" fmla="*/ 652595 w 3024845"/>
                <a:gd name="connsiteY93-43676" fmla="*/ 239957 h 689379"/>
                <a:gd name="connsiteX94-43677" fmla="*/ 652595 w 3024845"/>
                <a:gd name="connsiteY94-43678" fmla="*/ 238066 h 689379"/>
                <a:gd name="connsiteX95-43679" fmla="*/ 652595 w 3024845"/>
                <a:gd name="connsiteY95-43680" fmla="*/ 224825 h 689379"/>
                <a:gd name="connsiteX96-43681" fmla="*/ 651328 w 3024845"/>
                <a:gd name="connsiteY96-43682" fmla="*/ 223203 h 689379"/>
                <a:gd name="connsiteX97-43683" fmla="*/ 656648 w 3024845"/>
                <a:gd name="connsiteY97-43684" fmla="*/ 211854 h 689379"/>
                <a:gd name="connsiteX98-43685" fmla="*/ 664755 w 3024845"/>
                <a:gd name="connsiteY98-43686" fmla="*/ 239957 h 689379"/>
                <a:gd name="connsiteX99-43687" fmla="*/ 665515 w 3024845"/>
                <a:gd name="connsiteY99-43688" fmla="*/ 239957 h 689379"/>
                <a:gd name="connsiteX100-43689" fmla="*/ 670835 w 3024845"/>
                <a:gd name="connsiteY100-43690" fmla="*/ 239957 h 689379"/>
                <a:gd name="connsiteX101-43691" fmla="*/ 670835 w 3024845"/>
                <a:gd name="connsiteY101-43692" fmla="*/ 134030 h 689379"/>
                <a:gd name="connsiteX102-43693" fmla="*/ 672355 w 3024845"/>
                <a:gd name="connsiteY102-43694" fmla="*/ 134030 h 689379"/>
                <a:gd name="connsiteX103-43695" fmla="*/ 682995 w 3024845"/>
                <a:gd name="connsiteY103-43696" fmla="*/ 134030 h 689379"/>
                <a:gd name="connsiteX104-43697" fmla="*/ 682995 w 3024845"/>
                <a:gd name="connsiteY104-43698" fmla="*/ 86471 h 689379"/>
                <a:gd name="connsiteX105-43699" fmla="*/ 709342 w 3024845"/>
                <a:gd name="connsiteY105-43700" fmla="*/ 86471 h 689379"/>
                <a:gd name="connsiteX106-43701" fmla="*/ 709342 w 3024845"/>
                <a:gd name="connsiteY106-43702" fmla="*/ 64853 h 689379"/>
                <a:gd name="connsiteX107-43703" fmla="*/ 743796 w 3024845"/>
                <a:gd name="connsiteY107-43704" fmla="*/ 64853 h 689379"/>
                <a:gd name="connsiteX108-43705" fmla="*/ 743796 w 3024845"/>
                <a:gd name="connsiteY108-43706" fmla="*/ 67285 h 689379"/>
                <a:gd name="connsiteX109-43707" fmla="*/ 743796 w 3024845"/>
                <a:gd name="connsiteY109-43708" fmla="*/ 84309 h 689379"/>
                <a:gd name="connsiteX110-43709" fmla="*/ 746076 w 3024845"/>
                <a:gd name="connsiteY110-43710" fmla="*/ 84309 h 689379"/>
                <a:gd name="connsiteX111-43711" fmla="*/ 762036 w 3024845"/>
                <a:gd name="connsiteY111-43712" fmla="*/ 84309 h 689379"/>
                <a:gd name="connsiteX112-43713" fmla="*/ 762036 w 3024845"/>
                <a:gd name="connsiteY112-43714" fmla="*/ 131868 h 689379"/>
                <a:gd name="connsiteX113-43715" fmla="*/ 763049 w 3024845"/>
                <a:gd name="connsiteY113-43716" fmla="*/ 131868 h 689379"/>
                <a:gd name="connsiteX114-43717" fmla="*/ 770143 w 3024845"/>
                <a:gd name="connsiteY114-43718" fmla="*/ 131868 h 689379"/>
                <a:gd name="connsiteX115-43719" fmla="*/ 784330 w 3024845"/>
                <a:gd name="connsiteY115-43720" fmla="*/ 136192 h 689379"/>
                <a:gd name="connsiteX116-43721" fmla="*/ 784330 w 3024845"/>
                <a:gd name="connsiteY116-43722" fmla="*/ 175104 h 689379"/>
                <a:gd name="connsiteX117-43723" fmla="*/ 785343 w 3024845"/>
                <a:gd name="connsiteY117-43724" fmla="*/ 175104 h 689379"/>
                <a:gd name="connsiteX118-43725" fmla="*/ 792436 w 3024845"/>
                <a:gd name="connsiteY118-43726" fmla="*/ 175104 h 689379"/>
                <a:gd name="connsiteX119-43727" fmla="*/ 792436 w 3024845"/>
                <a:gd name="connsiteY119-43728" fmla="*/ 176725 h 689379"/>
                <a:gd name="connsiteX120-43729" fmla="*/ 792436 w 3024845"/>
                <a:gd name="connsiteY120-43730" fmla="*/ 188074 h 689379"/>
                <a:gd name="connsiteX121-43731" fmla="*/ 794463 w 3024845"/>
                <a:gd name="connsiteY121-43732" fmla="*/ 188074 h 689379"/>
                <a:gd name="connsiteX122-43733" fmla="*/ 808650 w 3024845"/>
                <a:gd name="connsiteY122-43734" fmla="*/ 188074 h 689379"/>
                <a:gd name="connsiteX123-43735" fmla="*/ 814730 w 3024845"/>
                <a:gd name="connsiteY123-43736" fmla="*/ 194560 h 689379"/>
                <a:gd name="connsiteX124-43737" fmla="*/ 814730 w 3024845"/>
                <a:gd name="connsiteY124-43738" fmla="*/ 216178 h 689379"/>
                <a:gd name="connsiteX125-43739" fmla="*/ 817010 w 3024845"/>
                <a:gd name="connsiteY125-43740" fmla="*/ 216178 h 689379"/>
                <a:gd name="connsiteX126-43741" fmla="*/ 832970 w 3024845"/>
                <a:gd name="connsiteY126-43742" fmla="*/ 216178 h 689379"/>
                <a:gd name="connsiteX127-43743" fmla="*/ 832970 w 3024845"/>
                <a:gd name="connsiteY127-43744" fmla="*/ 217258 h 689379"/>
                <a:gd name="connsiteX128-43745" fmla="*/ 832970 w 3024845"/>
                <a:gd name="connsiteY128-43746" fmla="*/ 224825 h 689379"/>
                <a:gd name="connsiteX129-43747" fmla="*/ 834237 w 3024845"/>
                <a:gd name="connsiteY129-43748" fmla="*/ 224825 h 689379"/>
                <a:gd name="connsiteX130-43749" fmla="*/ 843104 w 3024845"/>
                <a:gd name="connsiteY130-43750" fmla="*/ 224825 h 689379"/>
                <a:gd name="connsiteX131-43751" fmla="*/ 843104 w 3024845"/>
                <a:gd name="connsiteY131-43752" fmla="*/ 226986 h 689379"/>
                <a:gd name="connsiteX132-43753" fmla="*/ 843104 w 3024845"/>
                <a:gd name="connsiteY132-43754" fmla="*/ 242119 h 689379"/>
                <a:gd name="connsiteX133-43755" fmla="*/ 847157 w 3024845"/>
                <a:gd name="connsiteY133-43756" fmla="*/ 240227 h 689379"/>
                <a:gd name="connsiteX134-43757" fmla="*/ 847157 w 3024845"/>
                <a:gd name="connsiteY134-43758" fmla="*/ 226986 h 689379"/>
                <a:gd name="connsiteX135-43759" fmla="*/ 848170 w 3024845"/>
                <a:gd name="connsiteY135-43760" fmla="*/ 226986 h 689379"/>
                <a:gd name="connsiteX136-43761" fmla="*/ 855264 w 3024845"/>
                <a:gd name="connsiteY136-43762" fmla="*/ 226986 h 689379"/>
                <a:gd name="connsiteX137-43763" fmla="*/ 855264 w 3024845"/>
                <a:gd name="connsiteY137-43764" fmla="*/ 228608 h 689379"/>
                <a:gd name="connsiteX138-43765" fmla="*/ 855264 w 3024845"/>
                <a:gd name="connsiteY138-43766" fmla="*/ 239957 h 689379"/>
                <a:gd name="connsiteX139-43767" fmla="*/ 856024 w 3024845"/>
                <a:gd name="connsiteY139-43768" fmla="*/ 239957 h 689379"/>
                <a:gd name="connsiteX140-43769" fmla="*/ 861344 w 3024845"/>
                <a:gd name="connsiteY140-43770" fmla="*/ 239957 h 689379"/>
                <a:gd name="connsiteX141-43771" fmla="*/ 909984 w 3024845"/>
                <a:gd name="connsiteY141-43772" fmla="*/ 235634 h 689379"/>
                <a:gd name="connsiteX142-43773" fmla="*/ 909984 w 3024845"/>
                <a:gd name="connsiteY142-43774" fmla="*/ 236985 h 689379"/>
                <a:gd name="connsiteX143-43775" fmla="*/ 909984 w 3024845"/>
                <a:gd name="connsiteY143-43776" fmla="*/ 246442 h 689379"/>
                <a:gd name="connsiteX144-43777" fmla="*/ 910744 w 3024845"/>
                <a:gd name="connsiteY144-43778" fmla="*/ 246442 h 689379"/>
                <a:gd name="connsiteX145-43779" fmla="*/ 916065 w 3024845"/>
                <a:gd name="connsiteY145-43780" fmla="*/ 246442 h 689379"/>
                <a:gd name="connsiteX146-43781" fmla="*/ 916065 w 3024845"/>
                <a:gd name="connsiteY146-43782" fmla="*/ 248604 h 689379"/>
                <a:gd name="connsiteX147-43783" fmla="*/ 916065 w 3024845"/>
                <a:gd name="connsiteY147-43784" fmla="*/ 263737 h 689379"/>
                <a:gd name="connsiteX148-43785" fmla="*/ 918091 w 3024845"/>
                <a:gd name="connsiteY148-43786" fmla="*/ 262386 h 689379"/>
                <a:gd name="connsiteX149-43787" fmla="*/ 932278 w 3024845"/>
                <a:gd name="connsiteY149-43788" fmla="*/ 252928 h 689379"/>
                <a:gd name="connsiteX150-43789" fmla="*/ 938358 w 3024845"/>
                <a:gd name="connsiteY150-43790" fmla="*/ 211854 h 689379"/>
                <a:gd name="connsiteX151-43791" fmla="*/ 939118 w 3024845"/>
                <a:gd name="connsiteY151-43792" fmla="*/ 211584 h 689379"/>
                <a:gd name="connsiteX152-43793" fmla="*/ 944438 w 3024845"/>
                <a:gd name="connsiteY152-43794" fmla="*/ 209692 h 689379"/>
                <a:gd name="connsiteX153-43795" fmla="*/ 946465 w 3024845"/>
                <a:gd name="connsiteY153-43796" fmla="*/ 140515 h 689379"/>
                <a:gd name="connsiteX154-43797" fmla="*/ 948492 w 3024845"/>
                <a:gd name="connsiteY154-43798" fmla="*/ 209692 h 689379"/>
                <a:gd name="connsiteX155-43799" fmla="*/ 949252 w 3024845"/>
                <a:gd name="connsiteY155-43800" fmla="*/ 209962 h 689379"/>
                <a:gd name="connsiteX156-43801" fmla="*/ 954572 w 3024845"/>
                <a:gd name="connsiteY156-43802" fmla="*/ 211854 h 689379"/>
                <a:gd name="connsiteX157-43803" fmla="*/ 954572 w 3024845"/>
                <a:gd name="connsiteY157-43804" fmla="*/ 125383 h 689379"/>
                <a:gd name="connsiteX158-43805" fmla="*/ 958625 w 3024845"/>
                <a:gd name="connsiteY158-43806" fmla="*/ 92956 h 689379"/>
                <a:gd name="connsiteX159-43807" fmla="*/ 997132 w 3024845"/>
                <a:gd name="connsiteY159-43808" fmla="*/ 92956 h 689379"/>
                <a:gd name="connsiteX160-43809" fmla="*/ 997132 w 3024845"/>
                <a:gd name="connsiteY160-43810" fmla="*/ 125383 h 689379"/>
                <a:gd name="connsiteX161-43811" fmla="*/ 997892 w 3024845"/>
                <a:gd name="connsiteY161-43812" fmla="*/ 125383 h 689379"/>
                <a:gd name="connsiteX162-43813" fmla="*/ 1003212 w 3024845"/>
                <a:gd name="connsiteY162-43814" fmla="*/ 125383 h 689379"/>
                <a:gd name="connsiteX163-43815" fmla="*/ 1003212 w 3024845"/>
                <a:gd name="connsiteY163-43816" fmla="*/ 43235 h 689379"/>
                <a:gd name="connsiteX164-43817" fmla="*/ 1004986 w 3024845"/>
                <a:gd name="connsiteY164-43818" fmla="*/ 43235 h 689379"/>
                <a:gd name="connsiteX165-43819" fmla="*/ 1017399 w 3024845"/>
                <a:gd name="connsiteY165-43820" fmla="*/ 43235 h 689379"/>
                <a:gd name="connsiteX166-43821" fmla="*/ 1017399 w 3024845"/>
                <a:gd name="connsiteY166-43822" fmla="*/ 41344 h 689379"/>
                <a:gd name="connsiteX167-43823" fmla="*/ 1017399 w 3024845"/>
                <a:gd name="connsiteY167-43824" fmla="*/ 28103 h 689379"/>
                <a:gd name="connsiteX168-43825" fmla="*/ 1039693 w 3024845"/>
                <a:gd name="connsiteY168-43826" fmla="*/ 28103 h 689379"/>
                <a:gd name="connsiteX169-43827" fmla="*/ 1039693 w 3024845"/>
                <a:gd name="connsiteY169-43828" fmla="*/ 27022 h 689379"/>
                <a:gd name="connsiteX170-43829" fmla="*/ 1039693 w 3024845"/>
                <a:gd name="connsiteY170-43830" fmla="*/ 19456 h 689379"/>
                <a:gd name="connsiteX171-43831" fmla="*/ 1041466 w 3024845"/>
                <a:gd name="connsiteY171-43832" fmla="*/ 19456 h 689379"/>
                <a:gd name="connsiteX172-43833" fmla="*/ 1053880 w 3024845"/>
                <a:gd name="connsiteY172-43834" fmla="*/ 19456 h 689379"/>
                <a:gd name="connsiteX173-43835" fmla="*/ 1053880 w 3024845"/>
                <a:gd name="connsiteY173-43836" fmla="*/ 20537 h 689379"/>
                <a:gd name="connsiteX174-43837" fmla="*/ 1053880 w 3024845"/>
                <a:gd name="connsiteY174-43838" fmla="*/ 28103 h 689379"/>
                <a:gd name="connsiteX175-43839" fmla="*/ 1054640 w 3024845"/>
                <a:gd name="connsiteY175-43840" fmla="*/ 28103 h 689379"/>
                <a:gd name="connsiteX176-43841" fmla="*/ 1059960 w 3024845"/>
                <a:gd name="connsiteY176-43842" fmla="*/ 28103 h 689379"/>
                <a:gd name="connsiteX177-43843" fmla="*/ 1070093 w 3024845"/>
                <a:gd name="connsiteY177-43844" fmla="*/ 23779 h 689379"/>
                <a:gd name="connsiteX178-43845" fmla="*/ 1074146 w 3024845"/>
                <a:gd name="connsiteY178-43846" fmla="*/ 27022 h 689379"/>
                <a:gd name="connsiteX179-43847" fmla="*/ 1074146 w 3024845"/>
                <a:gd name="connsiteY179-43848" fmla="*/ 19456 h 689379"/>
                <a:gd name="connsiteX180-43849" fmla="*/ 1076426 w 3024845"/>
                <a:gd name="connsiteY180-43850" fmla="*/ 19456 h 689379"/>
                <a:gd name="connsiteX181-43851" fmla="*/ 1092387 w 3024845"/>
                <a:gd name="connsiteY181-43852" fmla="*/ 19456 h 689379"/>
                <a:gd name="connsiteX182-43853" fmla="*/ 1092387 w 3024845"/>
                <a:gd name="connsiteY182-43854" fmla="*/ 20537 h 689379"/>
                <a:gd name="connsiteX183-43855" fmla="*/ 1092387 w 3024845"/>
                <a:gd name="connsiteY183-43856" fmla="*/ 28103 h 689379"/>
                <a:gd name="connsiteX184-43857" fmla="*/ 1122787 w 3024845"/>
                <a:gd name="connsiteY184-43858" fmla="*/ 28103 h 689379"/>
                <a:gd name="connsiteX185-43859" fmla="*/ 1122787 w 3024845"/>
                <a:gd name="connsiteY185-43860" fmla="*/ 29724 h 689379"/>
                <a:gd name="connsiteX186-43861" fmla="*/ 1122787 w 3024845"/>
                <a:gd name="connsiteY186-43862" fmla="*/ 41074 h 689379"/>
                <a:gd name="connsiteX187-43863" fmla="*/ 1149134 w 3024845"/>
                <a:gd name="connsiteY187-43864" fmla="*/ 41074 h 689379"/>
                <a:gd name="connsiteX188-43865" fmla="*/ 1149134 w 3024845"/>
                <a:gd name="connsiteY188-43866" fmla="*/ 71338 h 689379"/>
                <a:gd name="connsiteX189-43867" fmla="*/ 1149894 w 3024845"/>
                <a:gd name="connsiteY189-43868" fmla="*/ 71338 h 689379"/>
                <a:gd name="connsiteX190-43869" fmla="*/ 1155214 w 3024845"/>
                <a:gd name="connsiteY190-43870" fmla="*/ 71338 h 689379"/>
                <a:gd name="connsiteX191-43871" fmla="*/ 1155214 w 3024845"/>
                <a:gd name="connsiteY191-43872" fmla="*/ 72419 h 689379"/>
                <a:gd name="connsiteX192-43873" fmla="*/ 1155214 w 3024845"/>
                <a:gd name="connsiteY192-43874" fmla="*/ 79986 h 689379"/>
                <a:gd name="connsiteX193-43875" fmla="*/ 1159268 w 3024845"/>
                <a:gd name="connsiteY193-43876" fmla="*/ 110250 h 689379"/>
                <a:gd name="connsiteX194-43877" fmla="*/ 1160028 w 3024845"/>
                <a:gd name="connsiteY194-43878" fmla="*/ 110250 h 689379"/>
                <a:gd name="connsiteX195-43879" fmla="*/ 1165348 w 3024845"/>
                <a:gd name="connsiteY195-43880" fmla="*/ 110250 h 689379"/>
                <a:gd name="connsiteX196-43881" fmla="*/ 1165348 w 3024845"/>
                <a:gd name="connsiteY196-43882" fmla="*/ 111061 h 689379"/>
                <a:gd name="connsiteX197-43883" fmla="*/ 1165348 w 3024845"/>
                <a:gd name="connsiteY197-43884" fmla="*/ 116736 h 689379"/>
                <a:gd name="connsiteX198-43885" fmla="*/ 1166361 w 3024845"/>
                <a:gd name="connsiteY198-43886" fmla="*/ 116736 h 689379"/>
                <a:gd name="connsiteX199-43887" fmla="*/ 1173454 w 3024845"/>
                <a:gd name="connsiteY199-43888" fmla="*/ 116736 h 689379"/>
                <a:gd name="connsiteX200-43889" fmla="*/ 1173454 w 3024845"/>
                <a:gd name="connsiteY200-43890" fmla="*/ 147001 h 689379"/>
                <a:gd name="connsiteX201-43891" fmla="*/ 1175481 w 3024845"/>
                <a:gd name="connsiteY201-43892" fmla="*/ 147001 h 689379"/>
                <a:gd name="connsiteX202-43893" fmla="*/ 1189668 w 3024845"/>
                <a:gd name="connsiteY202-43894" fmla="*/ 147001 h 689379"/>
                <a:gd name="connsiteX203-43895" fmla="*/ 1189668 w 3024845"/>
                <a:gd name="connsiteY203-43896" fmla="*/ 170780 h 689379"/>
                <a:gd name="connsiteX204-43897" fmla="*/ 1191695 w 3024845"/>
                <a:gd name="connsiteY204-43898" fmla="*/ 172401 h 689379"/>
                <a:gd name="connsiteX205-43899" fmla="*/ 1191695 w 3024845"/>
                <a:gd name="connsiteY205-43900" fmla="*/ 183751 h 689379"/>
                <a:gd name="connsiteX206-43901" fmla="*/ 1192455 w 3024845"/>
                <a:gd name="connsiteY206-43902" fmla="*/ 183751 h 689379"/>
                <a:gd name="connsiteX207-43903" fmla="*/ 1197775 w 3024845"/>
                <a:gd name="connsiteY207-43904" fmla="*/ 183751 h 689379"/>
                <a:gd name="connsiteX208-43905" fmla="*/ 1197775 w 3024845"/>
                <a:gd name="connsiteY208-43906" fmla="*/ 207530 h 689379"/>
                <a:gd name="connsiteX209-43907" fmla="*/ 1199041 w 3024845"/>
                <a:gd name="connsiteY209-43908" fmla="*/ 207530 h 689379"/>
                <a:gd name="connsiteX210-43909" fmla="*/ 1207908 w 3024845"/>
                <a:gd name="connsiteY210-43910" fmla="*/ 207530 h 689379"/>
                <a:gd name="connsiteX211-43911" fmla="*/ 1209935 w 3024845"/>
                <a:gd name="connsiteY211-43912" fmla="*/ 211584 h 689379"/>
                <a:gd name="connsiteX212-43913" fmla="*/ 1209935 w 3024845"/>
                <a:gd name="connsiteY212-43914" fmla="*/ 224825 h 689379"/>
                <a:gd name="connsiteX213-43915" fmla="*/ 1211455 w 3024845"/>
                <a:gd name="connsiteY213-43916" fmla="*/ 222933 h 689379"/>
                <a:gd name="connsiteX214-43917" fmla="*/ 1222095 w 3024845"/>
                <a:gd name="connsiteY214-43918" fmla="*/ 209692 h 689379"/>
                <a:gd name="connsiteX215-43919" fmla="*/ 1250469 w 3024845"/>
                <a:gd name="connsiteY215-43920" fmla="*/ 209692 h 689379"/>
                <a:gd name="connsiteX216-43921" fmla="*/ 1250469 w 3024845"/>
                <a:gd name="connsiteY216-43922" fmla="*/ 296163 h 689379"/>
                <a:gd name="connsiteX217-43923" fmla="*/ 1251229 w 3024845"/>
                <a:gd name="connsiteY217-43924" fmla="*/ 296163 h 689379"/>
                <a:gd name="connsiteX218-43925" fmla="*/ 1256549 w 3024845"/>
                <a:gd name="connsiteY218-43926" fmla="*/ 296163 h 689379"/>
                <a:gd name="connsiteX219-43927" fmla="*/ 1257309 w 3024845"/>
                <a:gd name="connsiteY219-43928" fmla="*/ 294812 h 689379"/>
                <a:gd name="connsiteX220-43929" fmla="*/ 1262629 w 3024845"/>
                <a:gd name="connsiteY220-43930" fmla="*/ 285354 h 689379"/>
                <a:gd name="connsiteX221-43931" fmla="*/ 1262629 w 3024845"/>
                <a:gd name="connsiteY221-43932" fmla="*/ 287246 h 689379"/>
                <a:gd name="connsiteX222-43933" fmla="*/ 1262629 w 3024845"/>
                <a:gd name="connsiteY222-43934" fmla="*/ 300487 h 689379"/>
                <a:gd name="connsiteX223-43935" fmla="*/ 1266682 w 3024845"/>
                <a:gd name="connsiteY223-43936" fmla="*/ 255090 h 689379"/>
                <a:gd name="connsiteX224-43937" fmla="*/ 1267442 w 3024845"/>
                <a:gd name="connsiteY224-43938" fmla="*/ 255090 h 689379"/>
                <a:gd name="connsiteX225-43939" fmla="*/ 1272762 w 3024845"/>
                <a:gd name="connsiteY225-43940" fmla="*/ 255090 h 689379"/>
                <a:gd name="connsiteX226-43941" fmla="*/ 1272762 w 3024845"/>
                <a:gd name="connsiteY226-43942" fmla="*/ 190236 h 689379"/>
                <a:gd name="connsiteX227-43943" fmla="*/ 1273776 w 3024845"/>
                <a:gd name="connsiteY227-43944" fmla="*/ 190236 h 689379"/>
                <a:gd name="connsiteX228-43945" fmla="*/ 1280869 w 3024845"/>
                <a:gd name="connsiteY228-43946" fmla="*/ 190236 h 689379"/>
                <a:gd name="connsiteX229-43947" fmla="*/ 1293029 w 3024845"/>
                <a:gd name="connsiteY229-43948" fmla="*/ 147001 h 689379"/>
                <a:gd name="connsiteX230-43949" fmla="*/ 1294296 w 3024845"/>
                <a:gd name="connsiteY230-43950" fmla="*/ 147001 h 689379"/>
                <a:gd name="connsiteX231-43951" fmla="*/ 1303163 w 3024845"/>
                <a:gd name="connsiteY231-43952" fmla="*/ 147001 h 689379"/>
                <a:gd name="connsiteX232-43953" fmla="*/ 1313296 w 3024845"/>
                <a:gd name="connsiteY232-43954" fmla="*/ 190236 h 689379"/>
                <a:gd name="connsiteX233-43955" fmla="*/ 1314309 w 3024845"/>
                <a:gd name="connsiteY233-43956" fmla="*/ 190236 h 689379"/>
                <a:gd name="connsiteX234-43957" fmla="*/ 1321403 w 3024845"/>
                <a:gd name="connsiteY234-43958" fmla="*/ 190236 h 689379"/>
                <a:gd name="connsiteX235-43959" fmla="*/ 1321403 w 3024845"/>
                <a:gd name="connsiteY235-43960" fmla="*/ 229148 h 689379"/>
                <a:gd name="connsiteX236-43961" fmla="*/ 1323176 w 3024845"/>
                <a:gd name="connsiteY236-43962" fmla="*/ 229148 h 689379"/>
                <a:gd name="connsiteX237-43963" fmla="*/ 1335590 w 3024845"/>
                <a:gd name="connsiteY237-43964" fmla="*/ 229148 h 689379"/>
                <a:gd name="connsiteX238-43965" fmla="*/ 1335590 w 3024845"/>
                <a:gd name="connsiteY238-43966" fmla="*/ 231310 h 689379"/>
                <a:gd name="connsiteX239-43967" fmla="*/ 1335590 w 3024845"/>
                <a:gd name="connsiteY239-43968" fmla="*/ 246442 h 689379"/>
                <a:gd name="connsiteX240-43969" fmla="*/ 1339643 w 3024845"/>
                <a:gd name="connsiteY240-43970" fmla="*/ 244281 h 689379"/>
                <a:gd name="connsiteX241-43971" fmla="*/ 1339643 w 3024845"/>
                <a:gd name="connsiteY241-43972" fmla="*/ 229148 h 689379"/>
                <a:gd name="connsiteX242-43973" fmla="*/ 1341163 w 3024845"/>
                <a:gd name="connsiteY242-43974" fmla="*/ 229148 h 689379"/>
                <a:gd name="connsiteX243-43975" fmla="*/ 1351803 w 3024845"/>
                <a:gd name="connsiteY243-43976" fmla="*/ 229148 h 689379"/>
                <a:gd name="connsiteX244-43977" fmla="*/ 1351803 w 3024845"/>
                <a:gd name="connsiteY244-43978" fmla="*/ 230769 h 689379"/>
                <a:gd name="connsiteX245-43979" fmla="*/ 1351803 w 3024845"/>
                <a:gd name="connsiteY245-43980" fmla="*/ 242119 h 689379"/>
                <a:gd name="connsiteX246-43981" fmla="*/ 1382204 w 3024845"/>
                <a:gd name="connsiteY246-43982" fmla="*/ 242119 h 689379"/>
                <a:gd name="connsiteX247-43983" fmla="*/ 1382204 w 3024845"/>
                <a:gd name="connsiteY247-43984" fmla="*/ 205369 h 689379"/>
                <a:gd name="connsiteX248-43985" fmla="*/ 1383470 w 3024845"/>
                <a:gd name="connsiteY248-43986" fmla="*/ 205369 h 689379"/>
                <a:gd name="connsiteX249-43987" fmla="*/ 1392337 w 3024845"/>
                <a:gd name="connsiteY249-43988" fmla="*/ 205369 h 689379"/>
                <a:gd name="connsiteX250-43989" fmla="*/ 1392337 w 3024845"/>
                <a:gd name="connsiteY250-43990" fmla="*/ 226986 h 689379"/>
                <a:gd name="connsiteX251-43991" fmla="*/ 1394364 w 3024845"/>
                <a:gd name="connsiteY251-43992" fmla="*/ 194560 h 689379"/>
                <a:gd name="connsiteX252-43993" fmla="*/ 1416657 w 3024845"/>
                <a:gd name="connsiteY252-43994" fmla="*/ 194560 h 689379"/>
                <a:gd name="connsiteX253-43995" fmla="*/ 1416657 w 3024845"/>
                <a:gd name="connsiteY253-43996" fmla="*/ 192938 h 689379"/>
                <a:gd name="connsiteX254-43997" fmla="*/ 1416657 w 3024845"/>
                <a:gd name="connsiteY254-43998" fmla="*/ 181589 h 689379"/>
                <a:gd name="connsiteX255-43999" fmla="*/ 1417417 w 3024845"/>
                <a:gd name="connsiteY255-44000" fmla="*/ 181589 h 689379"/>
                <a:gd name="connsiteX256-44001" fmla="*/ 1422737 w 3024845"/>
                <a:gd name="connsiteY256-44002" fmla="*/ 181589 h 689379"/>
                <a:gd name="connsiteX257-44003" fmla="*/ 1422737 w 3024845"/>
                <a:gd name="connsiteY257-44004" fmla="*/ 179698 h 689379"/>
                <a:gd name="connsiteX258-44005" fmla="*/ 1422737 w 3024845"/>
                <a:gd name="connsiteY258-44006" fmla="*/ 166457 h 689379"/>
                <a:gd name="connsiteX259-44007" fmla="*/ 1426791 w 3024845"/>
                <a:gd name="connsiteY259-44008" fmla="*/ 172942 h 689379"/>
                <a:gd name="connsiteX260-44009" fmla="*/ 1429071 w 3024845"/>
                <a:gd name="connsiteY260-44010" fmla="*/ 172942 h 689379"/>
                <a:gd name="connsiteX261-44011" fmla="*/ 1445031 w 3024845"/>
                <a:gd name="connsiteY261-44012" fmla="*/ 172942 h 689379"/>
                <a:gd name="connsiteX262-44013" fmla="*/ 1445031 w 3024845"/>
                <a:gd name="connsiteY262-44014" fmla="*/ 172131 h 689379"/>
                <a:gd name="connsiteX263-44015" fmla="*/ 1445031 w 3024845"/>
                <a:gd name="connsiteY263-44016" fmla="*/ 166457 h 689379"/>
                <a:gd name="connsiteX264-44017" fmla="*/ 1445791 w 3024845"/>
                <a:gd name="connsiteY264-44018" fmla="*/ 166457 h 689379"/>
                <a:gd name="connsiteX265-44019" fmla="*/ 1451111 w 3024845"/>
                <a:gd name="connsiteY265-44020" fmla="*/ 166457 h 689379"/>
                <a:gd name="connsiteX266-44021" fmla="*/ 1451111 w 3024845"/>
                <a:gd name="connsiteY266-44022" fmla="*/ 167808 h 689379"/>
                <a:gd name="connsiteX267-44023" fmla="*/ 1451111 w 3024845"/>
                <a:gd name="connsiteY267-44024" fmla="*/ 177266 h 689379"/>
                <a:gd name="connsiteX268-44025" fmla="*/ 1489618 w 3024845"/>
                <a:gd name="connsiteY268-44026" fmla="*/ 177266 h 689379"/>
                <a:gd name="connsiteX269-44027" fmla="*/ 1489618 w 3024845"/>
                <a:gd name="connsiteY269-44028" fmla="*/ 315619 h 689379"/>
                <a:gd name="connsiteX270-44029" fmla="*/ 1491138 w 3024845"/>
                <a:gd name="connsiteY270-44030" fmla="*/ 315619 h 689379"/>
                <a:gd name="connsiteX271-44031" fmla="*/ 1501778 w 3024845"/>
                <a:gd name="connsiteY271-44032" fmla="*/ 315619 h 689379"/>
                <a:gd name="connsiteX272-44033" fmla="*/ 1501778 w 3024845"/>
                <a:gd name="connsiteY272-44034" fmla="*/ 302649 h 689379"/>
                <a:gd name="connsiteX273-44035" fmla="*/ 1505832 w 3024845"/>
                <a:gd name="connsiteY273-44036" fmla="*/ 302649 h 689379"/>
                <a:gd name="connsiteX274-44037" fmla="*/ 1505832 w 3024845"/>
                <a:gd name="connsiteY274-44038" fmla="*/ 315619 h 689379"/>
                <a:gd name="connsiteX275-44039" fmla="*/ 1536232 w 3024845"/>
                <a:gd name="connsiteY275-44040" fmla="*/ 315619 h 689379"/>
                <a:gd name="connsiteX276-44041" fmla="*/ 1536232 w 3024845"/>
                <a:gd name="connsiteY276-44042" fmla="*/ 285354 h 689379"/>
                <a:gd name="connsiteX277-44043" fmla="*/ 1548392 w 3024845"/>
                <a:gd name="connsiteY277-44044" fmla="*/ 285354 h 689379"/>
                <a:gd name="connsiteX278-44045" fmla="*/ 1560552 w 3024845"/>
                <a:gd name="connsiteY278-44046" fmla="*/ 283193 h 689379"/>
                <a:gd name="connsiteX279-44047" fmla="*/ 1564606 w 3024845"/>
                <a:gd name="connsiteY279-44048" fmla="*/ 285354 h 689379"/>
                <a:gd name="connsiteX280-44049" fmla="*/ 1574739 w 3024845"/>
                <a:gd name="connsiteY280-44050" fmla="*/ 285354 h 689379"/>
                <a:gd name="connsiteX281-44051" fmla="*/ 1574739 w 3024845"/>
                <a:gd name="connsiteY281-44052" fmla="*/ 315619 h 689379"/>
                <a:gd name="connsiteX282-44053" fmla="*/ 1582846 w 3024845"/>
                <a:gd name="connsiteY282-44054" fmla="*/ 315619 h 689379"/>
                <a:gd name="connsiteX283-44055" fmla="*/ 1582846 w 3024845"/>
                <a:gd name="connsiteY283-44056" fmla="*/ 332914 h 689379"/>
                <a:gd name="connsiteX284-44057" fmla="*/ 1592182 w 3024845"/>
                <a:gd name="connsiteY284-44058" fmla="*/ 333819 h 689379"/>
                <a:gd name="connsiteX285-44059" fmla="*/ 1605140 w 3024845"/>
                <a:gd name="connsiteY285-44060" fmla="*/ 333819 h 689379"/>
                <a:gd name="connsiteX286-44061" fmla="*/ 1605140 w 3024845"/>
                <a:gd name="connsiteY286-44062" fmla="*/ 317781 h 689379"/>
                <a:gd name="connsiteX287-44063" fmla="*/ 1673096 w 3024845"/>
                <a:gd name="connsiteY287-44064" fmla="*/ 317781 h 689379"/>
                <a:gd name="connsiteX288-44065" fmla="*/ 1673096 w 3024845"/>
                <a:gd name="connsiteY288-44066" fmla="*/ 232528 h 689379"/>
                <a:gd name="connsiteX289-44067" fmla="*/ 1745104 w 3024845"/>
                <a:gd name="connsiteY289-44068" fmla="*/ 232528 h 689379"/>
                <a:gd name="connsiteX290-44069" fmla="*/ 1745104 w 3024845"/>
                <a:gd name="connsiteY290-44070" fmla="*/ 311296 h 689379"/>
                <a:gd name="connsiteX291-44071" fmla="*/ 1747008 w 3024845"/>
                <a:gd name="connsiteY291-44072" fmla="*/ 311296 h 689379"/>
                <a:gd name="connsiteX292-44073" fmla="*/ 1748250 w 3024845"/>
                <a:gd name="connsiteY292-44074" fmla="*/ 333819 h 689379"/>
                <a:gd name="connsiteX293-44075" fmla="*/ 1757926 w 3024845"/>
                <a:gd name="connsiteY293-44076" fmla="*/ 333819 h 689379"/>
                <a:gd name="connsiteX294-44077" fmla="*/ 1759168 w 3024845"/>
                <a:gd name="connsiteY294-44078" fmla="*/ 311296 h 689379"/>
                <a:gd name="connsiteX295-44079" fmla="*/ 1765248 w 3024845"/>
                <a:gd name="connsiteY295-44080" fmla="*/ 311296 h 689379"/>
                <a:gd name="connsiteX296-44081" fmla="*/ 1766490 w 3024845"/>
                <a:gd name="connsiteY296-44082" fmla="*/ 333819 h 689379"/>
                <a:gd name="connsiteX297-44083" fmla="*/ 1817112 w 3024845"/>
                <a:gd name="connsiteY297-44084" fmla="*/ 333819 h 689379"/>
                <a:gd name="connsiteX298-44085" fmla="*/ 1817112 w 3024845"/>
                <a:gd name="connsiteY298-44086" fmla="*/ 170791 h 689379"/>
                <a:gd name="connsiteX299-44087" fmla="*/ 2014439 w 3024845"/>
                <a:gd name="connsiteY299-44088" fmla="*/ 170791 h 689379"/>
                <a:gd name="connsiteX300-44089" fmla="*/ 2014439 w 3024845"/>
                <a:gd name="connsiteY300-44090" fmla="*/ 333819 h 689379"/>
                <a:gd name="connsiteX301-44091" fmla="*/ 2033136 w 3024845"/>
                <a:gd name="connsiteY301-44092" fmla="*/ 333819 h 689379"/>
                <a:gd name="connsiteX302-44093" fmla="*/ 2033136 w 3024845"/>
                <a:gd name="connsiteY302-44094" fmla="*/ 251126 h 689379"/>
                <a:gd name="connsiteX303-44095" fmla="*/ 2128256 w 3024845"/>
                <a:gd name="connsiteY303-44096" fmla="*/ 251126 h 689379"/>
                <a:gd name="connsiteX304-44097" fmla="*/ 2180720 w 3024845"/>
                <a:gd name="connsiteY304-44098" fmla="*/ 185913 h 689379"/>
                <a:gd name="connsiteX305-44099" fmla="*/ 2245574 w 3024845"/>
                <a:gd name="connsiteY305-44100" fmla="*/ 185913 h 689379"/>
                <a:gd name="connsiteX306-44101" fmla="*/ 2245574 w 3024845"/>
                <a:gd name="connsiteY306-44102" fmla="*/ 261575 h 689379"/>
                <a:gd name="connsiteX307-44103" fmla="*/ 2253681 w 3024845"/>
                <a:gd name="connsiteY307-44104" fmla="*/ 261575 h 689379"/>
                <a:gd name="connsiteX308-44105" fmla="*/ 2255708 w 3024845"/>
                <a:gd name="connsiteY308-44106" fmla="*/ 255090 h 689379"/>
                <a:gd name="connsiteX309-44107" fmla="*/ 2261788 w 3024845"/>
                <a:gd name="connsiteY309-44108" fmla="*/ 255090 h 689379"/>
                <a:gd name="connsiteX310-44109" fmla="*/ 2263815 w 3024845"/>
                <a:gd name="connsiteY310-44110" fmla="*/ 263737 h 689379"/>
                <a:gd name="connsiteX311-44111" fmla="*/ 2275975 w 3024845"/>
                <a:gd name="connsiteY311-44112" fmla="*/ 263737 h 689379"/>
                <a:gd name="connsiteX312-44113" fmla="*/ 2275975 w 3024845"/>
                <a:gd name="connsiteY312-44114" fmla="*/ 257251 h 689379"/>
                <a:gd name="connsiteX313-44115" fmla="*/ 2298268 w 3024845"/>
                <a:gd name="connsiteY313-44116" fmla="*/ 257251 h 689379"/>
                <a:gd name="connsiteX314-44117" fmla="*/ 2298268 w 3024845"/>
                <a:gd name="connsiteY314-44118" fmla="*/ 263737 h 689379"/>
                <a:gd name="connsiteX315-44119" fmla="*/ 2318535 w 3024845"/>
                <a:gd name="connsiteY315-44120" fmla="*/ 263737 h 689379"/>
                <a:gd name="connsiteX316-44121" fmla="*/ 2318535 w 3024845"/>
                <a:gd name="connsiteY316-44122" fmla="*/ 309134 h 689379"/>
                <a:gd name="connsiteX317-44123" fmla="*/ 2332722 w 3024845"/>
                <a:gd name="connsiteY317-44124" fmla="*/ 309134 h 689379"/>
                <a:gd name="connsiteX318-44125" fmla="*/ 2332722 w 3024845"/>
                <a:gd name="connsiteY318-44126" fmla="*/ 296163 h 689379"/>
                <a:gd name="connsiteX319-44127" fmla="*/ 2348936 w 3024845"/>
                <a:gd name="connsiteY319-44128" fmla="*/ 296163 h 689379"/>
                <a:gd name="connsiteX320-44129" fmla="*/ 2348936 w 3024845"/>
                <a:gd name="connsiteY320-44130" fmla="*/ 116736 h 689379"/>
                <a:gd name="connsiteX321-44131" fmla="*/ 2355016 w 3024845"/>
                <a:gd name="connsiteY321-44132" fmla="*/ 110250 h 689379"/>
                <a:gd name="connsiteX322-44133" fmla="*/ 2427977 w 3024845"/>
                <a:gd name="connsiteY322-44134" fmla="*/ 110250 h 689379"/>
                <a:gd name="connsiteX323-44135" fmla="*/ 2427977 w 3024845"/>
                <a:gd name="connsiteY323-44136" fmla="*/ 118898 h 689379"/>
                <a:gd name="connsiteX324-44137" fmla="*/ 2438110 w 3024845"/>
                <a:gd name="connsiteY324-44138" fmla="*/ 118898 h 689379"/>
                <a:gd name="connsiteX325-44139" fmla="*/ 2438110 w 3024845"/>
                <a:gd name="connsiteY325-44140" fmla="*/ 233472 h 689379"/>
                <a:gd name="connsiteX326-44141" fmla="*/ 2460404 w 3024845"/>
                <a:gd name="connsiteY326-44142" fmla="*/ 233472 h 689379"/>
                <a:gd name="connsiteX327-44143" fmla="*/ 2460404 w 3024845"/>
                <a:gd name="connsiteY327-44144" fmla="*/ 166457 h 689379"/>
                <a:gd name="connsiteX328-44145" fmla="*/ 2486751 w 3024845"/>
                <a:gd name="connsiteY328-44146" fmla="*/ 166457 h 689379"/>
                <a:gd name="connsiteX329-44147" fmla="*/ 2490804 w 3024845"/>
                <a:gd name="connsiteY329-44148" fmla="*/ 162133 h 689379"/>
                <a:gd name="connsiteX330-44149" fmla="*/ 2498911 w 3024845"/>
                <a:gd name="connsiteY330-44150" fmla="*/ 162133 h 689379"/>
                <a:gd name="connsiteX331-44151" fmla="*/ 2502964 w 3024845"/>
                <a:gd name="connsiteY331-44152" fmla="*/ 166457 h 689379"/>
                <a:gd name="connsiteX332-44153" fmla="*/ 2525258 w 3024845"/>
                <a:gd name="connsiteY332-44154" fmla="*/ 166457 h 689379"/>
                <a:gd name="connsiteX333-44155" fmla="*/ 2525258 w 3024845"/>
                <a:gd name="connsiteY333-44156" fmla="*/ 49721 h 689379"/>
                <a:gd name="connsiteX334-44157" fmla="*/ 2582005 w 3024845"/>
                <a:gd name="connsiteY334-44158" fmla="*/ 38912 h 689379"/>
                <a:gd name="connsiteX335-44159" fmla="*/ 2582005 w 3024845"/>
                <a:gd name="connsiteY335-44160" fmla="*/ 39993 h 689379"/>
                <a:gd name="connsiteX336-44161" fmla="*/ 2582005 w 3024845"/>
                <a:gd name="connsiteY336-44162" fmla="*/ 47559 h 689379"/>
                <a:gd name="connsiteX337-44163" fmla="*/ 2608352 w 3024845"/>
                <a:gd name="connsiteY337-44164" fmla="*/ 47559 h 689379"/>
                <a:gd name="connsiteX338-44165" fmla="*/ 2608352 w 3024845"/>
                <a:gd name="connsiteY338-44166" fmla="*/ 302649 h 689379"/>
                <a:gd name="connsiteX339-44167" fmla="*/ 2630646 w 3024845"/>
                <a:gd name="connsiteY339-44168" fmla="*/ 302649 h 689379"/>
                <a:gd name="connsiteX340-44169" fmla="*/ 2630646 w 3024845"/>
                <a:gd name="connsiteY340-44170" fmla="*/ 298325 h 689379"/>
                <a:gd name="connsiteX341-44171" fmla="*/ 2642806 w 3024845"/>
                <a:gd name="connsiteY341-44172" fmla="*/ 298325 h 689379"/>
                <a:gd name="connsiteX342-44173" fmla="*/ 2642806 w 3024845"/>
                <a:gd name="connsiteY342-44174" fmla="*/ 302649 h 689379"/>
                <a:gd name="connsiteX343-44175" fmla="*/ 2667126 w 3024845"/>
                <a:gd name="connsiteY343-44176" fmla="*/ 302649 h 689379"/>
                <a:gd name="connsiteX344-44177" fmla="*/ 2667126 w 3024845"/>
                <a:gd name="connsiteY344-44178" fmla="*/ 289678 h 689379"/>
                <a:gd name="connsiteX345-44179" fmla="*/ 2695500 w 3024845"/>
                <a:gd name="connsiteY345-44180" fmla="*/ 289678 h 689379"/>
                <a:gd name="connsiteX346-44181" fmla="*/ 2707660 w 3024845"/>
                <a:gd name="connsiteY346-44182" fmla="*/ 285354 h 689379"/>
                <a:gd name="connsiteX347-44183" fmla="*/ 2727927 w 3024845"/>
                <a:gd name="connsiteY347-44184" fmla="*/ 289678 h 689379"/>
                <a:gd name="connsiteX348-44185" fmla="*/ 2727927 w 3024845"/>
                <a:gd name="connsiteY348-44186" fmla="*/ 272384 h 689379"/>
                <a:gd name="connsiteX349-44187" fmla="*/ 2736034 w 3024845"/>
                <a:gd name="connsiteY349-44188" fmla="*/ 272384 h 689379"/>
                <a:gd name="connsiteX350-44189" fmla="*/ 2736034 w 3024845"/>
                <a:gd name="connsiteY350-44190" fmla="*/ 259413 h 689379"/>
                <a:gd name="connsiteX351-44191" fmla="*/ 2792781 w 3024845"/>
                <a:gd name="connsiteY351-44192" fmla="*/ 259413 h 689379"/>
                <a:gd name="connsiteX352-44193" fmla="*/ 2792781 w 3024845"/>
                <a:gd name="connsiteY352-44194" fmla="*/ 229148 h 689379"/>
                <a:gd name="connsiteX353-44195" fmla="*/ 2811021 w 3024845"/>
                <a:gd name="connsiteY353-44196" fmla="*/ 229148 h 689379"/>
                <a:gd name="connsiteX354-44197" fmla="*/ 2811021 w 3024845"/>
                <a:gd name="connsiteY354-44198" fmla="*/ 222663 h 689379"/>
                <a:gd name="connsiteX355-44199" fmla="*/ 2823181 w 3024845"/>
                <a:gd name="connsiteY355-44200" fmla="*/ 222663 h 689379"/>
                <a:gd name="connsiteX356-44201" fmla="*/ 2823181 w 3024845"/>
                <a:gd name="connsiteY356-44202" fmla="*/ 229148 h 689379"/>
                <a:gd name="connsiteX357-44203" fmla="*/ 2839395 w 3024845"/>
                <a:gd name="connsiteY357-44204" fmla="*/ 229148 h 689379"/>
                <a:gd name="connsiteX358-44205" fmla="*/ 2839395 w 3024845"/>
                <a:gd name="connsiteY358-44206" fmla="*/ 278869 h 689379"/>
                <a:gd name="connsiteX359-44207" fmla="*/ 2871822 w 3024845"/>
                <a:gd name="connsiteY359-44208" fmla="*/ 278869 h 689379"/>
                <a:gd name="connsiteX360-44209" fmla="*/ 2871822 w 3024845"/>
                <a:gd name="connsiteY360-44210" fmla="*/ 252928 h 689379"/>
                <a:gd name="connsiteX361-44211" fmla="*/ 2910329 w 3024845"/>
                <a:gd name="connsiteY361-44212" fmla="*/ 252928 h 689379"/>
                <a:gd name="connsiteX362-44213" fmla="*/ 2910329 w 3024845"/>
                <a:gd name="connsiteY362-44214" fmla="*/ 222663 h 689379"/>
                <a:gd name="connsiteX363-44215" fmla="*/ 2958970 w 3024845"/>
                <a:gd name="connsiteY363-44216" fmla="*/ 222663 h 689379"/>
                <a:gd name="connsiteX364-44217" fmla="*/ 2958970 w 3024845"/>
                <a:gd name="connsiteY364-44218" fmla="*/ 333819 h 689379"/>
                <a:gd name="connsiteX365-44219" fmla="*/ 2958970 w 3024845"/>
                <a:gd name="connsiteY365-44220" fmla="*/ 347598 h 689379"/>
                <a:gd name="connsiteX366-44221" fmla="*/ 3024845 w 3024845"/>
                <a:gd name="connsiteY366-44222" fmla="*/ 347598 h 689379"/>
                <a:gd name="connsiteX367-44223" fmla="*/ 3024845 w 3024845"/>
                <a:gd name="connsiteY367-44224" fmla="*/ 689379 h 689379"/>
                <a:gd name="connsiteX368-44225" fmla="*/ 2054 w 3024845"/>
                <a:gd name="connsiteY368-44226" fmla="*/ 687046 h 689379"/>
                <a:gd name="connsiteX369-44227" fmla="*/ 0 w 3024845"/>
                <a:gd name="connsiteY369-44228" fmla="*/ 252928 h 689379"/>
                <a:gd name="connsiteX370-44229" fmla="*/ 20267 w 3024845"/>
                <a:gd name="connsiteY370-44230" fmla="*/ 252928 h 689379"/>
                <a:gd name="connsiteX371-44231" fmla="*/ 20774 w 3024845"/>
                <a:gd name="connsiteY371-44232" fmla="*/ 251847 h 689379"/>
                <a:gd name="connsiteX372-44233" fmla="*/ 24320 w 3024845"/>
                <a:gd name="connsiteY372-44234" fmla="*/ 244281 h 689379"/>
                <a:gd name="connsiteX373-44235" fmla="*/ 26094 w 3024845"/>
                <a:gd name="connsiteY373-44236" fmla="*/ 244551 h 689379"/>
                <a:gd name="connsiteX374-44237" fmla="*/ 38507 w 3024845"/>
                <a:gd name="connsiteY374-44238" fmla="*/ 246442 h 689379"/>
                <a:gd name="connsiteX375-44239" fmla="*/ 39014 w 3024845"/>
                <a:gd name="connsiteY375-44240" fmla="*/ 247794 h 689379"/>
                <a:gd name="connsiteX376-44241" fmla="*/ 42560 w 3024845"/>
                <a:gd name="connsiteY376-44242" fmla="*/ 257251 h 689379"/>
                <a:gd name="connsiteX377-44243" fmla="*/ 68907 w 3024845"/>
                <a:gd name="connsiteY377-44244" fmla="*/ 259413 h 689379"/>
                <a:gd name="connsiteX378-44245" fmla="*/ 68907 w 3024845"/>
                <a:gd name="connsiteY378-44246" fmla="*/ 136192 h 689379"/>
                <a:gd name="connsiteX379-44247" fmla="*/ 70934 w 3024845"/>
                <a:gd name="connsiteY379-44248" fmla="*/ 136192 h 689379"/>
                <a:gd name="connsiteX380-44249" fmla="*/ 85121 w 3024845"/>
                <a:gd name="connsiteY380-44250" fmla="*/ 136192 h 689379"/>
                <a:gd name="connsiteX381-44251" fmla="*/ 85121 w 3024845"/>
                <a:gd name="connsiteY381-44252" fmla="*/ 0 h 689379"/>
                <a:gd name="connsiteX382-44253" fmla="*/ 86894 w 3024845"/>
                <a:gd name="connsiteY382-44254" fmla="*/ 0 h 689379"/>
                <a:gd name="connsiteX383-44255" fmla="*/ 99308 w 3024845"/>
                <a:gd name="connsiteY383-44256" fmla="*/ 0 h 689379"/>
                <a:gd name="connsiteX0-44257" fmla="*/ 99308 w 3024845"/>
                <a:gd name="connsiteY0-44258" fmla="*/ 0 h 689379"/>
                <a:gd name="connsiteX1-44259" fmla="*/ 220909 w 3024845"/>
                <a:gd name="connsiteY1-44260" fmla="*/ 0 h 689379"/>
                <a:gd name="connsiteX2-44261" fmla="*/ 223189 w 3024845"/>
                <a:gd name="connsiteY2-44262" fmla="*/ 0 h 689379"/>
                <a:gd name="connsiteX3-44263" fmla="*/ 239150 w 3024845"/>
                <a:gd name="connsiteY3-44264" fmla="*/ 0 h 689379"/>
                <a:gd name="connsiteX4-44265" fmla="*/ 239150 w 3024845"/>
                <a:gd name="connsiteY4-44266" fmla="*/ 140515 h 689379"/>
                <a:gd name="connsiteX5-44267" fmla="*/ 240670 w 3024845"/>
                <a:gd name="connsiteY5-44268" fmla="*/ 140245 h 689379"/>
                <a:gd name="connsiteX6-44269" fmla="*/ 251310 w 3024845"/>
                <a:gd name="connsiteY6-44270" fmla="*/ 138354 h 689379"/>
                <a:gd name="connsiteX7-44271" fmla="*/ 249283 w 3024845"/>
                <a:gd name="connsiteY7-44272" fmla="*/ 226986 h 689379"/>
                <a:gd name="connsiteX8-44273" fmla="*/ 250803 w 3024845"/>
                <a:gd name="connsiteY8-44274" fmla="*/ 227257 h 689379"/>
                <a:gd name="connsiteX9-44275" fmla="*/ 261443 w 3024845"/>
                <a:gd name="connsiteY9-44276" fmla="*/ 229148 h 689379"/>
                <a:gd name="connsiteX10-44277" fmla="*/ 261696 w 3024845"/>
                <a:gd name="connsiteY10-44278" fmla="*/ 229959 h 689379"/>
                <a:gd name="connsiteX11-44279" fmla="*/ 263470 w 3024845"/>
                <a:gd name="connsiteY11-44280" fmla="*/ 235634 h 689379"/>
                <a:gd name="connsiteX12-44281" fmla="*/ 264230 w 3024845"/>
                <a:gd name="connsiteY12-44282" fmla="*/ 233202 h 689379"/>
                <a:gd name="connsiteX13-44283" fmla="*/ 269550 w 3024845"/>
                <a:gd name="connsiteY13-44284" fmla="*/ 216178 h 689379"/>
                <a:gd name="connsiteX14-44285" fmla="*/ 271323 w 3024845"/>
                <a:gd name="connsiteY14-44286" fmla="*/ 216178 h 689379"/>
                <a:gd name="connsiteX15-44287" fmla="*/ 283737 w 3024845"/>
                <a:gd name="connsiteY15-44288" fmla="*/ 216178 h 689379"/>
                <a:gd name="connsiteX16-44289" fmla="*/ 283737 w 3024845"/>
                <a:gd name="connsiteY16-44290" fmla="*/ 248604 h 689379"/>
                <a:gd name="connsiteX17-44291" fmla="*/ 284750 w 3024845"/>
                <a:gd name="connsiteY17-44292" fmla="*/ 249145 h 689379"/>
                <a:gd name="connsiteX18-44293" fmla="*/ 291844 w 3024845"/>
                <a:gd name="connsiteY18-44294" fmla="*/ 252928 h 689379"/>
                <a:gd name="connsiteX19-44295" fmla="*/ 291844 w 3024845"/>
                <a:gd name="connsiteY19-44296" fmla="*/ 254279 h 689379"/>
                <a:gd name="connsiteX20-44297" fmla="*/ 291844 w 3024845"/>
                <a:gd name="connsiteY20-44298" fmla="*/ 263737 h 689379"/>
                <a:gd name="connsiteX21-44299" fmla="*/ 336431 w 3024845"/>
                <a:gd name="connsiteY21-44300" fmla="*/ 263737 h 689379"/>
                <a:gd name="connsiteX22-44301" fmla="*/ 336431 w 3024845"/>
                <a:gd name="connsiteY22-44302" fmla="*/ 264818 h 689379"/>
                <a:gd name="connsiteX23-44303" fmla="*/ 336431 w 3024845"/>
                <a:gd name="connsiteY23-44304" fmla="*/ 272384 h 689379"/>
                <a:gd name="connsiteX24-44305" fmla="*/ 338457 w 3024845"/>
                <a:gd name="connsiteY24-44306" fmla="*/ 272384 h 689379"/>
                <a:gd name="connsiteX25-44307" fmla="*/ 352644 w 3024845"/>
                <a:gd name="connsiteY25-44308" fmla="*/ 272384 h 689379"/>
                <a:gd name="connsiteX26-44309" fmla="*/ 352644 w 3024845"/>
                <a:gd name="connsiteY26-44310" fmla="*/ 242119 h 689379"/>
                <a:gd name="connsiteX27-44311" fmla="*/ 397231 w 3024845"/>
                <a:gd name="connsiteY27-44312" fmla="*/ 242119 h 689379"/>
                <a:gd name="connsiteX28-44313" fmla="*/ 397231 w 3024845"/>
                <a:gd name="connsiteY28-44314" fmla="*/ 240768 h 689379"/>
                <a:gd name="connsiteX29-44315" fmla="*/ 397231 w 3024845"/>
                <a:gd name="connsiteY29-44316" fmla="*/ 231310 h 689379"/>
                <a:gd name="connsiteX30-44317" fmla="*/ 398245 w 3024845"/>
                <a:gd name="connsiteY30-44318" fmla="*/ 231310 h 689379"/>
                <a:gd name="connsiteX31-44319" fmla="*/ 405338 w 3024845"/>
                <a:gd name="connsiteY31-44320" fmla="*/ 231310 h 689379"/>
                <a:gd name="connsiteX32-44321" fmla="*/ 405338 w 3024845"/>
                <a:gd name="connsiteY32-44322" fmla="*/ 229419 h 689379"/>
                <a:gd name="connsiteX33-44323" fmla="*/ 405338 w 3024845"/>
                <a:gd name="connsiteY33-44324" fmla="*/ 216178 h 689379"/>
                <a:gd name="connsiteX34-44325" fmla="*/ 406098 w 3024845"/>
                <a:gd name="connsiteY34-44326" fmla="*/ 216178 h 689379"/>
                <a:gd name="connsiteX35-44327" fmla="*/ 411418 w 3024845"/>
                <a:gd name="connsiteY35-44328" fmla="*/ 216178 h 689379"/>
                <a:gd name="connsiteX36-44329" fmla="*/ 411418 w 3024845"/>
                <a:gd name="connsiteY36-44330" fmla="*/ 215097 h 689379"/>
                <a:gd name="connsiteX37-44331" fmla="*/ 411418 w 3024845"/>
                <a:gd name="connsiteY37-44332" fmla="*/ 207530 h 689379"/>
                <a:gd name="connsiteX38-44333" fmla="*/ 413445 w 3024845"/>
                <a:gd name="connsiteY38-44334" fmla="*/ 207530 h 689379"/>
                <a:gd name="connsiteX39-44335" fmla="*/ 427632 w 3024845"/>
                <a:gd name="connsiteY39-44336" fmla="*/ 207530 h 689379"/>
                <a:gd name="connsiteX40-44337" fmla="*/ 427632 w 3024845"/>
                <a:gd name="connsiteY40-44338" fmla="*/ 208611 h 689379"/>
                <a:gd name="connsiteX41-44339" fmla="*/ 427632 w 3024845"/>
                <a:gd name="connsiteY41-44340" fmla="*/ 216178 h 689379"/>
                <a:gd name="connsiteX42-44341" fmla="*/ 449925 w 3024845"/>
                <a:gd name="connsiteY42-44342" fmla="*/ 216178 h 689379"/>
                <a:gd name="connsiteX43-44343" fmla="*/ 449925 w 3024845"/>
                <a:gd name="connsiteY43-44344" fmla="*/ 214286 h 689379"/>
                <a:gd name="connsiteX44-44345" fmla="*/ 449925 w 3024845"/>
                <a:gd name="connsiteY44-44346" fmla="*/ 201045 h 689379"/>
                <a:gd name="connsiteX45-44347" fmla="*/ 451699 w 3024845"/>
                <a:gd name="connsiteY45-44348" fmla="*/ 201045 h 689379"/>
                <a:gd name="connsiteX46-44349" fmla="*/ 464112 w 3024845"/>
                <a:gd name="connsiteY46-44350" fmla="*/ 201045 h 689379"/>
                <a:gd name="connsiteX47-44351" fmla="*/ 464112 w 3024845"/>
                <a:gd name="connsiteY47-44352" fmla="*/ 224825 h 689379"/>
                <a:gd name="connsiteX48-44353" fmla="*/ 465126 w 3024845"/>
                <a:gd name="connsiteY48-44354" fmla="*/ 224825 h 689379"/>
                <a:gd name="connsiteX49-44355" fmla="*/ 472219 w 3024845"/>
                <a:gd name="connsiteY49-44356" fmla="*/ 224825 h 689379"/>
                <a:gd name="connsiteX50-44357" fmla="*/ 472219 w 3024845"/>
                <a:gd name="connsiteY50-44358" fmla="*/ 223744 h 689379"/>
                <a:gd name="connsiteX51-44359" fmla="*/ 472219 w 3024845"/>
                <a:gd name="connsiteY51-44360" fmla="*/ 216178 h 689379"/>
                <a:gd name="connsiteX52-44361" fmla="*/ 473992 w 3024845"/>
                <a:gd name="connsiteY52-44362" fmla="*/ 216178 h 689379"/>
                <a:gd name="connsiteX53-44363" fmla="*/ 486406 w 3024845"/>
                <a:gd name="connsiteY53-44364" fmla="*/ 216178 h 689379"/>
                <a:gd name="connsiteX54-44365" fmla="*/ 486406 w 3024845"/>
                <a:gd name="connsiteY54-44366" fmla="*/ 242119 h 689379"/>
                <a:gd name="connsiteX55-44367" fmla="*/ 488433 w 3024845"/>
                <a:gd name="connsiteY55-44368" fmla="*/ 242119 h 689379"/>
                <a:gd name="connsiteX56-44369" fmla="*/ 502619 w 3024845"/>
                <a:gd name="connsiteY56-44370" fmla="*/ 242119 h 689379"/>
                <a:gd name="connsiteX57-44371" fmla="*/ 502619 w 3024845"/>
                <a:gd name="connsiteY57-44372" fmla="*/ 243740 h 689379"/>
                <a:gd name="connsiteX58-44373" fmla="*/ 502619 w 3024845"/>
                <a:gd name="connsiteY58-44374" fmla="*/ 255090 h 689379"/>
                <a:gd name="connsiteX59-44375" fmla="*/ 503379 w 3024845"/>
                <a:gd name="connsiteY59-44376" fmla="*/ 255090 h 689379"/>
                <a:gd name="connsiteX60-44377" fmla="*/ 508700 w 3024845"/>
                <a:gd name="connsiteY60-44378" fmla="*/ 255090 h 689379"/>
                <a:gd name="connsiteX61-44379" fmla="*/ 508700 w 3024845"/>
                <a:gd name="connsiteY61-44380" fmla="*/ 254279 h 689379"/>
                <a:gd name="connsiteX62-44381" fmla="*/ 508700 w 3024845"/>
                <a:gd name="connsiteY62-44382" fmla="*/ 248604 h 689379"/>
                <a:gd name="connsiteX63-44383" fmla="*/ 539100 w 3024845"/>
                <a:gd name="connsiteY63-44384" fmla="*/ 248604 h 689379"/>
                <a:gd name="connsiteX64-44385" fmla="*/ 539100 w 3024845"/>
                <a:gd name="connsiteY64-44386" fmla="*/ 272384 h 689379"/>
                <a:gd name="connsiteX65-44387" fmla="*/ 540113 w 3024845"/>
                <a:gd name="connsiteY65-44388" fmla="*/ 272384 h 689379"/>
                <a:gd name="connsiteX66-44389" fmla="*/ 547207 w 3024845"/>
                <a:gd name="connsiteY66-44390" fmla="*/ 272384 h 689379"/>
                <a:gd name="connsiteX67-44391" fmla="*/ 547207 w 3024845"/>
                <a:gd name="connsiteY67-44392" fmla="*/ 273465 h 689379"/>
                <a:gd name="connsiteX68-44393" fmla="*/ 547207 w 3024845"/>
                <a:gd name="connsiteY68-44394" fmla="*/ 281031 h 689379"/>
                <a:gd name="connsiteX69-44395" fmla="*/ 547967 w 3024845"/>
                <a:gd name="connsiteY69-44396" fmla="*/ 281031 h 689379"/>
                <a:gd name="connsiteX70-44397" fmla="*/ 553287 w 3024845"/>
                <a:gd name="connsiteY70-44398" fmla="*/ 281031 h 689379"/>
                <a:gd name="connsiteX71-44399" fmla="*/ 553287 w 3024845"/>
                <a:gd name="connsiteY71-44400" fmla="*/ 278869 h 689379"/>
                <a:gd name="connsiteX72-44401" fmla="*/ 553287 w 3024845"/>
                <a:gd name="connsiteY72-44402" fmla="*/ 263737 h 689379"/>
                <a:gd name="connsiteX73-44403" fmla="*/ 554300 w 3024845"/>
                <a:gd name="connsiteY73-44404" fmla="*/ 263737 h 689379"/>
                <a:gd name="connsiteX74-44405" fmla="*/ 561394 w 3024845"/>
                <a:gd name="connsiteY74-44406" fmla="*/ 263737 h 689379"/>
                <a:gd name="connsiteX75-44407" fmla="*/ 561394 w 3024845"/>
                <a:gd name="connsiteY75-44408" fmla="*/ 264818 h 689379"/>
                <a:gd name="connsiteX76-44409" fmla="*/ 561394 w 3024845"/>
                <a:gd name="connsiteY76-44410" fmla="*/ 272384 h 689379"/>
                <a:gd name="connsiteX77-44411" fmla="*/ 566714 w 3024845"/>
                <a:gd name="connsiteY77-44412" fmla="*/ 270391 h 689379"/>
                <a:gd name="connsiteX78-44413" fmla="*/ 567474 w 3024845"/>
                <a:gd name="connsiteY78-44414" fmla="*/ 269411 h 689379"/>
                <a:gd name="connsiteX79-44415" fmla="*/ 567474 w 3024845"/>
                <a:gd name="connsiteY79-44416" fmla="*/ 263737 h 689379"/>
                <a:gd name="connsiteX80-44417" fmla="*/ 605981 w 3024845"/>
                <a:gd name="connsiteY80-44418" fmla="*/ 263737 h 689379"/>
                <a:gd name="connsiteX81-44419" fmla="*/ 605981 w 3024845"/>
                <a:gd name="connsiteY81-44420" fmla="*/ 287516 h 689379"/>
                <a:gd name="connsiteX82-44421" fmla="*/ 608007 w 3024845"/>
                <a:gd name="connsiteY82-44422" fmla="*/ 287516 h 689379"/>
                <a:gd name="connsiteX83-44423" fmla="*/ 622194 w 3024845"/>
                <a:gd name="connsiteY83-44424" fmla="*/ 287516 h 689379"/>
                <a:gd name="connsiteX84-44425" fmla="*/ 622194 w 3024845"/>
                <a:gd name="connsiteY84-44426" fmla="*/ 288597 h 689379"/>
                <a:gd name="connsiteX85-44427" fmla="*/ 622194 w 3024845"/>
                <a:gd name="connsiteY85-44428" fmla="*/ 296163 h 689379"/>
                <a:gd name="connsiteX86-44429" fmla="*/ 623968 w 3024845"/>
                <a:gd name="connsiteY86-44430" fmla="*/ 296163 h 689379"/>
                <a:gd name="connsiteX87-44431" fmla="*/ 636381 w 3024845"/>
                <a:gd name="connsiteY87-44432" fmla="*/ 296163 h 689379"/>
                <a:gd name="connsiteX88-44433" fmla="*/ 636381 w 3024845"/>
                <a:gd name="connsiteY88-44434" fmla="*/ 272384 h 689379"/>
                <a:gd name="connsiteX89-44435" fmla="*/ 637394 w 3024845"/>
                <a:gd name="connsiteY89-44436" fmla="*/ 272384 h 689379"/>
                <a:gd name="connsiteX90-44437" fmla="*/ 644488 w 3024845"/>
                <a:gd name="connsiteY90-44438" fmla="*/ 272384 h 689379"/>
                <a:gd name="connsiteX91-44439" fmla="*/ 644488 w 3024845"/>
                <a:gd name="connsiteY91-44440" fmla="*/ 239957 h 689379"/>
                <a:gd name="connsiteX92-44441" fmla="*/ 645501 w 3024845"/>
                <a:gd name="connsiteY92-44442" fmla="*/ 239957 h 689379"/>
                <a:gd name="connsiteX93-44443" fmla="*/ 652595 w 3024845"/>
                <a:gd name="connsiteY93-44444" fmla="*/ 239957 h 689379"/>
                <a:gd name="connsiteX94-44445" fmla="*/ 652595 w 3024845"/>
                <a:gd name="connsiteY94-44446" fmla="*/ 238066 h 689379"/>
                <a:gd name="connsiteX95-44447" fmla="*/ 652595 w 3024845"/>
                <a:gd name="connsiteY95-44448" fmla="*/ 224825 h 689379"/>
                <a:gd name="connsiteX96-44449" fmla="*/ 651328 w 3024845"/>
                <a:gd name="connsiteY96-44450" fmla="*/ 223203 h 689379"/>
                <a:gd name="connsiteX97-44451" fmla="*/ 656648 w 3024845"/>
                <a:gd name="connsiteY97-44452" fmla="*/ 211854 h 689379"/>
                <a:gd name="connsiteX98-44453" fmla="*/ 664755 w 3024845"/>
                <a:gd name="connsiteY98-44454" fmla="*/ 239957 h 689379"/>
                <a:gd name="connsiteX99-44455" fmla="*/ 665515 w 3024845"/>
                <a:gd name="connsiteY99-44456" fmla="*/ 239957 h 689379"/>
                <a:gd name="connsiteX100-44457" fmla="*/ 670835 w 3024845"/>
                <a:gd name="connsiteY100-44458" fmla="*/ 239957 h 689379"/>
                <a:gd name="connsiteX101-44459" fmla="*/ 670835 w 3024845"/>
                <a:gd name="connsiteY101-44460" fmla="*/ 134030 h 689379"/>
                <a:gd name="connsiteX102-44461" fmla="*/ 672355 w 3024845"/>
                <a:gd name="connsiteY102-44462" fmla="*/ 134030 h 689379"/>
                <a:gd name="connsiteX103-44463" fmla="*/ 682995 w 3024845"/>
                <a:gd name="connsiteY103-44464" fmla="*/ 134030 h 689379"/>
                <a:gd name="connsiteX104-44465" fmla="*/ 682995 w 3024845"/>
                <a:gd name="connsiteY104-44466" fmla="*/ 86471 h 689379"/>
                <a:gd name="connsiteX105-44467" fmla="*/ 709342 w 3024845"/>
                <a:gd name="connsiteY105-44468" fmla="*/ 86471 h 689379"/>
                <a:gd name="connsiteX106-44469" fmla="*/ 709342 w 3024845"/>
                <a:gd name="connsiteY106-44470" fmla="*/ 64853 h 689379"/>
                <a:gd name="connsiteX107-44471" fmla="*/ 743796 w 3024845"/>
                <a:gd name="connsiteY107-44472" fmla="*/ 64853 h 689379"/>
                <a:gd name="connsiteX108-44473" fmla="*/ 743796 w 3024845"/>
                <a:gd name="connsiteY108-44474" fmla="*/ 67285 h 689379"/>
                <a:gd name="connsiteX109-44475" fmla="*/ 743796 w 3024845"/>
                <a:gd name="connsiteY109-44476" fmla="*/ 84309 h 689379"/>
                <a:gd name="connsiteX110-44477" fmla="*/ 746076 w 3024845"/>
                <a:gd name="connsiteY110-44478" fmla="*/ 84309 h 689379"/>
                <a:gd name="connsiteX111-44479" fmla="*/ 762036 w 3024845"/>
                <a:gd name="connsiteY111-44480" fmla="*/ 84309 h 689379"/>
                <a:gd name="connsiteX112-44481" fmla="*/ 762036 w 3024845"/>
                <a:gd name="connsiteY112-44482" fmla="*/ 131868 h 689379"/>
                <a:gd name="connsiteX113-44483" fmla="*/ 763049 w 3024845"/>
                <a:gd name="connsiteY113-44484" fmla="*/ 131868 h 689379"/>
                <a:gd name="connsiteX114-44485" fmla="*/ 770143 w 3024845"/>
                <a:gd name="connsiteY114-44486" fmla="*/ 131868 h 689379"/>
                <a:gd name="connsiteX115-44487" fmla="*/ 784330 w 3024845"/>
                <a:gd name="connsiteY115-44488" fmla="*/ 136192 h 689379"/>
                <a:gd name="connsiteX116-44489" fmla="*/ 784330 w 3024845"/>
                <a:gd name="connsiteY116-44490" fmla="*/ 175104 h 689379"/>
                <a:gd name="connsiteX117-44491" fmla="*/ 785343 w 3024845"/>
                <a:gd name="connsiteY117-44492" fmla="*/ 175104 h 689379"/>
                <a:gd name="connsiteX118-44493" fmla="*/ 792436 w 3024845"/>
                <a:gd name="connsiteY118-44494" fmla="*/ 175104 h 689379"/>
                <a:gd name="connsiteX119-44495" fmla="*/ 792436 w 3024845"/>
                <a:gd name="connsiteY119-44496" fmla="*/ 176725 h 689379"/>
                <a:gd name="connsiteX120-44497" fmla="*/ 792436 w 3024845"/>
                <a:gd name="connsiteY120-44498" fmla="*/ 188074 h 689379"/>
                <a:gd name="connsiteX121-44499" fmla="*/ 794463 w 3024845"/>
                <a:gd name="connsiteY121-44500" fmla="*/ 188074 h 689379"/>
                <a:gd name="connsiteX122-44501" fmla="*/ 808650 w 3024845"/>
                <a:gd name="connsiteY122-44502" fmla="*/ 188074 h 689379"/>
                <a:gd name="connsiteX123-44503" fmla="*/ 814730 w 3024845"/>
                <a:gd name="connsiteY123-44504" fmla="*/ 194560 h 689379"/>
                <a:gd name="connsiteX124-44505" fmla="*/ 814730 w 3024845"/>
                <a:gd name="connsiteY124-44506" fmla="*/ 216178 h 689379"/>
                <a:gd name="connsiteX125-44507" fmla="*/ 817010 w 3024845"/>
                <a:gd name="connsiteY125-44508" fmla="*/ 216178 h 689379"/>
                <a:gd name="connsiteX126-44509" fmla="*/ 832970 w 3024845"/>
                <a:gd name="connsiteY126-44510" fmla="*/ 216178 h 689379"/>
                <a:gd name="connsiteX127-44511" fmla="*/ 832970 w 3024845"/>
                <a:gd name="connsiteY127-44512" fmla="*/ 217258 h 689379"/>
                <a:gd name="connsiteX128-44513" fmla="*/ 832970 w 3024845"/>
                <a:gd name="connsiteY128-44514" fmla="*/ 224825 h 689379"/>
                <a:gd name="connsiteX129-44515" fmla="*/ 834237 w 3024845"/>
                <a:gd name="connsiteY129-44516" fmla="*/ 224825 h 689379"/>
                <a:gd name="connsiteX130-44517" fmla="*/ 843104 w 3024845"/>
                <a:gd name="connsiteY130-44518" fmla="*/ 224825 h 689379"/>
                <a:gd name="connsiteX131-44519" fmla="*/ 843104 w 3024845"/>
                <a:gd name="connsiteY131-44520" fmla="*/ 226986 h 689379"/>
                <a:gd name="connsiteX132-44521" fmla="*/ 843104 w 3024845"/>
                <a:gd name="connsiteY132-44522" fmla="*/ 242119 h 689379"/>
                <a:gd name="connsiteX133-44523" fmla="*/ 847157 w 3024845"/>
                <a:gd name="connsiteY133-44524" fmla="*/ 240227 h 689379"/>
                <a:gd name="connsiteX134-44525" fmla="*/ 847157 w 3024845"/>
                <a:gd name="connsiteY134-44526" fmla="*/ 226986 h 689379"/>
                <a:gd name="connsiteX135-44527" fmla="*/ 848170 w 3024845"/>
                <a:gd name="connsiteY135-44528" fmla="*/ 226986 h 689379"/>
                <a:gd name="connsiteX136-44529" fmla="*/ 855264 w 3024845"/>
                <a:gd name="connsiteY136-44530" fmla="*/ 226986 h 689379"/>
                <a:gd name="connsiteX137-44531" fmla="*/ 855264 w 3024845"/>
                <a:gd name="connsiteY137-44532" fmla="*/ 228608 h 689379"/>
                <a:gd name="connsiteX138-44533" fmla="*/ 855264 w 3024845"/>
                <a:gd name="connsiteY138-44534" fmla="*/ 239957 h 689379"/>
                <a:gd name="connsiteX139-44535" fmla="*/ 856024 w 3024845"/>
                <a:gd name="connsiteY139-44536" fmla="*/ 239957 h 689379"/>
                <a:gd name="connsiteX140-44537" fmla="*/ 861344 w 3024845"/>
                <a:gd name="connsiteY140-44538" fmla="*/ 239957 h 689379"/>
                <a:gd name="connsiteX141-44539" fmla="*/ 909984 w 3024845"/>
                <a:gd name="connsiteY141-44540" fmla="*/ 235634 h 689379"/>
                <a:gd name="connsiteX142-44541" fmla="*/ 909984 w 3024845"/>
                <a:gd name="connsiteY142-44542" fmla="*/ 236985 h 689379"/>
                <a:gd name="connsiteX143-44543" fmla="*/ 909984 w 3024845"/>
                <a:gd name="connsiteY143-44544" fmla="*/ 246442 h 689379"/>
                <a:gd name="connsiteX144-44545" fmla="*/ 910744 w 3024845"/>
                <a:gd name="connsiteY144-44546" fmla="*/ 246442 h 689379"/>
                <a:gd name="connsiteX145-44547" fmla="*/ 916065 w 3024845"/>
                <a:gd name="connsiteY145-44548" fmla="*/ 246442 h 689379"/>
                <a:gd name="connsiteX146-44549" fmla="*/ 916065 w 3024845"/>
                <a:gd name="connsiteY146-44550" fmla="*/ 248604 h 689379"/>
                <a:gd name="connsiteX147-44551" fmla="*/ 916065 w 3024845"/>
                <a:gd name="connsiteY147-44552" fmla="*/ 263737 h 689379"/>
                <a:gd name="connsiteX148-44553" fmla="*/ 918091 w 3024845"/>
                <a:gd name="connsiteY148-44554" fmla="*/ 262386 h 689379"/>
                <a:gd name="connsiteX149-44555" fmla="*/ 932278 w 3024845"/>
                <a:gd name="connsiteY149-44556" fmla="*/ 252928 h 689379"/>
                <a:gd name="connsiteX150-44557" fmla="*/ 938358 w 3024845"/>
                <a:gd name="connsiteY150-44558" fmla="*/ 211854 h 689379"/>
                <a:gd name="connsiteX151-44559" fmla="*/ 939118 w 3024845"/>
                <a:gd name="connsiteY151-44560" fmla="*/ 211584 h 689379"/>
                <a:gd name="connsiteX152-44561" fmla="*/ 944438 w 3024845"/>
                <a:gd name="connsiteY152-44562" fmla="*/ 209692 h 689379"/>
                <a:gd name="connsiteX153-44563" fmla="*/ 946465 w 3024845"/>
                <a:gd name="connsiteY153-44564" fmla="*/ 140515 h 689379"/>
                <a:gd name="connsiteX154-44565" fmla="*/ 948492 w 3024845"/>
                <a:gd name="connsiteY154-44566" fmla="*/ 209692 h 689379"/>
                <a:gd name="connsiteX155-44567" fmla="*/ 949252 w 3024845"/>
                <a:gd name="connsiteY155-44568" fmla="*/ 209962 h 689379"/>
                <a:gd name="connsiteX156-44569" fmla="*/ 954572 w 3024845"/>
                <a:gd name="connsiteY156-44570" fmla="*/ 211854 h 689379"/>
                <a:gd name="connsiteX157-44571" fmla="*/ 954572 w 3024845"/>
                <a:gd name="connsiteY157-44572" fmla="*/ 125383 h 689379"/>
                <a:gd name="connsiteX158-44573" fmla="*/ 958625 w 3024845"/>
                <a:gd name="connsiteY158-44574" fmla="*/ 92956 h 689379"/>
                <a:gd name="connsiteX159-44575" fmla="*/ 997132 w 3024845"/>
                <a:gd name="connsiteY159-44576" fmla="*/ 92956 h 689379"/>
                <a:gd name="connsiteX160-44577" fmla="*/ 997132 w 3024845"/>
                <a:gd name="connsiteY160-44578" fmla="*/ 125383 h 689379"/>
                <a:gd name="connsiteX161-44579" fmla="*/ 997892 w 3024845"/>
                <a:gd name="connsiteY161-44580" fmla="*/ 125383 h 689379"/>
                <a:gd name="connsiteX162-44581" fmla="*/ 1003212 w 3024845"/>
                <a:gd name="connsiteY162-44582" fmla="*/ 125383 h 689379"/>
                <a:gd name="connsiteX163-44583" fmla="*/ 1003212 w 3024845"/>
                <a:gd name="connsiteY163-44584" fmla="*/ 43235 h 689379"/>
                <a:gd name="connsiteX164-44585" fmla="*/ 1004986 w 3024845"/>
                <a:gd name="connsiteY164-44586" fmla="*/ 43235 h 689379"/>
                <a:gd name="connsiteX165-44587" fmla="*/ 1017399 w 3024845"/>
                <a:gd name="connsiteY165-44588" fmla="*/ 43235 h 689379"/>
                <a:gd name="connsiteX166-44589" fmla="*/ 1017399 w 3024845"/>
                <a:gd name="connsiteY166-44590" fmla="*/ 41344 h 689379"/>
                <a:gd name="connsiteX167-44591" fmla="*/ 1017399 w 3024845"/>
                <a:gd name="connsiteY167-44592" fmla="*/ 28103 h 689379"/>
                <a:gd name="connsiteX168-44593" fmla="*/ 1039693 w 3024845"/>
                <a:gd name="connsiteY168-44594" fmla="*/ 28103 h 689379"/>
                <a:gd name="connsiteX169-44595" fmla="*/ 1039693 w 3024845"/>
                <a:gd name="connsiteY169-44596" fmla="*/ 27022 h 689379"/>
                <a:gd name="connsiteX170-44597" fmla="*/ 1039693 w 3024845"/>
                <a:gd name="connsiteY170-44598" fmla="*/ 19456 h 689379"/>
                <a:gd name="connsiteX171-44599" fmla="*/ 1041466 w 3024845"/>
                <a:gd name="connsiteY171-44600" fmla="*/ 19456 h 689379"/>
                <a:gd name="connsiteX172-44601" fmla="*/ 1053880 w 3024845"/>
                <a:gd name="connsiteY172-44602" fmla="*/ 19456 h 689379"/>
                <a:gd name="connsiteX173-44603" fmla="*/ 1053880 w 3024845"/>
                <a:gd name="connsiteY173-44604" fmla="*/ 20537 h 689379"/>
                <a:gd name="connsiteX174-44605" fmla="*/ 1053880 w 3024845"/>
                <a:gd name="connsiteY174-44606" fmla="*/ 28103 h 689379"/>
                <a:gd name="connsiteX175-44607" fmla="*/ 1054640 w 3024845"/>
                <a:gd name="connsiteY175-44608" fmla="*/ 28103 h 689379"/>
                <a:gd name="connsiteX176-44609" fmla="*/ 1059960 w 3024845"/>
                <a:gd name="connsiteY176-44610" fmla="*/ 28103 h 689379"/>
                <a:gd name="connsiteX177-44611" fmla="*/ 1070093 w 3024845"/>
                <a:gd name="connsiteY177-44612" fmla="*/ 23779 h 689379"/>
                <a:gd name="connsiteX178-44613" fmla="*/ 1074146 w 3024845"/>
                <a:gd name="connsiteY178-44614" fmla="*/ 27022 h 689379"/>
                <a:gd name="connsiteX179-44615" fmla="*/ 1074146 w 3024845"/>
                <a:gd name="connsiteY179-44616" fmla="*/ 19456 h 689379"/>
                <a:gd name="connsiteX180-44617" fmla="*/ 1076426 w 3024845"/>
                <a:gd name="connsiteY180-44618" fmla="*/ 19456 h 689379"/>
                <a:gd name="connsiteX181-44619" fmla="*/ 1092387 w 3024845"/>
                <a:gd name="connsiteY181-44620" fmla="*/ 19456 h 689379"/>
                <a:gd name="connsiteX182-44621" fmla="*/ 1092387 w 3024845"/>
                <a:gd name="connsiteY182-44622" fmla="*/ 20537 h 689379"/>
                <a:gd name="connsiteX183-44623" fmla="*/ 1092387 w 3024845"/>
                <a:gd name="connsiteY183-44624" fmla="*/ 28103 h 689379"/>
                <a:gd name="connsiteX184-44625" fmla="*/ 1122787 w 3024845"/>
                <a:gd name="connsiteY184-44626" fmla="*/ 28103 h 689379"/>
                <a:gd name="connsiteX185-44627" fmla="*/ 1122787 w 3024845"/>
                <a:gd name="connsiteY185-44628" fmla="*/ 29724 h 689379"/>
                <a:gd name="connsiteX186-44629" fmla="*/ 1122787 w 3024845"/>
                <a:gd name="connsiteY186-44630" fmla="*/ 41074 h 689379"/>
                <a:gd name="connsiteX187-44631" fmla="*/ 1149134 w 3024845"/>
                <a:gd name="connsiteY187-44632" fmla="*/ 41074 h 689379"/>
                <a:gd name="connsiteX188-44633" fmla="*/ 1149134 w 3024845"/>
                <a:gd name="connsiteY188-44634" fmla="*/ 71338 h 689379"/>
                <a:gd name="connsiteX189-44635" fmla="*/ 1149894 w 3024845"/>
                <a:gd name="connsiteY189-44636" fmla="*/ 71338 h 689379"/>
                <a:gd name="connsiteX190-44637" fmla="*/ 1155214 w 3024845"/>
                <a:gd name="connsiteY190-44638" fmla="*/ 71338 h 689379"/>
                <a:gd name="connsiteX191-44639" fmla="*/ 1155214 w 3024845"/>
                <a:gd name="connsiteY191-44640" fmla="*/ 72419 h 689379"/>
                <a:gd name="connsiteX192-44641" fmla="*/ 1155214 w 3024845"/>
                <a:gd name="connsiteY192-44642" fmla="*/ 79986 h 689379"/>
                <a:gd name="connsiteX193-44643" fmla="*/ 1159268 w 3024845"/>
                <a:gd name="connsiteY193-44644" fmla="*/ 110250 h 689379"/>
                <a:gd name="connsiteX194-44645" fmla="*/ 1160028 w 3024845"/>
                <a:gd name="connsiteY194-44646" fmla="*/ 110250 h 689379"/>
                <a:gd name="connsiteX195-44647" fmla="*/ 1165348 w 3024845"/>
                <a:gd name="connsiteY195-44648" fmla="*/ 110250 h 689379"/>
                <a:gd name="connsiteX196-44649" fmla="*/ 1165348 w 3024845"/>
                <a:gd name="connsiteY196-44650" fmla="*/ 111061 h 689379"/>
                <a:gd name="connsiteX197-44651" fmla="*/ 1165348 w 3024845"/>
                <a:gd name="connsiteY197-44652" fmla="*/ 116736 h 689379"/>
                <a:gd name="connsiteX198-44653" fmla="*/ 1166361 w 3024845"/>
                <a:gd name="connsiteY198-44654" fmla="*/ 116736 h 689379"/>
                <a:gd name="connsiteX199-44655" fmla="*/ 1173454 w 3024845"/>
                <a:gd name="connsiteY199-44656" fmla="*/ 116736 h 689379"/>
                <a:gd name="connsiteX200-44657" fmla="*/ 1173454 w 3024845"/>
                <a:gd name="connsiteY200-44658" fmla="*/ 147001 h 689379"/>
                <a:gd name="connsiteX201-44659" fmla="*/ 1175481 w 3024845"/>
                <a:gd name="connsiteY201-44660" fmla="*/ 147001 h 689379"/>
                <a:gd name="connsiteX202-44661" fmla="*/ 1189668 w 3024845"/>
                <a:gd name="connsiteY202-44662" fmla="*/ 147001 h 689379"/>
                <a:gd name="connsiteX203-44663" fmla="*/ 1189668 w 3024845"/>
                <a:gd name="connsiteY203-44664" fmla="*/ 170780 h 689379"/>
                <a:gd name="connsiteX204-44665" fmla="*/ 1191695 w 3024845"/>
                <a:gd name="connsiteY204-44666" fmla="*/ 172401 h 689379"/>
                <a:gd name="connsiteX205-44667" fmla="*/ 1191695 w 3024845"/>
                <a:gd name="connsiteY205-44668" fmla="*/ 183751 h 689379"/>
                <a:gd name="connsiteX206-44669" fmla="*/ 1192455 w 3024845"/>
                <a:gd name="connsiteY206-44670" fmla="*/ 183751 h 689379"/>
                <a:gd name="connsiteX207-44671" fmla="*/ 1197775 w 3024845"/>
                <a:gd name="connsiteY207-44672" fmla="*/ 183751 h 689379"/>
                <a:gd name="connsiteX208-44673" fmla="*/ 1197775 w 3024845"/>
                <a:gd name="connsiteY208-44674" fmla="*/ 207530 h 689379"/>
                <a:gd name="connsiteX209-44675" fmla="*/ 1199041 w 3024845"/>
                <a:gd name="connsiteY209-44676" fmla="*/ 207530 h 689379"/>
                <a:gd name="connsiteX210-44677" fmla="*/ 1207908 w 3024845"/>
                <a:gd name="connsiteY210-44678" fmla="*/ 207530 h 689379"/>
                <a:gd name="connsiteX211-44679" fmla="*/ 1209935 w 3024845"/>
                <a:gd name="connsiteY211-44680" fmla="*/ 211584 h 689379"/>
                <a:gd name="connsiteX212-44681" fmla="*/ 1209935 w 3024845"/>
                <a:gd name="connsiteY212-44682" fmla="*/ 224825 h 689379"/>
                <a:gd name="connsiteX213-44683" fmla="*/ 1211455 w 3024845"/>
                <a:gd name="connsiteY213-44684" fmla="*/ 222933 h 689379"/>
                <a:gd name="connsiteX214-44685" fmla="*/ 1222095 w 3024845"/>
                <a:gd name="connsiteY214-44686" fmla="*/ 209692 h 689379"/>
                <a:gd name="connsiteX215-44687" fmla="*/ 1250469 w 3024845"/>
                <a:gd name="connsiteY215-44688" fmla="*/ 209692 h 689379"/>
                <a:gd name="connsiteX216-44689" fmla="*/ 1250469 w 3024845"/>
                <a:gd name="connsiteY216-44690" fmla="*/ 296163 h 689379"/>
                <a:gd name="connsiteX217-44691" fmla="*/ 1251229 w 3024845"/>
                <a:gd name="connsiteY217-44692" fmla="*/ 296163 h 689379"/>
                <a:gd name="connsiteX218-44693" fmla="*/ 1256549 w 3024845"/>
                <a:gd name="connsiteY218-44694" fmla="*/ 296163 h 689379"/>
                <a:gd name="connsiteX219-44695" fmla="*/ 1257309 w 3024845"/>
                <a:gd name="connsiteY219-44696" fmla="*/ 294812 h 689379"/>
                <a:gd name="connsiteX220-44697" fmla="*/ 1262629 w 3024845"/>
                <a:gd name="connsiteY220-44698" fmla="*/ 285354 h 689379"/>
                <a:gd name="connsiteX221-44699" fmla="*/ 1262629 w 3024845"/>
                <a:gd name="connsiteY221-44700" fmla="*/ 287246 h 689379"/>
                <a:gd name="connsiteX222-44701" fmla="*/ 1262629 w 3024845"/>
                <a:gd name="connsiteY222-44702" fmla="*/ 300487 h 689379"/>
                <a:gd name="connsiteX223-44703" fmla="*/ 1266682 w 3024845"/>
                <a:gd name="connsiteY223-44704" fmla="*/ 255090 h 689379"/>
                <a:gd name="connsiteX224-44705" fmla="*/ 1267442 w 3024845"/>
                <a:gd name="connsiteY224-44706" fmla="*/ 255090 h 689379"/>
                <a:gd name="connsiteX225-44707" fmla="*/ 1272762 w 3024845"/>
                <a:gd name="connsiteY225-44708" fmla="*/ 255090 h 689379"/>
                <a:gd name="connsiteX226-44709" fmla="*/ 1272762 w 3024845"/>
                <a:gd name="connsiteY226-44710" fmla="*/ 190236 h 689379"/>
                <a:gd name="connsiteX227-44711" fmla="*/ 1273776 w 3024845"/>
                <a:gd name="connsiteY227-44712" fmla="*/ 190236 h 689379"/>
                <a:gd name="connsiteX228-44713" fmla="*/ 1280869 w 3024845"/>
                <a:gd name="connsiteY228-44714" fmla="*/ 190236 h 689379"/>
                <a:gd name="connsiteX229-44715" fmla="*/ 1293029 w 3024845"/>
                <a:gd name="connsiteY229-44716" fmla="*/ 147001 h 689379"/>
                <a:gd name="connsiteX230-44717" fmla="*/ 1294296 w 3024845"/>
                <a:gd name="connsiteY230-44718" fmla="*/ 147001 h 689379"/>
                <a:gd name="connsiteX231-44719" fmla="*/ 1303163 w 3024845"/>
                <a:gd name="connsiteY231-44720" fmla="*/ 147001 h 689379"/>
                <a:gd name="connsiteX232-44721" fmla="*/ 1313296 w 3024845"/>
                <a:gd name="connsiteY232-44722" fmla="*/ 190236 h 689379"/>
                <a:gd name="connsiteX233-44723" fmla="*/ 1314309 w 3024845"/>
                <a:gd name="connsiteY233-44724" fmla="*/ 190236 h 689379"/>
                <a:gd name="connsiteX234-44725" fmla="*/ 1321403 w 3024845"/>
                <a:gd name="connsiteY234-44726" fmla="*/ 190236 h 689379"/>
                <a:gd name="connsiteX235-44727" fmla="*/ 1321403 w 3024845"/>
                <a:gd name="connsiteY235-44728" fmla="*/ 229148 h 689379"/>
                <a:gd name="connsiteX236-44729" fmla="*/ 1323176 w 3024845"/>
                <a:gd name="connsiteY236-44730" fmla="*/ 229148 h 689379"/>
                <a:gd name="connsiteX237-44731" fmla="*/ 1335590 w 3024845"/>
                <a:gd name="connsiteY237-44732" fmla="*/ 229148 h 689379"/>
                <a:gd name="connsiteX238-44733" fmla="*/ 1335590 w 3024845"/>
                <a:gd name="connsiteY238-44734" fmla="*/ 231310 h 689379"/>
                <a:gd name="connsiteX239-44735" fmla="*/ 1335590 w 3024845"/>
                <a:gd name="connsiteY239-44736" fmla="*/ 246442 h 689379"/>
                <a:gd name="connsiteX240-44737" fmla="*/ 1339643 w 3024845"/>
                <a:gd name="connsiteY240-44738" fmla="*/ 244281 h 689379"/>
                <a:gd name="connsiteX241-44739" fmla="*/ 1339643 w 3024845"/>
                <a:gd name="connsiteY241-44740" fmla="*/ 229148 h 689379"/>
                <a:gd name="connsiteX242-44741" fmla="*/ 1341163 w 3024845"/>
                <a:gd name="connsiteY242-44742" fmla="*/ 229148 h 689379"/>
                <a:gd name="connsiteX243-44743" fmla="*/ 1351803 w 3024845"/>
                <a:gd name="connsiteY243-44744" fmla="*/ 229148 h 689379"/>
                <a:gd name="connsiteX244-44745" fmla="*/ 1351803 w 3024845"/>
                <a:gd name="connsiteY244-44746" fmla="*/ 230769 h 689379"/>
                <a:gd name="connsiteX245-44747" fmla="*/ 1351803 w 3024845"/>
                <a:gd name="connsiteY245-44748" fmla="*/ 242119 h 689379"/>
                <a:gd name="connsiteX246-44749" fmla="*/ 1382204 w 3024845"/>
                <a:gd name="connsiteY246-44750" fmla="*/ 242119 h 689379"/>
                <a:gd name="connsiteX247-44751" fmla="*/ 1382204 w 3024845"/>
                <a:gd name="connsiteY247-44752" fmla="*/ 205369 h 689379"/>
                <a:gd name="connsiteX248-44753" fmla="*/ 1383470 w 3024845"/>
                <a:gd name="connsiteY248-44754" fmla="*/ 205369 h 689379"/>
                <a:gd name="connsiteX249-44755" fmla="*/ 1392337 w 3024845"/>
                <a:gd name="connsiteY249-44756" fmla="*/ 205369 h 689379"/>
                <a:gd name="connsiteX250-44757" fmla="*/ 1392337 w 3024845"/>
                <a:gd name="connsiteY250-44758" fmla="*/ 226986 h 689379"/>
                <a:gd name="connsiteX251-44759" fmla="*/ 1394364 w 3024845"/>
                <a:gd name="connsiteY251-44760" fmla="*/ 194560 h 689379"/>
                <a:gd name="connsiteX252-44761" fmla="*/ 1416657 w 3024845"/>
                <a:gd name="connsiteY252-44762" fmla="*/ 194560 h 689379"/>
                <a:gd name="connsiteX253-44763" fmla="*/ 1416657 w 3024845"/>
                <a:gd name="connsiteY253-44764" fmla="*/ 192938 h 689379"/>
                <a:gd name="connsiteX254-44765" fmla="*/ 1416657 w 3024845"/>
                <a:gd name="connsiteY254-44766" fmla="*/ 181589 h 689379"/>
                <a:gd name="connsiteX255-44767" fmla="*/ 1417417 w 3024845"/>
                <a:gd name="connsiteY255-44768" fmla="*/ 181589 h 689379"/>
                <a:gd name="connsiteX256-44769" fmla="*/ 1422737 w 3024845"/>
                <a:gd name="connsiteY256-44770" fmla="*/ 181589 h 689379"/>
                <a:gd name="connsiteX257-44771" fmla="*/ 1422737 w 3024845"/>
                <a:gd name="connsiteY257-44772" fmla="*/ 179698 h 689379"/>
                <a:gd name="connsiteX258-44773" fmla="*/ 1422737 w 3024845"/>
                <a:gd name="connsiteY258-44774" fmla="*/ 166457 h 689379"/>
                <a:gd name="connsiteX259-44775" fmla="*/ 1426791 w 3024845"/>
                <a:gd name="connsiteY259-44776" fmla="*/ 172942 h 689379"/>
                <a:gd name="connsiteX260-44777" fmla="*/ 1429071 w 3024845"/>
                <a:gd name="connsiteY260-44778" fmla="*/ 172942 h 689379"/>
                <a:gd name="connsiteX261-44779" fmla="*/ 1445031 w 3024845"/>
                <a:gd name="connsiteY261-44780" fmla="*/ 172942 h 689379"/>
                <a:gd name="connsiteX262-44781" fmla="*/ 1445031 w 3024845"/>
                <a:gd name="connsiteY262-44782" fmla="*/ 172131 h 689379"/>
                <a:gd name="connsiteX263-44783" fmla="*/ 1445031 w 3024845"/>
                <a:gd name="connsiteY263-44784" fmla="*/ 166457 h 689379"/>
                <a:gd name="connsiteX264-44785" fmla="*/ 1445791 w 3024845"/>
                <a:gd name="connsiteY264-44786" fmla="*/ 166457 h 689379"/>
                <a:gd name="connsiteX265-44787" fmla="*/ 1451111 w 3024845"/>
                <a:gd name="connsiteY265-44788" fmla="*/ 166457 h 689379"/>
                <a:gd name="connsiteX266-44789" fmla="*/ 1451111 w 3024845"/>
                <a:gd name="connsiteY266-44790" fmla="*/ 167808 h 689379"/>
                <a:gd name="connsiteX267-44791" fmla="*/ 1451111 w 3024845"/>
                <a:gd name="connsiteY267-44792" fmla="*/ 177266 h 689379"/>
                <a:gd name="connsiteX268-44793" fmla="*/ 1489618 w 3024845"/>
                <a:gd name="connsiteY268-44794" fmla="*/ 177266 h 689379"/>
                <a:gd name="connsiteX269-44795" fmla="*/ 1489618 w 3024845"/>
                <a:gd name="connsiteY269-44796" fmla="*/ 315619 h 689379"/>
                <a:gd name="connsiteX270-44797" fmla="*/ 1491138 w 3024845"/>
                <a:gd name="connsiteY270-44798" fmla="*/ 315619 h 689379"/>
                <a:gd name="connsiteX271-44799" fmla="*/ 1501778 w 3024845"/>
                <a:gd name="connsiteY271-44800" fmla="*/ 315619 h 689379"/>
                <a:gd name="connsiteX272-44801" fmla="*/ 1501778 w 3024845"/>
                <a:gd name="connsiteY272-44802" fmla="*/ 302649 h 689379"/>
                <a:gd name="connsiteX273-44803" fmla="*/ 1505832 w 3024845"/>
                <a:gd name="connsiteY273-44804" fmla="*/ 302649 h 689379"/>
                <a:gd name="connsiteX274-44805" fmla="*/ 1505832 w 3024845"/>
                <a:gd name="connsiteY274-44806" fmla="*/ 315619 h 689379"/>
                <a:gd name="connsiteX275-44807" fmla="*/ 1536232 w 3024845"/>
                <a:gd name="connsiteY275-44808" fmla="*/ 315619 h 689379"/>
                <a:gd name="connsiteX276-44809" fmla="*/ 1536232 w 3024845"/>
                <a:gd name="connsiteY276-44810" fmla="*/ 285354 h 689379"/>
                <a:gd name="connsiteX277-44811" fmla="*/ 1548392 w 3024845"/>
                <a:gd name="connsiteY277-44812" fmla="*/ 285354 h 689379"/>
                <a:gd name="connsiteX278-44813" fmla="*/ 1560552 w 3024845"/>
                <a:gd name="connsiteY278-44814" fmla="*/ 283193 h 689379"/>
                <a:gd name="connsiteX279-44815" fmla="*/ 1564606 w 3024845"/>
                <a:gd name="connsiteY279-44816" fmla="*/ 285354 h 689379"/>
                <a:gd name="connsiteX280-44817" fmla="*/ 1574739 w 3024845"/>
                <a:gd name="connsiteY280-44818" fmla="*/ 285354 h 689379"/>
                <a:gd name="connsiteX281-44819" fmla="*/ 1574739 w 3024845"/>
                <a:gd name="connsiteY281-44820" fmla="*/ 315619 h 689379"/>
                <a:gd name="connsiteX282-44821" fmla="*/ 1582846 w 3024845"/>
                <a:gd name="connsiteY282-44822" fmla="*/ 315619 h 689379"/>
                <a:gd name="connsiteX283-44823" fmla="*/ 1582846 w 3024845"/>
                <a:gd name="connsiteY283-44824" fmla="*/ 332914 h 689379"/>
                <a:gd name="connsiteX284-44825" fmla="*/ 1592182 w 3024845"/>
                <a:gd name="connsiteY284-44826" fmla="*/ 333819 h 689379"/>
                <a:gd name="connsiteX285-44827" fmla="*/ 1605140 w 3024845"/>
                <a:gd name="connsiteY285-44828" fmla="*/ 333819 h 689379"/>
                <a:gd name="connsiteX286-44829" fmla="*/ 1605140 w 3024845"/>
                <a:gd name="connsiteY286-44830" fmla="*/ 317781 h 689379"/>
                <a:gd name="connsiteX287-44831" fmla="*/ 1673096 w 3024845"/>
                <a:gd name="connsiteY287-44832" fmla="*/ 317781 h 689379"/>
                <a:gd name="connsiteX288-44833" fmla="*/ 1673096 w 3024845"/>
                <a:gd name="connsiteY288-44834" fmla="*/ 232528 h 689379"/>
                <a:gd name="connsiteX289-44835" fmla="*/ 1745104 w 3024845"/>
                <a:gd name="connsiteY289-44836" fmla="*/ 232528 h 689379"/>
                <a:gd name="connsiteX290-44837" fmla="*/ 1745104 w 3024845"/>
                <a:gd name="connsiteY290-44838" fmla="*/ 311296 h 689379"/>
                <a:gd name="connsiteX291-44839" fmla="*/ 1747008 w 3024845"/>
                <a:gd name="connsiteY291-44840" fmla="*/ 311296 h 689379"/>
                <a:gd name="connsiteX292-44841" fmla="*/ 1748250 w 3024845"/>
                <a:gd name="connsiteY292-44842" fmla="*/ 333819 h 689379"/>
                <a:gd name="connsiteX293-44843" fmla="*/ 1757926 w 3024845"/>
                <a:gd name="connsiteY293-44844" fmla="*/ 333819 h 689379"/>
                <a:gd name="connsiteX294-44845" fmla="*/ 1759168 w 3024845"/>
                <a:gd name="connsiteY294-44846" fmla="*/ 311296 h 689379"/>
                <a:gd name="connsiteX295-44847" fmla="*/ 1765248 w 3024845"/>
                <a:gd name="connsiteY295-44848" fmla="*/ 311296 h 689379"/>
                <a:gd name="connsiteX296-44849" fmla="*/ 1766490 w 3024845"/>
                <a:gd name="connsiteY296-44850" fmla="*/ 333819 h 689379"/>
                <a:gd name="connsiteX297-44851" fmla="*/ 1817112 w 3024845"/>
                <a:gd name="connsiteY297-44852" fmla="*/ 333819 h 689379"/>
                <a:gd name="connsiteX298-44853" fmla="*/ 1817112 w 3024845"/>
                <a:gd name="connsiteY298-44854" fmla="*/ 170791 h 689379"/>
                <a:gd name="connsiteX299-44855" fmla="*/ 2014439 w 3024845"/>
                <a:gd name="connsiteY299-44856" fmla="*/ 170791 h 689379"/>
                <a:gd name="connsiteX300-44857" fmla="*/ 2014439 w 3024845"/>
                <a:gd name="connsiteY300-44858" fmla="*/ 333819 h 689379"/>
                <a:gd name="connsiteX301-44859" fmla="*/ 2033136 w 3024845"/>
                <a:gd name="connsiteY301-44860" fmla="*/ 333819 h 689379"/>
                <a:gd name="connsiteX302-44861" fmla="*/ 2033136 w 3024845"/>
                <a:gd name="connsiteY302-44862" fmla="*/ 251126 h 689379"/>
                <a:gd name="connsiteX303-44863" fmla="*/ 2128256 w 3024845"/>
                <a:gd name="connsiteY303-44864" fmla="*/ 251126 h 689379"/>
                <a:gd name="connsiteX304-44865" fmla="*/ 2180720 w 3024845"/>
                <a:gd name="connsiteY304-44866" fmla="*/ 185913 h 689379"/>
                <a:gd name="connsiteX305-44867" fmla="*/ 2245574 w 3024845"/>
                <a:gd name="connsiteY305-44868" fmla="*/ 185913 h 689379"/>
                <a:gd name="connsiteX306-44869" fmla="*/ 2245574 w 3024845"/>
                <a:gd name="connsiteY306-44870" fmla="*/ 261575 h 689379"/>
                <a:gd name="connsiteX307-44871" fmla="*/ 2253681 w 3024845"/>
                <a:gd name="connsiteY307-44872" fmla="*/ 261575 h 689379"/>
                <a:gd name="connsiteX308-44873" fmla="*/ 2255708 w 3024845"/>
                <a:gd name="connsiteY308-44874" fmla="*/ 255090 h 689379"/>
                <a:gd name="connsiteX309-44875" fmla="*/ 2261788 w 3024845"/>
                <a:gd name="connsiteY309-44876" fmla="*/ 255090 h 689379"/>
                <a:gd name="connsiteX310-44877" fmla="*/ 2263815 w 3024845"/>
                <a:gd name="connsiteY310-44878" fmla="*/ 263737 h 689379"/>
                <a:gd name="connsiteX311-44879" fmla="*/ 2275975 w 3024845"/>
                <a:gd name="connsiteY311-44880" fmla="*/ 263737 h 689379"/>
                <a:gd name="connsiteX312-44881" fmla="*/ 2275975 w 3024845"/>
                <a:gd name="connsiteY312-44882" fmla="*/ 257251 h 689379"/>
                <a:gd name="connsiteX313-44883" fmla="*/ 2298268 w 3024845"/>
                <a:gd name="connsiteY313-44884" fmla="*/ 257251 h 689379"/>
                <a:gd name="connsiteX314-44885" fmla="*/ 2298268 w 3024845"/>
                <a:gd name="connsiteY314-44886" fmla="*/ 263737 h 689379"/>
                <a:gd name="connsiteX315-44887" fmla="*/ 2318535 w 3024845"/>
                <a:gd name="connsiteY315-44888" fmla="*/ 263737 h 689379"/>
                <a:gd name="connsiteX316-44889" fmla="*/ 2318535 w 3024845"/>
                <a:gd name="connsiteY316-44890" fmla="*/ 309134 h 689379"/>
                <a:gd name="connsiteX317-44891" fmla="*/ 2332722 w 3024845"/>
                <a:gd name="connsiteY317-44892" fmla="*/ 309134 h 689379"/>
                <a:gd name="connsiteX318-44893" fmla="*/ 2332722 w 3024845"/>
                <a:gd name="connsiteY318-44894" fmla="*/ 296163 h 689379"/>
                <a:gd name="connsiteX319-44895" fmla="*/ 2348936 w 3024845"/>
                <a:gd name="connsiteY319-44896" fmla="*/ 296163 h 689379"/>
                <a:gd name="connsiteX320-44897" fmla="*/ 2348936 w 3024845"/>
                <a:gd name="connsiteY320-44898" fmla="*/ 116736 h 689379"/>
                <a:gd name="connsiteX321-44899" fmla="*/ 2355016 w 3024845"/>
                <a:gd name="connsiteY321-44900" fmla="*/ 110250 h 689379"/>
                <a:gd name="connsiteX322-44901" fmla="*/ 2427977 w 3024845"/>
                <a:gd name="connsiteY322-44902" fmla="*/ 110250 h 689379"/>
                <a:gd name="connsiteX323-44903" fmla="*/ 2427977 w 3024845"/>
                <a:gd name="connsiteY323-44904" fmla="*/ 118898 h 689379"/>
                <a:gd name="connsiteX324-44905" fmla="*/ 2438110 w 3024845"/>
                <a:gd name="connsiteY324-44906" fmla="*/ 118898 h 689379"/>
                <a:gd name="connsiteX325-44907" fmla="*/ 2438110 w 3024845"/>
                <a:gd name="connsiteY325-44908" fmla="*/ 233472 h 689379"/>
                <a:gd name="connsiteX326-44909" fmla="*/ 2460404 w 3024845"/>
                <a:gd name="connsiteY326-44910" fmla="*/ 233472 h 689379"/>
                <a:gd name="connsiteX327-44911" fmla="*/ 2460404 w 3024845"/>
                <a:gd name="connsiteY327-44912" fmla="*/ 166457 h 689379"/>
                <a:gd name="connsiteX328-44913" fmla="*/ 2486751 w 3024845"/>
                <a:gd name="connsiteY328-44914" fmla="*/ 166457 h 689379"/>
                <a:gd name="connsiteX329-44915" fmla="*/ 2490804 w 3024845"/>
                <a:gd name="connsiteY329-44916" fmla="*/ 162133 h 689379"/>
                <a:gd name="connsiteX330-44917" fmla="*/ 2498911 w 3024845"/>
                <a:gd name="connsiteY330-44918" fmla="*/ 162133 h 689379"/>
                <a:gd name="connsiteX331-44919" fmla="*/ 2502964 w 3024845"/>
                <a:gd name="connsiteY331-44920" fmla="*/ 166457 h 689379"/>
                <a:gd name="connsiteX332-44921" fmla="*/ 2525258 w 3024845"/>
                <a:gd name="connsiteY332-44922" fmla="*/ 166457 h 689379"/>
                <a:gd name="connsiteX333-44923" fmla="*/ 2525258 w 3024845"/>
                <a:gd name="connsiteY333-44924" fmla="*/ 49721 h 689379"/>
                <a:gd name="connsiteX334-44925" fmla="*/ 2582005 w 3024845"/>
                <a:gd name="connsiteY334-44926" fmla="*/ 38912 h 689379"/>
                <a:gd name="connsiteX335-44927" fmla="*/ 2582005 w 3024845"/>
                <a:gd name="connsiteY335-44928" fmla="*/ 39993 h 689379"/>
                <a:gd name="connsiteX336-44929" fmla="*/ 2582005 w 3024845"/>
                <a:gd name="connsiteY336-44930" fmla="*/ 47559 h 689379"/>
                <a:gd name="connsiteX337-44931" fmla="*/ 2608352 w 3024845"/>
                <a:gd name="connsiteY337-44932" fmla="*/ 47559 h 689379"/>
                <a:gd name="connsiteX338-44933" fmla="*/ 2608352 w 3024845"/>
                <a:gd name="connsiteY338-44934" fmla="*/ 302649 h 689379"/>
                <a:gd name="connsiteX339-44935" fmla="*/ 2630646 w 3024845"/>
                <a:gd name="connsiteY339-44936" fmla="*/ 302649 h 689379"/>
                <a:gd name="connsiteX340-44937" fmla="*/ 2630646 w 3024845"/>
                <a:gd name="connsiteY340-44938" fmla="*/ 298325 h 689379"/>
                <a:gd name="connsiteX341-44939" fmla="*/ 2642806 w 3024845"/>
                <a:gd name="connsiteY341-44940" fmla="*/ 298325 h 689379"/>
                <a:gd name="connsiteX342-44941" fmla="*/ 2642806 w 3024845"/>
                <a:gd name="connsiteY342-44942" fmla="*/ 302649 h 689379"/>
                <a:gd name="connsiteX343-44943" fmla="*/ 2667126 w 3024845"/>
                <a:gd name="connsiteY343-44944" fmla="*/ 302649 h 689379"/>
                <a:gd name="connsiteX344-44945" fmla="*/ 2667126 w 3024845"/>
                <a:gd name="connsiteY344-44946" fmla="*/ 289678 h 689379"/>
                <a:gd name="connsiteX345-44947" fmla="*/ 2695500 w 3024845"/>
                <a:gd name="connsiteY345-44948" fmla="*/ 289678 h 689379"/>
                <a:gd name="connsiteX346-44949" fmla="*/ 2707660 w 3024845"/>
                <a:gd name="connsiteY346-44950" fmla="*/ 285354 h 689379"/>
                <a:gd name="connsiteX347-44951" fmla="*/ 2727927 w 3024845"/>
                <a:gd name="connsiteY347-44952" fmla="*/ 289678 h 689379"/>
                <a:gd name="connsiteX348-44953" fmla="*/ 2727927 w 3024845"/>
                <a:gd name="connsiteY348-44954" fmla="*/ 272384 h 689379"/>
                <a:gd name="connsiteX349-44955" fmla="*/ 2736034 w 3024845"/>
                <a:gd name="connsiteY349-44956" fmla="*/ 272384 h 689379"/>
                <a:gd name="connsiteX350-44957" fmla="*/ 2736034 w 3024845"/>
                <a:gd name="connsiteY350-44958" fmla="*/ 259413 h 689379"/>
                <a:gd name="connsiteX351-44959" fmla="*/ 2792781 w 3024845"/>
                <a:gd name="connsiteY351-44960" fmla="*/ 259413 h 689379"/>
                <a:gd name="connsiteX352-44961" fmla="*/ 2792781 w 3024845"/>
                <a:gd name="connsiteY352-44962" fmla="*/ 229148 h 689379"/>
                <a:gd name="connsiteX353-44963" fmla="*/ 2811021 w 3024845"/>
                <a:gd name="connsiteY353-44964" fmla="*/ 229148 h 689379"/>
                <a:gd name="connsiteX354-44965" fmla="*/ 2811021 w 3024845"/>
                <a:gd name="connsiteY354-44966" fmla="*/ 222663 h 689379"/>
                <a:gd name="connsiteX355-44967" fmla="*/ 2823181 w 3024845"/>
                <a:gd name="connsiteY355-44968" fmla="*/ 222663 h 689379"/>
                <a:gd name="connsiteX356-44969" fmla="*/ 2823181 w 3024845"/>
                <a:gd name="connsiteY356-44970" fmla="*/ 229148 h 689379"/>
                <a:gd name="connsiteX357-44971" fmla="*/ 2839395 w 3024845"/>
                <a:gd name="connsiteY357-44972" fmla="*/ 229148 h 689379"/>
                <a:gd name="connsiteX358-44973" fmla="*/ 2839395 w 3024845"/>
                <a:gd name="connsiteY358-44974" fmla="*/ 278869 h 689379"/>
                <a:gd name="connsiteX359-44975" fmla="*/ 2871822 w 3024845"/>
                <a:gd name="connsiteY359-44976" fmla="*/ 278869 h 689379"/>
                <a:gd name="connsiteX360-44977" fmla="*/ 2871822 w 3024845"/>
                <a:gd name="connsiteY360-44978" fmla="*/ 252928 h 689379"/>
                <a:gd name="connsiteX361-44979" fmla="*/ 2910329 w 3024845"/>
                <a:gd name="connsiteY361-44980" fmla="*/ 252928 h 689379"/>
                <a:gd name="connsiteX362-44981" fmla="*/ 2910329 w 3024845"/>
                <a:gd name="connsiteY362-44982" fmla="*/ 222663 h 689379"/>
                <a:gd name="connsiteX363-44983" fmla="*/ 2958970 w 3024845"/>
                <a:gd name="connsiteY363-44984" fmla="*/ 222663 h 689379"/>
                <a:gd name="connsiteX364-44985" fmla="*/ 2958970 w 3024845"/>
                <a:gd name="connsiteY364-44986" fmla="*/ 333819 h 689379"/>
                <a:gd name="connsiteX365-44987" fmla="*/ 2958970 w 3024845"/>
                <a:gd name="connsiteY365-44988" fmla="*/ 347598 h 689379"/>
                <a:gd name="connsiteX366-44989" fmla="*/ 3024845 w 3024845"/>
                <a:gd name="connsiteY366-44990" fmla="*/ 689379 h 689379"/>
                <a:gd name="connsiteX367-44991" fmla="*/ 2054 w 3024845"/>
                <a:gd name="connsiteY367-44992" fmla="*/ 687046 h 689379"/>
                <a:gd name="connsiteX368-44993" fmla="*/ 0 w 3024845"/>
                <a:gd name="connsiteY368-44994" fmla="*/ 252928 h 689379"/>
                <a:gd name="connsiteX369-44995" fmla="*/ 20267 w 3024845"/>
                <a:gd name="connsiteY369-44996" fmla="*/ 252928 h 689379"/>
                <a:gd name="connsiteX370-44997" fmla="*/ 20774 w 3024845"/>
                <a:gd name="connsiteY370-44998" fmla="*/ 251847 h 689379"/>
                <a:gd name="connsiteX371-44999" fmla="*/ 24320 w 3024845"/>
                <a:gd name="connsiteY371-45000" fmla="*/ 244281 h 689379"/>
                <a:gd name="connsiteX372-45001" fmla="*/ 26094 w 3024845"/>
                <a:gd name="connsiteY372-45002" fmla="*/ 244551 h 689379"/>
                <a:gd name="connsiteX373-45003" fmla="*/ 38507 w 3024845"/>
                <a:gd name="connsiteY373-45004" fmla="*/ 246442 h 689379"/>
                <a:gd name="connsiteX374-45005" fmla="*/ 39014 w 3024845"/>
                <a:gd name="connsiteY374-45006" fmla="*/ 247794 h 689379"/>
                <a:gd name="connsiteX375-45007" fmla="*/ 42560 w 3024845"/>
                <a:gd name="connsiteY375-45008" fmla="*/ 257251 h 689379"/>
                <a:gd name="connsiteX376-45009" fmla="*/ 68907 w 3024845"/>
                <a:gd name="connsiteY376-45010" fmla="*/ 259413 h 689379"/>
                <a:gd name="connsiteX377-45011" fmla="*/ 68907 w 3024845"/>
                <a:gd name="connsiteY377-45012" fmla="*/ 136192 h 689379"/>
                <a:gd name="connsiteX378-45013" fmla="*/ 70934 w 3024845"/>
                <a:gd name="connsiteY378-45014" fmla="*/ 136192 h 689379"/>
                <a:gd name="connsiteX379-45015" fmla="*/ 85121 w 3024845"/>
                <a:gd name="connsiteY379-45016" fmla="*/ 136192 h 689379"/>
                <a:gd name="connsiteX380-45017" fmla="*/ 85121 w 3024845"/>
                <a:gd name="connsiteY380-45018" fmla="*/ 0 h 689379"/>
                <a:gd name="connsiteX381-45019" fmla="*/ 86894 w 3024845"/>
                <a:gd name="connsiteY381-45020" fmla="*/ 0 h 689379"/>
                <a:gd name="connsiteX382-45021" fmla="*/ 99308 w 3024845"/>
                <a:gd name="connsiteY382-45022" fmla="*/ 0 h 689379"/>
                <a:gd name="connsiteX0-45023" fmla="*/ 99308 w 3024845"/>
                <a:gd name="connsiteY0-45024" fmla="*/ 0 h 689379"/>
                <a:gd name="connsiteX1-45025" fmla="*/ 220909 w 3024845"/>
                <a:gd name="connsiteY1-45026" fmla="*/ 0 h 689379"/>
                <a:gd name="connsiteX2-45027" fmla="*/ 223189 w 3024845"/>
                <a:gd name="connsiteY2-45028" fmla="*/ 0 h 689379"/>
                <a:gd name="connsiteX3-45029" fmla="*/ 239150 w 3024845"/>
                <a:gd name="connsiteY3-45030" fmla="*/ 0 h 689379"/>
                <a:gd name="connsiteX4-45031" fmla="*/ 239150 w 3024845"/>
                <a:gd name="connsiteY4-45032" fmla="*/ 140515 h 689379"/>
                <a:gd name="connsiteX5-45033" fmla="*/ 240670 w 3024845"/>
                <a:gd name="connsiteY5-45034" fmla="*/ 140245 h 689379"/>
                <a:gd name="connsiteX6-45035" fmla="*/ 251310 w 3024845"/>
                <a:gd name="connsiteY6-45036" fmla="*/ 138354 h 689379"/>
                <a:gd name="connsiteX7-45037" fmla="*/ 249283 w 3024845"/>
                <a:gd name="connsiteY7-45038" fmla="*/ 226986 h 689379"/>
                <a:gd name="connsiteX8-45039" fmla="*/ 250803 w 3024845"/>
                <a:gd name="connsiteY8-45040" fmla="*/ 227257 h 689379"/>
                <a:gd name="connsiteX9-45041" fmla="*/ 261443 w 3024845"/>
                <a:gd name="connsiteY9-45042" fmla="*/ 229148 h 689379"/>
                <a:gd name="connsiteX10-45043" fmla="*/ 261696 w 3024845"/>
                <a:gd name="connsiteY10-45044" fmla="*/ 229959 h 689379"/>
                <a:gd name="connsiteX11-45045" fmla="*/ 263470 w 3024845"/>
                <a:gd name="connsiteY11-45046" fmla="*/ 235634 h 689379"/>
                <a:gd name="connsiteX12-45047" fmla="*/ 264230 w 3024845"/>
                <a:gd name="connsiteY12-45048" fmla="*/ 233202 h 689379"/>
                <a:gd name="connsiteX13-45049" fmla="*/ 269550 w 3024845"/>
                <a:gd name="connsiteY13-45050" fmla="*/ 216178 h 689379"/>
                <a:gd name="connsiteX14-45051" fmla="*/ 271323 w 3024845"/>
                <a:gd name="connsiteY14-45052" fmla="*/ 216178 h 689379"/>
                <a:gd name="connsiteX15-45053" fmla="*/ 283737 w 3024845"/>
                <a:gd name="connsiteY15-45054" fmla="*/ 216178 h 689379"/>
                <a:gd name="connsiteX16-45055" fmla="*/ 283737 w 3024845"/>
                <a:gd name="connsiteY16-45056" fmla="*/ 248604 h 689379"/>
                <a:gd name="connsiteX17-45057" fmla="*/ 284750 w 3024845"/>
                <a:gd name="connsiteY17-45058" fmla="*/ 249145 h 689379"/>
                <a:gd name="connsiteX18-45059" fmla="*/ 291844 w 3024845"/>
                <a:gd name="connsiteY18-45060" fmla="*/ 252928 h 689379"/>
                <a:gd name="connsiteX19-45061" fmla="*/ 291844 w 3024845"/>
                <a:gd name="connsiteY19-45062" fmla="*/ 254279 h 689379"/>
                <a:gd name="connsiteX20-45063" fmla="*/ 291844 w 3024845"/>
                <a:gd name="connsiteY20-45064" fmla="*/ 263737 h 689379"/>
                <a:gd name="connsiteX21-45065" fmla="*/ 336431 w 3024845"/>
                <a:gd name="connsiteY21-45066" fmla="*/ 263737 h 689379"/>
                <a:gd name="connsiteX22-45067" fmla="*/ 336431 w 3024845"/>
                <a:gd name="connsiteY22-45068" fmla="*/ 264818 h 689379"/>
                <a:gd name="connsiteX23-45069" fmla="*/ 336431 w 3024845"/>
                <a:gd name="connsiteY23-45070" fmla="*/ 272384 h 689379"/>
                <a:gd name="connsiteX24-45071" fmla="*/ 338457 w 3024845"/>
                <a:gd name="connsiteY24-45072" fmla="*/ 272384 h 689379"/>
                <a:gd name="connsiteX25-45073" fmla="*/ 352644 w 3024845"/>
                <a:gd name="connsiteY25-45074" fmla="*/ 272384 h 689379"/>
                <a:gd name="connsiteX26-45075" fmla="*/ 352644 w 3024845"/>
                <a:gd name="connsiteY26-45076" fmla="*/ 242119 h 689379"/>
                <a:gd name="connsiteX27-45077" fmla="*/ 397231 w 3024845"/>
                <a:gd name="connsiteY27-45078" fmla="*/ 242119 h 689379"/>
                <a:gd name="connsiteX28-45079" fmla="*/ 397231 w 3024845"/>
                <a:gd name="connsiteY28-45080" fmla="*/ 240768 h 689379"/>
                <a:gd name="connsiteX29-45081" fmla="*/ 397231 w 3024845"/>
                <a:gd name="connsiteY29-45082" fmla="*/ 231310 h 689379"/>
                <a:gd name="connsiteX30-45083" fmla="*/ 398245 w 3024845"/>
                <a:gd name="connsiteY30-45084" fmla="*/ 231310 h 689379"/>
                <a:gd name="connsiteX31-45085" fmla="*/ 405338 w 3024845"/>
                <a:gd name="connsiteY31-45086" fmla="*/ 231310 h 689379"/>
                <a:gd name="connsiteX32-45087" fmla="*/ 405338 w 3024845"/>
                <a:gd name="connsiteY32-45088" fmla="*/ 229419 h 689379"/>
                <a:gd name="connsiteX33-45089" fmla="*/ 405338 w 3024845"/>
                <a:gd name="connsiteY33-45090" fmla="*/ 216178 h 689379"/>
                <a:gd name="connsiteX34-45091" fmla="*/ 406098 w 3024845"/>
                <a:gd name="connsiteY34-45092" fmla="*/ 216178 h 689379"/>
                <a:gd name="connsiteX35-45093" fmla="*/ 411418 w 3024845"/>
                <a:gd name="connsiteY35-45094" fmla="*/ 216178 h 689379"/>
                <a:gd name="connsiteX36-45095" fmla="*/ 411418 w 3024845"/>
                <a:gd name="connsiteY36-45096" fmla="*/ 215097 h 689379"/>
                <a:gd name="connsiteX37-45097" fmla="*/ 411418 w 3024845"/>
                <a:gd name="connsiteY37-45098" fmla="*/ 207530 h 689379"/>
                <a:gd name="connsiteX38-45099" fmla="*/ 413445 w 3024845"/>
                <a:gd name="connsiteY38-45100" fmla="*/ 207530 h 689379"/>
                <a:gd name="connsiteX39-45101" fmla="*/ 427632 w 3024845"/>
                <a:gd name="connsiteY39-45102" fmla="*/ 207530 h 689379"/>
                <a:gd name="connsiteX40-45103" fmla="*/ 427632 w 3024845"/>
                <a:gd name="connsiteY40-45104" fmla="*/ 208611 h 689379"/>
                <a:gd name="connsiteX41-45105" fmla="*/ 427632 w 3024845"/>
                <a:gd name="connsiteY41-45106" fmla="*/ 216178 h 689379"/>
                <a:gd name="connsiteX42-45107" fmla="*/ 449925 w 3024845"/>
                <a:gd name="connsiteY42-45108" fmla="*/ 216178 h 689379"/>
                <a:gd name="connsiteX43-45109" fmla="*/ 449925 w 3024845"/>
                <a:gd name="connsiteY43-45110" fmla="*/ 214286 h 689379"/>
                <a:gd name="connsiteX44-45111" fmla="*/ 449925 w 3024845"/>
                <a:gd name="connsiteY44-45112" fmla="*/ 201045 h 689379"/>
                <a:gd name="connsiteX45-45113" fmla="*/ 451699 w 3024845"/>
                <a:gd name="connsiteY45-45114" fmla="*/ 201045 h 689379"/>
                <a:gd name="connsiteX46-45115" fmla="*/ 464112 w 3024845"/>
                <a:gd name="connsiteY46-45116" fmla="*/ 201045 h 689379"/>
                <a:gd name="connsiteX47-45117" fmla="*/ 464112 w 3024845"/>
                <a:gd name="connsiteY47-45118" fmla="*/ 224825 h 689379"/>
                <a:gd name="connsiteX48-45119" fmla="*/ 465126 w 3024845"/>
                <a:gd name="connsiteY48-45120" fmla="*/ 224825 h 689379"/>
                <a:gd name="connsiteX49-45121" fmla="*/ 472219 w 3024845"/>
                <a:gd name="connsiteY49-45122" fmla="*/ 224825 h 689379"/>
                <a:gd name="connsiteX50-45123" fmla="*/ 472219 w 3024845"/>
                <a:gd name="connsiteY50-45124" fmla="*/ 223744 h 689379"/>
                <a:gd name="connsiteX51-45125" fmla="*/ 472219 w 3024845"/>
                <a:gd name="connsiteY51-45126" fmla="*/ 216178 h 689379"/>
                <a:gd name="connsiteX52-45127" fmla="*/ 473992 w 3024845"/>
                <a:gd name="connsiteY52-45128" fmla="*/ 216178 h 689379"/>
                <a:gd name="connsiteX53-45129" fmla="*/ 486406 w 3024845"/>
                <a:gd name="connsiteY53-45130" fmla="*/ 216178 h 689379"/>
                <a:gd name="connsiteX54-45131" fmla="*/ 486406 w 3024845"/>
                <a:gd name="connsiteY54-45132" fmla="*/ 242119 h 689379"/>
                <a:gd name="connsiteX55-45133" fmla="*/ 488433 w 3024845"/>
                <a:gd name="connsiteY55-45134" fmla="*/ 242119 h 689379"/>
                <a:gd name="connsiteX56-45135" fmla="*/ 502619 w 3024845"/>
                <a:gd name="connsiteY56-45136" fmla="*/ 242119 h 689379"/>
                <a:gd name="connsiteX57-45137" fmla="*/ 502619 w 3024845"/>
                <a:gd name="connsiteY57-45138" fmla="*/ 243740 h 689379"/>
                <a:gd name="connsiteX58-45139" fmla="*/ 502619 w 3024845"/>
                <a:gd name="connsiteY58-45140" fmla="*/ 255090 h 689379"/>
                <a:gd name="connsiteX59-45141" fmla="*/ 503379 w 3024845"/>
                <a:gd name="connsiteY59-45142" fmla="*/ 255090 h 689379"/>
                <a:gd name="connsiteX60-45143" fmla="*/ 508700 w 3024845"/>
                <a:gd name="connsiteY60-45144" fmla="*/ 255090 h 689379"/>
                <a:gd name="connsiteX61-45145" fmla="*/ 508700 w 3024845"/>
                <a:gd name="connsiteY61-45146" fmla="*/ 254279 h 689379"/>
                <a:gd name="connsiteX62-45147" fmla="*/ 508700 w 3024845"/>
                <a:gd name="connsiteY62-45148" fmla="*/ 248604 h 689379"/>
                <a:gd name="connsiteX63-45149" fmla="*/ 539100 w 3024845"/>
                <a:gd name="connsiteY63-45150" fmla="*/ 248604 h 689379"/>
                <a:gd name="connsiteX64-45151" fmla="*/ 539100 w 3024845"/>
                <a:gd name="connsiteY64-45152" fmla="*/ 272384 h 689379"/>
                <a:gd name="connsiteX65-45153" fmla="*/ 540113 w 3024845"/>
                <a:gd name="connsiteY65-45154" fmla="*/ 272384 h 689379"/>
                <a:gd name="connsiteX66-45155" fmla="*/ 547207 w 3024845"/>
                <a:gd name="connsiteY66-45156" fmla="*/ 272384 h 689379"/>
                <a:gd name="connsiteX67-45157" fmla="*/ 547207 w 3024845"/>
                <a:gd name="connsiteY67-45158" fmla="*/ 273465 h 689379"/>
                <a:gd name="connsiteX68-45159" fmla="*/ 547207 w 3024845"/>
                <a:gd name="connsiteY68-45160" fmla="*/ 281031 h 689379"/>
                <a:gd name="connsiteX69-45161" fmla="*/ 547967 w 3024845"/>
                <a:gd name="connsiteY69-45162" fmla="*/ 281031 h 689379"/>
                <a:gd name="connsiteX70-45163" fmla="*/ 553287 w 3024845"/>
                <a:gd name="connsiteY70-45164" fmla="*/ 281031 h 689379"/>
                <a:gd name="connsiteX71-45165" fmla="*/ 553287 w 3024845"/>
                <a:gd name="connsiteY71-45166" fmla="*/ 278869 h 689379"/>
                <a:gd name="connsiteX72-45167" fmla="*/ 553287 w 3024845"/>
                <a:gd name="connsiteY72-45168" fmla="*/ 263737 h 689379"/>
                <a:gd name="connsiteX73-45169" fmla="*/ 554300 w 3024845"/>
                <a:gd name="connsiteY73-45170" fmla="*/ 263737 h 689379"/>
                <a:gd name="connsiteX74-45171" fmla="*/ 561394 w 3024845"/>
                <a:gd name="connsiteY74-45172" fmla="*/ 263737 h 689379"/>
                <a:gd name="connsiteX75-45173" fmla="*/ 561394 w 3024845"/>
                <a:gd name="connsiteY75-45174" fmla="*/ 264818 h 689379"/>
                <a:gd name="connsiteX76-45175" fmla="*/ 561394 w 3024845"/>
                <a:gd name="connsiteY76-45176" fmla="*/ 272384 h 689379"/>
                <a:gd name="connsiteX77-45177" fmla="*/ 566714 w 3024845"/>
                <a:gd name="connsiteY77-45178" fmla="*/ 270391 h 689379"/>
                <a:gd name="connsiteX78-45179" fmla="*/ 567474 w 3024845"/>
                <a:gd name="connsiteY78-45180" fmla="*/ 269411 h 689379"/>
                <a:gd name="connsiteX79-45181" fmla="*/ 567474 w 3024845"/>
                <a:gd name="connsiteY79-45182" fmla="*/ 263737 h 689379"/>
                <a:gd name="connsiteX80-45183" fmla="*/ 605981 w 3024845"/>
                <a:gd name="connsiteY80-45184" fmla="*/ 263737 h 689379"/>
                <a:gd name="connsiteX81-45185" fmla="*/ 605981 w 3024845"/>
                <a:gd name="connsiteY81-45186" fmla="*/ 287516 h 689379"/>
                <a:gd name="connsiteX82-45187" fmla="*/ 608007 w 3024845"/>
                <a:gd name="connsiteY82-45188" fmla="*/ 287516 h 689379"/>
                <a:gd name="connsiteX83-45189" fmla="*/ 622194 w 3024845"/>
                <a:gd name="connsiteY83-45190" fmla="*/ 287516 h 689379"/>
                <a:gd name="connsiteX84-45191" fmla="*/ 622194 w 3024845"/>
                <a:gd name="connsiteY84-45192" fmla="*/ 288597 h 689379"/>
                <a:gd name="connsiteX85-45193" fmla="*/ 622194 w 3024845"/>
                <a:gd name="connsiteY85-45194" fmla="*/ 296163 h 689379"/>
                <a:gd name="connsiteX86-45195" fmla="*/ 623968 w 3024845"/>
                <a:gd name="connsiteY86-45196" fmla="*/ 296163 h 689379"/>
                <a:gd name="connsiteX87-45197" fmla="*/ 636381 w 3024845"/>
                <a:gd name="connsiteY87-45198" fmla="*/ 296163 h 689379"/>
                <a:gd name="connsiteX88-45199" fmla="*/ 636381 w 3024845"/>
                <a:gd name="connsiteY88-45200" fmla="*/ 272384 h 689379"/>
                <a:gd name="connsiteX89-45201" fmla="*/ 637394 w 3024845"/>
                <a:gd name="connsiteY89-45202" fmla="*/ 272384 h 689379"/>
                <a:gd name="connsiteX90-45203" fmla="*/ 644488 w 3024845"/>
                <a:gd name="connsiteY90-45204" fmla="*/ 272384 h 689379"/>
                <a:gd name="connsiteX91-45205" fmla="*/ 644488 w 3024845"/>
                <a:gd name="connsiteY91-45206" fmla="*/ 239957 h 689379"/>
                <a:gd name="connsiteX92-45207" fmla="*/ 645501 w 3024845"/>
                <a:gd name="connsiteY92-45208" fmla="*/ 239957 h 689379"/>
                <a:gd name="connsiteX93-45209" fmla="*/ 652595 w 3024845"/>
                <a:gd name="connsiteY93-45210" fmla="*/ 239957 h 689379"/>
                <a:gd name="connsiteX94-45211" fmla="*/ 652595 w 3024845"/>
                <a:gd name="connsiteY94-45212" fmla="*/ 238066 h 689379"/>
                <a:gd name="connsiteX95-45213" fmla="*/ 652595 w 3024845"/>
                <a:gd name="connsiteY95-45214" fmla="*/ 224825 h 689379"/>
                <a:gd name="connsiteX96-45215" fmla="*/ 651328 w 3024845"/>
                <a:gd name="connsiteY96-45216" fmla="*/ 223203 h 689379"/>
                <a:gd name="connsiteX97-45217" fmla="*/ 656648 w 3024845"/>
                <a:gd name="connsiteY97-45218" fmla="*/ 211854 h 689379"/>
                <a:gd name="connsiteX98-45219" fmla="*/ 664755 w 3024845"/>
                <a:gd name="connsiteY98-45220" fmla="*/ 239957 h 689379"/>
                <a:gd name="connsiteX99-45221" fmla="*/ 665515 w 3024845"/>
                <a:gd name="connsiteY99-45222" fmla="*/ 239957 h 689379"/>
                <a:gd name="connsiteX100-45223" fmla="*/ 670835 w 3024845"/>
                <a:gd name="connsiteY100-45224" fmla="*/ 239957 h 689379"/>
                <a:gd name="connsiteX101-45225" fmla="*/ 670835 w 3024845"/>
                <a:gd name="connsiteY101-45226" fmla="*/ 134030 h 689379"/>
                <a:gd name="connsiteX102-45227" fmla="*/ 672355 w 3024845"/>
                <a:gd name="connsiteY102-45228" fmla="*/ 134030 h 689379"/>
                <a:gd name="connsiteX103-45229" fmla="*/ 682995 w 3024845"/>
                <a:gd name="connsiteY103-45230" fmla="*/ 134030 h 689379"/>
                <a:gd name="connsiteX104-45231" fmla="*/ 682995 w 3024845"/>
                <a:gd name="connsiteY104-45232" fmla="*/ 86471 h 689379"/>
                <a:gd name="connsiteX105-45233" fmla="*/ 709342 w 3024845"/>
                <a:gd name="connsiteY105-45234" fmla="*/ 86471 h 689379"/>
                <a:gd name="connsiteX106-45235" fmla="*/ 709342 w 3024845"/>
                <a:gd name="connsiteY106-45236" fmla="*/ 64853 h 689379"/>
                <a:gd name="connsiteX107-45237" fmla="*/ 743796 w 3024845"/>
                <a:gd name="connsiteY107-45238" fmla="*/ 64853 h 689379"/>
                <a:gd name="connsiteX108-45239" fmla="*/ 743796 w 3024845"/>
                <a:gd name="connsiteY108-45240" fmla="*/ 67285 h 689379"/>
                <a:gd name="connsiteX109-45241" fmla="*/ 743796 w 3024845"/>
                <a:gd name="connsiteY109-45242" fmla="*/ 84309 h 689379"/>
                <a:gd name="connsiteX110-45243" fmla="*/ 746076 w 3024845"/>
                <a:gd name="connsiteY110-45244" fmla="*/ 84309 h 689379"/>
                <a:gd name="connsiteX111-45245" fmla="*/ 762036 w 3024845"/>
                <a:gd name="connsiteY111-45246" fmla="*/ 84309 h 689379"/>
                <a:gd name="connsiteX112-45247" fmla="*/ 762036 w 3024845"/>
                <a:gd name="connsiteY112-45248" fmla="*/ 131868 h 689379"/>
                <a:gd name="connsiteX113-45249" fmla="*/ 763049 w 3024845"/>
                <a:gd name="connsiteY113-45250" fmla="*/ 131868 h 689379"/>
                <a:gd name="connsiteX114-45251" fmla="*/ 770143 w 3024845"/>
                <a:gd name="connsiteY114-45252" fmla="*/ 131868 h 689379"/>
                <a:gd name="connsiteX115-45253" fmla="*/ 784330 w 3024845"/>
                <a:gd name="connsiteY115-45254" fmla="*/ 136192 h 689379"/>
                <a:gd name="connsiteX116-45255" fmla="*/ 784330 w 3024845"/>
                <a:gd name="connsiteY116-45256" fmla="*/ 175104 h 689379"/>
                <a:gd name="connsiteX117-45257" fmla="*/ 785343 w 3024845"/>
                <a:gd name="connsiteY117-45258" fmla="*/ 175104 h 689379"/>
                <a:gd name="connsiteX118-45259" fmla="*/ 792436 w 3024845"/>
                <a:gd name="connsiteY118-45260" fmla="*/ 175104 h 689379"/>
                <a:gd name="connsiteX119-45261" fmla="*/ 792436 w 3024845"/>
                <a:gd name="connsiteY119-45262" fmla="*/ 176725 h 689379"/>
                <a:gd name="connsiteX120-45263" fmla="*/ 792436 w 3024845"/>
                <a:gd name="connsiteY120-45264" fmla="*/ 188074 h 689379"/>
                <a:gd name="connsiteX121-45265" fmla="*/ 794463 w 3024845"/>
                <a:gd name="connsiteY121-45266" fmla="*/ 188074 h 689379"/>
                <a:gd name="connsiteX122-45267" fmla="*/ 808650 w 3024845"/>
                <a:gd name="connsiteY122-45268" fmla="*/ 188074 h 689379"/>
                <a:gd name="connsiteX123-45269" fmla="*/ 814730 w 3024845"/>
                <a:gd name="connsiteY123-45270" fmla="*/ 194560 h 689379"/>
                <a:gd name="connsiteX124-45271" fmla="*/ 814730 w 3024845"/>
                <a:gd name="connsiteY124-45272" fmla="*/ 216178 h 689379"/>
                <a:gd name="connsiteX125-45273" fmla="*/ 817010 w 3024845"/>
                <a:gd name="connsiteY125-45274" fmla="*/ 216178 h 689379"/>
                <a:gd name="connsiteX126-45275" fmla="*/ 832970 w 3024845"/>
                <a:gd name="connsiteY126-45276" fmla="*/ 216178 h 689379"/>
                <a:gd name="connsiteX127-45277" fmla="*/ 832970 w 3024845"/>
                <a:gd name="connsiteY127-45278" fmla="*/ 217258 h 689379"/>
                <a:gd name="connsiteX128-45279" fmla="*/ 832970 w 3024845"/>
                <a:gd name="connsiteY128-45280" fmla="*/ 224825 h 689379"/>
                <a:gd name="connsiteX129-45281" fmla="*/ 834237 w 3024845"/>
                <a:gd name="connsiteY129-45282" fmla="*/ 224825 h 689379"/>
                <a:gd name="connsiteX130-45283" fmla="*/ 843104 w 3024845"/>
                <a:gd name="connsiteY130-45284" fmla="*/ 224825 h 689379"/>
                <a:gd name="connsiteX131-45285" fmla="*/ 843104 w 3024845"/>
                <a:gd name="connsiteY131-45286" fmla="*/ 226986 h 689379"/>
                <a:gd name="connsiteX132-45287" fmla="*/ 843104 w 3024845"/>
                <a:gd name="connsiteY132-45288" fmla="*/ 242119 h 689379"/>
                <a:gd name="connsiteX133-45289" fmla="*/ 847157 w 3024845"/>
                <a:gd name="connsiteY133-45290" fmla="*/ 240227 h 689379"/>
                <a:gd name="connsiteX134-45291" fmla="*/ 847157 w 3024845"/>
                <a:gd name="connsiteY134-45292" fmla="*/ 226986 h 689379"/>
                <a:gd name="connsiteX135-45293" fmla="*/ 848170 w 3024845"/>
                <a:gd name="connsiteY135-45294" fmla="*/ 226986 h 689379"/>
                <a:gd name="connsiteX136-45295" fmla="*/ 855264 w 3024845"/>
                <a:gd name="connsiteY136-45296" fmla="*/ 226986 h 689379"/>
                <a:gd name="connsiteX137-45297" fmla="*/ 855264 w 3024845"/>
                <a:gd name="connsiteY137-45298" fmla="*/ 228608 h 689379"/>
                <a:gd name="connsiteX138-45299" fmla="*/ 855264 w 3024845"/>
                <a:gd name="connsiteY138-45300" fmla="*/ 239957 h 689379"/>
                <a:gd name="connsiteX139-45301" fmla="*/ 856024 w 3024845"/>
                <a:gd name="connsiteY139-45302" fmla="*/ 239957 h 689379"/>
                <a:gd name="connsiteX140-45303" fmla="*/ 861344 w 3024845"/>
                <a:gd name="connsiteY140-45304" fmla="*/ 239957 h 689379"/>
                <a:gd name="connsiteX141-45305" fmla="*/ 909984 w 3024845"/>
                <a:gd name="connsiteY141-45306" fmla="*/ 235634 h 689379"/>
                <a:gd name="connsiteX142-45307" fmla="*/ 909984 w 3024845"/>
                <a:gd name="connsiteY142-45308" fmla="*/ 236985 h 689379"/>
                <a:gd name="connsiteX143-45309" fmla="*/ 909984 w 3024845"/>
                <a:gd name="connsiteY143-45310" fmla="*/ 246442 h 689379"/>
                <a:gd name="connsiteX144-45311" fmla="*/ 910744 w 3024845"/>
                <a:gd name="connsiteY144-45312" fmla="*/ 246442 h 689379"/>
                <a:gd name="connsiteX145-45313" fmla="*/ 916065 w 3024845"/>
                <a:gd name="connsiteY145-45314" fmla="*/ 246442 h 689379"/>
                <a:gd name="connsiteX146-45315" fmla="*/ 916065 w 3024845"/>
                <a:gd name="connsiteY146-45316" fmla="*/ 248604 h 689379"/>
                <a:gd name="connsiteX147-45317" fmla="*/ 916065 w 3024845"/>
                <a:gd name="connsiteY147-45318" fmla="*/ 263737 h 689379"/>
                <a:gd name="connsiteX148-45319" fmla="*/ 918091 w 3024845"/>
                <a:gd name="connsiteY148-45320" fmla="*/ 262386 h 689379"/>
                <a:gd name="connsiteX149-45321" fmla="*/ 932278 w 3024845"/>
                <a:gd name="connsiteY149-45322" fmla="*/ 252928 h 689379"/>
                <a:gd name="connsiteX150-45323" fmla="*/ 938358 w 3024845"/>
                <a:gd name="connsiteY150-45324" fmla="*/ 211854 h 689379"/>
                <a:gd name="connsiteX151-45325" fmla="*/ 939118 w 3024845"/>
                <a:gd name="connsiteY151-45326" fmla="*/ 211584 h 689379"/>
                <a:gd name="connsiteX152-45327" fmla="*/ 944438 w 3024845"/>
                <a:gd name="connsiteY152-45328" fmla="*/ 209692 h 689379"/>
                <a:gd name="connsiteX153-45329" fmla="*/ 946465 w 3024845"/>
                <a:gd name="connsiteY153-45330" fmla="*/ 140515 h 689379"/>
                <a:gd name="connsiteX154-45331" fmla="*/ 948492 w 3024845"/>
                <a:gd name="connsiteY154-45332" fmla="*/ 209692 h 689379"/>
                <a:gd name="connsiteX155-45333" fmla="*/ 949252 w 3024845"/>
                <a:gd name="connsiteY155-45334" fmla="*/ 209962 h 689379"/>
                <a:gd name="connsiteX156-45335" fmla="*/ 954572 w 3024845"/>
                <a:gd name="connsiteY156-45336" fmla="*/ 211854 h 689379"/>
                <a:gd name="connsiteX157-45337" fmla="*/ 954572 w 3024845"/>
                <a:gd name="connsiteY157-45338" fmla="*/ 125383 h 689379"/>
                <a:gd name="connsiteX158-45339" fmla="*/ 958625 w 3024845"/>
                <a:gd name="connsiteY158-45340" fmla="*/ 92956 h 689379"/>
                <a:gd name="connsiteX159-45341" fmla="*/ 997132 w 3024845"/>
                <a:gd name="connsiteY159-45342" fmla="*/ 92956 h 689379"/>
                <a:gd name="connsiteX160-45343" fmla="*/ 997132 w 3024845"/>
                <a:gd name="connsiteY160-45344" fmla="*/ 125383 h 689379"/>
                <a:gd name="connsiteX161-45345" fmla="*/ 997892 w 3024845"/>
                <a:gd name="connsiteY161-45346" fmla="*/ 125383 h 689379"/>
                <a:gd name="connsiteX162-45347" fmla="*/ 1003212 w 3024845"/>
                <a:gd name="connsiteY162-45348" fmla="*/ 125383 h 689379"/>
                <a:gd name="connsiteX163-45349" fmla="*/ 1003212 w 3024845"/>
                <a:gd name="connsiteY163-45350" fmla="*/ 43235 h 689379"/>
                <a:gd name="connsiteX164-45351" fmla="*/ 1004986 w 3024845"/>
                <a:gd name="connsiteY164-45352" fmla="*/ 43235 h 689379"/>
                <a:gd name="connsiteX165-45353" fmla="*/ 1017399 w 3024845"/>
                <a:gd name="connsiteY165-45354" fmla="*/ 43235 h 689379"/>
                <a:gd name="connsiteX166-45355" fmla="*/ 1017399 w 3024845"/>
                <a:gd name="connsiteY166-45356" fmla="*/ 41344 h 689379"/>
                <a:gd name="connsiteX167-45357" fmla="*/ 1017399 w 3024845"/>
                <a:gd name="connsiteY167-45358" fmla="*/ 28103 h 689379"/>
                <a:gd name="connsiteX168-45359" fmla="*/ 1039693 w 3024845"/>
                <a:gd name="connsiteY168-45360" fmla="*/ 28103 h 689379"/>
                <a:gd name="connsiteX169-45361" fmla="*/ 1039693 w 3024845"/>
                <a:gd name="connsiteY169-45362" fmla="*/ 27022 h 689379"/>
                <a:gd name="connsiteX170-45363" fmla="*/ 1039693 w 3024845"/>
                <a:gd name="connsiteY170-45364" fmla="*/ 19456 h 689379"/>
                <a:gd name="connsiteX171-45365" fmla="*/ 1041466 w 3024845"/>
                <a:gd name="connsiteY171-45366" fmla="*/ 19456 h 689379"/>
                <a:gd name="connsiteX172-45367" fmla="*/ 1053880 w 3024845"/>
                <a:gd name="connsiteY172-45368" fmla="*/ 19456 h 689379"/>
                <a:gd name="connsiteX173-45369" fmla="*/ 1053880 w 3024845"/>
                <a:gd name="connsiteY173-45370" fmla="*/ 20537 h 689379"/>
                <a:gd name="connsiteX174-45371" fmla="*/ 1053880 w 3024845"/>
                <a:gd name="connsiteY174-45372" fmla="*/ 28103 h 689379"/>
                <a:gd name="connsiteX175-45373" fmla="*/ 1054640 w 3024845"/>
                <a:gd name="connsiteY175-45374" fmla="*/ 28103 h 689379"/>
                <a:gd name="connsiteX176-45375" fmla="*/ 1059960 w 3024845"/>
                <a:gd name="connsiteY176-45376" fmla="*/ 28103 h 689379"/>
                <a:gd name="connsiteX177-45377" fmla="*/ 1070093 w 3024845"/>
                <a:gd name="connsiteY177-45378" fmla="*/ 23779 h 689379"/>
                <a:gd name="connsiteX178-45379" fmla="*/ 1074146 w 3024845"/>
                <a:gd name="connsiteY178-45380" fmla="*/ 27022 h 689379"/>
                <a:gd name="connsiteX179-45381" fmla="*/ 1074146 w 3024845"/>
                <a:gd name="connsiteY179-45382" fmla="*/ 19456 h 689379"/>
                <a:gd name="connsiteX180-45383" fmla="*/ 1076426 w 3024845"/>
                <a:gd name="connsiteY180-45384" fmla="*/ 19456 h 689379"/>
                <a:gd name="connsiteX181-45385" fmla="*/ 1092387 w 3024845"/>
                <a:gd name="connsiteY181-45386" fmla="*/ 19456 h 689379"/>
                <a:gd name="connsiteX182-45387" fmla="*/ 1092387 w 3024845"/>
                <a:gd name="connsiteY182-45388" fmla="*/ 20537 h 689379"/>
                <a:gd name="connsiteX183-45389" fmla="*/ 1092387 w 3024845"/>
                <a:gd name="connsiteY183-45390" fmla="*/ 28103 h 689379"/>
                <a:gd name="connsiteX184-45391" fmla="*/ 1122787 w 3024845"/>
                <a:gd name="connsiteY184-45392" fmla="*/ 28103 h 689379"/>
                <a:gd name="connsiteX185-45393" fmla="*/ 1122787 w 3024845"/>
                <a:gd name="connsiteY185-45394" fmla="*/ 29724 h 689379"/>
                <a:gd name="connsiteX186-45395" fmla="*/ 1122787 w 3024845"/>
                <a:gd name="connsiteY186-45396" fmla="*/ 41074 h 689379"/>
                <a:gd name="connsiteX187-45397" fmla="*/ 1149134 w 3024845"/>
                <a:gd name="connsiteY187-45398" fmla="*/ 41074 h 689379"/>
                <a:gd name="connsiteX188-45399" fmla="*/ 1149134 w 3024845"/>
                <a:gd name="connsiteY188-45400" fmla="*/ 71338 h 689379"/>
                <a:gd name="connsiteX189-45401" fmla="*/ 1149894 w 3024845"/>
                <a:gd name="connsiteY189-45402" fmla="*/ 71338 h 689379"/>
                <a:gd name="connsiteX190-45403" fmla="*/ 1155214 w 3024845"/>
                <a:gd name="connsiteY190-45404" fmla="*/ 71338 h 689379"/>
                <a:gd name="connsiteX191-45405" fmla="*/ 1155214 w 3024845"/>
                <a:gd name="connsiteY191-45406" fmla="*/ 72419 h 689379"/>
                <a:gd name="connsiteX192-45407" fmla="*/ 1155214 w 3024845"/>
                <a:gd name="connsiteY192-45408" fmla="*/ 79986 h 689379"/>
                <a:gd name="connsiteX193-45409" fmla="*/ 1159268 w 3024845"/>
                <a:gd name="connsiteY193-45410" fmla="*/ 110250 h 689379"/>
                <a:gd name="connsiteX194-45411" fmla="*/ 1160028 w 3024845"/>
                <a:gd name="connsiteY194-45412" fmla="*/ 110250 h 689379"/>
                <a:gd name="connsiteX195-45413" fmla="*/ 1165348 w 3024845"/>
                <a:gd name="connsiteY195-45414" fmla="*/ 110250 h 689379"/>
                <a:gd name="connsiteX196-45415" fmla="*/ 1165348 w 3024845"/>
                <a:gd name="connsiteY196-45416" fmla="*/ 111061 h 689379"/>
                <a:gd name="connsiteX197-45417" fmla="*/ 1165348 w 3024845"/>
                <a:gd name="connsiteY197-45418" fmla="*/ 116736 h 689379"/>
                <a:gd name="connsiteX198-45419" fmla="*/ 1166361 w 3024845"/>
                <a:gd name="connsiteY198-45420" fmla="*/ 116736 h 689379"/>
                <a:gd name="connsiteX199-45421" fmla="*/ 1173454 w 3024845"/>
                <a:gd name="connsiteY199-45422" fmla="*/ 116736 h 689379"/>
                <a:gd name="connsiteX200-45423" fmla="*/ 1173454 w 3024845"/>
                <a:gd name="connsiteY200-45424" fmla="*/ 147001 h 689379"/>
                <a:gd name="connsiteX201-45425" fmla="*/ 1175481 w 3024845"/>
                <a:gd name="connsiteY201-45426" fmla="*/ 147001 h 689379"/>
                <a:gd name="connsiteX202-45427" fmla="*/ 1189668 w 3024845"/>
                <a:gd name="connsiteY202-45428" fmla="*/ 147001 h 689379"/>
                <a:gd name="connsiteX203-45429" fmla="*/ 1189668 w 3024845"/>
                <a:gd name="connsiteY203-45430" fmla="*/ 170780 h 689379"/>
                <a:gd name="connsiteX204-45431" fmla="*/ 1191695 w 3024845"/>
                <a:gd name="connsiteY204-45432" fmla="*/ 172401 h 689379"/>
                <a:gd name="connsiteX205-45433" fmla="*/ 1191695 w 3024845"/>
                <a:gd name="connsiteY205-45434" fmla="*/ 183751 h 689379"/>
                <a:gd name="connsiteX206-45435" fmla="*/ 1192455 w 3024845"/>
                <a:gd name="connsiteY206-45436" fmla="*/ 183751 h 689379"/>
                <a:gd name="connsiteX207-45437" fmla="*/ 1197775 w 3024845"/>
                <a:gd name="connsiteY207-45438" fmla="*/ 183751 h 689379"/>
                <a:gd name="connsiteX208-45439" fmla="*/ 1197775 w 3024845"/>
                <a:gd name="connsiteY208-45440" fmla="*/ 207530 h 689379"/>
                <a:gd name="connsiteX209-45441" fmla="*/ 1199041 w 3024845"/>
                <a:gd name="connsiteY209-45442" fmla="*/ 207530 h 689379"/>
                <a:gd name="connsiteX210-45443" fmla="*/ 1207908 w 3024845"/>
                <a:gd name="connsiteY210-45444" fmla="*/ 207530 h 689379"/>
                <a:gd name="connsiteX211-45445" fmla="*/ 1209935 w 3024845"/>
                <a:gd name="connsiteY211-45446" fmla="*/ 211584 h 689379"/>
                <a:gd name="connsiteX212-45447" fmla="*/ 1209935 w 3024845"/>
                <a:gd name="connsiteY212-45448" fmla="*/ 224825 h 689379"/>
                <a:gd name="connsiteX213-45449" fmla="*/ 1211455 w 3024845"/>
                <a:gd name="connsiteY213-45450" fmla="*/ 222933 h 689379"/>
                <a:gd name="connsiteX214-45451" fmla="*/ 1222095 w 3024845"/>
                <a:gd name="connsiteY214-45452" fmla="*/ 209692 h 689379"/>
                <a:gd name="connsiteX215-45453" fmla="*/ 1250469 w 3024845"/>
                <a:gd name="connsiteY215-45454" fmla="*/ 209692 h 689379"/>
                <a:gd name="connsiteX216-45455" fmla="*/ 1250469 w 3024845"/>
                <a:gd name="connsiteY216-45456" fmla="*/ 296163 h 689379"/>
                <a:gd name="connsiteX217-45457" fmla="*/ 1251229 w 3024845"/>
                <a:gd name="connsiteY217-45458" fmla="*/ 296163 h 689379"/>
                <a:gd name="connsiteX218-45459" fmla="*/ 1256549 w 3024845"/>
                <a:gd name="connsiteY218-45460" fmla="*/ 296163 h 689379"/>
                <a:gd name="connsiteX219-45461" fmla="*/ 1257309 w 3024845"/>
                <a:gd name="connsiteY219-45462" fmla="*/ 294812 h 689379"/>
                <a:gd name="connsiteX220-45463" fmla="*/ 1262629 w 3024845"/>
                <a:gd name="connsiteY220-45464" fmla="*/ 285354 h 689379"/>
                <a:gd name="connsiteX221-45465" fmla="*/ 1262629 w 3024845"/>
                <a:gd name="connsiteY221-45466" fmla="*/ 287246 h 689379"/>
                <a:gd name="connsiteX222-45467" fmla="*/ 1262629 w 3024845"/>
                <a:gd name="connsiteY222-45468" fmla="*/ 300487 h 689379"/>
                <a:gd name="connsiteX223-45469" fmla="*/ 1266682 w 3024845"/>
                <a:gd name="connsiteY223-45470" fmla="*/ 255090 h 689379"/>
                <a:gd name="connsiteX224-45471" fmla="*/ 1267442 w 3024845"/>
                <a:gd name="connsiteY224-45472" fmla="*/ 255090 h 689379"/>
                <a:gd name="connsiteX225-45473" fmla="*/ 1272762 w 3024845"/>
                <a:gd name="connsiteY225-45474" fmla="*/ 255090 h 689379"/>
                <a:gd name="connsiteX226-45475" fmla="*/ 1272762 w 3024845"/>
                <a:gd name="connsiteY226-45476" fmla="*/ 190236 h 689379"/>
                <a:gd name="connsiteX227-45477" fmla="*/ 1273776 w 3024845"/>
                <a:gd name="connsiteY227-45478" fmla="*/ 190236 h 689379"/>
                <a:gd name="connsiteX228-45479" fmla="*/ 1280869 w 3024845"/>
                <a:gd name="connsiteY228-45480" fmla="*/ 190236 h 689379"/>
                <a:gd name="connsiteX229-45481" fmla="*/ 1293029 w 3024845"/>
                <a:gd name="connsiteY229-45482" fmla="*/ 147001 h 689379"/>
                <a:gd name="connsiteX230-45483" fmla="*/ 1294296 w 3024845"/>
                <a:gd name="connsiteY230-45484" fmla="*/ 147001 h 689379"/>
                <a:gd name="connsiteX231-45485" fmla="*/ 1303163 w 3024845"/>
                <a:gd name="connsiteY231-45486" fmla="*/ 147001 h 689379"/>
                <a:gd name="connsiteX232-45487" fmla="*/ 1313296 w 3024845"/>
                <a:gd name="connsiteY232-45488" fmla="*/ 190236 h 689379"/>
                <a:gd name="connsiteX233-45489" fmla="*/ 1314309 w 3024845"/>
                <a:gd name="connsiteY233-45490" fmla="*/ 190236 h 689379"/>
                <a:gd name="connsiteX234-45491" fmla="*/ 1321403 w 3024845"/>
                <a:gd name="connsiteY234-45492" fmla="*/ 190236 h 689379"/>
                <a:gd name="connsiteX235-45493" fmla="*/ 1321403 w 3024845"/>
                <a:gd name="connsiteY235-45494" fmla="*/ 229148 h 689379"/>
                <a:gd name="connsiteX236-45495" fmla="*/ 1323176 w 3024845"/>
                <a:gd name="connsiteY236-45496" fmla="*/ 229148 h 689379"/>
                <a:gd name="connsiteX237-45497" fmla="*/ 1335590 w 3024845"/>
                <a:gd name="connsiteY237-45498" fmla="*/ 229148 h 689379"/>
                <a:gd name="connsiteX238-45499" fmla="*/ 1335590 w 3024845"/>
                <a:gd name="connsiteY238-45500" fmla="*/ 231310 h 689379"/>
                <a:gd name="connsiteX239-45501" fmla="*/ 1335590 w 3024845"/>
                <a:gd name="connsiteY239-45502" fmla="*/ 246442 h 689379"/>
                <a:gd name="connsiteX240-45503" fmla="*/ 1339643 w 3024845"/>
                <a:gd name="connsiteY240-45504" fmla="*/ 244281 h 689379"/>
                <a:gd name="connsiteX241-45505" fmla="*/ 1339643 w 3024845"/>
                <a:gd name="connsiteY241-45506" fmla="*/ 229148 h 689379"/>
                <a:gd name="connsiteX242-45507" fmla="*/ 1341163 w 3024845"/>
                <a:gd name="connsiteY242-45508" fmla="*/ 229148 h 689379"/>
                <a:gd name="connsiteX243-45509" fmla="*/ 1351803 w 3024845"/>
                <a:gd name="connsiteY243-45510" fmla="*/ 229148 h 689379"/>
                <a:gd name="connsiteX244-45511" fmla="*/ 1351803 w 3024845"/>
                <a:gd name="connsiteY244-45512" fmla="*/ 230769 h 689379"/>
                <a:gd name="connsiteX245-45513" fmla="*/ 1351803 w 3024845"/>
                <a:gd name="connsiteY245-45514" fmla="*/ 242119 h 689379"/>
                <a:gd name="connsiteX246-45515" fmla="*/ 1382204 w 3024845"/>
                <a:gd name="connsiteY246-45516" fmla="*/ 242119 h 689379"/>
                <a:gd name="connsiteX247-45517" fmla="*/ 1382204 w 3024845"/>
                <a:gd name="connsiteY247-45518" fmla="*/ 205369 h 689379"/>
                <a:gd name="connsiteX248-45519" fmla="*/ 1383470 w 3024845"/>
                <a:gd name="connsiteY248-45520" fmla="*/ 205369 h 689379"/>
                <a:gd name="connsiteX249-45521" fmla="*/ 1392337 w 3024845"/>
                <a:gd name="connsiteY249-45522" fmla="*/ 205369 h 689379"/>
                <a:gd name="connsiteX250-45523" fmla="*/ 1392337 w 3024845"/>
                <a:gd name="connsiteY250-45524" fmla="*/ 226986 h 689379"/>
                <a:gd name="connsiteX251-45525" fmla="*/ 1394364 w 3024845"/>
                <a:gd name="connsiteY251-45526" fmla="*/ 194560 h 689379"/>
                <a:gd name="connsiteX252-45527" fmla="*/ 1416657 w 3024845"/>
                <a:gd name="connsiteY252-45528" fmla="*/ 194560 h 689379"/>
                <a:gd name="connsiteX253-45529" fmla="*/ 1416657 w 3024845"/>
                <a:gd name="connsiteY253-45530" fmla="*/ 192938 h 689379"/>
                <a:gd name="connsiteX254-45531" fmla="*/ 1416657 w 3024845"/>
                <a:gd name="connsiteY254-45532" fmla="*/ 181589 h 689379"/>
                <a:gd name="connsiteX255-45533" fmla="*/ 1417417 w 3024845"/>
                <a:gd name="connsiteY255-45534" fmla="*/ 181589 h 689379"/>
                <a:gd name="connsiteX256-45535" fmla="*/ 1422737 w 3024845"/>
                <a:gd name="connsiteY256-45536" fmla="*/ 181589 h 689379"/>
                <a:gd name="connsiteX257-45537" fmla="*/ 1422737 w 3024845"/>
                <a:gd name="connsiteY257-45538" fmla="*/ 179698 h 689379"/>
                <a:gd name="connsiteX258-45539" fmla="*/ 1422737 w 3024845"/>
                <a:gd name="connsiteY258-45540" fmla="*/ 166457 h 689379"/>
                <a:gd name="connsiteX259-45541" fmla="*/ 1426791 w 3024845"/>
                <a:gd name="connsiteY259-45542" fmla="*/ 172942 h 689379"/>
                <a:gd name="connsiteX260-45543" fmla="*/ 1429071 w 3024845"/>
                <a:gd name="connsiteY260-45544" fmla="*/ 172942 h 689379"/>
                <a:gd name="connsiteX261-45545" fmla="*/ 1445031 w 3024845"/>
                <a:gd name="connsiteY261-45546" fmla="*/ 172942 h 689379"/>
                <a:gd name="connsiteX262-45547" fmla="*/ 1445031 w 3024845"/>
                <a:gd name="connsiteY262-45548" fmla="*/ 172131 h 689379"/>
                <a:gd name="connsiteX263-45549" fmla="*/ 1445031 w 3024845"/>
                <a:gd name="connsiteY263-45550" fmla="*/ 166457 h 689379"/>
                <a:gd name="connsiteX264-45551" fmla="*/ 1445791 w 3024845"/>
                <a:gd name="connsiteY264-45552" fmla="*/ 166457 h 689379"/>
                <a:gd name="connsiteX265-45553" fmla="*/ 1451111 w 3024845"/>
                <a:gd name="connsiteY265-45554" fmla="*/ 166457 h 689379"/>
                <a:gd name="connsiteX266-45555" fmla="*/ 1451111 w 3024845"/>
                <a:gd name="connsiteY266-45556" fmla="*/ 167808 h 689379"/>
                <a:gd name="connsiteX267-45557" fmla="*/ 1451111 w 3024845"/>
                <a:gd name="connsiteY267-45558" fmla="*/ 177266 h 689379"/>
                <a:gd name="connsiteX268-45559" fmla="*/ 1489618 w 3024845"/>
                <a:gd name="connsiteY268-45560" fmla="*/ 177266 h 689379"/>
                <a:gd name="connsiteX269-45561" fmla="*/ 1489618 w 3024845"/>
                <a:gd name="connsiteY269-45562" fmla="*/ 315619 h 689379"/>
                <a:gd name="connsiteX270-45563" fmla="*/ 1491138 w 3024845"/>
                <a:gd name="connsiteY270-45564" fmla="*/ 315619 h 689379"/>
                <a:gd name="connsiteX271-45565" fmla="*/ 1501778 w 3024845"/>
                <a:gd name="connsiteY271-45566" fmla="*/ 315619 h 689379"/>
                <a:gd name="connsiteX272-45567" fmla="*/ 1501778 w 3024845"/>
                <a:gd name="connsiteY272-45568" fmla="*/ 302649 h 689379"/>
                <a:gd name="connsiteX273-45569" fmla="*/ 1505832 w 3024845"/>
                <a:gd name="connsiteY273-45570" fmla="*/ 302649 h 689379"/>
                <a:gd name="connsiteX274-45571" fmla="*/ 1505832 w 3024845"/>
                <a:gd name="connsiteY274-45572" fmla="*/ 315619 h 689379"/>
                <a:gd name="connsiteX275-45573" fmla="*/ 1536232 w 3024845"/>
                <a:gd name="connsiteY275-45574" fmla="*/ 315619 h 689379"/>
                <a:gd name="connsiteX276-45575" fmla="*/ 1536232 w 3024845"/>
                <a:gd name="connsiteY276-45576" fmla="*/ 285354 h 689379"/>
                <a:gd name="connsiteX277-45577" fmla="*/ 1548392 w 3024845"/>
                <a:gd name="connsiteY277-45578" fmla="*/ 285354 h 689379"/>
                <a:gd name="connsiteX278-45579" fmla="*/ 1560552 w 3024845"/>
                <a:gd name="connsiteY278-45580" fmla="*/ 283193 h 689379"/>
                <a:gd name="connsiteX279-45581" fmla="*/ 1564606 w 3024845"/>
                <a:gd name="connsiteY279-45582" fmla="*/ 285354 h 689379"/>
                <a:gd name="connsiteX280-45583" fmla="*/ 1574739 w 3024845"/>
                <a:gd name="connsiteY280-45584" fmla="*/ 285354 h 689379"/>
                <a:gd name="connsiteX281-45585" fmla="*/ 1574739 w 3024845"/>
                <a:gd name="connsiteY281-45586" fmla="*/ 315619 h 689379"/>
                <a:gd name="connsiteX282-45587" fmla="*/ 1582846 w 3024845"/>
                <a:gd name="connsiteY282-45588" fmla="*/ 315619 h 689379"/>
                <a:gd name="connsiteX283-45589" fmla="*/ 1582846 w 3024845"/>
                <a:gd name="connsiteY283-45590" fmla="*/ 332914 h 689379"/>
                <a:gd name="connsiteX284-45591" fmla="*/ 1592182 w 3024845"/>
                <a:gd name="connsiteY284-45592" fmla="*/ 333819 h 689379"/>
                <a:gd name="connsiteX285-45593" fmla="*/ 1605140 w 3024845"/>
                <a:gd name="connsiteY285-45594" fmla="*/ 333819 h 689379"/>
                <a:gd name="connsiteX286-45595" fmla="*/ 1605140 w 3024845"/>
                <a:gd name="connsiteY286-45596" fmla="*/ 317781 h 689379"/>
                <a:gd name="connsiteX287-45597" fmla="*/ 1673096 w 3024845"/>
                <a:gd name="connsiteY287-45598" fmla="*/ 317781 h 689379"/>
                <a:gd name="connsiteX288-45599" fmla="*/ 1673096 w 3024845"/>
                <a:gd name="connsiteY288-45600" fmla="*/ 232528 h 689379"/>
                <a:gd name="connsiteX289-45601" fmla="*/ 1745104 w 3024845"/>
                <a:gd name="connsiteY289-45602" fmla="*/ 232528 h 689379"/>
                <a:gd name="connsiteX290-45603" fmla="*/ 1745104 w 3024845"/>
                <a:gd name="connsiteY290-45604" fmla="*/ 311296 h 689379"/>
                <a:gd name="connsiteX291-45605" fmla="*/ 1747008 w 3024845"/>
                <a:gd name="connsiteY291-45606" fmla="*/ 311296 h 689379"/>
                <a:gd name="connsiteX292-45607" fmla="*/ 1748250 w 3024845"/>
                <a:gd name="connsiteY292-45608" fmla="*/ 333819 h 689379"/>
                <a:gd name="connsiteX293-45609" fmla="*/ 1757926 w 3024845"/>
                <a:gd name="connsiteY293-45610" fmla="*/ 333819 h 689379"/>
                <a:gd name="connsiteX294-45611" fmla="*/ 1759168 w 3024845"/>
                <a:gd name="connsiteY294-45612" fmla="*/ 311296 h 689379"/>
                <a:gd name="connsiteX295-45613" fmla="*/ 1765248 w 3024845"/>
                <a:gd name="connsiteY295-45614" fmla="*/ 311296 h 689379"/>
                <a:gd name="connsiteX296-45615" fmla="*/ 1766490 w 3024845"/>
                <a:gd name="connsiteY296-45616" fmla="*/ 333819 h 689379"/>
                <a:gd name="connsiteX297-45617" fmla="*/ 1817112 w 3024845"/>
                <a:gd name="connsiteY297-45618" fmla="*/ 333819 h 689379"/>
                <a:gd name="connsiteX298-45619" fmla="*/ 1817112 w 3024845"/>
                <a:gd name="connsiteY298-45620" fmla="*/ 170791 h 689379"/>
                <a:gd name="connsiteX299-45621" fmla="*/ 2014439 w 3024845"/>
                <a:gd name="connsiteY299-45622" fmla="*/ 170791 h 689379"/>
                <a:gd name="connsiteX300-45623" fmla="*/ 2014439 w 3024845"/>
                <a:gd name="connsiteY300-45624" fmla="*/ 333819 h 689379"/>
                <a:gd name="connsiteX301-45625" fmla="*/ 2033136 w 3024845"/>
                <a:gd name="connsiteY301-45626" fmla="*/ 333819 h 689379"/>
                <a:gd name="connsiteX302-45627" fmla="*/ 2033136 w 3024845"/>
                <a:gd name="connsiteY302-45628" fmla="*/ 251126 h 689379"/>
                <a:gd name="connsiteX303-45629" fmla="*/ 2128256 w 3024845"/>
                <a:gd name="connsiteY303-45630" fmla="*/ 251126 h 689379"/>
                <a:gd name="connsiteX304-45631" fmla="*/ 2180720 w 3024845"/>
                <a:gd name="connsiteY304-45632" fmla="*/ 185913 h 689379"/>
                <a:gd name="connsiteX305-45633" fmla="*/ 2245574 w 3024845"/>
                <a:gd name="connsiteY305-45634" fmla="*/ 185913 h 689379"/>
                <a:gd name="connsiteX306-45635" fmla="*/ 2245574 w 3024845"/>
                <a:gd name="connsiteY306-45636" fmla="*/ 261575 h 689379"/>
                <a:gd name="connsiteX307-45637" fmla="*/ 2253681 w 3024845"/>
                <a:gd name="connsiteY307-45638" fmla="*/ 261575 h 689379"/>
                <a:gd name="connsiteX308-45639" fmla="*/ 2255708 w 3024845"/>
                <a:gd name="connsiteY308-45640" fmla="*/ 255090 h 689379"/>
                <a:gd name="connsiteX309-45641" fmla="*/ 2261788 w 3024845"/>
                <a:gd name="connsiteY309-45642" fmla="*/ 255090 h 689379"/>
                <a:gd name="connsiteX310-45643" fmla="*/ 2263815 w 3024845"/>
                <a:gd name="connsiteY310-45644" fmla="*/ 263737 h 689379"/>
                <a:gd name="connsiteX311-45645" fmla="*/ 2275975 w 3024845"/>
                <a:gd name="connsiteY311-45646" fmla="*/ 263737 h 689379"/>
                <a:gd name="connsiteX312-45647" fmla="*/ 2275975 w 3024845"/>
                <a:gd name="connsiteY312-45648" fmla="*/ 257251 h 689379"/>
                <a:gd name="connsiteX313-45649" fmla="*/ 2298268 w 3024845"/>
                <a:gd name="connsiteY313-45650" fmla="*/ 257251 h 689379"/>
                <a:gd name="connsiteX314-45651" fmla="*/ 2298268 w 3024845"/>
                <a:gd name="connsiteY314-45652" fmla="*/ 263737 h 689379"/>
                <a:gd name="connsiteX315-45653" fmla="*/ 2318535 w 3024845"/>
                <a:gd name="connsiteY315-45654" fmla="*/ 263737 h 689379"/>
                <a:gd name="connsiteX316-45655" fmla="*/ 2318535 w 3024845"/>
                <a:gd name="connsiteY316-45656" fmla="*/ 309134 h 689379"/>
                <a:gd name="connsiteX317-45657" fmla="*/ 2332722 w 3024845"/>
                <a:gd name="connsiteY317-45658" fmla="*/ 309134 h 689379"/>
                <a:gd name="connsiteX318-45659" fmla="*/ 2332722 w 3024845"/>
                <a:gd name="connsiteY318-45660" fmla="*/ 296163 h 689379"/>
                <a:gd name="connsiteX319-45661" fmla="*/ 2348936 w 3024845"/>
                <a:gd name="connsiteY319-45662" fmla="*/ 296163 h 689379"/>
                <a:gd name="connsiteX320-45663" fmla="*/ 2348936 w 3024845"/>
                <a:gd name="connsiteY320-45664" fmla="*/ 116736 h 689379"/>
                <a:gd name="connsiteX321-45665" fmla="*/ 2355016 w 3024845"/>
                <a:gd name="connsiteY321-45666" fmla="*/ 110250 h 689379"/>
                <a:gd name="connsiteX322-45667" fmla="*/ 2427977 w 3024845"/>
                <a:gd name="connsiteY322-45668" fmla="*/ 110250 h 689379"/>
                <a:gd name="connsiteX323-45669" fmla="*/ 2427977 w 3024845"/>
                <a:gd name="connsiteY323-45670" fmla="*/ 118898 h 689379"/>
                <a:gd name="connsiteX324-45671" fmla="*/ 2438110 w 3024845"/>
                <a:gd name="connsiteY324-45672" fmla="*/ 118898 h 689379"/>
                <a:gd name="connsiteX325-45673" fmla="*/ 2438110 w 3024845"/>
                <a:gd name="connsiteY325-45674" fmla="*/ 233472 h 689379"/>
                <a:gd name="connsiteX326-45675" fmla="*/ 2460404 w 3024845"/>
                <a:gd name="connsiteY326-45676" fmla="*/ 233472 h 689379"/>
                <a:gd name="connsiteX327-45677" fmla="*/ 2460404 w 3024845"/>
                <a:gd name="connsiteY327-45678" fmla="*/ 166457 h 689379"/>
                <a:gd name="connsiteX328-45679" fmla="*/ 2486751 w 3024845"/>
                <a:gd name="connsiteY328-45680" fmla="*/ 166457 h 689379"/>
                <a:gd name="connsiteX329-45681" fmla="*/ 2490804 w 3024845"/>
                <a:gd name="connsiteY329-45682" fmla="*/ 162133 h 689379"/>
                <a:gd name="connsiteX330-45683" fmla="*/ 2498911 w 3024845"/>
                <a:gd name="connsiteY330-45684" fmla="*/ 162133 h 689379"/>
                <a:gd name="connsiteX331-45685" fmla="*/ 2502964 w 3024845"/>
                <a:gd name="connsiteY331-45686" fmla="*/ 166457 h 689379"/>
                <a:gd name="connsiteX332-45687" fmla="*/ 2525258 w 3024845"/>
                <a:gd name="connsiteY332-45688" fmla="*/ 166457 h 689379"/>
                <a:gd name="connsiteX333-45689" fmla="*/ 2525258 w 3024845"/>
                <a:gd name="connsiteY333-45690" fmla="*/ 49721 h 689379"/>
                <a:gd name="connsiteX334-45691" fmla="*/ 2582005 w 3024845"/>
                <a:gd name="connsiteY334-45692" fmla="*/ 38912 h 689379"/>
                <a:gd name="connsiteX335-45693" fmla="*/ 2582005 w 3024845"/>
                <a:gd name="connsiteY335-45694" fmla="*/ 39993 h 689379"/>
                <a:gd name="connsiteX336-45695" fmla="*/ 2582005 w 3024845"/>
                <a:gd name="connsiteY336-45696" fmla="*/ 47559 h 689379"/>
                <a:gd name="connsiteX337-45697" fmla="*/ 2608352 w 3024845"/>
                <a:gd name="connsiteY337-45698" fmla="*/ 47559 h 689379"/>
                <a:gd name="connsiteX338-45699" fmla="*/ 2608352 w 3024845"/>
                <a:gd name="connsiteY338-45700" fmla="*/ 302649 h 689379"/>
                <a:gd name="connsiteX339-45701" fmla="*/ 2630646 w 3024845"/>
                <a:gd name="connsiteY339-45702" fmla="*/ 302649 h 689379"/>
                <a:gd name="connsiteX340-45703" fmla="*/ 2630646 w 3024845"/>
                <a:gd name="connsiteY340-45704" fmla="*/ 298325 h 689379"/>
                <a:gd name="connsiteX341-45705" fmla="*/ 2642806 w 3024845"/>
                <a:gd name="connsiteY341-45706" fmla="*/ 298325 h 689379"/>
                <a:gd name="connsiteX342-45707" fmla="*/ 2642806 w 3024845"/>
                <a:gd name="connsiteY342-45708" fmla="*/ 302649 h 689379"/>
                <a:gd name="connsiteX343-45709" fmla="*/ 2667126 w 3024845"/>
                <a:gd name="connsiteY343-45710" fmla="*/ 302649 h 689379"/>
                <a:gd name="connsiteX344-45711" fmla="*/ 2667126 w 3024845"/>
                <a:gd name="connsiteY344-45712" fmla="*/ 289678 h 689379"/>
                <a:gd name="connsiteX345-45713" fmla="*/ 2695500 w 3024845"/>
                <a:gd name="connsiteY345-45714" fmla="*/ 289678 h 689379"/>
                <a:gd name="connsiteX346-45715" fmla="*/ 2707660 w 3024845"/>
                <a:gd name="connsiteY346-45716" fmla="*/ 285354 h 689379"/>
                <a:gd name="connsiteX347-45717" fmla="*/ 2727927 w 3024845"/>
                <a:gd name="connsiteY347-45718" fmla="*/ 289678 h 689379"/>
                <a:gd name="connsiteX348-45719" fmla="*/ 2727927 w 3024845"/>
                <a:gd name="connsiteY348-45720" fmla="*/ 272384 h 689379"/>
                <a:gd name="connsiteX349-45721" fmla="*/ 2736034 w 3024845"/>
                <a:gd name="connsiteY349-45722" fmla="*/ 272384 h 689379"/>
                <a:gd name="connsiteX350-45723" fmla="*/ 2736034 w 3024845"/>
                <a:gd name="connsiteY350-45724" fmla="*/ 259413 h 689379"/>
                <a:gd name="connsiteX351-45725" fmla="*/ 2792781 w 3024845"/>
                <a:gd name="connsiteY351-45726" fmla="*/ 259413 h 689379"/>
                <a:gd name="connsiteX352-45727" fmla="*/ 2792781 w 3024845"/>
                <a:gd name="connsiteY352-45728" fmla="*/ 229148 h 689379"/>
                <a:gd name="connsiteX353-45729" fmla="*/ 2811021 w 3024845"/>
                <a:gd name="connsiteY353-45730" fmla="*/ 229148 h 689379"/>
                <a:gd name="connsiteX354-45731" fmla="*/ 2811021 w 3024845"/>
                <a:gd name="connsiteY354-45732" fmla="*/ 222663 h 689379"/>
                <a:gd name="connsiteX355-45733" fmla="*/ 2823181 w 3024845"/>
                <a:gd name="connsiteY355-45734" fmla="*/ 222663 h 689379"/>
                <a:gd name="connsiteX356-45735" fmla="*/ 2823181 w 3024845"/>
                <a:gd name="connsiteY356-45736" fmla="*/ 229148 h 689379"/>
                <a:gd name="connsiteX357-45737" fmla="*/ 2839395 w 3024845"/>
                <a:gd name="connsiteY357-45738" fmla="*/ 229148 h 689379"/>
                <a:gd name="connsiteX358-45739" fmla="*/ 2839395 w 3024845"/>
                <a:gd name="connsiteY358-45740" fmla="*/ 278869 h 689379"/>
                <a:gd name="connsiteX359-45741" fmla="*/ 2871822 w 3024845"/>
                <a:gd name="connsiteY359-45742" fmla="*/ 278869 h 689379"/>
                <a:gd name="connsiteX360-45743" fmla="*/ 2871822 w 3024845"/>
                <a:gd name="connsiteY360-45744" fmla="*/ 252928 h 689379"/>
                <a:gd name="connsiteX361-45745" fmla="*/ 2910329 w 3024845"/>
                <a:gd name="connsiteY361-45746" fmla="*/ 252928 h 689379"/>
                <a:gd name="connsiteX362-45747" fmla="*/ 2910329 w 3024845"/>
                <a:gd name="connsiteY362-45748" fmla="*/ 222663 h 689379"/>
                <a:gd name="connsiteX363-45749" fmla="*/ 2958970 w 3024845"/>
                <a:gd name="connsiteY363-45750" fmla="*/ 222663 h 689379"/>
                <a:gd name="connsiteX364-45751" fmla="*/ 2958970 w 3024845"/>
                <a:gd name="connsiteY364-45752" fmla="*/ 333819 h 689379"/>
                <a:gd name="connsiteX365-45753" fmla="*/ 3024845 w 3024845"/>
                <a:gd name="connsiteY365-45754" fmla="*/ 689379 h 689379"/>
                <a:gd name="connsiteX366-45755" fmla="*/ 2054 w 3024845"/>
                <a:gd name="connsiteY366-45756" fmla="*/ 687046 h 689379"/>
                <a:gd name="connsiteX367-45757" fmla="*/ 0 w 3024845"/>
                <a:gd name="connsiteY367-45758" fmla="*/ 252928 h 689379"/>
                <a:gd name="connsiteX368-45759" fmla="*/ 20267 w 3024845"/>
                <a:gd name="connsiteY368-45760" fmla="*/ 252928 h 689379"/>
                <a:gd name="connsiteX369-45761" fmla="*/ 20774 w 3024845"/>
                <a:gd name="connsiteY369-45762" fmla="*/ 251847 h 689379"/>
                <a:gd name="connsiteX370-45763" fmla="*/ 24320 w 3024845"/>
                <a:gd name="connsiteY370-45764" fmla="*/ 244281 h 689379"/>
                <a:gd name="connsiteX371-45765" fmla="*/ 26094 w 3024845"/>
                <a:gd name="connsiteY371-45766" fmla="*/ 244551 h 689379"/>
                <a:gd name="connsiteX372-45767" fmla="*/ 38507 w 3024845"/>
                <a:gd name="connsiteY372-45768" fmla="*/ 246442 h 689379"/>
                <a:gd name="connsiteX373-45769" fmla="*/ 39014 w 3024845"/>
                <a:gd name="connsiteY373-45770" fmla="*/ 247794 h 689379"/>
                <a:gd name="connsiteX374-45771" fmla="*/ 42560 w 3024845"/>
                <a:gd name="connsiteY374-45772" fmla="*/ 257251 h 689379"/>
                <a:gd name="connsiteX375-45773" fmla="*/ 68907 w 3024845"/>
                <a:gd name="connsiteY375-45774" fmla="*/ 259413 h 689379"/>
                <a:gd name="connsiteX376-45775" fmla="*/ 68907 w 3024845"/>
                <a:gd name="connsiteY376-45776" fmla="*/ 136192 h 689379"/>
                <a:gd name="connsiteX377-45777" fmla="*/ 70934 w 3024845"/>
                <a:gd name="connsiteY377-45778" fmla="*/ 136192 h 689379"/>
                <a:gd name="connsiteX378-45779" fmla="*/ 85121 w 3024845"/>
                <a:gd name="connsiteY378-45780" fmla="*/ 136192 h 689379"/>
                <a:gd name="connsiteX379-45781" fmla="*/ 85121 w 3024845"/>
                <a:gd name="connsiteY379-45782" fmla="*/ 0 h 689379"/>
                <a:gd name="connsiteX380-45783" fmla="*/ 86894 w 3024845"/>
                <a:gd name="connsiteY380-45784" fmla="*/ 0 h 689379"/>
                <a:gd name="connsiteX381-45785" fmla="*/ 99308 w 3024845"/>
                <a:gd name="connsiteY381-45786" fmla="*/ 0 h 689379"/>
                <a:gd name="connsiteX0-45787" fmla="*/ 99308 w 3024845"/>
                <a:gd name="connsiteY0-45788" fmla="*/ 0 h 689379"/>
                <a:gd name="connsiteX1-45789" fmla="*/ 220909 w 3024845"/>
                <a:gd name="connsiteY1-45790" fmla="*/ 0 h 689379"/>
                <a:gd name="connsiteX2-45791" fmla="*/ 223189 w 3024845"/>
                <a:gd name="connsiteY2-45792" fmla="*/ 0 h 689379"/>
                <a:gd name="connsiteX3-45793" fmla="*/ 239150 w 3024845"/>
                <a:gd name="connsiteY3-45794" fmla="*/ 0 h 689379"/>
                <a:gd name="connsiteX4-45795" fmla="*/ 239150 w 3024845"/>
                <a:gd name="connsiteY4-45796" fmla="*/ 140515 h 689379"/>
                <a:gd name="connsiteX5-45797" fmla="*/ 240670 w 3024845"/>
                <a:gd name="connsiteY5-45798" fmla="*/ 140245 h 689379"/>
                <a:gd name="connsiteX6-45799" fmla="*/ 251310 w 3024845"/>
                <a:gd name="connsiteY6-45800" fmla="*/ 138354 h 689379"/>
                <a:gd name="connsiteX7-45801" fmla="*/ 249283 w 3024845"/>
                <a:gd name="connsiteY7-45802" fmla="*/ 226986 h 689379"/>
                <a:gd name="connsiteX8-45803" fmla="*/ 250803 w 3024845"/>
                <a:gd name="connsiteY8-45804" fmla="*/ 227257 h 689379"/>
                <a:gd name="connsiteX9-45805" fmla="*/ 261443 w 3024845"/>
                <a:gd name="connsiteY9-45806" fmla="*/ 229148 h 689379"/>
                <a:gd name="connsiteX10-45807" fmla="*/ 261696 w 3024845"/>
                <a:gd name="connsiteY10-45808" fmla="*/ 229959 h 689379"/>
                <a:gd name="connsiteX11-45809" fmla="*/ 263470 w 3024845"/>
                <a:gd name="connsiteY11-45810" fmla="*/ 235634 h 689379"/>
                <a:gd name="connsiteX12-45811" fmla="*/ 264230 w 3024845"/>
                <a:gd name="connsiteY12-45812" fmla="*/ 233202 h 689379"/>
                <a:gd name="connsiteX13-45813" fmla="*/ 269550 w 3024845"/>
                <a:gd name="connsiteY13-45814" fmla="*/ 216178 h 689379"/>
                <a:gd name="connsiteX14-45815" fmla="*/ 271323 w 3024845"/>
                <a:gd name="connsiteY14-45816" fmla="*/ 216178 h 689379"/>
                <a:gd name="connsiteX15-45817" fmla="*/ 283737 w 3024845"/>
                <a:gd name="connsiteY15-45818" fmla="*/ 216178 h 689379"/>
                <a:gd name="connsiteX16-45819" fmla="*/ 283737 w 3024845"/>
                <a:gd name="connsiteY16-45820" fmla="*/ 248604 h 689379"/>
                <a:gd name="connsiteX17-45821" fmla="*/ 284750 w 3024845"/>
                <a:gd name="connsiteY17-45822" fmla="*/ 249145 h 689379"/>
                <a:gd name="connsiteX18-45823" fmla="*/ 291844 w 3024845"/>
                <a:gd name="connsiteY18-45824" fmla="*/ 252928 h 689379"/>
                <a:gd name="connsiteX19-45825" fmla="*/ 291844 w 3024845"/>
                <a:gd name="connsiteY19-45826" fmla="*/ 254279 h 689379"/>
                <a:gd name="connsiteX20-45827" fmla="*/ 291844 w 3024845"/>
                <a:gd name="connsiteY20-45828" fmla="*/ 263737 h 689379"/>
                <a:gd name="connsiteX21-45829" fmla="*/ 336431 w 3024845"/>
                <a:gd name="connsiteY21-45830" fmla="*/ 263737 h 689379"/>
                <a:gd name="connsiteX22-45831" fmla="*/ 336431 w 3024845"/>
                <a:gd name="connsiteY22-45832" fmla="*/ 264818 h 689379"/>
                <a:gd name="connsiteX23-45833" fmla="*/ 336431 w 3024845"/>
                <a:gd name="connsiteY23-45834" fmla="*/ 272384 h 689379"/>
                <a:gd name="connsiteX24-45835" fmla="*/ 338457 w 3024845"/>
                <a:gd name="connsiteY24-45836" fmla="*/ 272384 h 689379"/>
                <a:gd name="connsiteX25-45837" fmla="*/ 352644 w 3024845"/>
                <a:gd name="connsiteY25-45838" fmla="*/ 272384 h 689379"/>
                <a:gd name="connsiteX26-45839" fmla="*/ 352644 w 3024845"/>
                <a:gd name="connsiteY26-45840" fmla="*/ 242119 h 689379"/>
                <a:gd name="connsiteX27-45841" fmla="*/ 397231 w 3024845"/>
                <a:gd name="connsiteY27-45842" fmla="*/ 242119 h 689379"/>
                <a:gd name="connsiteX28-45843" fmla="*/ 397231 w 3024845"/>
                <a:gd name="connsiteY28-45844" fmla="*/ 240768 h 689379"/>
                <a:gd name="connsiteX29-45845" fmla="*/ 397231 w 3024845"/>
                <a:gd name="connsiteY29-45846" fmla="*/ 231310 h 689379"/>
                <a:gd name="connsiteX30-45847" fmla="*/ 398245 w 3024845"/>
                <a:gd name="connsiteY30-45848" fmla="*/ 231310 h 689379"/>
                <a:gd name="connsiteX31-45849" fmla="*/ 405338 w 3024845"/>
                <a:gd name="connsiteY31-45850" fmla="*/ 231310 h 689379"/>
                <a:gd name="connsiteX32-45851" fmla="*/ 405338 w 3024845"/>
                <a:gd name="connsiteY32-45852" fmla="*/ 229419 h 689379"/>
                <a:gd name="connsiteX33-45853" fmla="*/ 405338 w 3024845"/>
                <a:gd name="connsiteY33-45854" fmla="*/ 216178 h 689379"/>
                <a:gd name="connsiteX34-45855" fmla="*/ 406098 w 3024845"/>
                <a:gd name="connsiteY34-45856" fmla="*/ 216178 h 689379"/>
                <a:gd name="connsiteX35-45857" fmla="*/ 411418 w 3024845"/>
                <a:gd name="connsiteY35-45858" fmla="*/ 216178 h 689379"/>
                <a:gd name="connsiteX36-45859" fmla="*/ 411418 w 3024845"/>
                <a:gd name="connsiteY36-45860" fmla="*/ 215097 h 689379"/>
                <a:gd name="connsiteX37-45861" fmla="*/ 411418 w 3024845"/>
                <a:gd name="connsiteY37-45862" fmla="*/ 207530 h 689379"/>
                <a:gd name="connsiteX38-45863" fmla="*/ 413445 w 3024845"/>
                <a:gd name="connsiteY38-45864" fmla="*/ 207530 h 689379"/>
                <a:gd name="connsiteX39-45865" fmla="*/ 427632 w 3024845"/>
                <a:gd name="connsiteY39-45866" fmla="*/ 207530 h 689379"/>
                <a:gd name="connsiteX40-45867" fmla="*/ 427632 w 3024845"/>
                <a:gd name="connsiteY40-45868" fmla="*/ 208611 h 689379"/>
                <a:gd name="connsiteX41-45869" fmla="*/ 427632 w 3024845"/>
                <a:gd name="connsiteY41-45870" fmla="*/ 216178 h 689379"/>
                <a:gd name="connsiteX42-45871" fmla="*/ 449925 w 3024845"/>
                <a:gd name="connsiteY42-45872" fmla="*/ 216178 h 689379"/>
                <a:gd name="connsiteX43-45873" fmla="*/ 449925 w 3024845"/>
                <a:gd name="connsiteY43-45874" fmla="*/ 214286 h 689379"/>
                <a:gd name="connsiteX44-45875" fmla="*/ 449925 w 3024845"/>
                <a:gd name="connsiteY44-45876" fmla="*/ 201045 h 689379"/>
                <a:gd name="connsiteX45-45877" fmla="*/ 451699 w 3024845"/>
                <a:gd name="connsiteY45-45878" fmla="*/ 201045 h 689379"/>
                <a:gd name="connsiteX46-45879" fmla="*/ 464112 w 3024845"/>
                <a:gd name="connsiteY46-45880" fmla="*/ 201045 h 689379"/>
                <a:gd name="connsiteX47-45881" fmla="*/ 464112 w 3024845"/>
                <a:gd name="connsiteY47-45882" fmla="*/ 224825 h 689379"/>
                <a:gd name="connsiteX48-45883" fmla="*/ 465126 w 3024845"/>
                <a:gd name="connsiteY48-45884" fmla="*/ 224825 h 689379"/>
                <a:gd name="connsiteX49-45885" fmla="*/ 472219 w 3024845"/>
                <a:gd name="connsiteY49-45886" fmla="*/ 224825 h 689379"/>
                <a:gd name="connsiteX50-45887" fmla="*/ 472219 w 3024845"/>
                <a:gd name="connsiteY50-45888" fmla="*/ 223744 h 689379"/>
                <a:gd name="connsiteX51-45889" fmla="*/ 472219 w 3024845"/>
                <a:gd name="connsiteY51-45890" fmla="*/ 216178 h 689379"/>
                <a:gd name="connsiteX52-45891" fmla="*/ 473992 w 3024845"/>
                <a:gd name="connsiteY52-45892" fmla="*/ 216178 h 689379"/>
                <a:gd name="connsiteX53-45893" fmla="*/ 486406 w 3024845"/>
                <a:gd name="connsiteY53-45894" fmla="*/ 216178 h 689379"/>
                <a:gd name="connsiteX54-45895" fmla="*/ 486406 w 3024845"/>
                <a:gd name="connsiteY54-45896" fmla="*/ 242119 h 689379"/>
                <a:gd name="connsiteX55-45897" fmla="*/ 488433 w 3024845"/>
                <a:gd name="connsiteY55-45898" fmla="*/ 242119 h 689379"/>
                <a:gd name="connsiteX56-45899" fmla="*/ 502619 w 3024845"/>
                <a:gd name="connsiteY56-45900" fmla="*/ 242119 h 689379"/>
                <a:gd name="connsiteX57-45901" fmla="*/ 502619 w 3024845"/>
                <a:gd name="connsiteY57-45902" fmla="*/ 243740 h 689379"/>
                <a:gd name="connsiteX58-45903" fmla="*/ 502619 w 3024845"/>
                <a:gd name="connsiteY58-45904" fmla="*/ 255090 h 689379"/>
                <a:gd name="connsiteX59-45905" fmla="*/ 503379 w 3024845"/>
                <a:gd name="connsiteY59-45906" fmla="*/ 255090 h 689379"/>
                <a:gd name="connsiteX60-45907" fmla="*/ 508700 w 3024845"/>
                <a:gd name="connsiteY60-45908" fmla="*/ 255090 h 689379"/>
                <a:gd name="connsiteX61-45909" fmla="*/ 508700 w 3024845"/>
                <a:gd name="connsiteY61-45910" fmla="*/ 254279 h 689379"/>
                <a:gd name="connsiteX62-45911" fmla="*/ 508700 w 3024845"/>
                <a:gd name="connsiteY62-45912" fmla="*/ 248604 h 689379"/>
                <a:gd name="connsiteX63-45913" fmla="*/ 539100 w 3024845"/>
                <a:gd name="connsiteY63-45914" fmla="*/ 248604 h 689379"/>
                <a:gd name="connsiteX64-45915" fmla="*/ 539100 w 3024845"/>
                <a:gd name="connsiteY64-45916" fmla="*/ 272384 h 689379"/>
                <a:gd name="connsiteX65-45917" fmla="*/ 540113 w 3024845"/>
                <a:gd name="connsiteY65-45918" fmla="*/ 272384 h 689379"/>
                <a:gd name="connsiteX66-45919" fmla="*/ 547207 w 3024845"/>
                <a:gd name="connsiteY66-45920" fmla="*/ 272384 h 689379"/>
                <a:gd name="connsiteX67-45921" fmla="*/ 547207 w 3024845"/>
                <a:gd name="connsiteY67-45922" fmla="*/ 273465 h 689379"/>
                <a:gd name="connsiteX68-45923" fmla="*/ 547207 w 3024845"/>
                <a:gd name="connsiteY68-45924" fmla="*/ 281031 h 689379"/>
                <a:gd name="connsiteX69-45925" fmla="*/ 547967 w 3024845"/>
                <a:gd name="connsiteY69-45926" fmla="*/ 281031 h 689379"/>
                <a:gd name="connsiteX70-45927" fmla="*/ 553287 w 3024845"/>
                <a:gd name="connsiteY70-45928" fmla="*/ 281031 h 689379"/>
                <a:gd name="connsiteX71-45929" fmla="*/ 553287 w 3024845"/>
                <a:gd name="connsiteY71-45930" fmla="*/ 278869 h 689379"/>
                <a:gd name="connsiteX72-45931" fmla="*/ 553287 w 3024845"/>
                <a:gd name="connsiteY72-45932" fmla="*/ 263737 h 689379"/>
                <a:gd name="connsiteX73-45933" fmla="*/ 554300 w 3024845"/>
                <a:gd name="connsiteY73-45934" fmla="*/ 263737 h 689379"/>
                <a:gd name="connsiteX74-45935" fmla="*/ 561394 w 3024845"/>
                <a:gd name="connsiteY74-45936" fmla="*/ 263737 h 689379"/>
                <a:gd name="connsiteX75-45937" fmla="*/ 561394 w 3024845"/>
                <a:gd name="connsiteY75-45938" fmla="*/ 264818 h 689379"/>
                <a:gd name="connsiteX76-45939" fmla="*/ 561394 w 3024845"/>
                <a:gd name="connsiteY76-45940" fmla="*/ 272384 h 689379"/>
                <a:gd name="connsiteX77-45941" fmla="*/ 566714 w 3024845"/>
                <a:gd name="connsiteY77-45942" fmla="*/ 270391 h 689379"/>
                <a:gd name="connsiteX78-45943" fmla="*/ 567474 w 3024845"/>
                <a:gd name="connsiteY78-45944" fmla="*/ 269411 h 689379"/>
                <a:gd name="connsiteX79-45945" fmla="*/ 567474 w 3024845"/>
                <a:gd name="connsiteY79-45946" fmla="*/ 263737 h 689379"/>
                <a:gd name="connsiteX80-45947" fmla="*/ 605981 w 3024845"/>
                <a:gd name="connsiteY80-45948" fmla="*/ 263737 h 689379"/>
                <a:gd name="connsiteX81-45949" fmla="*/ 605981 w 3024845"/>
                <a:gd name="connsiteY81-45950" fmla="*/ 287516 h 689379"/>
                <a:gd name="connsiteX82-45951" fmla="*/ 608007 w 3024845"/>
                <a:gd name="connsiteY82-45952" fmla="*/ 287516 h 689379"/>
                <a:gd name="connsiteX83-45953" fmla="*/ 622194 w 3024845"/>
                <a:gd name="connsiteY83-45954" fmla="*/ 287516 h 689379"/>
                <a:gd name="connsiteX84-45955" fmla="*/ 622194 w 3024845"/>
                <a:gd name="connsiteY84-45956" fmla="*/ 288597 h 689379"/>
                <a:gd name="connsiteX85-45957" fmla="*/ 622194 w 3024845"/>
                <a:gd name="connsiteY85-45958" fmla="*/ 296163 h 689379"/>
                <a:gd name="connsiteX86-45959" fmla="*/ 623968 w 3024845"/>
                <a:gd name="connsiteY86-45960" fmla="*/ 296163 h 689379"/>
                <a:gd name="connsiteX87-45961" fmla="*/ 636381 w 3024845"/>
                <a:gd name="connsiteY87-45962" fmla="*/ 296163 h 689379"/>
                <a:gd name="connsiteX88-45963" fmla="*/ 636381 w 3024845"/>
                <a:gd name="connsiteY88-45964" fmla="*/ 272384 h 689379"/>
                <a:gd name="connsiteX89-45965" fmla="*/ 637394 w 3024845"/>
                <a:gd name="connsiteY89-45966" fmla="*/ 272384 h 689379"/>
                <a:gd name="connsiteX90-45967" fmla="*/ 644488 w 3024845"/>
                <a:gd name="connsiteY90-45968" fmla="*/ 272384 h 689379"/>
                <a:gd name="connsiteX91-45969" fmla="*/ 644488 w 3024845"/>
                <a:gd name="connsiteY91-45970" fmla="*/ 239957 h 689379"/>
                <a:gd name="connsiteX92-45971" fmla="*/ 645501 w 3024845"/>
                <a:gd name="connsiteY92-45972" fmla="*/ 239957 h 689379"/>
                <a:gd name="connsiteX93-45973" fmla="*/ 652595 w 3024845"/>
                <a:gd name="connsiteY93-45974" fmla="*/ 239957 h 689379"/>
                <a:gd name="connsiteX94-45975" fmla="*/ 652595 w 3024845"/>
                <a:gd name="connsiteY94-45976" fmla="*/ 238066 h 689379"/>
                <a:gd name="connsiteX95-45977" fmla="*/ 652595 w 3024845"/>
                <a:gd name="connsiteY95-45978" fmla="*/ 224825 h 689379"/>
                <a:gd name="connsiteX96-45979" fmla="*/ 651328 w 3024845"/>
                <a:gd name="connsiteY96-45980" fmla="*/ 223203 h 689379"/>
                <a:gd name="connsiteX97-45981" fmla="*/ 656648 w 3024845"/>
                <a:gd name="connsiteY97-45982" fmla="*/ 211854 h 689379"/>
                <a:gd name="connsiteX98-45983" fmla="*/ 664755 w 3024845"/>
                <a:gd name="connsiteY98-45984" fmla="*/ 239957 h 689379"/>
                <a:gd name="connsiteX99-45985" fmla="*/ 665515 w 3024845"/>
                <a:gd name="connsiteY99-45986" fmla="*/ 239957 h 689379"/>
                <a:gd name="connsiteX100-45987" fmla="*/ 670835 w 3024845"/>
                <a:gd name="connsiteY100-45988" fmla="*/ 239957 h 689379"/>
                <a:gd name="connsiteX101-45989" fmla="*/ 670835 w 3024845"/>
                <a:gd name="connsiteY101-45990" fmla="*/ 134030 h 689379"/>
                <a:gd name="connsiteX102-45991" fmla="*/ 672355 w 3024845"/>
                <a:gd name="connsiteY102-45992" fmla="*/ 134030 h 689379"/>
                <a:gd name="connsiteX103-45993" fmla="*/ 682995 w 3024845"/>
                <a:gd name="connsiteY103-45994" fmla="*/ 134030 h 689379"/>
                <a:gd name="connsiteX104-45995" fmla="*/ 682995 w 3024845"/>
                <a:gd name="connsiteY104-45996" fmla="*/ 86471 h 689379"/>
                <a:gd name="connsiteX105-45997" fmla="*/ 709342 w 3024845"/>
                <a:gd name="connsiteY105-45998" fmla="*/ 86471 h 689379"/>
                <a:gd name="connsiteX106-45999" fmla="*/ 709342 w 3024845"/>
                <a:gd name="connsiteY106-46000" fmla="*/ 64853 h 689379"/>
                <a:gd name="connsiteX107-46001" fmla="*/ 743796 w 3024845"/>
                <a:gd name="connsiteY107-46002" fmla="*/ 64853 h 689379"/>
                <a:gd name="connsiteX108-46003" fmla="*/ 743796 w 3024845"/>
                <a:gd name="connsiteY108-46004" fmla="*/ 67285 h 689379"/>
                <a:gd name="connsiteX109-46005" fmla="*/ 743796 w 3024845"/>
                <a:gd name="connsiteY109-46006" fmla="*/ 84309 h 689379"/>
                <a:gd name="connsiteX110-46007" fmla="*/ 746076 w 3024845"/>
                <a:gd name="connsiteY110-46008" fmla="*/ 84309 h 689379"/>
                <a:gd name="connsiteX111-46009" fmla="*/ 762036 w 3024845"/>
                <a:gd name="connsiteY111-46010" fmla="*/ 84309 h 689379"/>
                <a:gd name="connsiteX112-46011" fmla="*/ 762036 w 3024845"/>
                <a:gd name="connsiteY112-46012" fmla="*/ 131868 h 689379"/>
                <a:gd name="connsiteX113-46013" fmla="*/ 763049 w 3024845"/>
                <a:gd name="connsiteY113-46014" fmla="*/ 131868 h 689379"/>
                <a:gd name="connsiteX114-46015" fmla="*/ 770143 w 3024845"/>
                <a:gd name="connsiteY114-46016" fmla="*/ 131868 h 689379"/>
                <a:gd name="connsiteX115-46017" fmla="*/ 784330 w 3024845"/>
                <a:gd name="connsiteY115-46018" fmla="*/ 136192 h 689379"/>
                <a:gd name="connsiteX116-46019" fmla="*/ 784330 w 3024845"/>
                <a:gd name="connsiteY116-46020" fmla="*/ 175104 h 689379"/>
                <a:gd name="connsiteX117-46021" fmla="*/ 785343 w 3024845"/>
                <a:gd name="connsiteY117-46022" fmla="*/ 175104 h 689379"/>
                <a:gd name="connsiteX118-46023" fmla="*/ 792436 w 3024845"/>
                <a:gd name="connsiteY118-46024" fmla="*/ 175104 h 689379"/>
                <a:gd name="connsiteX119-46025" fmla="*/ 792436 w 3024845"/>
                <a:gd name="connsiteY119-46026" fmla="*/ 176725 h 689379"/>
                <a:gd name="connsiteX120-46027" fmla="*/ 792436 w 3024845"/>
                <a:gd name="connsiteY120-46028" fmla="*/ 188074 h 689379"/>
                <a:gd name="connsiteX121-46029" fmla="*/ 794463 w 3024845"/>
                <a:gd name="connsiteY121-46030" fmla="*/ 188074 h 689379"/>
                <a:gd name="connsiteX122-46031" fmla="*/ 808650 w 3024845"/>
                <a:gd name="connsiteY122-46032" fmla="*/ 188074 h 689379"/>
                <a:gd name="connsiteX123-46033" fmla="*/ 814730 w 3024845"/>
                <a:gd name="connsiteY123-46034" fmla="*/ 194560 h 689379"/>
                <a:gd name="connsiteX124-46035" fmla="*/ 814730 w 3024845"/>
                <a:gd name="connsiteY124-46036" fmla="*/ 216178 h 689379"/>
                <a:gd name="connsiteX125-46037" fmla="*/ 817010 w 3024845"/>
                <a:gd name="connsiteY125-46038" fmla="*/ 216178 h 689379"/>
                <a:gd name="connsiteX126-46039" fmla="*/ 832970 w 3024845"/>
                <a:gd name="connsiteY126-46040" fmla="*/ 216178 h 689379"/>
                <a:gd name="connsiteX127-46041" fmla="*/ 832970 w 3024845"/>
                <a:gd name="connsiteY127-46042" fmla="*/ 217258 h 689379"/>
                <a:gd name="connsiteX128-46043" fmla="*/ 832970 w 3024845"/>
                <a:gd name="connsiteY128-46044" fmla="*/ 224825 h 689379"/>
                <a:gd name="connsiteX129-46045" fmla="*/ 834237 w 3024845"/>
                <a:gd name="connsiteY129-46046" fmla="*/ 224825 h 689379"/>
                <a:gd name="connsiteX130-46047" fmla="*/ 843104 w 3024845"/>
                <a:gd name="connsiteY130-46048" fmla="*/ 224825 h 689379"/>
                <a:gd name="connsiteX131-46049" fmla="*/ 843104 w 3024845"/>
                <a:gd name="connsiteY131-46050" fmla="*/ 226986 h 689379"/>
                <a:gd name="connsiteX132-46051" fmla="*/ 843104 w 3024845"/>
                <a:gd name="connsiteY132-46052" fmla="*/ 242119 h 689379"/>
                <a:gd name="connsiteX133-46053" fmla="*/ 847157 w 3024845"/>
                <a:gd name="connsiteY133-46054" fmla="*/ 240227 h 689379"/>
                <a:gd name="connsiteX134-46055" fmla="*/ 847157 w 3024845"/>
                <a:gd name="connsiteY134-46056" fmla="*/ 226986 h 689379"/>
                <a:gd name="connsiteX135-46057" fmla="*/ 848170 w 3024845"/>
                <a:gd name="connsiteY135-46058" fmla="*/ 226986 h 689379"/>
                <a:gd name="connsiteX136-46059" fmla="*/ 855264 w 3024845"/>
                <a:gd name="connsiteY136-46060" fmla="*/ 226986 h 689379"/>
                <a:gd name="connsiteX137-46061" fmla="*/ 855264 w 3024845"/>
                <a:gd name="connsiteY137-46062" fmla="*/ 228608 h 689379"/>
                <a:gd name="connsiteX138-46063" fmla="*/ 855264 w 3024845"/>
                <a:gd name="connsiteY138-46064" fmla="*/ 239957 h 689379"/>
                <a:gd name="connsiteX139-46065" fmla="*/ 856024 w 3024845"/>
                <a:gd name="connsiteY139-46066" fmla="*/ 239957 h 689379"/>
                <a:gd name="connsiteX140-46067" fmla="*/ 861344 w 3024845"/>
                <a:gd name="connsiteY140-46068" fmla="*/ 239957 h 689379"/>
                <a:gd name="connsiteX141-46069" fmla="*/ 909984 w 3024845"/>
                <a:gd name="connsiteY141-46070" fmla="*/ 235634 h 689379"/>
                <a:gd name="connsiteX142-46071" fmla="*/ 909984 w 3024845"/>
                <a:gd name="connsiteY142-46072" fmla="*/ 236985 h 689379"/>
                <a:gd name="connsiteX143-46073" fmla="*/ 909984 w 3024845"/>
                <a:gd name="connsiteY143-46074" fmla="*/ 246442 h 689379"/>
                <a:gd name="connsiteX144-46075" fmla="*/ 910744 w 3024845"/>
                <a:gd name="connsiteY144-46076" fmla="*/ 246442 h 689379"/>
                <a:gd name="connsiteX145-46077" fmla="*/ 916065 w 3024845"/>
                <a:gd name="connsiteY145-46078" fmla="*/ 246442 h 689379"/>
                <a:gd name="connsiteX146-46079" fmla="*/ 916065 w 3024845"/>
                <a:gd name="connsiteY146-46080" fmla="*/ 248604 h 689379"/>
                <a:gd name="connsiteX147-46081" fmla="*/ 916065 w 3024845"/>
                <a:gd name="connsiteY147-46082" fmla="*/ 263737 h 689379"/>
                <a:gd name="connsiteX148-46083" fmla="*/ 918091 w 3024845"/>
                <a:gd name="connsiteY148-46084" fmla="*/ 262386 h 689379"/>
                <a:gd name="connsiteX149-46085" fmla="*/ 932278 w 3024845"/>
                <a:gd name="connsiteY149-46086" fmla="*/ 252928 h 689379"/>
                <a:gd name="connsiteX150-46087" fmla="*/ 938358 w 3024845"/>
                <a:gd name="connsiteY150-46088" fmla="*/ 211854 h 689379"/>
                <a:gd name="connsiteX151-46089" fmla="*/ 939118 w 3024845"/>
                <a:gd name="connsiteY151-46090" fmla="*/ 211584 h 689379"/>
                <a:gd name="connsiteX152-46091" fmla="*/ 944438 w 3024845"/>
                <a:gd name="connsiteY152-46092" fmla="*/ 209692 h 689379"/>
                <a:gd name="connsiteX153-46093" fmla="*/ 946465 w 3024845"/>
                <a:gd name="connsiteY153-46094" fmla="*/ 140515 h 689379"/>
                <a:gd name="connsiteX154-46095" fmla="*/ 948492 w 3024845"/>
                <a:gd name="connsiteY154-46096" fmla="*/ 209692 h 689379"/>
                <a:gd name="connsiteX155-46097" fmla="*/ 949252 w 3024845"/>
                <a:gd name="connsiteY155-46098" fmla="*/ 209962 h 689379"/>
                <a:gd name="connsiteX156-46099" fmla="*/ 954572 w 3024845"/>
                <a:gd name="connsiteY156-46100" fmla="*/ 211854 h 689379"/>
                <a:gd name="connsiteX157-46101" fmla="*/ 954572 w 3024845"/>
                <a:gd name="connsiteY157-46102" fmla="*/ 125383 h 689379"/>
                <a:gd name="connsiteX158-46103" fmla="*/ 958625 w 3024845"/>
                <a:gd name="connsiteY158-46104" fmla="*/ 92956 h 689379"/>
                <a:gd name="connsiteX159-46105" fmla="*/ 997132 w 3024845"/>
                <a:gd name="connsiteY159-46106" fmla="*/ 92956 h 689379"/>
                <a:gd name="connsiteX160-46107" fmla="*/ 997132 w 3024845"/>
                <a:gd name="connsiteY160-46108" fmla="*/ 125383 h 689379"/>
                <a:gd name="connsiteX161-46109" fmla="*/ 997892 w 3024845"/>
                <a:gd name="connsiteY161-46110" fmla="*/ 125383 h 689379"/>
                <a:gd name="connsiteX162-46111" fmla="*/ 1003212 w 3024845"/>
                <a:gd name="connsiteY162-46112" fmla="*/ 125383 h 689379"/>
                <a:gd name="connsiteX163-46113" fmla="*/ 1003212 w 3024845"/>
                <a:gd name="connsiteY163-46114" fmla="*/ 43235 h 689379"/>
                <a:gd name="connsiteX164-46115" fmla="*/ 1004986 w 3024845"/>
                <a:gd name="connsiteY164-46116" fmla="*/ 43235 h 689379"/>
                <a:gd name="connsiteX165-46117" fmla="*/ 1017399 w 3024845"/>
                <a:gd name="connsiteY165-46118" fmla="*/ 43235 h 689379"/>
                <a:gd name="connsiteX166-46119" fmla="*/ 1017399 w 3024845"/>
                <a:gd name="connsiteY166-46120" fmla="*/ 41344 h 689379"/>
                <a:gd name="connsiteX167-46121" fmla="*/ 1017399 w 3024845"/>
                <a:gd name="connsiteY167-46122" fmla="*/ 28103 h 689379"/>
                <a:gd name="connsiteX168-46123" fmla="*/ 1039693 w 3024845"/>
                <a:gd name="connsiteY168-46124" fmla="*/ 28103 h 689379"/>
                <a:gd name="connsiteX169-46125" fmla="*/ 1039693 w 3024845"/>
                <a:gd name="connsiteY169-46126" fmla="*/ 27022 h 689379"/>
                <a:gd name="connsiteX170-46127" fmla="*/ 1039693 w 3024845"/>
                <a:gd name="connsiteY170-46128" fmla="*/ 19456 h 689379"/>
                <a:gd name="connsiteX171-46129" fmla="*/ 1041466 w 3024845"/>
                <a:gd name="connsiteY171-46130" fmla="*/ 19456 h 689379"/>
                <a:gd name="connsiteX172-46131" fmla="*/ 1053880 w 3024845"/>
                <a:gd name="connsiteY172-46132" fmla="*/ 19456 h 689379"/>
                <a:gd name="connsiteX173-46133" fmla="*/ 1053880 w 3024845"/>
                <a:gd name="connsiteY173-46134" fmla="*/ 20537 h 689379"/>
                <a:gd name="connsiteX174-46135" fmla="*/ 1053880 w 3024845"/>
                <a:gd name="connsiteY174-46136" fmla="*/ 28103 h 689379"/>
                <a:gd name="connsiteX175-46137" fmla="*/ 1054640 w 3024845"/>
                <a:gd name="connsiteY175-46138" fmla="*/ 28103 h 689379"/>
                <a:gd name="connsiteX176-46139" fmla="*/ 1059960 w 3024845"/>
                <a:gd name="connsiteY176-46140" fmla="*/ 28103 h 689379"/>
                <a:gd name="connsiteX177-46141" fmla="*/ 1070093 w 3024845"/>
                <a:gd name="connsiteY177-46142" fmla="*/ 23779 h 689379"/>
                <a:gd name="connsiteX178-46143" fmla="*/ 1074146 w 3024845"/>
                <a:gd name="connsiteY178-46144" fmla="*/ 27022 h 689379"/>
                <a:gd name="connsiteX179-46145" fmla="*/ 1074146 w 3024845"/>
                <a:gd name="connsiteY179-46146" fmla="*/ 19456 h 689379"/>
                <a:gd name="connsiteX180-46147" fmla="*/ 1076426 w 3024845"/>
                <a:gd name="connsiteY180-46148" fmla="*/ 19456 h 689379"/>
                <a:gd name="connsiteX181-46149" fmla="*/ 1092387 w 3024845"/>
                <a:gd name="connsiteY181-46150" fmla="*/ 19456 h 689379"/>
                <a:gd name="connsiteX182-46151" fmla="*/ 1092387 w 3024845"/>
                <a:gd name="connsiteY182-46152" fmla="*/ 20537 h 689379"/>
                <a:gd name="connsiteX183-46153" fmla="*/ 1092387 w 3024845"/>
                <a:gd name="connsiteY183-46154" fmla="*/ 28103 h 689379"/>
                <a:gd name="connsiteX184-46155" fmla="*/ 1122787 w 3024845"/>
                <a:gd name="connsiteY184-46156" fmla="*/ 28103 h 689379"/>
                <a:gd name="connsiteX185-46157" fmla="*/ 1122787 w 3024845"/>
                <a:gd name="connsiteY185-46158" fmla="*/ 29724 h 689379"/>
                <a:gd name="connsiteX186-46159" fmla="*/ 1122787 w 3024845"/>
                <a:gd name="connsiteY186-46160" fmla="*/ 41074 h 689379"/>
                <a:gd name="connsiteX187-46161" fmla="*/ 1149134 w 3024845"/>
                <a:gd name="connsiteY187-46162" fmla="*/ 41074 h 689379"/>
                <a:gd name="connsiteX188-46163" fmla="*/ 1149134 w 3024845"/>
                <a:gd name="connsiteY188-46164" fmla="*/ 71338 h 689379"/>
                <a:gd name="connsiteX189-46165" fmla="*/ 1149894 w 3024845"/>
                <a:gd name="connsiteY189-46166" fmla="*/ 71338 h 689379"/>
                <a:gd name="connsiteX190-46167" fmla="*/ 1155214 w 3024845"/>
                <a:gd name="connsiteY190-46168" fmla="*/ 71338 h 689379"/>
                <a:gd name="connsiteX191-46169" fmla="*/ 1155214 w 3024845"/>
                <a:gd name="connsiteY191-46170" fmla="*/ 72419 h 689379"/>
                <a:gd name="connsiteX192-46171" fmla="*/ 1155214 w 3024845"/>
                <a:gd name="connsiteY192-46172" fmla="*/ 79986 h 689379"/>
                <a:gd name="connsiteX193-46173" fmla="*/ 1159268 w 3024845"/>
                <a:gd name="connsiteY193-46174" fmla="*/ 110250 h 689379"/>
                <a:gd name="connsiteX194-46175" fmla="*/ 1160028 w 3024845"/>
                <a:gd name="connsiteY194-46176" fmla="*/ 110250 h 689379"/>
                <a:gd name="connsiteX195-46177" fmla="*/ 1165348 w 3024845"/>
                <a:gd name="connsiteY195-46178" fmla="*/ 110250 h 689379"/>
                <a:gd name="connsiteX196-46179" fmla="*/ 1165348 w 3024845"/>
                <a:gd name="connsiteY196-46180" fmla="*/ 111061 h 689379"/>
                <a:gd name="connsiteX197-46181" fmla="*/ 1165348 w 3024845"/>
                <a:gd name="connsiteY197-46182" fmla="*/ 116736 h 689379"/>
                <a:gd name="connsiteX198-46183" fmla="*/ 1166361 w 3024845"/>
                <a:gd name="connsiteY198-46184" fmla="*/ 116736 h 689379"/>
                <a:gd name="connsiteX199-46185" fmla="*/ 1173454 w 3024845"/>
                <a:gd name="connsiteY199-46186" fmla="*/ 116736 h 689379"/>
                <a:gd name="connsiteX200-46187" fmla="*/ 1173454 w 3024845"/>
                <a:gd name="connsiteY200-46188" fmla="*/ 147001 h 689379"/>
                <a:gd name="connsiteX201-46189" fmla="*/ 1175481 w 3024845"/>
                <a:gd name="connsiteY201-46190" fmla="*/ 147001 h 689379"/>
                <a:gd name="connsiteX202-46191" fmla="*/ 1189668 w 3024845"/>
                <a:gd name="connsiteY202-46192" fmla="*/ 147001 h 689379"/>
                <a:gd name="connsiteX203-46193" fmla="*/ 1189668 w 3024845"/>
                <a:gd name="connsiteY203-46194" fmla="*/ 170780 h 689379"/>
                <a:gd name="connsiteX204-46195" fmla="*/ 1191695 w 3024845"/>
                <a:gd name="connsiteY204-46196" fmla="*/ 172401 h 689379"/>
                <a:gd name="connsiteX205-46197" fmla="*/ 1191695 w 3024845"/>
                <a:gd name="connsiteY205-46198" fmla="*/ 183751 h 689379"/>
                <a:gd name="connsiteX206-46199" fmla="*/ 1192455 w 3024845"/>
                <a:gd name="connsiteY206-46200" fmla="*/ 183751 h 689379"/>
                <a:gd name="connsiteX207-46201" fmla="*/ 1197775 w 3024845"/>
                <a:gd name="connsiteY207-46202" fmla="*/ 183751 h 689379"/>
                <a:gd name="connsiteX208-46203" fmla="*/ 1197775 w 3024845"/>
                <a:gd name="connsiteY208-46204" fmla="*/ 207530 h 689379"/>
                <a:gd name="connsiteX209-46205" fmla="*/ 1199041 w 3024845"/>
                <a:gd name="connsiteY209-46206" fmla="*/ 207530 h 689379"/>
                <a:gd name="connsiteX210-46207" fmla="*/ 1207908 w 3024845"/>
                <a:gd name="connsiteY210-46208" fmla="*/ 207530 h 689379"/>
                <a:gd name="connsiteX211-46209" fmla="*/ 1209935 w 3024845"/>
                <a:gd name="connsiteY211-46210" fmla="*/ 211584 h 689379"/>
                <a:gd name="connsiteX212-46211" fmla="*/ 1209935 w 3024845"/>
                <a:gd name="connsiteY212-46212" fmla="*/ 224825 h 689379"/>
                <a:gd name="connsiteX213-46213" fmla="*/ 1211455 w 3024845"/>
                <a:gd name="connsiteY213-46214" fmla="*/ 222933 h 689379"/>
                <a:gd name="connsiteX214-46215" fmla="*/ 1222095 w 3024845"/>
                <a:gd name="connsiteY214-46216" fmla="*/ 209692 h 689379"/>
                <a:gd name="connsiteX215-46217" fmla="*/ 1250469 w 3024845"/>
                <a:gd name="connsiteY215-46218" fmla="*/ 209692 h 689379"/>
                <a:gd name="connsiteX216-46219" fmla="*/ 1250469 w 3024845"/>
                <a:gd name="connsiteY216-46220" fmla="*/ 296163 h 689379"/>
                <a:gd name="connsiteX217-46221" fmla="*/ 1251229 w 3024845"/>
                <a:gd name="connsiteY217-46222" fmla="*/ 296163 h 689379"/>
                <a:gd name="connsiteX218-46223" fmla="*/ 1256549 w 3024845"/>
                <a:gd name="connsiteY218-46224" fmla="*/ 296163 h 689379"/>
                <a:gd name="connsiteX219-46225" fmla="*/ 1257309 w 3024845"/>
                <a:gd name="connsiteY219-46226" fmla="*/ 294812 h 689379"/>
                <a:gd name="connsiteX220-46227" fmla="*/ 1262629 w 3024845"/>
                <a:gd name="connsiteY220-46228" fmla="*/ 285354 h 689379"/>
                <a:gd name="connsiteX221-46229" fmla="*/ 1262629 w 3024845"/>
                <a:gd name="connsiteY221-46230" fmla="*/ 287246 h 689379"/>
                <a:gd name="connsiteX222-46231" fmla="*/ 1262629 w 3024845"/>
                <a:gd name="connsiteY222-46232" fmla="*/ 300487 h 689379"/>
                <a:gd name="connsiteX223-46233" fmla="*/ 1266682 w 3024845"/>
                <a:gd name="connsiteY223-46234" fmla="*/ 255090 h 689379"/>
                <a:gd name="connsiteX224-46235" fmla="*/ 1267442 w 3024845"/>
                <a:gd name="connsiteY224-46236" fmla="*/ 255090 h 689379"/>
                <a:gd name="connsiteX225-46237" fmla="*/ 1272762 w 3024845"/>
                <a:gd name="connsiteY225-46238" fmla="*/ 255090 h 689379"/>
                <a:gd name="connsiteX226-46239" fmla="*/ 1272762 w 3024845"/>
                <a:gd name="connsiteY226-46240" fmla="*/ 190236 h 689379"/>
                <a:gd name="connsiteX227-46241" fmla="*/ 1273776 w 3024845"/>
                <a:gd name="connsiteY227-46242" fmla="*/ 190236 h 689379"/>
                <a:gd name="connsiteX228-46243" fmla="*/ 1280869 w 3024845"/>
                <a:gd name="connsiteY228-46244" fmla="*/ 190236 h 689379"/>
                <a:gd name="connsiteX229-46245" fmla="*/ 1293029 w 3024845"/>
                <a:gd name="connsiteY229-46246" fmla="*/ 147001 h 689379"/>
                <a:gd name="connsiteX230-46247" fmla="*/ 1294296 w 3024845"/>
                <a:gd name="connsiteY230-46248" fmla="*/ 147001 h 689379"/>
                <a:gd name="connsiteX231-46249" fmla="*/ 1303163 w 3024845"/>
                <a:gd name="connsiteY231-46250" fmla="*/ 147001 h 689379"/>
                <a:gd name="connsiteX232-46251" fmla="*/ 1313296 w 3024845"/>
                <a:gd name="connsiteY232-46252" fmla="*/ 190236 h 689379"/>
                <a:gd name="connsiteX233-46253" fmla="*/ 1314309 w 3024845"/>
                <a:gd name="connsiteY233-46254" fmla="*/ 190236 h 689379"/>
                <a:gd name="connsiteX234-46255" fmla="*/ 1321403 w 3024845"/>
                <a:gd name="connsiteY234-46256" fmla="*/ 190236 h 689379"/>
                <a:gd name="connsiteX235-46257" fmla="*/ 1321403 w 3024845"/>
                <a:gd name="connsiteY235-46258" fmla="*/ 229148 h 689379"/>
                <a:gd name="connsiteX236-46259" fmla="*/ 1323176 w 3024845"/>
                <a:gd name="connsiteY236-46260" fmla="*/ 229148 h 689379"/>
                <a:gd name="connsiteX237-46261" fmla="*/ 1335590 w 3024845"/>
                <a:gd name="connsiteY237-46262" fmla="*/ 229148 h 689379"/>
                <a:gd name="connsiteX238-46263" fmla="*/ 1335590 w 3024845"/>
                <a:gd name="connsiteY238-46264" fmla="*/ 231310 h 689379"/>
                <a:gd name="connsiteX239-46265" fmla="*/ 1335590 w 3024845"/>
                <a:gd name="connsiteY239-46266" fmla="*/ 246442 h 689379"/>
                <a:gd name="connsiteX240-46267" fmla="*/ 1339643 w 3024845"/>
                <a:gd name="connsiteY240-46268" fmla="*/ 244281 h 689379"/>
                <a:gd name="connsiteX241-46269" fmla="*/ 1339643 w 3024845"/>
                <a:gd name="connsiteY241-46270" fmla="*/ 229148 h 689379"/>
                <a:gd name="connsiteX242-46271" fmla="*/ 1341163 w 3024845"/>
                <a:gd name="connsiteY242-46272" fmla="*/ 229148 h 689379"/>
                <a:gd name="connsiteX243-46273" fmla="*/ 1351803 w 3024845"/>
                <a:gd name="connsiteY243-46274" fmla="*/ 229148 h 689379"/>
                <a:gd name="connsiteX244-46275" fmla="*/ 1351803 w 3024845"/>
                <a:gd name="connsiteY244-46276" fmla="*/ 230769 h 689379"/>
                <a:gd name="connsiteX245-46277" fmla="*/ 1351803 w 3024845"/>
                <a:gd name="connsiteY245-46278" fmla="*/ 242119 h 689379"/>
                <a:gd name="connsiteX246-46279" fmla="*/ 1382204 w 3024845"/>
                <a:gd name="connsiteY246-46280" fmla="*/ 242119 h 689379"/>
                <a:gd name="connsiteX247-46281" fmla="*/ 1382204 w 3024845"/>
                <a:gd name="connsiteY247-46282" fmla="*/ 205369 h 689379"/>
                <a:gd name="connsiteX248-46283" fmla="*/ 1383470 w 3024845"/>
                <a:gd name="connsiteY248-46284" fmla="*/ 205369 h 689379"/>
                <a:gd name="connsiteX249-46285" fmla="*/ 1392337 w 3024845"/>
                <a:gd name="connsiteY249-46286" fmla="*/ 205369 h 689379"/>
                <a:gd name="connsiteX250-46287" fmla="*/ 1392337 w 3024845"/>
                <a:gd name="connsiteY250-46288" fmla="*/ 226986 h 689379"/>
                <a:gd name="connsiteX251-46289" fmla="*/ 1394364 w 3024845"/>
                <a:gd name="connsiteY251-46290" fmla="*/ 194560 h 689379"/>
                <a:gd name="connsiteX252-46291" fmla="*/ 1416657 w 3024845"/>
                <a:gd name="connsiteY252-46292" fmla="*/ 194560 h 689379"/>
                <a:gd name="connsiteX253-46293" fmla="*/ 1416657 w 3024845"/>
                <a:gd name="connsiteY253-46294" fmla="*/ 192938 h 689379"/>
                <a:gd name="connsiteX254-46295" fmla="*/ 1416657 w 3024845"/>
                <a:gd name="connsiteY254-46296" fmla="*/ 181589 h 689379"/>
                <a:gd name="connsiteX255-46297" fmla="*/ 1417417 w 3024845"/>
                <a:gd name="connsiteY255-46298" fmla="*/ 181589 h 689379"/>
                <a:gd name="connsiteX256-46299" fmla="*/ 1422737 w 3024845"/>
                <a:gd name="connsiteY256-46300" fmla="*/ 181589 h 689379"/>
                <a:gd name="connsiteX257-46301" fmla="*/ 1422737 w 3024845"/>
                <a:gd name="connsiteY257-46302" fmla="*/ 179698 h 689379"/>
                <a:gd name="connsiteX258-46303" fmla="*/ 1422737 w 3024845"/>
                <a:gd name="connsiteY258-46304" fmla="*/ 166457 h 689379"/>
                <a:gd name="connsiteX259-46305" fmla="*/ 1426791 w 3024845"/>
                <a:gd name="connsiteY259-46306" fmla="*/ 172942 h 689379"/>
                <a:gd name="connsiteX260-46307" fmla="*/ 1429071 w 3024845"/>
                <a:gd name="connsiteY260-46308" fmla="*/ 172942 h 689379"/>
                <a:gd name="connsiteX261-46309" fmla="*/ 1445031 w 3024845"/>
                <a:gd name="connsiteY261-46310" fmla="*/ 172942 h 689379"/>
                <a:gd name="connsiteX262-46311" fmla="*/ 1445031 w 3024845"/>
                <a:gd name="connsiteY262-46312" fmla="*/ 172131 h 689379"/>
                <a:gd name="connsiteX263-46313" fmla="*/ 1445031 w 3024845"/>
                <a:gd name="connsiteY263-46314" fmla="*/ 166457 h 689379"/>
                <a:gd name="connsiteX264-46315" fmla="*/ 1445791 w 3024845"/>
                <a:gd name="connsiteY264-46316" fmla="*/ 166457 h 689379"/>
                <a:gd name="connsiteX265-46317" fmla="*/ 1451111 w 3024845"/>
                <a:gd name="connsiteY265-46318" fmla="*/ 166457 h 689379"/>
                <a:gd name="connsiteX266-46319" fmla="*/ 1451111 w 3024845"/>
                <a:gd name="connsiteY266-46320" fmla="*/ 167808 h 689379"/>
                <a:gd name="connsiteX267-46321" fmla="*/ 1451111 w 3024845"/>
                <a:gd name="connsiteY267-46322" fmla="*/ 177266 h 689379"/>
                <a:gd name="connsiteX268-46323" fmla="*/ 1489618 w 3024845"/>
                <a:gd name="connsiteY268-46324" fmla="*/ 177266 h 689379"/>
                <a:gd name="connsiteX269-46325" fmla="*/ 1489618 w 3024845"/>
                <a:gd name="connsiteY269-46326" fmla="*/ 315619 h 689379"/>
                <a:gd name="connsiteX270-46327" fmla="*/ 1491138 w 3024845"/>
                <a:gd name="connsiteY270-46328" fmla="*/ 315619 h 689379"/>
                <a:gd name="connsiteX271-46329" fmla="*/ 1501778 w 3024845"/>
                <a:gd name="connsiteY271-46330" fmla="*/ 315619 h 689379"/>
                <a:gd name="connsiteX272-46331" fmla="*/ 1501778 w 3024845"/>
                <a:gd name="connsiteY272-46332" fmla="*/ 302649 h 689379"/>
                <a:gd name="connsiteX273-46333" fmla="*/ 1505832 w 3024845"/>
                <a:gd name="connsiteY273-46334" fmla="*/ 302649 h 689379"/>
                <a:gd name="connsiteX274-46335" fmla="*/ 1505832 w 3024845"/>
                <a:gd name="connsiteY274-46336" fmla="*/ 315619 h 689379"/>
                <a:gd name="connsiteX275-46337" fmla="*/ 1536232 w 3024845"/>
                <a:gd name="connsiteY275-46338" fmla="*/ 315619 h 689379"/>
                <a:gd name="connsiteX276-46339" fmla="*/ 1536232 w 3024845"/>
                <a:gd name="connsiteY276-46340" fmla="*/ 285354 h 689379"/>
                <a:gd name="connsiteX277-46341" fmla="*/ 1548392 w 3024845"/>
                <a:gd name="connsiteY277-46342" fmla="*/ 285354 h 689379"/>
                <a:gd name="connsiteX278-46343" fmla="*/ 1560552 w 3024845"/>
                <a:gd name="connsiteY278-46344" fmla="*/ 283193 h 689379"/>
                <a:gd name="connsiteX279-46345" fmla="*/ 1564606 w 3024845"/>
                <a:gd name="connsiteY279-46346" fmla="*/ 285354 h 689379"/>
                <a:gd name="connsiteX280-46347" fmla="*/ 1574739 w 3024845"/>
                <a:gd name="connsiteY280-46348" fmla="*/ 285354 h 689379"/>
                <a:gd name="connsiteX281-46349" fmla="*/ 1574739 w 3024845"/>
                <a:gd name="connsiteY281-46350" fmla="*/ 315619 h 689379"/>
                <a:gd name="connsiteX282-46351" fmla="*/ 1582846 w 3024845"/>
                <a:gd name="connsiteY282-46352" fmla="*/ 315619 h 689379"/>
                <a:gd name="connsiteX283-46353" fmla="*/ 1582846 w 3024845"/>
                <a:gd name="connsiteY283-46354" fmla="*/ 332914 h 689379"/>
                <a:gd name="connsiteX284-46355" fmla="*/ 1592182 w 3024845"/>
                <a:gd name="connsiteY284-46356" fmla="*/ 333819 h 689379"/>
                <a:gd name="connsiteX285-46357" fmla="*/ 1605140 w 3024845"/>
                <a:gd name="connsiteY285-46358" fmla="*/ 333819 h 689379"/>
                <a:gd name="connsiteX286-46359" fmla="*/ 1605140 w 3024845"/>
                <a:gd name="connsiteY286-46360" fmla="*/ 317781 h 689379"/>
                <a:gd name="connsiteX287-46361" fmla="*/ 1673096 w 3024845"/>
                <a:gd name="connsiteY287-46362" fmla="*/ 317781 h 689379"/>
                <a:gd name="connsiteX288-46363" fmla="*/ 1673096 w 3024845"/>
                <a:gd name="connsiteY288-46364" fmla="*/ 232528 h 689379"/>
                <a:gd name="connsiteX289-46365" fmla="*/ 1745104 w 3024845"/>
                <a:gd name="connsiteY289-46366" fmla="*/ 232528 h 689379"/>
                <a:gd name="connsiteX290-46367" fmla="*/ 1745104 w 3024845"/>
                <a:gd name="connsiteY290-46368" fmla="*/ 311296 h 689379"/>
                <a:gd name="connsiteX291-46369" fmla="*/ 1747008 w 3024845"/>
                <a:gd name="connsiteY291-46370" fmla="*/ 311296 h 689379"/>
                <a:gd name="connsiteX292-46371" fmla="*/ 1748250 w 3024845"/>
                <a:gd name="connsiteY292-46372" fmla="*/ 333819 h 689379"/>
                <a:gd name="connsiteX293-46373" fmla="*/ 1757926 w 3024845"/>
                <a:gd name="connsiteY293-46374" fmla="*/ 333819 h 689379"/>
                <a:gd name="connsiteX294-46375" fmla="*/ 1759168 w 3024845"/>
                <a:gd name="connsiteY294-46376" fmla="*/ 311296 h 689379"/>
                <a:gd name="connsiteX295-46377" fmla="*/ 1765248 w 3024845"/>
                <a:gd name="connsiteY295-46378" fmla="*/ 311296 h 689379"/>
                <a:gd name="connsiteX296-46379" fmla="*/ 1766490 w 3024845"/>
                <a:gd name="connsiteY296-46380" fmla="*/ 333819 h 689379"/>
                <a:gd name="connsiteX297-46381" fmla="*/ 1817112 w 3024845"/>
                <a:gd name="connsiteY297-46382" fmla="*/ 333819 h 689379"/>
                <a:gd name="connsiteX298-46383" fmla="*/ 1817112 w 3024845"/>
                <a:gd name="connsiteY298-46384" fmla="*/ 170791 h 689379"/>
                <a:gd name="connsiteX299-46385" fmla="*/ 2014439 w 3024845"/>
                <a:gd name="connsiteY299-46386" fmla="*/ 170791 h 689379"/>
                <a:gd name="connsiteX300-46387" fmla="*/ 2014439 w 3024845"/>
                <a:gd name="connsiteY300-46388" fmla="*/ 333819 h 689379"/>
                <a:gd name="connsiteX301-46389" fmla="*/ 2033136 w 3024845"/>
                <a:gd name="connsiteY301-46390" fmla="*/ 333819 h 689379"/>
                <a:gd name="connsiteX302-46391" fmla="*/ 2033136 w 3024845"/>
                <a:gd name="connsiteY302-46392" fmla="*/ 251126 h 689379"/>
                <a:gd name="connsiteX303-46393" fmla="*/ 2128256 w 3024845"/>
                <a:gd name="connsiteY303-46394" fmla="*/ 251126 h 689379"/>
                <a:gd name="connsiteX304-46395" fmla="*/ 2180720 w 3024845"/>
                <a:gd name="connsiteY304-46396" fmla="*/ 185913 h 689379"/>
                <a:gd name="connsiteX305-46397" fmla="*/ 2245574 w 3024845"/>
                <a:gd name="connsiteY305-46398" fmla="*/ 185913 h 689379"/>
                <a:gd name="connsiteX306-46399" fmla="*/ 2245574 w 3024845"/>
                <a:gd name="connsiteY306-46400" fmla="*/ 261575 h 689379"/>
                <a:gd name="connsiteX307-46401" fmla="*/ 2253681 w 3024845"/>
                <a:gd name="connsiteY307-46402" fmla="*/ 261575 h 689379"/>
                <a:gd name="connsiteX308-46403" fmla="*/ 2255708 w 3024845"/>
                <a:gd name="connsiteY308-46404" fmla="*/ 255090 h 689379"/>
                <a:gd name="connsiteX309-46405" fmla="*/ 2261788 w 3024845"/>
                <a:gd name="connsiteY309-46406" fmla="*/ 255090 h 689379"/>
                <a:gd name="connsiteX310-46407" fmla="*/ 2263815 w 3024845"/>
                <a:gd name="connsiteY310-46408" fmla="*/ 263737 h 689379"/>
                <a:gd name="connsiteX311-46409" fmla="*/ 2275975 w 3024845"/>
                <a:gd name="connsiteY311-46410" fmla="*/ 263737 h 689379"/>
                <a:gd name="connsiteX312-46411" fmla="*/ 2275975 w 3024845"/>
                <a:gd name="connsiteY312-46412" fmla="*/ 257251 h 689379"/>
                <a:gd name="connsiteX313-46413" fmla="*/ 2298268 w 3024845"/>
                <a:gd name="connsiteY313-46414" fmla="*/ 257251 h 689379"/>
                <a:gd name="connsiteX314-46415" fmla="*/ 2298268 w 3024845"/>
                <a:gd name="connsiteY314-46416" fmla="*/ 263737 h 689379"/>
                <a:gd name="connsiteX315-46417" fmla="*/ 2318535 w 3024845"/>
                <a:gd name="connsiteY315-46418" fmla="*/ 263737 h 689379"/>
                <a:gd name="connsiteX316-46419" fmla="*/ 2318535 w 3024845"/>
                <a:gd name="connsiteY316-46420" fmla="*/ 309134 h 689379"/>
                <a:gd name="connsiteX317-46421" fmla="*/ 2332722 w 3024845"/>
                <a:gd name="connsiteY317-46422" fmla="*/ 309134 h 689379"/>
                <a:gd name="connsiteX318-46423" fmla="*/ 2332722 w 3024845"/>
                <a:gd name="connsiteY318-46424" fmla="*/ 296163 h 689379"/>
                <a:gd name="connsiteX319-46425" fmla="*/ 2348936 w 3024845"/>
                <a:gd name="connsiteY319-46426" fmla="*/ 296163 h 689379"/>
                <a:gd name="connsiteX320-46427" fmla="*/ 2348936 w 3024845"/>
                <a:gd name="connsiteY320-46428" fmla="*/ 116736 h 689379"/>
                <a:gd name="connsiteX321-46429" fmla="*/ 2355016 w 3024845"/>
                <a:gd name="connsiteY321-46430" fmla="*/ 110250 h 689379"/>
                <a:gd name="connsiteX322-46431" fmla="*/ 2427977 w 3024845"/>
                <a:gd name="connsiteY322-46432" fmla="*/ 110250 h 689379"/>
                <a:gd name="connsiteX323-46433" fmla="*/ 2427977 w 3024845"/>
                <a:gd name="connsiteY323-46434" fmla="*/ 118898 h 689379"/>
                <a:gd name="connsiteX324-46435" fmla="*/ 2438110 w 3024845"/>
                <a:gd name="connsiteY324-46436" fmla="*/ 118898 h 689379"/>
                <a:gd name="connsiteX325-46437" fmla="*/ 2438110 w 3024845"/>
                <a:gd name="connsiteY325-46438" fmla="*/ 233472 h 689379"/>
                <a:gd name="connsiteX326-46439" fmla="*/ 2460404 w 3024845"/>
                <a:gd name="connsiteY326-46440" fmla="*/ 233472 h 689379"/>
                <a:gd name="connsiteX327-46441" fmla="*/ 2460404 w 3024845"/>
                <a:gd name="connsiteY327-46442" fmla="*/ 166457 h 689379"/>
                <a:gd name="connsiteX328-46443" fmla="*/ 2486751 w 3024845"/>
                <a:gd name="connsiteY328-46444" fmla="*/ 166457 h 689379"/>
                <a:gd name="connsiteX329-46445" fmla="*/ 2490804 w 3024845"/>
                <a:gd name="connsiteY329-46446" fmla="*/ 162133 h 689379"/>
                <a:gd name="connsiteX330-46447" fmla="*/ 2498911 w 3024845"/>
                <a:gd name="connsiteY330-46448" fmla="*/ 162133 h 689379"/>
                <a:gd name="connsiteX331-46449" fmla="*/ 2502964 w 3024845"/>
                <a:gd name="connsiteY331-46450" fmla="*/ 166457 h 689379"/>
                <a:gd name="connsiteX332-46451" fmla="*/ 2525258 w 3024845"/>
                <a:gd name="connsiteY332-46452" fmla="*/ 166457 h 689379"/>
                <a:gd name="connsiteX333-46453" fmla="*/ 2525258 w 3024845"/>
                <a:gd name="connsiteY333-46454" fmla="*/ 49721 h 689379"/>
                <a:gd name="connsiteX334-46455" fmla="*/ 2582005 w 3024845"/>
                <a:gd name="connsiteY334-46456" fmla="*/ 38912 h 689379"/>
                <a:gd name="connsiteX335-46457" fmla="*/ 2582005 w 3024845"/>
                <a:gd name="connsiteY335-46458" fmla="*/ 39993 h 689379"/>
                <a:gd name="connsiteX336-46459" fmla="*/ 2582005 w 3024845"/>
                <a:gd name="connsiteY336-46460" fmla="*/ 47559 h 689379"/>
                <a:gd name="connsiteX337-46461" fmla="*/ 2608352 w 3024845"/>
                <a:gd name="connsiteY337-46462" fmla="*/ 47559 h 689379"/>
                <a:gd name="connsiteX338-46463" fmla="*/ 2608352 w 3024845"/>
                <a:gd name="connsiteY338-46464" fmla="*/ 302649 h 689379"/>
                <a:gd name="connsiteX339-46465" fmla="*/ 2630646 w 3024845"/>
                <a:gd name="connsiteY339-46466" fmla="*/ 302649 h 689379"/>
                <a:gd name="connsiteX340-46467" fmla="*/ 2630646 w 3024845"/>
                <a:gd name="connsiteY340-46468" fmla="*/ 298325 h 689379"/>
                <a:gd name="connsiteX341-46469" fmla="*/ 2642806 w 3024845"/>
                <a:gd name="connsiteY341-46470" fmla="*/ 298325 h 689379"/>
                <a:gd name="connsiteX342-46471" fmla="*/ 2642806 w 3024845"/>
                <a:gd name="connsiteY342-46472" fmla="*/ 302649 h 689379"/>
                <a:gd name="connsiteX343-46473" fmla="*/ 2667126 w 3024845"/>
                <a:gd name="connsiteY343-46474" fmla="*/ 302649 h 689379"/>
                <a:gd name="connsiteX344-46475" fmla="*/ 2667126 w 3024845"/>
                <a:gd name="connsiteY344-46476" fmla="*/ 289678 h 689379"/>
                <a:gd name="connsiteX345-46477" fmla="*/ 2695500 w 3024845"/>
                <a:gd name="connsiteY345-46478" fmla="*/ 289678 h 689379"/>
                <a:gd name="connsiteX346-46479" fmla="*/ 2707660 w 3024845"/>
                <a:gd name="connsiteY346-46480" fmla="*/ 285354 h 689379"/>
                <a:gd name="connsiteX347-46481" fmla="*/ 2727927 w 3024845"/>
                <a:gd name="connsiteY347-46482" fmla="*/ 289678 h 689379"/>
                <a:gd name="connsiteX348-46483" fmla="*/ 2727927 w 3024845"/>
                <a:gd name="connsiteY348-46484" fmla="*/ 272384 h 689379"/>
                <a:gd name="connsiteX349-46485" fmla="*/ 2736034 w 3024845"/>
                <a:gd name="connsiteY349-46486" fmla="*/ 272384 h 689379"/>
                <a:gd name="connsiteX350-46487" fmla="*/ 2736034 w 3024845"/>
                <a:gd name="connsiteY350-46488" fmla="*/ 259413 h 689379"/>
                <a:gd name="connsiteX351-46489" fmla="*/ 2792781 w 3024845"/>
                <a:gd name="connsiteY351-46490" fmla="*/ 259413 h 689379"/>
                <a:gd name="connsiteX352-46491" fmla="*/ 2792781 w 3024845"/>
                <a:gd name="connsiteY352-46492" fmla="*/ 229148 h 689379"/>
                <a:gd name="connsiteX353-46493" fmla="*/ 2811021 w 3024845"/>
                <a:gd name="connsiteY353-46494" fmla="*/ 229148 h 689379"/>
                <a:gd name="connsiteX354-46495" fmla="*/ 2811021 w 3024845"/>
                <a:gd name="connsiteY354-46496" fmla="*/ 222663 h 689379"/>
                <a:gd name="connsiteX355-46497" fmla="*/ 2823181 w 3024845"/>
                <a:gd name="connsiteY355-46498" fmla="*/ 222663 h 689379"/>
                <a:gd name="connsiteX356-46499" fmla="*/ 2823181 w 3024845"/>
                <a:gd name="connsiteY356-46500" fmla="*/ 229148 h 689379"/>
                <a:gd name="connsiteX357-46501" fmla="*/ 2839395 w 3024845"/>
                <a:gd name="connsiteY357-46502" fmla="*/ 229148 h 689379"/>
                <a:gd name="connsiteX358-46503" fmla="*/ 2839395 w 3024845"/>
                <a:gd name="connsiteY358-46504" fmla="*/ 278869 h 689379"/>
                <a:gd name="connsiteX359-46505" fmla="*/ 2871822 w 3024845"/>
                <a:gd name="connsiteY359-46506" fmla="*/ 278869 h 689379"/>
                <a:gd name="connsiteX360-46507" fmla="*/ 2871822 w 3024845"/>
                <a:gd name="connsiteY360-46508" fmla="*/ 252928 h 689379"/>
                <a:gd name="connsiteX361-46509" fmla="*/ 2910329 w 3024845"/>
                <a:gd name="connsiteY361-46510" fmla="*/ 252928 h 689379"/>
                <a:gd name="connsiteX362-46511" fmla="*/ 2910329 w 3024845"/>
                <a:gd name="connsiteY362-46512" fmla="*/ 222663 h 689379"/>
                <a:gd name="connsiteX363-46513" fmla="*/ 2958970 w 3024845"/>
                <a:gd name="connsiteY363-46514" fmla="*/ 222663 h 689379"/>
                <a:gd name="connsiteX364-46515" fmla="*/ 3024845 w 3024845"/>
                <a:gd name="connsiteY364-46516" fmla="*/ 689379 h 689379"/>
                <a:gd name="connsiteX365-46517" fmla="*/ 2054 w 3024845"/>
                <a:gd name="connsiteY365-46518" fmla="*/ 687046 h 689379"/>
                <a:gd name="connsiteX366-46519" fmla="*/ 0 w 3024845"/>
                <a:gd name="connsiteY366-46520" fmla="*/ 252928 h 689379"/>
                <a:gd name="connsiteX367-46521" fmla="*/ 20267 w 3024845"/>
                <a:gd name="connsiteY367-46522" fmla="*/ 252928 h 689379"/>
                <a:gd name="connsiteX368-46523" fmla="*/ 20774 w 3024845"/>
                <a:gd name="connsiteY368-46524" fmla="*/ 251847 h 689379"/>
                <a:gd name="connsiteX369-46525" fmla="*/ 24320 w 3024845"/>
                <a:gd name="connsiteY369-46526" fmla="*/ 244281 h 689379"/>
                <a:gd name="connsiteX370-46527" fmla="*/ 26094 w 3024845"/>
                <a:gd name="connsiteY370-46528" fmla="*/ 244551 h 689379"/>
                <a:gd name="connsiteX371-46529" fmla="*/ 38507 w 3024845"/>
                <a:gd name="connsiteY371-46530" fmla="*/ 246442 h 689379"/>
                <a:gd name="connsiteX372-46531" fmla="*/ 39014 w 3024845"/>
                <a:gd name="connsiteY372-46532" fmla="*/ 247794 h 689379"/>
                <a:gd name="connsiteX373-46533" fmla="*/ 42560 w 3024845"/>
                <a:gd name="connsiteY373-46534" fmla="*/ 257251 h 689379"/>
                <a:gd name="connsiteX374-46535" fmla="*/ 68907 w 3024845"/>
                <a:gd name="connsiteY374-46536" fmla="*/ 259413 h 689379"/>
                <a:gd name="connsiteX375-46537" fmla="*/ 68907 w 3024845"/>
                <a:gd name="connsiteY375-46538" fmla="*/ 136192 h 689379"/>
                <a:gd name="connsiteX376-46539" fmla="*/ 70934 w 3024845"/>
                <a:gd name="connsiteY376-46540" fmla="*/ 136192 h 689379"/>
                <a:gd name="connsiteX377-46541" fmla="*/ 85121 w 3024845"/>
                <a:gd name="connsiteY377-46542" fmla="*/ 136192 h 689379"/>
                <a:gd name="connsiteX378-46543" fmla="*/ 85121 w 3024845"/>
                <a:gd name="connsiteY378-46544" fmla="*/ 0 h 689379"/>
                <a:gd name="connsiteX379-46545" fmla="*/ 86894 w 3024845"/>
                <a:gd name="connsiteY379-46546" fmla="*/ 0 h 689379"/>
                <a:gd name="connsiteX380-46547" fmla="*/ 99308 w 3024845"/>
                <a:gd name="connsiteY380-46548" fmla="*/ 0 h 689379"/>
                <a:gd name="connsiteX0-46549" fmla="*/ 99308 w 2961438"/>
                <a:gd name="connsiteY0-46550" fmla="*/ 0 h 689379"/>
                <a:gd name="connsiteX1-46551" fmla="*/ 220909 w 2961438"/>
                <a:gd name="connsiteY1-46552" fmla="*/ 0 h 689379"/>
                <a:gd name="connsiteX2-46553" fmla="*/ 223189 w 2961438"/>
                <a:gd name="connsiteY2-46554" fmla="*/ 0 h 689379"/>
                <a:gd name="connsiteX3-46555" fmla="*/ 239150 w 2961438"/>
                <a:gd name="connsiteY3-46556" fmla="*/ 0 h 689379"/>
                <a:gd name="connsiteX4-46557" fmla="*/ 239150 w 2961438"/>
                <a:gd name="connsiteY4-46558" fmla="*/ 140515 h 689379"/>
                <a:gd name="connsiteX5-46559" fmla="*/ 240670 w 2961438"/>
                <a:gd name="connsiteY5-46560" fmla="*/ 140245 h 689379"/>
                <a:gd name="connsiteX6-46561" fmla="*/ 251310 w 2961438"/>
                <a:gd name="connsiteY6-46562" fmla="*/ 138354 h 689379"/>
                <a:gd name="connsiteX7-46563" fmla="*/ 249283 w 2961438"/>
                <a:gd name="connsiteY7-46564" fmla="*/ 226986 h 689379"/>
                <a:gd name="connsiteX8-46565" fmla="*/ 250803 w 2961438"/>
                <a:gd name="connsiteY8-46566" fmla="*/ 227257 h 689379"/>
                <a:gd name="connsiteX9-46567" fmla="*/ 261443 w 2961438"/>
                <a:gd name="connsiteY9-46568" fmla="*/ 229148 h 689379"/>
                <a:gd name="connsiteX10-46569" fmla="*/ 261696 w 2961438"/>
                <a:gd name="connsiteY10-46570" fmla="*/ 229959 h 689379"/>
                <a:gd name="connsiteX11-46571" fmla="*/ 263470 w 2961438"/>
                <a:gd name="connsiteY11-46572" fmla="*/ 235634 h 689379"/>
                <a:gd name="connsiteX12-46573" fmla="*/ 264230 w 2961438"/>
                <a:gd name="connsiteY12-46574" fmla="*/ 233202 h 689379"/>
                <a:gd name="connsiteX13-46575" fmla="*/ 269550 w 2961438"/>
                <a:gd name="connsiteY13-46576" fmla="*/ 216178 h 689379"/>
                <a:gd name="connsiteX14-46577" fmla="*/ 271323 w 2961438"/>
                <a:gd name="connsiteY14-46578" fmla="*/ 216178 h 689379"/>
                <a:gd name="connsiteX15-46579" fmla="*/ 283737 w 2961438"/>
                <a:gd name="connsiteY15-46580" fmla="*/ 216178 h 689379"/>
                <a:gd name="connsiteX16-46581" fmla="*/ 283737 w 2961438"/>
                <a:gd name="connsiteY16-46582" fmla="*/ 248604 h 689379"/>
                <a:gd name="connsiteX17-46583" fmla="*/ 284750 w 2961438"/>
                <a:gd name="connsiteY17-46584" fmla="*/ 249145 h 689379"/>
                <a:gd name="connsiteX18-46585" fmla="*/ 291844 w 2961438"/>
                <a:gd name="connsiteY18-46586" fmla="*/ 252928 h 689379"/>
                <a:gd name="connsiteX19-46587" fmla="*/ 291844 w 2961438"/>
                <a:gd name="connsiteY19-46588" fmla="*/ 254279 h 689379"/>
                <a:gd name="connsiteX20-46589" fmla="*/ 291844 w 2961438"/>
                <a:gd name="connsiteY20-46590" fmla="*/ 263737 h 689379"/>
                <a:gd name="connsiteX21-46591" fmla="*/ 336431 w 2961438"/>
                <a:gd name="connsiteY21-46592" fmla="*/ 263737 h 689379"/>
                <a:gd name="connsiteX22-46593" fmla="*/ 336431 w 2961438"/>
                <a:gd name="connsiteY22-46594" fmla="*/ 264818 h 689379"/>
                <a:gd name="connsiteX23-46595" fmla="*/ 336431 w 2961438"/>
                <a:gd name="connsiteY23-46596" fmla="*/ 272384 h 689379"/>
                <a:gd name="connsiteX24-46597" fmla="*/ 338457 w 2961438"/>
                <a:gd name="connsiteY24-46598" fmla="*/ 272384 h 689379"/>
                <a:gd name="connsiteX25-46599" fmla="*/ 352644 w 2961438"/>
                <a:gd name="connsiteY25-46600" fmla="*/ 272384 h 689379"/>
                <a:gd name="connsiteX26-46601" fmla="*/ 352644 w 2961438"/>
                <a:gd name="connsiteY26-46602" fmla="*/ 242119 h 689379"/>
                <a:gd name="connsiteX27-46603" fmla="*/ 397231 w 2961438"/>
                <a:gd name="connsiteY27-46604" fmla="*/ 242119 h 689379"/>
                <a:gd name="connsiteX28-46605" fmla="*/ 397231 w 2961438"/>
                <a:gd name="connsiteY28-46606" fmla="*/ 240768 h 689379"/>
                <a:gd name="connsiteX29-46607" fmla="*/ 397231 w 2961438"/>
                <a:gd name="connsiteY29-46608" fmla="*/ 231310 h 689379"/>
                <a:gd name="connsiteX30-46609" fmla="*/ 398245 w 2961438"/>
                <a:gd name="connsiteY30-46610" fmla="*/ 231310 h 689379"/>
                <a:gd name="connsiteX31-46611" fmla="*/ 405338 w 2961438"/>
                <a:gd name="connsiteY31-46612" fmla="*/ 231310 h 689379"/>
                <a:gd name="connsiteX32-46613" fmla="*/ 405338 w 2961438"/>
                <a:gd name="connsiteY32-46614" fmla="*/ 229419 h 689379"/>
                <a:gd name="connsiteX33-46615" fmla="*/ 405338 w 2961438"/>
                <a:gd name="connsiteY33-46616" fmla="*/ 216178 h 689379"/>
                <a:gd name="connsiteX34-46617" fmla="*/ 406098 w 2961438"/>
                <a:gd name="connsiteY34-46618" fmla="*/ 216178 h 689379"/>
                <a:gd name="connsiteX35-46619" fmla="*/ 411418 w 2961438"/>
                <a:gd name="connsiteY35-46620" fmla="*/ 216178 h 689379"/>
                <a:gd name="connsiteX36-46621" fmla="*/ 411418 w 2961438"/>
                <a:gd name="connsiteY36-46622" fmla="*/ 215097 h 689379"/>
                <a:gd name="connsiteX37-46623" fmla="*/ 411418 w 2961438"/>
                <a:gd name="connsiteY37-46624" fmla="*/ 207530 h 689379"/>
                <a:gd name="connsiteX38-46625" fmla="*/ 413445 w 2961438"/>
                <a:gd name="connsiteY38-46626" fmla="*/ 207530 h 689379"/>
                <a:gd name="connsiteX39-46627" fmla="*/ 427632 w 2961438"/>
                <a:gd name="connsiteY39-46628" fmla="*/ 207530 h 689379"/>
                <a:gd name="connsiteX40-46629" fmla="*/ 427632 w 2961438"/>
                <a:gd name="connsiteY40-46630" fmla="*/ 208611 h 689379"/>
                <a:gd name="connsiteX41-46631" fmla="*/ 427632 w 2961438"/>
                <a:gd name="connsiteY41-46632" fmla="*/ 216178 h 689379"/>
                <a:gd name="connsiteX42-46633" fmla="*/ 449925 w 2961438"/>
                <a:gd name="connsiteY42-46634" fmla="*/ 216178 h 689379"/>
                <a:gd name="connsiteX43-46635" fmla="*/ 449925 w 2961438"/>
                <a:gd name="connsiteY43-46636" fmla="*/ 214286 h 689379"/>
                <a:gd name="connsiteX44-46637" fmla="*/ 449925 w 2961438"/>
                <a:gd name="connsiteY44-46638" fmla="*/ 201045 h 689379"/>
                <a:gd name="connsiteX45-46639" fmla="*/ 451699 w 2961438"/>
                <a:gd name="connsiteY45-46640" fmla="*/ 201045 h 689379"/>
                <a:gd name="connsiteX46-46641" fmla="*/ 464112 w 2961438"/>
                <a:gd name="connsiteY46-46642" fmla="*/ 201045 h 689379"/>
                <a:gd name="connsiteX47-46643" fmla="*/ 464112 w 2961438"/>
                <a:gd name="connsiteY47-46644" fmla="*/ 224825 h 689379"/>
                <a:gd name="connsiteX48-46645" fmla="*/ 465126 w 2961438"/>
                <a:gd name="connsiteY48-46646" fmla="*/ 224825 h 689379"/>
                <a:gd name="connsiteX49-46647" fmla="*/ 472219 w 2961438"/>
                <a:gd name="connsiteY49-46648" fmla="*/ 224825 h 689379"/>
                <a:gd name="connsiteX50-46649" fmla="*/ 472219 w 2961438"/>
                <a:gd name="connsiteY50-46650" fmla="*/ 223744 h 689379"/>
                <a:gd name="connsiteX51-46651" fmla="*/ 472219 w 2961438"/>
                <a:gd name="connsiteY51-46652" fmla="*/ 216178 h 689379"/>
                <a:gd name="connsiteX52-46653" fmla="*/ 473992 w 2961438"/>
                <a:gd name="connsiteY52-46654" fmla="*/ 216178 h 689379"/>
                <a:gd name="connsiteX53-46655" fmla="*/ 486406 w 2961438"/>
                <a:gd name="connsiteY53-46656" fmla="*/ 216178 h 689379"/>
                <a:gd name="connsiteX54-46657" fmla="*/ 486406 w 2961438"/>
                <a:gd name="connsiteY54-46658" fmla="*/ 242119 h 689379"/>
                <a:gd name="connsiteX55-46659" fmla="*/ 488433 w 2961438"/>
                <a:gd name="connsiteY55-46660" fmla="*/ 242119 h 689379"/>
                <a:gd name="connsiteX56-46661" fmla="*/ 502619 w 2961438"/>
                <a:gd name="connsiteY56-46662" fmla="*/ 242119 h 689379"/>
                <a:gd name="connsiteX57-46663" fmla="*/ 502619 w 2961438"/>
                <a:gd name="connsiteY57-46664" fmla="*/ 243740 h 689379"/>
                <a:gd name="connsiteX58-46665" fmla="*/ 502619 w 2961438"/>
                <a:gd name="connsiteY58-46666" fmla="*/ 255090 h 689379"/>
                <a:gd name="connsiteX59-46667" fmla="*/ 503379 w 2961438"/>
                <a:gd name="connsiteY59-46668" fmla="*/ 255090 h 689379"/>
                <a:gd name="connsiteX60-46669" fmla="*/ 508700 w 2961438"/>
                <a:gd name="connsiteY60-46670" fmla="*/ 255090 h 689379"/>
                <a:gd name="connsiteX61-46671" fmla="*/ 508700 w 2961438"/>
                <a:gd name="connsiteY61-46672" fmla="*/ 254279 h 689379"/>
                <a:gd name="connsiteX62-46673" fmla="*/ 508700 w 2961438"/>
                <a:gd name="connsiteY62-46674" fmla="*/ 248604 h 689379"/>
                <a:gd name="connsiteX63-46675" fmla="*/ 539100 w 2961438"/>
                <a:gd name="connsiteY63-46676" fmla="*/ 248604 h 689379"/>
                <a:gd name="connsiteX64-46677" fmla="*/ 539100 w 2961438"/>
                <a:gd name="connsiteY64-46678" fmla="*/ 272384 h 689379"/>
                <a:gd name="connsiteX65-46679" fmla="*/ 540113 w 2961438"/>
                <a:gd name="connsiteY65-46680" fmla="*/ 272384 h 689379"/>
                <a:gd name="connsiteX66-46681" fmla="*/ 547207 w 2961438"/>
                <a:gd name="connsiteY66-46682" fmla="*/ 272384 h 689379"/>
                <a:gd name="connsiteX67-46683" fmla="*/ 547207 w 2961438"/>
                <a:gd name="connsiteY67-46684" fmla="*/ 273465 h 689379"/>
                <a:gd name="connsiteX68-46685" fmla="*/ 547207 w 2961438"/>
                <a:gd name="connsiteY68-46686" fmla="*/ 281031 h 689379"/>
                <a:gd name="connsiteX69-46687" fmla="*/ 547967 w 2961438"/>
                <a:gd name="connsiteY69-46688" fmla="*/ 281031 h 689379"/>
                <a:gd name="connsiteX70-46689" fmla="*/ 553287 w 2961438"/>
                <a:gd name="connsiteY70-46690" fmla="*/ 281031 h 689379"/>
                <a:gd name="connsiteX71-46691" fmla="*/ 553287 w 2961438"/>
                <a:gd name="connsiteY71-46692" fmla="*/ 278869 h 689379"/>
                <a:gd name="connsiteX72-46693" fmla="*/ 553287 w 2961438"/>
                <a:gd name="connsiteY72-46694" fmla="*/ 263737 h 689379"/>
                <a:gd name="connsiteX73-46695" fmla="*/ 554300 w 2961438"/>
                <a:gd name="connsiteY73-46696" fmla="*/ 263737 h 689379"/>
                <a:gd name="connsiteX74-46697" fmla="*/ 561394 w 2961438"/>
                <a:gd name="connsiteY74-46698" fmla="*/ 263737 h 689379"/>
                <a:gd name="connsiteX75-46699" fmla="*/ 561394 w 2961438"/>
                <a:gd name="connsiteY75-46700" fmla="*/ 264818 h 689379"/>
                <a:gd name="connsiteX76-46701" fmla="*/ 561394 w 2961438"/>
                <a:gd name="connsiteY76-46702" fmla="*/ 272384 h 689379"/>
                <a:gd name="connsiteX77-46703" fmla="*/ 566714 w 2961438"/>
                <a:gd name="connsiteY77-46704" fmla="*/ 270391 h 689379"/>
                <a:gd name="connsiteX78-46705" fmla="*/ 567474 w 2961438"/>
                <a:gd name="connsiteY78-46706" fmla="*/ 269411 h 689379"/>
                <a:gd name="connsiteX79-46707" fmla="*/ 567474 w 2961438"/>
                <a:gd name="connsiteY79-46708" fmla="*/ 263737 h 689379"/>
                <a:gd name="connsiteX80-46709" fmla="*/ 605981 w 2961438"/>
                <a:gd name="connsiteY80-46710" fmla="*/ 263737 h 689379"/>
                <a:gd name="connsiteX81-46711" fmla="*/ 605981 w 2961438"/>
                <a:gd name="connsiteY81-46712" fmla="*/ 287516 h 689379"/>
                <a:gd name="connsiteX82-46713" fmla="*/ 608007 w 2961438"/>
                <a:gd name="connsiteY82-46714" fmla="*/ 287516 h 689379"/>
                <a:gd name="connsiteX83-46715" fmla="*/ 622194 w 2961438"/>
                <a:gd name="connsiteY83-46716" fmla="*/ 287516 h 689379"/>
                <a:gd name="connsiteX84-46717" fmla="*/ 622194 w 2961438"/>
                <a:gd name="connsiteY84-46718" fmla="*/ 288597 h 689379"/>
                <a:gd name="connsiteX85-46719" fmla="*/ 622194 w 2961438"/>
                <a:gd name="connsiteY85-46720" fmla="*/ 296163 h 689379"/>
                <a:gd name="connsiteX86-46721" fmla="*/ 623968 w 2961438"/>
                <a:gd name="connsiteY86-46722" fmla="*/ 296163 h 689379"/>
                <a:gd name="connsiteX87-46723" fmla="*/ 636381 w 2961438"/>
                <a:gd name="connsiteY87-46724" fmla="*/ 296163 h 689379"/>
                <a:gd name="connsiteX88-46725" fmla="*/ 636381 w 2961438"/>
                <a:gd name="connsiteY88-46726" fmla="*/ 272384 h 689379"/>
                <a:gd name="connsiteX89-46727" fmla="*/ 637394 w 2961438"/>
                <a:gd name="connsiteY89-46728" fmla="*/ 272384 h 689379"/>
                <a:gd name="connsiteX90-46729" fmla="*/ 644488 w 2961438"/>
                <a:gd name="connsiteY90-46730" fmla="*/ 272384 h 689379"/>
                <a:gd name="connsiteX91-46731" fmla="*/ 644488 w 2961438"/>
                <a:gd name="connsiteY91-46732" fmla="*/ 239957 h 689379"/>
                <a:gd name="connsiteX92-46733" fmla="*/ 645501 w 2961438"/>
                <a:gd name="connsiteY92-46734" fmla="*/ 239957 h 689379"/>
                <a:gd name="connsiteX93-46735" fmla="*/ 652595 w 2961438"/>
                <a:gd name="connsiteY93-46736" fmla="*/ 239957 h 689379"/>
                <a:gd name="connsiteX94-46737" fmla="*/ 652595 w 2961438"/>
                <a:gd name="connsiteY94-46738" fmla="*/ 238066 h 689379"/>
                <a:gd name="connsiteX95-46739" fmla="*/ 652595 w 2961438"/>
                <a:gd name="connsiteY95-46740" fmla="*/ 224825 h 689379"/>
                <a:gd name="connsiteX96-46741" fmla="*/ 651328 w 2961438"/>
                <a:gd name="connsiteY96-46742" fmla="*/ 223203 h 689379"/>
                <a:gd name="connsiteX97-46743" fmla="*/ 656648 w 2961438"/>
                <a:gd name="connsiteY97-46744" fmla="*/ 211854 h 689379"/>
                <a:gd name="connsiteX98-46745" fmla="*/ 664755 w 2961438"/>
                <a:gd name="connsiteY98-46746" fmla="*/ 239957 h 689379"/>
                <a:gd name="connsiteX99-46747" fmla="*/ 665515 w 2961438"/>
                <a:gd name="connsiteY99-46748" fmla="*/ 239957 h 689379"/>
                <a:gd name="connsiteX100-46749" fmla="*/ 670835 w 2961438"/>
                <a:gd name="connsiteY100-46750" fmla="*/ 239957 h 689379"/>
                <a:gd name="connsiteX101-46751" fmla="*/ 670835 w 2961438"/>
                <a:gd name="connsiteY101-46752" fmla="*/ 134030 h 689379"/>
                <a:gd name="connsiteX102-46753" fmla="*/ 672355 w 2961438"/>
                <a:gd name="connsiteY102-46754" fmla="*/ 134030 h 689379"/>
                <a:gd name="connsiteX103-46755" fmla="*/ 682995 w 2961438"/>
                <a:gd name="connsiteY103-46756" fmla="*/ 134030 h 689379"/>
                <a:gd name="connsiteX104-46757" fmla="*/ 682995 w 2961438"/>
                <a:gd name="connsiteY104-46758" fmla="*/ 86471 h 689379"/>
                <a:gd name="connsiteX105-46759" fmla="*/ 709342 w 2961438"/>
                <a:gd name="connsiteY105-46760" fmla="*/ 86471 h 689379"/>
                <a:gd name="connsiteX106-46761" fmla="*/ 709342 w 2961438"/>
                <a:gd name="connsiteY106-46762" fmla="*/ 64853 h 689379"/>
                <a:gd name="connsiteX107-46763" fmla="*/ 743796 w 2961438"/>
                <a:gd name="connsiteY107-46764" fmla="*/ 64853 h 689379"/>
                <a:gd name="connsiteX108-46765" fmla="*/ 743796 w 2961438"/>
                <a:gd name="connsiteY108-46766" fmla="*/ 67285 h 689379"/>
                <a:gd name="connsiteX109-46767" fmla="*/ 743796 w 2961438"/>
                <a:gd name="connsiteY109-46768" fmla="*/ 84309 h 689379"/>
                <a:gd name="connsiteX110-46769" fmla="*/ 746076 w 2961438"/>
                <a:gd name="connsiteY110-46770" fmla="*/ 84309 h 689379"/>
                <a:gd name="connsiteX111-46771" fmla="*/ 762036 w 2961438"/>
                <a:gd name="connsiteY111-46772" fmla="*/ 84309 h 689379"/>
                <a:gd name="connsiteX112-46773" fmla="*/ 762036 w 2961438"/>
                <a:gd name="connsiteY112-46774" fmla="*/ 131868 h 689379"/>
                <a:gd name="connsiteX113-46775" fmla="*/ 763049 w 2961438"/>
                <a:gd name="connsiteY113-46776" fmla="*/ 131868 h 689379"/>
                <a:gd name="connsiteX114-46777" fmla="*/ 770143 w 2961438"/>
                <a:gd name="connsiteY114-46778" fmla="*/ 131868 h 689379"/>
                <a:gd name="connsiteX115-46779" fmla="*/ 784330 w 2961438"/>
                <a:gd name="connsiteY115-46780" fmla="*/ 136192 h 689379"/>
                <a:gd name="connsiteX116-46781" fmla="*/ 784330 w 2961438"/>
                <a:gd name="connsiteY116-46782" fmla="*/ 175104 h 689379"/>
                <a:gd name="connsiteX117-46783" fmla="*/ 785343 w 2961438"/>
                <a:gd name="connsiteY117-46784" fmla="*/ 175104 h 689379"/>
                <a:gd name="connsiteX118-46785" fmla="*/ 792436 w 2961438"/>
                <a:gd name="connsiteY118-46786" fmla="*/ 175104 h 689379"/>
                <a:gd name="connsiteX119-46787" fmla="*/ 792436 w 2961438"/>
                <a:gd name="connsiteY119-46788" fmla="*/ 176725 h 689379"/>
                <a:gd name="connsiteX120-46789" fmla="*/ 792436 w 2961438"/>
                <a:gd name="connsiteY120-46790" fmla="*/ 188074 h 689379"/>
                <a:gd name="connsiteX121-46791" fmla="*/ 794463 w 2961438"/>
                <a:gd name="connsiteY121-46792" fmla="*/ 188074 h 689379"/>
                <a:gd name="connsiteX122-46793" fmla="*/ 808650 w 2961438"/>
                <a:gd name="connsiteY122-46794" fmla="*/ 188074 h 689379"/>
                <a:gd name="connsiteX123-46795" fmla="*/ 814730 w 2961438"/>
                <a:gd name="connsiteY123-46796" fmla="*/ 194560 h 689379"/>
                <a:gd name="connsiteX124-46797" fmla="*/ 814730 w 2961438"/>
                <a:gd name="connsiteY124-46798" fmla="*/ 216178 h 689379"/>
                <a:gd name="connsiteX125-46799" fmla="*/ 817010 w 2961438"/>
                <a:gd name="connsiteY125-46800" fmla="*/ 216178 h 689379"/>
                <a:gd name="connsiteX126-46801" fmla="*/ 832970 w 2961438"/>
                <a:gd name="connsiteY126-46802" fmla="*/ 216178 h 689379"/>
                <a:gd name="connsiteX127-46803" fmla="*/ 832970 w 2961438"/>
                <a:gd name="connsiteY127-46804" fmla="*/ 217258 h 689379"/>
                <a:gd name="connsiteX128-46805" fmla="*/ 832970 w 2961438"/>
                <a:gd name="connsiteY128-46806" fmla="*/ 224825 h 689379"/>
                <a:gd name="connsiteX129-46807" fmla="*/ 834237 w 2961438"/>
                <a:gd name="connsiteY129-46808" fmla="*/ 224825 h 689379"/>
                <a:gd name="connsiteX130-46809" fmla="*/ 843104 w 2961438"/>
                <a:gd name="connsiteY130-46810" fmla="*/ 224825 h 689379"/>
                <a:gd name="connsiteX131-46811" fmla="*/ 843104 w 2961438"/>
                <a:gd name="connsiteY131-46812" fmla="*/ 226986 h 689379"/>
                <a:gd name="connsiteX132-46813" fmla="*/ 843104 w 2961438"/>
                <a:gd name="connsiteY132-46814" fmla="*/ 242119 h 689379"/>
                <a:gd name="connsiteX133-46815" fmla="*/ 847157 w 2961438"/>
                <a:gd name="connsiteY133-46816" fmla="*/ 240227 h 689379"/>
                <a:gd name="connsiteX134-46817" fmla="*/ 847157 w 2961438"/>
                <a:gd name="connsiteY134-46818" fmla="*/ 226986 h 689379"/>
                <a:gd name="connsiteX135-46819" fmla="*/ 848170 w 2961438"/>
                <a:gd name="connsiteY135-46820" fmla="*/ 226986 h 689379"/>
                <a:gd name="connsiteX136-46821" fmla="*/ 855264 w 2961438"/>
                <a:gd name="connsiteY136-46822" fmla="*/ 226986 h 689379"/>
                <a:gd name="connsiteX137-46823" fmla="*/ 855264 w 2961438"/>
                <a:gd name="connsiteY137-46824" fmla="*/ 228608 h 689379"/>
                <a:gd name="connsiteX138-46825" fmla="*/ 855264 w 2961438"/>
                <a:gd name="connsiteY138-46826" fmla="*/ 239957 h 689379"/>
                <a:gd name="connsiteX139-46827" fmla="*/ 856024 w 2961438"/>
                <a:gd name="connsiteY139-46828" fmla="*/ 239957 h 689379"/>
                <a:gd name="connsiteX140-46829" fmla="*/ 861344 w 2961438"/>
                <a:gd name="connsiteY140-46830" fmla="*/ 239957 h 689379"/>
                <a:gd name="connsiteX141-46831" fmla="*/ 909984 w 2961438"/>
                <a:gd name="connsiteY141-46832" fmla="*/ 235634 h 689379"/>
                <a:gd name="connsiteX142-46833" fmla="*/ 909984 w 2961438"/>
                <a:gd name="connsiteY142-46834" fmla="*/ 236985 h 689379"/>
                <a:gd name="connsiteX143-46835" fmla="*/ 909984 w 2961438"/>
                <a:gd name="connsiteY143-46836" fmla="*/ 246442 h 689379"/>
                <a:gd name="connsiteX144-46837" fmla="*/ 910744 w 2961438"/>
                <a:gd name="connsiteY144-46838" fmla="*/ 246442 h 689379"/>
                <a:gd name="connsiteX145-46839" fmla="*/ 916065 w 2961438"/>
                <a:gd name="connsiteY145-46840" fmla="*/ 246442 h 689379"/>
                <a:gd name="connsiteX146-46841" fmla="*/ 916065 w 2961438"/>
                <a:gd name="connsiteY146-46842" fmla="*/ 248604 h 689379"/>
                <a:gd name="connsiteX147-46843" fmla="*/ 916065 w 2961438"/>
                <a:gd name="connsiteY147-46844" fmla="*/ 263737 h 689379"/>
                <a:gd name="connsiteX148-46845" fmla="*/ 918091 w 2961438"/>
                <a:gd name="connsiteY148-46846" fmla="*/ 262386 h 689379"/>
                <a:gd name="connsiteX149-46847" fmla="*/ 932278 w 2961438"/>
                <a:gd name="connsiteY149-46848" fmla="*/ 252928 h 689379"/>
                <a:gd name="connsiteX150-46849" fmla="*/ 938358 w 2961438"/>
                <a:gd name="connsiteY150-46850" fmla="*/ 211854 h 689379"/>
                <a:gd name="connsiteX151-46851" fmla="*/ 939118 w 2961438"/>
                <a:gd name="connsiteY151-46852" fmla="*/ 211584 h 689379"/>
                <a:gd name="connsiteX152-46853" fmla="*/ 944438 w 2961438"/>
                <a:gd name="connsiteY152-46854" fmla="*/ 209692 h 689379"/>
                <a:gd name="connsiteX153-46855" fmla="*/ 946465 w 2961438"/>
                <a:gd name="connsiteY153-46856" fmla="*/ 140515 h 689379"/>
                <a:gd name="connsiteX154-46857" fmla="*/ 948492 w 2961438"/>
                <a:gd name="connsiteY154-46858" fmla="*/ 209692 h 689379"/>
                <a:gd name="connsiteX155-46859" fmla="*/ 949252 w 2961438"/>
                <a:gd name="connsiteY155-46860" fmla="*/ 209962 h 689379"/>
                <a:gd name="connsiteX156-46861" fmla="*/ 954572 w 2961438"/>
                <a:gd name="connsiteY156-46862" fmla="*/ 211854 h 689379"/>
                <a:gd name="connsiteX157-46863" fmla="*/ 954572 w 2961438"/>
                <a:gd name="connsiteY157-46864" fmla="*/ 125383 h 689379"/>
                <a:gd name="connsiteX158-46865" fmla="*/ 958625 w 2961438"/>
                <a:gd name="connsiteY158-46866" fmla="*/ 92956 h 689379"/>
                <a:gd name="connsiteX159-46867" fmla="*/ 997132 w 2961438"/>
                <a:gd name="connsiteY159-46868" fmla="*/ 92956 h 689379"/>
                <a:gd name="connsiteX160-46869" fmla="*/ 997132 w 2961438"/>
                <a:gd name="connsiteY160-46870" fmla="*/ 125383 h 689379"/>
                <a:gd name="connsiteX161-46871" fmla="*/ 997892 w 2961438"/>
                <a:gd name="connsiteY161-46872" fmla="*/ 125383 h 689379"/>
                <a:gd name="connsiteX162-46873" fmla="*/ 1003212 w 2961438"/>
                <a:gd name="connsiteY162-46874" fmla="*/ 125383 h 689379"/>
                <a:gd name="connsiteX163-46875" fmla="*/ 1003212 w 2961438"/>
                <a:gd name="connsiteY163-46876" fmla="*/ 43235 h 689379"/>
                <a:gd name="connsiteX164-46877" fmla="*/ 1004986 w 2961438"/>
                <a:gd name="connsiteY164-46878" fmla="*/ 43235 h 689379"/>
                <a:gd name="connsiteX165-46879" fmla="*/ 1017399 w 2961438"/>
                <a:gd name="connsiteY165-46880" fmla="*/ 43235 h 689379"/>
                <a:gd name="connsiteX166-46881" fmla="*/ 1017399 w 2961438"/>
                <a:gd name="connsiteY166-46882" fmla="*/ 41344 h 689379"/>
                <a:gd name="connsiteX167-46883" fmla="*/ 1017399 w 2961438"/>
                <a:gd name="connsiteY167-46884" fmla="*/ 28103 h 689379"/>
                <a:gd name="connsiteX168-46885" fmla="*/ 1039693 w 2961438"/>
                <a:gd name="connsiteY168-46886" fmla="*/ 28103 h 689379"/>
                <a:gd name="connsiteX169-46887" fmla="*/ 1039693 w 2961438"/>
                <a:gd name="connsiteY169-46888" fmla="*/ 27022 h 689379"/>
                <a:gd name="connsiteX170-46889" fmla="*/ 1039693 w 2961438"/>
                <a:gd name="connsiteY170-46890" fmla="*/ 19456 h 689379"/>
                <a:gd name="connsiteX171-46891" fmla="*/ 1041466 w 2961438"/>
                <a:gd name="connsiteY171-46892" fmla="*/ 19456 h 689379"/>
                <a:gd name="connsiteX172-46893" fmla="*/ 1053880 w 2961438"/>
                <a:gd name="connsiteY172-46894" fmla="*/ 19456 h 689379"/>
                <a:gd name="connsiteX173-46895" fmla="*/ 1053880 w 2961438"/>
                <a:gd name="connsiteY173-46896" fmla="*/ 20537 h 689379"/>
                <a:gd name="connsiteX174-46897" fmla="*/ 1053880 w 2961438"/>
                <a:gd name="connsiteY174-46898" fmla="*/ 28103 h 689379"/>
                <a:gd name="connsiteX175-46899" fmla="*/ 1054640 w 2961438"/>
                <a:gd name="connsiteY175-46900" fmla="*/ 28103 h 689379"/>
                <a:gd name="connsiteX176-46901" fmla="*/ 1059960 w 2961438"/>
                <a:gd name="connsiteY176-46902" fmla="*/ 28103 h 689379"/>
                <a:gd name="connsiteX177-46903" fmla="*/ 1070093 w 2961438"/>
                <a:gd name="connsiteY177-46904" fmla="*/ 23779 h 689379"/>
                <a:gd name="connsiteX178-46905" fmla="*/ 1074146 w 2961438"/>
                <a:gd name="connsiteY178-46906" fmla="*/ 27022 h 689379"/>
                <a:gd name="connsiteX179-46907" fmla="*/ 1074146 w 2961438"/>
                <a:gd name="connsiteY179-46908" fmla="*/ 19456 h 689379"/>
                <a:gd name="connsiteX180-46909" fmla="*/ 1076426 w 2961438"/>
                <a:gd name="connsiteY180-46910" fmla="*/ 19456 h 689379"/>
                <a:gd name="connsiteX181-46911" fmla="*/ 1092387 w 2961438"/>
                <a:gd name="connsiteY181-46912" fmla="*/ 19456 h 689379"/>
                <a:gd name="connsiteX182-46913" fmla="*/ 1092387 w 2961438"/>
                <a:gd name="connsiteY182-46914" fmla="*/ 20537 h 689379"/>
                <a:gd name="connsiteX183-46915" fmla="*/ 1092387 w 2961438"/>
                <a:gd name="connsiteY183-46916" fmla="*/ 28103 h 689379"/>
                <a:gd name="connsiteX184-46917" fmla="*/ 1122787 w 2961438"/>
                <a:gd name="connsiteY184-46918" fmla="*/ 28103 h 689379"/>
                <a:gd name="connsiteX185-46919" fmla="*/ 1122787 w 2961438"/>
                <a:gd name="connsiteY185-46920" fmla="*/ 29724 h 689379"/>
                <a:gd name="connsiteX186-46921" fmla="*/ 1122787 w 2961438"/>
                <a:gd name="connsiteY186-46922" fmla="*/ 41074 h 689379"/>
                <a:gd name="connsiteX187-46923" fmla="*/ 1149134 w 2961438"/>
                <a:gd name="connsiteY187-46924" fmla="*/ 41074 h 689379"/>
                <a:gd name="connsiteX188-46925" fmla="*/ 1149134 w 2961438"/>
                <a:gd name="connsiteY188-46926" fmla="*/ 71338 h 689379"/>
                <a:gd name="connsiteX189-46927" fmla="*/ 1149894 w 2961438"/>
                <a:gd name="connsiteY189-46928" fmla="*/ 71338 h 689379"/>
                <a:gd name="connsiteX190-46929" fmla="*/ 1155214 w 2961438"/>
                <a:gd name="connsiteY190-46930" fmla="*/ 71338 h 689379"/>
                <a:gd name="connsiteX191-46931" fmla="*/ 1155214 w 2961438"/>
                <a:gd name="connsiteY191-46932" fmla="*/ 72419 h 689379"/>
                <a:gd name="connsiteX192-46933" fmla="*/ 1155214 w 2961438"/>
                <a:gd name="connsiteY192-46934" fmla="*/ 79986 h 689379"/>
                <a:gd name="connsiteX193-46935" fmla="*/ 1159268 w 2961438"/>
                <a:gd name="connsiteY193-46936" fmla="*/ 110250 h 689379"/>
                <a:gd name="connsiteX194-46937" fmla="*/ 1160028 w 2961438"/>
                <a:gd name="connsiteY194-46938" fmla="*/ 110250 h 689379"/>
                <a:gd name="connsiteX195-46939" fmla="*/ 1165348 w 2961438"/>
                <a:gd name="connsiteY195-46940" fmla="*/ 110250 h 689379"/>
                <a:gd name="connsiteX196-46941" fmla="*/ 1165348 w 2961438"/>
                <a:gd name="connsiteY196-46942" fmla="*/ 111061 h 689379"/>
                <a:gd name="connsiteX197-46943" fmla="*/ 1165348 w 2961438"/>
                <a:gd name="connsiteY197-46944" fmla="*/ 116736 h 689379"/>
                <a:gd name="connsiteX198-46945" fmla="*/ 1166361 w 2961438"/>
                <a:gd name="connsiteY198-46946" fmla="*/ 116736 h 689379"/>
                <a:gd name="connsiteX199-46947" fmla="*/ 1173454 w 2961438"/>
                <a:gd name="connsiteY199-46948" fmla="*/ 116736 h 689379"/>
                <a:gd name="connsiteX200-46949" fmla="*/ 1173454 w 2961438"/>
                <a:gd name="connsiteY200-46950" fmla="*/ 147001 h 689379"/>
                <a:gd name="connsiteX201-46951" fmla="*/ 1175481 w 2961438"/>
                <a:gd name="connsiteY201-46952" fmla="*/ 147001 h 689379"/>
                <a:gd name="connsiteX202-46953" fmla="*/ 1189668 w 2961438"/>
                <a:gd name="connsiteY202-46954" fmla="*/ 147001 h 689379"/>
                <a:gd name="connsiteX203-46955" fmla="*/ 1189668 w 2961438"/>
                <a:gd name="connsiteY203-46956" fmla="*/ 170780 h 689379"/>
                <a:gd name="connsiteX204-46957" fmla="*/ 1191695 w 2961438"/>
                <a:gd name="connsiteY204-46958" fmla="*/ 172401 h 689379"/>
                <a:gd name="connsiteX205-46959" fmla="*/ 1191695 w 2961438"/>
                <a:gd name="connsiteY205-46960" fmla="*/ 183751 h 689379"/>
                <a:gd name="connsiteX206-46961" fmla="*/ 1192455 w 2961438"/>
                <a:gd name="connsiteY206-46962" fmla="*/ 183751 h 689379"/>
                <a:gd name="connsiteX207-46963" fmla="*/ 1197775 w 2961438"/>
                <a:gd name="connsiteY207-46964" fmla="*/ 183751 h 689379"/>
                <a:gd name="connsiteX208-46965" fmla="*/ 1197775 w 2961438"/>
                <a:gd name="connsiteY208-46966" fmla="*/ 207530 h 689379"/>
                <a:gd name="connsiteX209-46967" fmla="*/ 1199041 w 2961438"/>
                <a:gd name="connsiteY209-46968" fmla="*/ 207530 h 689379"/>
                <a:gd name="connsiteX210-46969" fmla="*/ 1207908 w 2961438"/>
                <a:gd name="connsiteY210-46970" fmla="*/ 207530 h 689379"/>
                <a:gd name="connsiteX211-46971" fmla="*/ 1209935 w 2961438"/>
                <a:gd name="connsiteY211-46972" fmla="*/ 211584 h 689379"/>
                <a:gd name="connsiteX212-46973" fmla="*/ 1209935 w 2961438"/>
                <a:gd name="connsiteY212-46974" fmla="*/ 224825 h 689379"/>
                <a:gd name="connsiteX213-46975" fmla="*/ 1211455 w 2961438"/>
                <a:gd name="connsiteY213-46976" fmla="*/ 222933 h 689379"/>
                <a:gd name="connsiteX214-46977" fmla="*/ 1222095 w 2961438"/>
                <a:gd name="connsiteY214-46978" fmla="*/ 209692 h 689379"/>
                <a:gd name="connsiteX215-46979" fmla="*/ 1250469 w 2961438"/>
                <a:gd name="connsiteY215-46980" fmla="*/ 209692 h 689379"/>
                <a:gd name="connsiteX216-46981" fmla="*/ 1250469 w 2961438"/>
                <a:gd name="connsiteY216-46982" fmla="*/ 296163 h 689379"/>
                <a:gd name="connsiteX217-46983" fmla="*/ 1251229 w 2961438"/>
                <a:gd name="connsiteY217-46984" fmla="*/ 296163 h 689379"/>
                <a:gd name="connsiteX218-46985" fmla="*/ 1256549 w 2961438"/>
                <a:gd name="connsiteY218-46986" fmla="*/ 296163 h 689379"/>
                <a:gd name="connsiteX219-46987" fmla="*/ 1257309 w 2961438"/>
                <a:gd name="connsiteY219-46988" fmla="*/ 294812 h 689379"/>
                <a:gd name="connsiteX220-46989" fmla="*/ 1262629 w 2961438"/>
                <a:gd name="connsiteY220-46990" fmla="*/ 285354 h 689379"/>
                <a:gd name="connsiteX221-46991" fmla="*/ 1262629 w 2961438"/>
                <a:gd name="connsiteY221-46992" fmla="*/ 287246 h 689379"/>
                <a:gd name="connsiteX222-46993" fmla="*/ 1262629 w 2961438"/>
                <a:gd name="connsiteY222-46994" fmla="*/ 300487 h 689379"/>
                <a:gd name="connsiteX223-46995" fmla="*/ 1266682 w 2961438"/>
                <a:gd name="connsiteY223-46996" fmla="*/ 255090 h 689379"/>
                <a:gd name="connsiteX224-46997" fmla="*/ 1267442 w 2961438"/>
                <a:gd name="connsiteY224-46998" fmla="*/ 255090 h 689379"/>
                <a:gd name="connsiteX225-46999" fmla="*/ 1272762 w 2961438"/>
                <a:gd name="connsiteY225-47000" fmla="*/ 255090 h 689379"/>
                <a:gd name="connsiteX226-47001" fmla="*/ 1272762 w 2961438"/>
                <a:gd name="connsiteY226-47002" fmla="*/ 190236 h 689379"/>
                <a:gd name="connsiteX227-47003" fmla="*/ 1273776 w 2961438"/>
                <a:gd name="connsiteY227-47004" fmla="*/ 190236 h 689379"/>
                <a:gd name="connsiteX228-47005" fmla="*/ 1280869 w 2961438"/>
                <a:gd name="connsiteY228-47006" fmla="*/ 190236 h 689379"/>
                <a:gd name="connsiteX229-47007" fmla="*/ 1293029 w 2961438"/>
                <a:gd name="connsiteY229-47008" fmla="*/ 147001 h 689379"/>
                <a:gd name="connsiteX230-47009" fmla="*/ 1294296 w 2961438"/>
                <a:gd name="connsiteY230-47010" fmla="*/ 147001 h 689379"/>
                <a:gd name="connsiteX231-47011" fmla="*/ 1303163 w 2961438"/>
                <a:gd name="connsiteY231-47012" fmla="*/ 147001 h 689379"/>
                <a:gd name="connsiteX232-47013" fmla="*/ 1313296 w 2961438"/>
                <a:gd name="connsiteY232-47014" fmla="*/ 190236 h 689379"/>
                <a:gd name="connsiteX233-47015" fmla="*/ 1314309 w 2961438"/>
                <a:gd name="connsiteY233-47016" fmla="*/ 190236 h 689379"/>
                <a:gd name="connsiteX234-47017" fmla="*/ 1321403 w 2961438"/>
                <a:gd name="connsiteY234-47018" fmla="*/ 190236 h 689379"/>
                <a:gd name="connsiteX235-47019" fmla="*/ 1321403 w 2961438"/>
                <a:gd name="connsiteY235-47020" fmla="*/ 229148 h 689379"/>
                <a:gd name="connsiteX236-47021" fmla="*/ 1323176 w 2961438"/>
                <a:gd name="connsiteY236-47022" fmla="*/ 229148 h 689379"/>
                <a:gd name="connsiteX237-47023" fmla="*/ 1335590 w 2961438"/>
                <a:gd name="connsiteY237-47024" fmla="*/ 229148 h 689379"/>
                <a:gd name="connsiteX238-47025" fmla="*/ 1335590 w 2961438"/>
                <a:gd name="connsiteY238-47026" fmla="*/ 231310 h 689379"/>
                <a:gd name="connsiteX239-47027" fmla="*/ 1335590 w 2961438"/>
                <a:gd name="connsiteY239-47028" fmla="*/ 246442 h 689379"/>
                <a:gd name="connsiteX240-47029" fmla="*/ 1339643 w 2961438"/>
                <a:gd name="connsiteY240-47030" fmla="*/ 244281 h 689379"/>
                <a:gd name="connsiteX241-47031" fmla="*/ 1339643 w 2961438"/>
                <a:gd name="connsiteY241-47032" fmla="*/ 229148 h 689379"/>
                <a:gd name="connsiteX242-47033" fmla="*/ 1341163 w 2961438"/>
                <a:gd name="connsiteY242-47034" fmla="*/ 229148 h 689379"/>
                <a:gd name="connsiteX243-47035" fmla="*/ 1351803 w 2961438"/>
                <a:gd name="connsiteY243-47036" fmla="*/ 229148 h 689379"/>
                <a:gd name="connsiteX244-47037" fmla="*/ 1351803 w 2961438"/>
                <a:gd name="connsiteY244-47038" fmla="*/ 230769 h 689379"/>
                <a:gd name="connsiteX245-47039" fmla="*/ 1351803 w 2961438"/>
                <a:gd name="connsiteY245-47040" fmla="*/ 242119 h 689379"/>
                <a:gd name="connsiteX246-47041" fmla="*/ 1382204 w 2961438"/>
                <a:gd name="connsiteY246-47042" fmla="*/ 242119 h 689379"/>
                <a:gd name="connsiteX247-47043" fmla="*/ 1382204 w 2961438"/>
                <a:gd name="connsiteY247-47044" fmla="*/ 205369 h 689379"/>
                <a:gd name="connsiteX248-47045" fmla="*/ 1383470 w 2961438"/>
                <a:gd name="connsiteY248-47046" fmla="*/ 205369 h 689379"/>
                <a:gd name="connsiteX249-47047" fmla="*/ 1392337 w 2961438"/>
                <a:gd name="connsiteY249-47048" fmla="*/ 205369 h 689379"/>
                <a:gd name="connsiteX250-47049" fmla="*/ 1392337 w 2961438"/>
                <a:gd name="connsiteY250-47050" fmla="*/ 226986 h 689379"/>
                <a:gd name="connsiteX251-47051" fmla="*/ 1394364 w 2961438"/>
                <a:gd name="connsiteY251-47052" fmla="*/ 194560 h 689379"/>
                <a:gd name="connsiteX252-47053" fmla="*/ 1416657 w 2961438"/>
                <a:gd name="connsiteY252-47054" fmla="*/ 194560 h 689379"/>
                <a:gd name="connsiteX253-47055" fmla="*/ 1416657 w 2961438"/>
                <a:gd name="connsiteY253-47056" fmla="*/ 192938 h 689379"/>
                <a:gd name="connsiteX254-47057" fmla="*/ 1416657 w 2961438"/>
                <a:gd name="connsiteY254-47058" fmla="*/ 181589 h 689379"/>
                <a:gd name="connsiteX255-47059" fmla="*/ 1417417 w 2961438"/>
                <a:gd name="connsiteY255-47060" fmla="*/ 181589 h 689379"/>
                <a:gd name="connsiteX256-47061" fmla="*/ 1422737 w 2961438"/>
                <a:gd name="connsiteY256-47062" fmla="*/ 181589 h 689379"/>
                <a:gd name="connsiteX257-47063" fmla="*/ 1422737 w 2961438"/>
                <a:gd name="connsiteY257-47064" fmla="*/ 179698 h 689379"/>
                <a:gd name="connsiteX258-47065" fmla="*/ 1422737 w 2961438"/>
                <a:gd name="connsiteY258-47066" fmla="*/ 166457 h 689379"/>
                <a:gd name="connsiteX259-47067" fmla="*/ 1426791 w 2961438"/>
                <a:gd name="connsiteY259-47068" fmla="*/ 172942 h 689379"/>
                <a:gd name="connsiteX260-47069" fmla="*/ 1429071 w 2961438"/>
                <a:gd name="connsiteY260-47070" fmla="*/ 172942 h 689379"/>
                <a:gd name="connsiteX261-47071" fmla="*/ 1445031 w 2961438"/>
                <a:gd name="connsiteY261-47072" fmla="*/ 172942 h 689379"/>
                <a:gd name="connsiteX262-47073" fmla="*/ 1445031 w 2961438"/>
                <a:gd name="connsiteY262-47074" fmla="*/ 172131 h 689379"/>
                <a:gd name="connsiteX263-47075" fmla="*/ 1445031 w 2961438"/>
                <a:gd name="connsiteY263-47076" fmla="*/ 166457 h 689379"/>
                <a:gd name="connsiteX264-47077" fmla="*/ 1445791 w 2961438"/>
                <a:gd name="connsiteY264-47078" fmla="*/ 166457 h 689379"/>
                <a:gd name="connsiteX265-47079" fmla="*/ 1451111 w 2961438"/>
                <a:gd name="connsiteY265-47080" fmla="*/ 166457 h 689379"/>
                <a:gd name="connsiteX266-47081" fmla="*/ 1451111 w 2961438"/>
                <a:gd name="connsiteY266-47082" fmla="*/ 167808 h 689379"/>
                <a:gd name="connsiteX267-47083" fmla="*/ 1451111 w 2961438"/>
                <a:gd name="connsiteY267-47084" fmla="*/ 177266 h 689379"/>
                <a:gd name="connsiteX268-47085" fmla="*/ 1489618 w 2961438"/>
                <a:gd name="connsiteY268-47086" fmla="*/ 177266 h 689379"/>
                <a:gd name="connsiteX269-47087" fmla="*/ 1489618 w 2961438"/>
                <a:gd name="connsiteY269-47088" fmla="*/ 315619 h 689379"/>
                <a:gd name="connsiteX270-47089" fmla="*/ 1491138 w 2961438"/>
                <a:gd name="connsiteY270-47090" fmla="*/ 315619 h 689379"/>
                <a:gd name="connsiteX271-47091" fmla="*/ 1501778 w 2961438"/>
                <a:gd name="connsiteY271-47092" fmla="*/ 315619 h 689379"/>
                <a:gd name="connsiteX272-47093" fmla="*/ 1501778 w 2961438"/>
                <a:gd name="connsiteY272-47094" fmla="*/ 302649 h 689379"/>
                <a:gd name="connsiteX273-47095" fmla="*/ 1505832 w 2961438"/>
                <a:gd name="connsiteY273-47096" fmla="*/ 302649 h 689379"/>
                <a:gd name="connsiteX274-47097" fmla="*/ 1505832 w 2961438"/>
                <a:gd name="connsiteY274-47098" fmla="*/ 315619 h 689379"/>
                <a:gd name="connsiteX275-47099" fmla="*/ 1536232 w 2961438"/>
                <a:gd name="connsiteY275-47100" fmla="*/ 315619 h 689379"/>
                <a:gd name="connsiteX276-47101" fmla="*/ 1536232 w 2961438"/>
                <a:gd name="connsiteY276-47102" fmla="*/ 285354 h 689379"/>
                <a:gd name="connsiteX277-47103" fmla="*/ 1548392 w 2961438"/>
                <a:gd name="connsiteY277-47104" fmla="*/ 285354 h 689379"/>
                <a:gd name="connsiteX278-47105" fmla="*/ 1560552 w 2961438"/>
                <a:gd name="connsiteY278-47106" fmla="*/ 283193 h 689379"/>
                <a:gd name="connsiteX279-47107" fmla="*/ 1564606 w 2961438"/>
                <a:gd name="connsiteY279-47108" fmla="*/ 285354 h 689379"/>
                <a:gd name="connsiteX280-47109" fmla="*/ 1574739 w 2961438"/>
                <a:gd name="connsiteY280-47110" fmla="*/ 285354 h 689379"/>
                <a:gd name="connsiteX281-47111" fmla="*/ 1574739 w 2961438"/>
                <a:gd name="connsiteY281-47112" fmla="*/ 315619 h 689379"/>
                <a:gd name="connsiteX282-47113" fmla="*/ 1582846 w 2961438"/>
                <a:gd name="connsiteY282-47114" fmla="*/ 315619 h 689379"/>
                <a:gd name="connsiteX283-47115" fmla="*/ 1582846 w 2961438"/>
                <a:gd name="connsiteY283-47116" fmla="*/ 332914 h 689379"/>
                <a:gd name="connsiteX284-47117" fmla="*/ 1592182 w 2961438"/>
                <a:gd name="connsiteY284-47118" fmla="*/ 333819 h 689379"/>
                <a:gd name="connsiteX285-47119" fmla="*/ 1605140 w 2961438"/>
                <a:gd name="connsiteY285-47120" fmla="*/ 333819 h 689379"/>
                <a:gd name="connsiteX286-47121" fmla="*/ 1605140 w 2961438"/>
                <a:gd name="connsiteY286-47122" fmla="*/ 317781 h 689379"/>
                <a:gd name="connsiteX287-47123" fmla="*/ 1673096 w 2961438"/>
                <a:gd name="connsiteY287-47124" fmla="*/ 317781 h 689379"/>
                <a:gd name="connsiteX288-47125" fmla="*/ 1673096 w 2961438"/>
                <a:gd name="connsiteY288-47126" fmla="*/ 232528 h 689379"/>
                <a:gd name="connsiteX289-47127" fmla="*/ 1745104 w 2961438"/>
                <a:gd name="connsiteY289-47128" fmla="*/ 232528 h 689379"/>
                <a:gd name="connsiteX290-47129" fmla="*/ 1745104 w 2961438"/>
                <a:gd name="connsiteY290-47130" fmla="*/ 311296 h 689379"/>
                <a:gd name="connsiteX291-47131" fmla="*/ 1747008 w 2961438"/>
                <a:gd name="connsiteY291-47132" fmla="*/ 311296 h 689379"/>
                <a:gd name="connsiteX292-47133" fmla="*/ 1748250 w 2961438"/>
                <a:gd name="connsiteY292-47134" fmla="*/ 333819 h 689379"/>
                <a:gd name="connsiteX293-47135" fmla="*/ 1757926 w 2961438"/>
                <a:gd name="connsiteY293-47136" fmla="*/ 333819 h 689379"/>
                <a:gd name="connsiteX294-47137" fmla="*/ 1759168 w 2961438"/>
                <a:gd name="connsiteY294-47138" fmla="*/ 311296 h 689379"/>
                <a:gd name="connsiteX295-47139" fmla="*/ 1765248 w 2961438"/>
                <a:gd name="connsiteY295-47140" fmla="*/ 311296 h 689379"/>
                <a:gd name="connsiteX296-47141" fmla="*/ 1766490 w 2961438"/>
                <a:gd name="connsiteY296-47142" fmla="*/ 333819 h 689379"/>
                <a:gd name="connsiteX297-47143" fmla="*/ 1817112 w 2961438"/>
                <a:gd name="connsiteY297-47144" fmla="*/ 333819 h 689379"/>
                <a:gd name="connsiteX298-47145" fmla="*/ 1817112 w 2961438"/>
                <a:gd name="connsiteY298-47146" fmla="*/ 170791 h 689379"/>
                <a:gd name="connsiteX299-47147" fmla="*/ 2014439 w 2961438"/>
                <a:gd name="connsiteY299-47148" fmla="*/ 170791 h 689379"/>
                <a:gd name="connsiteX300-47149" fmla="*/ 2014439 w 2961438"/>
                <a:gd name="connsiteY300-47150" fmla="*/ 333819 h 689379"/>
                <a:gd name="connsiteX301-47151" fmla="*/ 2033136 w 2961438"/>
                <a:gd name="connsiteY301-47152" fmla="*/ 333819 h 689379"/>
                <a:gd name="connsiteX302-47153" fmla="*/ 2033136 w 2961438"/>
                <a:gd name="connsiteY302-47154" fmla="*/ 251126 h 689379"/>
                <a:gd name="connsiteX303-47155" fmla="*/ 2128256 w 2961438"/>
                <a:gd name="connsiteY303-47156" fmla="*/ 251126 h 689379"/>
                <a:gd name="connsiteX304-47157" fmla="*/ 2180720 w 2961438"/>
                <a:gd name="connsiteY304-47158" fmla="*/ 185913 h 689379"/>
                <a:gd name="connsiteX305-47159" fmla="*/ 2245574 w 2961438"/>
                <a:gd name="connsiteY305-47160" fmla="*/ 185913 h 689379"/>
                <a:gd name="connsiteX306-47161" fmla="*/ 2245574 w 2961438"/>
                <a:gd name="connsiteY306-47162" fmla="*/ 261575 h 689379"/>
                <a:gd name="connsiteX307-47163" fmla="*/ 2253681 w 2961438"/>
                <a:gd name="connsiteY307-47164" fmla="*/ 261575 h 689379"/>
                <a:gd name="connsiteX308-47165" fmla="*/ 2255708 w 2961438"/>
                <a:gd name="connsiteY308-47166" fmla="*/ 255090 h 689379"/>
                <a:gd name="connsiteX309-47167" fmla="*/ 2261788 w 2961438"/>
                <a:gd name="connsiteY309-47168" fmla="*/ 255090 h 689379"/>
                <a:gd name="connsiteX310-47169" fmla="*/ 2263815 w 2961438"/>
                <a:gd name="connsiteY310-47170" fmla="*/ 263737 h 689379"/>
                <a:gd name="connsiteX311-47171" fmla="*/ 2275975 w 2961438"/>
                <a:gd name="connsiteY311-47172" fmla="*/ 263737 h 689379"/>
                <a:gd name="connsiteX312-47173" fmla="*/ 2275975 w 2961438"/>
                <a:gd name="connsiteY312-47174" fmla="*/ 257251 h 689379"/>
                <a:gd name="connsiteX313-47175" fmla="*/ 2298268 w 2961438"/>
                <a:gd name="connsiteY313-47176" fmla="*/ 257251 h 689379"/>
                <a:gd name="connsiteX314-47177" fmla="*/ 2298268 w 2961438"/>
                <a:gd name="connsiteY314-47178" fmla="*/ 263737 h 689379"/>
                <a:gd name="connsiteX315-47179" fmla="*/ 2318535 w 2961438"/>
                <a:gd name="connsiteY315-47180" fmla="*/ 263737 h 689379"/>
                <a:gd name="connsiteX316-47181" fmla="*/ 2318535 w 2961438"/>
                <a:gd name="connsiteY316-47182" fmla="*/ 309134 h 689379"/>
                <a:gd name="connsiteX317-47183" fmla="*/ 2332722 w 2961438"/>
                <a:gd name="connsiteY317-47184" fmla="*/ 309134 h 689379"/>
                <a:gd name="connsiteX318-47185" fmla="*/ 2332722 w 2961438"/>
                <a:gd name="connsiteY318-47186" fmla="*/ 296163 h 689379"/>
                <a:gd name="connsiteX319-47187" fmla="*/ 2348936 w 2961438"/>
                <a:gd name="connsiteY319-47188" fmla="*/ 296163 h 689379"/>
                <a:gd name="connsiteX320-47189" fmla="*/ 2348936 w 2961438"/>
                <a:gd name="connsiteY320-47190" fmla="*/ 116736 h 689379"/>
                <a:gd name="connsiteX321-47191" fmla="*/ 2355016 w 2961438"/>
                <a:gd name="connsiteY321-47192" fmla="*/ 110250 h 689379"/>
                <a:gd name="connsiteX322-47193" fmla="*/ 2427977 w 2961438"/>
                <a:gd name="connsiteY322-47194" fmla="*/ 110250 h 689379"/>
                <a:gd name="connsiteX323-47195" fmla="*/ 2427977 w 2961438"/>
                <a:gd name="connsiteY323-47196" fmla="*/ 118898 h 689379"/>
                <a:gd name="connsiteX324-47197" fmla="*/ 2438110 w 2961438"/>
                <a:gd name="connsiteY324-47198" fmla="*/ 118898 h 689379"/>
                <a:gd name="connsiteX325-47199" fmla="*/ 2438110 w 2961438"/>
                <a:gd name="connsiteY325-47200" fmla="*/ 233472 h 689379"/>
                <a:gd name="connsiteX326-47201" fmla="*/ 2460404 w 2961438"/>
                <a:gd name="connsiteY326-47202" fmla="*/ 233472 h 689379"/>
                <a:gd name="connsiteX327-47203" fmla="*/ 2460404 w 2961438"/>
                <a:gd name="connsiteY327-47204" fmla="*/ 166457 h 689379"/>
                <a:gd name="connsiteX328-47205" fmla="*/ 2486751 w 2961438"/>
                <a:gd name="connsiteY328-47206" fmla="*/ 166457 h 689379"/>
                <a:gd name="connsiteX329-47207" fmla="*/ 2490804 w 2961438"/>
                <a:gd name="connsiteY329-47208" fmla="*/ 162133 h 689379"/>
                <a:gd name="connsiteX330-47209" fmla="*/ 2498911 w 2961438"/>
                <a:gd name="connsiteY330-47210" fmla="*/ 162133 h 689379"/>
                <a:gd name="connsiteX331-47211" fmla="*/ 2502964 w 2961438"/>
                <a:gd name="connsiteY331-47212" fmla="*/ 166457 h 689379"/>
                <a:gd name="connsiteX332-47213" fmla="*/ 2525258 w 2961438"/>
                <a:gd name="connsiteY332-47214" fmla="*/ 166457 h 689379"/>
                <a:gd name="connsiteX333-47215" fmla="*/ 2525258 w 2961438"/>
                <a:gd name="connsiteY333-47216" fmla="*/ 49721 h 689379"/>
                <a:gd name="connsiteX334-47217" fmla="*/ 2582005 w 2961438"/>
                <a:gd name="connsiteY334-47218" fmla="*/ 38912 h 689379"/>
                <a:gd name="connsiteX335-47219" fmla="*/ 2582005 w 2961438"/>
                <a:gd name="connsiteY335-47220" fmla="*/ 39993 h 689379"/>
                <a:gd name="connsiteX336-47221" fmla="*/ 2582005 w 2961438"/>
                <a:gd name="connsiteY336-47222" fmla="*/ 47559 h 689379"/>
                <a:gd name="connsiteX337-47223" fmla="*/ 2608352 w 2961438"/>
                <a:gd name="connsiteY337-47224" fmla="*/ 47559 h 689379"/>
                <a:gd name="connsiteX338-47225" fmla="*/ 2608352 w 2961438"/>
                <a:gd name="connsiteY338-47226" fmla="*/ 302649 h 689379"/>
                <a:gd name="connsiteX339-47227" fmla="*/ 2630646 w 2961438"/>
                <a:gd name="connsiteY339-47228" fmla="*/ 302649 h 689379"/>
                <a:gd name="connsiteX340-47229" fmla="*/ 2630646 w 2961438"/>
                <a:gd name="connsiteY340-47230" fmla="*/ 298325 h 689379"/>
                <a:gd name="connsiteX341-47231" fmla="*/ 2642806 w 2961438"/>
                <a:gd name="connsiteY341-47232" fmla="*/ 298325 h 689379"/>
                <a:gd name="connsiteX342-47233" fmla="*/ 2642806 w 2961438"/>
                <a:gd name="connsiteY342-47234" fmla="*/ 302649 h 689379"/>
                <a:gd name="connsiteX343-47235" fmla="*/ 2667126 w 2961438"/>
                <a:gd name="connsiteY343-47236" fmla="*/ 302649 h 689379"/>
                <a:gd name="connsiteX344-47237" fmla="*/ 2667126 w 2961438"/>
                <a:gd name="connsiteY344-47238" fmla="*/ 289678 h 689379"/>
                <a:gd name="connsiteX345-47239" fmla="*/ 2695500 w 2961438"/>
                <a:gd name="connsiteY345-47240" fmla="*/ 289678 h 689379"/>
                <a:gd name="connsiteX346-47241" fmla="*/ 2707660 w 2961438"/>
                <a:gd name="connsiteY346-47242" fmla="*/ 285354 h 689379"/>
                <a:gd name="connsiteX347-47243" fmla="*/ 2727927 w 2961438"/>
                <a:gd name="connsiteY347-47244" fmla="*/ 289678 h 689379"/>
                <a:gd name="connsiteX348-47245" fmla="*/ 2727927 w 2961438"/>
                <a:gd name="connsiteY348-47246" fmla="*/ 272384 h 689379"/>
                <a:gd name="connsiteX349-47247" fmla="*/ 2736034 w 2961438"/>
                <a:gd name="connsiteY349-47248" fmla="*/ 272384 h 689379"/>
                <a:gd name="connsiteX350-47249" fmla="*/ 2736034 w 2961438"/>
                <a:gd name="connsiteY350-47250" fmla="*/ 259413 h 689379"/>
                <a:gd name="connsiteX351-47251" fmla="*/ 2792781 w 2961438"/>
                <a:gd name="connsiteY351-47252" fmla="*/ 259413 h 689379"/>
                <a:gd name="connsiteX352-47253" fmla="*/ 2792781 w 2961438"/>
                <a:gd name="connsiteY352-47254" fmla="*/ 229148 h 689379"/>
                <a:gd name="connsiteX353-47255" fmla="*/ 2811021 w 2961438"/>
                <a:gd name="connsiteY353-47256" fmla="*/ 229148 h 689379"/>
                <a:gd name="connsiteX354-47257" fmla="*/ 2811021 w 2961438"/>
                <a:gd name="connsiteY354-47258" fmla="*/ 222663 h 689379"/>
                <a:gd name="connsiteX355-47259" fmla="*/ 2823181 w 2961438"/>
                <a:gd name="connsiteY355-47260" fmla="*/ 222663 h 689379"/>
                <a:gd name="connsiteX356-47261" fmla="*/ 2823181 w 2961438"/>
                <a:gd name="connsiteY356-47262" fmla="*/ 229148 h 689379"/>
                <a:gd name="connsiteX357-47263" fmla="*/ 2839395 w 2961438"/>
                <a:gd name="connsiteY357-47264" fmla="*/ 229148 h 689379"/>
                <a:gd name="connsiteX358-47265" fmla="*/ 2839395 w 2961438"/>
                <a:gd name="connsiteY358-47266" fmla="*/ 278869 h 689379"/>
                <a:gd name="connsiteX359-47267" fmla="*/ 2871822 w 2961438"/>
                <a:gd name="connsiteY359-47268" fmla="*/ 278869 h 689379"/>
                <a:gd name="connsiteX360-47269" fmla="*/ 2871822 w 2961438"/>
                <a:gd name="connsiteY360-47270" fmla="*/ 252928 h 689379"/>
                <a:gd name="connsiteX361-47271" fmla="*/ 2910329 w 2961438"/>
                <a:gd name="connsiteY361-47272" fmla="*/ 252928 h 689379"/>
                <a:gd name="connsiteX362-47273" fmla="*/ 2910329 w 2961438"/>
                <a:gd name="connsiteY362-47274" fmla="*/ 222663 h 689379"/>
                <a:gd name="connsiteX363-47275" fmla="*/ 2958970 w 2961438"/>
                <a:gd name="connsiteY363-47276" fmla="*/ 222663 h 689379"/>
                <a:gd name="connsiteX364-47277" fmla="*/ 2961438 w 2961438"/>
                <a:gd name="connsiteY364-47278" fmla="*/ 689379 h 689379"/>
                <a:gd name="connsiteX365-47279" fmla="*/ 2054 w 2961438"/>
                <a:gd name="connsiteY365-47280" fmla="*/ 687046 h 689379"/>
                <a:gd name="connsiteX366-47281" fmla="*/ 0 w 2961438"/>
                <a:gd name="connsiteY366-47282" fmla="*/ 252928 h 689379"/>
                <a:gd name="connsiteX367-47283" fmla="*/ 20267 w 2961438"/>
                <a:gd name="connsiteY367-47284" fmla="*/ 252928 h 689379"/>
                <a:gd name="connsiteX368-47285" fmla="*/ 20774 w 2961438"/>
                <a:gd name="connsiteY368-47286" fmla="*/ 251847 h 689379"/>
                <a:gd name="connsiteX369-47287" fmla="*/ 24320 w 2961438"/>
                <a:gd name="connsiteY369-47288" fmla="*/ 244281 h 689379"/>
                <a:gd name="connsiteX370-47289" fmla="*/ 26094 w 2961438"/>
                <a:gd name="connsiteY370-47290" fmla="*/ 244551 h 689379"/>
                <a:gd name="connsiteX371-47291" fmla="*/ 38507 w 2961438"/>
                <a:gd name="connsiteY371-47292" fmla="*/ 246442 h 689379"/>
                <a:gd name="connsiteX372-47293" fmla="*/ 39014 w 2961438"/>
                <a:gd name="connsiteY372-47294" fmla="*/ 247794 h 689379"/>
                <a:gd name="connsiteX373-47295" fmla="*/ 42560 w 2961438"/>
                <a:gd name="connsiteY373-47296" fmla="*/ 257251 h 689379"/>
                <a:gd name="connsiteX374-47297" fmla="*/ 68907 w 2961438"/>
                <a:gd name="connsiteY374-47298" fmla="*/ 259413 h 689379"/>
                <a:gd name="connsiteX375-47299" fmla="*/ 68907 w 2961438"/>
                <a:gd name="connsiteY375-47300" fmla="*/ 136192 h 689379"/>
                <a:gd name="connsiteX376-47301" fmla="*/ 70934 w 2961438"/>
                <a:gd name="connsiteY376-47302" fmla="*/ 136192 h 689379"/>
                <a:gd name="connsiteX377-47303" fmla="*/ 85121 w 2961438"/>
                <a:gd name="connsiteY377-47304" fmla="*/ 136192 h 689379"/>
                <a:gd name="connsiteX378-47305" fmla="*/ 85121 w 2961438"/>
                <a:gd name="connsiteY378-47306" fmla="*/ 0 h 689379"/>
                <a:gd name="connsiteX379-47307" fmla="*/ 86894 w 2961438"/>
                <a:gd name="connsiteY379-47308" fmla="*/ 0 h 689379"/>
                <a:gd name="connsiteX380-47309" fmla="*/ 99308 w 2961438"/>
                <a:gd name="connsiteY380-47310" fmla="*/ 0 h 68937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  <a:cxn ang="0">
                  <a:pos x="connsiteX32-65" y="connsiteY32-66"/>
                </a:cxn>
                <a:cxn ang="0">
                  <a:pos x="connsiteX33-67" y="connsiteY33-68"/>
                </a:cxn>
                <a:cxn ang="0">
                  <a:pos x="connsiteX34-69" y="connsiteY34-70"/>
                </a:cxn>
                <a:cxn ang="0">
                  <a:pos x="connsiteX35-71" y="connsiteY35-72"/>
                </a:cxn>
                <a:cxn ang="0">
                  <a:pos x="connsiteX36-73" y="connsiteY36-74"/>
                </a:cxn>
                <a:cxn ang="0">
                  <a:pos x="connsiteX37-75" y="connsiteY37-76"/>
                </a:cxn>
                <a:cxn ang="0">
                  <a:pos x="connsiteX38-77" y="connsiteY38-78"/>
                </a:cxn>
                <a:cxn ang="0">
                  <a:pos x="connsiteX39-79" y="connsiteY39-80"/>
                </a:cxn>
                <a:cxn ang="0">
                  <a:pos x="connsiteX40-81" y="connsiteY40-82"/>
                </a:cxn>
                <a:cxn ang="0">
                  <a:pos x="connsiteX41-83" y="connsiteY41-84"/>
                </a:cxn>
                <a:cxn ang="0">
                  <a:pos x="connsiteX42-85" y="connsiteY42-86"/>
                </a:cxn>
                <a:cxn ang="0">
                  <a:pos x="connsiteX43-87" y="connsiteY43-88"/>
                </a:cxn>
                <a:cxn ang="0">
                  <a:pos x="connsiteX44-89" y="connsiteY44-90"/>
                </a:cxn>
                <a:cxn ang="0">
                  <a:pos x="connsiteX45-91" y="connsiteY45-92"/>
                </a:cxn>
                <a:cxn ang="0">
                  <a:pos x="connsiteX46-93" y="connsiteY46-94"/>
                </a:cxn>
                <a:cxn ang="0">
                  <a:pos x="connsiteX47-95" y="connsiteY47-96"/>
                </a:cxn>
                <a:cxn ang="0">
                  <a:pos x="connsiteX48-97" y="connsiteY48-98"/>
                </a:cxn>
                <a:cxn ang="0">
                  <a:pos x="connsiteX49-99" y="connsiteY49-100"/>
                </a:cxn>
                <a:cxn ang="0">
                  <a:pos x="connsiteX50-101" y="connsiteY50-102"/>
                </a:cxn>
                <a:cxn ang="0">
                  <a:pos x="connsiteX51-103" y="connsiteY51-104"/>
                </a:cxn>
                <a:cxn ang="0">
                  <a:pos x="connsiteX52-105" y="connsiteY52-106"/>
                </a:cxn>
                <a:cxn ang="0">
                  <a:pos x="connsiteX53-107" y="connsiteY53-108"/>
                </a:cxn>
                <a:cxn ang="0">
                  <a:pos x="connsiteX54-109" y="connsiteY54-110"/>
                </a:cxn>
                <a:cxn ang="0">
                  <a:pos x="connsiteX55-111" y="connsiteY55-112"/>
                </a:cxn>
                <a:cxn ang="0">
                  <a:pos x="connsiteX56-113" y="connsiteY56-114"/>
                </a:cxn>
                <a:cxn ang="0">
                  <a:pos x="connsiteX57-115" y="connsiteY57-116"/>
                </a:cxn>
                <a:cxn ang="0">
                  <a:pos x="connsiteX58-117" y="connsiteY58-118"/>
                </a:cxn>
                <a:cxn ang="0">
                  <a:pos x="connsiteX59-119" y="connsiteY59-120"/>
                </a:cxn>
                <a:cxn ang="0">
                  <a:pos x="connsiteX60-121" y="connsiteY60-122"/>
                </a:cxn>
                <a:cxn ang="0">
                  <a:pos x="connsiteX61-123" y="connsiteY61-124"/>
                </a:cxn>
                <a:cxn ang="0">
                  <a:pos x="connsiteX62-125" y="connsiteY62-126"/>
                </a:cxn>
                <a:cxn ang="0">
                  <a:pos x="connsiteX63-127" y="connsiteY63-128"/>
                </a:cxn>
                <a:cxn ang="0">
                  <a:pos x="connsiteX64-129" y="connsiteY64-130"/>
                </a:cxn>
                <a:cxn ang="0">
                  <a:pos x="connsiteX65-131" y="connsiteY65-132"/>
                </a:cxn>
                <a:cxn ang="0">
                  <a:pos x="connsiteX66-133" y="connsiteY66-134"/>
                </a:cxn>
                <a:cxn ang="0">
                  <a:pos x="connsiteX67-135" y="connsiteY67-136"/>
                </a:cxn>
                <a:cxn ang="0">
                  <a:pos x="connsiteX68-137" y="connsiteY68-138"/>
                </a:cxn>
                <a:cxn ang="0">
                  <a:pos x="connsiteX69-139" y="connsiteY69-140"/>
                </a:cxn>
                <a:cxn ang="0">
                  <a:pos x="connsiteX70-141" y="connsiteY70-142"/>
                </a:cxn>
                <a:cxn ang="0">
                  <a:pos x="connsiteX71-143" y="connsiteY71-144"/>
                </a:cxn>
                <a:cxn ang="0">
                  <a:pos x="connsiteX72-145" y="connsiteY72-146"/>
                </a:cxn>
                <a:cxn ang="0">
                  <a:pos x="connsiteX73-147" y="connsiteY73-148"/>
                </a:cxn>
                <a:cxn ang="0">
                  <a:pos x="connsiteX74-149" y="connsiteY74-150"/>
                </a:cxn>
                <a:cxn ang="0">
                  <a:pos x="connsiteX75-151" y="connsiteY75-152"/>
                </a:cxn>
                <a:cxn ang="0">
                  <a:pos x="connsiteX76-153" y="connsiteY76-154"/>
                </a:cxn>
                <a:cxn ang="0">
                  <a:pos x="connsiteX77-155" y="connsiteY77-156"/>
                </a:cxn>
                <a:cxn ang="0">
                  <a:pos x="connsiteX78-157" y="connsiteY78-158"/>
                </a:cxn>
                <a:cxn ang="0">
                  <a:pos x="connsiteX79-159" y="connsiteY79-160"/>
                </a:cxn>
                <a:cxn ang="0">
                  <a:pos x="connsiteX80-161" y="connsiteY80-162"/>
                </a:cxn>
                <a:cxn ang="0">
                  <a:pos x="connsiteX81-163" y="connsiteY81-164"/>
                </a:cxn>
                <a:cxn ang="0">
                  <a:pos x="connsiteX82-165" y="connsiteY82-166"/>
                </a:cxn>
                <a:cxn ang="0">
                  <a:pos x="connsiteX83-167" y="connsiteY83-168"/>
                </a:cxn>
                <a:cxn ang="0">
                  <a:pos x="connsiteX84-169" y="connsiteY84-170"/>
                </a:cxn>
                <a:cxn ang="0">
                  <a:pos x="connsiteX85-171" y="connsiteY85-172"/>
                </a:cxn>
                <a:cxn ang="0">
                  <a:pos x="connsiteX86-173" y="connsiteY86-174"/>
                </a:cxn>
                <a:cxn ang="0">
                  <a:pos x="connsiteX87-175" y="connsiteY87-176"/>
                </a:cxn>
                <a:cxn ang="0">
                  <a:pos x="connsiteX88-177" y="connsiteY88-178"/>
                </a:cxn>
                <a:cxn ang="0">
                  <a:pos x="connsiteX89-179" y="connsiteY89-180"/>
                </a:cxn>
                <a:cxn ang="0">
                  <a:pos x="connsiteX90-181" y="connsiteY90-182"/>
                </a:cxn>
                <a:cxn ang="0">
                  <a:pos x="connsiteX91-183" y="connsiteY91-184"/>
                </a:cxn>
                <a:cxn ang="0">
                  <a:pos x="connsiteX92-185" y="connsiteY92-186"/>
                </a:cxn>
                <a:cxn ang="0">
                  <a:pos x="connsiteX93-187" y="connsiteY93-188"/>
                </a:cxn>
                <a:cxn ang="0">
                  <a:pos x="connsiteX94-189" y="connsiteY94-190"/>
                </a:cxn>
                <a:cxn ang="0">
                  <a:pos x="connsiteX95-191" y="connsiteY95-192"/>
                </a:cxn>
                <a:cxn ang="0">
                  <a:pos x="connsiteX96-193" y="connsiteY96-194"/>
                </a:cxn>
                <a:cxn ang="0">
                  <a:pos x="connsiteX97-195" y="connsiteY97-196"/>
                </a:cxn>
                <a:cxn ang="0">
                  <a:pos x="connsiteX98-197" y="connsiteY98-198"/>
                </a:cxn>
                <a:cxn ang="0">
                  <a:pos x="connsiteX99-199" y="connsiteY99-200"/>
                </a:cxn>
                <a:cxn ang="0">
                  <a:pos x="connsiteX100-201" y="connsiteY100-202"/>
                </a:cxn>
                <a:cxn ang="0">
                  <a:pos x="connsiteX101-203" y="connsiteY101-204"/>
                </a:cxn>
                <a:cxn ang="0">
                  <a:pos x="connsiteX102-205" y="connsiteY102-206"/>
                </a:cxn>
                <a:cxn ang="0">
                  <a:pos x="connsiteX103-207" y="connsiteY103-208"/>
                </a:cxn>
                <a:cxn ang="0">
                  <a:pos x="connsiteX104-209" y="connsiteY104-210"/>
                </a:cxn>
                <a:cxn ang="0">
                  <a:pos x="connsiteX105-211" y="connsiteY105-212"/>
                </a:cxn>
                <a:cxn ang="0">
                  <a:pos x="connsiteX106-213" y="connsiteY106-214"/>
                </a:cxn>
                <a:cxn ang="0">
                  <a:pos x="connsiteX107-215" y="connsiteY107-216"/>
                </a:cxn>
                <a:cxn ang="0">
                  <a:pos x="connsiteX108-217" y="connsiteY108-218"/>
                </a:cxn>
                <a:cxn ang="0">
                  <a:pos x="connsiteX109-219" y="connsiteY109-220"/>
                </a:cxn>
                <a:cxn ang="0">
                  <a:pos x="connsiteX110-221" y="connsiteY110-222"/>
                </a:cxn>
                <a:cxn ang="0">
                  <a:pos x="connsiteX111-223" y="connsiteY111-224"/>
                </a:cxn>
                <a:cxn ang="0">
                  <a:pos x="connsiteX112-225" y="connsiteY112-226"/>
                </a:cxn>
                <a:cxn ang="0">
                  <a:pos x="connsiteX113-227" y="connsiteY113-228"/>
                </a:cxn>
                <a:cxn ang="0">
                  <a:pos x="connsiteX114-229" y="connsiteY114-230"/>
                </a:cxn>
                <a:cxn ang="0">
                  <a:pos x="connsiteX115-231" y="connsiteY115-232"/>
                </a:cxn>
                <a:cxn ang="0">
                  <a:pos x="connsiteX116-233" y="connsiteY116-234"/>
                </a:cxn>
                <a:cxn ang="0">
                  <a:pos x="connsiteX117-235" y="connsiteY117-236"/>
                </a:cxn>
                <a:cxn ang="0">
                  <a:pos x="connsiteX118-237" y="connsiteY118-238"/>
                </a:cxn>
                <a:cxn ang="0">
                  <a:pos x="connsiteX119-239" y="connsiteY119-240"/>
                </a:cxn>
                <a:cxn ang="0">
                  <a:pos x="connsiteX120-241" y="connsiteY120-242"/>
                </a:cxn>
                <a:cxn ang="0">
                  <a:pos x="connsiteX121-243" y="connsiteY121-244"/>
                </a:cxn>
                <a:cxn ang="0">
                  <a:pos x="connsiteX122-245" y="connsiteY122-246"/>
                </a:cxn>
                <a:cxn ang="0">
                  <a:pos x="connsiteX123-247" y="connsiteY123-248"/>
                </a:cxn>
                <a:cxn ang="0">
                  <a:pos x="connsiteX124-249" y="connsiteY124-250"/>
                </a:cxn>
                <a:cxn ang="0">
                  <a:pos x="connsiteX125-251" y="connsiteY125-252"/>
                </a:cxn>
                <a:cxn ang="0">
                  <a:pos x="connsiteX126-253" y="connsiteY126-254"/>
                </a:cxn>
                <a:cxn ang="0">
                  <a:pos x="connsiteX127-255" y="connsiteY127-256"/>
                </a:cxn>
                <a:cxn ang="0">
                  <a:pos x="connsiteX128-257" y="connsiteY128-258"/>
                </a:cxn>
                <a:cxn ang="0">
                  <a:pos x="connsiteX129-259" y="connsiteY129-260"/>
                </a:cxn>
                <a:cxn ang="0">
                  <a:pos x="connsiteX130-261" y="connsiteY130-262"/>
                </a:cxn>
                <a:cxn ang="0">
                  <a:pos x="connsiteX131-263" y="connsiteY131-264"/>
                </a:cxn>
                <a:cxn ang="0">
                  <a:pos x="connsiteX132-265" y="connsiteY132-266"/>
                </a:cxn>
                <a:cxn ang="0">
                  <a:pos x="connsiteX133-267" y="connsiteY133-268"/>
                </a:cxn>
                <a:cxn ang="0">
                  <a:pos x="connsiteX134-269" y="connsiteY134-270"/>
                </a:cxn>
                <a:cxn ang="0">
                  <a:pos x="connsiteX135-271" y="connsiteY135-272"/>
                </a:cxn>
                <a:cxn ang="0">
                  <a:pos x="connsiteX136-273" y="connsiteY136-274"/>
                </a:cxn>
                <a:cxn ang="0">
                  <a:pos x="connsiteX137-275" y="connsiteY137-276"/>
                </a:cxn>
                <a:cxn ang="0">
                  <a:pos x="connsiteX138-277" y="connsiteY138-278"/>
                </a:cxn>
                <a:cxn ang="0">
                  <a:pos x="connsiteX139-279" y="connsiteY139-280"/>
                </a:cxn>
                <a:cxn ang="0">
                  <a:pos x="connsiteX140-281" y="connsiteY140-282"/>
                </a:cxn>
                <a:cxn ang="0">
                  <a:pos x="connsiteX141-283" y="connsiteY141-284"/>
                </a:cxn>
                <a:cxn ang="0">
                  <a:pos x="connsiteX142-285" y="connsiteY142-286"/>
                </a:cxn>
                <a:cxn ang="0">
                  <a:pos x="connsiteX143-287" y="connsiteY143-288"/>
                </a:cxn>
                <a:cxn ang="0">
                  <a:pos x="connsiteX144-289" y="connsiteY144-290"/>
                </a:cxn>
                <a:cxn ang="0">
                  <a:pos x="connsiteX145-291" y="connsiteY145-292"/>
                </a:cxn>
                <a:cxn ang="0">
                  <a:pos x="connsiteX146-293" y="connsiteY146-294"/>
                </a:cxn>
                <a:cxn ang="0">
                  <a:pos x="connsiteX147-295" y="connsiteY147-296"/>
                </a:cxn>
                <a:cxn ang="0">
                  <a:pos x="connsiteX148-297" y="connsiteY148-298"/>
                </a:cxn>
                <a:cxn ang="0">
                  <a:pos x="connsiteX149-299" y="connsiteY149-300"/>
                </a:cxn>
                <a:cxn ang="0">
                  <a:pos x="connsiteX150-301" y="connsiteY150-302"/>
                </a:cxn>
                <a:cxn ang="0">
                  <a:pos x="connsiteX151-303" y="connsiteY151-304"/>
                </a:cxn>
                <a:cxn ang="0">
                  <a:pos x="connsiteX152-305" y="connsiteY152-306"/>
                </a:cxn>
                <a:cxn ang="0">
                  <a:pos x="connsiteX153-307" y="connsiteY153-308"/>
                </a:cxn>
                <a:cxn ang="0">
                  <a:pos x="connsiteX154-309" y="connsiteY154-310"/>
                </a:cxn>
                <a:cxn ang="0">
                  <a:pos x="connsiteX155-311" y="connsiteY155-312"/>
                </a:cxn>
                <a:cxn ang="0">
                  <a:pos x="connsiteX156-313" y="connsiteY156-314"/>
                </a:cxn>
                <a:cxn ang="0">
                  <a:pos x="connsiteX157-315" y="connsiteY157-316"/>
                </a:cxn>
                <a:cxn ang="0">
                  <a:pos x="connsiteX158-317" y="connsiteY158-318"/>
                </a:cxn>
                <a:cxn ang="0">
                  <a:pos x="connsiteX159-319" y="connsiteY159-320"/>
                </a:cxn>
                <a:cxn ang="0">
                  <a:pos x="connsiteX160-321" y="connsiteY160-322"/>
                </a:cxn>
                <a:cxn ang="0">
                  <a:pos x="connsiteX161-323" y="connsiteY161-324"/>
                </a:cxn>
                <a:cxn ang="0">
                  <a:pos x="connsiteX162-325" y="connsiteY162-326"/>
                </a:cxn>
                <a:cxn ang="0">
                  <a:pos x="connsiteX163-327" y="connsiteY163-328"/>
                </a:cxn>
                <a:cxn ang="0">
                  <a:pos x="connsiteX164-329" y="connsiteY164-330"/>
                </a:cxn>
                <a:cxn ang="0">
                  <a:pos x="connsiteX165-331" y="connsiteY165-332"/>
                </a:cxn>
                <a:cxn ang="0">
                  <a:pos x="connsiteX166-333" y="connsiteY166-334"/>
                </a:cxn>
                <a:cxn ang="0">
                  <a:pos x="connsiteX167-335" y="connsiteY167-336"/>
                </a:cxn>
                <a:cxn ang="0">
                  <a:pos x="connsiteX168-337" y="connsiteY168-338"/>
                </a:cxn>
                <a:cxn ang="0">
                  <a:pos x="connsiteX169-339" y="connsiteY169-340"/>
                </a:cxn>
                <a:cxn ang="0">
                  <a:pos x="connsiteX170-341" y="connsiteY170-342"/>
                </a:cxn>
                <a:cxn ang="0">
                  <a:pos x="connsiteX171-343" y="connsiteY171-344"/>
                </a:cxn>
                <a:cxn ang="0">
                  <a:pos x="connsiteX172-345" y="connsiteY172-346"/>
                </a:cxn>
                <a:cxn ang="0">
                  <a:pos x="connsiteX173-347" y="connsiteY173-348"/>
                </a:cxn>
                <a:cxn ang="0">
                  <a:pos x="connsiteX174-349" y="connsiteY174-350"/>
                </a:cxn>
                <a:cxn ang="0">
                  <a:pos x="connsiteX175-351" y="connsiteY175-352"/>
                </a:cxn>
                <a:cxn ang="0">
                  <a:pos x="connsiteX176-353" y="connsiteY176-354"/>
                </a:cxn>
                <a:cxn ang="0">
                  <a:pos x="connsiteX177-355" y="connsiteY177-356"/>
                </a:cxn>
                <a:cxn ang="0">
                  <a:pos x="connsiteX178-357" y="connsiteY178-358"/>
                </a:cxn>
                <a:cxn ang="0">
                  <a:pos x="connsiteX179-359" y="connsiteY179-360"/>
                </a:cxn>
                <a:cxn ang="0">
                  <a:pos x="connsiteX180-361" y="connsiteY180-362"/>
                </a:cxn>
                <a:cxn ang="0">
                  <a:pos x="connsiteX181-363" y="connsiteY181-364"/>
                </a:cxn>
                <a:cxn ang="0">
                  <a:pos x="connsiteX182-365" y="connsiteY182-366"/>
                </a:cxn>
                <a:cxn ang="0">
                  <a:pos x="connsiteX183-367" y="connsiteY183-368"/>
                </a:cxn>
                <a:cxn ang="0">
                  <a:pos x="connsiteX184-369" y="connsiteY184-370"/>
                </a:cxn>
                <a:cxn ang="0">
                  <a:pos x="connsiteX185-371" y="connsiteY185-372"/>
                </a:cxn>
                <a:cxn ang="0">
                  <a:pos x="connsiteX186-373" y="connsiteY186-374"/>
                </a:cxn>
                <a:cxn ang="0">
                  <a:pos x="connsiteX187-375" y="connsiteY187-376"/>
                </a:cxn>
                <a:cxn ang="0">
                  <a:pos x="connsiteX188-377" y="connsiteY188-378"/>
                </a:cxn>
                <a:cxn ang="0">
                  <a:pos x="connsiteX189-379" y="connsiteY189-380"/>
                </a:cxn>
                <a:cxn ang="0">
                  <a:pos x="connsiteX190-381" y="connsiteY190-382"/>
                </a:cxn>
                <a:cxn ang="0">
                  <a:pos x="connsiteX191-383" y="connsiteY191-384"/>
                </a:cxn>
                <a:cxn ang="0">
                  <a:pos x="connsiteX192-385" y="connsiteY192-386"/>
                </a:cxn>
                <a:cxn ang="0">
                  <a:pos x="connsiteX193-387" y="connsiteY193-388"/>
                </a:cxn>
                <a:cxn ang="0">
                  <a:pos x="connsiteX194-389" y="connsiteY194-390"/>
                </a:cxn>
                <a:cxn ang="0">
                  <a:pos x="connsiteX195-391" y="connsiteY195-392"/>
                </a:cxn>
                <a:cxn ang="0">
                  <a:pos x="connsiteX196-393" y="connsiteY196-394"/>
                </a:cxn>
                <a:cxn ang="0">
                  <a:pos x="connsiteX197-395" y="connsiteY197-396"/>
                </a:cxn>
                <a:cxn ang="0">
                  <a:pos x="connsiteX198-397" y="connsiteY198-398"/>
                </a:cxn>
                <a:cxn ang="0">
                  <a:pos x="connsiteX199-399" y="connsiteY199-400"/>
                </a:cxn>
                <a:cxn ang="0">
                  <a:pos x="connsiteX200-401" y="connsiteY200-402"/>
                </a:cxn>
                <a:cxn ang="0">
                  <a:pos x="connsiteX201-403" y="connsiteY201-404"/>
                </a:cxn>
                <a:cxn ang="0">
                  <a:pos x="connsiteX202-405" y="connsiteY202-406"/>
                </a:cxn>
                <a:cxn ang="0">
                  <a:pos x="connsiteX203-407" y="connsiteY203-408"/>
                </a:cxn>
                <a:cxn ang="0">
                  <a:pos x="connsiteX204-409" y="connsiteY204-410"/>
                </a:cxn>
                <a:cxn ang="0">
                  <a:pos x="connsiteX205-411" y="connsiteY205-412"/>
                </a:cxn>
                <a:cxn ang="0">
                  <a:pos x="connsiteX206-413" y="connsiteY206-414"/>
                </a:cxn>
                <a:cxn ang="0">
                  <a:pos x="connsiteX207-415" y="connsiteY207-416"/>
                </a:cxn>
                <a:cxn ang="0">
                  <a:pos x="connsiteX208-417" y="connsiteY208-418"/>
                </a:cxn>
                <a:cxn ang="0">
                  <a:pos x="connsiteX209-419" y="connsiteY209-420"/>
                </a:cxn>
                <a:cxn ang="0">
                  <a:pos x="connsiteX210-421" y="connsiteY210-422"/>
                </a:cxn>
                <a:cxn ang="0">
                  <a:pos x="connsiteX211-423" y="connsiteY211-424"/>
                </a:cxn>
                <a:cxn ang="0">
                  <a:pos x="connsiteX212-425" y="connsiteY212-426"/>
                </a:cxn>
                <a:cxn ang="0">
                  <a:pos x="connsiteX213-427" y="connsiteY213-428"/>
                </a:cxn>
                <a:cxn ang="0">
                  <a:pos x="connsiteX214-429" y="connsiteY214-430"/>
                </a:cxn>
                <a:cxn ang="0">
                  <a:pos x="connsiteX215-431" y="connsiteY215-432"/>
                </a:cxn>
                <a:cxn ang="0">
                  <a:pos x="connsiteX216-433" y="connsiteY216-434"/>
                </a:cxn>
                <a:cxn ang="0">
                  <a:pos x="connsiteX217-435" y="connsiteY217-436"/>
                </a:cxn>
                <a:cxn ang="0">
                  <a:pos x="connsiteX218-437" y="connsiteY218-438"/>
                </a:cxn>
                <a:cxn ang="0">
                  <a:pos x="connsiteX219-439" y="connsiteY219-440"/>
                </a:cxn>
                <a:cxn ang="0">
                  <a:pos x="connsiteX220-441" y="connsiteY220-442"/>
                </a:cxn>
                <a:cxn ang="0">
                  <a:pos x="connsiteX221-443" y="connsiteY221-444"/>
                </a:cxn>
                <a:cxn ang="0">
                  <a:pos x="connsiteX222-445" y="connsiteY222-446"/>
                </a:cxn>
                <a:cxn ang="0">
                  <a:pos x="connsiteX223-447" y="connsiteY223-448"/>
                </a:cxn>
                <a:cxn ang="0">
                  <a:pos x="connsiteX224-449" y="connsiteY224-450"/>
                </a:cxn>
                <a:cxn ang="0">
                  <a:pos x="connsiteX225-451" y="connsiteY225-452"/>
                </a:cxn>
                <a:cxn ang="0">
                  <a:pos x="connsiteX226-453" y="connsiteY226-454"/>
                </a:cxn>
                <a:cxn ang="0">
                  <a:pos x="connsiteX227-455" y="connsiteY227-456"/>
                </a:cxn>
                <a:cxn ang="0">
                  <a:pos x="connsiteX228-457" y="connsiteY228-458"/>
                </a:cxn>
                <a:cxn ang="0">
                  <a:pos x="connsiteX229-459" y="connsiteY229-460"/>
                </a:cxn>
                <a:cxn ang="0">
                  <a:pos x="connsiteX230-461" y="connsiteY230-462"/>
                </a:cxn>
                <a:cxn ang="0">
                  <a:pos x="connsiteX231-463" y="connsiteY231-464"/>
                </a:cxn>
                <a:cxn ang="0">
                  <a:pos x="connsiteX232-465" y="connsiteY232-466"/>
                </a:cxn>
                <a:cxn ang="0">
                  <a:pos x="connsiteX233-467" y="connsiteY233-468"/>
                </a:cxn>
                <a:cxn ang="0">
                  <a:pos x="connsiteX234-469" y="connsiteY234-470"/>
                </a:cxn>
                <a:cxn ang="0">
                  <a:pos x="connsiteX235-471" y="connsiteY235-472"/>
                </a:cxn>
                <a:cxn ang="0">
                  <a:pos x="connsiteX236-473" y="connsiteY236-474"/>
                </a:cxn>
                <a:cxn ang="0">
                  <a:pos x="connsiteX237-475" y="connsiteY237-476"/>
                </a:cxn>
                <a:cxn ang="0">
                  <a:pos x="connsiteX238-477" y="connsiteY238-478"/>
                </a:cxn>
                <a:cxn ang="0">
                  <a:pos x="connsiteX239-479" y="connsiteY239-480"/>
                </a:cxn>
                <a:cxn ang="0">
                  <a:pos x="connsiteX240-481" y="connsiteY240-482"/>
                </a:cxn>
                <a:cxn ang="0">
                  <a:pos x="connsiteX241-483" y="connsiteY241-484"/>
                </a:cxn>
                <a:cxn ang="0">
                  <a:pos x="connsiteX242-485" y="connsiteY242-486"/>
                </a:cxn>
                <a:cxn ang="0">
                  <a:pos x="connsiteX243-487" y="connsiteY243-488"/>
                </a:cxn>
                <a:cxn ang="0">
                  <a:pos x="connsiteX244-489" y="connsiteY244-490"/>
                </a:cxn>
                <a:cxn ang="0">
                  <a:pos x="connsiteX245-491" y="connsiteY245-492"/>
                </a:cxn>
                <a:cxn ang="0">
                  <a:pos x="connsiteX246-493" y="connsiteY246-494"/>
                </a:cxn>
                <a:cxn ang="0">
                  <a:pos x="connsiteX247-495" y="connsiteY247-496"/>
                </a:cxn>
                <a:cxn ang="0">
                  <a:pos x="connsiteX248-497" y="connsiteY248-498"/>
                </a:cxn>
                <a:cxn ang="0">
                  <a:pos x="connsiteX249-499" y="connsiteY249-500"/>
                </a:cxn>
                <a:cxn ang="0">
                  <a:pos x="connsiteX250-501" y="connsiteY250-502"/>
                </a:cxn>
                <a:cxn ang="0">
                  <a:pos x="connsiteX251-503" y="connsiteY251-504"/>
                </a:cxn>
                <a:cxn ang="0">
                  <a:pos x="connsiteX252-505" y="connsiteY252-506"/>
                </a:cxn>
                <a:cxn ang="0">
                  <a:pos x="connsiteX253-507" y="connsiteY253-508"/>
                </a:cxn>
                <a:cxn ang="0">
                  <a:pos x="connsiteX254-509" y="connsiteY254-510"/>
                </a:cxn>
                <a:cxn ang="0">
                  <a:pos x="connsiteX255-511" y="connsiteY255-512"/>
                </a:cxn>
                <a:cxn ang="0">
                  <a:pos x="connsiteX256-513" y="connsiteY256-514"/>
                </a:cxn>
                <a:cxn ang="0">
                  <a:pos x="connsiteX257-515" y="connsiteY257-516"/>
                </a:cxn>
                <a:cxn ang="0">
                  <a:pos x="connsiteX258-517" y="connsiteY258-518"/>
                </a:cxn>
                <a:cxn ang="0">
                  <a:pos x="connsiteX259-519" y="connsiteY259-520"/>
                </a:cxn>
                <a:cxn ang="0">
                  <a:pos x="connsiteX260-521" y="connsiteY260-522"/>
                </a:cxn>
                <a:cxn ang="0">
                  <a:pos x="connsiteX261-523" y="connsiteY261-524"/>
                </a:cxn>
                <a:cxn ang="0">
                  <a:pos x="connsiteX262-525" y="connsiteY262-526"/>
                </a:cxn>
                <a:cxn ang="0">
                  <a:pos x="connsiteX263-527" y="connsiteY263-528"/>
                </a:cxn>
                <a:cxn ang="0">
                  <a:pos x="connsiteX264-529" y="connsiteY264-530"/>
                </a:cxn>
                <a:cxn ang="0">
                  <a:pos x="connsiteX265-531" y="connsiteY265-532"/>
                </a:cxn>
                <a:cxn ang="0">
                  <a:pos x="connsiteX266-533" y="connsiteY266-534"/>
                </a:cxn>
                <a:cxn ang="0">
                  <a:pos x="connsiteX267-535" y="connsiteY267-536"/>
                </a:cxn>
                <a:cxn ang="0">
                  <a:pos x="connsiteX268-537" y="connsiteY268-538"/>
                </a:cxn>
                <a:cxn ang="0">
                  <a:pos x="connsiteX269-539" y="connsiteY269-540"/>
                </a:cxn>
                <a:cxn ang="0">
                  <a:pos x="connsiteX270-541" y="connsiteY270-542"/>
                </a:cxn>
                <a:cxn ang="0">
                  <a:pos x="connsiteX271-543" y="connsiteY271-544"/>
                </a:cxn>
                <a:cxn ang="0">
                  <a:pos x="connsiteX272-545" y="connsiteY272-546"/>
                </a:cxn>
                <a:cxn ang="0">
                  <a:pos x="connsiteX273-547" y="connsiteY273-548"/>
                </a:cxn>
                <a:cxn ang="0">
                  <a:pos x="connsiteX274-549" y="connsiteY274-550"/>
                </a:cxn>
                <a:cxn ang="0">
                  <a:pos x="connsiteX275-551" y="connsiteY275-552"/>
                </a:cxn>
                <a:cxn ang="0">
                  <a:pos x="connsiteX276-553" y="connsiteY276-554"/>
                </a:cxn>
                <a:cxn ang="0">
                  <a:pos x="connsiteX277-555" y="connsiteY277-556"/>
                </a:cxn>
                <a:cxn ang="0">
                  <a:pos x="connsiteX278-557" y="connsiteY278-558"/>
                </a:cxn>
                <a:cxn ang="0">
                  <a:pos x="connsiteX279-559" y="connsiteY279-560"/>
                </a:cxn>
                <a:cxn ang="0">
                  <a:pos x="connsiteX280-561" y="connsiteY280-562"/>
                </a:cxn>
                <a:cxn ang="0">
                  <a:pos x="connsiteX281-563" y="connsiteY281-564"/>
                </a:cxn>
                <a:cxn ang="0">
                  <a:pos x="connsiteX282-565" y="connsiteY282-566"/>
                </a:cxn>
                <a:cxn ang="0">
                  <a:pos x="connsiteX283-567" y="connsiteY283-568"/>
                </a:cxn>
                <a:cxn ang="0">
                  <a:pos x="connsiteX284-569" y="connsiteY284-570"/>
                </a:cxn>
                <a:cxn ang="0">
                  <a:pos x="connsiteX285-571" y="connsiteY285-572"/>
                </a:cxn>
                <a:cxn ang="0">
                  <a:pos x="connsiteX286-573" y="connsiteY286-574"/>
                </a:cxn>
                <a:cxn ang="0">
                  <a:pos x="connsiteX287-575" y="connsiteY287-576"/>
                </a:cxn>
                <a:cxn ang="0">
                  <a:pos x="connsiteX288-577" y="connsiteY288-578"/>
                </a:cxn>
                <a:cxn ang="0">
                  <a:pos x="connsiteX289-579" y="connsiteY289-580"/>
                </a:cxn>
                <a:cxn ang="0">
                  <a:pos x="connsiteX290-581" y="connsiteY290-582"/>
                </a:cxn>
                <a:cxn ang="0">
                  <a:pos x="connsiteX291-583" y="connsiteY291-584"/>
                </a:cxn>
                <a:cxn ang="0">
                  <a:pos x="connsiteX292-585" y="connsiteY292-586"/>
                </a:cxn>
                <a:cxn ang="0">
                  <a:pos x="connsiteX293-587" y="connsiteY293-588"/>
                </a:cxn>
                <a:cxn ang="0">
                  <a:pos x="connsiteX294-589" y="connsiteY294-590"/>
                </a:cxn>
                <a:cxn ang="0">
                  <a:pos x="connsiteX295-591" y="connsiteY295-592"/>
                </a:cxn>
                <a:cxn ang="0">
                  <a:pos x="connsiteX296-593" y="connsiteY296-594"/>
                </a:cxn>
                <a:cxn ang="0">
                  <a:pos x="connsiteX297-595" y="connsiteY297-596"/>
                </a:cxn>
                <a:cxn ang="0">
                  <a:pos x="connsiteX298-597" y="connsiteY298-598"/>
                </a:cxn>
                <a:cxn ang="0">
                  <a:pos x="connsiteX299-599" y="connsiteY299-600"/>
                </a:cxn>
                <a:cxn ang="0">
                  <a:pos x="connsiteX300-601" y="connsiteY300-602"/>
                </a:cxn>
                <a:cxn ang="0">
                  <a:pos x="connsiteX301-603" y="connsiteY301-604"/>
                </a:cxn>
                <a:cxn ang="0">
                  <a:pos x="connsiteX302-605" y="connsiteY302-606"/>
                </a:cxn>
                <a:cxn ang="0">
                  <a:pos x="connsiteX303-607" y="connsiteY303-608"/>
                </a:cxn>
                <a:cxn ang="0">
                  <a:pos x="connsiteX304-609" y="connsiteY304-610"/>
                </a:cxn>
                <a:cxn ang="0">
                  <a:pos x="connsiteX305-611" y="connsiteY305-612"/>
                </a:cxn>
                <a:cxn ang="0">
                  <a:pos x="connsiteX306-613" y="connsiteY306-614"/>
                </a:cxn>
                <a:cxn ang="0">
                  <a:pos x="connsiteX307-615" y="connsiteY307-616"/>
                </a:cxn>
                <a:cxn ang="0">
                  <a:pos x="connsiteX308-617" y="connsiteY308-618"/>
                </a:cxn>
                <a:cxn ang="0">
                  <a:pos x="connsiteX309-619" y="connsiteY309-620"/>
                </a:cxn>
                <a:cxn ang="0">
                  <a:pos x="connsiteX310-621" y="connsiteY310-622"/>
                </a:cxn>
                <a:cxn ang="0">
                  <a:pos x="connsiteX311-623" y="connsiteY311-624"/>
                </a:cxn>
                <a:cxn ang="0">
                  <a:pos x="connsiteX312-625" y="connsiteY312-626"/>
                </a:cxn>
                <a:cxn ang="0">
                  <a:pos x="connsiteX313-627" y="connsiteY313-628"/>
                </a:cxn>
                <a:cxn ang="0">
                  <a:pos x="connsiteX314-629" y="connsiteY314-630"/>
                </a:cxn>
                <a:cxn ang="0">
                  <a:pos x="connsiteX315-631" y="connsiteY315-632"/>
                </a:cxn>
                <a:cxn ang="0">
                  <a:pos x="connsiteX316-633" y="connsiteY316-634"/>
                </a:cxn>
                <a:cxn ang="0">
                  <a:pos x="connsiteX317-635" y="connsiteY317-636"/>
                </a:cxn>
                <a:cxn ang="0">
                  <a:pos x="connsiteX318-637" y="connsiteY318-638"/>
                </a:cxn>
                <a:cxn ang="0">
                  <a:pos x="connsiteX319-639" y="connsiteY319-640"/>
                </a:cxn>
                <a:cxn ang="0">
                  <a:pos x="connsiteX320-641" y="connsiteY320-642"/>
                </a:cxn>
                <a:cxn ang="0">
                  <a:pos x="connsiteX321-643" y="connsiteY321-644"/>
                </a:cxn>
                <a:cxn ang="0">
                  <a:pos x="connsiteX322-645" y="connsiteY322-646"/>
                </a:cxn>
                <a:cxn ang="0">
                  <a:pos x="connsiteX323-647" y="connsiteY323-648"/>
                </a:cxn>
                <a:cxn ang="0">
                  <a:pos x="connsiteX324-649" y="connsiteY324-650"/>
                </a:cxn>
                <a:cxn ang="0">
                  <a:pos x="connsiteX325-651" y="connsiteY325-652"/>
                </a:cxn>
                <a:cxn ang="0">
                  <a:pos x="connsiteX326-653" y="connsiteY326-654"/>
                </a:cxn>
                <a:cxn ang="0">
                  <a:pos x="connsiteX327-655" y="connsiteY327-656"/>
                </a:cxn>
                <a:cxn ang="0">
                  <a:pos x="connsiteX328-657" y="connsiteY328-658"/>
                </a:cxn>
                <a:cxn ang="0">
                  <a:pos x="connsiteX329-659" y="connsiteY329-660"/>
                </a:cxn>
                <a:cxn ang="0">
                  <a:pos x="connsiteX330-661" y="connsiteY330-662"/>
                </a:cxn>
                <a:cxn ang="0">
                  <a:pos x="connsiteX331-663" y="connsiteY331-664"/>
                </a:cxn>
                <a:cxn ang="0">
                  <a:pos x="connsiteX332-665" y="connsiteY332-666"/>
                </a:cxn>
                <a:cxn ang="0">
                  <a:pos x="connsiteX333-667" y="connsiteY333-668"/>
                </a:cxn>
                <a:cxn ang="0">
                  <a:pos x="connsiteX334-669" y="connsiteY334-670"/>
                </a:cxn>
                <a:cxn ang="0">
                  <a:pos x="connsiteX335-671" y="connsiteY335-672"/>
                </a:cxn>
                <a:cxn ang="0">
                  <a:pos x="connsiteX336-673" y="connsiteY336-674"/>
                </a:cxn>
                <a:cxn ang="0">
                  <a:pos x="connsiteX337-675" y="connsiteY337-676"/>
                </a:cxn>
                <a:cxn ang="0">
                  <a:pos x="connsiteX338-677" y="connsiteY338-678"/>
                </a:cxn>
                <a:cxn ang="0">
                  <a:pos x="connsiteX339-679" y="connsiteY339-680"/>
                </a:cxn>
                <a:cxn ang="0">
                  <a:pos x="connsiteX340-681" y="connsiteY340-682"/>
                </a:cxn>
                <a:cxn ang="0">
                  <a:pos x="connsiteX341-683" y="connsiteY341-684"/>
                </a:cxn>
                <a:cxn ang="0">
                  <a:pos x="connsiteX342-685" y="connsiteY342-686"/>
                </a:cxn>
                <a:cxn ang="0">
                  <a:pos x="connsiteX343-687" y="connsiteY343-688"/>
                </a:cxn>
                <a:cxn ang="0">
                  <a:pos x="connsiteX344-689" y="connsiteY344-690"/>
                </a:cxn>
                <a:cxn ang="0">
                  <a:pos x="connsiteX345-691" y="connsiteY345-692"/>
                </a:cxn>
                <a:cxn ang="0">
                  <a:pos x="connsiteX346-693" y="connsiteY346-694"/>
                </a:cxn>
                <a:cxn ang="0">
                  <a:pos x="connsiteX347-695" y="connsiteY347-696"/>
                </a:cxn>
                <a:cxn ang="0">
                  <a:pos x="connsiteX348-697" y="connsiteY348-698"/>
                </a:cxn>
                <a:cxn ang="0">
                  <a:pos x="connsiteX349-699" y="connsiteY349-700"/>
                </a:cxn>
                <a:cxn ang="0">
                  <a:pos x="connsiteX350-701" y="connsiteY350-702"/>
                </a:cxn>
                <a:cxn ang="0">
                  <a:pos x="connsiteX351-703" y="connsiteY351-704"/>
                </a:cxn>
                <a:cxn ang="0">
                  <a:pos x="connsiteX352-705" y="connsiteY352-706"/>
                </a:cxn>
                <a:cxn ang="0">
                  <a:pos x="connsiteX353-707" y="connsiteY353-708"/>
                </a:cxn>
                <a:cxn ang="0">
                  <a:pos x="connsiteX354-709" y="connsiteY354-710"/>
                </a:cxn>
                <a:cxn ang="0">
                  <a:pos x="connsiteX355-711" y="connsiteY355-712"/>
                </a:cxn>
                <a:cxn ang="0">
                  <a:pos x="connsiteX356-713" y="connsiteY356-714"/>
                </a:cxn>
                <a:cxn ang="0">
                  <a:pos x="connsiteX357-715" y="connsiteY357-716"/>
                </a:cxn>
                <a:cxn ang="0">
                  <a:pos x="connsiteX358-717" y="connsiteY358-718"/>
                </a:cxn>
                <a:cxn ang="0">
                  <a:pos x="connsiteX359-719" y="connsiteY359-720"/>
                </a:cxn>
                <a:cxn ang="0">
                  <a:pos x="connsiteX360-721" y="connsiteY360-722"/>
                </a:cxn>
                <a:cxn ang="0">
                  <a:pos x="connsiteX361-723" y="connsiteY361-724"/>
                </a:cxn>
                <a:cxn ang="0">
                  <a:pos x="connsiteX362-725" y="connsiteY362-726"/>
                </a:cxn>
                <a:cxn ang="0">
                  <a:pos x="connsiteX363-727" y="connsiteY363-728"/>
                </a:cxn>
                <a:cxn ang="0">
                  <a:pos x="connsiteX364-729" y="connsiteY364-730"/>
                </a:cxn>
                <a:cxn ang="0">
                  <a:pos x="connsiteX365-731" y="connsiteY365-732"/>
                </a:cxn>
                <a:cxn ang="0">
                  <a:pos x="connsiteX366-733" y="connsiteY366-734"/>
                </a:cxn>
                <a:cxn ang="0">
                  <a:pos x="connsiteX367-735" y="connsiteY367-736"/>
                </a:cxn>
                <a:cxn ang="0">
                  <a:pos x="connsiteX368-737" y="connsiteY368-738"/>
                </a:cxn>
                <a:cxn ang="0">
                  <a:pos x="connsiteX369-739" y="connsiteY369-740"/>
                </a:cxn>
                <a:cxn ang="0">
                  <a:pos x="connsiteX370-741" y="connsiteY370-742"/>
                </a:cxn>
                <a:cxn ang="0">
                  <a:pos x="connsiteX371-743" y="connsiteY371-744"/>
                </a:cxn>
                <a:cxn ang="0">
                  <a:pos x="connsiteX372-745" y="connsiteY372-746"/>
                </a:cxn>
                <a:cxn ang="0">
                  <a:pos x="connsiteX373-747" y="connsiteY373-748"/>
                </a:cxn>
                <a:cxn ang="0">
                  <a:pos x="connsiteX374-749" y="connsiteY374-750"/>
                </a:cxn>
                <a:cxn ang="0">
                  <a:pos x="connsiteX375-751" y="connsiteY375-752"/>
                </a:cxn>
                <a:cxn ang="0">
                  <a:pos x="connsiteX376-753" y="connsiteY376-754"/>
                </a:cxn>
                <a:cxn ang="0">
                  <a:pos x="connsiteX377-755" y="connsiteY377-756"/>
                </a:cxn>
                <a:cxn ang="0">
                  <a:pos x="connsiteX378-757" y="connsiteY378-758"/>
                </a:cxn>
                <a:cxn ang="0">
                  <a:pos x="connsiteX379-759" y="connsiteY379-760"/>
                </a:cxn>
                <a:cxn ang="0">
                  <a:pos x="connsiteX380-761" y="connsiteY380-762"/>
                </a:cxn>
              </a:cxnLst>
              <a:rect l="l" t="t" r="r" b="b"/>
              <a:pathLst>
                <a:path w="2961438" h="689379">
                  <a:moveTo>
                    <a:pt x="99308" y="0"/>
                  </a:moveTo>
                  <a:lnTo>
                    <a:pt x="220909" y="0"/>
                  </a:lnTo>
                  <a:lnTo>
                    <a:pt x="223189" y="0"/>
                  </a:lnTo>
                  <a:lnTo>
                    <a:pt x="239150" y="0"/>
                  </a:lnTo>
                  <a:lnTo>
                    <a:pt x="239150" y="140515"/>
                  </a:lnTo>
                  <a:cubicBezTo>
                    <a:pt x="239160" y="140514"/>
                    <a:pt x="239272" y="140493"/>
                    <a:pt x="240670" y="140245"/>
                  </a:cubicBezTo>
                  <a:lnTo>
                    <a:pt x="251310" y="138354"/>
                  </a:lnTo>
                  <a:cubicBezTo>
                    <a:pt x="251310" y="138376"/>
                    <a:pt x="251280" y="139710"/>
                    <a:pt x="249283" y="226986"/>
                  </a:cubicBezTo>
                  <a:cubicBezTo>
                    <a:pt x="249293" y="226988"/>
                    <a:pt x="249404" y="227008"/>
                    <a:pt x="250803" y="227257"/>
                  </a:cubicBezTo>
                  <a:lnTo>
                    <a:pt x="261443" y="229148"/>
                  </a:lnTo>
                  <a:cubicBezTo>
                    <a:pt x="261445" y="229155"/>
                    <a:pt x="261465" y="229219"/>
                    <a:pt x="261696" y="229959"/>
                  </a:cubicBezTo>
                  <a:lnTo>
                    <a:pt x="263470" y="235634"/>
                  </a:lnTo>
                  <a:cubicBezTo>
                    <a:pt x="263472" y="235625"/>
                    <a:pt x="263517" y="235482"/>
                    <a:pt x="264230" y="233202"/>
                  </a:cubicBezTo>
                  <a:lnTo>
                    <a:pt x="269550" y="216178"/>
                  </a:lnTo>
                  <a:lnTo>
                    <a:pt x="271323" y="216178"/>
                  </a:lnTo>
                  <a:lnTo>
                    <a:pt x="283737" y="216178"/>
                  </a:lnTo>
                  <a:lnTo>
                    <a:pt x="283737" y="248604"/>
                  </a:lnTo>
                  <a:cubicBezTo>
                    <a:pt x="283743" y="248609"/>
                    <a:pt x="283820" y="248649"/>
                    <a:pt x="284750" y="249145"/>
                  </a:cubicBezTo>
                  <a:lnTo>
                    <a:pt x="291844" y="252928"/>
                  </a:lnTo>
                  <a:lnTo>
                    <a:pt x="291844" y="254279"/>
                  </a:lnTo>
                  <a:lnTo>
                    <a:pt x="291844" y="263737"/>
                  </a:lnTo>
                  <a:lnTo>
                    <a:pt x="336431" y="263737"/>
                  </a:lnTo>
                  <a:lnTo>
                    <a:pt x="336431" y="264818"/>
                  </a:lnTo>
                  <a:lnTo>
                    <a:pt x="336431" y="272384"/>
                  </a:lnTo>
                  <a:lnTo>
                    <a:pt x="338457" y="272384"/>
                  </a:lnTo>
                  <a:lnTo>
                    <a:pt x="352644" y="272384"/>
                  </a:lnTo>
                  <a:lnTo>
                    <a:pt x="352644" y="242119"/>
                  </a:lnTo>
                  <a:lnTo>
                    <a:pt x="397231" y="242119"/>
                  </a:lnTo>
                  <a:lnTo>
                    <a:pt x="397231" y="240768"/>
                  </a:lnTo>
                  <a:lnTo>
                    <a:pt x="397231" y="231310"/>
                  </a:lnTo>
                  <a:lnTo>
                    <a:pt x="398245" y="231310"/>
                  </a:lnTo>
                  <a:lnTo>
                    <a:pt x="405338" y="231310"/>
                  </a:lnTo>
                  <a:lnTo>
                    <a:pt x="405338" y="229419"/>
                  </a:lnTo>
                  <a:lnTo>
                    <a:pt x="405338" y="216178"/>
                  </a:lnTo>
                  <a:lnTo>
                    <a:pt x="406098" y="216178"/>
                  </a:lnTo>
                  <a:lnTo>
                    <a:pt x="411418" y="216178"/>
                  </a:lnTo>
                  <a:lnTo>
                    <a:pt x="411418" y="215097"/>
                  </a:lnTo>
                  <a:lnTo>
                    <a:pt x="411418" y="207530"/>
                  </a:lnTo>
                  <a:lnTo>
                    <a:pt x="413445" y="207530"/>
                  </a:lnTo>
                  <a:lnTo>
                    <a:pt x="427632" y="207530"/>
                  </a:lnTo>
                  <a:lnTo>
                    <a:pt x="427632" y="208611"/>
                  </a:lnTo>
                  <a:lnTo>
                    <a:pt x="427632" y="216178"/>
                  </a:lnTo>
                  <a:lnTo>
                    <a:pt x="449925" y="216178"/>
                  </a:lnTo>
                  <a:lnTo>
                    <a:pt x="449925" y="214286"/>
                  </a:lnTo>
                  <a:lnTo>
                    <a:pt x="449925" y="201045"/>
                  </a:lnTo>
                  <a:lnTo>
                    <a:pt x="451699" y="201045"/>
                  </a:lnTo>
                  <a:lnTo>
                    <a:pt x="464112" y="201045"/>
                  </a:lnTo>
                  <a:lnTo>
                    <a:pt x="464112" y="224825"/>
                  </a:lnTo>
                  <a:lnTo>
                    <a:pt x="465126" y="224825"/>
                  </a:lnTo>
                  <a:lnTo>
                    <a:pt x="472219" y="224825"/>
                  </a:lnTo>
                  <a:lnTo>
                    <a:pt x="472219" y="223744"/>
                  </a:lnTo>
                  <a:lnTo>
                    <a:pt x="472219" y="216178"/>
                  </a:lnTo>
                  <a:lnTo>
                    <a:pt x="473992" y="216178"/>
                  </a:lnTo>
                  <a:lnTo>
                    <a:pt x="486406" y="216178"/>
                  </a:lnTo>
                  <a:lnTo>
                    <a:pt x="486406" y="242119"/>
                  </a:lnTo>
                  <a:lnTo>
                    <a:pt x="488433" y="242119"/>
                  </a:lnTo>
                  <a:lnTo>
                    <a:pt x="502619" y="242119"/>
                  </a:lnTo>
                  <a:lnTo>
                    <a:pt x="502619" y="243740"/>
                  </a:lnTo>
                  <a:lnTo>
                    <a:pt x="502619" y="255090"/>
                  </a:lnTo>
                  <a:lnTo>
                    <a:pt x="503379" y="255090"/>
                  </a:lnTo>
                  <a:lnTo>
                    <a:pt x="508700" y="255090"/>
                  </a:lnTo>
                  <a:lnTo>
                    <a:pt x="508700" y="254279"/>
                  </a:lnTo>
                  <a:lnTo>
                    <a:pt x="508700" y="248604"/>
                  </a:lnTo>
                  <a:lnTo>
                    <a:pt x="539100" y="248604"/>
                  </a:lnTo>
                  <a:lnTo>
                    <a:pt x="539100" y="272384"/>
                  </a:lnTo>
                  <a:lnTo>
                    <a:pt x="540113" y="272384"/>
                  </a:lnTo>
                  <a:lnTo>
                    <a:pt x="547207" y="272384"/>
                  </a:lnTo>
                  <a:lnTo>
                    <a:pt x="547207" y="273465"/>
                  </a:lnTo>
                  <a:lnTo>
                    <a:pt x="547207" y="281031"/>
                  </a:lnTo>
                  <a:lnTo>
                    <a:pt x="547967" y="281031"/>
                  </a:lnTo>
                  <a:lnTo>
                    <a:pt x="553287" y="281031"/>
                  </a:lnTo>
                  <a:lnTo>
                    <a:pt x="553287" y="278869"/>
                  </a:lnTo>
                  <a:lnTo>
                    <a:pt x="553287" y="263737"/>
                  </a:lnTo>
                  <a:lnTo>
                    <a:pt x="554300" y="263737"/>
                  </a:lnTo>
                  <a:lnTo>
                    <a:pt x="561394" y="263737"/>
                  </a:lnTo>
                  <a:lnTo>
                    <a:pt x="561394" y="264818"/>
                  </a:lnTo>
                  <a:lnTo>
                    <a:pt x="561394" y="272384"/>
                  </a:lnTo>
                  <a:lnTo>
                    <a:pt x="566714" y="270391"/>
                  </a:lnTo>
                  <a:cubicBezTo>
                    <a:pt x="567474" y="270019"/>
                    <a:pt x="567474" y="269817"/>
                    <a:pt x="567474" y="269411"/>
                  </a:cubicBezTo>
                  <a:lnTo>
                    <a:pt x="567474" y="263737"/>
                  </a:lnTo>
                  <a:lnTo>
                    <a:pt x="605981" y="263737"/>
                  </a:lnTo>
                  <a:lnTo>
                    <a:pt x="605981" y="287516"/>
                  </a:lnTo>
                  <a:lnTo>
                    <a:pt x="608007" y="287516"/>
                  </a:lnTo>
                  <a:lnTo>
                    <a:pt x="622194" y="287516"/>
                  </a:lnTo>
                  <a:lnTo>
                    <a:pt x="622194" y="288597"/>
                  </a:lnTo>
                  <a:lnTo>
                    <a:pt x="622194" y="296163"/>
                  </a:lnTo>
                  <a:lnTo>
                    <a:pt x="623968" y="296163"/>
                  </a:lnTo>
                  <a:lnTo>
                    <a:pt x="636381" y="296163"/>
                  </a:lnTo>
                  <a:lnTo>
                    <a:pt x="636381" y="272384"/>
                  </a:lnTo>
                  <a:lnTo>
                    <a:pt x="637394" y="272384"/>
                  </a:lnTo>
                  <a:lnTo>
                    <a:pt x="644488" y="272384"/>
                  </a:lnTo>
                  <a:lnTo>
                    <a:pt x="644488" y="239957"/>
                  </a:lnTo>
                  <a:lnTo>
                    <a:pt x="645501" y="239957"/>
                  </a:lnTo>
                  <a:lnTo>
                    <a:pt x="652595" y="239957"/>
                  </a:lnTo>
                  <a:lnTo>
                    <a:pt x="652595" y="238066"/>
                  </a:lnTo>
                  <a:lnTo>
                    <a:pt x="652595" y="224825"/>
                  </a:lnTo>
                  <a:cubicBezTo>
                    <a:pt x="650568" y="224825"/>
                    <a:pt x="650568" y="224825"/>
                    <a:pt x="651328" y="223203"/>
                  </a:cubicBezTo>
                  <a:lnTo>
                    <a:pt x="656648" y="211854"/>
                  </a:lnTo>
                  <a:cubicBezTo>
                    <a:pt x="656653" y="211871"/>
                    <a:pt x="656848" y="212545"/>
                    <a:pt x="664755" y="239957"/>
                  </a:cubicBezTo>
                  <a:lnTo>
                    <a:pt x="665515" y="239957"/>
                  </a:lnTo>
                  <a:lnTo>
                    <a:pt x="670835" y="239957"/>
                  </a:lnTo>
                  <a:lnTo>
                    <a:pt x="670835" y="134030"/>
                  </a:lnTo>
                  <a:lnTo>
                    <a:pt x="672355" y="134030"/>
                  </a:lnTo>
                  <a:lnTo>
                    <a:pt x="682995" y="134030"/>
                  </a:lnTo>
                  <a:lnTo>
                    <a:pt x="682995" y="86471"/>
                  </a:lnTo>
                  <a:lnTo>
                    <a:pt x="709342" y="86471"/>
                  </a:lnTo>
                  <a:lnTo>
                    <a:pt x="709342" y="64853"/>
                  </a:lnTo>
                  <a:lnTo>
                    <a:pt x="743796" y="64853"/>
                  </a:lnTo>
                  <a:lnTo>
                    <a:pt x="743796" y="67285"/>
                  </a:lnTo>
                  <a:lnTo>
                    <a:pt x="743796" y="84309"/>
                  </a:lnTo>
                  <a:lnTo>
                    <a:pt x="746076" y="84309"/>
                  </a:lnTo>
                  <a:lnTo>
                    <a:pt x="762036" y="84309"/>
                  </a:lnTo>
                  <a:lnTo>
                    <a:pt x="762036" y="131868"/>
                  </a:lnTo>
                  <a:lnTo>
                    <a:pt x="763049" y="131868"/>
                  </a:lnTo>
                  <a:lnTo>
                    <a:pt x="770143" y="131868"/>
                  </a:lnTo>
                  <a:lnTo>
                    <a:pt x="784330" y="136192"/>
                  </a:lnTo>
                  <a:lnTo>
                    <a:pt x="784330" y="175104"/>
                  </a:lnTo>
                  <a:lnTo>
                    <a:pt x="785343" y="175104"/>
                  </a:lnTo>
                  <a:lnTo>
                    <a:pt x="792436" y="175104"/>
                  </a:lnTo>
                  <a:lnTo>
                    <a:pt x="792436" y="176725"/>
                  </a:lnTo>
                  <a:lnTo>
                    <a:pt x="792436" y="188074"/>
                  </a:lnTo>
                  <a:lnTo>
                    <a:pt x="794463" y="188074"/>
                  </a:lnTo>
                  <a:lnTo>
                    <a:pt x="808650" y="188074"/>
                  </a:lnTo>
                  <a:lnTo>
                    <a:pt x="814730" y="194560"/>
                  </a:lnTo>
                  <a:lnTo>
                    <a:pt x="814730" y="216178"/>
                  </a:lnTo>
                  <a:lnTo>
                    <a:pt x="817010" y="216178"/>
                  </a:lnTo>
                  <a:lnTo>
                    <a:pt x="832970" y="216178"/>
                  </a:lnTo>
                  <a:lnTo>
                    <a:pt x="832970" y="217258"/>
                  </a:lnTo>
                  <a:lnTo>
                    <a:pt x="832970" y="224825"/>
                  </a:lnTo>
                  <a:lnTo>
                    <a:pt x="834237" y="224825"/>
                  </a:lnTo>
                  <a:lnTo>
                    <a:pt x="843104" y="224825"/>
                  </a:lnTo>
                  <a:lnTo>
                    <a:pt x="843104" y="226986"/>
                  </a:lnTo>
                  <a:lnTo>
                    <a:pt x="843104" y="242119"/>
                  </a:lnTo>
                  <a:cubicBezTo>
                    <a:pt x="847157" y="242119"/>
                    <a:pt x="847157" y="242119"/>
                    <a:pt x="847157" y="240227"/>
                  </a:cubicBezTo>
                  <a:lnTo>
                    <a:pt x="847157" y="226986"/>
                  </a:lnTo>
                  <a:lnTo>
                    <a:pt x="848170" y="226986"/>
                  </a:lnTo>
                  <a:lnTo>
                    <a:pt x="855264" y="226986"/>
                  </a:lnTo>
                  <a:lnTo>
                    <a:pt x="855264" y="228608"/>
                  </a:lnTo>
                  <a:lnTo>
                    <a:pt x="855264" y="239957"/>
                  </a:lnTo>
                  <a:lnTo>
                    <a:pt x="856024" y="239957"/>
                  </a:lnTo>
                  <a:lnTo>
                    <a:pt x="861344" y="239957"/>
                  </a:lnTo>
                  <a:cubicBezTo>
                    <a:pt x="861344" y="235634"/>
                    <a:pt x="861344" y="235634"/>
                    <a:pt x="909984" y="235634"/>
                  </a:cubicBezTo>
                  <a:lnTo>
                    <a:pt x="909984" y="236985"/>
                  </a:lnTo>
                  <a:lnTo>
                    <a:pt x="909984" y="246442"/>
                  </a:lnTo>
                  <a:lnTo>
                    <a:pt x="910744" y="246442"/>
                  </a:lnTo>
                  <a:lnTo>
                    <a:pt x="916065" y="246442"/>
                  </a:lnTo>
                  <a:lnTo>
                    <a:pt x="916065" y="248604"/>
                  </a:lnTo>
                  <a:lnTo>
                    <a:pt x="916065" y="263737"/>
                  </a:lnTo>
                  <a:cubicBezTo>
                    <a:pt x="916073" y="263733"/>
                    <a:pt x="916189" y="263655"/>
                    <a:pt x="918091" y="262386"/>
                  </a:cubicBezTo>
                  <a:lnTo>
                    <a:pt x="932278" y="252928"/>
                  </a:lnTo>
                  <a:cubicBezTo>
                    <a:pt x="932280" y="252909"/>
                    <a:pt x="932411" y="252034"/>
                    <a:pt x="938358" y="211854"/>
                  </a:cubicBezTo>
                  <a:cubicBezTo>
                    <a:pt x="938367" y="211852"/>
                    <a:pt x="938436" y="211826"/>
                    <a:pt x="939118" y="211584"/>
                  </a:cubicBezTo>
                  <a:lnTo>
                    <a:pt x="944438" y="209692"/>
                  </a:lnTo>
                  <a:cubicBezTo>
                    <a:pt x="944438" y="209676"/>
                    <a:pt x="944471" y="208615"/>
                    <a:pt x="946465" y="140515"/>
                  </a:cubicBezTo>
                  <a:cubicBezTo>
                    <a:pt x="946465" y="140533"/>
                    <a:pt x="946498" y="141624"/>
                    <a:pt x="948492" y="209692"/>
                  </a:cubicBezTo>
                  <a:cubicBezTo>
                    <a:pt x="948501" y="209695"/>
                    <a:pt x="948572" y="209720"/>
                    <a:pt x="949252" y="209962"/>
                  </a:cubicBezTo>
                  <a:lnTo>
                    <a:pt x="954572" y="211854"/>
                  </a:lnTo>
                  <a:lnTo>
                    <a:pt x="954572" y="125383"/>
                  </a:lnTo>
                  <a:cubicBezTo>
                    <a:pt x="958625" y="125383"/>
                    <a:pt x="958625" y="125383"/>
                    <a:pt x="958625" y="92956"/>
                  </a:cubicBezTo>
                  <a:lnTo>
                    <a:pt x="997132" y="92956"/>
                  </a:lnTo>
                  <a:lnTo>
                    <a:pt x="997132" y="125383"/>
                  </a:lnTo>
                  <a:lnTo>
                    <a:pt x="997892" y="125383"/>
                  </a:lnTo>
                  <a:lnTo>
                    <a:pt x="1003212" y="125383"/>
                  </a:lnTo>
                  <a:lnTo>
                    <a:pt x="1003212" y="43235"/>
                  </a:lnTo>
                  <a:lnTo>
                    <a:pt x="1004986" y="43235"/>
                  </a:lnTo>
                  <a:lnTo>
                    <a:pt x="1017399" y="43235"/>
                  </a:lnTo>
                  <a:lnTo>
                    <a:pt x="1017399" y="41344"/>
                  </a:lnTo>
                  <a:lnTo>
                    <a:pt x="1017399" y="28103"/>
                  </a:lnTo>
                  <a:lnTo>
                    <a:pt x="1039693" y="28103"/>
                  </a:lnTo>
                  <a:lnTo>
                    <a:pt x="1039693" y="27022"/>
                  </a:lnTo>
                  <a:lnTo>
                    <a:pt x="1039693" y="19456"/>
                  </a:lnTo>
                  <a:lnTo>
                    <a:pt x="1041466" y="19456"/>
                  </a:lnTo>
                  <a:lnTo>
                    <a:pt x="1053880" y="19456"/>
                  </a:lnTo>
                  <a:lnTo>
                    <a:pt x="1053880" y="20537"/>
                  </a:lnTo>
                  <a:lnTo>
                    <a:pt x="1053880" y="28103"/>
                  </a:lnTo>
                  <a:lnTo>
                    <a:pt x="1054640" y="28103"/>
                  </a:lnTo>
                  <a:lnTo>
                    <a:pt x="1059960" y="28103"/>
                  </a:lnTo>
                  <a:lnTo>
                    <a:pt x="1070093" y="23779"/>
                  </a:lnTo>
                  <a:lnTo>
                    <a:pt x="1074146" y="27022"/>
                  </a:lnTo>
                  <a:lnTo>
                    <a:pt x="1074146" y="19456"/>
                  </a:lnTo>
                  <a:lnTo>
                    <a:pt x="1076426" y="19456"/>
                  </a:lnTo>
                  <a:lnTo>
                    <a:pt x="1092387" y="19456"/>
                  </a:lnTo>
                  <a:lnTo>
                    <a:pt x="1092387" y="20537"/>
                  </a:lnTo>
                  <a:lnTo>
                    <a:pt x="1092387" y="28103"/>
                  </a:lnTo>
                  <a:lnTo>
                    <a:pt x="1122787" y="28103"/>
                  </a:lnTo>
                  <a:lnTo>
                    <a:pt x="1122787" y="29724"/>
                  </a:lnTo>
                  <a:lnTo>
                    <a:pt x="1122787" y="41074"/>
                  </a:lnTo>
                  <a:lnTo>
                    <a:pt x="1149134" y="41074"/>
                  </a:lnTo>
                  <a:lnTo>
                    <a:pt x="1149134" y="71338"/>
                  </a:lnTo>
                  <a:lnTo>
                    <a:pt x="1149894" y="71338"/>
                  </a:lnTo>
                  <a:lnTo>
                    <a:pt x="1155214" y="71338"/>
                  </a:lnTo>
                  <a:lnTo>
                    <a:pt x="1155214" y="72419"/>
                  </a:lnTo>
                  <a:lnTo>
                    <a:pt x="1155214" y="79986"/>
                  </a:lnTo>
                  <a:cubicBezTo>
                    <a:pt x="1159268" y="79986"/>
                    <a:pt x="1159268" y="79986"/>
                    <a:pt x="1159268" y="110250"/>
                  </a:cubicBezTo>
                  <a:lnTo>
                    <a:pt x="1160028" y="110250"/>
                  </a:lnTo>
                  <a:lnTo>
                    <a:pt x="1165348" y="110250"/>
                  </a:lnTo>
                  <a:lnTo>
                    <a:pt x="1165348" y="111061"/>
                  </a:lnTo>
                  <a:lnTo>
                    <a:pt x="1165348" y="116736"/>
                  </a:lnTo>
                  <a:lnTo>
                    <a:pt x="1166361" y="116736"/>
                  </a:lnTo>
                  <a:lnTo>
                    <a:pt x="1173454" y="116736"/>
                  </a:lnTo>
                  <a:lnTo>
                    <a:pt x="1173454" y="147001"/>
                  </a:lnTo>
                  <a:lnTo>
                    <a:pt x="1175481" y="147001"/>
                  </a:lnTo>
                  <a:lnTo>
                    <a:pt x="1189668" y="147001"/>
                  </a:lnTo>
                  <a:lnTo>
                    <a:pt x="1189668" y="170780"/>
                  </a:lnTo>
                  <a:cubicBezTo>
                    <a:pt x="1191695" y="170780"/>
                    <a:pt x="1191695" y="170780"/>
                    <a:pt x="1191695" y="172401"/>
                  </a:cubicBezTo>
                  <a:lnTo>
                    <a:pt x="1191695" y="183751"/>
                  </a:lnTo>
                  <a:lnTo>
                    <a:pt x="1192455" y="183751"/>
                  </a:lnTo>
                  <a:lnTo>
                    <a:pt x="1197775" y="183751"/>
                  </a:lnTo>
                  <a:lnTo>
                    <a:pt x="1197775" y="207530"/>
                  </a:lnTo>
                  <a:lnTo>
                    <a:pt x="1199041" y="207530"/>
                  </a:lnTo>
                  <a:lnTo>
                    <a:pt x="1207908" y="207530"/>
                  </a:lnTo>
                  <a:cubicBezTo>
                    <a:pt x="1209935" y="209692"/>
                    <a:pt x="1209935" y="209692"/>
                    <a:pt x="1209935" y="211584"/>
                  </a:cubicBezTo>
                  <a:lnTo>
                    <a:pt x="1209935" y="224825"/>
                  </a:lnTo>
                  <a:cubicBezTo>
                    <a:pt x="1209940" y="224818"/>
                    <a:pt x="1210027" y="224711"/>
                    <a:pt x="1211455" y="222933"/>
                  </a:cubicBezTo>
                  <a:lnTo>
                    <a:pt x="1222095" y="209692"/>
                  </a:lnTo>
                  <a:lnTo>
                    <a:pt x="1250469" y="209692"/>
                  </a:lnTo>
                  <a:lnTo>
                    <a:pt x="1250469" y="296163"/>
                  </a:lnTo>
                  <a:lnTo>
                    <a:pt x="1251229" y="296163"/>
                  </a:lnTo>
                  <a:lnTo>
                    <a:pt x="1256549" y="296163"/>
                  </a:lnTo>
                  <a:cubicBezTo>
                    <a:pt x="1256553" y="296155"/>
                    <a:pt x="1256612" y="296055"/>
                    <a:pt x="1257309" y="294812"/>
                  </a:cubicBezTo>
                  <a:lnTo>
                    <a:pt x="1262629" y="285354"/>
                  </a:lnTo>
                  <a:lnTo>
                    <a:pt x="1262629" y="287246"/>
                  </a:lnTo>
                  <a:lnTo>
                    <a:pt x="1262629" y="300487"/>
                  </a:lnTo>
                  <a:cubicBezTo>
                    <a:pt x="1266682" y="300487"/>
                    <a:pt x="1266682" y="300487"/>
                    <a:pt x="1266682" y="255090"/>
                  </a:cubicBezTo>
                  <a:lnTo>
                    <a:pt x="1267442" y="255090"/>
                  </a:lnTo>
                  <a:lnTo>
                    <a:pt x="1272762" y="255090"/>
                  </a:lnTo>
                  <a:lnTo>
                    <a:pt x="1272762" y="190236"/>
                  </a:lnTo>
                  <a:lnTo>
                    <a:pt x="1273776" y="190236"/>
                  </a:lnTo>
                  <a:lnTo>
                    <a:pt x="1280869" y="190236"/>
                  </a:lnTo>
                  <a:cubicBezTo>
                    <a:pt x="1280875" y="190215"/>
                    <a:pt x="1281139" y="189275"/>
                    <a:pt x="1293029" y="147001"/>
                  </a:cubicBezTo>
                  <a:lnTo>
                    <a:pt x="1294296" y="147001"/>
                  </a:lnTo>
                  <a:lnTo>
                    <a:pt x="1303163" y="147001"/>
                  </a:lnTo>
                  <a:cubicBezTo>
                    <a:pt x="1303168" y="147024"/>
                    <a:pt x="1303394" y="147990"/>
                    <a:pt x="1313296" y="190236"/>
                  </a:cubicBezTo>
                  <a:lnTo>
                    <a:pt x="1314309" y="190236"/>
                  </a:lnTo>
                  <a:lnTo>
                    <a:pt x="1321403" y="190236"/>
                  </a:lnTo>
                  <a:lnTo>
                    <a:pt x="1321403" y="229148"/>
                  </a:lnTo>
                  <a:lnTo>
                    <a:pt x="1323176" y="229148"/>
                  </a:lnTo>
                  <a:lnTo>
                    <a:pt x="1335590" y="229148"/>
                  </a:lnTo>
                  <a:lnTo>
                    <a:pt x="1335590" y="231310"/>
                  </a:lnTo>
                  <a:lnTo>
                    <a:pt x="1335590" y="246442"/>
                  </a:lnTo>
                  <a:cubicBezTo>
                    <a:pt x="1339643" y="246442"/>
                    <a:pt x="1339643" y="246442"/>
                    <a:pt x="1339643" y="244281"/>
                  </a:cubicBezTo>
                  <a:lnTo>
                    <a:pt x="1339643" y="229148"/>
                  </a:lnTo>
                  <a:lnTo>
                    <a:pt x="1341163" y="229148"/>
                  </a:lnTo>
                  <a:lnTo>
                    <a:pt x="1351803" y="229148"/>
                  </a:lnTo>
                  <a:lnTo>
                    <a:pt x="1351803" y="230769"/>
                  </a:lnTo>
                  <a:lnTo>
                    <a:pt x="1351803" y="242119"/>
                  </a:lnTo>
                  <a:lnTo>
                    <a:pt x="1382204" y="242119"/>
                  </a:lnTo>
                  <a:lnTo>
                    <a:pt x="1382204" y="205369"/>
                  </a:lnTo>
                  <a:lnTo>
                    <a:pt x="1383470" y="205369"/>
                  </a:lnTo>
                  <a:lnTo>
                    <a:pt x="1392337" y="205369"/>
                  </a:lnTo>
                  <a:lnTo>
                    <a:pt x="1392337" y="226986"/>
                  </a:lnTo>
                  <a:cubicBezTo>
                    <a:pt x="1394364" y="226986"/>
                    <a:pt x="1394364" y="226986"/>
                    <a:pt x="1394364" y="194560"/>
                  </a:cubicBezTo>
                  <a:lnTo>
                    <a:pt x="1416657" y="194560"/>
                  </a:lnTo>
                  <a:lnTo>
                    <a:pt x="1416657" y="192938"/>
                  </a:lnTo>
                  <a:lnTo>
                    <a:pt x="1416657" y="181589"/>
                  </a:lnTo>
                  <a:lnTo>
                    <a:pt x="1417417" y="181589"/>
                  </a:lnTo>
                  <a:lnTo>
                    <a:pt x="1422737" y="181589"/>
                  </a:lnTo>
                  <a:lnTo>
                    <a:pt x="1422737" y="179698"/>
                  </a:lnTo>
                  <a:lnTo>
                    <a:pt x="1422737" y="166457"/>
                  </a:lnTo>
                  <a:lnTo>
                    <a:pt x="1426791" y="172942"/>
                  </a:lnTo>
                  <a:lnTo>
                    <a:pt x="1429071" y="172942"/>
                  </a:lnTo>
                  <a:lnTo>
                    <a:pt x="1445031" y="172942"/>
                  </a:lnTo>
                  <a:lnTo>
                    <a:pt x="1445031" y="172131"/>
                  </a:lnTo>
                  <a:lnTo>
                    <a:pt x="1445031" y="166457"/>
                  </a:lnTo>
                  <a:lnTo>
                    <a:pt x="1445791" y="166457"/>
                  </a:lnTo>
                  <a:lnTo>
                    <a:pt x="1451111" y="166457"/>
                  </a:lnTo>
                  <a:lnTo>
                    <a:pt x="1451111" y="167808"/>
                  </a:lnTo>
                  <a:lnTo>
                    <a:pt x="1451111" y="177266"/>
                  </a:lnTo>
                  <a:lnTo>
                    <a:pt x="1489618" y="177266"/>
                  </a:lnTo>
                  <a:lnTo>
                    <a:pt x="1489618" y="315619"/>
                  </a:lnTo>
                  <a:lnTo>
                    <a:pt x="1491138" y="315619"/>
                  </a:lnTo>
                  <a:lnTo>
                    <a:pt x="1501778" y="315619"/>
                  </a:lnTo>
                  <a:lnTo>
                    <a:pt x="1501778" y="302649"/>
                  </a:lnTo>
                  <a:lnTo>
                    <a:pt x="1505832" y="302649"/>
                  </a:lnTo>
                  <a:lnTo>
                    <a:pt x="1505832" y="315619"/>
                  </a:lnTo>
                  <a:lnTo>
                    <a:pt x="1536232" y="315619"/>
                  </a:lnTo>
                  <a:lnTo>
                    <a:pt x="1536232" y="285354"/>
                  </a:lnTo>
                  <a:lnTo>
                    <a:pt x="1548392" y="285354"/>
                  </a:lnTo>
                  <a:lnTo>
                    <a:pt x="1560552" y="283193"/>
                  </a:lnTo>
                  <a:cubicBezTo>
                    <a:pt x="1562579" y="283193"/>
                    <a:pt x="1562579" y="285354"/>
                    <a:pt x="1564606" y="285354"/>
                  </a:cubicBezTo>
                  <a:lnTo>
                    <a:pt x="1574739" y="285354"/>
                  </a:lnTo>
                  <a:lnTo>
                    <a:pt x="1574739" y="315619"/>
                  </a:lnTo>
                  <a:lnTo>
                    <a:pt x="1582846" y="315619"/>
                  </a:lnTo>
                  <a:lnTo>
                    <a:pt x="1582846" y="332914"/>
                  </a:lnTo>
                  <a:lnTo>
                    <a:pt x="1592182" y="333819"/>
                  </a:lnTo>
                  <a:lnTo>
                    <a:pt x="1605140" y="333819"/>
                  </a:lnTo>
                  <a:lnTo>
                    <a:pt x="1605140" y="317781"/>
                  </a:lnTo>
                  <a:lnTo>
                    <a:pt x="1673096" y="317781"/>
                  </a:lnTo>
                  <a:lnTo>
                    <a:pt x="1673096" y="232528"/>
                  </a:lnTo>
                  <a:lnTo>
                    <a:pt x="1745104" y="232528"/>
                  </a:lnTo>
                  <a:lnTo>
                    <a:pt x="1745104" y="311296"/>
                  </a:lnTo>
                  <a:lnTo>
                    <a:pt x="1747008" y="311296"/>
                  </a:lnTo>
                  <a:lnTo>
                    <a:pt x="1748250" y="333819"/>
                  </a:lnTo>
                  <a:lnTo>
                    <a:pt x="1757926" y="333819"/>
                  </a:lnTo>
                  <a:cubicBezTo>
                    <a:pt x="1758462" y="326605"/>
                    <a:pt x="1759168" y="318951"/>
                    <a:pt x="1759168" y="311296"/>
                  </a:cubicBezTo>
                  <a:lnTo>
                    <a:pt x="1765248" y="311296"/>
                  </a:lnTo>
                  <a:lnTo>
                    <a:pt x="1766490" y="333819"/>
                  </a:lnTo>
                  <a:lnTo>
                    <a:pt x="1817112" y="333819"/>
                  </a:lnTo>
                  <a:lnTo>
                    <a:pt x="1817112" y="170791"/>
                  </a:lnTo>
                  <a:lnTo>
                    <a:pt x="2014439" y="170791"/>
                  </a:lnTo>
                  <a:lnTo>
                    <a:pt x="2014439" y="333819"/>
                  </a:lnTo>
                  <a:lnTo>
                    <a:pt x="2033136" y="333819"/>
                  </a:lnTo>
                  <a:lnTo>
                    <a:pt x="2033136" y="251126"/>
                  </a:lnTo>
                  <a:lnTo>
                    <a:pt x="2128256" y="251126"/>
                  </a:lnTo>
                  <a:cubicBezTo>
                    <a:pt x="2152853" y="240257"/>
                    <a:pt x="2161167" y="196782"/>
                    <a:pt x="2180720" y="185913"/>
                  </a:cubicBezTo>
                  <a:lnTo>
                    <a:pt x="2245574" y="185913"/>
                  </a:lnTo>
                  <a:lnTo>
                    <a:pt x="2245574" y="261575"/>
                  </a:lnTo>
                  <a:lnTo>
                    <a:pt x="2253681" y="261575"/>
                  </a:lnTo>
                  <a:cubicBezTo>
                    <a:pt x="2253681" y="259413"/>
                    <a:pt x="2255708" y="257251"/>
                    <a:pt x="2255708" y="255090"/>
                  </a:cubicBezTo>
                  <a:lnTo>
                    <a:pt x="2261788" y="255090"/>
                  </a:lnTo>
                  <a:cubicBezTo>
                    <a:pt x="2261788" y="257251"/>
                    <a:pt x="2261788" y="259413"/>
                    <a:pt x="2263815" y="263737"/>
                  </a:cubicBezTo>
                  <a:lnTo>
                    <a:pt x="2275975" y="263737"/>
                  </a:lnTo>
                  <a:lnTo>
                    <a:pt x="2275975" y="257251"/>
                  </a:lnTo>
                  <a:lnTo>
                    <a:pt x="2298268" y="257251"/>
                  </a:lnTo>
                  <a:lnTo>
                    <a:pt x="2298268" y="263737"/>
                  </a:lnTo>
                  <a:lnTo>
                    <a:pt x="2318535" y="263737"/>
                  </a:lnTo>
                  <a:lnTo>
                    <a:pt x="2318535" y="309134"/>
                  </a:lnTo>
                  <a:lnTo>
                    <a:pt x="2332722" y="309134"/>
                  </a:lnTo>
                  <a:lnTo>
                    <a:pt x="2332722" y="296163"/>
                  </a:lnTo>
                  <a:lnTo>
                    <a:pt x="2348936" y="296163"/>
                  </a:lnTo>
                  <a:lnTo>
                    <a:pt x="2348936" y="116736"/>
                  </a:lnTo>
                  <a:lnTo>
                    <a:pt x="2355016" y="110250"/>
                  </a:lnTo>
                  <a:lnTo>
                    <a:pt x="2427977" y="110250"/>
                  </a:lnTo>
                  <a:lnTo>
                    <a:pt x="2427977" y="118898"/>
                  </a:lnTo>
                  <a:lnTo>
                    <a:pt x="2438110" y="118898"/>
                  </a:lnTo>
                  <a:lnTo>
                    <a:pt x="2438110" y="233472"/>
                  </a:lnTo>
                  <a:lnTo>
                    <a:pt x="2460404" y="233472"/>
                  </a:lnTo>
                  <a:lnTo>
                    <a:pt x="2460404" y="166457"/>
                  </a:lnTo>
                  <a:lnTo>
                    <a:pt x="2486751" y="166457"/>
                  </a:lnTo>
                  <a:cubicBezTo>
                    <a:pt x="2488777" y="166457"/>
                    <a:pt x="2488777" y="164295"/>
                    <a:pt x="2490804" y="162133"/>
                  </a:cubicBezTo>
                  <a:lnTo>
                    <a:pt x="2498911" y="162133"/>
                  </a:lnTo>
                  <a:cubicBezTo>
                    <a:pt x="2500937" y="164295"/>
                    <a:pt x="2500937" y="166457"/>
                    <a:pt x="2502964" y="166457"/>
                  </a:cubicBezTo>
                  <a:lnTo>
                    <a:pt x="2525258" y="166457"/>
                  </a:lnTo>
                  <a:lnTo>
                    <a:pt x="2525258" y="49721"/>
                  </a:lnTo>
                  <a:cubicBezTo>
                    <a:pt x="2525272" y="49718"/>
                    <a:pt x="2526139" y="49554"/>
                    <a:pt x="2582005" y="38912"/>
                  </a:cubicBezTo>
                  <a:lnTo>
                    <a:pt x="2582005" y="39993"/>
                  </a:lnTo>
                  <a:lnTo>
                    <a:pt x="2582005" y="47559"/>
                  </a:lnTo>
                  <a:lnTo>
                    <a:pt x="2608352" y="47559"/>
                  </a:lnTo>
                  <a:lnTo>
                    <a:pt x="2608352" y="302649"/>
                  </a:lnTo>
                  <a:lnTo>
                    <a:pt x="2630646" y="302649"/>
                  </a:lnTo>
                  <a:lnTo>
                    <a:pt x="2630646" y="298325"/>
                  </a:lnTo>
                  <a:lnTo>
                    <a:pt x="2642806" y="298325"/>
                  </a:lnTo>
                  <a:lnTo>
                    <a:pt x="2642806" y="302649"/>
                  </a:lnTo>
                  <a:lnTo>
                    <a:pt x="2667126" y="302649"/>
                  </a:lnTo>
                  <a:lnTo>
                    <a:pt x="2667126" y="289678"/>
                  </a:lnTo>
                  <a:lnTo>
                    <a:pt x="2695500" y="289678"/>
                  </a:lnTo>
                  <a:cubicBezTo>
                    <a:pt x="2699553" y="285354"/>
                    <a:pt x="2703607" y="285354"/>
                    <a:pt x="2707660" y="285354"/>
                  </a:cubicBezTo>
                  <a:cubicBezTo>
                    <a:pt x="2713740" y="289678"/>
                    <a:pt x="2721847" y="289678"/>
                    <a:pt x="2727927" y="289678"/>
                  </a:cubicBezTo>
                  <a:lnTo>
                    <a:pt x="2727927" y="272384"/>
                  </a:lnTo>
                  <a:lnTo>
                    <a:pt x="2736034" y="272384"/>
                  </a:lnTo>
                  <a:lnTo>
                    <a:pt x="2736034" y="259413"/>
                  </a:lnTo>
                  <a:lnTo>
                    <a:pt x="2792781" y="259413"/>
                  </a:lnTo>
                  <a:lnTo>
                    <a:pt x="2792781" y="229148"/>
                  </a:lnTo>
                  <a:lnTo>
                    <a:pt x="2811021" y="229148"/>
                  </a:lnTo>
                  <a:lnTo>
                    <a:pt x="2811021" y="222663"/>
                  </a:lnTo>
                  <a:lnTo>
                    <a:pt x="2823181" y="222663"/>
                  </a:lnTo>
                  <a:lnTo>
                    <a:pt x="2823181" y="229148"/>
                  </a:lnTo>
                  <a:lnTo>
                    <a:pt x="2839395" y="229148"/>
                  </a:lnTo>
                  <a:lnTo>
                    <a:pt x="2839395" y="278869"/>
                  </a:lnTo>
                  <a:lnTo>
                    <a:pt x="2871822" y="278869"/>
                  </a:lnTo>
                  <a:lnTo>
                    <a:pt x="2871822" y="252928"/>
                  </a:lnTo>
                  <a:lnTo>
                    <a:pt x="2910329" y="252928"/>
                  </a:lnTo>
                  <a:lnTo>
                    <a:pt x="2910329" y="222663"/>
                  </a:lnTo>
                  <a:lnTo>
                    <a:pt x="2958970" y="222663"/>
                  </a:lnTo>
                  <a:cubicBezTo>
                    <a:pt x="2959793" y="378235"/>
                    <a:pt x="2960615" y="533807"/>
                    <a:pt x="2961438" y="689379"/>
                  </a:cubicBezTo>
                  <a:lnTo>
                    <a:pt x="2054" y="687046"/>
                  </a:lnTo>
                  <a:cubicBezTo>
                    <a:pt x="1369" y="539482"/>
                    <a:pt x="685" y="400492"/>
                    <a:pt x="0" y="252928"/>
                  </a:cubicBezTo>
                  <a:lnTo>
                    <a:pt x="20267" y="252928"/>
                  </a:lnTo>
                  <a:cubicBezTo>
                    <a:pt x="20271" y="252922"/>
                    <a:pt x="20308" y="252840"/>
                    <a:pt x="20774" y="251847"/>
                  </a:cubicBezTo>
                  <a:lnTo>
                    <a:pt x="24320" y="244281"/>
                  </a:lnTo>
                  <a:cubicBezTo>
                    <a:pt x="24329" y="244282"/>
                    <a:pt x="24442" y="244300"/>
                    <a:pt x="26094" y="244551"/>
                  </a:cubicBezTo>
                  <a:lnTo>
                    <a:pt x="38507" y="246442"/>
                  </a:lnTo>
                  <a:cubicBezTo>
                    <a:pt x="38510" y="246452"/>
                    <a:pt x="38548" y="246553"/>
                    <a:pt x="39014" y="247794"/>
                  </a:cubicBezTo>
                  <a:lnTo>
                    <a:pt x="42560" y="257251"/>
                  </a:lnTo>
                  <a:cubicBezTo>
                    <a:pt x="42574" y="257252"/>
                    <a:pt x="43170" y="257302"/>
                    <a:pt x="68907" y="259413"/>
                  </a:cubicBezTo>
                  <a:lnTo>
                    <a:pt x="68907" y="136192"/>
                  </a:lnTo>
                  <a:lnTo>
                    <a:pt x="70934" y="136192"/>
                  </a:lnTo>
                  <a:lnTo>
                    <a:pt x="85121" y="136192"/>
                  </a:lnTo>
                  <a:lnTo>
                    <a:pt x="85121" y="0"/>
                  </a:lnTo>
                  <a:lnTo>
                    <a:pt x="86894" y="0"/>
                  </a:lnTo>
                  <a:lnTo>
                    <a:pt x="99308" y="0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230" dirty="0"/>
            </a:p>
          </p:txBody>
        </p:sp>
        <p:sp>
          <p:nvSpPr>
            <p:cNvPr id="7" name="자유형: 도형 52"/>
            <p:cNvSpPr/>
            <p:nvPr/>
          </p:nvSpPr>
          <p:spPr>
            <a:xfrm>
              <a:off x="8996212" y="1412530"/>
              <a:ext cx="3195788" cy="1160647"/>
            </a:xfrm>
            <a:custGeom>
              <a:avLst/>
              <a:gdLst>
                <a:gd name="connsiteX0" fmla="*/ 160109 w 3195788"/>
                <a:gd name="connsiteY0" fmla="*/ 0 h 1160647"/>
                <a:gd name="connsiteX1" fmla="*/ 162135 w 3195788"/>
                <a:gd name="connsiteY1" fmla="*/ 246443 h 1160647"/>
                <a:gd name="connsiteX2" fmla="*/ 200642 w 3195788"/>
                <a:gd name="connsiteY2" fmla="*/ 326429 h 1160647"/>
                <a:gd name="connsiteX3" fmla="*/ 202669 w 3195788"/>
                <a:gd name="connsiteY3" fmla="*/ 326429 h 1160647"/>
                <a:gd name="connsiteX4" fmla="*/ 216856 w 3195788"/>
                <a:gd name="connsiteY4" fmla="*/ 326429 h 1160647"/>
                <a:gd name="connsiteX5" fmla="*/ 216856 w 3195788"/>
                <a:gd name="connsiteY5" fmla="*/ 350208 h 1160647"/>
                <a:gd name="connsiteX6" fmla="*/ 217363 w 3195788"/>
                <a:gd name="connsiteY6" fmla="*/ 351019 h 1160647"/>
                <a:gd name="connsiteX7" fmla="*/ 220909 w 3195788"/>
                <a:gd name="connsiteY7" fmla="*/ 356694 h 1160647"/>
                <a:gd name="connsiteX8" fmla="*/ 220909 w 3195788"/>
                <a:gd name="connsiteY8" fmla="*/ 471268 h 1160647"/>
                <a:gd name="connsiteX9" fmla="*/ 223189 w 3195788"/>
                <a:gd name="connsiteY9" fmla="*/ 471268 h 1160647"/>
                <a:gd name="connsiteX10" fmla="*/ 239150 w 3195788"/>
                <a:gd name="connsiteY10" fmla="*/ 471268 h 1160647"/>
                <a:gd name="connsiteX11" fmla="*/ 239150 w 3195788"/>
                <a:gd name="connsiteY11" fmla="*/ 611783 h 1160647"/>
                <a:gd name="connsiteX12" fmla="*/ 240670 w 3195788"/>
                <a:gd name="connsiteY12" fmla="*/ 611513 h 1160647"/>
                <a:gd name="connsiteX13" fmla="*/ 251310 w 3195788"/>
                <a:gd name="connsiteY13" fmla="*/ 609622 h 1160647"/>
                <a:gd name="connsiteX14" fmla="*/ 249283 w 3195788"/>
                <a:gd name="connsiteY14" fmla="*/ 698254 h 1160647"/>
                <a:gd name="connsiteX15" fmla="*/ 250803 w 3195788"/>
                <a:gd name="connsiteY15" fmla="*/ 698525 h 1160647"/>
                <a:gd name="connsiteX16" fmla="*/ 261443 w 3195788"/>
                <a:gd name="connsiteY16" fmla="*/ 700416 h 1160647"/>
                <a:gd name="connsiteX17" fmla="*/ 261696 w 3195788"/>
                <a:gd name="connsiteY17" fmla="*/ 701227 h 1160647"/>
                <a:gd name="connsiteX18" fmla="*/ 263470 w 3195788"/>
                <a:gd name="connsiteY18" fmla="*/ 706902 h 1160647"/>
                <a:gd name="connsiteX19" fmla="*/ 264230 w 3195788"/>
                <a:gd name="connsiteY19" fmla="*/ 704470 h 1160647"/>
                <a:gd name="connsiteX20" fmla="*/ 269550 w 3195788"/>
                <a:gd name="connsiteY20" fmla="*/ 687446 h 1160647"/>
                <a:gd name="connsiteX21" fmla="*/ 271323 w 3195788"/>
                <a:gd name="connsiteY21" fmla="*/ 687446 h 1160647"/>
                <a:gd name="connsiteX22" fmla="*/ 283737 w 3195788"/>
                <a:gd name="connsiteY22" fmla="*/ 687446 h 1160647"/>
                <a:gd name="connsiteX23" fmla="*/ 283737 w 3195788"/>
                <a:gd name="connsiteY23" fmla="*/ 719872 h 1160647"/>
                <a:gd name="connsiteX24" fmla="*/ 284750 w 3195788"/>
                <a:gd name="connsiteY24" fmla="*/ 720413 h 1160647"/>
                <a:gd name="connsiteX25" fmla="*/ 291844 w 3195788"/>
                <a:gd name="connsiteY25" fmla="*/ 724196 h 1160647"/>
                <a:gd name="connsiteX26" fmla="*/ 291844 w 3195788"/>
                <a:gd name="connsiteY26" fmla="*/ 725547 h 1160647"/>
                <a:gd name="connsiteX27" fmla="*/ 291844 w 3195788"/>
                <a:gd name="connsiteY27" fmla="*/ 735005 h 1160647"/>
                <a:gd name="connsiteX28" fmla="*/ 336431 w 3195788"/>
                <a:gd name="connsiteY28" fmla="*/ 735005 h 1160647"/>
                <a:gd name="connsiteX29" fmla="*/ 336431 w 3195788"/>
                <a:gd name="connsiteY29" fmla="*/ 736086 h 1160647"/>
                <a:gd name="connsiteX30" fmla="*/ 336431 w 3195788"/>
                <a:gd name="connsiteY30" fmla="*/ 743652 h 1160647"/>
                <a:gd name="connsiteX31" fmla="*/ 338457 w 3195788"/>
                <a:gd name="connsiteY31" fmla="*/ 743652 h 1160647"/>
                <a:gd name="connsiteX32" fmla="*/ 352644 w 3195788"/>
                <a:gd name="connsiteY32" fmla="*/ 743652 h 1160647"/>
                <a:gd name="connsiteX33" fmla="*/ 352644 w 3195788"/>
                <a:gd name="connsiteY33" fmla="*/ 713387 h 1160647"/>
                <a:gd name="connsiteX34" fmla="*/ 397231 w 3195788"/>
                <a:gd name="connsiteY34" fmla="*/ 713387 h 1160647"/>
                <a:gd name="connsiteX35" fmla="*/ 397231 w 3195788"/>
                <a:gd name="connsiteY35" fmla="*/ 712036 h 1160647"/>
                <a:gd name="connsiteX36" fmla="*/ 397231 w 3195788"/>
                <a:gd name="connsiteY36" fmla="*/ 702578 h 1160647"/>
                <a:gd name="connsiteX37" fmla="*/ 398245 w 3195788"/>
                <a:gd name="connsiteY37" fmla="*/ 702578 h 1160647"/>
                <a:gd name="connsiteX38" fmla="*/ 405338 w 3195788"/>
                <a:gd name="connsiteY38" fmla="*/ 702578 h 1160647"/>
                <a:gd name="connsiteX39" fmla="*/ 405338 w 3195788"/>
                <a:gd name="connsiteY39" fmla="*/ 700687 h 1160647"/>
                <a:gd name="connsiteX40" fmla="*/ 405338 w 3195788"/>
                <a:gd name="connsiteY40" fmla="*/ 687446 h 1160647"/>
                <a:gd name="connsiteX41" fmla="*/ 406098 w 3195788"/>
                <a:gd name="connsiteY41" fmla="*/ 687446 h 1160647"/>
                <a:gd name="connsiteX42" fmla="*/ 411418 w 3195788"/>
                <a:gd name="connsiteY42" fmla="*/ 687446 h 1160647"/>
                <a:gd name="connsiteX43" fmla="*/ 411418 w 3195788"/>
                <a:gd name="connsiteY43" fmla="*/ 686365 h 1160647"/>
                <a:gd name="connsiteX44" fmla="*/ 411418 w 3195788"/>
                <a:gd name="connsiteY44" fmla="*/ 678798 h 1160647"/>
                <a:gd name="connsiteX45" fmla="*/ 413445 w 3195788"/>
                <a:gd name="connsiteY45" fmla="*/ 678798 h 1160647"/>
                <a:gd name="connsiteX46" fmla="*/ 427632 w 3195788"/>
                <a:gd name="connsiteY46" fmla="*/ 678798 h 1160647"/>
                <a:gd name="connsiteX47" fmla="*/ 427632 w 3195788"/>
                <a:gd name="connsiteY47" fmla="*/ 679879 h 1160647"/>
                <a:gd name="connsiteX48" fmla="*/ 427632 w 3195788"/>
                <a:gd name="connsiteY48" fmla="*/ 687446 h 1160647"/>
                <a:gd name="connsiteX49" fmla="*/ 449925 w 3195788"/>
                <a:gd name="connsiteY49" fmla="*/ 687446 h 1160647"/>
                <a:gd name="connsiteX50" fmla="*/ 449925 w 3195788"/>
                <a:gd name="connsiteY50" fmla="*/ 685554 h 1160647"/>
                <a:gd name="connsiteX51" fmla="*/ 449925 w 3195788"/>
                <a:gd name="connsiteY51" fmla="*/ 672313 h 1160647"/>
                <a:gd name="connsiteX52" fmla="*/ 451699 w 3195788"/>
                <a:gd name="connsiteY52" fmla="*/ 672313 h 1160647"/>
                <a:gd name="connsiteX53" fmla="*/ 464112 w 3195788"/>
                <a:gd name="connsiteY53" fmla="*/ 672313 h 1160647"/>
                <a:gd name="connsiteX54" fmla="*/ 464112 w 3195788"/>
                <a:gd name="connsiteY54" fmla="*/ 696093 h 1160647"/>
                <a:gd name="connsiteX55" fmla="*/ 465126 w 3195788"/>
                <a:gd name="connsiteY55" fmla="*/ 696093 h 1160647"/>
                <a:gd name="connsiteX56" fmla="*/ 472219 w 3195788"/>
                <a:gd name="connsiteY56" fmla="*/ 696093 h 1160647"/>
                <a:gd name="connsiteX57" fmla="*/ 472219 w 3195788"/>
                <a:gd name="connsiteY57" fmla="*/ 695012 h 1160647"/>
                <a:gd name="connsiteX58" fmla="*/ 472219 w 3195788"/>
                <a:gd name="connsiteY58" fmla="*/ 687446 h 1160647"/>
                <a:gd name="connsiteX59" fmla="*/ 473992 w 3195788"/>
                <a:gd name="connsiteY59" fmla="*/ 687446 h 1160647"/>
                <a:gd name="connsiteX60" fmla="*/ 486406 w 3195788"/>
                <a:gd name="connsiteY60" fmla="*/ 687446 h 1160647"/>
                <a:gd name="connsiteX61" fmla="*/ 486406 w 3195788"/>
                <a:gd name="connsiteY61" fmla="*/ 713387 h 1160647"/>
                <a:gd name="connsiteX62" fmla="*/ 488433 w 3195788"/>
                <a:gd name="connsiteY62" fmla="*/ 713387 h 1160647"/>
                <a:gd name="connsiteX63" fmla="*/ 502619 w 3195788"/>
                <a:gd name="connsiteY63" fmla="*/ 713387 h 1160647"/>
                <a:gd name="connsiteX64" fmla="*/ 502619 w 3195788"/>
                <a:gd name="connsiteY64" fmla="*/ 715008 h 1160647"/>
                <a:gd name="connsiteX65" fmla="*/ 502619 w 3195788"/>
                <a:gd name="connsiteY65" fmla="*/ 726358 h 1160647"/>
                <a:gd name="connsiteX66" fmla="*/ 503379 w 3195788"/>
                <a:gd name="connsiteY66" fmla="*/ 726358 h 1160647"/>
                <a:gd name="connsiteX67" fmla="*/ 508700 w 3195788"/>
                <a:gd name="connsiteY67" fmla="*/ 726358 h 1160647"/>
                <a:gd name="connsiteX68" fmla="*/ 508700 w 3195788"/>
                <a:gd name="connsiteY68" fmla="*/ 725547 h 1160647"/>
                <a:gd name="connsiteX69" fmla="*/ 508700 w 3195788"/>
                <a:gd name="connsiteY69" fmla="*/ 719872 h 1160647"/>
                <a:gd name="connsiteX70" fmla="*/ 539100 w 3195788"/>
                <a:gd name="connsiteY70" fmla="*/ 719872 h 1160647"/>
                <a:gd name="connsiteX71" fmla="*/ 539100 w 3195788"/>
                <a:gd name="connsiteY71" fmla="*/ 743652 h 1160647"/>
                <a:gd name="connsiteX72" fmla="*/ 540113 w 3195788"/>
                <a:gd name="connsiteY72" fmla="*/ 743652 h 1160647"/>
                <a:gd name="connsiteX73" fmla="*/ 547207 w 3195788"/>
                <a:gd name="connsiteY73" fmla="*/ 743652 h 1160647"/>
                <a:gd name="connsiteX74" fmla="*/ 547207 w 3195788"/>
                <a:gd name="connsiteY74" fmla="*/ 744733 h 1160647"/>
                <a:gd name="connsiteX75" fmla="*/ 547207 w 3195788"/>
                <a:gd name="connsiteY75" fmla="*/ 752299 h 1160647"/>
                <a:gd name="connsiteX76" fmla="*/ 547967 w 3195788"/>
                <a:gd name="connsiteY76" fmla="*/ 752299 h 1160647"/>
                <a:gd name="connsiteX77" fmla="*/ 553287 w 3195788"/>
                <a:gd name="connsiteY77" fmla="*/ 752299 h 1160647"/>
                <a:gd name="connsiteX78" fmla="*/ 553287 w 3195788"/>
                <a:gd name="connsiteY78" fmla="*/ 750137 h 1160647"/>
                <a:gd name="connsiteX79" fmla="*/ 553287 w 3195788"/>
                <a:gd name="connsiteY79" fmla="*/ 735005 h 1160647"/>
                <a:gd name="connsiteX80" fmla="*/ 554300 w 3195788"/>
                <a:gd name="connsiteY80" fmla="*/ 735005 h 1160647"/>
                <a:gd name="connsiteX81" fmla="*/ 561394 w 3195788"/>
                <a:gd name="connsiteY81" fmla="*/ 735005 h 1160647"/>
                <a:gd name="connsiteX82" fmla="*/ 561394 w 3195788"/>
                <a:gd name="connsiteY82" fmla="*/ 736086 h 1160647"/>
                <a:gd name="connsiteX83" fmla="*/ 561394 w 3195788"/>
                <a:gd name="connsiteY83" fmla="*/ 743652 h 1160647"/>
                <a:gd name="connsiteX84" fmla="*/ 566714 w 3195788"/>
                <a:gd name="connsiteY84" fmla="*/ 741659 h 1160647"/>
                <a:gd name="connsiteX85" fmla="*/ 567474 w 3195788"/>
                <a:gd name="connsiteY85" fmla="*/ 740679 h 1160647"/>
                <a:gd name="connsiteX86" fmla="*/ 567474 w 3195788"/>
                <a:gd name="connsiteY86" fmla="*/ 735005 h 1160647"/>
                <a:gd name="connsiteX87" fmla="*/ 605981 w 3195788"/>
                <a:gd name="connsiteY87" fmla="*/ 735005 h 1160647"/>
                <a:gd name="connsiteX88" fmla="*/ 605981 w 3195788"/>
                <a:gd name="connsiteY88" fmla="*/ 758784 h 1160647"/>
                <a:gd name="connsiteX89" fmla="*/ 608007 w 3195788"/>
                <a:gd name="connsiteY89" fmla="*/ 758784 h 1160647"/>
                <a:gd name="connsiteX90" fmla="*/ 622194 w 3195788"/>
                <a:gd name="connsiteY90" fmla="*/ 758784 h 1160647"/>
                <a:gd name="connsiteX91" fmla="*/ 622194 w 3195788"/>
                <a:gd name="connsiteY91" fmla="*/ 759865 h 1160647"/>
                <a:gd name="connsiteX92" fmla="*/ 622194 w 3195788"/>
                <a:gd name="connsiteY92" fmla="*/ 767431 h 1160647"/>
                <a:gd name="connsiteX93" fmla="*/ 623968 w 3195788"/>
                <a:gd name="connsiteY93" fmla="*/ 767431 h 1160647"/>
                <a:gd name="connsiteX94" fmla="*/ 636381 w 3195788"/>
                <a:gd name="connsiteY94" fmla="*/ 767431 h 1160647"/>
                <a:gd name="connsiteX95" fmla="*/ 636381 w 3195788"/>
                <a:gd name="connsiteY95" fmla="*/ 743652 h 1160647"/>
                <a:gd name="connsiteX96" fmla="*/ 637394 w 3195788"/>
                <a:gd name="connsiteY96" fmla="*/ 743652 h 1160647"/>
                <a:gd name="connsiteX97" fmla="*/ 644488 w 3195788"/>
                <a:gd name="connsiteY97" fmla="*/ 743652 h 1160647"/>
                <a:gd name="connsiteX98" fmla="*/ 644488 w 3195788"/>
                <a:gd name="connsiteY98" fmla="*/ 711225 h 1160647"/>
                <a:gd name="connsiteX99" fmla="*/ 645501 w 3195788"/>
                <a:gd name="connsiteY99" fmla="*/ 711225 h 1160647"/>
                <a:gd name="connsiteX100" fmla="*/ 652595 w 3195788"/>
                <a:gd name="connsiteY100" fmla="*/ 711225 h 1160647"/>
                <a:gd name="connsiteX101" fmla="*/ 652595 w 3195788"/>
                <a:gd name="connsiteY101" fmla="*/ 709334 h 1160647"/>
                <a:gd name="connsiteX102" fmla="*/ 652595 w 3195788"/>
                <a:gd name="connsiteY102" fmla="*/ 696093 h 1160647"/>
                <a:gd name="connsiteX103" fmla="*/ 651328 w 3195788"/>
                <a:gd name="connsiteY103" fmla="*/ 694471 h 1160647"/>
                <a:gd name="connsiteX104" fmla="*/ 656648 w 3195788"/>
                <a:gd name="connsiteY104" fmla="*/ 683122 h 1160647"/>
                <a:gd name="connsiteX105" fmla="*/ 664755 w 3195788"/>
                <a:gd name="connsiteY105" fmla="*/ 711225 h 1160647"/>
                <a:gd name="connsiteX106" fmla="*/ 665515 w 3195788"/>
                <a:gd name="connsiteY106" fmla="*/ 711225 h 1160647"/>
                <a:gd name="connsiteX107" fmla="*/ 670835 w 3195788"/>
                <a:gd name="connsiteY107" fmla="*/ 711225 h 1160647"/>
                <a:gd name="connsiteX108" fmla="*/ 670835 w 3195788"/>
                <a:gd name="connsiteY108" fmla="*/ 605298 h 1160647"/>
                <a:gd name="connsiteX109" fmla="*/ 672355 w 3195788"/>
                <a:gd name="connsiteY109" fmla="*/ 605298 h 1160647"/>
                <a:gd name="connsiteX110" fmla="*/ 682995 w 3195788"/>
                <a:gd name="connsiteY110" fmla="*/ 605298 h 1160647"/>
                <a:gd name="connsiteX111" fmla="*/ 682995 w 3195788"/>
                <a:gd name="connsiteY111" fmla="*/ 557739 h 1160647"/>
                <a:gd name="connsiteX112" fmla="*/ 709342 w 3195788"/>
                <a:gd name="connsiteY112" fmla="*/ 557739 h 1160647"/>
                <a:gd name="connsiteX113" fmla="*/ 709342 w 3195788"/>
                <a:gd name="connsiteY113" fmla="*/ 536121 h 1160647"/>
                <a:gd name="connsiteX114" fmla="*/ 743796 w 3195788"/>
                <a:gd name="connsiteY114" fmla="*/ 536121 h 1160647"/>
                <a:gd name="connsiteX115" fmla="*/ 743796 w 3195788"/>
                <a:gd name="connsiteY115" fmla="*/ 538553 h 1160647"/>
                <a:gd name="connsiteX116" fmla="*/ 743796 w 3195788"/>
                <a:gd name="connsiteY116" fmla="*/ 555577 h 1160647"/>
                <a:gd name="connsiteX117" fmla="*/ 746076 w 3195788"/>
                <a:gd name="connsiteY117" fmla="*/ 555577 h 1160647"/>
                <a:gd name="connsiteX118" fmla="*/ 762036 w 3195788"/>
                <a:gd name="connsiteY118" fmla="*/ 555577 h 1160647"/>
                <a:gd name="connsiteX119" fmla="*/ 762036 w 3195788"/>
                <a:gd name="connsiteY119" fmla="*/ 603136 h 1160647"/>
                <a:gd name="connsiteX120" fmla="*/ 763049 w 3195788"/>
                <a:gd name="connsiteY120" fmla="*/ 603136 h 1160647"/>
                <a:gd name="connsiteX121" fmla="*/ 770143 w 3195788"/>
                <a:gd name="connsiteY121" fmla="*/ 603136 h 1160647"/>
                <a:gd name="connsiteX122" fmla="*/ 784330 w 3195788"/>
                <a:gd name="connsiteY122" fmla="*/ 607460 h 1160647"/>
                <a:gd name="connsiteX123" fmla="*/ 784330 w 3195788"/>
                <a:gd name="connsiteY123" fmla="*/ 646372 h 1160647"/>
                <a:gd name="connsiteX124" fmla="*/ 785343 w 3195788"/>
                <a:gd name="connsiteY124" fmla="*/ 646372 h 1160647"/>
                <a:gd name="connsiteX125" fmla="*/ 792436 w 3195788"/>
                <a:gd name="connsiteY125" fmla="*/ 646372 h 1160647"/>
                <a:gd name="connsiteX126" fmla="*/ 792436 w 3195788"/>
                <a:gd name="connsiteY126" fmla="*/ 647993 h 1160647"/>
                <a:gd name="connsiteX127" fmla="*/ 792436 w 3195788"/>
                <a:gd name="connsiteY127" fmla="*/ 659342 h 1160647"/>
                <a:gd name="connsiteX128" fmla="*/ 794463 w 3195788"/>
                <a:gd name="connsiteY128" fmla="*/ 659342 h 1160647"/>
                <a:gd name="connsiteX129" fmla="*/ 808650 w 3195788"/>
                <a:gd name="connsiteY129" fmla="*/ 659342 h 1160647"/>
                <a:gd name="connsiteX130" fmla="*/ 814730 w 3195788"/>
                <a:gd name="connsiteY130" fmla="*/ 665828 h 1160647"/>
                <a:gd name="connsiteX131" fmla="*/ 814730 w 3195788"/>
                <a:gd name="connsiteY131" fmla="*/ 687446 h 1160647"/>
                <a:gd name="connsiteX132" fmla="*/ 817010 w 3195788"/>
                <a:gd name="connsiteY132" fmla="*/ 687446 h 1160647"/>
                <a:gd name="connsiteX133" fmla="*/ 832970 w 3195788"/>
                <a:gd name="connsiteY133" fmla="*/ 687446 h 1160647"/>
                <a:gd name="connsiteX134" fmla="*/ 832970 w 3195788"/>
                <a:gd name="connsiteY134" fmla="*/ 688526 h 1160647"/>
                <a:gd name="connsiteX135" fmla="*/ 832970 w 3195788"/>
                <a:gd name="connsiteY135" fmla="*/ 696093 h 1160647"/>
                <a:gd name="connsiteX136" fmla="*/ 834237 w 3195788"/>
                <a:gd name="connsiteY136" fmla="*/ 696093 h 1160647"/>
                <a:gd name="connsiteX137" fmla="*/ 843104 w 3195788"/>
                <a:gd name="connsiteY137" fmla="*/ 696093 h 1160647"/>
                <a:gd name="connsiteX138" fmla="*/ 843104 w 3195788"/>
                <a:gd name="connsiteY138" fmla="*/ 698254 h 1160647"/>
                <a:gd name="connsiteX139" fmla="*/ 843104 w 3195788"/>
                <a:gd name="connsiteY139" fmla="*/ 713387 h 1160647"/>
                <a:gd name="connsiteX140" fmla="*/ 847157 w 3195788"/>
                <a:gd name="connsiteY140" fmla="*/ 711495 h 1160647"/>
                <a:gd name="connsiteX141" fmla="*/ 847157 w 3195788"/>
                <a:gd name="connsiteY141" fmla="*/ 698254 h 1160647"/>
                <a:gd name="connsiteX142" fmla="*/ 848170 w 3195788"/>
                <a:gd name="connsiteY142" fmla="*/ 698254 h 1160647"/>
                <a:gd name="connsiteX143" fmla="*/ 855264 w 3195788"/>
                <a:gd name="connsiteY143" fmla="*/ 698254 h 1160647"/>
                <a:gd name="connsiteX144" fmla="*/ 855264 w 3195788"/>
                <a:gd name="connsiteY144" fmla="*/ 699876 h 1160647"/>
                <a:gd name="connsiteX145" fmla="*/ 855264 w 3195788"/>
                <a:gd name="connsiteY145" fmla="*/ 711225 h 1160647"/>
                <a:gd name="connsiteX146" fmla="*/ 856024 w 3195788"/>
                <a:gd name="connsiteY146" fmla="*/ 711225 h 1160647"/>
                <a:gd name="connsiteX147" fmla="*/ 861344 w 3195788"/>
                <a:gd name="connsiteY147" fmla="*/ 711225 h 1160647"/>
                <a:gd name="connsiteX148" fmla="*/ 909984 w 3195788"/>
                <a:gd name="connsiteY148" fmla="*/ 706902 h 1160647"/>
                <a:gd name="connsiteX149" fmla="*/ 909984 w 3195788"/>
                <a:gd name="connsiteY149" fmla="*/ 708253 h 1160647"/>
                <a:gd name="connsiteX150" fmla="*/ 909984 w 3195788"/>
                <a:gd name="connsiteY150" fmla="*/ 717710 h 1160647"/>
                <a:gd name="connsiteX151" fmla="*/ 910744 w 3195788"/>
                <a:gd name="connsiteY151" fmla="*/ 717710 h 1160647"/>
                <a:gd name="connsiteX152" fmla="*/ 916065 w 3195788"/>
                <a:gd name="connsiteY152" fmla="*/ 717710 h 1160647"/>
                <a:gd name="connsiteX153" fmla="*/ 916065 w 3195788"/>
                <a:gd name="connsiteY153" fmla="*/ 719872 h 1160647"/>
                <a:gd name="connsiteX154" fmla="*/ 916065 w 3195788"/>
                <a:gd name="connsiteY154" fmla="*/ 735005 h 1160647"/>
                <a:gd name="connsiteX155" fmla="*/ 918091 w 3195788"/>
                <a:gd name="connsiteY155" fmla="*/ 733654 h 1160647"/>
                <a:gd name="connsiteX156" fmla="*/ 932278 w 3195788"/>
                <a:gd name="connsiteY156" fmla="*/ 724196 h 1160647"/>
                <a:gd name="connsiteX157" fmla="*/ 938358 w 3195788"/>
                <a:gd name="connsiteY157" fmla="*/ 683122 h 1160647"/>
                <a:gd name="connsiteX158" fmla="*/ 939118 w 3195788"/>
                <a:gd name="connsiteY158" fmla="*/ 682852 h 1160647"/>
                <a:gd name="connsiteX159" fmla="*/ 944438 w 3195788"/>
                <a:gd name="connsiteY159" fmla="*/ 680960 h 1160647"/>
                <a:gd name="connsiteX160" fmla="*/ 946465 w 3195788"/>
                <a:gd name="connsiteY160" fmla="*/ 611783 h 1160647"/>
                <a:gd name="connsiteX161" fmla="*/ 948492 w 3195788"/>
                <a:gd name="connsiteY161" fmla="*/ 680960 h 1160647"/>
                <a:gd name="connsiteX162" fmla="*/ 949252 w 3195788"/>
                <a:gd name="connsiteY162" fmla="*/ 681230 h 1160647"/>
                <a:gd name="connsiteX163" fmla="*/ 954572 w 3195788"/>
                <a:gd name="connsiteY163" fmla="*/ 683122 h 1160647"/>
                <a:gd name="connsiteX164" fmla="*/ 954572 w 3195788"/>
                <a:gd name="connsiteY164" fmla="*/ 596651 h 1160647"/>
                <a:gd name="connsiteX165" fmla="*/ 958625 w 3195788"/>
                <a:gd name="connsiteY165" fmla="*/ 564224 h 1160647"/>
                <a:gd name="connsiteX166" fmla="*/ 997132 w 3195788"/>
                <a:gd name="connsiteY166" fmla="*/ 564224 h 1160647"/>
                <a:gd name="connsiteX167" fmla="*/ 997132 w 3195788"/>
                <a:gd name="connsiteY167" fmla="*/ 596651 h 1160647"/>
                <a:gd name="connsiteX168" fmla="*/ 997892 w 3195788"/>
                <a:gd name="connsiteY168" fmla="*/ 596651 h 1160647"/>
                <a:gd name="connsiteX169" fmla="*/ 1003212 w 3195788"/>
                <a:gd name="connsiteY169" fmla="*/ 596651 h 1160647"/>
                <a:gd name="connsiteX170" fmla="*/ 1003212 w 3195788"/>
                <a:gd name="connsiteY170" fmla="*/ 514503 h 1160647"/>
                <a:gd name="connsiteX171" fmla="*/ 1004986 w 3195788"/>
                <a:gd name="connsiteY171" fmla="*/ 514503 h 1160647"/>
                <a:gd name="connsiteX172" fmla="*/ 1017399 w 3195788"/>
                <a:gd name="connsiteY172" fmla="*/ 514503 h 1160647"/>
                <a:gd name="connsiteX173" fmla="*/ 1017399 w 3195788"/>
                <a:gd name="connsiteY173" fmla="*/ 512612 h 1160647"/>
                <a:gd name="connsiteX174" fmla="*/ 1017399 w 3195788"/>
                <a:gd name="connsiteY174" fmla="*/ 499371 h 1160647"/>
                <a:gd name="connsiteX175" fmla="*/ 1039693 w 3195788"/>
                <a:gd name="connsiteY175" fmla="*/ 499371 h 1160647"/>
                <a:gd name="connsiteX176" fmla="*/ 1039693 w 3195788"/>
                <a:gd name="connsiteY176" fmla="*/ 498290 h 1160647"/>
                <a:gd name="connsiteX177" fmla="*/ 1039693 w 3195788"/>
                <a:gd name="connsiteY177" fmla="*/ 490724 h 1160647"/>
                <a:gd name="connsiteX178" fmla="*/ 1041466 w 3195788"/>
                <a:gd name="connsiteY178" fmla="*/ 490724 h 1160647"/>
                <a:gd name="connsiteX179" fmla="*/ 1053880 w 3195788"/>
                <a:gd name="connsiteY179" fmla="*/ 490724 h 1160647"/>
                <a:gd name="connsiteX180" fmla="*/ 1053880 w 3195788"/>
                <a:gd name="connsiteY180" fmla="*/ 491805 h 1160647"/>
                <a:gd name="connsiteX181" fmla="*/ 1053880 w 3195788"/>
                <a:gd name="connsiteY181" fmla="*/ 499371 h 1160647"/>
                <a:gd name="connsiteX182" fmla="*/ 1054640 w 3195788"/>
                <a:gd name="connsiteY182" fmla="*/ 499371 h 1160647"/>
                <a:gd name="connsiteX183" fmla="*/ 1059960 w 3195788"/>
                <a:gd name="connsiteY183" fmla="*/ 499371 h 1160647"/>
                <a:gd name="connsiteX184" fmla="*/ 1070093 w 3195788"/>
                <a:gd name="connsiteY184" fmla="*/ 495047 h 1160647"/>
                <a:gd name="connsiteX185" fmla="*/ 1074146 w 3195788"/>
                <a:gd name="connsiteY185" fmla="*/ 498290 h 1160647"/>
                <a:gd name="connsiteX186" fmla="*/ 1074146 w 3195788"/>
                <a:gd name="connsiteY186" fmla="*/ 490724 h 1160647"/>
                <a:gd name="connsiteX187" fmla="*/ 1076426 w 3195788"/>
                <a:gd name="connsiteY187" fmla="*/ 490724 h 1160647"/>
                <a:gd name="connsiteX188" fmla="*/ 1092387 w 3195788"/>
                <a:gd name="connsiteY188" fmla="*/ 490724 h 1160647"/>
                <a:gd name="connsiteX189" fmla="*/ 1092387 w 3195788"/>
                <a:gd name="connsiteY189" fmla="*/ 491805 h 1160647"/>
                <a:gd name="connsiteX190" fmla="*/ 1092387 w 3195788"/>
                <a:gd name="connsiteY190" fmla="*/ 499371 h 1160647"/>
                <a:gd name="connsiteX191" fmla="*/ 1122787 w 3195788"/>
                <a:gd name="connsiteY191" fmla="*/ 499371 h 1160647"/>
                <a:gd name="connsiteX192" fmla="*/ 1122787 w 3195788"/>
                <a:gd name="connsiteY192" fmla="*/ 500992 h 1160647"/>
                <a:gd name="connsiteX193" fmla="*/ 1122787 w 3195788"/>
                <a:gd name="connsiteY193" fmla="*/ 512342 h 1160647"/>
                <a:gd name="connsiteX194" fmla="*/ 1149134 w 3195788"/>
                <a:gd name="connsiteY194" fmla="*/ 512342 h 1160647"/>
                <a:gd name="connsiteX195" fmla="*/ 1149134 w 3195788"/>
                <a:gd name="connsiteY195" fmla="*/ 542606 h 1160647"/>
                <a:gd name="connsiteX196" fmla="*/ 1149894 w 3195788"/>
                <a:gd name="connsiteY196" fmla="*/ 542606 h 1160647"/>
                <a:gd name="connsiteX197" fmla="*/ 1155214 w 3195788"/>
                <a:gd name="connsiteY197" fmla="*/ 542606 h 1160647"/>
                <a:gd name="connsiteX198" fmla="*/ 1155214 w 3195788"/>
                <a:gd name="connsiteY198" fmla="*/ 543687 h 1160647"/>
                <a:gd name="connsiteX199" fmla="*/ 1155214 w 3195788"/>
                <a:gd name="connsiteY199" fmla="*/ 551254 h 1160647"/>
                <a:gd name="connsiteX200" fmla="*/ 1159268 w 3195788"/>
                <a:gd name="connsiteY200" fmla="*/ 581518 h 1160647"/>
                <a:gd name="connsiteX201" fmla="*/ 1160028 w 3195788"/>
                <a:gd name="connsiteY201" fmla="*/ 581518 h 1160647"/>
                <a:gd name="connsiteX202" fmla="*/ 1165348 w 3195788"/>
                <a:gd name="connsiteY202" fmla="*/ 581518 h 1160647"/>
                <a:gd name="connsiteX203" fmla="*/ 1165348 w 3195788"/>
                <a:gd name="connsiteY203" fmla="*/ 582329 h 1160647"/>
                <a:gd name="connsiteX204" fmla="*/ 1165348 w 3195788"/>
                <a:gd name="connsiteY204" fmla="*/ 588004 h 1160647"/>
                <a:gd name="connsiteX205" fmla="*/ 1166361 w 3195788"/>
                <a:gd name="connsiteY205" fmla="*/ 588004 h 1160647"/>
                <a:gd name="connsiteX206" fmla="*/ 1173454 w 3195788"/>
                <a:gd name="connsiteY206" fmla="*/ 588004 h 1160647"/>
                <a:gd name="connsiteX207" fmla="*/ 1173454 w 3195788"/>
                <a:gd name="connsiteY207" fmla="*/ 618269 h 1160647"/>
                <a:gd name="connsiteX208" fmla="*/ 1175481 w 3195788"/>
                <a:gd name="connsiteY208" fmla="*/ 618269 h 1160647"/>
                <a:gd name="connsiteX209" fmla="*/ 1189668 w 3195788"/>
                <a:gd name="connsiteY209" fmla="*/ 618269 h 1160647"/>
                <a:gd name="connsiteX210" fmla="*/ 1189668 w 3195788"/>
                <a:gd name="connsiteY210" fmla="*/ 642048 h 1160647"/>
                <a:gd name="connsiteX211" fmla="*/ 1191695 w 3195788"/>
                <a:gd name="connsiteY211" fmla="*/ 643669 h 1160647"/>
                <a:gd name="connsiteX212" fmla="*/ 1191695 w 3195788"/>
                <a:gd name="connsiteY212" fmla="*/ 655019 h 1160647"/>
                <a:gd name="connsiteX213" fmla="*/ 1192455 w 3195788"/>
                <a:gd name="connsiteY213" fmla="*/ 655019 h 1160647"/>
                <a:gd name="connsiteX214" fmla="*/ 1197775 w 3195788"/>
                <a:gd name="connsiteY214" fmla="*/ 655019 h 1160647"/>
                <a:gd name="connsiteX215" fmla="*/ 1197775 w 3195788"/>
                <a:gd name="connsiteY215" fmla="*/ 678798 h 1160647"/>
                <a:gd name="connsiteX216" fmla="*/ 1199041 w 3195788"/>
                <a:gd name="connsiteY216" fmla="*/ 678798 h 1160647"/>
                <a:gd name="connsiteX217" fmla="*/ 1207908 w 3195788"/>
                <a:gd name="connsiteY217" fmla="*/ 678798 h 1160647"/>
                <a:gd name="connsiteX218" fmla="*/ 1209935 w 3195788"/>
                <a:gd name="connsiteY218" fmla="*/ 682852 h 1160647"/>
                <a:gd name="connsiteX219" fmla="*/ 1209935 w 3195788"/>
                <a:gd name="connsiteY219" fmla="*/ 696093 h 1160647"/>
                <a:gd name="connsiteX220" fmla="*/ 1211455 w 3195788"/>
                <a:gd name="connsiteY220" fmla="*/ 694201 h 1160647"/>
                <a:gd name="connsiteX221" fmla="*/ 1222095 w 3195788"/>
                <a:gd name="connsiteY221" fmla="*/ 680960 h 1160647"/>
                <a:gd name="connsiteX222" fmla="*/ 1250469 w 3195788"/>
                <a:gd name="connsiteY222" fmla="*/ 680960 h 1160647"/>
                <a:gd name="connsiteX223" fmla="*/ 1250469 w 3195788"/>
                <a:gd name="connsiteY223" fmla="*/ 767431 h 1160647"/>
                <a:gd name="connsiteX224" fmla="*/ 1251229 w 3195788"/>
                <a:gd name="connsiteY224" fmla="*/ 767431 h 1160647"/>
                <a:gd name="connsiteX225" fmla="*/ 1256549 w 3195788"/>
                <a:gd name="connsiteY225" fmla="*/ 767431 h 1160647"/>
                <a:gd name="connsiteX226" fmla="*/ 1257309 w 3195788"/>
                <a:gd name="connsiteY226" fmla="*/ 766080 h 1160647"/>
                <a:gd name="connsiteX227" fmla="*/ 1262629 w 3195788"/>
                <a:gd name="connsiteY227" fmla="*/ 756622 h 1160647"/>
                <a:gd name="connsiteX228" fmla="*/ 1262629 w 3195788"/>
                <a:gd name="connsiteY228" fmla="*/ 758514 h 1160647"/>
                <a:gd name="connsiteX229" fmla="*/ 1262629 w 3195788"/>
                <a:gd name="connsiteY229" fmla="*/ 771755 h 1160647"/>
                <a:gd name="connsiteX230" fmla="*/ 1266682 w 3195788"/>
                <a:gd name="connsiteY230" fmla="*/ 726358 h 1160647"/>
                <a:gd name="connsiteX231" fmla="*/ 1267442 w 3195788"/>
                <a:gd name="connsiteY231" fmla="*/ 726358 h 1160647"/>
                <a:gd name="connsiteX232" fmla="*/ 1272762 w 3195788"/>
                <a:gd name="connsiteY232" fmla="*/ 726358 h 1160647"/>
                <a:gd name="connsiteX233" fmla="*/ 1272762 w 3195788"/>
                <a:gd name="connsiteY233" fmla="*/ 661504 h 1160647"/>
                <a:gd name="connsiteX234" fmla="*/ 1273776 w 3195788"/>
                <a:gd name="connsiteY234" fmla="*/ 661504 h 1160647"/>
                <a:gd name="connsiteX235" fmla="*/ 1280869 w 3195788"/>
                <a:gd name="connsiteY235" fmla="*/ 661504 h 1160647"/>
                <a:gd name="connsiteX236" fmla="*/ 1293029 w 3195788"/>
                <a:gd name="connsiteY236" fmla="*/ 618269 h 1160647"/>
                <a:gd name="connsiteX237" fmla="*/ 1294296 w 3195788"/>
                <a:gd name="connsiteY237" fmla="*/ 618269 h 1160647"/>
                <a:gd name="connsiteX238" fmla="*/ 1303163 w 3195788"/>
                <a:gd name="connsiteY238" fmla="*/ 618269 h 1160647"/>
                <a:gd name="connsiteX239" fmla="*/ 1313296 w 3195788"/>
                <a:gd name="connsiteY239" fmla="*/ 661504 h 1160647"/>
                <a:gd name="connsiteX240" fmla="*/ 1314309 w 3195788"/>
                <a:gd name="connsiteY240" fmla="*/ 661504 h 1160647"/>
                <a:gd name="connsiteX241" fmla="*/ 1321403 w 3195788"/>
                <a:gd name="connsiteY241" fmla="*/ 661504 h 1160647"/>
                <a:gd name="connsiteX242" fmla="*/ 1321403 w 3195788"/>
                <a:gd name="connsiteY242" fmla="*/ 700416 h 1160647"/>
                <a:gd name="connsiteX243" fmla="*/ 1323176 w 3195788"/>
                <a:gd name="connsiteY243" fmla="*/ 700416 h 1160647"/>
                <a:gd name="connsiteX244" fmla="*/ 1335590 w 3195788"/>
                <a:gd name="connsiteY244" fmla="*/ 700416 h 1160647"/>
                <a:gd name="connsiteX245" fmla="*/ 1335590 w 3195788"/>
                <a:gd name="connsiteY245" fmla="*/ 702578 h 1160647"/>
                <a:gd name="connsiteX246" fmla="*/ 1335590 w 3195788"/>
                <a:gd name="connsiteY246" fmla="*/ 717710 h 1160647"/>
                <a:gd name="connsiteX247" fmla="*/ 1339643 w 3195788"/>
                <a:gd name="connsiteY247" fmla="*/ 715549 h 1160647"/>
                <a:gd name="connsiteX248" fmla="*/ 1339643 w 3195788"/>
                <a:gd name="connsiteY248" fmla="*/ 700416 h 1160647"/>
                <a:gd name="connsiteX249" fmla="*/ 1341163 w 3195788"/>
                <a:gd name="connsiteY249" fmla="*/ 700416 h 1160647"/>
                <a:gd name="connsiteX250" fmla="*/ 1351803 w 3195788"/>
                <a:gd name="connsiteY250" fmla="*/ 700416 h 1160647"/>
                <a:gd name="connsiteX251" fmla="*/ 1351803 w 3195788"/>
                <a:gd name="connsiteY251" fmla="*/ 702037 h 1160647"/>
                <a:gd name="connsiteX252" fmla="*/ 1351803 w 3195788"/>
                <a:gd name="connsiteY252" fmla="*/ 713387 h 1160647"/>
                <a:gd name="connsiteX253" fmla="*/ 1382204 w 3195788"/>
                <a:gd name="connsiteY253" fmla="*/ 713387 h 1160647"/>
                <a:gd name="connsiteX254" fmla="*/ 1382204 w 3195788"/>
                <a:gd name="connsiteY254" fmla="*/ 676637 h 1160647"/>
                <a:gd name="connsiteX255" fmla="*/ 1383470 w 3195788"/>
                <a:gd name="connsiteY255" fmla="*/ 676637 h 1160647"/>
                <a:gd name="connsiteX256" fmla="*/ 1392337 w 3195788"/>
                <a:gd name="connsiteY256" fmla="*/ 676637 h 1160647"/>
                <a:gd name="connsiteX257" fmla="*/ 1392337 w 3195788"/>
                <a:gd name="connsiteY257" fmla="*/ 698254 h 1160647"/>
                <a:gd name="connsiteX258" fmla="*/ 1394364 w 3195788"/>
                <a:gd name="connsiteY258" fmla="*/ 665828 h 1160647"/>
                <a:gd name="connsiteX259" fmla="*/ 1416657 w 3195788"/>
                <a:gd name="connsiteY259" fmla="*/ 665828 h 1160647"/>
                <a:gd name="connsiteX260" fmla="*/ 1416657 w 3195788"/>
                <a:gd name="connsiteY260" fmla="*/ 664206 h 1160647"/>
                <a:gd name="connsiteX261" fmla="*/ 1416657 w 3195788"/>
                <a:gd name="connsiteY261" fmla="*/ 652857 h 1160647"/>
                <a:gd name="connsiteX262" fmla="*/ 1417417 w 3195788"/>
                <a:gd name="connsiteY262" fmla="*/ 652857 h 1160647"/>
                <a:gd name="connsiteX263" fmla="*/ 1422737 w 3195788"/>
                <a:gd name="connsiteY263" fmla="*/ 652857 h 1160647"/>
                <a:gd name="connsiteX264" fmla="*/ 1422737 w 3195788"/>
                <a:gd name="connsiteY264" fmla="*/ 650966 h 1160647"/>
                <a:gd name="connsiteX265" fmla="*/ 1422737 w 3195788"/>
                <a:gd name="connsiteY265" fmla="*/ 637725 h 1160647"/>
                <a:gd name="connsiteX266" fmla="*/ 1426791 w 3195788"/>
                <a:gd name="connsiteY266" fmla="*/ 644210 h 1160647"/>
                <a:gd name="connsiteX267" fmla="*/ 1429071 w 3195788"/>
                <a:gd name="connsiteY267" fmla="*/ 644210 h 1160647"/>
                <a:gd name="connsiteX268" fmla="*/ 1445031 w 3195788"/>
                <a:gd name="connsiteY268" fmla="*/ 644210 h 1160647"/>
                <a:gd name="connsiteX269" fmla="*/ 1445031 w 3195788"/>
                <a:gd name="connsiteY269" fmla="*/ 643399 h 1160647"/>
                <a:gd name="connsiteX270" fmla="*/ 1445031 w 3195788"/>
                <a:gd name="connsiteY270" fmla="*/ 637725 h 1160647"/>
                <a:gd name="connsiteX271" fmla="*/ 1445791 w 3195788"/>
                <a:gd name="connsiteY271" fmla="*/ 637725 h 1160647"/>
                <a:gd name="connsiteX272" fmla="*/ 1451111 w 3195788"/>
                <a:gd name="connsiteY272" fmla="*/ 637725 h 1160647"/>
                <a:gd name="connsiteX273" fmla="*/ 1451111 w 3195788"/>
                <a:gd name="connsiteY273" fmla="*/ 639076 h 1160647"/>
                <a:gd name="connsiteX274" fmla="*/ 1451111 w 3195788"/>
                <a:gd name="connsiteY274" fmla="*/ 648534 h 1160647"/>
                <a:gd name="connsiteX275" fmla="*/ 1489618 w 3195788"/>
                <a:gd name="connsiteY275" fmla="*/ 648534 h 1160647"/>
                <a:gd name="connsiteX276" fmla="*/ 1489618 w 3195788"/>
                <a:gd name="connsiteY276" fmla="*/ 786887 h 1160647"/>
                <a:gd name="connsiteX277" fmla="*/ 1491138 w 3195788"/>
                <a:gd name="connsiteY277" fmla="*/ 786887 h 1160647"/>
                <a:gd name="connsiteX278" fmla="*/ 1501778 w 3195788"/>
                <a:gd name="connsiteY278" fmla="*/ 786887 h 1160647"/>
                <a:gd name="connsiteX279" fmla="*/ 1501778 w 3195788"/>
                <a:gd name="connsiteY279" fmla="*/ 773917 h 1160647"/>
                <a:gd name="connsiteX280" fmla="*/ 1505832 w 3195788"/>
                <a:gd name="connsiteY280" fmla="*/ 773917 h 1160647"/>
                <a:gd name="connsiteX281" fmla="*/ 1505832 w 3195788"/>
                <a:gd name="connsiteY281" fmla="*/ 786887 h 1160647"/>
                <a:gd name="connsiteX282" fmla="*/ 1536232 w 3195788"/>
                <a:gd name="connsiteY282" fmla="*/ 786887 h 1160647"/>
                <a:gd name="connsiteX283" fmla="*/ 1536232 w 3195788"/>
                <a:gd name="connsiteY283" fmla="*/ 756622 h 1160647"/>
                <a:gd name="connsiteX284" fmla="*/ 1548392 w 3195788"/>
                <a:gd name="connsiteY284" fmla="*/ 756622 h 1160647"/>
                <a:gd name="connsiteX285" fmla="*/ 1560552 w 3195788"/>
                <a:gd name="connsiteY285" fmla="*/ 754461 h 1160647"/>
                <a:gd name="connsiteX286" fmla="*/ 1564606 w 3195788"/>
                <a:gd name="connsiteY286" fmla="*/ 756622 h 1160647"/>
                <a:gd name="connsiteX287" fmla="*/ 1574739 w 3195788"/>
                <a:gd name="connsiteY287" fmla="*/ 756622 h 1160647"/>
                <a:gd name="connsiteX288" fmla="*/ 1574739 w 3195788"/>
                <a:gd name="connsiteY288" fmla="*/ 786887 h 1160647"/>
                <a:gd name="connsiteX289" fmla="*/ 1582846 w 3195788"/>
                <a:gd name="connsiteY289" fmla="*/ 786887 h 1160647"/>
                <a:gd name="connsiteX290" fmla="*/ 1582846 w 3195788"/>
                <a:gd name="connsiteY290" fmla="*/ 804182 h 1160647"/>
                <a:gd name="connsiteX291" fmla="*/ 1592182 w 3195788"/>
                <a:gd name="connsiteY291" fmla="*/ 805087 h 1160647"/>
                <a:gd name="connsiteX292" fmla="*/ 1605140 w 3195788"/>
                <a:gd name="connsiteY292" fmla="*/ 805087 h 1160647"/>
                <a:gd name="connsiteX293" fmla="*/ 1605140 w 3195788"/>
                <a:gd name="connsiteY293" fmla="*/ 789049 h 1160647"/>
                <a:gd name="connsiteX294" fmla="*/ 1673096 w 3195788"/>
                <a:gd name="connsiteY294" fmla="*/ 789049 h 1160647"/>
                <a:gd name="connsiteX295" fmla="*/ 1673096 w 3195788"/>
                <a:gd name="connsiteY295" fmla="*/ 703796 h 1160647"/>
                <a:gd name="connsiteX296" fmla="*/ 1745104 w 3195788"/>
                <a:gd name="connsiteY296" fmla="*/ 703796 h 1160647"/>
                <a:gd name="connsiteX297" fmla="*/ 1745104 w 3195788"/>
                <a:gd name="connsiteY297" fmla="*/ 782564 h 1160647"/>
                <a:gd name="connsiteX298" fmla="*/ 1747008 w 3195788"/>
                <a:gd name="connsiteY298" fmla="*/ 782564 h 1160647"/>
                <a:gd name="connsiteX299" fmla="*/ 1748250 w 3195788"/>
                <a:gd name="connsiteY299" fmla="*/ 805087 h 1160647"/>
                <a:gd name="connsiteX300" fmla="*/ 1757926 w 3195788"/>
                <a:gd name="connsiteY300" fmla="*/ 805087 h 1160647"/>
                <a:gd name="connsiteX301" fmla="*/ 1759168 w 3195788"/>
                <a:gd name="connsiteY301" fmla="*/ 782564 h 1160647"/>
                <a:gd name="connsiteX302" fmla="*/ 1765248 w 3195788"/>
                <a:gd name="connsiteY302" fmla="*/ 782564 h 1160647"/>
                <a:gd name="connsiteX303" fmla="*/ 1766490 w 3195788"/>
                <a:gd name="connsiteY303" fmla="*/ 805087 h 1160647"/>
                <a:gd name="connsiteX304" fmla="*/ 1817112 w 3195788"/>
                <a:gd name="connsiteY304" fmla="*/ 805087 h 1160647"/>
                <a:gd name="connsiteX305" fmla="*/ 1817112 w 3195788"/>
                <a:gd name="connsiteY305" fmla="*/ 642059 h 1160647"/>
                <a:gd name="connsiteX306" fmla="*/ 2014439 w 3195788"/>
                <a:gd name="connsiteY306" fmla="*/ 642059 h 1160647"/>
                <a:gd name="connsiteX307" fmla="*/ 2014439 w 3195788"/>
                <a:gd name="connsiteY307" fmla="*/ 805087 h 1160647"/>
                <a:gd name="connsiteX308" fmla="*/ 2033136 w 3195788"/>
                <a:gd name="connsiteY308" fmla="*/ 805087 h 1160647"/>
                <a:gd name="connsiteX309" fmla="*/ 2033136 w 3195788"/>
                <a:gd name="connsiteY309" fmla="*/ 722394 h 1160647"/>
                <a:gd name="connsiteX310" fmla="*/ 2128256 w 3195788"/>
                <a:gd name="connsiteY310" fmla="*/ 722394 h 1160647"/>
                <a:gd name="connsiteX311" fmla="*/ 2140186 w 3195788"/>
                <a:gd name="connsiteY311" fmla="*/ 404253 h 1160647"/>
                <a:gd name="connsiteX312" fmla="*/ 2128026 w 3195788"/>
                <a:gd name="connsiteY312" fmla="*/ 382635 h 1160647"/>
                <a:gd name="connsiteX313" fmla="*/ 2121946 w 3195788"/>
                <a:gd name="connsiteY313" fmla="*/ 378311 h 1160647"/>
                <a:gd name="connsiteX314" fmla="*/ 2130053 w 3195788"/>
                <a:gd name="connsiteY314" fmla="*/ 354532 h 1160647"/>
                <a:gd name="connsiteX315" fmla="*/ 2130053 w 3195788"/>
                <a:gd name="connsiteY315" fmla="*/ 337238 h 1160647"/>
                <a:gd name="connsiteX316" fmla="*/ 2144240 w 3195788"/>
                <a:gd name="connsiteY316" fmla="*/ 337238 h 1160647"/>
                <a:gd name="connsiteX317" fmla="*/ 2144240 w 3195788"/>
                <a:gd name="connsiteY317" fmla="*/ 315620 h 1160647"/>
                <a:gd name="connsiteX318" fmla="*/ 2146266 w 3195788"/>
                <a:gd name="connsiteY318" fmla="*/ 311296 h 1160647"/>
                <a:gd name="connsiteX319" fmla="*/ 2146266 w 3195788"/>
                <a:gd name="connsiteY319" fmla="*/ 233472 h 1160647"/>
                <a:gd name="connsiteX320" fmla="*/ 2144240 w 3195788"/>
                <a:gd name="connsiteY320" fmla="*/ 226987 h 1160647"/>
                <a:gd name="connsiteX321" fmla="*/ 2150320 w 3195788"/>
                <a:gd name="connsiteY321" fmla="*/ 220501 h 1160647"/>
                <a:gd name="connsiteX322" fmla="*/ 2150320 w 3195788"/>
                <a:gd name="connsiteY322" fmla="*/ 162133 h 1160647"/>
                <a:gd name="connsiteX323" fmla="*/ 2152346 w 3195788"/>
                <a:gd name="connsiteY323" fmla="*/ 157810 h 1160647"/>
                <a:gd name="connsiteX324" fmla="*/ 2152346 w 3195788"/>
                <a:gd name="connsiteY324" fmla="*/ 101604 h 1160647"/>
                <a:gd name="connsiteX325" fmla="*/ 2154373 w 3195788"/>
                <a:gd name="connsiteY325" fmla="*/ 82148 h 1160647"/>
                <a:gd name="connsiteX326" fmla="*/ 2158427 w 3195788"/>
                <a:gd name="connsiteY326" fmla="*/ 99442 h 1160647"/>
                <a:gd name="connsiteX327" fmla="*/ 2160453 w 3195788"/>
                <a:gd name="connsiteY327" fmla="*/ 157810 h 1160647"/>
                <a:gd name="connsiteX328" fmla="*/ 2162480 w 3195788"/>
                <a:gd name="connsiteY328" fmla="*/ 220501 h 1160647"/>
                <a:gd name="connsiteX329" fmla="*/ 2168560 w 3195788"/>
                <a:gd name="connsiteY329" fmla="*/ 226987 h 1160647"/>
                <a:gd name="connsiteX330" fmla="*/ 2166533 w 3195788"/>
                <a:gd name="connsiteY330" fmla="*/ 233472 h 1160647"/>
                <a:gd name="connsiteX331" fmla="*/ 2166533 w 3195788"/>
                <a:gd name="connsiteY331" fmla="*/ 311296 h 1160647"/>
                <a:gd name="connsiteX332" fmla="*/ 2168560 w 3195788"/>
                <a:gd name="connsiteY332" fmla="*/ 315620 h 1160647"/>
                <a:gd name="connsiteX333" fmla="*/ 2168560 w 3195788"/>
                <a:gd name="connsiteY333" fmla="*/ 337238 h 1160647"/>
                <a:gd name="connsiteX334" fmla="*/ 2182747 w 3195788"/>
                <a:gd name="connsiteY334" fmla="*/ 337238 h 1160647"/>
                <a:gd name="connsiteX335" fmla="*/ 2182747 w 3195788"/>
                <a:gd name="connsiteY335" fmla="*/ 354532 h 1160647"/>
                <a:gd name="connsiteX336" fmla="*/ 2190854 w 3195788"/>
                <a:gd name="connsiteY336" fmla="*/ 378311 h 1160647"/>
                <a:gd name="connsiteX337" fmla="*/ 2184774 w 3195788"/>
                <a:gd name="connsiteY337" fmla="*/ 382635 h 1160647"/>
                <a:gd name="connsiteX338" fmla="*/ 2172613 w 3195788"/>
                <a:gd name="connsiteY338" fmla="*/ 404253 h 1160647"/>
                <a:gd name="connsiteX339" fmla="*/ 2180720 w 3195788"/>
                <a:gd name="connsiteY339" fmla="*/ 657181 h 1160647"/>
                <a:gd name="connsiteX340" fmla="*/ 2245574 w 3195788"/>
                <a:gd name="connsiteY340" fmla="*/ 657181 h 1160647"/>
                <a:gd name="connsiteX341" fmla="*/ 2245574 w 3195788"/>
                <a:gd name="connsiteY341" fmla="*/ 732843 h 1160647"/>
                <a:gd name="connsiteX342" fmla="*/ 2253681 w 3195788"/>
                <a:gd name="connsiteY342" fmla="*/ 732843 h 1160647"/>
                <a:gd name="connsiteX343" fmla="*/ 2255708 w 3195788"/>
                <a:gd name="connsiteY343" fmla="*/ 726358 h 1160647"/>
                <a:gd name="connsiteX344" fmla="*/ 2261788 w 3195788"/>
                <a:gd name="connsiteY344" fmla="*/ 726358 h 1160647"/>
                <a:gd name="connsiteX345" fmla="*/ 2263815 w 3195788"/>
                <a:gd name="connsiteY345" fmla="*/ 735005 h 1160647"/>
                <a:gd name="connsiteX346" fmla="*/ 2275975 w 3195788"/>
                <a:gd name="connsiteY346" fmla="*/ 735005 h 1160647"/>
                <a:gd name="connsiteX347" fmla="*/ 2275975 w 3195788"/>
                <a:gd name="connsiteY347" fmla="*/ 728519 h 1160647"/>
                <a:gd name="connsiteX348" fmla="*/ 2298268 w 3195788"/>
                <a:gd name="connsiteY348" fmla="*/ 728519 h 1160647"/>
                <a:gd name="connsiteX349" fmla="*/ 2298268 w 3195788"/>
                <a:gd name="connsiteY349" fmla="*/ 735005 h 1160647"/>
                <a:gd name="connsiteX350" fmla="*/ 2318535 w 3195788"/>
                <a:gd name="connsiteY350" fmla="*/ 735005 h 1160647"/>
                <a:gd name="connsiteX351" fmla="*/ 2318535 w 3195788"/>
                <a:gd name="connsiteY351" fmla="*/ 780402 h 1160647"/>
                <a:gd name="connsiteX352" fmla="*/ 2332722 w 3195788"/>
                <a:gd name="connsiteY352" fmla="*/ 780402 h 1160647"/>
                <a:gd name="connsiteX353" fmla="*/ 2332722 w 3195788"/>
                <a:gd name="connsiteY353" fmla="*/ 767431 h 1160647"/>
                <a:gd name="connsiteX354" fmla="*/ 2348936 w 3195788"/>
                <a:gd name="connsiteY354" fmla="*/ 767431 h 1160647"/>
                <a:gd name="connsiteX355" fmla="*/ 2348936 w 3195788"/>
                <a:gd name="connsiteY355" fmla="*/ 588004 h 1160647"/>
                <a:gd name="connsiteX356" fmla="*/ 2355016 w 3195788"/>
                <a:gd name="connsiteY356" fmla="*/ 581518 h 1160647"/>
                <a:gd name="connsiteX357" fmla="*/ 2427977 w 3195788"/>
                <a:gd name="connsiteY357" fmla="*/ 581518 h 1160647"/>
                <a:gd name="connsiteX358" fmla="*/ 2427977 w 3195788"/>
                <a:gd name="connsiteY358" fmla="*/ 590166 h 1160647"/>
                <a:gd name="connsiteX359" fmla="*/ 2438110 w 3195788"/>
                <a:gd name="connsiteY359" fmla="*/ 590166 h 1160647"/>
                <a:gd name="connsiteX360" fmla="*/ 2438110 w 3195788"/>
                <a:gd name="connsiteY360" fmla="*/ 704740 h 1160647"/>
                <a:gd name="connsiteX361" fmla="*/ 2460404 w 3195788"/>
                <a:gd name="connsiteY361" fmla="*/ 704740 h 1160647"/>
                <a:gd name="connsiteX362" fmla="*/ 2460404 w 3195788"/>
                <a:gd name="connsiteY362" fmla="*/ 637725 h 1160647"/>
                <a:gd name="connsiteX363" fmla="*/ 2486751 w 3195788"/>
                <a:gd name="connsiteY363" fmla="*/ 637725 h 1160647"/>
                <a:gd name="connsiteX364" fmla="*/ 2490804 w 3195788"/>
                <a:gd name="connsiteY364" fmla="*/ 633401 h 1160647"/>
                <a:gd name="connsiteX365" fmla="*/ 2498911 w 3195788"/>
                <a:gd name="connsiteY365" fmla="*/ 633401 h 1160647"/>
                <a:gd name="connsiteX366" fmla="*/ 2502964 w 3195788"/>
                <a:gd name="connsiteY366" fmla="*/ 637725 h 1160647"/>
                <a:gd name="connsiteX367" fmla="*/ 2525258 w 3195788"/>
                <a:gd name="connsiteY367" fmla="*/ 637725 h 1160647"/>
                <a:gd name="connsiteX368" fmla="*/ 2525258 w 3195788"/>
                <a:gd name="connsiteY368" fmla="*/ 520989 h 1160647"/>
                <a:gd name="connsiteX369" fmla="*/ 2582005 w 3195788"/>
                <a:gd name="connsiteY369" fmla="*/ 510180 h 1160647"/>
                <a:gd name="connsiteX370" fmla="*/ 2582005 w 3195788"/>
                <a:gd name="connsiteY370" fmla="*/ 511261 h 1160647"/>
                <a:gd name="connsiteX371" fmla="*/ 2582005 w 3195788"/>
                <a:gd name="connsiteY371" fmla="*/ 518827 h 1160647"/>
                <a:gd name="connsiteX372" fmla="*/ 2608352 w 3195788"/>
                <a:gd name="connsiteY372" fmla="*/ 518827 h 1160647"/>
                <a:gd name="connsiteX373" fmla="*/ 2608352 w 3195788"/>
                <a:gd name="connsiteY373" fmla="*/ 773917 h 1160647"/>
                <a:gd name="connsiteX374" fmla="*/ 2630646 w 3195788"/>
                <a:gd name="connsiteY374" fmla="*/ 773917 h 1160647"/>
                <a:gd name="connsiteX375" fmla="*/ 2630646 w 3195788"/>
                <a:gd name="connsiteY375" fmla="*/ 769593 h 1160647"/>
                <a:gd name="connsiteX376" fmla="*/ 2642806 w 3195788"/>
                <a:gd name="connsiteY376" fmla="*/ 769593 h 1160647"/>
                <a:gd name="connsiteX377" fmla="*/ 2642806 w 3195788"/>
                <a:gd name="connsiteY377" fmla="*/ 773917 h 1160647"/>
                <a:gd name="connsiteX378" fmla="*/ 2667126 w 3195788"/>
                <a:gd name="connsiteY378" fmla="*/ 773917 h 1160647"/>
                <a:gd name="connsiteX379" fmla="*/ 2667126 w 3195788"/>
                <a:gd name="connsiteY379" fmla="*/ 760946 h 1160647"/>
                <a:gd name="connsiteX380" fmla="*/ 2695500 w 3195788"/>
                <a:gd name="connsiteY380" fmla="*/ 760946 h 1160647"/>
                <a:gd name="connsiteX381" fmla="*/ 2707660 w 3195788"/>
                <a:gd name="connsiteY381" fmla="*/ 756622 h 1160647"/>
                <a:gd name="connsiteX382" fmla="*/ 2727927 w 3195788"/>
                <a:gd name="connsiteY382" fmla="*/ 760946 h 1160647"/>
                <a:gd name="connsiteX383" fmla="*/ 2727927 w 3195788"/>
                <a:gd name="connsiteY383" fmla="*/ 743652 h 1160647"/>
                <a:gd name="connsiteX384" fmla="*/ 2736034 w 3195788"/>
                <a:gd name="connsiteY384" fmla="*/ 743652 h 1160647"/>
                <a:gd name="connsiteX385" fmla="*/ 2736034 w 3195788"/>
                <a:gd name="connsiteY385" fmla="*/ 730681 h 1160647"/>
                <a:gd name="connsiteX386" fmla="*/ 2792781 w 3195788"/>
                <a:gd name="connsiteY386" fmla="*/ 730681 h 1160647"/>
                <a:gd name="connsiteX387" fmla="*/ 2792781 w 3195788"/>
                <a:gd name="connsiteY387" fmla="*/ 700416 h 1160647"/>
                <a:gd name="connsiteX388" fmla="*/ 2811021 w 3195788"/>
                <a:gd name="connsiteY388" fmla="*/ 700416 h 1160647"/>
                <a:gd name="connsiteX389" fmla="*/ 2811021 w 3195788"/>
                <a:gd name="connsiteY389" fmla="*/ 693931 h 1160647"/>
                <a:gd name="connsiteX390" fmla="*/ 2823181 w 3195788"/>
                <a:gd name="connsiteY390" fmla="*/ 693931 h 1160647"/>
                <a:gd name="connsiteX391" fmla="*/ 2823181 w 3195788"/>
                <a:gd name="connsiteY391" fmla="*/ 700416 h 1160647"/>
                <a:gd name="connsiteX392" fmla="*/ 2839395 w 3195788"/>
                <a:gd name="connsiteY392" fmla="*/ 700416 h 1160647"/>
                <a:gd name="connsiteX393" fmla="*/ 2839395 w 3195788"/>
                <a:gd name="connsiteY393" fmla="*/ 750137 h 1160647"/>
                <a:gd name="connsiteX394" fmla="*/ 2871822 w 3195788"/>
                <a:gd name="connsiteY394" fmla="*/ 750137 h 1160647"/>
                <a:gd name="connsiteX395" fmla="*/ 2871822 w 3195788"/>
                <a:gd name="connsiteY395" fmla="*/ 724196 h 1160647"/>
                <a:gd name="connsiteX396" fmla="*/ 2910329 w 3195788"/>
                <a:gd name="connsiteY396" fmla="*/ 724196 h 1160647"/>
                <a:gd name="connsiteX397" fmla="*/ 2910329 w 3195788"/>
                <a:gd name="connsiteY397" fmla="*/ 693931 h 1160647"/>
                <a:gd name="connsiteX398" fmla="*/ 2958970 w 3195788"/>
                <a:gd name="connsiteY398" fmla="*/ 693931 h 1160647"/>
                <a:gd name="connsiteX399" fmla="*/ 2958970 w 3195788"/>
                <a:gd name="connsiteY399" fmla="*/ 805087 h 1160647"/>
                <a:gd name="connsiteX400" fmla="*/ 2958970 w 3195788"/>
                <a:gd name="connsiteY400" fmla="*/ 818866 h 1160647"/>
                <a:gd name="connsiteX401" fmla="*/ 2968113 w 3195788"/>
                <a:gd name="connsiteY401" fmla="*/ 818866 h 1160647"/>
                <a:gd name="connsiteX402" fmla="*/ 2968113 w 3195788"/>
                <a:gd name="connsiteY402" fmla="*/ 762555 h 1160647"/>
                <a:gd name="connsiteX403" fmla="*/ 2971450 w 3195788"/>
                <a:gd name="connsiteY403" fmla="*/ 756622 h 1160647"/>
                <a:gd name="connsiteX404" fmla="*/ 2971450 w 3195788"/>
                <a:gd name="connsiteY404" fmla="*/ 758514 h 1160647"/>
                <a:gd name="connsiteX405" fmla="*/ 2971450 w 3195788"/>
                <a:gd name="connsiteY405" fmla="*/ 771755 h 1160647"/>
                <a:gd name="connsiteX406" fmla="*/ 2975503 w 3195788"/>
                <a:gd name="connsiteY406" fmla="*/ 726358 h 1160647"/>
                <a:gd name="connsiteX407" fmla="*/ 2976263 w 3195788"/>
                <a:gd name="connsiteY407" fmla="*/ 726358 h 1160647"/>
                <a:gd name="connsiteX408" fmla="*/ 2981583 w 3195788"/>
                <a:gd name="connsiteY408" fmla="*/ 726358 h 1160647"/>
                <a:gd name="connsiteX409" fmla="*/ 2981583 w 3195788"/>
                <a:gd name="connsiteY409" fmla="*/ 661504 h 1160647"/>
                <a:gd name="connsiteX410" fmla="*/ 2982597 w 3195788"/>
                <a:gd name="connsiteY410" fmla="*/ 661504 h 1160647"/>
                <a:gd name="connsiteX411" fmla="*/ 2989690 w 3195788"/>
                <a:gd name="connsiteY411" fmla="*/ 661504 h 1160647"/>
                <a:gd name="connsiteX412" fmla="*/ 3001850 w 3195788"/>
                <a:gd name="connsiteY412" fmla="*/ 618269 h 1160647"/>
                <a:gd name="connsiteX413" fmla="*/ 3003117 w 3195788"/>
                <a:gd name="connsiteY413" fmla="*/ 618269 h 1160647"/>
                <a:gd name="connsiteX414" fmla="*/ 3011984 w 3195788"/>
                <a:gd name="connsiteY414" fmla="*/ 618269 h 1160647"/>
                <a:gd name="connsiteX415" fmla="*/ 3022117 w 3195788"/>
                <a:gd name="connsiteY415" fmla="*/ 661504 h 1160647"/>
                <a:gd name="connsiteX416" fmla="*/ 3023130 w 3195788"/>
                <a:gd name="connsiteY416" fmla="*/ 661504 h 1160647"/>
                <a:gd name="connsiteX417" fmla="*/ 3030224 w 3195788"/>
                <a:gd name="connsiteY417" fmla="*/ 661504 h 1160647"/>
                <a:gd name="connsiteX418" fmla="*/ 3030224 w 3195788"/>
                <a:gd name="connsiteY418" fmla="*/ 700416 h 1160647"/>
                <a:gd name="connsiteX419" fmla="*/ 3031997 w 3195788"/>
                <a:gd name="connsiteY419" fmla="*/ 700416 h 1160647"/>
                <a:gd name="connsiteX420" fmla="*/ 3044411 w 3195788"/>
                <a:gd name="connsiteY420" fmla="*/ 700416 h 1160647"/>
                <a:gd name="connsiteX421" fmla="*/ 3044411 w 3195788"/>
                <a:gd name="connsiteY421" fmla="*/ 702578 h 1160647"/>
                <a:gd name="connsiteX422" fmla="*/ 3044411 w 3195788"/>
                <a:gd name="connsiteY422" fmla="*/ 717710 h 1160647"/>
                <a:gd name="connsiteX423" fmla="*/ 3048464 w 3195788"/>
                <a:gd name="connsiteY423" fmla="*/ 715549 h 1160647"/>
                <a:gd name="connsiteX424" fmla="*/ 3048464 w 3195788"/>
                <a:gd name="connsiteY424" fmla="*/ 700416 h 1160647"/>
                <a:gd name="connsiteX425" fmla="*/ 3049984 w 3195788"/>
                <a:gd name="connsiteY425" fmla="*/ 700416 h 1160647"/>
                <a:gd name="connsiteX426" fmla="*/ 3060624 w 3195788"/>
                <a:gd name="connsiteY426" fmla="*/ 700416 h 1160647"/>
                <a:gd name="connsiteX427" fmla="*/ 3060624 w 3195788"/>
                <a:gd name="connsiteY427" fmla="*/ 702037 h 1160647"/>
                <a:gd name="connsiteX428" fmla="*/ 3060624 w 3195788"/>
                <a:gd name="connsiteY428" fmla="*/ 713387 h 1160647"/>
                <a:gd name="connsiteX429" fmla="*/ 3091025 w 3195788"/>
                <a:gd name="connsiteY429" fmla="*/ 713387 h 1160647"/>
                <a:gd name="connsiteX430" fmla="*/ 3091025 w 3195788"/>
                <a:gd name="connsiteY430" fmla="*/ 676637 h 1160647"/>
                <a:gd name="connsiteX431" fmla="*/ 3092291 w 3195788"/>
                <a:gd name="connsiteY431" fmla="*/ 676637 h 1160647"/>
                <a:gd name="connsiteX432" fmla="*/ 3101158 w 3195788"/>
                <a:gd name="connsiteY432" fmla="*/ 676637 h 1160647"/>
                <a:gd name="connsiteX433" fmla="*/ 3101158 w 3195788"/>
                <a:gd name="connsiteY433" fmla="*/ 698254 h 1160647"/>
                <a:gd name="connsiteX434" fmla="*/ 3103185 w 3195788"/>
                <a:gd name="connsiteY434" fmla="*/ 665828 h 1160647"/>
                <a:gd name="connsiteX435" fmla="*/ 3125478 w 3195788"/>
                <a:gd name="connsiteY435" fmla="*/ 665828 h 1160647"/>
                <a:gd name="connsiteX436" fmla="*/ 3125478 w 3195788"/>
                <a:gd name="connsiteY436" fmla="*/ 664206 h 1160647"/>
                <a:gd name="connsiteX437" fmla="*/ 3125478 w 3195788"/>
                <a:gd name="connsiteY437" fmla="*/ 652857 h 1160647"/>
                <a:gd name="connsiteX438" fmla="*/ 3126238 w 3195788"/>
                <a:gd name="connsiteY438" fmla="*/ 652857 h 1160647"/>
                <a:gd name="connsiteX439" fmla="*/ 3131558 w 3195788"/>
                <a:gd name="connsiteY439" fmla="*/ 652857 h 1160647"/>
                <a:gd name="connsiteX440" fmla="*/ 3131558 w 3195788"/>
                <a:gd name="connsiteY440" fmla="*/ 650966 h 1160647"/>
                <a:gd name="connsiteX441" fmla="*/ 3131558 w 3195788"/>
                <a:gd name="connsiteY441" fmla="*/ 637725 h 1160647"/>
                <a:gd name="connsiteX442" fmla="*/ 3135612 w 3195788"/>
                <a:gd name="connsiteY442" fmla="*/ 644210 h 1160647"/>
                <a:gd name="connsiteX443" fmla="*/ 3137892 w 3195788"/>
                <a:gd name="connsiteY443" fmla="*/ 644210 h 1160647"/>
                <a:gd name="connsiteX444" fmla="*/ 3153852 w 3195788"/>
                <a:gd name="connsiteY444" fmla="*/ 644210 h 1160647"/>
                <a:gd name="connsiteX445" fmla="*/ 3153852 w 3195788"/>
                <a:gd name="connsiteY445" fmla="*/ 643399 h 1160647"/>
                <a:gd name="connsiteX446" fmla="*/ 3153852 w 3195788"/>
                <a:gd name="connsiteY446" fmla="*/ 637725 h 1160647"/>
                <a:gd name="connsiteX447" fmla="*/ 3154612 w 3195788"/>
                <a:gd name="connsiteY447" fmla="*/ 637725 h 1160647"/>
                <a:gd name="connsiteX448" fmla="*/ 3159932 w 3195788"/>
                <a:gd name="connsiteY448" fmla="*/ 637725 h 1160647"/>
                <a:gd name="connsiteX449" fmla="*/ 3159932 w 3195788"/>
                <a:gd name="connsiteY449" fmla="*/ 639076 h 1160647"/>
                <a:gd name="connsiteX450" fmla="*/ 3159932 w 3195788"/>
                <a:gd name="connsiteY450" fmla="*/ 648534 h 1160647"/>
                <a:gd name="connsiteX451" fmla="*/ 3195788 w 3195788"/>
                <a:gd name="connsiteY451" fmla="*/ 648534 h 1160647"/>
                <a:gd name="connsiteX452" fmla="*/ 3195788 w 3195788"/>
                <a:gd name="connsiteY452" fmla="*/ 1159457 h 1160647"/>
                <a:gd name="connsiteX453" fmla="*/ 3031533 w 3195788"/>
                <a:gd name="connsiteY453" fmla="*/ 1159331 h 1160647"/>
                <a:gd name="connsiteX454" fmla="*/ 3031520 w 3195788"/>
                <a:gd name="connsiteY454" fmla="*/ 1160647 h 1160647"/>
                <a:gd name="connsiteX455" fmla="*/ 2054 w 3195788"/>
                <a:gd name="connsiteY455" fmla="*/ 1158314 h 1160647"/>
                <a:gd name="connsiteX456" fmla="*/ 0 w 3195788"/>
                <a:gd name="connsiteY456" fmla="*/ 724196 h 1160647"/>
                <a:gd name="connsiteX457" fmla="*/ 20267 w 3195788"/>
                <a:gd name="connsiteY457" fmla="*/ 724196 h 1160647"/>
                <a:gd name="connsiteX458" fmla="*/ 20774 w 3195788"/>
                <a:gd name="connsiteY458" fmla="*/ 723115 h 1160647"/>
                <a:gd name="connsiteX459" fmla="*/ 24320 w 3195788"/>
                <a:gd name="connsiteY459" fmla="*/ 715549 h 1160647"/>
                <a:gd name="connsiteX460" fmla="*/ 26094 w 3195788"/>
                <a:gd name="connsiteY460" fmla="*/ 715819 h 1160647"/>
                <a:gd name="connsiteX461" fmla="*/ 38507 w 3195788"/>
                <a:gd name="connsiteY461" fmla="*/ 717710 h 1160647"/>
                <a:gd name="connsiteX462" fmla="*/ 39014 w 3195788"/>
                <a:gd name="connsiteY462" fmla="*/ 719062 h 1160647"/>
                <a:gd name="connsiteX463" fmla="*/ 42560 w 3195788"/>
                <a:gd name="connsiteY463" fmla="*/ 728519 h 1160647"/>
                <a:gd name="connsiteX464" fmla="*/ 68907 w 3195788"/>
                <a:gd name="connsiteY464" fmla="*/ 730681 h 1160647"/>
                <a:gd name="connsiteX465" fmla="*/ 68907 w 3195788"/>
                <a:gd name="connsiteY465" fmla="*/ 607460 h 1160647"/>
                <a:gd name="connsiteX466" fmla="*/ 70934 w 3195788"/>
                <a:gd name="connsiteY466" fmla="*/ 607460 h 1160647"/>
                <a:gd name="connsiteX467" fmla="*/ 85121 w 3195788"/>
                <a:gd name="connsiteY467" fmla="*/ 607460 h 1160647"/>
                <a:gd name="connsiteX468" fmla="*/ 85121 w 3195788"/>
                <a:gd name="connsiteY468" fmla="*/ 471268 h 1160647"/>
                <a:gd name="connsiteX469" fmla="*/ 86894 w 3195788"/>
                <a:gd name="connsiteY469" fmla="*/ 471268 h 1160647"/>
                <a:gd name="connsiteX470" fmla="*/ 99308 w 3195788"/>
                <a:gd name="connsiteY470" fmla="*/ 471268 h 1160647"/>
                <a:gd name="connsiteX471" fmla="*/ 99308 w 3195788"/>
                <a:gd name="connsiteY471" fmla="*/ 356694 h 1160647"/>
                <a:gd name="connsiteX472" fmla="*/ 103361 w 3195788"/>
                <a:gd name="connsiteY472" fmla="*/ 328590 h 1160647"/>
                <a:gd name="connsiteX473" fmla="*/ 105388 w 3195788"/>
                <a:gd name="connsiteY473" fmla="*/ 328590 h 1160647"/>
                <a:gd name="connsiteX474" fmla="*/ 119575 w 3195788"/>
                <a:gd name="connsiteY474" fmla="*/ 328590 h 1160647"/>
                <a:gd name="connsiteX475" fmla="*/ 156055 w 3195788"/>
                <a:gd name="connsiteY475" fmla="*/ 246443 h 1160647"/>
                <a:gd name="connsiteX476" fmla="*/ 160109 w 3195788"/>
                <a:gd name="connsiteY476" fmla="*/ 0 h 1160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</a:cxnLst>
              <a:rect l="l" t="t" r="r" b="b"/>
              <a:pathLst>
                <a:path w="3195788" h="1160647">
                  <a:moveTo>
                    <a:pt x="160109" y="0"/>
                  </a:moveTo>
                  <a:cubicBezTo>
                    <a:pt x="160109" y="18"/>
                    <a:pt x="160125" y="2040"/>
                    <a:pt x="162135" y="246443"/>
                  </a:cubicBezTo>
                  <a:cubicBezTo>
                    <a:pt x="162147" y="246467"/>
                    <a:pt x="162792" y="247808"/>
                    <a:pt x="200642" y="326429"/>
                  </a:cubicBezTo>
                  <a:lnTo>
                    <a:pt x="202669" y="326429"/>
                  </a:lnTo>
                  <a:lnTo>
                    <a:pt x="216856" y="326429"/>
                  </a:lnTo>
                  <a:lnTo>
                    <a:pt x="216856" y="350208"/>
                  </a:lnTo>
                  <a:cubicBezTo>
                    <a:pt x="216858" y="350214"/>
                    <a:pt x="216896" y="350272"/>
                    <a:pt x="217363" y="351019"/>
                  </a:cubicBezTo>
                  <a:lnTo>
                    <a:pt x="220909" y="356694"/>
                  </a:lnTo>
                  <a:lnTo>
                    <a:pt x="220909" y="471268"/>
                  </a:lnTo>
                  <a:lnTo>
                    <a:pt x="223189" y="471268"/>
                  </a:lnTo>
                  <a:lnTo>
                    <a:pt x="239150" y="471268"/>
                  </a:lnTo>
                  <a:lnTo>
                    <a:pt x="239150" y="611783"/>
                  </a:lnTo>
                  <a:cubicBezTo>
                    <a:pt x="239160" y="611782"/>
                    <a:pt x="239272" y="611761"/>
                    <a:pt x="240670" y="611513"/>
                  </a:cubicBezTo>
                  <a:lnTo>
                    <a:pt x="251310" y="609622"/>
                  </a:lnTo>
                  <a:cubicBezTo>
                    <a:pt x="251310" y="609644"/>
                    <a:pt x="251280" y="610978"/>
                    <a:pt x="249283" y="698254"/>
                  </a:cubicBezTo>
                  <a:cubicBezTo>
                    <a:pt x="249293" y="698256"/>
                    <a:pt x="249404" y="698276"/>
                    <a:pt x="250803" y="698525"/>
                  </a:cubicBezTo>
                  <a:lnTo>
                    <a:pt x="261443" y="700416"/>
                  </a:lnTo>
                  <a:cubicBezTo>
                    <a:pt x="261445" y="700423"/>
                    <a:pt x="261465" y="700487"/>
                    <a:pt x="261696" y="701227"/>
                  </a:cubicBezTo>
                  <a:lnTo>
                    <a:pt x="263470" y="706902"/>
                  </a:lnTo>
                  <a:cubicBezTo>
                    <a:pt x="263472" y="706893"/>
                    <a:pt x="263517" y="706750"/>
                    <a:pt x="264230" y="704470"/>
                  </a:cubicBezTo>
                  <a:lnTo>
                    <a:pt x="269550" y="687446"/>
                  </a:lnTo>
                  <a:lnTo>
                    <a:pt x="271323" y="687446"/>
                  </a:lnTo>
                  <a:lnTo>
                    <a:pt x="283737" y="687446"/>
                  </a:lnTo>
                  <a:lnTo>
                    <a:pt x="283737" y="719872"/>
                  </a:lnTo>
                  <a:cubicBezTo>
                    <a:pt x="283743" y="719877"/>
                    <a:pt x="283820" y="719917"/>
                    <a:pt x="284750" y="720413"/>
                  </a:cubicBezTo>
                  <a:lnTo>
                    <a:pt x="291844" y="724196"/>
                  </a:lnTo>
                  <a:lnTo>
                    <a:pt x="291844" y="725547"/>
                  </a:lnTo>
                  <a:lnTo>
                    <a:pt x="291844" y="735005"/>
                  </a:lnTo>
                  <a:lnTo>
                    <a:pt x="336431" y="735005"/>
                  </a:lnTo>
                  <a:lnTo>
                    <a:pt x="336431" y="736086"/>
                  </a:lnTo>
                  <a:lnTo>
                    <a:pt x="336431" y="743652"/>
                  </a:lnTo>
                  <a:lnTo>
                    <a:pt x="338457" y="743652"/>
                  </a:lnTo>
                  <a:lnTo>
                    <a:pt x="352644" y="743652"/>
                  </a:lnTo>
                  <a:lnTo>
                    <a:pt x="352644" y="713387"/>
                  </a:lnTo>
                  <a:lnTo>
                    <a:pt x="397231" y="713387"/>
                  </a:lnTo>
                  <a:lnTo>
                    <a:pt x="397231" y="712036"/>
                  </a:lnTo>
                  <a:lnTo>
                    <a:pt x="397231" y="702578"/>
                  </a:lnTo>
                  <a:lnTo>
                    <a:pt x="398245" y="702578"/>
                  </a:lnTo>
                  <a:lnTo>
                    <a:pt x="405338" y="702578"/>
                  </a:lnTo>
                  <a:lnTo>
                    <a:pt x="405338" y="700687"/>
                  </a:lnTo>
                  <a:lnTo>
                    <a:pt x="405338" y="687446"/>
                  </a:lnTo>
                  <a:lnTo>
                    <a:pt x="406098" y="687446"/>
                  </a:lnTo>
                  <a:lnTo>
                    <a:pt x="411418" y="687446"/>
                  </a:lnTo>
                  <a:lnTo>
                    <a:pt x="411418" y="686365"/>
                  </a:lnTo>
                  <a:lnTo>
                    <a:pt x="411418" y="678798"/>
                  </a:lnTo>
                  <a:lnTo>
                    <a:pt x="413445" y="678798"/>
                  </a:lnTo>
                  <a:lnTo>
                    <a:pt x="427632" y="678798"/>
                  </a:lnTo>
                  <a:lnTo>
                    <a:pt x="427632" y="679879"/>
                  </a:lnTo>
                  <a:lnTo>
                    <a:pt x="427632" y="687446"/>
                  </a:lnTo>
                  <a:lnTo>
                    <a:pt x="449925" y="687446"/>
                  </a:lnTo>
                  <a:lnTo>
                    <a:pt x="449925" y="685554"/>
                  </a:lnTo>
                  <a:lnTo>
                    <a:pt x="449925" y="672313"/>
                  </a:lnTo>
                  <a:lnTo>
                    <a:pt x="451699" y="672313"/>
                  </a:lnTo>
                  <a:lnTo>
                    <a:pt x="464112" y="672313"/>
                  </a:lnTo>
                  <a:lnTo>
                    <a:pt x="464112" y="696093"/>
                  </a:lnTo>
                  <a:lnTo>
                    <a:pt x="465126" y="696093"/>
                  </a:lnTo>
                  <a:lnTo>
                    <a:pt x="472219" y="696093"/>
                  </a:lnTo>
                  <a:lnTo>
                    <a:pt x="472219" y="695012"/>
                  </a:lnTo>
                  <a:lnTo>
                    <a:pt x="472219" y="687446"/>
                  </a:lnTo>
                  <a:lnTo>
                    <a:pt x="473992" y="687446"/>
                  </a:lnTo>
                  <a:lnTo>
                    <a:pt x="486406" y="687446"/>
                  </a:lnTo>
                  <a:lnTo>
                    <a:pt x="486406" y="713387"/>
                  </a:lnTo>
                  <a:lnTo>
                    <a:pt x="488433" y="713387"/>
                  </a:lnTo>
                  <a:lnTo>
                    <a:pt x="502619" y="713387"/>
                  </a:lnTo>
                  <a:lnTo>
                    <a:pt x="502619" y="715008"/>
                  </a:lnTo>
                  <a:lnTo>
                    <a:pt x="502619" y="726358"/>
                  </a:lnTo>
                  <a:lnTo>
                    <a:pt x="503379" y="726358"/>
                  </a:lnTo>
                  <a:lnTo>
                    <a:pt x="508700" y="726358"/>
                  </a:lnTo>
                  <a:lnTo>
                    <a:pt x="508700" y="725547"/>
                  </a:lnTo>
                  <a:lnTo>
                    <a:pt x="508700" y="719872"/>
                  </a:lnTo>
                  <a:lnTo>
                    <a:pt x="539100" y="719872"/>
                  </a:lnTo>
                  <a:lnTo>
                    <a:pt x="539100" y="743652"/>
                  </a:lnTo>
                  <a:lnTo>
                    <a:pt x="540113" y="743652"/>
                  </a:lnTo>
                  <a:lnTo>
                    <a:pt x="547207" y="743652"/>
                  </a:lnTo>
                  <a:lnTo>
                    <a:pt x="547207" y="744733"/>
                  </a:lnTo>
                  <a:lnTo>
                    <a:pt x="547207" y="752299"/>
                  </a:lnTo>
                  <a:lnTo>
                    <a:pt x="547967" y="752299"/>
                  </a:lnTo>
                  <a:lnTo>
                    <a:pt x="553287" y="752299"/>
                  </a:lnTo>
                  <a:lnTo>
                    <a:pt x="553287" y="750137"/>
                  </a:lnTo>
                  <a:lnTo>
                    <a:pt x="553287" y="735005"/>
                  </a:lnTo>
                  <a:lnTo>
                    <a:pt x="554300" y="735005"/>
                  </a:lnTo>
                  <a:lnTo>
                    <a:pt x="561394" y="735005"/>
                  </a:lnTo>
                  <a:lnTo>
                    <a:pt x="561394" y="736086"/>
                  </a:lnTo>
                  <a:lnTo>
                    <a:pt x="561394" y="743652"/>
                  </a:lnTo>
                  <a:lnTo>
                    <a:pt x="566714" y="741659"/>
                  </a:lnTo>
                  <a:cubicBezTo>
                    <a:pt x="567474" y="741287"/>
                    <a:pt x="567474" y="741085"/>
                    <a:pt x="567474" y="740679"/>
                  </a:cubicBezTo>
                  <a:lnTo>
                    <a:pt x="567474" y="735005"/>
                  </a:lnTo>
                  <a:lnTo>
                    <a:pt x="605981" y="735005"/>
                  </a:lnTo>
                  <a:lnTo>
                    <a:pt x="605981" y="758784"/>
                  </a:lnTo>
                  <a:lnTo>
                    <a:pt x="608007" y="758784"/>
                  </a:lnTo>
                  <a:lnTo>
                    <a:pt x="622194" y="758784"/>
                  </a:lnTo>
                  <a:lnTo>
                    <a:pt x="622194" y="759865"/>
                  </a:lnTo>
                  <a:lnTo>
                    <a:pt x="622194" y="767431"/>
                  </a:lnTo>
                  <a:lnTo>
                    <a:pt x="623968" y="767431"/>
                  </a:lnTo>
                  <a:lnTo>
                    <a:pt x="636381" y="767431"/>
                  </a:lnTo>
                  <a:lnTo>
                    <a:pt x="636381" y="743652"/>
                  </a:lnTo>
                  <a:lnTo>
                    <a:pt x="637394" y="743652"/>
                  </a:lnTo>
                  <a:lnTo>
                    <a:pt x="644488" y="743652"/>
                  </a:lnTo>
                  <a:lnTo>
                    <a:pt x="644488" y="711225"/>
                  </a:lnTo>
                  <a:lnTo>
                    <a:pt x="645501" y="711225"/>
                  </a:lnTo>
                  <a:lnTo>
                    <a:pt x="652595" y="711225"/>
                  </a:lnTo>
                  <a:lnTo>
                    <a:pt x="652595" y="709334"/>
                  </a:lnTo>
                  <a:lnTo>
                    <a:pt x="652595" y="696093"/>
                  </a:lnTo>
                  <a:cubicBezTo>
                    <a:pt x="650568" y="696093"/>
                    <a:pt x="650568" y="696093"/>
                    <a:pt x="651328" y="694471"/>
                  </a:cubicBezTo>
                  <a:lnTo>
                    <a:pt x="656648" y="683122"/>
                  </a:lnTo>
                  <a:cubicBezTo>
                    <a:pt x="656653" y="683139"/>
                    <a:pt x="656848" y="683813"/>
                    <a:pt x="664755" y="711225"/>
                  </a:cubicBezTo>
                  <a:lnTo>
                    <a:pt x="665515" y="711225"/>
                  </a:lnTo>
                  <a:lnTo>
                    <a:pt x="670835" y="711225"/>
                  </a:lnTo>
                  <a:lnTo>
                    <a:pt x="670835" y="605298"/>
                  </a:lnTo>
                  <a:lnTo>
                    <a:pt x="672355" y="605298"/>
                  </a:lnTo>
                  <a:lnTo>
                    <a:pt x="682995" y="605298"/>
                  </a:lnTo>
                  <a:lnTo>
                    <a:pt x="682995" y="557739"/>
                  </a:lnTo>
                  <a:lnTo>
                    <a:pt x="709342" y="557739"/>
                  </a:lnTo>
                  <a:lnTo>
                    <a:pt x="709342" y="536121"/>
                  </a:lnTo>
                  <a:lnTo>
                    <a:pt x="743796" y="536121"/>
                  </a:lnTo>
                  <a:lnTo>
                    <a:pt x="743796" y="538553"/>
                  </a:lnTo>
                  <a:lnTo>
                    <a:pt x="743796" y="555577"/>
                  </a:lnTo>
                  <a:lnTo>
                    <a:pt x="746076" y="555577"/>
                  </a:lnTo>
                  <a:lnTo>
                    <a:pt x="762036" y="555577"/>
                  </a:lnTo>
                  <a:lnTo>
                    <a:pt x="762036" y="603136"/>
                  </a:lnTo>
                  <a:lnTo>
                    <a:pt x="763049" y="603136"/>
                  </a:lnTo>
                  <a:lnTo>
                    <a:pt x="770143" y="603136"/>
                  </a:lnTo>
                  <a:lnTo>
                    <a:pt x="784330" y="607460"/>
                  </a:lnTo>
                  <a:lnTo>
                    <a:pt x="784330" y="646372"/>
                  </a:lnTo>
                  <a:lnTo>
                    <a:pt x="785343" y="646372"/>
                  </a:lnTo>
                  <a:lnTo>
                    <a:pt x="792436" y="646372"/>
                  </a:lnTo>
                  <a:lnTo>
                    <a:pt x="792436" y="647993"/>
                  </a:lnTo>
                  <a:lnTo>
                    <a:pt x="792436" y="659342"/>
                  </a:lnTo>
                  <a:lnTo>
                    <a:pt x="794463" y="659342"/>
                  </a:lnTo>
                  <a:lnTo>
                    <a:pt x="808650" y="659342"/>
                  </a:lnTo>
                  <a:lnTo>
                    <a:pt x="814730" y="665828"/>
                  </a:lnTo>
                  <a:lnTo>
                    <a:pt x="814730" y="687446"/>
                  </a:lnTo>
                  <a:lnTo>
                    <a:pt x="817010" y="687446"/>
                  </a:lnTo>
                  <a:lnTo>
                    <a:pt x="832970" y="687446"/>
                  </a:lnTo>
                  <a:lnTo>
                    <a:pt x="832970" y="688526"/>
                  </a:lnTo>
                  <a:lnTo>
                    <a:pt x="832970" y="696093"/>
                  </a:lnTo>
                  <a:lnTo>
                    <a:pt x="834237" y="696093"/>
                  </a:lnTo>
                  <a:lnTo>
                    <a:pt x="843104" y="696093"/>
                  </a:lnTo>
                  <a:lnTo>
                    <a:pt x="843104" y="698254"/>
                  </a:lnTo>
                  <a:lnTo>
                    <a:pt x="843104" y="713387"/>
                  </a:lnTo>
                  <a:cubicBezTo>
                    <a:pt x="847157" y="713387"/>
                    <a:pt x="847157" y="713387"/>
                    <a:pt x="847157" y="711495"/>
                  </a:cubicBezTo>
                  <a:lnTo>
                    <a:pt x="847157" y="698254"/>
                  </a:lnTo>
                  <a:lnTo>
                    <a:pt x="848170" y="698254"/>
                  </a:lnTo>
                  <a:lnTo>
                    <a:pt x="855264" y="698254"/>
                  </a:lnTo>
                  <a:lnTo>
                    <a:pt x="855264" y="699876"/>
                  </a:lnTo>
                  <a:lnTo>
                    <a:pt x="855264" y="711225"/>
                  </a:lnTo>
                  <a:lnTo>
                    <a:pt x="856024" y="711225"/>
                  </a:lnTo>
                  <a:lnTo>
                    <a:pt x="861344" y="711225"/>
                  </a:lnTo>
                  <a:cubicBezTo>
                    <a:pt x="861344" y="706902"/>
                    <a:pt x="861344" y="706902"/>
                    <a:pt x="909984" y="706902"/>
                  </a:cubicBezTo>
                  <a:lnTo>
                    <a:pt x="909984" y="708253"/>
                  </a:lnTo>
                  <a:lnTo>
                    <a:pt x="909984" y="717710"/>
                  </a:lnTo>
                  <a:lnTo>
                    <a:pt x="910744" y="717710"/>
                  </a:lnTo>
                  <a:lnTo>
                    <a:pt x="916065" y="717710"/>
                  </a:lnTo>
                  <a:lnTo>
                    <a:pt x="916065" y="719872"/>
                  </a:lnTo>
                  <a:lnTo>
                    <a:pt x="916065" y="735005"/>
                  </a:lnTo>
                  <a:cubicBezTo>
                    <a:pt x="916073" y="735001"/>
                    <a:pt x="916189" y="734923"/>
                    <a:pt x="918091" y="733654"/>
                  </a:cubicBezTo>
                  <a:lnTo>
                    <a:pt x="932278" y="724196"/>
                  </a:lnTo>
                  <a:cubicBezTo>
                    <a:pt x="932280" y="724177"/>
                    <a:pt x="932411" y="723302"/>
                    <a:pt x="938358" y="683122"/>
                  </a:cubicBezTo>
                  <a:cubicBezTo>
                    <a:pt x="938367" y="683120"/>
                    <a:pt x="938436" y="683094"/>
                    <a:pt x="939118" y="682852"/>
                  </a:cubicBezTo>
                  <a:lnTo>
                    <a:pt x="944438" y="680960"/>
                  </a:lnTo>
                  <a:cubicBezTo>
                    <a:pt x="944438" y="680944"/>
                    <a:pt x="944471" y="679883"/>
                    <a:pt x="946465" y="611783"/>
                  </a:cubicBezTo>
                  <a:cubicBezTo>
                    <a:pt x="946465" y="611801"/>
                    <a:pt x="946498" y="612892"/>
                    <a:pt x="948492" y="680960"/>
                  </a:cubicBezTo>
                  <a:cubicBezTo>
                    <a:pt x="948501" y="680963"/>
                    <a:pt x="948572" y="680988"/>
                    <a:pt x="949252" y="681230"/>
                  </a:cubicBezTo>
                  <a:lnTo>
                    <a:pt x="954572" y="683122"/>
                  </a:lnTo>
                  <a:lnTo>
                    <a:pt x="954572" y="596651"/>
                  </a:lnTo>
                  <a:cubicBezTo>
                    <a:pt x="958625" y="596651"/>
                    <a:pt x="958625" y="596651"/>
                    <a:pt x="958625" y="564224"/>
                  </a:cubicBezTo>
                  <a:lnTo>
                    <a:pt x="997132" y="564224"/>
                  </a:lnTo>
                  <a:lnTo>
                    <a:pt x="997132" y="596651"/>
                  </a:lnTo>
                  <a:lnTo>
                    <a:pt x="997892" y="596651"/>
                  </a:lnTo>
                  <a:lnTo>
                    <a:pt x="1003212" y="596651"/>
                  </a:lnTo>
                  <a:lnTo>
                    <a:pt x="1003212" y="514503"/>
                  </a:lnTo>
                  <a:lnTo>
                    <a:pt x="1004986" y="514503"/>
                  </a:lnTo>
                  <a:lnTo>
                    <a:pt x="1017399" y="514503"/>
                  </a:lnTo>
                  <a:lnTo>
                    <a:pt x="1017399" y="512612"/>
                  </a:lnTo>
                  <a:lnTo>
                    <a:pt x="1017399" y="499371"/>
                  </a:lnTo>
                  <a:lnTo>
                    <a:pt x="1039693" y="499371"/>
                  </a:lnTo>
                  <a:lnTo>
                    <a:pt x="1039693" y="498290"/>
                  </a:lnTo>
                  <a:lnTo>
                    <a:pt x="1039693" y="490724"/>
                  </a:lnTo>
                  <a:lnTo>
                    <a:pt x="1041466" y="490724"/>
                  </a:lnTo>
                  <a:lnTo>
                    <a:pt x="1053880" y="490724"/>
                  </a:lnTo>
                  <a:lnTo>
                    <a:pt x="1053880" y="491805"/>
                  </a:lnTo>
                  <a:lnTo>
                    <a:pt x="1053880" y="499371"/>
                  </a:lnTo>
                  <a:lnTo>
                    <a:pt x="1054640" y="499371"/>
                  </a:lnTo>
                  <a:lnTo>
                    <a:pt x="1059960" y="499371"/>
                  </a:lnTo>
                  <a:lnTo>
                    <a:pt x="1070093" y="495047"/>
                  </a:lnTo>
                  <a:lnTo>
                    <a:pt x="1074146" y="498290"/>
                  </a:lnTo>
                  <a:lnTo>
                    <a:pt x="1074146" y="490724"/>
                  </a:lnTo>
                  <a:lnTo>
                    <a:pt x="1076426" y="490724"/>
                  </a:lnTo>
                  <a:lnTo>
                    <a:pt x="1092387" y="490724"/>
                  </a:lnTo>
                  <a:lnTo>
                    <a:pt x="1092387" y="491805"/>
                  </a:lnTo>
                  <a:lnTo>
                    <a:pt x="1092387" y="499371"/>
                  </a:lnTo>
                  <a:lnTo>
                    <a:pt x="1122787" y="499371"/>
                  </a:lnTo>
                  <a:lnTo>
                    <a:pt x="1122787" y="500992"/>
                  </a:lnTo>
                  <a:lnTo>
                    <a:pt x="1122787" y="512342"/>
                  </a:lnTo>
                  <a:lnTo>
                    <a:pt x="1149134" y="512342"/>
                  </a:lnTo>
                  <a:lnTo>
                    <a:pt x="1149134" y="542606"/>
                  </a:lnTo>
                  <a:lnTo>
                    <a:pt x="1149894" y="542606"/>
                  </a:lnTo>
                  <a:lnTo>
                    <a:pt x="1155214" y="542606"/>
                  </a:lnTo>
                  <a:lnTo>
                    <a:pt x="1155214" y="543687"/>
                  </a:lnTo>
                  <a:lnTo>
                    <a:pt x="1155214" y="551254"/>
                  </a:lnTo>
                  <a:cubicBezTo>
                    <a:pt x="1159268" y="551254"/>
                    <a:pt x="1159268" y="551254"/>
                    <a:pt x="1159268" y="581518"/>
                  </a:cubicBezTo>
                  <a:lnTo>
                    <a:pt x="1160028" y="581518"/>
                  </a:lnTo>
                  <a:lnTo>
                    <a:pt x="1165348" y="581518"/>
                  </a:lnTo>
                  <a:lnTo>
                    <a:pt x="1165348" y="582329"/>
                  </a:lnTo>
                  <a:lnTo>
                    <a:pt x="1165348" y="588004"/>
                  </a:lnTo>
                  <a:lnTo>
                    <a:pt x="1166361" y="588004"/>
                  </a:lnTo>
                  <a:lnTo>
                    <a:pt x="1173454" y="588004"/>
                  </a:lnTo>
                  <a:lnTo>
                    <a:pt x="1173454" y="618269"/>
                  </a:lnTo>
                  <a:lnTo>
                    <a:pt x="1175481" y="618269"/>
                  </a:lnTo>
                  <a:lnTo>
                    <a:pt x="1189668" y="618269"/>
                  </a:lnTo>
                  <a:lnTo>
                    <a:pt x="1189668" y="642048"/>
                  </a:lnTo>
                  <a:cubicBezTo>
                    <a:pt x="1191695" y="642048"/>
                    <a:pt x="1191695" y="642048"/>
                    <a:pt x="1191695" y="643669"/>
                  </a:cubicBezTo>
                  <a:lnTo>
                    <a:pt x="1191695" y="655019"/>
                  </a:lnTo>
                  <a:lnTo>
                    <a:pt x="1192455" y="655019"/>
                  </a:lnTo>
                  <a:lnTo>
                    <a:pt x="1197775" y="655019"/>
                  </a:lnTo>
                  <a:lnTo>
                    <a:pt x="1197775" y="678798"/>
                  </a:lnTo>
                  <a:lnTo>
                    <a:pt x="1199041" y="678798"/>
                  </a:lnTo>
                  <a:lnTo>
                    <a:pt x="1207908" y="678798"/>
                  </a:lnTo>
                  <a:cubicBezTo>
                    <a:pt x="1209935" y="680960"/>
                    <a:pt x="1209935" y="680960"/>
                    <a:pt x="1209935" y="682852"/>
                  </a:cubicBezTo>
                  <a:lnTo>
                    <a:pt x="1209935" y="696093"/>
                  </a:lnTo>
                  <a:cubicBezTo>
                    <a:pt x="1209940" y="696086"/>
                    <a:pt x="1210027" y="695979"/>
                    <a:pt x="1211455" y="694201"/>
                  </a:cubicBezTo>
                  <a:lnTo>
                    <a:pt x="1222095" y="680960"/>
                  </a:lnTo>
                  <a:lnTo>
                    <a:pt x="1250469" y="680960"/>
                  </a:lnTo>
                  <a:lnTo>
                    <a:pt x="1250469" y="767431"/>
                  </a:lnTo>
                  <a:lnTo>
                    <a:pt x="1251229" y="767431"/>
                  </a:lnTo>
                  <a:lnTo>
                    <a:pt x="1256549" y="767431"/>
                  </a:lnTo>
                  <a:cubicBezTo>
                    <a:pt x="1256553" y="767423"/>
                    <a:pt x="1256612" y="767323"/>
                    <a:pt x="1257309" y="766080"/>
                  </a:cubicBezTo>
                  <a:lnTo>
                    <a:pt x="1262629" y="756622"/>
                  </a:lnTo>
                  <a:lnTo>
                    <a:pt x="1262629" y="758514"/>
                  </a:lnTo>
                  <a:lnTo>
                    <a:pt x="1262629" y="771755"/>
                  </a:lnTo>
                  <a:cubicBezTo>
                    <a:pt x="1266682" y="771755"/>
                    <a:pt x="1266682" y="771755"/>
                    <a:pt x="1266682" y="726358"/>
                  </a:cubicBezTo>
                  <a:lnTo>
                    <a:pt x="1267442" y="726358"/>
                  </a:lnTo>
                  <a:lnTo>
                    <a:pt x="1272762" y="726358"/>
                  </a:lnTo>
                  <a:lnTo>
                    <a:pt x="1272762" y="661504"/>
                  </a:lnTo>
                  <a:lnTo>
                    <a:pt x="1273776" y="661504"/>
                  </a:lnTo>
                  <a:lnTo>
                    <a:pt x="1280869" y="661504"/>
                  </a:lnTo>
                  <a:cubicBezTo>
                    <a:pt x="1280875" y="661483"/>
                    <a:pt x="1281139" y="660543"/>
                    <a:pt x="1293029" y="618269"/>
                  </a:cubicBezTo>
                  <a:lnTo>
                    <a:pt x="1294296" y="618269"/>
                  </a:lnTo>
                  <a:lnTo>
                    <a:pt x="1303163" y="618269"/>
                  </a:lnTo>
                  <a:cubicBezTo>
                    <a:pt x="1303168" y="618292"/>
                    <a:pt x="1303394" y="619258"/>
                    <a:pt x="1313296" y="661504"/>
                  </a:cubicBezTo>
                  <a:lnTo>
                    <a:pt x="1314309" y="661504"/>
                  </a:lnTo>
                  <a:lnTo>
                    <a:pt x="1321403" y="661504"/>
                  </a:lnTo>
                  <a:lnTo>
                    <a:pt x="1321403" y="700416"/>
                  </a:lnTo>
                  <a:lnTo>
                    <a:pt x="1323176" y="700416"/>
                  </a:lnTo>
                  <a:lnTo>
                    <a:pt x="1335590" y="700416"/>
                  </a:lnTo>
                  <a:lnTo>
                    <a:pt x="1335590" y="702578"/>
                  </a:lnTo>
                  <a:lnTo>
                    <a:pt x="1335590" y="717710"/>
                  </a:lnTo>
                  <a:cubicBezTo>
                    <a:pt x="1339643" y="717710"/>
                    <a:pt x="1339643" y="717710"/>
                    <a:pt x="1339643" y="715549"/>
                  </a:cubicBezTo>
                  <a:lnTo>
                    <a:pt x="1339643" y="700416"/>
                  </a:lnTo>
                  <a:lnTo>
                    <a:pt x="1341163" y="700416"/>
                  </a:lnTo>
                  <a:lnTo>
                    <a:pt x="1351803" y="700416"/>
                  </a:lnTo>
                  <a:lnTo>
                    <a:pt x="1351803" y="702037"/>
                  </a:lnTo>
                  <a:lnTo>
                    <a:pt x="1351803" y="713387"/>
                  </a:lnTo>
                  <a:lnTo>
                    <a:pt x="1382204" y="713387"/>
                  </a:lnTo>
                  <a:lnTo>
                    <a:pt x="1382204" y="676637"/>
                  </a:lnTo>
                  <a:lnTo>
                    <a:pt x="1383470" y="676637"/>
                  </a:lnTo>
                  <a:lnTo>
                    <a:pt x="1392337" y="676637"/>
                  </a:lnTo>
                  <a:lnTo>
                    <a:pt x="1392337" y="698254"/>
                  </a:lnTo>
                  <a:cubicBezTo>
                    <a:pt x="1394364" y="698254"/>
                    <a:pt x="1394364" y="698254"/>
                    <a:pt x="1394364" y="665828"/>
                  </a:cubicBezTo>
                  <a:lnTo>
                    <a:pt x="1416657" y="665828"/>
                  </a:lnTo>
                  <a:lnTo>
                    <a:pt x="1416657" y="664206"/>
                  </a:lnTo>
                  <a:lnTo>
                    <a:pt x="1416657" y="652857"/>
                  </a:lnTo>
                  <a:lnTo>
                    <a:pt x="1417417" y="652857"/>
                  </a:lnTo>
                  <a:lnTo>
                    <a:pt x="1422737" y="652857"/>
                  </a:lnTo>
                  <a:lnTo>
                    <a:pt x="1422737" y="650966"/>
                  </a:lnTo>
                  <a:lnTo>
                    <a:pt x="1422737" y="637725"/>
                  </a:lnTo>
                  <a:lnTo>
                    <a:pt x="1426791" y="644210"/>
                  </a:lnTo>
                  <a:lnTo>
                    <a:pt x="1429071" y="644210"/>
                  </a:lnTo>
                  <a:lnTo>
                    <a:pt x="1445031" y="644210"/>
                  </a:lnTo>
                  <a:lnTo>
                    <a:pt x="1445031" y="643399"/>
                  </a:lnTo>
                  <a:lnTo>
                    <a:pt x="1445031" y="637725"/>
                  </a:lnTo>
                  <a:lnTo>
                    <a:pt x="1445791" y="637725"/>
                  </a:lnTo>
                  <a:lnTo>
                    <a:pt x="1451111" y="637725"/>
                  </a:lnTo>
                  <a:lnTo>
                    <a:pt x="1451111" y="639076"/>
                  </a:lnTo>
                  <a:lnTo>
                    <a:pt x="1451111" y="648534"/>
                  </a:lnTo>
                  <a:lnTo>
                    <a:pt x="1489618" y="648534"/>
                  </a:lnTo>
                  <a:lnTo>
                    <a:pt x="1489618" y="786887"/>
                  </a:lnTo>
                  <a:lnTo>
                    <a:pt x="1491138" y="786887"/>
                  </a:lnTo>
                  <a:lnTo>
                    <a:pt x="1501778" y="786887"/>
                  </a:lnTo>
                  <a:lnTo>
                    <a:pt x="1501778" y="773917"/>
                  </a:lnTo>
                  <a:lnTo>
                    <a:pt x="1505832" y="773917"/>
                  </a:lnTo>
                  <a:lnTo>
                    <a:pt x="1505832" y="786887"/>
                  </a:lnTo>
                  <a:lnTo>
                    <a:pt x="1536232" y="786887"/>
                  </a:lnTo>
                  <a:lnTo>
                    <a:pt x="1536232" y="756622"/>
                  </a:lnTo>
                  <a:lnTo>
                    <a:pt x="1548392" y="756622"/>
                  </a:lnTo>
                  <a:lnTo>
                    <a:pt x="1560552" y="754461"/>
                  </a:lnTo>
                  <a:cubicBezTo>
                    <a:pt x="1562579" y="754461"/>
                    <a:pt x="1562579" y="756622"/>
                    <a:pt x="1564606" y="756622"/>
                  </a:cubicBezTo>
                  <a:lnTo>
                    <a:pt x="1574739" y="756622"/>
                  </a:lnTo>
                  <a:lnTo>
                    <a:pt x="1574739" y="786887"/>
                  </a:lnTo>
                  <a:lnTo>
                    <a:pt x="1582846" y="786887"/>
                  </a:lnTo>
                  <a:lnTo>
                    <a:pt x="1582846" y="804182"/>
                  </a:lnTo>
                  <a:lnTo>
                    <a:pt x="1592182" y="805087"/>
                  </a:lnTo>
                  <a:lnTo>
                    <a:pt x="1605140" y="805087"/>
                  </a:lnTo>
                  <a:lnTo>
                    <a:pt x="1605140" y="789049"/>
                  </a:lnTo>
                  <a:lnTo>
                    <a:pt x="1673096" y="789049"/>
                  </a:lnTo>
                  <a:lnTo>
                    <a:pt x="1673096" y="703796"/>
                  </a:lnTo>
                  <a:lnTo>
                    <a:pt x="1745104" y="703796"/>
                  </a:lnTo>
                  <a:lnTo>
                    <a:pt x="1745104" y="782564"/>
                  </a:lnTo>
                  <a:lnTo>
                    <a:pt x="1747008" y="782564"/>
                  </a:lnTo>
                  <a:lnTo>
                    <a:pt x="1748250" y="805087"/>
                  </a:lnTo>
                  <a:lnTo>
                    <a:pt x="1757926" y="805087"/>
                  </a:lnTo>
                  <a:cubicBezTo>
                    <a:pt x="1758462" y="797873"/>
                    <a:pt x="1759168" y="790219"/>
                    <a:pt x="1759168" y="782564"/>
                  </a:cubicBezTo>
                  <a:lnTo>
                    <a:pt x="1765248" y="782564"/>
                  </a:lnTo>
                  <a:lnTo>
                    <a:pt x="1766490" y="805087"/>
                  </a:lnTo>
                  <a:lnTo>
                    <a:pt x="1817112" y="805087"/>
                  </a:lnTo>
                  <a:lnTo>
                    <a:pt x="1817112" y="642059"/>
                  </a:lnTo>
                  <a:lnTo>
                    <a:pt x="2014439" y="642059"/>
                  </a:lnTo>
                  <a:lnTo>
                    <a:pt x="2014439" y="805087"/>
                  </a:lnTo>
                  <a:lnTo>
                    <a:pt x="2033136" y="805087"/>
                  </a:lnTo>
                  <a:lnTo>
                    <a:pt x="2033136" y="722394"/>
                  </a:lnTo>
                  <a:lnTo>
                    <a:pt x="2128256" y="722394"/>
                  </a:lnTo>
                  <a:cubicBezTo>
                    <a:pt x="2132331" y="616373"/>
                    <a:pt x="2135709" y="510899"/>
                    <a:pt x="2140186" y="404253"/>
                  </a:cubicBezTo>
                  <a:cubicBezTo>
                    <a:pt x="2130053" y="404253"/>
                    <a:pt x="2105733" y="391282"/>
                    <a:pt x="2128026" y="382635"/>
                  </a:cubicBezTo>
                  <a:cubicBezTo>
                    <a:pt x="2125999" y="380473"/>
                    <a:pt x="2123973" y="378311"/>
                    <a:pt x="2121946" y="378311"/>
                  </a:cubicBezTo>
                  <a:cubicBezTo>
                    <a:pt x="2121946" y="365341"/>
                    <a:pt x="2119919" y="363179"/>
                    <a:pt x="2130053" y="354532"/>
                  </a:cubicBezTo>
                  <a:lnTo>
                    <a:pt x="2130053" y="337238"/>
                  </a:lnTo>
                  <a:lnTo>
                    <a:pt x="2144240" y="337238"/>
                  </a:lnTo>
                  <a:lnTo>
                    <a:pt x="2144240" y="315620"/>
                  </a:lnTo>
                  <a:cubicBezTo>
                    <a:pt x="2144240" y="313458"/>
                    <a:pt x="2146266" y="313458"/>
                    <a:pt x="2146266" y="311296"/>
                  </a:cubicBezTo>
                  <a:lnTo>
                    <a:pt x="2146266" y="233472"/>
                  </a:lnTo>
                  <a:cubicBezTo>
                    <a:pt x="2146266" y="231310"/>
                    <a:pt x="2144240" y="229149"/>
                    <a:pt x="2144240" y="226987"/>
                  </a:cubicBezTo>
                  <a:lnTo>
                    <a:pt x="2150320" y="220501"/>
                  </a:lnTo>
                  <a:lnTo>
                    <a:pt x="2150320" y="162133"/>
                  </a:lnTo>
                  <a:cubicBezTo>
                    <a:pt x="2150320" y="159972"/>
                    <a:pt x="2150320" y="159972"/>
                    <a:pt x="2152346" y="157810"/>
                  </a:cubicBezTo>
                  <a:lnTo>
                    <a:pt x="2152346" y="101604"/>
                  </a:lnTo>
                  <a:cubicBezTo>
                    <a:pt x="2154373" y="92957"/>
                    <a:pt x="2154373" y="88633"/>
                    <a:pt x="2154373" y="82148"/>
                  </a:cubicBezTo>
                  <a:cubicBezTo>
                    <a:pt x="2158427" y="88633"/>
                    <a:pt x="2158427" y="92957"/>
                    <a:pt x="2158427" y="99442"/>
                  </a:cubicBezTo>
                  <a:cubicBezTo>
                    <a:pt x="2160453" y="121060"/>
                    <a:pt x="2160453" y="140516"/>
                    <a:pt x="2160453" y="157810"/>
                  </a:cubicBezTo>
                  <a:cubicBezTo>
                    <a:pt x="2162480" y="181589"/>
                    <a:pt x="2162480" y="201045"/>
                    <a:pt x="2162480" y="220501"/>
                  </a:cubicBezTo>
                  <a:lnTo>
                    <a:pt x="2168560" y="226987"/>
                  </a:lnTo>
                  <a:cubicBezTo>
                    <a:pt x="2168560" y="229149"/>
                    <a:pt x="2166533" y="231310"/>
                    <a:pt x="2166533" y="233472"/>
                  </a:cubicBezTo>
                  <a:lnTo>
                    <a:pt x="2166533" y="311296"/>
                  </a:lnTo>
                  <a:cubicBezTo>
                    <a:pt x="2166533" y="313458"/>
                    <a:pt x="2168560" y="313458"/>
                    <a:pt x="2168560" y="315620"/>
                  </a:cubicBezTo>
                  <a:lnTo>
                    <a:pt x="2168560" y="337238"/>
                  </a:lnTo>
                  <a:lnTo>
                    <a:pt x="2182747" y="337238"/>
                  </a:lnTo>
                  <a:lnTo>
                    <a:pt x="2182747" y="354532"/>
                  </a:lnTo>
                  <a:cubicBezTo>
                    <a:pt x="2190854" y="363179"/>
                    <a:pt x="2190854" y="363179"/>
                    <a:pt x="2190854" y="378311"/>
                  </a:cubicBezTo>
                  <a:cubicBezTo>
                    <a:pt x="2188827" y="378311"/>
                    <a:pt x="2186800" y="380473"/>
                    <a:pt x="2184774" y="382635"/>
                  </a:cubicBezTo>
                  <a:cubicBezTo>
                    <a:pt x="2205040" y="393444"/>
                    <a:pt x="2180720" y="402091"/>
                    <a:pt x="2172613" y="404253"/>
                  </a:cubicBezTo>
                  <a:cubicBezTo>
                    <a:pt x="2174640" y="488562"/>
                    <a:pt x="2178693" y="572871"/>
                    <a:pt x="2180720" y="657181"/>
                  </a:cubicBezTo>
                  <a:lnTo>
                    <a:pt x="2245574" y="657181"/>
                  </a:lnTo>
                  <a:lnTo>
                    <a:pt x="2245574" y="732843"/>
                  </a:lnTo>
                  <a:lnTo>
                    <a:pt x="2253681" y="732843"/>
                  </a:lnTo>
                  <a:cubicBezTo>
                    <a:pt x="2253681" y="730681"/>
                    <a:pt x="2255708" y="728519"/>
                    <a:pt x="2255708" y="726358"/>
                  </a:cubicBezTo>
                  <a:lnTo>
                    <a:pt x="2261788" y="726358"/>
                  </a:lnTo>
                  <a:cubicBezTo>
                    <a:pt x="2261788" y="728519"/>
                    <a:pt x="2261788" y="730681"/>
                    <a:pt x="2263815" y="735005"/>
                  </a:cubicBezTo>
                  <a:lnTo>
                    <a:pt x="2275975" y="735005"/>
                  </a:lnTo>
                  <a:lnTo>
                    <a:pt x="2275975" y="728519"/>
                  </a:lnTo>
                  <a:lnTo>
                    <a:pt x="2298268" y="728519"/>
                  </a:lnTo>
                  <a:lnTo>
                    <a:pt x="2298268" y="735005"/>
                  </a:lnTo>
                  <a:lnTo>
                    <a:pt x="2318535" y="735005"/>
                  </a:lnTo>
                  <a:lnTo>
                    <a:pt x="2318535" y="780402"/>
                  </a:lnTo>
                  <a:lnTo>
                    <a:pt x="2332722" y="780402"/>
                  </a:lnTo>
                  <a:lnTo>
                    <a:pt x="2332722" y="767431"/>
                  </a:lnTo>
                  <a:lnTo>
                    <a:pt x="2348936" y="767431"/>
                  </a:lnTo>
                  <a:lnTo>
                    <a:pt x="2348936" y="588004"/>
                  </a:lnTo>
                  <a:lnTo>
                    <a:pt x="2355016" y="581518"/>
                  </a:lnTo>
                  <a:lnTo>
                    <a:pt x="2427977" y="581518"/>
                  </a:lnTo>
                  <a:lnTo>
                    <a:pt x="2427977" y="590166"/>
                  </a:lnTo>
                  <a:lnTo>
                    <a:pt x="2438110" y="590166"/>
                  </a:lnTo>
                  <a:lnTo>
                    <a:pt x="2438110" y="704740"/>
                  </a:lnTo>
                  <a:lnTo>
                    <a:pt x="2460404" y="704740"/>
                  </a:lnTo>
                  <a:lnTo>
                    <a:pt x="2460404" y="637725"/>
                  </a:lnTo>
                  <a:lnTo>
                    <a:pt x="2486751" y="637725"/>
                  </a:lnTo>
                  <a:cubicBezTo>
                    <a:pt x="2488777" y="637725"/>
                    <a:pt x="2488777" y="635563"/>
                    <a:pt x="2490804" y="633401"/>
                  </a:cubicBezTo>
                  <a:lnTo>
                    <a:pt x="2498911" y="633401"/>
                  </a:lnTo>
                  <a:cubicBezTo>
                    <a:pt x="2500937" y="635563"/>
                    <a:pt x="2500937" y="637725"/>
                    <a:pt x="2502964" y="637725"/>
                  </a:cubicBezTo>
                  <a:lnTo>
                    <a:pt x="2525258" y="637725"/>
                  </a:lnTo>
                  <a:lnTo>
                    <a:pt x="2525258" y="520989"/>
                  </a:lnTo>
                  <a:cubicBezTo>
                    <a:pt x="2525272" y="520986"/>
                    <a:pt x="2526139" y="520822"/>
                    <a:pt x="2582005" y="510180"/>
                  </a:cubicBezTo>
                  <a:lnTo>
                    <a:pt x="2582005" y="511261"/>
                  </a:lnTo>
                  <a:lnTo>
                    <a:pt x="2582005" y="518827"/>
                  </a:lnTo>
                  <a:lnTo>
                    <a:pt x="2608352" y="518827"/>
                  </a:lnTo>
                  <a:lnTo>
                    <a:pt x="2608352" y="773917"/>
                  </a:lnTo>
                  <a:lnTo>
                    <a:pt x="2630646" y="773917"/>
                  </a:lnTo>
                  <a:lnTo>
                    <a:pt x="2630646" y="769593"/>
                  </a:lnTo>
                  <a:lnTo>
                    <a:pt x="2642806" y="769593"/>
                  </a:lnTo>
                  <a:lnTo>
                    <a:pt x="2642806" y="773917"/>
                  </a:lnTo>
                  <a:lnTo>
                    <a:pt x="2667126" y="773917"/>
                  </a:lnTo>
                  <a:lnTo>
                    <a:pt x="2667126" y="760946"/>
                  </a:lnTo>
                  <a:lnTo>
                    <a:pt x="2695500" y="760946"/>
                  </a:lnTo>
                  <a:cubicBezTo>
                    <a:pt x="2699553" y="756622"/>
                    <a:pt x="2703607" y="756622"/>
                    <a:pt x="2707660" y="756622"/>
                  </a:cubicBezTo>
                  <a:cubicBezTo>
                    <a:pt x="2713740" y="760946"/>
                    <a:pt x="2721847" y="760946"/>
                    <a:pt x="2727927" y="760946"/>
                  </a:cubicBezTo>
                  <a:lnTo>
                    <a:pt x="2727927" y="743652"/>
                  </a:lnTo>
                  <a:lnTo>
                    <a:pt x="2736034" y="743652"/>
                  </a:lnTo>
                  <a:lnTo>
                    <a:pt x="2736034" y="730681"/>
                  </a:lnTo>
                  <a:lnTo>
                    <a:pt x="2792781" y="730681"/>
                  </a:lnTo>
                  <a:lnTo>
                    <a:pt x="2792781" y="700416"/>
                  </a:lnTo>
                  <a:lnTo>
                    <a:pt x="2811021" y="700416"/>
                  </a:lnTo>
                  <a:lnTo>
                    <a:pt x="2811021" y="693931"/>
                  </a:lnTo>
                  <a:lnTo>
                    <a:pt x="2823181" y="693931"/>
                  </a:lnTo>
                  <a:lnTo>
                    <a:pt x="2823181" y="700416"/>
                  </a:lnTo>
                  <a:lnTo>
                    <a:pt x="2839395" y="700416"/>
                  </a:lnTo>
                  <a:lnTo>
                    <a:pt x="2839395" y="750137"/>
                  </a:lnTo>
                  <a:lnTo>
                    <a:pt x="2871822" y="750137"/>
                  </a:lnTo>
                  <a:lnTo>
                    <a:pt x="2871822" y="724196"/>
                  </a:lnTo>
                  <a:lnTo>
                    <a:pt x="2910329" y="724196"/>
                  </a:lnTo>
                  <a:lnTo>
                    <a:pt x="2910329" y="693931"/>
                  </a:lnTo>
                  <a:lnTo>
                    <a:pt x="2958970" y="693931"/>
                  </a:lnTo>
                  <a:lnTo>
                    <a:pt x="2958970" y="805087"/>
                  </a:lnTo>
                  <a:lnTo>
                    <a:pt x="2958970" y="818866"/>
                  </a:lnTo>
                  <a:lnTo>
                    <a:pt x="2968113" y="818866"/>
                  </a:lnTo>
                  <a:lnTo>
                    <a:pt x="2968113" y="762555"/>
                  </a:lnTo>
                  <a:lnTo>
                    <a:pt x="2971450" y="756622"/>
                  </a:lnTo>
                  <a:lnTo>
                    <a:pt x="2971450" y="758514"/>
                  </a:lnTo>
                  <a:lnTo>
                    <a:pt x="2971450" y="771755"/>
                  </a:lnTo>
                  <a:cubicBezTo>
                    <a:pt x="2975503" y="771755"/>
                    <a:pt x="2975503" y="771755"/>
                    <a:pt x="2975503" y="726358"/>
                  </a:cubicBezTo>
                  <a:lnTo>
                    <a:pt x="2976263" y="726358"/>
                  </a:lnTo>
                  <a:lnTo>
                    <a:pt x="2981583" y="726358"/>
                  </a:lnTo>
                  <a:lnTo>
                    <a:pt x="2981583" y="661504"/>
                  </a:lnTo>
                  <a:lnTo>
                    <a:pt x="2982597" y="661504"/>
                  </a:lnTo>
                  <a:lnTo>
                    <a:pt x="2989690" y="661504"/>
                  </a:lnTo>
                  <a:cubicBezTo>
                    <a:pt x="2989696" y="661483"/>
                    <a:pt x="2989960" y="660543"/>
                    <a:pt x="3001850" y="618269"/>
                  </a:cubicBezTo>
                  <a:lnTo>
                    <a:pt x="3003117" y="618269"/>
                  </a:lnTo>
                  <a:lnTo>
                    <a:pt x="3011984" y="618269"/>
                  </a:lnTo>
                  <a:cubicBezTo>
                    <a:pt x="3011989" y="618292"/>
                    <a:pt x="3012215" y="619258"/>
                    <a:pt x="3022117" y="661504"/>
                  </a:cubicBezTo>
                  <a:lnTo>
                    <a:pt x="3023130" y="661504"/>
                  </a:lnTo>
                  <a:lnTo>
                    <a:pt x="3030224" y="661504"/>
                  </a:lnTo>
                  <a:lnTo>
                    <a:pt x="3030224" y="700416"/>
                  </a:lnTo>
                  <a:lnTo>
                    <a:pt x="3031997" y="700416"/>
                  </a:lnTo>
                  <a:lnTo>
                    <a:pt x="3044411" y="700416"/>
                  </a:lnTo>
                  <a:lnTo>
                    <a:pt x="3044411" y="702578"/>
                  </a:lnTo>
                  <a:lnTo>
                    <a:pt x="3044411" y="717710"/>
                  </a:lnTo>
                  <a:cubicBezTo>
                    <a:pt x="3048464" y="717710"/>
                    <a:pt x="3048464" y="717710"/>
                    <a:pt x="3048464" y="715549"/>
                  </a:cubicBezTo>
                  <a:lnTo>
                    <a:pt x="3048464" y="700416"/>
                  </a:lnTo>
                  <a:lnTo>
                    <a:pt x="3049984" y="700416"/>
                  </a:lnTo>
                  <a:lnTo>
                    <a:pt x="3060624" y="700416"/>
                  </a:lnTo>
                  <a:lnTo>
                    <a:pt x="3060624" y="702037"/>
                  </a:lnTo>
                  <a:lnTo>
                    <a:pt x="3060624" y="713387"/>
                  </a:lnTo>
                  <a:lnTo>
                    <a:pt x="3091025" y="713387"/>
                  </a:lnTo>
                  <a:lnTo>
                    <a:pt x="3091025" y="676637"/>
                  </a:lnTo>
                  <a:lnTo>
                    <a:pt x="3092291" y="676637"/>
                  </a:lnTo>
                  <a:lnTo>
                    <a:pt x="3101158" y="676637"/>
                  </a:lnTo>
                  <a:lnTo>
                    <a:pt x="3101158" y="698254"/>
                  </a:lnTo>
                  <a:cubicBezTo>
                    <a:pt x="3103185" y="698254"/>
                    <a:pt x="3103185" y="698254"/>
                    <a:pt x="3103185" y="665828"/>
                  </a:cubicBezTo>
                  <a:lnTo>
                    <a:pt x="3125478" y="665828"/>
                  </a:lnTo>
                  <a:lnTo>
                    <a:pt x="3125478" y="664206"/>
                  </a:lnTo>
                  <a:lnTo>
                    <a:pt x="3125478" y="652857"/>
                  </a:lnTo>
                  <a:lnTo>
                    <a:pt x="3126238" y="652857"/>
                  </a:lnTo>
                  <a:lnTo>
                    <a:pt x="3131558" y="652857"/>
                  </a:lnTo>
                  <a:lnTo>
                    <a:pt x="3131558" y="650966"/>
                  </a:lnTo>
                  <a:lnTo>
                    <a:pt x="3131558" y="637725"/>
                  </a:lnTo>
                  <a:lnTo>
                    <a:pt x="3135612" y="644210"/>
                  </a:lnTo>
                  <a:lnTo>
                    <a:pt x="3137892" y="644210"/>
                  </a:lnTo>
                  <a:lnTo>
                    <a:pt x="3153852" y="644210"/>
                  </a:lnTo>
                  <a:lnTo>
                    <a:pt x="3153852" y="643399"/>
                  </a:lnTo>
                  <a:lnTo>
                    <a:pt x="3153852" y="637725"/>
                  </a:lnTo>
                  <a:lnTo>
                    <a:pt x="3154612" y="637725"/>
                  </a:lnTo>
                  <a:lnTo>
                    <a:pt x="3159932" y="637725"/>
                  </a:lnTo>
                  <a:lnTo>
                    <a:pt x="3159932" y="639076"/>
                  </a:lnTo>
                  <a:lnTo>
                    <a:pt x="3159932" y="648534"/>
                  </a:lnTo>
                  <a:lnTo>
                    <a:pt x="3195788" y="648534"/>
                  </a:lnTo>
                  <a:lnTo>
                    <a:pt x="3195788" y="1159457"/>
                  </a:lnTo>
                  <a:lnTo>
                    <a:pt x="3031533" y="1159331"/>
                  </a:lnTo>
                  <a:lnTo>
                    <a:pt x="3031520" y="1160647"/>
                  </a:lnTo>
                  <a:lnTo>
                    <a:pt x="2054" y="1158314"/>
                  </a:lnTo>
                  <a:cubicBezTo>
                    <a:pt x="1369" y="1010750"/>
                    <a:pt x="685" y="871760"/>
                    <a:pt x="0" y="724196"/>
                  </a:cubicBezTo>
                  <a:lnTo>
                    <a:pt x="20267" y="724196"/>
                  </a:lnTo>
                  <a:cubicBezTo>
                    <a:pt x="20271" y="724190"/>
                    <a:pt x="20308" y="724108"/>
                    <a:pt x="20774" y="723115"/>
                  </a:cubicBezTo>
                  <a:lnTo>
                    <a:pt x="24320" y="715549"/>
                  </a:lnTo>
                  <a:cubicBezTo>
                    <a:pt x="24329" y="715550"/>
                    <a:pt x="24442" y="715568"/>
                    <a:pt x="26094" y="715819"/>
                  </a:cubicBezTo>
                  <a:lnTo>
                    <a:pt x="38507" y="717710"/>
                  </a:lnTo>
                  <a:cubicBezTo>
                    <a:pt x="38510" y="717720"/>
                    <a:pt x="38548" y="717821"/>
                    <a:pt x="39014" y="719062"/>
                  </a:cubicBezTo>
                  <a:lnTo>
                    <a:pt x="42560" y="728519"/>
                  </a:lnTo>
                  <a:cubicBezTo>
                    <a:pt x="42574" y="728520"/>
                    <a:pt x="43170" y="728570"/>
                    <a:pt x="68907" y="730681"/>
                  </a:cubicBezTo>
                  <a:lnTo>
                    <a:pt x="68907" y="607460"/>
                  </a:lnTo>
                  <a:lnTo>
                    <a:pt x="70934" y="607460"/>
                  </a:lnTo>
                  <a:lnTo>
                    <a:pt x="85121" y="607460"/>
                  </a:lnTo>
                  <a:lnTo>
                    <a:pt x="85121" y="471268"/>
                  </a:lnTo>
                  <a:lnTo>
                    <a:pt x="86894" y="471268"/>
                  </a:lnTo>
                  <a:lnTo>
                    <a:pt x="99308" y="471268"/>
                  </a:lnTo>
                  <a:lnTo>
                    <a:pt x="99308" y="356694"/>
                  </a:lnTo>
                  <a:cubicBezTo>
                    <a:pt x="103361" y="354532"/>
                    <a:pt x="103361" y="354532"/>
                    <a:pt x="103361" y="328590"/>
                  </a:cubicBezTo>
                  <a:lnTo>
                    <a:pt x="105388" y="328590"/>
                  </a:lnTo>
                  <a:lnTo>
                    <a:pt x="119575" y="328590"/>
                  </a:lnTo>
                  <a:cubicBezTo>
                    <a:pt x="119586" y="328567"/>
                    <a:pt x="120192" y="327200"/>
                    <a:pt x="156055" y="246443"/>
                  </a:cubicBezTo>
                  <a:cubicBezTo>
                    <a:pt x="156055" y="246429"/>
                    <a:pt x="156089" y="244478"/>
                    <a:pt x="160109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5604" tIns="37802" rIns="75604" bIns="37802" numCol="1" spcCol="0" rtlCol="0" fromWordArt="0" anchor="ctr" anchorCtr="0" forceAA="0" compatLnSpc="1">
              <a:noAutofit/>
            </a:bodyPr>
            <a:lstStyle/>
            <a:p>
              <a:pPr algn="ctr"/>
              <a:endParaRPr lang="ko-KR" altLang="en-US" sz="223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602198" y="3007932"/>
            <a:ext cx="2882428" cy="2342852"/>
            <a:chOff x="2676526" y="2041913"/>
            <a:chExt cx="3486148" cy="2833560"/>
          </a:xfrm>
          <a:solidFill>
            <a:srgbClr val="77D34C"/>
          </a:solidFill>
        </p:grpSpPr>
        <p:grpSp>
          <p:nvGrpSpPr>
            <p:cNvPr id="9" name="Group 8"/>
            <p:cNvGrpSpPr/>
            <p:nvPr/>
          </p:nvGrpSpPr>
          <p:grpSpPr>
            <a:xfrm>
              <a:off x="2745022" y="2041913"/>
              <a:ext cx="3417652" cy="2755290"/>
              <a:chOff x="2745022" y="2041913"/>
              <a:chExt cx="3417652" cy="2755290"/>
            </a:xfrm>
            <a:grpFill/>
          </p:grpSpPr>
          <p:sp>
            <p:nvSpPr>
              <p:cNvPr id="11" name="Freeform 3"/>
              <p:cNvSpPr/>
              <p:nvPr/>
            </p:nvSpPr>
            <p:spPr>
              <a:xfrm>
                <a:off x="2901403" y="2041913"/>
                <a:ext cx="3261271" cy="1993269"/>
              </a:xfrm>
              <a:custGeom>
                <a:avLst/>
                <a:gdLst>
                  <a:gd name="connsiteX0" fmla="*/ 0 w 3228975"/>
                  <a:gd name="connsiteY0" fmla="*/ 790575 h 1866900"/>
                  <a:gd name="connsiteX1" fmla="*/ 0 w 3228975"/>
                  <a:gd name="connsiteY1" fmla="*/ 790575 h 1866900"/>
                  <a:gd name="connsiteX2" fmla="*/ 85725 w 3228975"/>
                  <a:gd name="connsiteY2" fmla="*/ 742950 h 1866900"/>
                  <a:gd name="connsiteX3" fmla="*/ 866775 w 3228975"/>
                  <a:gd name="connsiteY3" fmla="*/ 0 h 1866900"/>
                  <a:gd name="connsiteX4" fmla="*/ 962025 w 3228975"/>
                  <a:gd name="connsiteY4" fmla="*/ 19050 h 1866900"/>
                  <a:gd name="connsiteX5" fmla="*/ 2105025 w 3228975"/>
                  <a:gd name="connsiteY5" fmla="*/ 9525 h 1866900"/>
                  <a:gd name="connsiteX6" fmla="*/ 3228975 w 3228975"/>
                  <a:gd name="connsiteY6" fmla="*/ 476250 h 1866900"/>
                  <a:gd name="connsiteX7" fmla="*/ 3219450 w 3228975"/>
                  <a:gd name="connsiteY7" fmla="*/ 1866900 h 1866900"/>
                  <a:gd name="connsiteX8" fmla="*/ 3086100 w 3228975"/>
                  <a:gd name="connsiteY8" fmla="*/ 1847850 h 1866900"/>
                  <a:gd name="connsiteX9" fmla="*/ 2095500 w 3228975"/>
                  <a:gd name="connsiteY9" fmla="*/ 771525 h 1866900"/>
                  <a:gd name="connsiteX10" fmla="*/ 1095375 w 3228975"/>
                  <a:gd name="connsiteY10" fmla="*/ 571500 h 1866900"/>
                  <a:gd name="connsiteX11" fmla="*/ 0 w 3228975"/>
                  <a:gd name="connsiteY11" fmla="*/ 790575 h 1866900"/>
                  <a:gd name="connsiteX0-1" fmla="*/ 0 w 3228975"/>
                  <a:gd name="connsiteY0-2" fmla="*/ 790575 h 1866900"/>
                  <a:gd name="connsiteX1-3" fmla="*/ 0 w 3228975"/>
                  <a:gd name="connsiteY1-4" fmla="*/ 790575 h 1866900"/>
                  <a:gd name="connsiteX2-5" fmla="*/ 85725 w 3228975"/>
                  <a:gd name="connsiteY2-6" fmla="*/ 742950 h 1866900"/>
                  <a:gd name="connsiteX3-7" fmla="*/ 866775 w 3228975"/>
                  <a:gd name="connsiteY3-8" fmla="*/ 0 h 1866900"/>
                  <a:gd name="connsiteX4-9" fmla="*/ 2105025 w 3228975"/>
                  <a:gd name="connsiteY4-10" fmla="*/ 9525 h 1866900"/>
                  <a:gd name="connsiteX5-11" fmla="*/ 3228975 w 3228975"/>
                  <a:gd name="connsiteY5-12" fmla="*/ 476250 h 1866900"/>
                  <a:gd name="connsiteX6-13" fmla="*/ 3219450 w 3228975"/>
                  <a:gd name="connsiteY6-14" fmla="*/ 1866900 h 1866900"/>
                  <a:gd name="connsiteX7-15" fmla="*/ 3086100 w 3228975"/>
                  <a:gd name="connsiteY7-16" fmla="*/ 1847850 h 1866900"/>
                  <a:gd name="connsiteX8-17" fmla="*/ 2095500 w 3228975"/>
                  <a:gd name="connsiteY8-18" fmla="*/ 771525 h 1866900"/>
                  <a:gd name="connsiteX9-19" fmla="*/ 1095375 w 3228975"/>
                  <a:gd name="connsiteY9-20" fmla="*/ 571500 h 1866900"/>
                  <a:gd name="connsiteX10-21" fmla="*/ 0 w 3228975"/>
                  <a:gd name="connsiteY10-22" fmla="*/ 790575 h 1866900"/>
                  <a:gd name="connsiteX0-23" fmla="*/ 0 w 3228975"/>
                  <a:gd name="connsiteY0-24" fmla="*/ 790575 h 1866900"/>
                  <a:gd name="connsiteX1-25" fmla="*/ 0 w 3228975"/>
                  <a:gd name="connsiteY1-26" fmla="*/ 790575 h 1866900"/>
                  <a:gd name="connsiteX2-27" fmla="*/ 85725 w 3228975"/>
                  <a:gd name="connsiteY2-28" fmla="*/ 742950 h 1866900"/>
                  <a:gd name="connsiteX3-29" fmla="*/ 866775 w 3228975"/>
                  <a:gd name="connsiteY3-30" fmla="*/ 0 h 1866900"/>
                  <a:gd name="connsiteX4-31" fmla="*/ 2105025 w 3228975"/>
                  <a:gd name="connsiteY4-32" fmla="*/ 9525 h 1866900"/>
                  <a:gd name="connsiteX5-33" fmla="*/ 3228975 w 3228975"/>
                  <a:gd name="connsiteY5-34" fmla="*/ 476250 h 1866900"/>
                  <a:gd name="connsiteX6-35" fmla="*/ 3219450 w 3228975"/>
                  <a:gd name="connsiteY6-36" fmla="*/ 1866900 h 1866900"/>
                  <a:gd name="connsiteX7-37" fmla="*/ 3086100 w 3228975"/>
                  <a:gd name="connsiteY7-38" fmla="*/ 1847850 h 1866900"/>
                  <a:gd name="connsiteX8-39" fmla="*/ 2095500 w 3228975"/>
                  <a:gd name="connsiteY8-40" fmla="*/ 771525 h 1866900"/>
                  <a:gd name="connsiteX9-41" fmla="*/ 1095375 w 3228975"/>
                  <a:gd name="connsiteY9-42" fmla="*/ 571500 h 1866900"/>
                  <a:gd name="connsiteX10-43" fmla="*/ 0 w 3228975"/>
                  <a:gd name="connsiteY10-44" fmla="*/ 790575 h 1866900"/>
                  <a:gd name="connsiteX0-45" fmla="*/ 0 w 3228975"/>
                  <a:gd name="connsiteY0-46" fmla="*/ 790575 h 1866900"/>
                  <a:gd name="connsiteX1-47" fmla="*/ 0 w 3228975"/>
                  <a:gd name="connsiteY1-48" fmla="*/ 790575 h 1866900"/>
                  <a:gd name="connsiteX2-49" fmla="*/ 85725 w 3228975"/>
                  <a:gd name="connsiteY2-50" fmla="*/ 742950 h 1866900"/>
                  <a:gd name="connsiteX3-51" fmla="*/ 866775 w 3228975"/>
                  <a:gd name="connsiteY3-52" fmla="*/ 0 h 1866900"/>
                  <a:gd name="connsiteX4-53" fmla="*/ 2105025 w 3228975"/>
                  <a:gd name="connsiteY4-54" fmla="*/ 9525 h 1866900"/>
                  <a:gd name="connsiteX5-55" fmla="*/ 3228975 w 3228975"/>
                  <a:gd name="connsiteY5-56" fmla="*/ 476250 h 1866900"/>
                  <a:gd name="connsiteX6-57" fmla="*/ 3219450 w 3228975"/>
                  <a:gd name="connsiteY6-58" fmla="*/ 1866900 h 1866900"/>
                  <a:gd name="connsiteX7-59" fmla="*/ 3086100 w 3228975"/>
                  <a:gd name="connsiteY7-60" fmla="*/ 1847850 h 1866900"/>
                  <a:gd name="connsiteX8-61" fmla="*/ 2095500 w 3228975"/>
                  <a:gd name="connsiteY8-62" fmla="*/ 771525 h 1866900"/>
                  <a:gd name="connsiteX9-63" fmla="*/ 1095375 w 3228975"/>
                  <a:gd name="connsiteY9-64" fmla="*/ 571500 h 1866900"/>
                  <a:gd name="connsiteX10-65" fmla="*/ 0 w 3228975"/>
                  <a:gd name="connsiteY10-66" fmla="*/ 790575 h 1866900"/>
                  <a:gd name="connsiteX0-67" fmla="*/ 0 w 3228975"/>
                  <a:gd name="connsiteY0-68" fmla="*/ 790575 h 1866900"/>
                  <a:gd name="connsiteX1-69" fmla="*/ 0 w 3228975"/>
                  <a:gd name="connsiteY1-70" fmla="*/ 790575 h 1866900"/>
                  <a:gd name="connsiteX2-71" fmla="*/ 866775 w 3228975"/>
                  <a:gd name="connsiteY2-72" fmla="*/ 0 h 1866900"/>
                  <a:gd name="connsiteX3-73" fmla="*/ 2105025 w 3228975"/>
                  <a:gd name="connsiteY3-74" fmla="*/ 9525 h 1866900"/>
                  <a:gd name="connsiteX4-75" fmla="*/ 3228975 w 3228975"/>
                  <a:gd name="connsiteY4-76" fmla="*/ 476250 h 1866900"/>
                  <a:gd name="connsiteX5-77" fmla="*/ 3219450 w 3228975"/>
                  <a:gd name="connsiteY5-78" fmla="*/ 1866900 h 1866900"/>
                  <a:gd name="connsiteX6-79" fmla="*/ 3086100 w 3228975"/>
                  <a:gd name="connsiteY6-80" fmla="*/ 1847850 h 1866900"/>
                  <a:gd name="connsiteX7-81" fmla="*/ 2095500 w 3228975"/>
                  <a:gd name="connsiteY7-82" fmla="*/ 771525 h 1866900"/>
                  <a:gd name="connsiteX8-83" fmla="*/ 1095375 w 3228975"/>
                  <a:gd name="connsiteY8-84" fmla="*/ 571500 h 1866900"/>
                  <a:gd name="connsiteX9-85" fmla="*/ 0 w 3228975"/>
                  <a:gd name="connsiteY9-86" fmla="*/ 790575 h 1866900"/>
                  <a:gd name="connsiteX0-87" fmla="*/ 0 w 3228975"/>
                  <a:gd name="connsiteY0-88" fmla="*/ 790575 h 1866900"/>
                  <a:gd name="connsiteX1-89" fmla="*/ 0 w 3228975"/>
                  <a:gd name="connsiteY1-90" fmla="*/ 790575 h 1866900"/>
                  <a:gd name="connsiteX2-91" fmla="*/ 866775 w 3228975"/>
                  <a:gd name="connsiteY2-92" fmla="*/ 0 h 1866900"/>
                  <a:gd name="connsiteX3-93" fmla="*/ 2105025 w 3228975"/>
                  <a:gd name="connsiteY3-94" fmla="*/ 9525 h 1866900"/>
                  <a:gd name="connsiteX4-95" fmla="*/ 3228975 w 3228975"/>
                  <a:gd name="connsiteY4-96" fmla="*/ 476250 h 1866900"/>
                  <a:gd name="connsiteX5-97" fmla="*/ 3219450 w 3228975"/>
                  <a:gd name="connsiteY5-98" fmla="*/ 1866900 h 1866900"/>
                  <a:gd name="connsiteX6-99" fmla="*/ 3086100 w 3228975"/>
                  <a:gd name="connsiteY6-100" fmla="*/ 1847850 h 1866900"/>
                  <a:gd name="connsiteX7-101" fmla="*/ 2095500 w 3228975"/>
                  <a:gd name="connsiteY7-102" fmla="*/ 771525 h 1866900"/>
                  <a:gd name="connsiteX8-103" fmla="*/ 1095375 w 3228975"/>
                  <a:gd name="connsiteY8-104" fmla="*/ 571500 h 1866900"/>
                  <a:gd name="connsiteX9-105" fmla="*/ 0 w 3228975"/>
                  <a:gd name="connsiteY9-106" fmla="*/ 790575 h 1866900"/>
                  <a:gd name="connsiteX0-107" fmla="*/ 253889 w 3254264"/>
                  <a:gd name="connsiteY0-108" fmla="*/ 1143000 h 1866900"/>
                  <a:gd name="connsiteX1-109" fmla="*/ 25289 w 3254264"/>
                  <a:gd name="connsiteY1-110" fmla="*/ 790575 h 1866900"/>
                  <a:gd name="connsiteX2-111" fmla="*/ 892064 w 3254264"/>
                  <a:gd name="connsiteY2-112" fmla="*/ 0 h 1866900"/>
                  <a:gd name="connsiteX3-113" fmla="*/ 2130314 w 3254264"/>
                  <a:gd name="connsiteY3-114" fmla="*/ 9525 h 1866900"/>
                  <a:gd name="connsiteX4-115" fmla="*/ 3254264 w 3254264"/>
                  <a:gd name="connsiteY4-116" fmla="*/ 476250 h 1866900"/>
                  <a:gd name="connsiteX5-117" fmla="*/ 3244739 w 3254264"/>
                  <a:gd name="connsiteY5-118" fmla="*/ 1866900 h 1866900"/>
                  <a:gd name="connsiteX6-119" fmla="*/ 3111389 w 3254264"/>
                  <a:gd name="connsiteY6-120" fmla="*/ 1847850 h 1866900"/>
                  <a:gd name="connsiteX7-121" fmla="*/ 2120789 w 3254264"/>
                  <a:gd name="connsiteY7-122" fmla="*/ 771525 h 1866900"/>
                  <a:gd name="connsiteX8-123" fmla="*/ 1120664 w 3254264"/>
                  <a:gd name="connsiteY8-124" fmla="*/ 571500 h 1866900"/>
                  <a:gd name="connsiteX9-125" fmla="*/ 253889 w 3254264"/>
                  <a:gd name="connsiteY9-126" fmla="*/ 1143000 h 1866900"/>
                  <a:gd name="connsiteX0-127" fmla="*/ 1097065 w 3230665"/>
                  <a:gd name="connsiteY0-128" fmla="*/ 571500 h 1866900"/>
                  <a:gd name="connsiteX1-129" fmla="*/ 1690 w 3230665"/>
                  <a:gd name="connsiteY1-130" fmla="*/ 790575 h 1866900"/>
                  <a:gd name="connsiteX2-131" fmla="*/ 868465 w 3230665"/>
                  <a:gd name="connsiteY2-132" fmla="*/ 0 h 1866900"/>
                  <a:gd name="connsiteX3-133" fmla="*/ 2106715 w 3230665"/>
                  <a:gd name="connsiteY3-134" fmla="*/ 9525 h 1866900"/>
                  <a:gd name="connsiteX4-135" fmla="*/ 3230665 w 3230665"/>
                  <a:gd name="connsiteY4-136" fmla="*/ 476250 h 1866900"/>
                  <a:gd name="connsiteX5-137" fmla="*/ 3221140 w 3230665"/>
                  <a:gd name="connsiteY5-138" fmla="*/ 1866900 h 1866900"/>
                  <a:gd name="connsiteX6-139" fmla="*/ 3087790 w 3230665"/>
                  <a:gd name="connsiteY6-140" fmla="*/ 1847850 h 1866900"/>
                  <a:gd name="connsiteX7-141" fmla="*/ 2097190 w 3230665"/>
                  <a:gd name="connsiteY7-142" fmla="*/ 771525 h 1866900"/>
                  <a:gd name="connsiteX8-143" fmla="*/ 1097065 w 3230665"/>
                  <a:gd name="connsiteY8-144" fmla="*/ 571500 h 1866900"/>
                  <a:gd name="connsiteX0-145" fmla="*/ 1099783 w 3233383"/>
                  <a:gd name="connsiteY0-146" fmla="*/ 571500 h 1866900"/>
                  <a:gd name="connsiteX1-147" fmla="*/ 4408 w 3233383"/>
                  <a:gd name="connsiteY1-148" fmla="*/ 790575 h 1866900"/>
                  <a:gd name="connsiteX2-149" fmla="*/ 871183 w 3233383"/>
                  <a:gd name="connsiteY2-150" fmla="*/ 0 h 1866900"/>
                  <a:gd name="connsiteX3-151" fmla="*/ 2109433 w 3233383"/>
                  <a:gd name="connsiteY3-152" fmla="*/ 9525 h 1866900"/>
                  <a:gd name="connsiteX4-153" fmla="*/ 3233383 w 3233383"/>
                  <a:gd name="connsiteY4-154" fmla="*/ 476250 h 1866900"/>
                  <a:gd name="connsiteX5-155" fmla="*/ 3223858 w 3233383"/>
                  <a:gd name="connsiteY5-156" fmla="*/ 1866900 h 1866900"/>
                  <a:gd name="connsiteX6-157" fmla="*/ 3090508 w 3233383"/>
                  <a:gd name="connsiteY6-158" fmla="*/ 1847850 h 1866900"/>
                  <a:gd name="connsiteX7-159" fmla="*/ 2099908 w 3233383"/>
                  <a:gd name="connsiteY7-160" fmla="*/ 771525 h 1866900"/>
                  <a:gd name="connsiteX8-161" fmla="*/ 1099783 w 3233383"/>
                  <a:gd name="connsiteY8-162" fmla="*/ 571500 h 1866900"/>
                  <a:gd name="connsiteX0-163" fmla="*/ 1099783 w 3233383"/>
                  <a:gd name="connsiteY0-164" fmla="*/ 571500 h 1866900"/>
                  <a:gd name="connsiteX1-165" fmla="*/ 4408 w 3233383"/>
                  <a:gd name="connsiteY1-166" fmla="*/ 790575 h 1866900"/>
                  <a:gd name="connsiteX2-167" fmla="*/ 871183 w 3233383"/>
                  <a:gd name="connsiteY2-168" fmla="*/ 0 h 1866900"/>
                  <a:gd name="connsiteX3-169" fmla="*/ 2109433 w 3233383"/>
                  <a:gd name="connsiteY3-170" fmla="*/ 9525 h 1866900"/>
                  <a:gd name="connsiteX4-171" fmla="*/ 3233383 w 3233383"/>
                  <a:gd name="connsiteY4-172" fmla="*/ 476250 h 1866900"/>
                  <a:gd name="connsiteX5-173" fmla="*/ 3223858 w 3233383"/>
                  <a:gd name="connsiteY5-174" fmla="*/ 1866900 h 1866900"/>
                  <a:gd name="connsiteX6-175" fmla="*/ 3090508 w 3233383"/>
                  <a:gd name="connsiteY6-176" fmla="*/ 1847850 h 1866900"/>
                  <a:gd name="connsiteX7-177" fmla="*/ 2099908 w 3233383"/>
                  <a:gd name="connsiteY7-178" fmla="*/ 771525 h 1866900"/>
                  <a:gd name="connsiteX8-179" fmla="*/ 1099783 w 3233383"/>
                  <a:gd name="connsiteY8-180" fmla="*/ 571500 h 1866900"/>
                  <a:gd name="connsiteX0-181" fmla="*/ 1099427 w 3233027"/>
                  <a:gd name="connsiteY0-182" fmla="*/ 571500 h 1866900"/>
                  <a:gd name="connsiteX1-183" fmla="*/ 4052 w 3233027"/>
                  <a:gd name="connsiteY1-184" fmla="*/ 790575 h 1866900"/>
                  <a:gd name="connsiteX2-185" fmla="*/ 870827 w 3233027"/>
                  <a:gd name="connsiteY2-186" fmla="*/ 0 h 1866900"/>
                  <a:gd name="connsiteX3-187" fmla="*/ 2109077 w 3233027"/>
                  <a:gd name="connsiteY3-188" fmla="*/ 9525 h 1866900"/>
                  <a:gd name="connsiteX4-189" fmla="*/ 3233027 w 3233027"/>
                  <a:gd name="connsiteY4-190" fmla="*/ 476250 h 1866900"/>
                  <a:gd name="connsiteX5-191" fmla="*/ 3223502 w 3233027"/>
                  <a:gd name="connsiteY5-192" fmla="*/ 1866900 h 1866900"/>
                  <a:gd name="connsiteX6-193" fmla="*/ 3090152 w 3233027"/>
                  <a:gd name="connsiteY6-194" fmla="*/ 1847850 h 1866900"/>
                  <a:gd name="connsiteX7-195" fmla="*/ 2099552 w 3233027"/>
                  <a:gd name="connsiteY7-196" fmla="*/ 771525 h 1866900"/>
                  <a:gd name="connsiteX8-197" fmla="*/ 1099427 w 3233027"/>
                  <a:gd name="connsiteY8-198" fmla="*/ 571500 h 1866900"/>
                  <a:gd name="connsiteX0-199" fmla="*/ 1118366 w 3251966"/>
                  <a:gd name="connsiteY0-200" fmla="*/ 571500 h 1866900"/>
                  <a:gd name="connsiteX1-201" fmla="*/ 3941 w 3251966"/>
                  <a:gd name="connsiteY1-202" fmla="*/ 809625 h 1866900"/>
                  <a:gd name="connsiteX2-203" fmla="*/ 889766 w 3251966"/>
                  <a:gd name="connsiteY2-204" fmla="*/ 0 h 1866900"/>
                  <a:gd name="connsiteX3-205" fmla="*/ 2128016 w 3251966"/>
                  <a:gd name="connsiteY3-206" fmla="*/ 9525 h 1866900"/>
                  <a:gd name="connsiteX4-207" fmla="*/ 3251966 w 3251966"/>
                  <a:gd name="connsiteY4-208" fmla="*/ 476250 h 1866900"/>
                  <a:gd name="connsiteX5-209" fmla="*/ 3242441 w 3251966"/>
                  <a:gd name="connsiteY5-210" fmla="*/ 1866900 h 1866900"/>
                  <a:gd name="connsiteX6-211" fmla="*/ 3109091 w 3251966"/>
                  <a:gd name="connsiteY6-212" fmla="*/ 1847850 h 1866900"/>
                  <a:gd name="connsiteX7-213" fmla="*/ 2118491 w 3251966"/>
                  <a:gd name="connsiteY7-214" fmla="*/ 771525 h 1866900"/>
                  <a:gd name="connsiteX8-215" fmla="*/ 1118366 w 3251966"/>
                  <a:gd name="connsiteY8-216" fmla="*/ 571500 h 1866900"/>
                  <a:gd name="connsiteX0-217" fmla="*/ 1119025 w 3252625"/>
                  <a:gd name="connsiteY0-218" fmla="*/ 571500 h 1866900"/>
                  <a:gd name="connsiteX1-219" fmla="*/ 4600 w 3252625"/>
                  <a:gd name="connsiteY1-220" fmla="*/ 809625 h 1866900"/>
                  <a:gd name="connsiteX2-221" fmla="*/ 890425 w 3252625"/>
                  <a:gd name="connsiteY2-222" fmla="*/ 0 h 1866900"/>
                  <a:gd name="connsiteX3-223" fmla="*/ 2128675 w 3252625"/>
                  <a:gd name="connsiteY3-224" fmla="*/ 9525 h 1866900"/>
                  <a:gd name="connsiteX4-225" fmla="*/ 3252625 w 3252625"/>
                  <a:gd name="connsiteY4-226" fmla="*/ 476250 h 1866900"/>
                  <a:gd name="connsiteX5-227" fmla="*/ 3243100 w 3252625"/>
                  <a:gd name="connsiteY5-228" fmla="*/ 1866900 h 1866900"/>
                  <a:gd name="connsiteX6-229" fmla="*/ 3109750 w 3252625"/>
                  <a:gd name="connsiteY6-230" fmla="*/ 1847850 h 1866900"/>
                  <a:gd name="connsiteX7-231" fmla="*/ 2119150 w 3252625"/>
                  <a:gd name="connsiteY7-232" fmla="*/ 771525 h 1866900"/>
                  <a:gd name="connsiteX8-233" fmla="*/ 1119025 w 3252625"/>
                  <a:gd name="connsiteY8-234" fmla="*/ 571500 h 1866900"/>
                  <a:gd name="connsiteX0-235" fmla="*/ 1118146 w 3251746"/>
                  <a:gd name="connsiteY0-236" fmla="*/ 571500 h 1866900"/>
                  <a:gd name="connsiteX1-237" fmla="*/ 3721 w 3251746"/>
                  <a:gd name="connsiteY1-238" fmla="*/ 809625 h 1866900"/>
                  <a:gd name="connsiteX2-239" fmla="*/ 889546 w 3251746"/>
                  <a:gd name="connsiteY2-240" fmla="*/ 0 h 1866900"/>
                  <a:gd name="connsiteX3-241" fmla="*/ 2127796 w 3251746"/>
                  <a:gd name="connsiteY3-242" fmla="*/ 9525 h 1866900"/>
                  <a:gd name="connsiteX4-243" fmla="*/ 3251746 w 3251746"/>
                  <a:gd name="connsiteY4-244" fmla="*/ 476250 h 1866900"/>
                  <a:gd name="connsiteX5-245" fmla="*/ 3242221 w 3251746"/>
                  <a:gd name="connsiteY5-246" fmla="*/ 1866900 h 1866900"/>
                  <a:gd name="connsiteX6-247" fmla="*/ 3108871 w 3251746"/>
                  <a:gd name="connsiteY6-248" fmla="*/ 1847850 h 1866900"/>
                  <a:gd name="connsiteX7-249" fmla="*/ 2118271 w 3251746"/>
                  <a:gd name="connsiteY7-250" fmla="*/ 771525 h 1866900"/>
                  <a:gd name="connsiteX8-251" fmla="*/ 1118146 w 3251746"/>
                  <a:gd name="connsiteY8-252" fmla="*/ 571500 h 1866900"/>
                  <a:gd name="connsiteX0-253" fmla="*/ 1118146 w 3251746"/>
                  <a:gd name="connsiteY0-254" fmla="*/ 589645 h 1885045"/>
                  <a:gd name="connsiteX1-255" fmla="*/ 3721 w 3251746"/>
                  <a:gd name="connsiteY1-256" fmla="*/ 827770 h 1885045"/>
                  <a:gd name="connsiteX2-257" fmla="*/ 889546 w 3251746"/>
                  <a:gd name="connsiteY2-258" fmla="*/ 18145 h 1885045"/>
                  <a:gd name="connsiteX3-259" fmla="*/ 2127796 w 3251746"/>
                  <a:gd name="connsiteY3-260" fmla="*/ 27670 h 1885045"/>
                  <a:gd name="connsiteX4-261" fmla="*/ 3251746 w 3251746"/>
                  <a:gd name="connsiteY4-262" fmla="*/ 494395 h 1885045"/>
                  <a:gd name="connsiteX5-263" fmla="*/ 3242221 w 3251746"/>
                  <a:gd name="connsiteY5-264" fmla="*/ 1885045 h 1885045"/>
                  <a:gd name="connsiteX6-265" fmla="*/ 3108871 w 3251746"/>
                  <a:gd name="connsiteY6-266" fmla="*/ 1865995 h 1885045"/>
                  <a:gd name="connsiteX7-267" fmla="*/ 2118271 w 3251746"/>
                  <a:gd name="connsiteY7-268" fmla="*/ 789670 h 1885045"/>
                  <a:gd name="connsiteX8-269" fmla="*/ 1118146 w 3251746"/>
                  <a:gd name="connsiteY8-270" fmla="*/ 589645 h 1885045"/>
                  <a:gd name="connsiteX0-271" fmla="*/ 1118146 w 3251746"/>
                  <a:gd name="connsiteY0-272" fmla="*/ 606037 h 1901437"/>
                  <a:gd name="connsiteX1-273" fmla="*/ 3721 w 3251746"/>
                  <a:gd name="connsiteY1-274" fmla="*/ 844162 h 1901437"/>
                  <a:gd name="connsiteX2-275" fmla="*/ 889546 w 3251746"/>
                  <a:gd name="connsiteY2-276" fmla="*/ 34537 h 1901437"/>
                  <a:gd name="connsiteX3-277" fmla="*/ 2127796 w 3251746"/>
                  <a:gd name="connsiteY3-278" fmla="*/ 44062 h 1901437"/>
                  <a:gd name="connsiteX4-279" fmla="*/ 3251746 w 3251746"/>
                  <a:gd name="connsiteY4-280" fmla="*/ 510787 h 1901437"/>
                  <a:gd name="connsiteX5-281" fmla="*/ 3242221 w 3251746"/>
                  <a:gd name="connsiteY5-282" fmla="*/ 1901437 h 1901437"/>
                  <a:gd name="connsiteX6-283" fmla="*/ 3108871 w 3251746"/>
                  <a:gd name="connsiteY6-284" fmla="*/ 1882387 h 1901437"/>
                  <a:gd name="connsiteX7-285" fmla="*/ 2118271 w 3251746"/>
                  <a:gd name="connsiteY7-286" fmla="*/ 806062 h 1901437"/>
                  <a:gd name="connsiteX8-287" fmla="*/ 1118146 w 3251746"/>
                  <a:gd name="connsiteY8-288" fmla="*/ 606037 h 1901437"/>
                  <a:gd name="connsiteX0-289" fmla="*/ 1118146 w 3251746"/>
                  <a:gd name="connsiteY0-290" fmla="*/ 606037 h 1901437"/>
                  <a:gd name="connsiteX1-291" fmla="*/ 3721 w 3251746"/>
                  <a:gd name="connsiteY1-292" fmla="*/ 844162 h 1901437"/>
                  <a:gd name="connsiteX2-293" fmla="*/ 889546 w 3251746"/>
                  <a:gd name="connsiteY2-294" fmla="*/ 34537 h 1901437"/>
                  <a:gd name="connsiteX3-295" fmla="*/ 2127796 w 3251746"/>
                  <a:gd name="connsiteY3-296" fmla="*/ 44062 h 1901437"/>
                  <a:gd name="connsiteX4-297" fmla="*/ 3251746 w 3251746"/>
                  <a:gd name="connsiteY4-298" fmla="*/ 510787 h 1901437"/>
                  <a:gd name="connsiteX5-299" fmla="*/ 3242221 w 3251746"/>
                  <a:gd name="connsiteY5-300" fmla="*/ 1901437 h 1901437"/>
                  <a:gd name="connsiteX6-301" fmla="*/ 3108871 w 3251746"/>
                  <a:gd name="connsiteY6-302" fmla="*/ 1882387 h 1901437"/>
                  <a:gd name="connsiteX7-303" fmla="*/ 2118271 w 3251746"/>
                  <a:gd name="connsiteY7-304" fmla="*/ 806062 h 1901437"/>
                  <a:gd name="connsiteX8-305" fmla="*/ 1118146 w 3251746"/>
                  <a:gd name="connsiteY8-306" fmla="*/ 606037 h 1901437"/>
                  <a:gd name="connsiteX0-307" fmla="*/ 1118146 w 3251746"/>
                  <a:gd name="connsiteY0-308" fmla="*/ 606037 h 1901437"/>
                  <a:gd name="connsiteX1-309" fmla="*/ 3721 w 3251746"/>
                  <a:gd name="connsiteY1-310" fmla="*/ 844162 h 1901437"/>
                  <a:gd name="connsiteX2-311" fmla="*/ 889546 w 3251746"/>
                  <a:gd name="connsiteY2-312" fmla="*/ 34537 h 1901437"/>
                  <a:gd name="connsiteX3-313" fmla="*/ 2127796 w 3251746"/>
                  <a:gd name="connsiteY3-314" fmla="*/ 44062 h 1901437"/>
                  <a:gd name="connsiteX4-315" fmla="*/ 3251746 w 3251746"/>
                  <a:gd name="connsiteY4-316" fmla="*/ 510787 h 1901437"/>
                  <a:gd name="connsiteX5-317" fmla="*/ 3242221 w 3251746"/>
                  <a:gd name="connsiteY5-318" fmla="*/ 1901437 h 1901437"/>
                  <a:gd name="connsiteX6-319" fmla="*/ 3108871 w 3251746"/>
                  <a:gd name="connsiteY6-320" fmla="*/ 1882387 h 1901437"/>
                  <a:gd name="connsiteX7-321" fmla="*/ 2118271 w 3251746"/>
                  <a:gd name="connsiteY7-322" fmla="*/ 806062 h 1901437"/>
                  <a:gd name="connsiteX8-323" fmla="*/ 1118146 w 3251746"/>
                  <a:gd name="connsiteY8-324" fmla="*/ 606037 h 1901437"/>
                  <a:gd name="connsiteX0-325" fmla="*/ 1118146 w 3251746"/>
                  <a:gd name="connsiteY0-326" fmla="*/ 606037 h 1901437"/>
                  <a:gd name="connsiteX1-327" fmla="*/ 3721 w 3251746"/>
                  <a:gd name="connsiteY1-328" fmla="*/ 844162 h 1901437"/>
                  <a:gd name="connsiteX2-329" fmla="*/ 889546 w 3251746"/>
                  <a:gd name="connsiteY2-330" fmla="*/ 34537 h 1901437"/>
                  <a:gd name="connsiteX3-331" fmla="*/ 2127796 w 3251746"/>
                  <a:gd name="connsiteY3-332" fmla="*/ 44062 h 1901437"/>
                  <a:gd name="connsiteX4-333" fmla="*/ 3251746 w 3251746"/>
                  <a:gd name="connsiteY4-334" fmla="*/ 510787 h 1901437"/>
                  <a:gd name="connsiteX5-335" fmla="*/ 3242221 w 3251746"/>
                  <a:gd name="connsiteY5-336" fmla="*/ 1901437 h 1901437"/>
                  <a:gd name="connsiteX6-337" fmla="*/ 3080296 w 3251746"/>
                  <a:gd name="connsiteY6-338" fmla="*/ 1863337 h 1901437"/>
                  <a:gd name="connsiteX7-339" fmla="*/ 2118271 w 3251746"/>
                  <a:gd name="connsiteY7-340" fmla="*/ 806062 h 1901437"/>
                  <a:gd name="connsiteX8-341" fmla="*/ 1118146 w 3251746"/>
                  <a:gd name="connsiteY8-342" fmla="*/ 606037 h 1901437"/>
                  <a:gd name="connsiteX0-343" fmla="*/ 1118146 w 3251746"/>
                  <a:gd name="connsiteY0-344" fmla="*/ 606037 h 1901437"/>
                  <a:gd name="connsiteX1-345" fmla="*/ 3721 w 3251746"/>
                  <a:gd name="connsiteY1-346" fmla="*/ 844162 h 1901437"/>
                  <a:gd name="connsiteX2-347" fmla="*/ 889546 w 3251746"/>
                  <a:gd name="connsiteY2-348" fmla="*/ 34537 h 1901437"/>
                  <a:gd name="connsiteX3-349" fmla="*/ 2127796 w 3251746"/>
                  <a:gd name="connsiteY3-350" fmla="*/ 44062 h 1901437"/>
                  <a:gd name="connsiteX4-351" fmla="*/ 3251746 w 3251746"/>
                  <a:gd name="connsiteY4-352" fmla="*/ 510787 h 1901437"/>
                  <a:gd name="connsiteX5-353" fmla="*/ 3242221 w 3251746"/>
                  <a:gd name="connsiteY5-354" fmla="*/ 1901437 h 1901437"/>
                  <a:gd name="connsiteX6-355" fmla="*/ 3080296 w 3251746"/>
                  <a:gd name="connsiteY6-356" fmla="*/ 1863337 h 1901437"/>
                  <a:gd name="connsiteX7-357" fmla="*/ 2118271 w 3251746"/>
                  <a:gd name="connsiteY7-358" fmla="*/ 806062 h 1901437"/>
                  <a:gd name="connsiteX8-359" fmla="*/ 1118146 w 3251746"/>
                  <a:gd name="connsiteY8-360" fmla="*/ 606037 h 1901437"/>
                  <a:gd name="connsiteX0-361" fmla="*/ 1118146 w 3251746"/>
                  <a:gd name="connsiteY0-362" fmla="*/ 606037 h 1901437"/>
                  <a:gd name="connsiteX1-363" fmla="*/ 3721 w 3251746"/>
                  <a:gd name="connsiteY1-364" fmla="*/ 844162 h 1901437"/>
                  <a:gd name="connsiteX2-365" fmla="*/ 889546 w 3251746"/>
                  <a:gd name="connsiteY2-366" fmla="*/ 34537 h 1901437"/>
                  <a:gd name="connsiteX3-367" fmla="*/ 2127796 w 3251746"/>
                  <a:gd name="connsiteY3-368" fmla="*/ 44062 h 1901437"/>
                  <a:gd name="connsiteX4-369" fmla="*/ 3251746 w 3251746"/>
                  <a:gd name="connsiteY4-370" fmla="*/ 510787 h 1901437"/>
                  <a:gd name="connsiteX5-371" fmla="*/ 3242221 w 3251746"/>
                  <a:gd name="connsiteY5-372" fmla="*/ 1901437 h 1901437"/>
                  <a:gd name="connsiteX6-373" fmla="*/ 3080296 w 3251746"/>
                  <a:gd name="connsiteY6-374" fmla="*/ 1863337 h 1901437"/>
                  <a:gd name="connsiteX7-375" fmla="*/ 2118271 w 3251746"/>
                  <a:gd name="connsiteY7-376" fmla="*/ 806062 h 1901437"/>
                  <a:gd name="connsiteX8-377" fmla="*/ 1118146 w 3251746"/>
                  <a:gd name="connsiteY8-378" fmla="*/ 606037 h 1901437"/>
                  <a:gd name="connsiteX0-379" fmla="*/ 1118146 w 3251746"/>
                  <a:gd name="connsiteY0-380" fmla="*/ 606037 h 1901437"/>
                  <a:gd name="connsiteX1-381" fmla="*/ 3721 w 3251746"/>
                  <a:gd name="connsiteY1-382" fmla="*/ 844162 h 1901437"/>
                  <a:gd name="connsiteX2-383" fmla="*/ 889546 w 3251746"/>
                  <a:gd name="connsiteY2-384" fmla="*/ 34537 h 1901437"/>
                  <a:gd name="connsiteX3-385" fmla="*/ 2127796 w 3251746"/>
                  <a:gd name="connsiteY3-386" fmla="*/ 44062 h 1901437"/>
                  <a:gd name="connsiteX4-387" fmla="*/ 3251746 w 3251746"/>
                  <a:gd name="connsiteY4-388" fmla="*/ 510787 h 1901437"/>
                  <a:gd name="connsiteX5-389" fmla="*/ 3242221 w 3251746"/>
                  <a:gd name="connsiteY5-390" fmla="*/ 1901437 h 1901437"/>
                  <a:gd name="connsiteX6-391" fmla="*/ 3080296 w 3251746"/>
                  <a:gd name="connsiteY6-392" fmla="*/ 1863337 h 1901437"/>
                  <a:gd name="connsiteX7-393" fmla="*/ 2118271 w 3251746"/>
                  <a:gd name="connsiteY7-394" fmla="*/ 806062 h 1901437"/>
                  <a:gd name="connsiteX8-395" fmla="*/ 1118146 w 3251746"/>
                  <a:gd name="connsiteY8-396" fmla="*/ 606037 h 1901437"/>
                  <a:gd name="connsiteX0-397" fmla="*/ 1118146 w 3251746"/>
                  <a:gd name="connsiteY0-398" fmla="*/ 606037 h 1901437"/>
                  <a:gd name="connsiteX1-399" fmla="*/ 3721 w 3251746"/>
                  <a:gd name="connsiteY1-400" fmla="*/ 844162 h 1901437"/>
                  <a:gd name="connsiteX2-401" fmla="*/ 889546 w 3251746"/>
                  <a:gd name="connsiteY2-402" fmla="*/ 34537 h 1901437"/>
                  <a:gd name="connsiteX3-403" fmla="*/ 2127796 w 3251746"/>
                  <a:gd name="connsiteY3-404" fmla="*/ 44062 h 1901437"/>
                  <a:gd name="connsiteX4-405" fmla="*/ 3251746 w 3251746"/>
                  <a:gd name="connsiteY4-406" fmla="*/ 510787 h 1901437"/>
                  <a:gd name="connsiteX5-407" fmla="*/ 3242221 w 3251746"/>
                  <a:gd name="connsiteY5-408" fmla="*/ 1901437 h 1901437"/>
                  <a:gd name="connsiteX6-409" fmla="*/ 3080296 w 3251746"/>
                  <a:gd name="connsiteY6-410" fmla="*/ 1863337 h 1901437"/>
                  <a:gd name="connsiteX7-411" fmla="*/ 2118271 w 3251746"/>
                  <a:gd name="connsiteY7-412" fmla="*/ 806062 h 1901437"/>
                  <a:gd name="connsiteX8-413" fmla="*/ 1118146 w 3251746"/>
                  <a:gd name="connsiteY8-414" fmla="*/ 606037 h 1901437"/>
                  <a:gd name="connsiteX0-415" fmla="*/ 1118146 w 3251746"/>
                  <a:gd name="connsiteY0-416" fmla="*/ 606037 h 1901437"/>
                  <a:gd name="connsiteX1-417" fmla="*/ 3721 w 3251746"/>
                  <a:gd name="connsiteY1-418" fmla="*/ 844162 h 1901437"/>
                  <a:gd name="connsiteX2-419" fmla="*/ 889546 w 3251746"/>
                  <a:gd name="connsiteY2-420" fmla="*/ 34537 h 1901437"/>
                  <a:gd name="connsiteX3-421" fmla="*/ 2127796 w 3251746"/>
                  <a:gd name="connsiteY3-422" fmla="*/ 44062 h 1901437"/>
                  <a:gd name="connsiteX4-423" fmla="*/ 3251746 w 3251746"/>
                  <a:gd name="connsiteY4-424" fmla="*/ 510787 h 1901437"/>
                  <a:gd name="connsiteX5-425" fmla="*/ 3242221 w 3251746"/>
                  <a:gd name="connsiteY5-426" fmla="*/ 1901437 h 1901437"/>
                  <a:gd name="connsiteX6-427" fmla="*/ 2994571 w 3251746"/>
                  <a:gd name="connsiteY6-428" fmla="*/ 1777612 h 1901437"/>
                  <a:gd name="connsiteX7-429" fmla="*/ 2118271 w 3251746"/>
                  <a:gd name="connsiteY7-430" fmla="*/ 806062 h 1901437"/>
                  <a:gd name="connsiteX8-431" fmla="*/ 1118146 w 3251746"/>
                  <a:gd name="connsiteY8-432" fmla="*/ 606037 h 1901437"/>
                  <a:gd name="connsiteX0-433" fmla="*/ 1118146 w 3251746"/>
                  <a:gd name="connsiteY0-434" fmla="*/ 606037 h 1901437"/>
                  <a:gd name="connsiteX1-435" fmla="*/ 3721 w 3251746"/>
                  <a:gd name="connsiteY1-436" fmla="*/ 844162 h 1901437"/>
                  <a:gd name="connsiteX2-437" fmla="*/ 889546 w 3251746"/>
                  <a:gd name="connsiteY2-438" fmla="*/ 34537 h 1901437"/>
                  <a:gd name="connsiteX3-439" fmla="*/ 2127796 w 3251746"/>
                  <a:gd name="connsiteY3-440" fmla="*/ 44062 h 1901437"/>
                  <a:gd name="connsiteX4-441" fmla="*/ 3251746 w 3251746"/>
                  <a:gd name="connsiteY4-442" fmla="*/ 510787 h 1901437"/>
                  <a:gd name="connsiteX5-443" fmla="*/ 3242221 w 3251746"/>
                  <a:gd name="connsiteY5-444" fmla="*/ 1901437 h 1901437"/>
                  <a:gd name="connsiteX6-445" fmla="*/ 2994571 w 3251746"/>
                  <a:gd name="connsiteY6-446" fmla="*/ 1777612 h 1901437"/>
                  <a:gd name="connsiteX7-447" fmla="*/ 2118271 w 3251746"/>
                  <a:gd name="connsiteY7-448" fmla="*/ 806062 h 1901437"/>
                  <a:gd name="connsiteX8-449" fmla="*/ 1118146 w 3251746"/>
                  <a:gd name="connsiteY8-450" fmla="*/ 606037 h 1901437"/>
                  <a:gd name="connsiteX0-451" fmla="*/ 1118146 w 3251746"/>
                  <a:gd name="connsiteY0-452" fmla="*/ 606037 h 1921976"/>
                  <a:gd name="connsiteX1-453" fmla="*/ 3721 w 3251746"/>
                  <a:gd name="connsiteY1-454" fmla="*/ 844162 h 1921976"/>
                  <a:gd name="connsiteX2-455" fmla="*/ 889546 w 3251746"/>
                  <a:gd name="connsiteY2-456" fmla="*/ 34537 h 1921976"/>
                  <a:gd name="connsiteX3-457" fmla="*/ 2127796 w 3251746"/>
                  <a:gd name="connsiteY3-458" fmla="*/ 44062 h 1921976"/>
                  <a:gd name="connsiteX4-459" fmla="*/ 3251746 w 3251746"/>
                  <a:gd name="connsiteY4-460" fmla="*/ 510787 h 1921976"/>
                  <a:gd name="connsiteX5-461" fmla="*/ 3242221 w 3251746"/>
                  <a:gd name="connsiteY5-462" fmla="*/ 1901437 h 1921976"/>
                  <a:gd name="connsiteX6-463" fmla="*/ 2994571 w 3251746"/>
                  <a:gd name="connsiteY6-464" fmla="*/ 1777612 h 1921976"/>
                  <a:gd name="connsiteX7-465" fmla="*/ 2118271 w 3251746"/>
                  <a:gd name="connsiteY7-466" fmla="*/ 806062 h 1921976"/>
                  <a:gd name="connsiteX8-467" fmla="*/ 1118146 w 3251746"/>
                  <a:gd name="connsiteY8-468" fmla="*/ 606037 h 1921976"/>
                  <a:gd name="connsiteX0-469" fmla="*/ 1118146 w 3242221"/>
                  <a:gd name="connsiteY0-470" fmla="*/ 606037 h 1921976"/>
                  <a:gd name="connsiteX1-471" fmla="*/ 3721 w 3242221"/>
                  <a:gd name="connsiteY1-472" fmla="*/ 844162 h 1921976"/>
                  <a:gd name="connsiteX2-473" fmla="*/ 889546 w 3242221"/>
                  <a:gd name="connsiteY2-474" fmla="*/ 34537 h 1921976"/>
                  <a:gd name="connsiteX3-475" fmla="*/ 2127796 w 3242221"/>
                  <a:gd name="connsiteY3-476" fmla="*/ 44062 h 1921976"/>
                  <a:gd name="connsiteX4-477" fmla="*/ 3242221 w 3242221"/>
                  <a:gd name="connsiteY4-478" fmla="*/ 615562 h 1921976"/>
                  <a:gd name="connsiteX5-479" fmla="*/ 3242221 w 3242221"/>
                  <a:gd name="connsiteY5-480" fmla="*/ 1901437 h 1921976"/>
                  <a:gd name="connsiteX6-481" fmla="*/ 2994571 w 3242221"/>
                  <a:gd name="connsiteY6-482" fmla="*/ 1777612 h 1921976"/>
                  <a:gd name="connsiteX7-483" fmla="*/ 2118271 w 3242221"/>
                  <a:gd name="connsiteY7-484" fmla="*/ 806062 h 1921976"/>
                  <a:gd name="connsiteX8-485" fmla="*/ 1118146 w 3242221"/>
                  <a:gd name="connsiteY8-486" fmla="*/ 606037 h 1921976"/>
                  <a:gd name="connsiteX0-487" fmla="*/ 1118146 w 3242221"/>
                  <a:gd name="connsiteY0-488" fmla="*/ 606037 h 1921976"/>
                  <a:gd name="connsiteX1-489" fmla="*/ 3721 w 3242221"/>
                  <a:gd name="connsiteY1-490" fmla="*/ 844162 h 1921976"/>
                  <a:gd name="connsiteX2-491" fmla="*/ 889546 w 3242221"/>
                  <a:gd name="connsiteY2-492" fmla="*/ 34537 h 1921976"/>
                  <a:gd name="connsiteX3-493" fmla="*/ 2127796 w 3242221"/>
                  <a:gd name="connsiteY3-494" fmla="*/ 44062 h 1921976"/>
                  <a:gd name="connsiteX4-495" fmla="*/ 3242221 w 3242221"/>
                  <a:gd name="connsiteY4-496" fmla="*/ 615562 h 1921976"/>
                  <a:gd name="connsiteX5-497" fmla="*/ 3242221 w 3242221"/>
                  <a:gd name="connsiteY5-498" fmla="*/ 1901437 h 1921976"/>
                  <a:gd name="connsiteX6-499" fmla="*/ 2994571 w 3242221"/>
                  <a:gd name="connsiteY6-500" fmla="*/ 1777612 h 1921976"/>
                  <a:gd name="connsiteX7-501" fmla="*/ 2118271 w 3242221"/>
                  <a:gd name="connsiteY7-502" fmla="*/ 806062 h 1921976"/>
                  <a:gd name="connsiteX8-503" fmla="*/ 1118146 w 3242221"/>
                  <a:gd name="connsiteY8-504" fmla="*/ 606037 h 1921976"/>
                  <a:gd name="connsiteX0-505" fmla="*/ 1118146 w 3261271"/>
                  <a:gd name="connsiteY0-506" fmla="*/ 606037 h 1993269"/>
                  <a:gd name="connsiteX1-507" fmla="*/ 3721 w 3261271"/>
                  <a:gd name="connsiteY1-508" fmla="*/ 844162 h 1993269"/>
                  <a:gd name="connsiteX2-509" fmla="*/ 889546 w 3261271"/>
                  <a:gd name="connsiteY2-510" fmla="*/ 34537 h 1993269"/>
                  <a:gd name="connsiteX3-511" fmla="*/ 2127796 w 3261271"/>
                  <a:gd name="connsiteY3-512" fmla="*/ 44062 h 1993269"/>
                  <a:gd name="connsiteX4-513" fmla="*/ 3242221 w 3261271"/>
                  <a:gd name="connsiteY4-514" fmla="*/ 615562 h 1993269"/>
                  <a:gd name="connsiteX5-515" fmla="*/ 3261271 w 3261271"/>
                  <a:gd name="connsiteY5-516" fmla="*/ 1987162 h 1993269"/>
                  <a:gd name="connsiteX6-517" fmla="*/ 2994571 w 3261271"/>
                  <a:gd name="connsiteY6-518" fmla="*/ 1777612 h 1993269"/>
                  <a:gd name="connsiteX7-519" fmla="*/ 2118271 w 3261271"/>
                  <a:gd name="connsiteY7-520" fmla="*/ 806062 h 1993269"/>
                  <a:gd name="connsiteX8-521" fmla="*/ 1118146 w 3261271"/>
                  <a:gd name="connsiteY8-522" fmla="*/ 606037 h 1993269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  <a:cxn ang="0">
                    <a:pos x="connsiteX7-15" y="connsiteY7-16"/>
                  </a:cxn>
                  <a:cxn ang="0">
                    <a:pos x="connsiteX8-17" y="connsiteY8-18"/>
                  </a:cxn>
                </a:cxnLst>
                <a:rect l="l" t="t" r="r" b="b"/>
                <a:pathLst>
                  <a:path w="3261271" h="1993269">
                    <a:moveTo>
                      <a:pt x="1118146" y="606037"/>
                    </a:moveTo>
                    <a:cubicBezTo>
                      <a:pt x="816521" y="761612"/>
                      <a:pt x="308521" y="1206112"/>
                      <a:pt x="3721" y="844162"/>
                    </a:cubicBezTo>
                    <a:cubicBezTo>
                      <a:pt x="-62359" y="765692"/>
                      <a:pt x="772071" y="98037"/>
                      <a:pt x="889546" y="34537"/>
                    </a:cubicBezTo>
                    <a:cubicBezTo>
                      <a:pt x="1007021" y="-9913"/>
                      <a:pt x="2000796" y="-16263"/>
                      <a:pt x="2127796" y="44062"/>
                    </a:cubicBezTo>
                    <a:cubicBezTo>
                      <a:pt x="2616746" y="180587"/>
                      <a:pt x="2915196" y="345687"/>
                      <a:pt x="3242221" y="615562"/>
                    </a:cubicBezTo>
                    <a:lnTo>
                      <a:pt x="3261271" y="1987162"/>
                    </a:lnTo>
                    <a:cubicBezTo>
                      <a:pt x="3159671" y="2012562"/>
                      <a:pt x="3134271" y="1961762"/>
                      <a:pt x="2994571" y="1777612"/>
                    </a:cubicBezTo>
                    <a:cubicBezTo>
                      <a:pt x="2616746" y="1444237"/>
                      <a:pt x="2343696" y="1148962"/>
                      <a:pt x="2118271" y="806062"/>
                    </a:cubicBezTo>
                    <a:cubicBezTo>
                      <a:pt x="1756321" y="777487"/>
                      <a:pt x="1432471" y="720337"/>
                      <a:pt x="1118146" y="606037"/>
                    </a:cubicBezTo>
                    <a:close/>
                  </a:path>
                </a:pathLst>
              </a:custGeom>
              <a:solidFill>
                <a:srgbClr val="568AD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30" dirty="0"/>
              </a:p>
            </p:txBody>
          </p:sp>
          <p:sp>
            <p:nvSpPr>
              <p:cNvPr id="12" name="Rounded Rectangle 4"/>
              <p:cNvSpPr/>
              <p:nvPr/>
            </p:nvSpPr>
            <p:spPr>
              <a:xfrm rot="2002203">
                <a:off x="2745022" y="3807001"/>
                <a:ext cx="339508" cy="612148"/>
              </a:xfrm>
              <a:prstGeom prst="roundRect">
                <a:avLst>
                  <a:gd name="adj" fmla="val 50000"/>
                </a:avLst>
              </a:prstGeom>
              <a:solidFill>
                <a:srgbClr val="4270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30"/>
              </a:p>
            </p:txBody>
          </p:sp>
          <p:sp>
            <p:nvSpPr>
              <p:cNvPr id="13" name="Rounded Rectangle 11"/>
              <p:cNvSpPr/>
              <p:nvPr/>
            </p:nvSpPr>
            <p:spPr>
              <a:xfrm rot="2002203">
                <a:off x="3276558" y="3627997"/>
                <a:ext cx="339508" cy="934693"/>
              </a:xfrm>
              <a:prstGeom prst="roundRect">
                <a:avLst>
                  <a:gd name="adj" fmla="val 50000"/>
                </a:avLst>
              </a:prstGeom>
              <a:solidFill>
                <a:srgbClr val="4270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30"/>
              </a:p>
            </p:txBody>
          </p:sp>
          <p:sp>
            <p:nvSpPr>
              <p:cNvPr id="14" name="Rounded Rectangle 12"/>
              <p:cNvSpPr/>
              <p:nvPr/>
            </p:nvSpPr>
            <p:spPr>
              <a:xfrm rot="2002203">
                <a:off x="3656813" y="3935485"/>
                <a:ext cx="339508" cy="724313"/>
              </a:xfrm>
              <a:prstGeom prst="roundRect">
                <a:avLst>
                  <a:gd name="adj" fmla="val 50000"/>
                </a:avLst>
              </a:prstGeom>
              <a:solidFill>
                <a:srgbClr val="4270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30"/>
              </a:p>
            </p:txBody>
          </p:sp>
          <p:sp>
            <p:nvSpPr>
              <p:cNvPr id="15" name="Rounded Rectangle 13"/>
              <p:cNvSpPr/>
              <p:nvPr/>
            </p:nvSpPr>
            <p:spPr>
              <a:xfrm rot="2002203">
                <a:off x="4082895" y="4229792"/>
                <a:ext cx="339508" cy="567411"/>
              </a:xfrm>
              <a:prstGeom prst="roundRect">
                <a:avLst>
                  <a:gd name="adj" fmla="val 50000"/>
                </a:avLst>
              </a:prstGeom>
              <a:solidFill>
                <a:srgbClr val="4270C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30"/>
              </a:p>
            </p:txBody>
          </p:sp>
        </p:grpSp>
        <p:sp>
          <p:nvSpPr>
            <p:cNvPr id="10" name="Freeform 14"/>
            <p:cNvSpPr/>
            <p:nvPr/>
          </p:nvSpPr>
          <p:spPr>
            <a:xfrm>
              <a:off x="2676526" y="2590800"/>
              <a:ext cx="3152217" cy="2284673"/>
            </a:xfrm>
            <a:custGeom>
              <a:avLst/>
              <a:gdLst>
                <a:gd name="connsiteX0" fmla="*/ 323850 w 3152217"/>
                <a:gd name="connsiteY0" fmla="*/ 0 h 2217998"/>
                <a:gd name="connsiteX1" fmla="*/ 95250 w 3152217"/>
                <a:gd name="connsiteY1" fmla="*/ 209550 h 2217998"/>
                <a:gd name="connsiteX2" fmla="*/ 1352550 w 3152217"/>
                <a:gd name="connsiteY2" fmla="*/ 85725 h 2217998"/>
                <a:gd name="connsiteX3" fmla="*/ 2219325 w 3152217"/>
                <a:gd name="connsiteY3" fmla="*/ 295275 h 2217998"/>
                <a:gd name="connsiteX4" fmla="*/ 2724150 w 3152217"/>
                <a:gd name="connsiteY4" fmla="*/ 781050 h 2217998"/>
                <a:gd name="connsiteX5" fmla="*/ 2720489 w 3152217"/>
                <a:gd name="connsiteY5" fmla="*/ 785957 h 2217998"/>
                <a:gd name="connsiteX6" fmla="*/ 3152217 w 3152217"/>
                <a:gd name="connsiteY6" fmla="*/ 1217685 h 2217998"/>
                <a:gd name="connsiteX7" fmla="*/ 3152217 w 3152217"/>
                <a:gd name="connsiteY7" fmla="*/ 1429902 h 2217998"/>
                <a:gd name="connsiteX8" fmla="*/ 2940000 w 3152217"/>
                <a:gd name="connsiteY8" fmla="*/ 1429902 h 2217998"/>
                <a:gd name="connsiteX9" fmla="*/ 2539107 w 3152217"/>
                <a:gd name="connsiteY9" fmla="*/ 1029008 h 2217998"/>
                <a:gd name="connsiteX10" fmla="*/ 2474399 w 3152217"/>
                <a:gd name="connsiteY10" fmla="*/ 1115717 h 2217998"/>
                <a:gd name="connsiteX11" fmla="*/ 2907621 w 3152217"/>
                <a:gd name="connsiteY11" fmla="*/ 1548940 h 2217998"/>
                <a:gd name="connsiteX12" fmla="*/ 2907621 w 3152217"/>
                <a:gd name="connsiteY12" fmla="*/ 1761157 h 2217998"/>
                <a:gd name="connsiteX13" fmla="*/ 2695404 w 3152217"/>
                <a:gd name="connsiteY13" fmla="*/ 1761157 h 2217998"/>
                <a:gd name="connsiteX14" fmla="*/ 2293017 w 3152217"/>
                <a:gd name="connsiteY14" fmla="*/ 1358769 h 2217998"/>
                <a:gd name="connsiteX15" fmla="*/ 2228234 w 3152217"/>
                <a:gd name="connsiteY15" fmla="*/ 1445578 h 2217998"/>
                <a:gd name="connsiteX16" fmla="*/ 2648161 w 3152217"/>
                <a:gd name="connsiteY16" fmla="*/ 1865505 h 2217998"/>
                <a:gd name="connsiteX17" fmla="*/ 2648161 w 3152217"/>
                <a:gd name="connsiteY17" fmla="*/ 2077722 h 2217998"/>
                <a:gd name="connsiteX18" fmla="*/ 2435944 w 3152217"/>
                <a:gd name="connsiteY18" fmla="*/ 2077722 h 2217998"/>
                <a:gd name="connsiteX19" fmla="*/ 2046853 w 3152217"/>
                <a:gd name="connsiteY19" fmla="*/ 1688629 h 2217998"/>
                <a:gd name="connsiteX20" fmla="*/ 1966688 w 3152217"/>
                <a:gd name="connsiteY20" fmla="*/ 1796050 h 2217998"/>
                <a:gd name="connsiteX21" fmla="*/ 1987859 w 3152217"/>
                <a:gd name="connsiteY21" fmla="*/ 1774879 h 2217998"/>
                <a:gd name="connsiteX22" fmla="*/ 2218760 w 3152217"/>
                <a:gd name="connsiteY22" fmla="*/ 2005781 h 2217998"/>
                <a:gd name="connsiteX23" fmla="*/ 2218760 w 3152217"/>
                <a:gd name="connsiteY23" fmla="*/ 2217998 h 2217998"/>
                <a:gd name="connsiteX24" fmla="*/ 2006543 w 3152217"/>
                <a:gd name="connsiteY24" fmla="*/ 2217998 h 2217998"/>
                <a:gd name="connsiteX25" fmla="*/ 1803401 w 3152217"/>
                <a:gd name="connsiteY25" fmla="*/ 2014854 h 2217998"/>
                <a:gd name="connsiteX26" fmla="*/ 1771650 w 3152217"/>
                <a:gd name="connsiteY26" fmla="*/ 2057400 h 2217998"/>
                <a:gd name="connsiteX27" fmla="*/ 1798691 w 3152217"/>
                <a:gd name="connsiteY27" fmla="*/ 2010144 h 2217998"/>
                <a:gd name="connsiteX28" fmla="*/ 1775643 w 3152217"/>
                <a:gd name="connsiteY28" fmla="*/ 1987096 h 2217998"/>
                <a:gd name="connsiteX29" fmla="*/ 1848068 w 3152217"/>
                <a:gd name="connsiteY29" fmla="*/ 1914670 h 2217998"/>
                <a:gd name="connsiteX30" fmla="*/ 1533525 w 3152217"/>
                <a:gd name="connsiteY30" fmla="*/ 1485900 h 2217998"/>
                <a:gd name="connsiteX31" fmla="*/ 1219200 w 3152217"/>
                <a:gd name="connsiteY31" fmla="*/ 1181100 h 2217998"/>
                <a:gd name="connsiteX32" fmla="*/ 571500 w 3152217"/>
                <a:gd name="connsiteY32" fmla="*/ 1295400 h 2217998"/>
                <a:gd name="connsiteX33" fmla="*/ 0 w 3152217"/>
                <a:gd name="connsiteY33" fmla="*/ 1266825 h 2217998"/>
                <a:gd name="connsiteX34" fmla="*/ 9525 w 3152217"/>
                <a:gd name="connsiteY34" fmla="*/ 28575 h 2217998"/>
                <a:gd name="connsiteX35" fmla="*/ 323850 w 3152217"/>
                <a:gd name="connsiteY35" fmla="*/ 0 h 2217998"/>
                <a:gd name="connsiteX0-1" fmla="*/ 323850 w 3152217"/>
                <a:gd name="connsiteY0-2" fmla="*/ 0 h 2217998"/>
                <a:gd name="connsiteX1-3" fmla="*/ 95250 w 3152217"/>
                <a:gd name="connsiteY1-4" fmla="*/ 209550 h 2217998"/>
                <a:gd name="connsiteX2-5" fmla="*/ 1352550 w 3152217"/>
                <a:gd name="connsiteY2-6" fmla="*/ 85725 h 2217998"/>
                <a:gd name="connsiteX3-7" fmla="*/ 2219325 w 3152217"/>
                <a:gd name="connsiteY3-8" fmla="*/ 295275 h 2217998"/>
                <a:gd name="connsiteX4-9" fmla="*/ 2724150 w 3152217"/>
                <a:gd name="connsiteY4-10" fmla="*/ 781050 h 2217998"/>
                <a:gd name="connsiteX5-11" fmla="*/ 2720489 w 3152217"/>
                <a:gd name="connsiteY5-12" fmla="*/ 785957 h 2217998"/>
                <a:gd name="connsiteX6-13" fmla="*/ 3152217 w 3152217"/>
                <a:gd name="connsiteY6-14" fmla="*/ 1217685 h 2217998"/>
                <a:gd name="connsiteX7-15" fmla="*/ 3152217 w 3152217"/>
                <a:gd name="connsiteY7-16" fmla="*/ 1429902 h 2217998"/>
                <a:gd name="connsiteX8-17" fmla="*/ 2940000 w 3152217"/>
                <a:gd name="connsiteY8-18" fmla="*/ 1429902 h 2217998"/>
                <a:gd name="connsiteX9-19" fmla="*/ 2539107 w 3152217"/>
                <a:gd name="connsiteY9-20" fmla="*/ 1029008 h 2217998"/>
                <a:gd name="connsiteX10-21" fmla="*/ 2474399 w 3152217"/>
                <a:gd name="connsiteY10-22" fmla="*/ 1115717 h 2217998"/>
                <a:gd name="connsiteX11-23" fmla="*/ 2907621 w 3152217"/>
                <a:gd name="connsiteY11-24" fmla="*/ 1548940 h 2217998"/>
                <a:gd name="connsiteX12-25" fmla="*/ 2907621 w 3152217"/>
                <a:gd name="connsiteY12-26" fmla="*/ 1761157 h 2217998"/>
                <a:gd name="connsiteX13-27" fmla="*/ 2695404 w 3152217"/>
                <a:gd name="connsiteY13-28" fmla="*/ 1761157 h 2217998"/>
                <a:gd name="connsiteX14-29" fmla="*/ 2293017 w 3152217"/>
                <a:gd name="connsiteY14-30" fmla="*/ 1358769 h 2217998"/>
                <a:gd name="connsiteX15-31" fmla="*/ 2228234 w 3152217"/>
                <a:gd name="connsiteY15-32" fmla="*/ 1445578 h 2217998"/>
                <a:gd name="connsiteX16-33" fmla="*/ 2648161 w 3152217"/>
                <a:gd name="connsiteY16-34" fmla="*/ 1865505 h 2217998"/>
                <a:gd name="connsiteX17-35" fmla="*/ 2648161 w 3152217"/>
                <a:gd name="connsiteY17-36" fmla="*/ 2077722 h 2217998"/>
                <a:gd name="connsiteX18-37" fmla="*/ 2435944 w 3152217"/>
                <a:gd name="connsiteY18-38" fmla="*/ 2077722 h 2217998"/>
                <a:gd name="connsiteX19-39" fmla="*/ 2046853 w 3152217"/>
                <a:gd name="connsiteY19-40" fmla="*/ 1688629 h 2217998"/>
                <a:gd name="connsiteX20-41" fmla="*/ 1966688 w 3152217"/>
                <a:gd name="connsiteY20-42" fmla="*/ 1796050 h 2217998"/>
                <a:gd name="connsiteX21-43" fmla="*/ 1987859 w 3152217"/>
                <a:gd name="connsiteY21-44" fmla="*/ 1774879 h 2217998"/>
                <a:gd name="connsiteX22-45" fmla="*/ 2218760 w 3152217"/>
                <a:gd name="connsiteY22-46" fmla="*/ 2005781 h 2217998"/>
                <a:gd name="connsiteX23-47" fmla="*/ 2218760 w 3152217"/>
                <a:gd name="connsiteY23-48" fmla="*/ 2217998 h 2217998"/>
                <a:gd name="connsiteX24-49" fmla="*/ 2006543 w 3152217"/>
                <a:gd name="connsiteY24-50" fmla="*/ 2217998 h 2217998"/>
                <a:gd name="connsiteX25-51" fmla="*/ 1803401 w 3152217"/>
                <a:gd name="connsiteY25-52" fmla="*/ 2014854 h 2217998"/>
                <a:gd name="connsiteX26-53" fmla="*/ 1771650 w 3152217"/>
                <a:gd name="connsiteY26-54" fmla="*/ 2057400 h 2217998"/>
                <a:gd name="connsiteX27-55" fmla="*/ 1798691 w 3152217"/>
                <a:gd name="connsiteY27-56" fmla="*/ 2010144 h 2217998"/>
                <a:gd name="connsiteX28-57" fmla="*/ 1775643 w 3152217"/>
                <a:gd name="connsiteY28-58" fmla="*/ 1987096 h 2217998"/>
                <a:gd name="connsiteX29-59" fmla="*/ 1848068 w 3152217"/>
                <a:gd name="connsiteY29-60" fmla="*/ 1914670 h 2217998"/>
                <a:gd name="connsiteX30-61" fmla="*/ 1533525 w 3152217"/>
                <a:gd name="connsiteY30-62" fmla="*/ 1485900 h 2217998"/>
                <a:gd name="connsiteX31-63" fmla="*/ 1219200 w 3152217"/>
                <a:gd name="connsiteY31-64" fmla="*/ 1181100 h 2217998"/>
                <a:gd name="connsiteX32-65" fmla="*/ 571500 w 3152217"/>
                <a:gd name="connsiteY32-66" fmla="*/ 1295400 h 2217998"/>
                <a:gd name="connsiteX33-67" fmla="*/ 0 w 3152217"/>
                <a:gd name="connsiteY33-68" fmla="*/ 1266825 h 2217998"/>
                <a:gd name="connsiteX34-69" fmla="*/ 9525 w 3152217"/>
                <a:gd name="connsiteY34-70" fmla="*/ 28575 h 2217998"/>
                <a:gd name="connsiteX35-71" fmla="*/ 323850 w 3152217"/>
                <a:gd name="connsiteY35-72" fmla="*/ 0 h 2217998"/>
                <a:gd name="connsiteX0-73" fmla="*/ 323850 w 3152217"/>
                <a:gd name="connsiteY0-74" fmla="*/ 0 h 2217998"/>
                <a:gd name="connsiteX1-75" fmla="*/ 95250 w 3152217"/>
                <a:gd name="connsiteY1-76" fmla="*/ 209550 h 2217998"/>
                <a:gd name="connsiteX2-77" fmla="*/ 1352550 w 3152217"/>
                <a:gd name="connsiteY2-78" fmla="*/ 85725 h 2217998"/>
                <a:gd name="connsiteX3-79" fmla="*/ 2219325 w 3152217"/>
                <a:gd name="connsiteY3-80" fmla="*/ 295275 h 2217998"/>
                <a:gd name="connsiteX4-81" fmla="*/ 2724150 w 3152217"/>
                <a:gd name="connsiteY4-82" fmla="*/ 781050 h 2217998"/>
                <a:gd name="connsiteX5-83" fmla="*/ 2720489 w 3152217"/>
                <a:gd name="connsiteY5-84" fmla="*/ 785957 h 2217998"/>
                <a:gd name="connsiteX6-85" fmla="*/ 3152217 w 3152217"/>
                <a:gd name="connsiteY6-86" fmla="*/ 1217685 h 2217998"/>
                <a:gd name="connsiteX7-87" fmla="*/ 3152217 w 3152217"/>
                <a:gd name="connsiteY7-88" fmla="*/ 1429902 h 2217998"/>
                <a:gd name="connsiteX8-89" fmla="*/ 2940000 w 3152217"/>
                <a:gd name="connsiteY8-90" fmla="*/ 1429902 h 2217998"/>
                <a:gd name="connsiteX9-91" fmla="*/ 2539107 w 3152217"/>
                <a:gd name="connsiteY9-92" fmla="*/ 1029008 h 2217998"/>
                <a:gd name="connsiteX10-93" fmla="*/ 2474399 w 3152217"/>
                <a:gd name="connsiteY10-94" fmla="*/ 1115717 h 2217998"/>
                <a:gd name="connsiteX11-95" fmla="*/ 2907621 w 3152217"/>
                <a:gd name="connsiteY11-96" fmla="*/ 1548940 h 2217998"/>
                <a:gd name="connsiteX12-97" fmla="*/ 2907621 w 3152217"/>
                <a:gd name="connsiteY12-98" fmla="*/ 1761157 h 2217998"/>
                <a:gd name="connsiteX13-99" fmla="*/ 2695404 w 3152217"/>
                <a:gd name="connsiteY13-100" fmla="*/ 1761157 h 2217998"/>
                <a:gd name="connsiteX14-101" fmla="*/ 2293017 w 3152217"/>
                <a:gd name="connsiteY14-102" fmla="*/ 1358769 h 2217998"/>
                <a:gd name="connsiteX15-103" fmla="*/ 2228234 w 3152217"/>
                <a:gd name="connsiteY15-104" fmla="*/ 1445578 h 2217998"/>
                <a:gd name="connsiteX16-105" fmla="*/ 2648161 w 3152217"/>
                <a:gd name="connsiteY16-106" fmla="*/ 1865505 h 2217998"/>
                <a:gd name="connsiteX17-107" fmla="*/ 2648161 w 3152217"/>
                <a:gd name="connsiteY17-108" fmla="*/ 2077722 h 2217998"/>
                <a:gd name="connsiteX18-109" fmla="*/ 2435944 w 3152217"/>
                <a:gd name="connsiteY18-110" fmla="*/ 2077722 h 2217998"/>
                <a:gd name="connsiteX19-111" fmla="*/ 2046853 w 3152217"/>
                <a:gd name="connsiteY19-112" fmla="*/ 1688629 h 2217998"/>
                <a:gd name="connsiteX20-113" fmla="*/ 1966688 w 3152217"/>
                <a:gd name="connsiteY20-114" fmla="*/ 1796050 h 2217998"/>
                <a:gd name="connsiteX21-115" fmla="*/ 1987859 w 3152217"/>
                <a:gd name="connsiteY21-116" fmla="*/ 1774879 h 2217998"/>
                <a:gd name="connsiteX22-117" fmla="*/ 2218760 w 3152217"/>
                <a:gd name="connsiteY22-118" fmla="*/ 2005781 h 2217998"/>
                <a:gd name="connsiteX23-119" fmla="*/ 2218760 w 3152217"/>
                <a:gd name="connsiteY23-120" fmla="*/ 2217998 h 2217998"/>
                <a:gd name="connsiteX24-121" fmla="*/ 2006543 w 3152217"/>
                <a:gd name="connsiteY24-122" fmla="*/ 2217998 h 2217998"/>
                <a:gd name="connsiteX25-123" fmla="*/ 1803401 w 3152217"/>
                <a:gd name="connsiteY25-124" fmla="*/ 2014854 h 2217998"/>
                <a:gd name="connsiteX26-125" fmla="*/ 1798691 w 3152217"/>
                <a:gd name="connsiteY26-126" fmla="*/ 2010144 h 2217998"/>
                <a:gd name="connsiteX27-127" fmla="*/ 1775643 w 3152217"/>
                <a:gd name="connsiteY27-128" fmla="*/ 1987096 h 2217998"/>
                <a:gd name="connsiteX28-129" fmla="*/ 1848068 w 3152217"/>
                <a:gd name="connsiteY28-130" fmla="*/ 1914670 h 2217998"/>
                <a:gd name="connsiteX29-131" fmla="*/ 1533525 w 3152217"/>
                <a:gd name="connsiteY29-132" fmla="*/ 1485900 h 2217998"/>
                <a:gd name="connsiteX30-133" fmla="*/ 1219200 w 3152217"/>
                <a:gd name="connsiteY30-134" fmla="*/ 1181100 h 2217998"/>
                <a:gd name="connsiteX31-135" fmla="*/ 571500 w 3152217"/>
                <a:gd name="connsiteY31-136" fmla="*/ 1295400 h 2217998"/>
                <a:gd name="connsiteX32-137" fmla="*/ 0 w 3152217"/>
                <a:gd name="connsiteY32-138" fmla="*/ 1266825 h 2217998"/>
                <a:gd name="connsiteX33-139" fmla="*/ 9525 w 3152217"/>
                <a:gd name="connsiteY33-140" fmla="*/ 28575 h 2217998"/>
                <a:gd name="connsiteX34-141" fmla="*/ 323850 w 3152217"/>
                <a:gd name="connsiteY34-142" fmla="*/ 0 h 2217998"/>
                <a:gd name="connsiteX0-143" fmla="*/ 323850 w 3152217"/>
                <a:gd name="connsiteY0-144" fmla="*/ 0 h 2217998"/>
                <a:gd name="connsiteX1-145" fmla="*/ 95250 w 3152217"/>
                <a:gd name="connsiteY1-146" fmla="*/ 209550 h 2217998"/>
                <a:gd name="connsiteX2-147" fmla="*/ 1352550 w 3152217"/>
                <a:gd name="connsiteY2-148" fmla="*/ 85725 h 2217998"/>
                <a:gd name="connsiteX3-149" fmla="*/ 2219325 w 3152217"/>
                <a:gd name="connsiteY3-150" fmla="*/ 295275 h 2217998"/>
                <a:gd name="connsiteX4-151" fmla="*/ 2724150 w 3152217"/>
                <a:gd name="connsiteY4-152" fmla="*/ 781050 h 2217998"/>
                <a:gd name="connsiteX5-153" fmla="*/ 2720489 w 3152217"/>
                <a:gd name="connsiteY5-154" fmla="*/ 785957 h 2217998"/>
                <a:gd name="connsiteX6-155" fmla="*/ 3152217 w 3152217"/>
                <a:gd name="connsiteY6-156" fmla="*/ 1217685 h 2217998"/>
                <a:gd name="connsiteX7-157" fmla="*/ 3152217 w 3152217"/>
                <a:gd name="connsiteY7-158" fmla="*/ 1429902 h 2217998"/>
                <a:gd name="connsiteX8-159" fmla="*/ 2940000 w 3152217"/>
                <a:gd name="connsiteY8-160" fmla="*/ 1429902 h 2217998"/>
                <a:gd name="connsiteX9-161" fmla="*/ 2539107 w 3152217"/>
                <a:gd name="connsiteY9-162" fmla="*/ 1029008 h 2217998"/>
                <a:gd name="connsiteX10-163" fmla="*/ 2474399 w 3152217"/>
                <a:gd name="connsiteY10-164" fmla="*/ 1115717 h 2217998"/>
                <a:gd name="connsiteX11-165" fmla="*/ 2907621 w 3152217"/>
                <a:gd name="connsiteY11-166" fmla="*/ 1548940 h 2217998"/>
                <a:gd name="connsiteX12-167" fmla="*/ 2907621 w 3152217"/>
                <a:gd name="connsiteY12-168" fmla="*/ 1761157 h 2217998"/>
                <a:gd name="connsiteX13-169" fmla="*/ 2695404 w 3152217"/>
                <a:gd name="connsiteY13-170" fmla="*/ 1761157 h 2217998"/>
                <a:gd name="connsiteX14-171" fmla="*/ 2293017 w 3152217"/>
                <a:gd name="connsiteY14-172" fmla="*/ 1358769 h 2217998"/>
                <a:gd name="connsiteX15-173" fmla="*/ 2228234 w 3152217"/>
                <a:gd name="connsiteY15-174" fmla="*/ 1445578 h 2217998"/>
                <a:gd name="connsiteX16-175" fmla="*/ 2648161 w 3152217"/>
                <a:gd name="connsiteY16-176" fmla="*/ 1865505 h 2217998"/>
                <a:gd name="connsiteX17-177" fmla="*/ 2648161 w 3152217"/>
                <a:gd name="connsiteY17-178" fmla="*/ 2077722 h 2217998"/>
                <a:gd name="connsiteX18-179" fmla="*/ 2435944 w 3152217"/>
                <a:gd name="connsiteY18-180" fmla="*/ 2077722 h 2217998"/>
                <a:gd name="connsiteX19-181" fmla="*/ 2046853 w 3152217"/>
                <a:gd name="connsiteY19-182" fmla="*/ 1688629 h 2217998"/>
                <a:gd name="connsiteX20-183" fmla="*/ 1966688 w 3152217"/>
                <a:gd name="connsiteY20-184" fmla="*/ 1796050 h 2217998"/>
                <a:gd name="connsiteX21-185" fmla="*/ 1987859 w 3152217"/>
                <a:gd name="connsiteY21-186" fmla="*/ 1774879 h 2217998"/>
                <a:gd name="connsiteX22-187" fmla="*/ 2218760 w 3152217"/>
                <a:gd name="connsiteY22-188" fmla="*/ 2005781 h 2217998"/>
                <a:gd name="connsiteX23-189" fmla="*/ 2218760 w 3152217"/>
                <a:gd name="connsiteY23-190" fmla="*/ 2217998 h 2217998"/>
                <a:gd name="connsiteX24-191" fmla="*/ 2006543 w 3152217"/>
                <a:gd name="connsiteY24-192" fmla="*/ 2217998 h 2217998"/>
                <a:gd name="connsiteX25-193" fmla="*/ 1798691 w 3152217"/>
                <a:gd name="connsiteY25-194" fmla="*/ 2010144 h 2217998"/>
                <a:gd name="connsiteX26-195" fmla="*/ 1775643 w 3152217"/>
                <a:gd name="connsiteY26-196" fmla="*/ 1987096 h 2217998"/>
                <a:gd name="connsiteX27-197" fmla="*/ 1848068 w 3152217"/>
                <a:gd name="connsiteY27-198" fmla="*/ 1914670 h 2217998"/>
                <a:gd name="connsiteX28-199" fmla="*/ 1533525 w 3152217"/>
                <a:gd name="connsiteY28-200" fmla="*/ 1485900 h 2217998"/>
                <a:gd name="connsiteX29-201" fmla="*/ 1219200 w 3152217"/>
                <a:gd name="connsiteY29-202" fmla="*/ 1181100 h 2217998"/>
                <a:gd name="connsiteX30-203" fmla="*/ 571500 w 3152217"/>
                <a:gd name="connsiteY30-204" fmla="*/ 1295400 h 2217998"/>
                <a:gd name="connsiteX31-205" fmla="*/ 0 w 3152217"/>
                <a:gd name="connsiteY31-206" fmla="*/ 1266825 h 2217998"/>
                <a:gd name="connsiteX32-207" fmla="*/ 9525 w 3152217"/>
                <a:gd name="connsiteY32-208" fmla="*/ 28575 h 2217998"/>
                <a:gd name="connsiteX33-209" fmla="*/ 323850 w 3152217"/>
                <a:gd name="connsiteY33-210" fmla="*/ 0 h 2217998"/>
                <a:gd name="connsiteX0-211" fmla="*/ 323850 w 3152217"/>
                <a:gd name="connsiteY0-212" fmla="*/ 0 h 2217998"/>
                <a:gd name="connsiteX1-213" fmla="*/ 95250 w 3152217"/>
                <a:gd name="connsiteY1-214" fmla="*/ 209550 h 2217998"/>
                <a:gd name="connsiteX2-215" fmla="*/ 1352550 w 3152217"/>
                <a:gd name="connsiteY2-216" fmla="*/ 85725 h 2217998"/>
                <a:gd name="connsiteX3-217" fmla="*/ 2219325 w 3152217"/>
                <a:gd name="connsiteY3-218" fmla="*/ 295275 h 2217998"/>
                <a:gd name="connsiteX4-219" fmla="*/ 2724150 w 3152217"/>
                <a:gd name="connsiteY4-220" fmla="*/ 781050 h 2217998"/>
                <a:gd name="connsiteX5-221" fmla="*/ 2720489 w 3152217"/>
                <a:gd name="connsiteY5-222" fmla="*/ 785957 h 2217998"/>
                <a:gd name="connsiteX6-223" fmla="*/ 3152217 w 3152217"/>
                <a:gd name="connsiteY6-224" fmla="*/ 1217685 h 2217998"/>
                <a:gd name="connsiteX7-225" fmla="*/ 3152217 w 3152217"/>
                <a:gd name="connsiteY7-226" fmla="*/ 1429902 h 2217998"/>
                <a:gd name="connsiteX8-227" fmla="*/ 2940000 w 3152217"/>
                <a:gd name="connsiteY8-228" fmla="*/ 1429902 h 2217998"/>
                <a:gd name="connsiteX9-229" fmla="*/ 2539107 w 3152217"/>
                <a:gd name="connsiteY9-230" fmla="*/ 1029008 h 2217998"/>
                <a:gd name="connsiteX10-231" fmla="*/ 2474399 w 3152217"/>
                <a:gd name="connsiteY10-232" fmla="*/ 1115717 h 2217998"/>
                <a:gd name="connsiteX11-233" fmla="*/ 2907621 w 3152217"/>
                <a:gd name="connsiteY11-234" fmla="*/ 1548940 h 2217998"/>
                <a:gd name="connsiteX12-235" fmla="*/ 2907621 w 3152217"/>
                <a:gd name="connsiteY12-236" fmla="*/ 1761157 h 2217998"/>
                <a:gd name="connsiteX13-237" fmla="*/ 2695404 w 3152217"/>
                <a:gd name="connsiteY13-238" fmla="*/ 1761157 h 2217998"/>
                <a:gd name="connsiteX14-239" fmla="*/ 2293017 w 3152217"/>
                <a:gd name="connsiteY14-240" fmla="*/ 1358769 h 2217998"/>
                <a:gd name="connsiteX15-241" fmla="*/ 2228234 w 3152217"/>
                <a:gd name="connsiteY15-242" fmla="*/ 1445578 h 2217998"/>
                <a:gd name="connsiteX16-243" fmla="*/ 2648161 w 3152217"/>
                <a:gd name="connsiteY16-244" fmla="*/ 1865505 h 2217998"/>
                <a:gd name="connsiteX17-245" fmla="*/ 2648161 w 3152217"/>
                <a:gd name="connsiteY17-246" fmla="*/ 2077722 h 2217998"/>
                <a:gd name="connsiteX18-247" fmla="*/ 2435944 w 3152217"/>
                <a:gd name="connsiteY18-248" fmla="*/ 2077722 h 2217998"/>
                <a:gd name="connsiteX19-249" fmla="*/ 2046853 w 3152217"/>
                <a:gd name="connsiteY19-250" fmla="*/ 1688629 h 2217998"/>
                <a:gd name="connsiteX20-251" fmla="*/ 1966688 w 3152217"/>
                <a:gd name="connsiteY20-252" fmla="*/ 1796050 h 2217998"/>
                <a:gd name="connsiteX21-253" fmla="*/ 1987859 w 3152217"/>
                <a:gd name="connsiteY21-254" fmla="*/ 1774879 h 2217998"/>
                <a:gd name="connsiteX22-255" fmla="*/ 2218760 w 3152217"/>
                <a:gd name="connsiteY22-256" fmla="*/ 2005781 h 2217998"/>
                <a:gd name="connsiteX23-257" fmla="*/ 2218760 w 3152217"/>
                <a:gd name="connsiteY23-258" fmla="*/ 2217998 h 2217998"/>
                <a:gd name="connsiteX24-259" fmla="*/ 2006543 w 3152217"/>
                <a:gd name="connsiteY24-260" fmla="*/ 2217998 h 2217998"/>
                <a:gd name="connsiteX25-261" fmla="*/ 1798691 w 3152217"/>
                <a:gd name="connsiteY25-262" fmla="*/ 2010144 h 2217998"/>
                <a:gd name="connsiteX26-263" fmla="*/ 1775643 w 3152217"/>
                <a:gd name="connsiteY26-264" fmla="*/ 1987096 h 2217998"/>
                <a:gd name="connsiteX27-265" fmla="*/ 1848068 w 3152217"/>
                <a:gd name="connsiteY27-266" fmla="*/ 1914670 h 2217998"/>
                <a:gd name="connsiteX28-267" fmla="*/ 1533525 w 3152217"/>
                <a:gd name="connsiteY28-268" fmla="*/ 1485900 h 2217998"/>
                <a:gd name="connsiteX29-269" fmla="*/ 1219200 w 3152217"/>
                <a:gd name="connsiteY29-270" fmla="*/ 1181100 h 2217998"/>
                <a:gd name="connsiteX30-271" fmla="*/ 571500 w 3152217"/>
                <a:gd name="connsiteY30-272" fmla="*/ 1295400 h 2217998"/>
                <a:gd name="connsiteX31-273" fmla="*/ 0 w 3152217"/>
                <a:gd name="connsiteY31-274" fmla="*/ 1266825 h 2217998"/>
                <a:gd name="connsiteX32-275" fmla="*/ 9525 w 3152217"/>
                <a:gd name="connsiteY32-276" fmla="*/ 28575 h 2217998"/>
                <a:gd name="connsiteX33-277" fmla="*/ 323850 w 3152217"/>
                <a:gd name="connsiteY33-278" fmla="*/ 0 h 2217998"/>
                <a:gd name="connsiteX0-279" fmla="*/ 323850 w 3152217"/>
                <a:gd name="connsiteY0-280" fmla="*/ 0 h 2217998"/>
                <a:gd name="connsiteX1-281" fmla="*/ 95250 w 3152217"/>
                <a:gd name="connsiteY1-282" fmla="*/ 209550 h 2217998"/>
                <a:gd name="connsiteX2-283" fmla="*/ 1352550 w 3152217"/>
                <a:gd name="connsiteY2-284" fmla="*/ 85725 h 2217998"/>
                <a:gd name="connsiteX3-285" fmla="*/ 2219325 w 3152217"/>
                <a:gd name="connsiteY3-286" fmla="*/ 295275 h 2217998"/>
                <a:gd name="connsiteX4-287" fmla="*/ 2724150 w 3152217"/>
                <a:gd name="connsiteY4-288" fmla="*/ 781050 h 2217998"/>
                <a:gd name="connsiteX5-289" fmla="*/ 2720489 w 3152217"/>
                <a:gd name="connsiteY5-290" fmla="*/ 785957 h 2217998"/>
                <a:gd name="connsiteX6-291" fmla="*/ 3152217 w 3152217"/>
                <a:gd name="connsiteY6-292" fmla="*/ 1217685 h 2217998"/>
                <a:gd name="connsiteX7-293" fmla="*/ 3152217 w 3152217"/>
                <a:gd name="connsiteY7-294" fmla="*/ 1429902 h 2217998"/>
                <a:gd name="connsiteX8-295" fmla="*/ 2940000 w 3152217"/>
                <a:gd name="connsiteY8-296" fmla="*/ 1429902 h 2217998"/>
                <a:gd name="connsiteX9-297" fmla="*/ 2539107 w 3152217"/>
                <a:gd name="connsiteY9-298" fmla="*/ 1029008 h 2217998"/>
                <a:gd name="connsiteX10-299" fmla="*/ 2474399 w 3152217"/>
                <a:gd name="connsiteY10-300" fmla="*/ 1115717 h 2217998"/>
                <a:gd name="connsiteX11-301" fmla="*/ 2907621 w 3152217"/>
                <a:gd name="connsiteY11-302" fmla="*/ 1548940 h 2217998"/>
                <a:gd name="connsiteX12-303" fmla="*/ 2907621 w 3152217"/>
                <a:gd name="connsiteY12-304" fmla="*/ 1761157 h 2217998"/>
                <a:gd name="connsiteX13-305" fmla="*/ 2695404 w 3152217"/>
                <a:gd name="connsiteY13-306" fmla="*/ 1761157 h 2217998"/>
                <a:gd name="connsiteX14-307" fmla="*/ 2293017 w 3152217"/>
                <a:gd name="connsiteY14-308" fmla="*/ 1358769 h 2217998"/>
                <a:gd name="connsiteX15-309" fmla="*/ 2228234 w 3152217"/>
                <a:gd name="connsiteY15-310" fmla="*/ 1445578 h 2217998"/>
                <a:gd name="connsiteX16-311" fmla="*/ 2648161 w 3152217"/>
                <a:gd name="connsiteY16-312" fmla="*/ 1865505 h 2217998"/>
                <a:gd name="connsiteX17-313" fmla="*/ 2648161 w 3152217"/>
                <a:gd name="connsiteY17-314" fmla="*/ 2077722 h 2217998"/>
                <a:gd name="connsiteX18-315" fmla="*/ 2435944 w 3152217"/>
                <a:gd name="connsiteY18-316" fmla="*/ 2077722 h 2217998"/>
                <a:gd name="connsiteX19-317" fmla="*/ 2046853 w 3152217"/>
                <a:gd name="connsiteY19-318" fmla="*/ 1688629 h 2217998"/>
                <a:gd name="connsiteX20-319" fmla="*/ 1987859 w 3152217"/>
                <a:gd name="connsiteY20-320" fmla="*/ 1774879 h 2217998"/>
                <a:gd name="connsiteX21-321" fmla="*/ 2218760 w 3152217"/>
                <a:gd name="connsiteY21-322" fmla="*/ 2005781 h 2217998"/>
                <a:gd name="connsiteX22-323" fmla="*/ 2218760 w 3152217"/>
                <a:gd name="connsiteY22-324" fmla="*/ 2217998 h 2217998"/>
                <a:gd name="connsiteX23-325" fmla="*/ 2006543 w 3152217"/>
                <a:gd name="connsiteY23-326" fmla="*/ 2217998 h 2217998"/>
                <a:gd name="connsiteX24-327" fmla="*/ 1798691 w 3152217"/>
                <a:gd name="connsiteY24-328" fmla="*/ 2010144 h 2217998"/>
                <a:gd name="connsiteX25-329" fmla="*/ 1775643 w 3152217"/>
                <a:gd name="connsiteY25-330" fmla="*/ 1987096 h 2217998"/>
                <a:gd name="connsiteX26-331" fmla="*/ 1848068 w 3152217"/>
                <a:gd name="connsiteY26-332" fmla="*/ 1914670 h 2217998"/>
                <a:gd name="connsiteX27-333" fmla="*/ 1533525 w 3152217"/>
                <a:gd name="connsiteY27-334" fmla="*/ 1485900 h 2217998"/>
                <a:gd name="connsiteX28-335" fmla="*/ 1219200 w 3152217"/>
                <a:gd name="connsiteY28-336" fmla="*/ 1181100 h 2217998"/>
                <a:gd name="connsiteX29-337" fmla="*/ 571500 w 3152217"/>
                <a:gd name="connsiteY29-338" fmla="*/ 1295400 h 2217998"/>
                <a:gd name="connsiteX30-339" fmla="*/ 0 w 3152217"/>
                <a:gd name="connsiteY30-340" fmla="*/ 1266825 h 2217998"/>
                <a:gd name="connsiteX31-341" fmla="*/ 9525 w 3152217"/>
                <a:gd name="connsiteY31-342" fmla="*/ 28575 h 2217998"/>
                <a:gd name="connsiteX32-343" fmla="*/ 323850 w 3152217"/>
                <a:gd name="connsiteY32-344" fmla="*/ 0 h 2217998"/>
                <a:gd name="connsiteX0-345" fmla="*/ 323850 w 3152217"/>
                <a:gd name="connsiteY0-346" fmla="*/ 0 h 2217998"/>
                <a:gd name="connsiteX1-347" fmla="*/ 95250 w 3152217"/>
                <a:gd name="connsiteY1-348" fmla="*/ 209550 h 2217998"/>
                <a:gd name="connsiteX2-349" fmla="*/ 1352550 w 3152217"/>
                <a:gd name="connsiteY2-350" fmla="*/ 85725 h 2217998"/>
                <a:gd name="connsiteX3-351" fmla="*/ 2219325 w 3152217"/>
                <a:gd name="connsiteY3-352" fmla="*/ 295275 h 2217998"/>
                <a:gd name="connsiteX4-353" fmla="*/ 2724150 w 3152217"/>
                <a:gd name="connsiteY4-354" fmla="*/ 781050 h 2217998"/>
                <a:gd name="connsiteX5-355" fmla="*/ 2720489 w 3152217"/>
                <a:gd name="connsiteY5-356" fmla="*/ 785957 h 2217998"/>
                <a:gd name="connsiteX6-357" fmla="*/ 3152217 w 3152217"/>
                <a:gd name="connsiteY6-358" fmla="*/ 1217685 h 2217998"/>
                <a:gd name="connsiteX7-359" fmla="*/ 3152217 w 3152217"/>
                <a:gd name="connsiteY7-360" fmla="*/ 1429902 h 2217998"/>
                <a:gd name="connsiteX8-361" fmla="*/ 2940000 w 3152217"/>
                <a:gd name="connsiteY8-362" fmla="*/ 1429902 h 2217998"/>
                <a:gd name="connsiteX9-363" fmla="*/ 2539107 w 3152217"/>
                <a:gd name="connsiteY9-364" fmla="*/ 1029008 h 2217998"/>
                <a:gd name="connsiteX10-365" fmla="*/ 2474399 w 3152217"/>
                <a:gd name="connsiteY10-366" fmla="*/ 1115717 h 2217998"/>
                <a:gd name="connsiteX11-367" fmla="*/ 2907621 w 3152217"/>
                <a:gd name="connsiteY11-368" fmla="*/ 1548940 h 2217998"/>
                <a:gd name="connsiteX12-369" fmla="*/ 2907621 w 3152217"/>
                <a:gd name="connsiteY12-370" fmla="*/ 1761157 h 2217998"/>
                <a:gd name="connsiteX13-371" fmla="*/ 2695404 w 3152217"/>
                <a:gd name="connsiteY13-372" fmla="*/ 1761157 h 2217998"/>
                <a:gd name="connsiteX14-373" fmla="*/ 2293017 w 3152217"/>
                <a:gd name="connsiteY14-374" fmla="*/ 1358769 h 2217998"/>
                <a:gd name="connsiteX15-375" fmla="*/ 2228234 w 3152217"/>
                <a:gd name="connsiteY15-376" fmla="*/ 1445578 h 2217998"/>
                <a:gd name="connsiteX16-377" fmla="*/ 2648161 w 3152217"/>
                <a:gd name="connsiteY16-378" fmla="*/ 1865505 h 2217998"/>
                <a:gd name="connsiteX17-379" fmla="*/ 2648161 w 3152217"/>
                <a:gd name="connsiteY17-380" fmla="*/ 2077722 h 2217998"/>
                <a:gd name="connsiteX18-381" fmla="*/ 2435944 w 3152217"/>
                <a:gd name="connsiteY18-382" fmla="*/ 2077722 h 2217998"/>
                <a:gd name="connsiteX19-383" fmla="*/ 2046853 w 3152217"/>
                <a:gd name="connsiteY19-384" fmla="*/ 1688629 h 2217998"/>
                <a:gd name="connsiteX20-385" fmla="*/ 1987859 w 3152217"/>
                <a:gd name="connsiteY20-386" fmla="*/ 1774879 h 2217998"/>
                <a:gd name="connsiteX21-387" fmla="*/ 2218760 w 3152217"/>
                <a:gd name="connsiteY21-388" fmla="*/ 2005781 h 2217998"/>
                <a:gd name="connsiteX22-389" fmla="*/ 2218760 w 3152217"/>
                <a:gd name="connsiteY22-390" fmla="*/ 2217998 h 2217998"/>
                <a:gd name="connsiteX23-391" fmla="*/ 2006543 w 3152217"/>
                <a:gd name="connsiteY23-392" fmla="*/ 2217998 h 2217998"/>
                <a:gd name="connsiteX24-393" fmla="*/ 1798691 w 3152217"/>
                <a:gd name="connsiteY24-394" fmla="*/ 2010144 h 2217998"/>
                <a:gd name="connsiteX25-395" fmla="*/ 1775643 w 3152217"/>
                <a:gd name="connsiteY25-396" fmla="*/ 1987096 h 2217998"/>
                <a:gd name="connsiteX26-397" fmla="*/ 1848068 w 3152217"/>
                <a:gd name="connsiteY26-398" fmla="*/ 1911865 h 2217998"/>
                <a:gd name="connsiteX27-399" fmla="*/ 1533525 w 3152217"/>
                <a:gd name="connsiteY27-400" fmla="*/ 1485900 h 2217998"/>
                <a:gd name="connsiteX28-401" fmla="*/ 1219200 w 3152217"/>
                <a:gd name="connsiteY28-402" fmla="*/ 1181100 h 2217998"/>
                <a:gd name="connsiteX29-403" fmla="*/ 571500 w 3152217"/>
                <a:gd name="connsiteY29-404" fmla="*/ 1295400 h 2217998"/>
                <a:gd name="connsiteX30-405" fmla="*/ 0 w 3152217"/>
                <a:gd name="connsiteY30-406" fmla="*/ 1266825 h 2217998"/>
                <a:gd name="connsiteX31-407" fmla="*/ 9525 w 3152217"/>
                <a:gd name="connsiteY31-408" fmla="*/ 28575 h 2217998"/>
                <a:gd name="connsiteX32-409" fmla="*/ 323850 w 3152217"/>
                <a:gd name="connsiteY32-410" fmla="*/ 0 h 2217998"/>
                <a:gd name="connsiteX0-411" fmla="*/ 323850 w 3152217"/>
                <a:gd name="connsiteY0-412" fmla="*/ 0 h 2217998"/>
                <a:gd name="connsiteX1-413" fmla="*/ 95250 w 3152217"/>
                <a:gd name="connsiteY1-414" fmla="*/ 209550 h 2217998"/>
                <a:gd name="connsiteX2-415" fmla="*/ 1352550 w 3152217"/>
                <a:gd name="connsiteY2-416" fmla="*/ 85725 h 2217998"/>
                <a:gd name="connsiteX3-417" fmla="*/ 2219325 w 3152217"/>
                <a:gd name="connsiteY3-418" fmla="*/ 295275 h 2217998"/>
                <a:gd name="connsiteX4-419" fmla="*/ 2724150 w 3152217"/>
                <a:gd name="connsiteY4-420" fmla="*/ 781050 h 2217998"/>
                <a:gd name="connsiteX5-421" fmla="*/ 2720489 w 3152217"/>
                <a:gd name="connsiteY5-422" fmla="*/ 785957 h 2217998"/>
                <a:gd name="connsiteX6-423" fmla="*/ 3152217 w 3152217"/>
                <a:gd name="connsiteY6-424" fmla="*/ 1217685 h 2217998"/>
                <a:gd name="connsiteX7-425" fmla="*/ 3152217 w 3152217"/>
                <a:gd name="connsiteY7-426" fmla="*/ 1429902 h 2217998"/>
                <a:gd name="connsiteX8-427" fmla="*/ 2940000 w 3152217"/>
                <a:gd name="connsiteY8-428" fmla="*/ 1429902 h 2217998"/>
                <a:gd name="connsiteX9-429" fmla="*/ 2539107 w 3152217"/>
                <a:gd name="connsiteY9-430" fmla="*/ 1029008 h 2217998"/>
                <a:gd name="connsiteX10-431" fmla="*/ 2474399 w 3152217"/>
                <a:gd name="connsiteY10-432" fmla="*/ 1115717 h 2217998"/>
                <a:gd name="connsiteX11-433" fmla="*/ 2907621 w 3152217"/>
                <a:gd name="connsiteY11-434" fmla="*/ 1548940 h 2217998"/>
                <a:gd name="connsiteX12-435" fmla="*/ 2907621 w 3152217"/>
                <a:gd name="connsiteY12-436" fmla="*/ 1761157 h 2217998"/>
                <a:gd name="connsiteX13-437" fmla="*/ 2695404 w 3152217"/>
                <a:gd name="connsiteY13-438" fmla="*/ 1761157 h 2217998"/>
                <a:gd name="connsiteX14-439" fmla="*/ 2293017 w 3152217"/>
                <a:gd name="connsiteY14-440" fmla="*/ 1358769 h 2217998"/>
                <a:gd name="connsiteX15-441" fmla="*/ 2228234 w 3152217"/>
                <a:gd name="connsiteY15-442" fmla="*/ 1445578 h 2217998"/>
                <a:gd name="connsiteX16-443" fmla="*/ 2648161 w 3152217"/>
                <a:gd name="connsiteY16-444" fmla="*/ 1865505 h 2217998"/>
                <a:gd name="connsiteX17-445" fmla="*/ 2648161 w 3152217"/>
                <a:gd name="connsiteY17-446" fmla="*/ 2077722 h 2217998"/>
                <a:gd name="connsiteX18-447" fmla="*/ 2435944 w 3152217"/>
                <a:gd name="connsiteY18-448" fmla="*/ 2077722 h 2217998"/>
                <a:gd name="connsiteX19-449" fmla="*/ 2046853 w 3152217"/>
                <a:gd name="connsiteY19-450" fmla="*/ 1688629 h 2217998"/>
                <a:gd name="connsiteX20-451" fmla="*/ 1987859 w 3152217"/>
                <a:gd name="connsiteY20-452" fmla="*/ 1774879 h 2217998"/>
                <a:gd name="connsiteX21-453" fmla="*/ 2218760 w 3152217"/>
                <a:gd name="connsiteY21-454" fmla="*/ 2005781 h 2217998"/>
                <a:gd name="connsiteX22-455" fmla="*/ 2218760 w 3152217"/>
                <a:gd name="connsiteY22-456" fmla="*/ 2217998 h 2217998"/>
                <a:gd name="connsiteX23-457" fmla="*/ 2006543 w 3152217"/>
                <a:gd name="connsiteY23-458" fmla="*/ 2217998 h 2217998"/>
                <a:gd name="connsiteX24-459" fmla="*/ 1798691 w 3152217"/>
                <a:gd name="connsiteY24-460" fmla="*/ 2010144 h 2217998"/>
                <a:gd name="connsiteX25-461" fmla="*/ 1775643 w 3152217"/>
                <a:gd name="connsiteY25-462" fmla="*/ 1987096 h 2217998"/>
                <a:gd name="connsiteX26-463" fmla="*/ 1848068 w 3152217"/>
                <a:gd name="connsiteY26-464" fmla="*/ 1911865 h 2217998"/>
                <a:gd name="connsiteX27-465" fmla="*/ 1533525 w 3152217"/>
                <a:gd name="connsiteY27-466" fmla="*/ 1485900 h 2217998"/>
                <a:gd name="connsiteX28-467" fmla="*/ 1219200 w 3152217"/>
                <a:gd name="connsiteY28-468" fmla="*/ 1181100 h 2217998"/>
                <a:gd name="connsiteX29-469" fmla="*/ 571500 w 3152217"/>
                <a:gd name="connsiteY29-470" fmla="*/ 1295400 h 2217998"/>
                <a:gd name="connsiteX30-471" fmla="*/ 0 w 3152217"/>
                <a:gd name="connsiteY30-472" fmla="*/ 1266825 h 2217998"/>
                <a:gd name="connsiteX31-473" fmla="*/ 9525 w 3152217"/>
                <a:gd name="connsiteY31-474" fmla="*/ 28575 h 2217998"/>
                <a:gd name="connsiteX32-475" fmla="*/ 323850 w 3152217"/>
                <a:gd name="connsiteY32-476" fmla="*/ 0 h 2217998"/>
                <a:gd name="connsiteX0-477" fmla="*/ 323850 w 3152217"/>
                <a:gd name="connsiteY0-478" fmla="*/ 0 h 2217998"/>
                <a:gd name="connsiteX1-479" fmla="*/ 95250 w 3152217"/>
                <a:gd name="connsiteY1-480" fmla="*/ 209550 h 2217998"/>
                <a:gd name="connsiteX2-481" fmla="*/ 1352550 w 3152217"/>
                <a:gd name="connsiteY2-482" fmla="*/ 85725 h 2217998"/>
                <a:gd name="connsiteX3-483" fmla="*/ 2219325 w 3152217"/>
                <a:gd name="connsiteY3-484" fmla="*/ 295275 h 2217998"/>
                <a:gd name="connsiteX4-485" fmla="*/ 2724150 w 3152217"/>
                <a:gd name="connsiteY4-486" fmla="*/ 781050 h 2217998"/>
                <a:gd name="connsiteX5-487" fmla="*/ 2720489 w 3152217"/>
                <a:gd name="connsiteY5-488" fmla="*/ 785957 h 2217998"/>
                <a:gd name="connsiteX6-489" fmla="*/ 3152217 w 3152217"/>
                <a:gd name="connsiteY6-490" fmla="*/ 1217685 h 2217998"/>
                <a:gd name="connsiteX7-491" fmla="*/ 3152217 w 3152217"/>
                <a:gd name="connsiteY7-492" fmla="*/ 1429902 h 2217998"/>
                <a:gd name="connsiteX8-493" fmla="*/ 2940000 w 3152217"/>
                <a:gd name="connsiteY8-494" fmla="*/ 1429902 h 2217998"/>
                <a:gd name="connsiteX9-495" fmla="*/ 2539107 w 3152217"/>
                <a:gd name="connsiteY9-496" fmla="*/ 1029008 h 2217998"/>
                <a:gd name="connsiteX10-497" fmla="*/ 2474399 w 3152217"/>
                <a:gd name="connsiteY10-498" fmla="*/ 1115717 h 2217998"/>
                <a:gd name="connsiteX11-499" fmla="*/ 2907621 w 3152217"/>
                <a:gd name="connsiteY11-500" fmla="*/ 1548940 h 2217998"/>
                <a:gd name="connsiteX12-501" fmla="*/ 2907621 w 3152217"/>
                <a:gd name="connsiteY12-502" fmla="*/ 1761157 h 2217998"/>
                <a:gd name="connsiteX13-503" fmla="*/ 2695404 w 3152217"/>
                <a:gd name="connsiteY13-504" fmla="*/ 1761157 h 2217998"/>
                <a:gd name="connsiteX14-505" fmla="*/ 2293017 w 3152217"/>
                <a:gd name="connsiteY14-506" fmla="*/ 1358769 h 2217998"/>
                <a:gd name="connsiteX15-507" fmla="*/ 2228234 w 3152217"/>
                <a:gd name="connsiteY15-508" fmla="*/ 1445578 h 2217998"/>
                <a:gd name="connsiteX16-509" fmla="*/ 2648161 w 3152217"/>
                <a:gd name="connsiteY16-510" fmla="*/ 1865505 h 2217998"/>
                <a:gd name="connsiteX17-511" fmla="*/ 2648161 w 3152217"/>
                <a:gd name="connsiteY17-512" fmla="*/ 2077722 h 2217998"/>
                <a:gd name="connsiteX18-513" fmla="*/ 2435944 w 3152217"/>
                <a:gd name="connsiteY18-514" fmla="*/ 2077722 h 2217998"/>
                <a:gd name="connsiteX19-515" fmla="*/ 2046853 w 3152217"/>
                <a:gd name="connsiteY19-516" fmla="*/ 1688629 h 2217998"/>
                <a:gd name="connsiteX20-517" fmla="*/ 1987859 w 3152217"/>
                <a:gd name="connsiteY20-518" fmla="*/ 1774879 h 2217998"/>
                <a:gd name="connsiteX21-519" fmla="*/ 2218760 w 3152217"/>
                <a:gd name="connsiteY21-520" fmla="*/ 2005781 h 2217998"/>
                <a:gd name="connsiteX22-521" fmla="*/ 2218760 w 3152217"/>
                <a:gd name="connsiteY22-522" fmla="*/ 2217998 h 2217998"/>
                <a:gd name="connsiteX23-523" fmla="*/ 2006543 w 3152217"/>
                <a:gd name="connsiteY23-524" fmla="*/ 2217998 h 2217998"/>
                <a:gd name="connsiteX24-525" fmla="*/ 1798691 w 3152217"/>
                <a:gd name="connsiteY24-526" fmla="*/ 2010144 h 2217998"/>
                <a:gd name="connsiteX25-527" fmla="*/ 1775643 w 3152217"/>
                <a:gd name="connsiteY25-528" fmla="*/ 1987096 h 2217998"/>
                <a:gd name="connsiteX26-529" fmla="*/ 1842458 w 3152217"/>
                <a:gd name="connsiteY26-530" fmla="*/ 1897840 h 2217998"/>
                <a:gd name="connsiteX27-531" fmla="*/ 1533525 w 3152217"/>
                <a:gd name="connsiteY27-532" fmla="*/ 1485900 h 2217998"/>
                <a:gd name="connsiteX28-533" fmla="*/ 1219200 w 3152217"/>
                <a:gd name="connsiteY28-534" fmla="*/ 1181100 h 2217998"/>
                <a:gd name="connsiteX29-535" fmla="*/ 571500 w 3152217"/>
                <a:gd name="connsiteY29-536" fmla="*/ 1295400 h 2217998"/>
                <a:gd name="connsiteX30-537" fmla="*/ 0 w 3152217"/>
                <a:gd name="connsiteY30-538" fmla="*/ 1266825 h 2217998"/>
                <a:gd name="connsiteX31-539" fmla="*/ 9525 w 3152217"/>
                <a:gd name="connsiteY31-540" fmla="*/ 28575 h 2217998"/>
                <a:gd name="connsiteX32-541" fmla="*/ 323850 w 3152217"/>
                <a:gd name="connsiteY32-542" fmla="*/ 0 h 2217998"/>
                <a:gd name="connsiteX0-543" fmla="*/ 323850 w 3152217"/>
                <a:gd name="connsiteY0-544" fmla="*/ 0 h 2217998"/>
                <a:gd name="connsiteX1-545" fmla="*/ 95250 w 3152217"/>
                <a:gd name="connsiteY1-546" fmla="*/ 209550 h 2217998"/>
                <a:gd name="connsiteX2-547" fmla="*/ 1352550 w 3152217"/>
                <a:gd name="connsiteY2-548" fmla="*/ 85725 h 2217998"/>
                <a:gd name="connsiteX3-549" fmla="*/ 2219325 w 3152217"/>
                <a:gd name="connsiteY3-550" fmla="*/ 295275 h 2217998"/>
                <a:gd name="connsiteX4-551" fmla="*/ 2724150 w 3152217"/>
                <a:gd name="connsiteY4-552" fmla="*/ 781050 h 2217998"/>
                <a:gd name="connsiteX5-553" fmla="*/ 2720489 w 3152217"/>
                <a:gd name="connsiteY5-554" fmla="*/ 785957 h 2217998"/>
                <a:gd name="connsiteX6-555" fmla="*/ 3152217 w 3152217"/>
                <a:gd name="connsiteY6-556" fmla="*/ 1217685 h 2217998"/>
                <a:gd name="connsiteX7-557" fmla="*/ 3152217 w 3152217"/>
                <a:gd name="connsiteY7-558" fmla="*/ 1429902 h 2217998"/>
                <a:gd name="connsiteX8-559" fmla="*/ 2940000 w 3152217"/>
                <a:gd name="connsiteY8-560" fmla="*/ 1429902 h 2217998"/>
                <a:gd name="connsiteX9-561" fmla="*/ 2539107 w 3152217"/>
                <a:gd name="connsiteY9-562" fmla="*/ 1029008 h 2217998"/>
                <a:gd name="connsiteX10-563" fmla="*/ 2474399 w 3152217"/>
                <a:gd name="connsiteY10-564" fmla="*/ 1115717 h 2217998"/>
                <a:gd name="connsiteX11-565" fmla="*/ 2907621 w 3152217"/>
                <a:gd name="connsiteY11-566" fmla="*/ 1548940 h 2217998"/>
                <a:gd name="connsiteX12-567" fmla="*/ 2907621 w 3152217"/>
                <a:gd name="connsiteY12-568" fmla="*/ 1761157 h 2217998"/>
                <a:gd name="connsiteX13-569" fmla="*/ 2695404 w 3152217"/>
                <a:gd name="connsiteY13-570" fmla="*/ 1761157 h 2217998"/>
                <a:gd name="connsiteX14-571" fmla="*/ 2293017 w 3152217"/>
                <a:gd name="connsiteY14-572" fmla="*/ 1358769 h 2217998"/>
                <a:gd name="connsiteX15-573" fmla="*/ 2228234 w 3152217"/>
                <a:gd name="connsiteY15-574" fmla="*/ 1445578 h 2217998"/>
                <a:gd name="connsiteX16-575" fmla="*/ 2648161 w 3152217"/>
                <a:gd name="connsiteY16-576" fmla="*/ 1865505 h 2217998"/>
                <a:gd name="connsiteX17-577" fmla="*/ 2648161 w 3152217"/>
                <a:gd name="connsiteY17-578" fmla="*/ 2077722 h 2217998"/>
                <a:gd name="connsiteX18-579" fmla="*/ 2435944 w 3152217"/>
                <a:gd name="connsiteY18-580" fmla="*/ 2077722 h 2217998"/>
                <a:gd name="connsiteX19-581" fmla="*/ 2046853 w 3152217"/>
                <a:gd name="connsiteY19-582" fmla="*/ 1688629 h 2217998"/>
                <a:gd name="connsiteX20-583" fmla="*/ 1987859 w 3152217"/>
                <a:gd name="connsiteY20-584" fmla="*/ 1774879 h 2217998"/>
                <a:gd name="connsiteX21-585" fmla="*/ 2218760 w 3152217"/>
                <a:gd name="connsiteY21-586" fmla="*/ 2005781 h 2217998"/>
                <a:gd name="connsiteX22-587" fmla="*/ 2218760 w 3152217"/>
                <a:gd name="connsiteY22-588" fmla="*/ 2217998 h 2217998"/>
                <a:gd name="connsiteX23-589" fmla="*/ 2006543 w 3152217"/>
                <a:gd name="connsiteY23-590" fmla="*/ 2217998 h 2217998"/>
                <a:gd name="connsiteX24-591" fmla="*/ 1798691 w 3152217"/>
                <a:gd name="connsiteY24-592" fmla="*/ 2010144 h 2217998"/>
                <a:gd name="connsiteX25-593" fmla="*/ 1775643 w 3152217"/>
                <a:gd name="connsiteY25-594" fmla="*/ 1987096 h 2217998"/>
                <a:gd name="connsiteX26-595" fmla="*/ 1842458 w 3152217"/>
                <a:gd name="connsiteY26-596" fmla="*/ 1897840 h 2217998"/>
                <a:gd name="connsiteX27-597" fmla="*/ 1533525 w 3152217"/>
                <a:gd name="connsiteY27-598" fmla="*/ 1485900 h 2217998"/>
                <a:gd name="connsiteX28-599" fmla="*/ 1219200 w 3152217"/>
                <a:gd name="connsiteY28-600" fmla="*/ 1181100 h 2217998"/>
                <a:gd name="connsiteX29-601" fmla="*/ 571500 w 3152217"/>
                <a:gd name="connsiteY29-602" fmla="*/ 1295400 h 2217998"/>
                <a:gd name="connsiteX30-603" fmla="*/ 0 w 3152217"/>
                <a:gd name="connsiteY30-604" fmla="*/ 1266825 h 2217998"/>
                <a:gd name="connsiteX31-605" fmla="*/ 9525 w 3152217"/>
                <a:gd name="connsiteY31-606" fmla="*/ 28575 h 2217998"/>
                <a:gd name="connsiteX32-607" fmla="*/ 323850 w 3152217"/>
                <a:gd name="connsiteY32-608" fmla="*/ 0 h 2217998"/>
                <a:gd name="connsiteX0-609" fmla="*/ 323850 w 3152217"/>
                <a:gd name="connsiteY0-610" fmla="*/ 0 h 2217998"/>
                <a:gd name="connsiteX1-611" fmla="*/ 95250 w 3152217"/>
                <a:gd name="connsiteY1-612" fmla="*/ 209550 h 2217998"/>
                <a:gd name="connsiteX2-613" fmla="*/ 1352550 w 3152217"/>
                <a:gd name="connsiteY2-614" fmla="*/ 85725 h 2217998"/>
                <a:gd name="connsiteX3-615" fmla="*/ 2219325 w 3152217"/>
                <a:gd name="connsiteY3-616" fmla="*/ 295275 h 2217998"/>
                <a:gd name="connsiteX4-617" fmla="*/ 2724150 w 3152217"/>
                <a:gd name="connsiteY4-618" fmla="*/ 781050 h 2217998"/>
                <a:gd name="connsiteX5-619" fmla="*/ 2720489 w 3152217"/>
                <a:gd name="connsiteY5-620" fmla="*/ 785957 h 2217998"/>
                <a:gd name="connsiteX6-621" fmla="*/ 3152217 w 3152217"/>
                <a:gd name="connsiteY6-622" fmla="*/ 1217685 h 2217998"/>
                <a:gd name="connsiteX7-623" fmla="*/ 3152217 w 3152217"/>
                <a:gd name="connsiteY7-624" fmla="*/ 1429902 h 2217998"/>
                <a:gd name="connsiteX8-625" fmla="*/ 2940000 w 3152217"/>
                <a:gd name="connsiteY8-626" fmla="*/ 1429902 h 2217998"/>
                <a:gd name="connsiteX9-627" fmla="*/ 2539107 w 3152217"/>
                <a:gd name="connsiteY9-628" fmla="*/ 1029008 h 2217998"/>
                <a:gd name="connsiteX10-629" fmla="*/ 2474399 w 3152217"/>
                <a:gd name="connsiteY10-630" fmla="*/ 1115717 h 2217998"/>
                <a:gd name="connsiteX11-631" fmla="*/ 2907621 w 3152217"/>
                <a:gd name="connsiteY11-632" fmla="*/ 1548940 h 2217998"/>
                <a:gd name="connsiteX12-633" fmla="*/ 2907621 w 3152217"/>
                <a:gd name="connsiteY12-634" fmla="*/ 1761157 h 2217998"/>
                <a:gd name="connsiteX13-635" fmla="*/ 2695404 w 3152217"/>
                <a:gd name="connsiteY13-636" fmla="*/ 1761157 h 2217998"/>
                <a:gd name="connsiteX14-637" fmla="*/ 2293017 w 3152217"/>
                <a:gd name="connsiteY14-638" fmla="*/ 1358769 h 2217998"/>
                <a:gd name="connsiteX15-639" fmla="*/ 2228234 w 3152217"/>
                <a:gd name="connsiteY15-640" fmla="*/ 1445578 h 2217998"/>
                <a:gd name="connsiteX16-641" fmla="*/ 2648161 w 3152217"/>
                <a:gd name="connsiteY16-642" fmla="*/ 1865505 h 2217998"/>
                <a:gd name="connsiteX17-643" fmla="*/ 2648161 w 3152217"/>
                <a:gd name="connsiteY17-644" fmla="*/ 2077722 h 2217998"/>
                <a:gd name="connsiteX18-645" fmla="*/ 2435944 w 3152217"/>
                <a:gd name="connsiteY18-646" fmla="*/ 2077722 h 2217998"/>
                <a:gd name="connsiteX19-647" fmla="*/ 2046853 w 3152217"/>
                <a:gd name="connsiteY19-648" fmla="*/ 1688629 h 2217998"/>
                <a:gd name="connsiteX20-649" fmla="*/ 1987859 w 3152217"/>
                <a:gd name="connsiteY20-650" fmla="*/ 1774879 h 2217998"/>
                <a:gd name="connsiteX21-651" fmla="*/ 2218760 w 3152217"/>
                <a:gd name="connsiteY21-652" fmla="*/ 2005781 h 2217998"/>
                <a:gd name="connsiteX22-653" fmla="*/ 2218760 w 3152217"/>
                <a:gd name="connsiteY22-654" fmla="*/ 2217998 h 2217998"/>
                <a:gd name="connsiteX23-655" fmla="*/ 2006543 w 3152217"/>
                <a:gd name="connsiteY23-656" fmla="*/ 2217998 h 2217998"/>
                <a:gd name="connsiteX24-657" fmla="*/ 1798691 w 3152217"/>
                <a:gd name="connsiteY24-658" fmla="*/ 2010144 h 2217998"/>
                <a:gd name="connsiteX25-659" fmla="*/ 1775643 w 3152217"/>
                <a:gd name="connsiteY25-660" fmla="*/ 1987096 h 2217998"/>
                <a:gd name="connsiteX26-661" fmla="*/ 1842458 w 3152217"/>
                <a:gd name="connsiteY26-662" fmla="*/ 1897840 h 2217998"/>
                <a:gd name="connsiteX27-663" fmla="*/ 1533525 w 3152217"/>
                <a:gd name="connsiteY27-664" fmla="*/ 1485900 h 2217998"/>
                <a:gd name="connsiteX28-665" fmla="*/ 1219200 w 3152217"/>
                <a:gd name="connsiteY28-666" fmla="*/ 1181100 h 2217998"/>
                <a:gd name="connsiteX29-667" fmla="*/ 571500 w 3152217"/>
                <a:gd name="connsiteY29-668" fmla="*/ 1295400 h 2217998"/>
                <a:gd name="connsiteX30-669" fmla="*/ 0 w 3152217"/>
                <a:gd name="connsiteY30-670" fmla="*/ 1266825 h 2217998"/>
                <a:gd name="connsiteX31-671" fmla="*/ 9525 w 3152217"/>
                <a:gd name="connsiteY31-672" fmla="*/ 28575 h 2217998"/>
                <a:gd name="connsiteX32-673" fmla="*/ 323850 w 3152217"/>
                <a:gd name="connsiteY32-674" fmla="*/ 0 h 2217998"/>
                <a:gd name="connsiteX0-675" fmla="*/ 323850 w 3152217"/>
                <a:gd name="connsiteY0-676" fmla="*/ 0 h 2217998"/>
                <a:gd name="connsiteX1-677" fmla="*/ 95250 w 3152217"/>
                <a:gd name="connsiteY1-678" fmla="*/ 209550 h 2217998"/>
                <a:gd name="connsiteX2-679" fmla="*/ 1352550 w 3152217"/>
                <a:gd name="connsiteY2-680" fmla="*/ 85725 h 2217998"/>
                <a:gd name="connsiteX3-681" fmla="*/ 2219325 w 3152217"/>
                <a:gd name="connsiteY3-682" fmla="*/ 295275 h 2217998"/>
                <a:gd name="connsiteX4-683" fmla="*/ 2724150 w 3152217"/>
                <a:gd name="connsiteY4-684" fmla="*/ 781050 h 2217998"/>
                <a:gd name="connsiteX5-685" fmla="*/ 2720489 w 3152217"/>
                <a:gd name="connsiteY5-686" fmla="*/ 785957 h 2217998"/>
                <a:gd name="connsiteX6-687" fmla="*/ 3152217 w 3152217"/>
                <a:gd name="connsiteY6-688" fmla="*/ 1217685 h 2217998"/>
                <a:gd name="connsiteX7-689" fmla="*/ 3152217 w 3152217"/>
                <a:gd name="connsiteY7-690" fmla="*/ 1429902 h 2217998"/>
                <a:gd name="connsiteX8-691" fmla="*/ 2940000 w 3152217"/>
                <a:gd name="connsiteY8-692" fmla="*/ 1429902 h 2217998"/>
                <a:gd name="connsiteX9-693" fmla="*/ 2539107 w 3152217"/>
                <a:gd name="connsiteY9-694" fmla="*/ 1029008 h 2217998"/>
                <a:gd name="connsiteX10-695" fmla="*/ 2474399 w 3152217"/>
                <a:gd name="connsiteY10-696" fmla="*/ 1115717 h 2217998"/>
                <a:gd name="connsiteX11-697" fmla="*/ 2907621 w 3152217"/>
                <a:gd name="connsiteY11-698" fmla="*/ 1548940 h 2217998"/>
                <a:gd name="connsiteX12-699" fmla="*/ 2907621 w 3152217"/>
                <a:gd name="connsiteY12-700" fmla="*/ 1761157 h 2217998"/>
                <a:gd name="connsiteX13-701" fmla="*/ 2695404 w 3152217"/>
                <a:gd name="connsiteY13-702" fmla="*/ 1761157 h 2217998"/>
                <a:gd name="connsiteX14-703" fmla="*/ 2293017 w 3152217"/>
                <a:gd name="connsiteY14-704" fmla="*/ 1358769 h 2217998"/>
                <a:gd name="connsiteX15-705" fmla="*/ 2228234 w 3152217"/>
                <a:gd name="connsiteY15-706" fmla="*/ 1445578 h 2217998"/>
                <a:gd name="connsiteX16-707" fmla="*/ 2648161 w 3152217"/>
                <a:gd name="connsiteY16-708" fmla="*/ 1865505 h 2217998"/>
                <a:gd name="connsiteX17-709" fmla="*/ 2648161 w 3152217"/>
                <a:gd name="connsiteY17-710" fmla="*/ 2077722 h 2217998"/>
                <a:gd name="connsiteX18-711" fmla="*/ 2435944 w 3152217"/>
                <a:gd name="connsiteY18-712" fmla="*/ 2077722 h 2217998"/>
                <a:gd name="connsiteX19-713" fmla="*/ 2046853 w 3152217"/>
                <a:gd name="connsiteY19-714" fmla="*/ 1688629 h 2217998"/>
                <a:gd name="connsiteX20-715" fmla="*/ 1987859 w 3152217"/>
                <a:gd name="connsiteY20-716" fmla="*/ 1774879 h 2217998"/>
                <a:gd name="connsiteX21-717" fmla="*/ 2218760 w 3152217"/>
                <a:gd name="connsiteY21-718" fmla="*/ 2005781 h 2217998"/>
                <a:gd name="connsiteX22-719" fmla="*/ 2218760 w 3152217"/>
                <a:gd name="connsiteY22-720" fmla="*/ 2217998 h 2217998"/>
                <a:gd name="connsiteX23-721" fmla="*/ 2006543 w 3152217"/>
                <a:gd name="connsiteY23-722" fmla="*/ 2217998 h 2217998"/>
                <a:gd name="connsiteX24-723" fmla="*/ 1798691 w 3152217"/>
                <a:gd name="connsiteY24-724" fmla="*/ 2010144 h 2217998"/>
                <a:gd name="connsiteX25-725" fmla="*/ 1775643 w 3152217"/>
                <a:gd name="connsiteY25-726" fmla="*/ 1987096 h 2217998"/>
                <a:gd name="connsiteX26-727" fmla="*/ 1842458 w 3152217"/>
                <a:gd name="connsiteY26-728" fmla="*/ 1897840 h 2217998"/>
                <a:gd name="connsiteX27-729" fmla="*/ 1533525 w 3152217"/>
                <a:gd name="connsiteY27-730" fmla="*/ 1485900 h 2217998"/>
                <a:gd name="connsiteX28-731" fmla="*/ 1219200 w 3152217"/>
                <a:gd name="connsiteY28-732" fmla="*/ 1181100 h 2217998"/>
                <a:gd name="connsiteX29-733" fmla="*/ 571500 w 3152217"/>
                <a:gd name="connsiteY29-734" fmla="*/ 1295400 h 2217998"/>
                <a:gd name="connsiteX30-735" fmla="*/ 0 w 3152217"/>
                <a:gd name="connsiteY30-736" fmla="*/ 1266825 h 2217998"/>
                <a:gd name="connsiteX31-737" fmla="*/ 9525 w 3152217"/>
                <a:gd name="connsiteY31-738" fmla="*/ 28575 h 2217998"/>
                <a:gd name="connsiteX32-739" fmla="*/ 323850 w 3152217"/>
                <a:gd name="connsiteY32-740" fmla="*/ 0 h 2217998"/>
                <a:gd name="connsiteX0-741" fmla="*/ 323850 w 3152217"/>
                <a:gd name="connsiteY0-742" fmla="*/ 0 h 2217998"/>
                <a:gd name="connsiteX1-743" fmla="*/ 95250 w 3152217"/>
                <a:gd name="connsiteY1-744" fmla="*/ 209550 h 2217998"/>
                <a:gd name="connsiteX2-745" fmla="*/ 1352550 w 3152217"/>
                <a:gd name="connsiteY2-746" fmla="*/ 85725 h 2217998"/>
                <a:gd name="connsiteX3-747" fmla="*/ 2219325 w 3152217"/>
                <a:gd name="connsiteY3-748" fmla="*/ 295275 h 2217998"/>
                <a:gd name="connsiteX4-749" fmla="*/ 2724150 w 3152217"/>
                <a:gd name="connsiteY4-750" fmla="*/ 781050 h 2217998"/>
                <a:gd name="connsiteX5-751" fmla="*/ 3152217 w 3152217"/>
                <a:gd name="connsiteY5-752" fmla="*/ 1217685 h 2217998"/>
                <a:gd name="connsiteX6-753" fmla="*/ 3152217 w 3152217"/>
                <a:gd name="connsiteY6-754" fmla="*/ 1429902 h 2217998"/>
                <a:gd name="connsiteX7-755" fmla="*/ 2940000 w 3152217"/>
                <a:gd name="connsiteY7-756" fmla="*/ 1429902 h 2217998"/>
                <a:gd name="connsiteX8-757" fmla="*/ 2539107 w 3152217"/>
                <a:gd name="connsiteY8-758" fmla="*/ 1029008 h 2217998"/>
                <a:gd name="connsiteX9-759" fmla="*/ 2474399 w 3152217"/>
                <a:gd name="connsiteY9-760" fmla="*/ 1115717 h 2217998"/>
                <a:gd name="connsiteX10-761" fmla="*/ 2907621 w 3152217"/>
                <a:gd name="connsiteY10-762" fmla="*/ 1548940 h 2217998"/>
                <a:gd name="connsiteX11-763" fmla="*/ 2907621 w 3152217"/>
                <a:gd name="connsiteY11-764" fmla="*/ 1761157 h 2217998"/>
                <a:gd name="connsiteX12-765" fmla="*/ 2695404 w 3152217"/>
                <a:gd name="connsiteY12-766" fmla="*/ 1761157 h 2217998"/>
                <a:gd name="connsiteX13-767" fmla="*/ 2293017 w 3152217"/>
                <a:gd name="connsiteY13-768" fmla="*/ 1358769 h 2217998"/>
                <a:gd name="connsiteX14-769" fmla="*/ 2228234 w 3152217"/>
                <a:gd name="connsiteY14-770" fmla="*/ 1445578 h 2217998"/>
                <a:gd name="connsiteX15-771" fmla="*/ 2648161 w 3152217"/>
                <a:gd name="connsiteY15-772" fmla="*/ 1865505 h 2217998"/>
                <a:gd name="connsiteX16-773" fmla="*/ 2648161 w 3152217"/>
                <a:gd name="connsiteY16-774" fmla="*/ 2077722 h 2217998"/>
                <a:gd name="connsiteX17-775" fmla="*/ 2435944 w 3152217"/>
                <a:gd name="connsiteY17-776" fmla="*/ 2077722 h 2217998"/>
                <a:gd name="connsiteX18-777" fmla="*/ 2046853 w 3152217"/>
                <a:gd name="connsiteY18-778" fmla="*/ 1688629 h 2217998"/>
                <a:gd name="connsiteX19-779" fmla="*/ 1987859 w 3152217"/>
                <a:gd name="connsiteY19-780" fmla="*/ 1774879 h 2217998"/>
                <a:gd name="connsiteX20-781" fmla="*/ 2218760 w 3152217"/>
                <a:gd name="connsiteY20-782" fmla="*/ 2005781 h 2217998"/>
                <a:gd name="connsiteX21-783" fmla="*/ 2218760 w 3152217"/>
                <a:gd name="connsiteY21-784" fmla="*/ 2217998 h 2217998"/>
                <a:gd name="connsiteX22-785" fmla="*/ 2006543 w 3152217"/>
                <a:gd name="connsiteY22-786" fmla="*/ 2217998 h 2217998"/>
                <a:gd name="connsiteX23-787" fmla="*/ 1798691 w 3152217"/>
                <a:gd name="connsiteY23-788" fmla="*/ 2010144 h 2217998"/>
                <a:gd name="connsiteX24-789" fmla="*/ 1775643 w 3152217"/>
                <a:gd name="connsiteY24-790" fmla="*/ 1987096 h 2217998"/>
                <a:gd name="connsiteX25-791" fmla="*/ 1842458 w 3152217"/>
                <a:gd name="connsiteY25-792" fmla="*/ 1897840 h 2217998"/>
                <a:gd name="connsiteX26-793" fmla="*/ 1533525 w 3152217"/>
                <a:gd name="connsiteY26-794" fmla="*/ 1485900 h 2217998"/>
                <a:gd name="connsiteX27-795" fmla="*/ 1219200 w 3152217"/>
                <a:gd name="connsiteY27-796" fmla="*/ 1181100 h 2217998"/>
                <a:gd name="connsiteX28-797" fmla="*/ 571500 w 3152217"/>
                <a:gd name="connsiteY28-798" fmla="*/ 1295400 h 2217998"/>
                <a:gd name="connsiteX29-799" fmla="*/ 0 w 3152217"/>
                <a:gd name="connsiteY29-800" fmla="*/ 1266825 h 2217998"/>
                <a:gd name="connsiteX30-801" fmla="*/ 9525 w 3152217"/>
                <a:gd name="connsiteY30-802" fmla="*/ 28575 h 2217998"/>
                <a:gd name="connsiteX31-803" fmla="*/ 323850 w 3152217"/>
                <a:gd name="connsiteY31-804" fmla="*/ 0 h 2217998"/>
                <a:gd name="connsiteX0-805" fmla="*/ 323850 w 3152217"/>
                <a:gd name="connsiteY0-806" fmla="*/ 0 h 2217998"/>
                <a:gd name="connsiteX1-807" fmla="*/ 95250 w 3152217"/>
                <a:gd name="connsiteY1-808" fmla="*/ 209550 h 2217998"/>
                <a:gd name="connsiteX2-809" fmla="*/ 1352550 w 3152217"/>
                <a:gd name="connsiteY2-810" fmla="*/ 85725 h 2217998"/>
                <a:gd name="connsiteX3-811" fmla="*/ 2314575 w 3152217"/>
                <a:gd name="connsiteY3-812" fmla="*/ 285750 h 2217998"/>
                <a:gd name="connsiteX4-813" fmla="*/ 2724150 w 3152217"/>
                <a:gd name="connsiteY4-814" fmla="*/ 781050 h 2217998"/>
                <a:gd name="connsiteX5-815" fmla="*/ 3152217 w 3152217"/>
                <a:gd name="connsiteY5-816" fmla="*/ 1217685 h 2217998"/>
                <a:gd name="connsiteX6-817" fmla="*/ 3152217 w 3152217"/>
                <a:gd name="connsiteY6-818" fmla="*/ 1429902 h 2217998"/>
                <a:gd name="connsiteX7-819" fmla="*/ 2940000 w 3152217"/>
                <a:gd name="connsiteY7-820" fmla="*/ 1429902 h 2217998"/>
                <a:gd name="connsiteX8-821" fmla="*/ 2539107 w 3152217"/>
                <a:gd name="connsiteY8-822" fmla="*/ 1029008 h 2217998"/>
                <a:gd name="connsiteX9-823" fmla="*/ 2474399 w 3152217"/>
                <a:gd name="connsiteY9-824" fmla="*/ 1115717 h 2217998"/>
                <a:gd name="connsiteX10-825" fmla="*/ 2907621 w 3152217"/>
                <a:gd name="connsiteY10-826" fmla="*/ 1548940 h 2217998"/>
                <a:gd name="connsiteX11-827" fmla="*/ 2907621 w 3152217"/>
                <a:gd name="connsiteY11-828" fmla="*/ 1761157 h 2217998"/>
                <a:gd name="connsiteX12-829" fmla="*/ 2695404 w 3152217"/>
                <a:gd name="connsiteY12-830" fmla="*/ 1761157 h 2217998"/>
                <a:gd name="connsiteX13-831" fmla="*/ 2293017 w 3152217"/>
                <a:gd name="connsiteY13-832" fmla="*/ 1358769 h 2217998"/>
                <a:gd name="connsiteX14-833" fmla="*/ 2228234 w 3152217"/>
                <a:gd name="connsiteY14-834" fmla="*/ 1445578 h 2217998"/>
                <a:gd name="connsiteX15-835" fmla="*/ 2648161 w 3152217"/>
                <a:gd name="connsiteY15-836" fmla="*/ 1865505 h 2217998"/>
                <a:gd name="connsiteX16-837" fmla="*/ 2648161 w 3152217"/>
                <a:gd name="connsiteY16-838" fmla="*/ 2077722 h 2217998"/>
                <a:gd name="connsiteX17-839" fmla="*/ 2435944 w 3152217"/>
                <a:gd name="connsiteY17-840" fmla="*/ 2077722 h 2217998"/>
                <a:gd name="connsiteX18-841" fmla="*/ 2046853 w 3152217"/>
                <a:gd name="connsiteY18-842" fmla="*/ 1688629 h 2217998"/>
                <a:gd name="connsiteX19-843" fmla="*/ 1987859 w 3152217"/>
                <a:gd name="connsiteY19-844" fmla="*/ 1774879 h 2217998"/>
                <a:gd name="connsiteX20-845" fmla="*/ 2218760 w 3152217"/>
                <a:gd name="connsiteY20-846" fmla="*/ 2005781 h 2217998"/>
                <a:gd name="connsiteX21-847" fmla="*/ 2218760 w 3152217"/>
                <a:gd name="connsiteY21-848" fmla="*/ 2217998 h 2217998"/>
                <a:gd name="connsiteX22-849" fmla="*/ 2006543 w 3152217"/>
                <a:gd name="connsiteY22-850" fmla="*/ 2217998 h 2217998"/>
                <a:gd name="connsiteX23-851" fmla="*/ 1798691 w 3152217"/>
                <a:gd name="connsiteY23-852" fmla="*/ 2010144 h 2217998"/>
                <a:gd name="connsiteX24-853" fmla="*/ 1775643 w 3152217"/>
                <a:gd name="connsiteY24-854" fmla="*/ 1987096 h 2217998"/>
                <a:gd name="connsiteX25-855" fmla="*/ 1842458 w 3152217"/>
                <a:gd name="connsiteY25-856" fmla="*/ 1897840 h 2217998"/>
                <a:gd name="connsiteX26-857" fmla="*/ 1533525 w 3152217"/>
                <a:gd name="connsiteY26-858" fmla="*/ 1485900 h 2217998"/>
                <a:gd name="connsiteX27-859" fmla="*/ 1219200 w 3152217"/>
                <a:gd name="connsiteY27-860" fmla="*/ 1181100 h 2217998"/>
                <a:gd name="connsiteX28-861" fmla="*/ 571500 w 3152217"/>
                <a:gd name="connsiteY28-862" fmla="*/ 1295400 h 2217998"/>
                <a:gd name="connsiteX29-863" fmla="*/ 0 w 3152217"/>
                <a:gd name="connsiteY29-864" fmla="*/ 1266825 h 2217998"/>
                <a:gd name="connsiteX30-865" fmla="*/ 9525 w 3152217"/>
                <a:gd name="connsiteY30-866" fmla="*/ 28575 h 2217998"/>
                <a:gd name="connsiteX31-867" fmla="*/ 323850 w 3152217"/>
                <a:gd name="connsiteY31-868" fmla="*/ 0 h 2217998"/>
                <a:gd name="connsiteX0-869" fmla="*/ 323850 w 3152217"/>
                <a:gd name="connsiteY0-870" fmla="*/ 0 h 2217998"/>
                <a:gd name="connsiteX1-871" fmla="*/ 95250 w 3152217"/>
                <a:gd name="connsiteY1-872" fmla="*/ 209550 h 2217998"/>
                <a:gd name="connsiteX2-873" fmla="*/ 1352550 w 3152217"/>
                <a:gd name="connsiteY2-874" fmla="*/ 85725 h 2217998"/>
                <a:gd name="connsiteX3-875" fmla="*/ 2314575 w 3152217"/>
                <a:gd name="connsiteY3-876" fmla="*/ 285750 h 2217998"/>
                <a:gd name="connsiteX4-877" fmla="*/ 2724150 w 3152217"/>
                <a:gd name="connsiteY4-878" fmla="*/ 781050 h 2217998"/>
                <a:gd name="connsiteX5-879" fmla="*/ 3152217 w 3152217"/>
                <a:gd name="connsiteY5-880" fmla="*/ 1217685 h 2217998"/>
                <a:gd name="connsiteX6-881" fmla="*/ 3152217 w 3152217"/>
                <a:gd name="connsiteY6-882" fmla="*/ 1429902 h 2217998"/>
                <a:gd name="connsiteX7-883" fmla="*/ 2940000 w 3152217"/>
                <a:gd name="connsiteY7-884" fmla="*/ 1429902 h 2217998"/>
                <a:gd name="connsiteX8-885" fmla="*/ 2539107 w 3152217"/>
                <a:gd name="connsiteY8-886" fmla="*/ 1029008 h 2217998"/>
                <a:gd name="connsiteX9-887" fmla="*/ 2474399 w 3152217"/>
                <a:gd name="connsiteY9-888" fmla="*/ 1115717 h 2217998"/>
                <a:gd name="connsiteX10-889" fmla="*/ 2907621 w 3152217"/>
                <a:gd name="connsiteY10-890" fmla="*/ 1548940 h 2217998"/>
                <a:gd name="connsiteX11-891" fmla="*/ 2907621 w 3152217"/>
                <a:gd name="connsiteY11-892" fmla="*/ 1761157 h 2217998"/>
                <a:gd name="connsiteX12-893" fmla="*/ 2695404 w 3152217"/>
                <a:gd name="connsiteY12-894" fmla="*/ 1761157 h 2217998"/>
                <a:gd name="connsiteX13-895" fmla="*/ 2293017 w 3152217"/>
                <a:gd name="connsiteY13-896" fmla="*/ 1358769 h 2217998"/>
                <a:gd name="connsiteX14-897" fmla="*/ 2228234 w 3152217"/>
                <a:gd name="connsiteY14-898" fmla="*/ 1445578 h 2217998"/>
                <a:gd name="connsiteX15-899" fmla="*/ 2648161 w 3152217"/>
                <a:gd name="connsiteY15-900" fmla="*/ 1865505 h 2217998"/>
                <a:gd name="connsiteX16-901" fmla="*/ 2648161 w 3152217"/>
                <a:gd name="connsiteY16-902" fmla="*/ 2077722 h 2217998"/>
                <a:gd name="connsiteX17-903" fmla="*/ 2435944 w 3152217"/>
                <a:gd name="connsiteY17-904" fmla="*/ 2077722 h 2217998"/>
                <a:gd name="connsiteX18-905" fmla="*/ 2046853 w 3152217"/>
                <a:gd name="connsiteY18-906" fmla="*/ 1688629 h 2217998"/>
                <a:gd name="connsiteX19-907" fmla="*/ 1987859 w 3152217"/>
                <a:gd name="connsiteY19-908" fmla="*/ 1774879 h 2217998"/>
                <a:gd name="connsiteX20-909" fmla="*/ 2218760 w 3152217"/>
                <a:gd name="connsiteY20-910" fmla="*/ 2005781 h 2217998"/>
                <a:gd name="connsiteX21-911" fmla="*/ 2218760 w 3152217"/>
                <a:gd name="connsiteY21-912" fmla="*/ 2217998 h 2217998"/>
                <a:gd name="connsiteX22-913" fmla="*/ 2006543 w 3152217"/>
                <a:gd name="connsiteY22-914" fmla="*/ 2217998 h 2217998"/>
                <a:gd name="connsiteX23-915" fmla="*/ 1798691 w 3152217"/>
                <a:gd name="connsiteY23-916" fmla="*/ 2010144 h 2217998"/>
                <a:gd name="connsiteX24-917" fmla="*/ 1775643 w 3152217"/>
                <a:gd name="connsiteY24-918" fmla="*/ 1987096 h 2217998"/>
                <a:gd name="connsiteX25-919" fmla="*/ 1842458 w 3152217"/>
                <a:gd name="connsiteY25-920" fmla="*/ 1897840 h 2217998"/>
                <a:gd name="connsiteX26-921" fmla="*/ 1533525 w 3152217"/>
                <a:gd name="connsiteY26-922" fmla="*/ 1485900 h 2217998"/>
                <a:gd name="connsiteX27-923" fmla="*/ 1219200 w 3152217"/>
                <a:gd name="connsiteY27-924" fmla="*/ 1181100 h 2217998"/>
                <a:gd name="connsiteX28-925" fmla="*/ 571500 w 3152217"/>
                <a:gd name="connsiteY28-926" fmla="*/ 1295400 h 2217998"/>
                <a:gd name="connsiteX29-927" fmla="*/ 0 w 3152217"/>
                <a:gd name="connsiteY29-928" fmla="*/ 1266825 h 2217998"/>
                <a:gd name="connsiteX30-929" fmla="*/ 9525 w 3152217"/>
                <a:gd name="connsiteY30-930" fmla="*/ 28575 h 2217998"/>
                <a:gd name="connsiteX31-931" fmla="*/ 323850 w 3152217"/>
                <a:gd name="connsiteY31-932" fmla="*/ 0 h 2217998"/>
                <a:gd name="connsiteX0-933" fmla="*/ 361950 w 3152217"/>
                <a:gd name="connsiteY0-934" fmla="*/ 0 h 2256098"/>
                <a:gd name="connsiteX1-935" fmla="*/ 95250 w 3152217"/>
                <a:gd name="connsiteY1-936" fmla="*/ 247650 h 2256098"/>
                <a:gd name="connsiteX2-937" fmla="*/ 1352550 w 3152217"/>
                <a:gd name="connsiteY2-938" fmla="*/ 123825 h 2256098"/>
                <a:gd name="connsiteX3-939" fmla="*/ 2314575 w 3152217"/>
                <a:gd name="connsiteY3-940" fmla="*/ 323850 h 2256098"/>
                <a:gd name="connsiteX4-941" fmla="*/ 2724150 w 3152217"/>
                <a:gd name="connsiteY4-942" fmla="*/ 819150 h 2256098"/>
                <a:gd name="connsiteX5-943" fmla="*/ 3152217 w 3152217"/>
                <a:gd name="connsiteY5-944" fmla="*/ 1255785 h 2256098"/>
                <a:gd name="connsiteX6-945" fmla="*/ 3152217 w 3152217"/>
                <a:gd name="connsiteY6-946" fmla="*/ 1468002 h 2256098"/>
                <a:gd name="connsiteX7-947" fmla="*/ 2940000 w 3152217"/>
                <a:gd name="connsiteY7-948" fmla="*/ 1468002 h 2256098"/>
                <a:gd name="connsiteX8-949" fmla="*/ 2539107 w 3152217"/>
                <a:gd name="connsiteY8-950" fmla="*/ 1067108 h 2256098"/>
                <a:gd name="connsiteX9-951" fmla="*/ 2474399 w 3152217"/>
                <a:gd name="connsiteY9-952" fmla="*/ 1153817 h 2256098"/>
                <a:gd name="connsiteX10-953" fmla="*/ 2907621 w 3152217"/>
                <a:gd name="connsiteY10-954" fmla="*/ 1587040 h 2256098"/>
                <a:gd name="connsiteX11-955" fmla="*/ 2907621 w 3152217"/>
                <a:gd name="connsiteY11-956" fmla="*/ 1799257 h 2256098"/>
                <a:gd name="connsiteX12-957" fmla="*/ 2695404 w 3152217"/>
                <a:gd name="connsiteY12-958" fmla="*/ 1799257 h 2256098"/>
                <a:gd name="connsiteX13-959" fmla="*/ 2293017 w 3152217"/>
                <a:gd name="connsiteY13-960" fmla="*/ 1396869 h 2256098"/>
                <a:gd name="connsiteX14-961" fmla="*/ 2228234 w 3152217"/>
                <a:gd name="connsiteY14-962" fmla="*/ 1483678 h 2256098"/>
                <a:gd name="connsiteX15-963" fmla="*/ 2648161 w 3152217"/>
                <a:gd name="connsiteY15-964" fmla="*/ 1903605 h 2256098"/>
                <a:gd name="connsiteX16-965" fmla="*/ 2648161 w 3152217"/>
                <a:gd name="connsiteY16-966" fmla="*/ 2115822 h 2256098"/>
                <a:gd name="connsiteX17-967" fmla="*/ 2435944 w 3152217"/>
                <a:gd name="connsiteY17-968" fmla="*/ 2115822 h 2256098"/>
                <a:gd name="connsiteX18-969" fmla="*/ 2046853 w 3152217"/>
                <a:gd name="connsiteY18-970" fmla="*/ 1726729 h 2256098"/>
                <a:gd name="connsiteX19-971" fmla="*/ 1987859 w 3152217"/>
                <a:gd name="connsiteY19-972" fmla="*/ 1812979 h 2256098"/>
                <a:gd name="connsiteX20-973" fmla="*/ 2218760 w 3152217"/>
                <a:gd name="connsiteY20-974" fmla="*/ 2043881 h 2256098"/>
                <a:gd name="connsiteX21-975" fmla="*/ 2218760 w 3152217"/>
                <a:gd name="connsiteY21-976" fmla="*/ 2256098 h 2256098"/>
                <a:gd name="connsiteX22-977" fmla="*/ 2006543 w 3152217"/>
                <a:gd name="connsiteY22-978" fmla="*/ 2256098 h 2256098"/>
                <a:gd name="connsiteX23-979" fmla="*/ 1798691 w 3152217"/>
                <a:gd name="connsiteY23-980" fmla="*/ 2048244 h 2256098"/>
                <a:gd name="connsiteX24-981" fmla="*/ 1775643 w 3152217"/>
                <a:gd name="connsiteY24-982" fmla="*/ 2025196 h 2256098"/>
                <a:gd name="connsiteX25-983" fmla="*/ 1842458 w 3152217"/>
                <a:gd name="connsiteY25-984" fmla="*/ 1935940 h 2256098"/>
                <a:gd name="connsiteX26-985" fmla="*/ 1533525 w 3152217"/>
                <a:gd name="connsiteY26-986" fmla="*/ 1524000 h 2256098"/>
                <a:gd name="connsiteX27-987" fmla="*/ 1219200 w 3152217"/>
                <a:gd name="connsiteY27-988" fmla="*/ 1219200 h 2256098"/>
                <a:gd name="connsiteX28-989" fmla="*/ 571500 w 3152217"/>
                <a:gd name="connsiteY28-990" fmla="*/ 1333500 h 2256098"/>
                <a:gd name="connsiteX29-991" fmla="*/ 0 w 3152217"/>
                <a:gd name="connsiteY29-992" fmla="*/ 1304925 h 2256098"/>
                <a:gd name="connsiteX30-993" fmla="*/ 9525 w 3152217"/>
                <a:gd name="connsiteY30-994" fmla="*/ 66675 h 2256098"/>
                <a:gd name="connsiteX31-995" fmla="*/ 361950 w 3152217"/>
                <a:gd name="connsiteY31-996" fmla="*/ 0 h 2256098"/>
                <a:gd name="connsiteX0-997" fmla="*/ 361950 w 3152217"/>
                <a:gd name="connsiteY0-998" fmla="*/ 9525 h 2265623"/>
                <a:gd name="connsiteX1-999" fmla="*/ 95250 w 3152217"/>
                <a:gd name="connsiteY1-1000" fmla="*/ 257175 h 2265623"/>
                <a:gd name="connsiteX2-1001" fmla="*/ 1352550 w 3152217"/>
                <a:gd name="connsiteY2-1002" fmla="*/ 133350 h 2265623"/>
                <a:gd name="connsiteX3-1003" fmla="*/ 2314575 w 3152217"/>
                <a:gd name="connsiteY3-1004" fmla="*/ 333375 h 2265623"/>
                <a:gd name="connsiteX4-1005" fmla="*/ 2724150 w 3152217"/>
                <a:gd name="connsiteY4-1006" fmla="*/ 828675 h 2265623"/>
                <a:gd name="connsiteX5-1007" fmla="*/ 3152217 w 3152217"/>
                <a:gd name="connsiteY5-1008" fmla="*/ 1265310 h 2265623"/>
                <a:gd name="connsiteX6-1009" fmla="*/ 3152217 w 3152217"/>
                <a:gd name="connsiteY6-1010" fmla="*/ 1477527 h 2265623"/>
                <a:gd name="connsiteX7-1011" fmla="*/ 2940000 w 3152217"/>
                <a:gd name="connsiteY7-1012" fmla="*/ 1477527 h 2265623"/>
                <a:gd name="connsiteX8-1013" fmla="*/ 2539107 w 3152217"/>
                <a:gd name="connsiteY8-1014" fmla="*/ 1076633 h 2265623"/>
                <a:gd name="connsiteX9-1015" fmla="*/ 2474399 w 3152217"/>
                <a:gd name="connsiteY9-1016" fmla="*/ 1163342 h 2265623"/>
                <a:gd name="connsiteX10-1017" fmla="*/ 2907621 w 3152217"/>
                <a:gd name="connsiteY10-1018" fmla="*/ 1596565 h 2265623"/>
                <a:gd name="connsiteX11-1019" fmla="*/ 2907621 w 3152217"/>
                <a:gd name="connsiteY11-1020" fmla="*/ 1808782 h 2265623"/>
                <a:gd name="connsiteX12-1021" fmla="*/ 2695404 w 3152217"/>
                <a:gd name="connsiteY12-1022" fmla="*/ 1808782 h 2265623"/>
                <a:gd name="connsiteX13-1023" fmla="*/ 2293017 w 3152217"/>
                <a:gd name="connsiteY13-1024" fmla="*/ 1406394 h 2265623"/>
                <a:gd name="connsiteX14-1025" fmla="*/ 2228234 w 3152217"/>
                <a:gd name="connsiteY14-1026" fmla="*/ 1493203 h 2265623"/>
                <a:gd name="connsiteX15-1027" fmla="*/ 2648161 w 3152217"/>
                <a:gd name="connsiteY15-1028" fmla="*/ 1913130 h 2265623"/>
                <a:gd name="connsiteX16-1029" fmla="*/ 2648161 w 3152217"/>
                <a:gd name="connsiteY16-1030" fmla="*/ 2125347 h 2265623"/>
                <a:gd name="connsiteX17-1031" fmla="*/ 2435944 w 3152217"/>
                <a:gd name="connsiteY17-1032" fmla="*/ 2125347 h 2265623"/>
                <a:gd name="connsiteX18-1033" fmla="*/ 2046853 w 3152217"/>
                <a:gd name="connsiteY18-1034" fmla="*/ 1736254 h 2265623"/>
                <a:gd name="connsiteX19-1035" fmla="*/ 1987859 w 3152217"/>
                <a:gd name="connsiteY19-1036" fmla="*/ 1822504 h 2265623"/>
                <a:gd name="connsiteX20-1037" fmla="*/ 2218760 w 3152217"/>
                <a:gd name="connsiteY20-1038" fmla="*/ 2053406 h 2265623"/>
                <a:gd name="connsiteX21-1039" fmla="*/ 2218760 w 3152217"/>
                <a:gd name="connsiteY21-1040" fmla="*/ 2265623 h 2265623"/>
                <a:gd name="connsiteX22-1041" fmla="*/ 2006543 w 3152217"/>
                <a:gd name="connsiteY22-1042" fmla="*/ 2265623 h 2265623"/>
                <a:gd name="connsiteX23-1043" fmla="*/ 1798691 w 3152217"/>
                <a:gd name="connsiteY23-1044" fmla="*/ 2057769 h 2265623"/>
                <a:gd name="connsiteX24-1045" fmla="*/ 1775643 w 3152217"/>
                <a:gd name="connsiteY24-1046" fmla="*/ 2034721 h 2265623"/>
                <a:gd name="connsiteX25-1047" fmla="*/ 1842458 w 3152217"/>
                <a:gd name="connsiteY25-1048" fmla="*/ 1945465 h 2265623"/>
                <a:gd name="connsiteX26-1049" fmla="*/ 1533525 w 3152217"/>
                <a:gd name="connsiteY26-1050" fmla="*/ 1533525 h 2265623"/>
                <a:gd name="connsiteX27-1051" fmla="*/ 1219200 w 3152217"/>
                <a:gd name="connsiteY27-1052" fmla="*/ 1228725 h 2265623"/>
                <a:gd name="connsiteX28-1053" fmla="*/ 571500 w 3152217"/>
                <a:gd name="connsiteY28-1054" fmla="*/ 1343025 h 2265623"/>
                <a:gd name="connsiteX29-1055" fmla="*/ 0 w 3152217"/>
                <a:gd name="connsiteY29-1056" fmla="*/ 1314450 h 2265623"/>
                <a:gd name="connsiteX30-1057" fmla="*/ 0 w 3152217"/>
                <a:gd name="connsiteY30-1058" fmla="*/ 0 h 2265623"/>
                <a:gd name="connsiteX31-1059" fmla="*/ 361950 w 3152217"/>
                <a:gd name="connsiteY31-1060" fmla="*/ 9525 h 2265623"/>
                <a:gd name="connsiteX0-1061" fmla="*/ 409575 w 3152217"/>
                <a:gd name="connsiteY0-1062" fmla="*/ 9525 h 2265623"/>
                <a:gd name="connsiteX1-1063" fmla="*/ 95250 w 3152217"/>
                <a:gd name="connsiteY1-1064" fmla="*/ 257175 h 2265623"/>
                <a:gd name="connsiteX2-1065" fmla="*/ 1352550 w 3152217"/>
                <a:gd name="connsiteY2-1066" fmla="*/ 133350 h 2265623"/>
                <a:gd name="connsiteX3-1067" fmla="*/ 2314575 w 3152217"/>
                <a:gd name="connsiteY3-1068" fmla="*/ 333375 h 2265623"/>
                <a:gd name="connsiteX4-1069" fmla="*/ 2724150 w 3152217"/>
                <a:gd name="connsiteY4-1070" fmla="*/ 828675 h 2265623"/>
                <a:gd name="connsiteX5-1071" fmla="*/ 3152217 w 3152217"/>
                <a:gd name="connsiteY5-1072" fmla="*/ 1265310 h 2265623"/>
                <a:gd name="connsiteX6-1073" fmla="*/ 3152217 w 3152217"/>
                <a:gd name="connsiteY6-1074" fmla="*/ 1477527 h 2265623"/>
                <a:gd name="connsiteX7-1075" fmla="*/ 2940000 w 3152217"/>
                <a:gd name="connsiteY7-1076" fmla="*/ 1477527 h 2265623"/>
                <a:gd name="connsiteX8-1077" fmla="*/ 2539107 w 3152217"/>
                <a:gd name="connsiteY8-1078" fmla="*/ 1076633 h 2265623"/>
                <a:gd name="connsiteX9-1079" fmla="*/ 2474399 w 3152217"/>
                <a:gd name="connsiteY9-1080" fmla="*/ 1163342 h 2265623"/>
                <a:gd name="connsiteX10-1081" fmla="*/ 2907621 w 3152217"/>
                <a:gd name="connsiteY10-1082" fmla="*/ 1596565 h 2265623"/>
                <a:gd name="connsiteX11-1083" fmla="*/ 2907621 w 3152217"/>
                <a:gd name="connsiteY11-1084" fmla="*/ 1808782 h 2265623"/>
                <a:gd name="connsiteX12-1085" fmla="*/ 2695404 w 3152217"/>
                <a:gd name="connsiteY12-1086" fmla="*/ 1808782 h 2265623"/>
                <a:gd name="connsiteX13-1087" fmla="*/ 2293017 w 3152217"/>
                <a:gd name="connsiteY13-1088" fmla="*/ 1406394 h 2265623"/>
                <a:gd name="connsiteX14-1089" fmla="*/ 2228234 w 3152217"/>
                <a:gd name="connsiteY14-1090" fmla="*/ 1493203 h 2265623"/>
                <a:gd name="connsiteX15-1091" fmla="*/ 2648161 w 3152217"/>
                <a:gd name="connsiteY15-1092" fmla="*/ 1913130 h 2265623"/>
                <a:gd name="connsiteX16-1093" fmla="*/ 2648161 w 3152217"/>
                <a:gd name="connsiteY16-1094" fmla="*/ 2125347 h 2265623"/>
                <a:gd name="connsiteX17-1095" fmla="*/ 2435944 w 3152217"/>
                <a:gd name="connsiteY17-1096" fmla="*/ 2125347 h 2265623"/>
                <a:gd name="connsiteX18-1097" fmla="*/ 2046853 w 3152217"/>
                <a:gd name="connsiteY18-1098" fmla="*/ 1736254 h 2265623"/>
                <a:gd name="connsiteX19-1099" fmla="*/ 1987859 w 3152217"/>
                <a:gd name="connsiteY19-1100" fmla="*/ 1822504 h 2265623"/>
                <a:gd name="connsiteX20-1101" fmla="*/ 2218760 w 3152217"/>
                <a:gd name="connsiteY20-1102" fmla="*/ 2053406 h 2265623"/>
                <a:gd name="connsiteX21-1103" fmla="*/ 2218760 w 3152217"/>
                <a:gd name="connsiteY21-1104" fmla="*/ 2265623 h 2265623"/>
                <a:gd name="connsiteX22-1105" fmla="*/ 2006543 w 3152217"/>
                <a:gd name="connsiteY22-1106" fmla="*/ 2265623 h 2265623"/>
                <a:gd name="connsiteX23-1107" fmla="*/ 1798691 w 3152217"/>
                <a:gd name="connsiteY23-1108" fmla="*/ 2057769 h 2265623"/>
                <a:gd name="connsiteX24-1109" fmla="*/ 1775643 w 3152217"/>
                <a:gd name="connsiteY24-1110" fmla="*/ 2034721 h 2265623"/>
                <a:gd name="connsiteX25-1111" fmla="*/ 1842458 w 3152217"/>
                <a:gd name="connsiteY25-1112" fmla="*/ 1945465 h 2265623"/>
                <a:gd name="connsiteX26-1113" fmla="*/ 1533525 w 3152217"/>
                <a:gd name="connsiteY26-1114" fmla="*/ 1533525 h 2265623"/>
                <a:gd name="connsiteX27-1115" fmla="*/ 1219200 w 3152217"/>
                <a:gd name="connsiteY27-1116" fmla="*/ 1228725 h 2265623"/>
                <a:gd name="connsiteX28-1117" fmla="*/ 571500 w 3152217"/>
                <a:gd name="connsiteY28-1118" fmla="*/ 1343025 h 2265623"/>
                <a:gd name="connsiteX29-1119" fmla="*/ 0 w 3152217"/>
                <a:gd name="connsiteY29-1120" fmla="*/ 1314450 h 2265623"/>
                <a:gd name="connsiteX30-1121" fmla="*/ 0 w 3152217"/>
                <a:gd name="connsiteY30-1122" fmla="*/ 0 h 2265623"/>
                <a:gd name="connsiteX31-1123" fmla="*/ 409575 w 3152217"/>
                <a:gd name="connsiteY31-1124" fmla="*/ 9525 h 2265623"/>
                <a:gd name="connsiteX0-1125" fmla="*/ 390525 w 3152217"/>
                <a:gd name="connsiteY0-1126" fmla="*/ 9525 h 2265623"/>
                <a:gd name="connsiteX1-1127" fmla="*/ 95250 w 3152217"/>
                <a:gd name="connsiteY1-1128" fmla="*/ 257175 h 2265623"/>
                <a:gd name="connsiteX2-1129" fmla="*/ 1352550 w 3152217"/>
                <a:gd name="connsiteY2-1130" fmla="*/ 133350 h 2265623"/>
                <a:gd name="connsiteX3-1131" fmla="*/ 2314575 w 3152217"/>
                <a:gd name="connsiteY3-1132" fmla="*/ 333375 h 2265623"/>
                <a:gd name="connsiteX4-1133" fmla="*/ 2724150 w 3152217"/>
                <a:gd name="connsiteY4-1134" fmla="*/ 828675 h 2265623"/>
                <a:gd name="connsiteX5-1135" fmla="*/ 3152217 w 3152217"/>
                <a:gd name="connsiteY5-1136" fmla="*/ 1265310 h 2265623"/>
                <a:gd name="connsiteX6-1137" fmla="*/ 3152217 w 3152217"/>
                <a:gd name="connsiteY6-1138" fmla="*/ 1477527 h 2265623"/>
                <a:gd name="connsiteX7-1139" fmla="*/ 2940000 w 3152217"/>
                <a:gd name="connsiteY7-1140" fmla="*/ 1477527 h 2265623"/>
                <a:gd name="connsiteX8-1141" fmla="*/ 2539107 w 3152217"/>
                <a:gd name="connsiteY8-1142" fmla="*/ 1076633 h 2265623"/>
                <a:gd name="connsiteX9-1143" fmla="*/ 2474399 w 3152217"/>
                <a:gd name="connsiteY9-1144" fmla="*/ 1163342 h 2265623"/>
                <a:gd name="connsiteX10-1145" fmla="*/ 2907621 w 3152217"/>
                <a:gd name="connsiteY10-1146" fmla="*/ 1596565 h 2265623"/>
                <a:gd name="connsiteX11-1147" fmla="*/ 2907621 w 3152217"/>
                <a:gd name="connsiteY11-1148" fmla="*/ 1808782 h 2265623"/>
                <a:gd name="connsiteX12-1149" fmla="*/ 2695404 w 3152217"/>
                <a:gd name="connsiteY12-1150" fmla="*/ 1808782 h 2265623"/>
                <a:gd name="connsiteX13-1151" fmla="*/ 2293017 w 3152217"/>
                <a:gd name="connsiteY13-1152" fmla="*/ 1406394 h 2265623"/>
                <a:gd name="connsiteX14-1153" fmla="*/ 2228234 w 3152217"/>
                <a:gd name="connsiteY14-1154" fmla="*/ 1493203 h 2265623"/>
                <a:gd name="connsiteX15-1155" fmla="*/ 2648161 w 3152217"/>
                <a:gd name="connsiteY15-1156" fmla="*/ 1913130 h 2265623"/>
                <a:gd name="connsiteX16-1157" fmla="*/ 2648161 w 3152217"/>
                <a:gd name="connsiteY16-1158" fmla="*/ 2125347 h 2265623"/>
                <a:gd name="connsiteX17-1159" fmla="*/ 2435944 w 3152217"/>
                <a:gd name="connsiteY17-1160" fmla="*/ 2125347 h 2265623"/>
                <a:gd name="connsiteX18-1161" fmla="*/ 2046853 w 3152217"/>
                <a:gd name="connsiteY18-1162" fmla="*/ 1736254 h 2265623"/>
                <a:gd name="connsiteX19-1163" fmla="*/ 1987859 w 3152217"/>
                <a:gd name="connsiteY19-1164" fmla="*/ 1822504 h 2265623"/>
                <a:gd name="connsiteX20-1165" fmla="*/ 2218760 w 3152217"/>
                <a:gd name="connsiteY20-1166" fmla="*/ 2053406 h 2265623"/>
                <a:gd name="connsiteX21-1167" fmla="*/ 2218760 w 3152217"/>
                <a:gd name="connsiteY21-1168" fmla="*/ 2265623 h 2265623"/>
                <a:gd name="connsiteX22-1169" fmla="*/ 2006543 w 3152217"/>
                <a:gd name="connsiteY22-1170" fmla="*/ 2265623 h 2265623"/>
                <a:gd name="connsiteX23-1171" fmla="*/ 1798691 w 3152217"/>
                <a:gd name="connsiteY23-1172" fmla="*/ 2057769 h 2265623"/>
                <a:gd name="connsiteX24-1173" fmla="*/ 1775643 w 3152217"/>
                <a:gd name="connsiteY24-1174" fmla="*/ 2034721 h 2265623"/>
                <a:gd name="connsiteX25-1175" fmla="*/ 1842458 w 3152217"/>
                <a:gd name="connsiteY25-1176" fmla="*/ 1945465 h 2265623"/>
                <a:gd name="connsiteX26-1177" fmla="*/ 1533525 w 3152217"/>
                <a:gd name="connsiteY26-1178" fmla="*/ 1533525 h 2265623"/>
                <a:gd name="connsiteX27-1179" fmla="*/ 1219200 w 3152217"/>
                <a:gd name="connsiteY27-1180" fmla="*/ 1228725 h 2265623"/>
                <a:gd name="connsiteX28-1181" fmla="*/ 571500 w 3152217"/>
                <a:gd name="connsiteY28-1182" fmla="*/ 1343025 h 2265623"/>
                <a:gd name="connsiteX29-1183" fmla="*/ 0 w 3152217"/>
                <a:gd name="connsiteY29-1184" fmla="*/ 1314450 h 2265623"/>
                <a:gd name="connsiteX30-1185" fmla="*/ 0 w 3152217"/>
                <a:gd name="connsiteY30-1186" fmla="*/ 0 h 2265623"/>
                <a:gd name="connsiteX31-1187" fmla="*/ 390525 w 3152217"/>
                <a:gd name="connsiteY31-1188" fmla="*/ 9525 h 2265623"/>
                <a:gd name="connsiteX0-1189" fmla="*/ 390525 w 3152217"/>
                <a:gd name="connsiteY0-1190" fmla="*/ 24506 h 2280604"/>
                <a:gd name="connsiteX1-1191" fmla="*/ 95250 w 3152217"/>
                <a:gd name="connsiteY1-1192" fmla="*/ 272156 h 2280604"/>
                <a:gd name="connsiteX2-1193" fmla="*/ 1352550 w 3152217"/>
                <a:gd name="connsiteY2-1194" fmla="*/ 148331 h 2280604"/>
                <a:gd name="connsiteX3-1195" fmla="*/ 2314575 w 3152217"/>
                <a:gd name="connsiteY3-1196" fmla="*/ 348356 h 2280604"/>
                <a:gd name="connsiteX4-1197" fmla="*/ 2724150 w 3152217"/>
                <a:gd name="connsiteY4-1198" fmla="*/ 843656 h 2280604"/>
                <a:gd name="connsiteX5-1199" fmla="*/ 3152217 w 3152217"/>
                <a:gd name="connsiteY5-1200" fmla="*/ 1280291 h 2280604"/>
                <a:gd name="connsiteX6-1201" fmla="*/ 3152217 w 3152217"/>
                <a:gd name="connsiteY6-1202" fmla="*/ 1492508 h 2280604"/>
                <a:gd name="connsiteX7-1203" fmla="*/ 2940000 w 3152217"/>
                <a:gd name="connsiteY7-1204" fmla="*/ 1492508 h 2280604"/>
                <a:gd name="connsiteX8-1205" fmla="*/ 2539107 w 3152217"/>
                <a:gd name="connsiteY8-1206" fmla="*/ 1091614 h 2280604"/>
                <a:gd name="connsiteX9-1207" fmla="*/ 2474399 w 3152217"/>
                <a:gd name="connsiteY9-1208" fmla="*/ 1178323 h 2280604"/>
                <a:gd name="connsiteX10-1209" fmla="*/ 2907621 w 3152217"/>
                <a:gd name="connsiteY10-1210" fmla="*/ 1611546 h 2280604"/>
                <a:gd name="connsiteX11-1211" fmla="*/ 2907621 w 3152217"/>
                <a:gd name="connsiteY11-1212" fmla="*/ 1823763 h 2280604"/>
                <a:gd name="connsiteX12-1213" fmla="*/ 2695404 w 3152217"/>
                <a:gd name="connsiteY12-1214" fmla="*/ 1823763 h 2280604"/>
                <a:gd name="connsiteX13-1215" fmla="*/ 2293017 w 3152217"/>
                <a:gd name="connsiteY13-1216" fmla="*/ 1421375 h 2280604"/>
                <a:gd name="connsiteX14-1217" fmla="*/ 2228234 w 3152217"/>
                <a:gd name="connsiteY14-1218" fmla="*/ 1508184 h 2280604"/>
                <a:gd name="connsiteX15-1219" fmla="*/ 2648161 w 3152217"/>
                <a:gd name="connsiteY15-1220" fmla="*/ 1928111 h 2280604"/>
                <a:gd name="connsiteX16-1221" fmla="*/ 2648161 w 3152217"/>
                <a:gd name="connsiteY16-1222" fmla="*/ 2140328 h 2280604"/>
                <a:gd name="connsiteX17-1223" fmla="*/ 2435944 w 3152217"/>
                <a:gd name="connsiteY17-1224" fmla="*/ 2140328 h 2280604"/>
                <a:gd name="connsiteX18-1225" fmla="*/ 2046853 w 3152217"/>
                <a:gd name="connsiteY18-1226" fmla="*/ 1751235 h 2280604"/>
                <a:gd name="connsiteX19-1227" fmla="*/ 1987859 w 3152217"/>
                <a:gd name="connsiteY19-1228" fmla="*/ 1837485 h 2280604"/>
                <a:gd name="connsiteX20-1229" fmla="*/ 2218760 w 3152217"/>
                <a:gd name="connsiteY20-1230" fmla="*/ 2068387 h 2280604"/>
                <a:gd name="connsiteX21-1231" fmla="*/ 2218760 w 3152217"/>
                <a:gd name="connsiteY21-1232" fmla="*/ 2280604 h 2280604"/>
                <a:gd name="connsiteX22-1233" fmla="*/ 2006543 w 3152217"/>
                <a:gd name="connsiteY22-1234" fmla="*/ 2280604 h 2280604"/>
                <a:gd name="connsiteX23-1235" fmla="*/ 1798691 w 3152217"/>
                <a:gd name="connsiteY23-1236" fmla="*/ 2072750 h 2280604"/>
                <a:gd name="connsiteX24-1237" fmla="*/ 1775643 w 3152217"/>
                <a:gd name="connsiteY24-1238" fmla="*/ 2049702 h 2280604"/>
                <a:gd name="connsiteX25-1239" fmla="*/ 1842458 w 3152217"/>
                <a:gd name="connsiteY25-1240" fmla="*/ 1960446 h 2280604"/>
                <a:gd name="connsiteX26-1241" fmla="*/ 1533525 w 3152217"/>
                <a:gd name="connsiteY26-1242" fmla="*/ 1548506 h 2280604"/>
                <a:gd name="connsiteX27-1243" fmla="*/ 1219200 w 3152217"/>
                <a:gd name="connsiteY27-1244" fmla="*/ 1243706 h 2280604"/>
                <a:gd name="connsiteX28-1245" fmla="*/ 571500 w 3152217"/>
                <a:gd name="connsiteY28-1246" fmla="*/ 1358006 h 2280604"/>
                <a:gd name="connsiteX29-1247" fmla="*/ 0 w 3152217"/>
                <a:gd name="connsiteY29-1248" fmla="*/ 1329431 h 2280604"/>
                <a:gd name="connsiteX30-1249" fmla="*/ 0 w 3152217"/>
                <a:gd name="connsiteY30-1250" fmla="*/ 14981 h 2280604"/>
                <a:gd name="connsiteX31-1251" fmla="*/ 390525 w 3152217"/>
                <a:gd name="connsiteY31-1252" fmla="*/ 24506 h 2280604"/>
                <a:gd name="connsiteX0-1253" fmla="*/ 390525 w 3152217"/>
                <a:gd name="connsiteY0-1254" fmla="*/ 33386 h 2289484"/>
                <a:gd name="connsiteX1-1255" fmla="*/ 95250 w 3152217"/>
                <a:gd name="connsiteY1-1256" fmla="*/ 281036 h 2289484"/>
                <a:gd name="connsiteX2-1257" fmla="*/ 1352550 w 3152217"/>
                <a:gd name="connsiteY2-1258" fmla="*/ 157211 h 2289484"/>
                <a:gd name="connsiteX3-1259" fmla="*/ 2314575 w 3152217"/>
                <a:gd name="connsiteY3-1260" fmla="*/ 357236 h 2289484"/>
                <a:gd name="connsiteX4-1261" fmla="*/ 2724150 w 3152217"/>
                <a:gd name="connsiteY4-1262" fmla="*/ 852536 h 2289484"/>
                <a:gd name="connsiteX5-1263" fmla="*/ 3152217 w 3152217"/>
                <a:gd name="connsiteY5-1264" fmla="*/ 1289171 h 2289484"/>
                <a:gd name="connsiteX6-1265" fmla="*/ 3152217 w 3152217"/>
                <a:gd name="connsiteY6-1266" fmla="*/ 1501388 h 2289484"/>
                <a:gd name="connsiteX7-1267" fmla="*/ 2940000 w 3152217"/>
                <a:gd name="connsiteY7-1268" fmla="*/ 1501388 h 2289484"/>
                <a:gd name="connsiteX8-1269" fmla="*/ 2539107 w 3152217"/>
                <a:gd name="connsiteY8-1270" fmla="*/ 1100494 h 2289484"/>
                <a:gd name="connsiteX9-1271" fmla="*/ 2474399 w 3152217"/>
                <a:gd name="connsiteY9-1272" fmla="*/ 1187203 h 2289484"/>
                <a:gd name="connsiteX10-1273" fmla="*/ 2907621 w 3152217"/>
                <a:gd name="connsiteY10-1274" fmla="*/ 1620426 h 2289484"/>
                <a:gd name="connsiteX11-1275" fmla="*/ 2907621 w 3152217"/>
                <a:gd name="connsiteY11-1276" fmla="*/ 1832643 h 2289484"/>
                <a:gd name="connsiteX12-1277" fmla="*/ 2695404 w 3152217"/>
                <a:gd name="connsiteY12-1278" fmla="*/ 1832643 h 2289484"/>
                <a:gd name="connsiteX13-1279" fmla="*/ 2293017 w 3152217"/>
                <a:gd name="connsiteY13-1280" fmla="*/ 1430255 h 2289484"/>
                <a:gd name="connsiteX14-1281" fmla="*/ 2228234 w 3152217"/>
                <a:gd name="connsiteY14-1282" fmla="*/ 1517064 h 2289484"/>
                <a:gd name="connsiteX15-1283" fmla="*/ 2648161 w 3152217"/>
                <a:gd name="connsiteY15-1284" fmla="*/ 1936991 h 2289484"/>
                <a:gd name="connsiteX16-1285" fmla="*/ 2648161 w 3152217"/>
                <a:gd name="connsiteY16-1286" fmla="*/ 2149208 h 2289484"/>
                <a:gd name="connsiteX17-1287" fmla="*/ 2435944 w 3152217"/>
                <a:gd name="connsiteY17-1288" fmla="*/ 2149208 h 2289484"/>
                <a:gd name="connsiteX18-1289" fmla="*/ 2046853 w 3152217"/>
                <a:gd name="connsiteY18-1290" fmla="*/ 1760115 h 2289484"/>
                <a:gd name="connsiteX19-1291" fmla="*/ 1987859 w 3152217"/>
                <a:gd name="connsiteY19-1292" fmla="*/ 1846365 h 2289484"/>
                <a:gd name="connsiteX20-1293" fmla="*/ 2218760 w 3152217"/>
                <a:gd name="connsiteY20-1294" fmla="*/ 2077267 h 2289484"/>
                <a:gd name="connsiteX21-1295" fmla="*/ 2218760 w 3152217"/>
                <a:gd name="connsiteY21-1296" fmla="*/ 2289484 h 2289484"/>
                <a:gd name="connsiteX22-1297" fmla="*/ 2006543 w 3152217"/>
                <a:gd name="connsiteY22-1298" fmla="*/ 2289484 h 2289484"/>
                <a:gd name="connsiteX23-1299" fmla="*/ 1798691 w 3152217"/>
                <a:gd name="connsiteY23-1300" fmla="*/ 2081630 h 2289484"/>
                <a:gd name="connsiteX24-1301" fmla="*/ 1775643 w 3152217"/>
                <a:gd name="connsiteY24-1302" fmla="*/ 2058582 h 2289484"/>
                <a:gd name="connsiteX25-1303" fmla="*/ 1842458 w 3152217"/>
                <a:gd name="connsiteY25-1304" fmla="*/ 1969326 h 2289484"/>
                <a:gd name="connsiteX26-1305" fmla="*/ 1533525 w 3152217"/>
                <a:gd name="connsiteY26-1306" fmla="*/ 1557386 h 2289484"/>
                <a:gd name="connsiteX27-1307" fmla="*/ 1219200 w 3152217"/>
                <a:gd name="connsiteY27-1308" fmla="*/ 1252586 h 2289484"/>
                <a:gd name="connsiteX28-1309" fmla="*/ 571500 w 3152217"/>
                <a:gd name="connsiteY28-1310" fmla="*/ 1366886 h 2289484"/>
                <a:gd name="connsiteX29-1311" fmla="*/ 0 w 3152217"/>
                <a:gd name="connsiteY29-1312" fmla="*/ 1338311 h 2289484"/>
                <a:gd name="connsiteX30-1313" fmla="*/ 0 w 3152217"/>
                <a:gd name="connsiteY30-1314" fmla="*/ 23861 h 2289484"/>
                <a:gd name="connsiteX31-1315" fmla="*/ 390525 w 3152217"/>
                <a:gd name="connsiteY31-1316" fmla="*/ 33386 h 2289484"/>
                <a:gd name="connsiteX0-1317" fmla="*/ 390525 w 3152217"/>
                <a:gd name="connsiteY0-1318" fmla="*/ 24507 h 2280605"/>
                <a:gd name="connsiteX1-1319" fmla="*/ 95250 w 3152217"/>
                <a:gd name="connsiteY1-1320" fmla="*/ 272157 h 2280605"/>
                <a:gd name="connsiteX2-1321" fmla="*/ 1352550 w 3152217"/>
                <a:gd name="connsiteY2-1322" fmla="*/ 148332 h 2280605"/>
                <a:gd name="connsiteX3-1323" fmla="*/ 2314575 w 3152217"/>
                <a:gd name="connsiteY3-1324" fmla="*/ 348357 h 2280605"/>
                <a:gd name="connsiteX4-1325" fmla="*/ 2724150 w 3152217"/>
                <a:gd name="connsiteY4-1326" fmla="*/ 843657 h 2280605"/>
                <a:gd name="connsiteX5-1327" fmla="*/ 3152217 w 3152217"/>
                <a:gd name="connsiteY5-1328" fmla="*/ 1280292 h 2280605"/>
                <a:gd name="connsiteX6-1329" fmla="*/ 3152217 w 3152217"/>
                <a:gd name="connsiteY6-1330" fmla="*/ 1492509 h 2280605"/>
                <a:gd name="connsiteX7-1331" fmla="*/ 2940000 w 3152217"/>
                <a:gd name="connsiteY7-1332" fmla="*/ 1492509 h 2280605"/>
                <a:gd name="connsiteX8-1333" fmla="*/ 2539107 w 3152217"/>
                <a:gd name="connsiteY8-1334" fmla="*/ 1091615 h 2280605"/>
                <a:gd name="connsiteX9-1335" fmla="*/ 2474399 w 3152217"/>
                <a:gd name="connsiteY9-1336" fmla="*/ 1178324 h 2280605"/>
                <a:gd name="connsiteX10-1337" fmla="*/ 2907621 w 3152217"/>
                <a:gd name="connsiteY10-1338" fmla="*/ 1611547 h 2280605"/>
                <a:gd name="connsiteX11-1339" fmla="*/ 2907621 w 3152217"/>
                <a:gd name="connsiteY11-1340" fmla="*/ 1823764 h 2280605"/>
                <a:gd name="connsiteX12-1341" fmla="*/ 2695404 w 3152217"/>
                <a:gd name="connsiteY12-1342" fmla="*/ 1823764 h 2280605"/>
                <a:gd name="connsiteX13-1343" fmla="*/ 2293017 w 3152217"/>
                <a:gd name="connsiteY13-1344" fmla="*/ 1421376 h 2280605"/>
                <a:gd name="connsiteX14-1345" fmla="*/ 2228234 w 3152217"/>
                <a:gd name="connsiteY14-1346" fmla="*/ 1508185 h 2280605"/>
                <a:gd name="connsiteX15-1347" fmla="*/ 2648161 w 3152217"/>
                <a:gd name="connsiteY15-1348" fmla="*/ 1928112 h 2280605"/>
                <a:gd name="connsiteX16-1349" fmla="*/ 2648161 w 3152217"/>
                <a:gd name="connsiteY16-1350" fmla="*/ 2140329 h 2280605"/>
                <a:gd name="connsiteX17-1351" fmla="*/ 2435944 w 3152217"/>
                <a:gd name="connsiteY17-1352" fmla="*/ 2140329 h 2280605"/>
                <a:gd name="connsiteX18-1353" fmla="*/ 2046853 w 3152217"/>
                <a:gd name="connsiteY18-1354" fmla="*/ 1751236 h 2280605"/>
                <a:gd name="connsiteX19-1355" fmla="*/ 1987859 w 3152217"/>
                <a:gd name="connsiteY19-1356" fmla="*/ 1837486 h 2280605"/>
                <a:gd name="connsiteX20-1357" fmla="*/ 2218760 w 3152217"/>
                <a:gd name="connsiteY20-1358" fmla="*/ 2068388 h 2280605"/>
                <a:gd name="connsiteX21-1359" fmla="*/ 2218760 w 3152217"/>
                <a:gd name="connsiteY21-1360" fmla="*/ 2280605 h 2280605"/>
                <a:gd name="connsiteX22-1361" fmla="*/ 2006543 w 3152217"/>
                <a:gd name="connsiteY22-1362" fmla="*/ 2280605 h 2280605"/>
                <a:gd name="connsiteX23-1363" fmla="*/ 1798691 w 3152217"/>
                <a:gd name="connsiteY23-1364" fmla="*/ 2072751 h 2280605"/>
                <a:gd name="connsiteX24-1365" fmla="*/ 1775643 w 3152217"/>
                <a:gd name="connsiteY24-1366" fmla="*/ 2049703 h 2280605"/>
                <a:gd name="connsiteX25-1367" fmla="*/ 1842458 w 3152217"/>
                <a:gd name="connsiteY25-1368" fmla="*/ 1960447 h 2280605"/>
                <a:gd name="connsiteX26-1369" fmla="*/ 1533525 w 3152217"/>
                <a:gd name="connsiteY26-1370" fmla="*/ 1548507 h 2280605"/>
                <a:gd name="connsiteX27-1371" fmla="*/ 1219200 w 3152217"/>
                <a:gd name="connsiteY27-1372" fmla="*/ 1243707 h 2280605"/>
                <a:gd name="connsiteX28-1373" fmla="*/ 571500 w 3152217"/>
                <a:gd name="connsiteY28-1374" fmla="*/ 1358007 h 2280605"/>
                <a:gd name="connsiteX29-1375" fmla="*/ 0 w 3152217"/>
                <a:gd name="connsiteY29-1376" fmla="*/ 1329432 h 2280605"/>
                <a:gd name="connsiteX30-1377" fmla="*/ 0 w 3152217"/>
                <a:gd name="connsiteY30-1378" fmla="*/ 14982 h 2280605"/>
                <a:gd name="connsiteX31-1379" fmla="*/ 390525 w 3152217"/>
                <a:gd name="connsiteY31-1380" fmla="*/ 24507 h 2280605"/>
                <a:gd name="connsiteX0-1381" fmla="*/ 390525 w 3152217"/>
                <a:gd name="connsiteY0-1382" fmla="*/ 9525 h 2265623"/>
                <a:gd name="connsiteX1-1383" fmla="*/ 95250 w 3152217"/>
                <a:gd name="connsiteY1-1384" fmla="*/ 257175 h 2265623"/>
                <a:gd name="connsiteX2-1385" fmla="*/ 1352550 w 3152217"/>
                <a:gd name="connsiteY2-1386" fmla="*/ 133350 h 2265623"/>
                <a:gd name="connsiteX3-1387" fmla="*/ 2314575 w 3152217"/>
                <a:gd name="connsiteY3-1388" fmla="*/ 333375 h 2265623"/>
                <a:gd name="connsiteX4-1389" fmla="*/ 2724150 w 3152217"/>
                <a:gd name="connsiteY4-1390" fmla="*/ 828675 h 2265623"/>
                <a:gd name="connsiteX5-1391" fmla="*/ 3152217 w 3152217"/>
                <a:gd name="connsiteY5-1392" fmla="*/ 1265310 h 2265623"/>
                <a:gd name="connsiteX6-1393" fmla="*/ 3152217 w 3152217"/>
                <a:gd name="connsiteY6-1394" fmla="*/ 1477527 h 2265623"/>
                <a:gd name="connsiteX7-1395" fmla="*/ 2940000 w 3152217"/>
                <a:gd name="connsiteY7-1396" fmla="*/ 1477527 h 2265623"/>
                <a:gd name="connsiteX8-1397" fmla="*/ 2539107 w 3152217"/>
                <a:gd name="connsiteY8-1398" fmla="*/ 1076633 h 2265623"/>
                <a:gd name="connsiteX9-1399" fmla="*/ 2474399 w 3152217"/>
                <a:gd name="connsiteY9-1400" fmla="*/ 1163342 h 2265623"/>
                <a:gd name="connsiteX10-1401" fmla="*/ 2907621 w 3152217"/>
                <a:gd name="connsiteY10-1402" fmla="*/ 1596565 h 2265623"/>
                <a:gd name="connsiteX11-1403" fmla="*/ 2907621 w 3152217"/>
                <a:gd name="connsiteY11-1404" fmla="*/ 1808782 h 2265623"/>
                <a:gd name="connsiteX12-1405" fmla="*/ 2695404 w 3152217"/>
                <a:gd name="connsiteY12-1406" fmla="*/ 1808782 h 2265623"/>
                <a:gd name="connsiteX13-1407" fmla="*/ 2293017 w 3152217"/>
                <a:gd name="connsiteY13-1408" fmla="*/ 1406394 h 2265623"/>
                <a:gd name="connsiteX14-1409" fmla="*/ 2228234 w 3152217"/>
                <a:gd name="connsiteY14-1410" fmla="*/ 1493203 h 2265623"/>
                <a:gd name="connsiteX15-1411" fmla="*/ 2648161 w 3152217"/>
                <a:gd name="connsiteY15-1412" fmla="*/ 1913130 h 2265623"/>
                <a:gd name="connsiteX16-1413" fmla="*/ 2648161 w 3152217"/>
                <a:gd name="connsiteY16-1414" fmla="*/ 2125347 h 2265623"/>
                <a:gd name="connsiteX17-1415" fmla="*/ 2435944 w 3152217"/>
                <a:gd name="connsiteY17-1416" fmla="*/ 2125347 h 2265623"/>
                <a:gd name="connsiteX18-1417" fmla="*/ 2046853 w 3152217"/>
                <a:gd name="connsiteY18-1418" fmla="*/ 1736254 h 2265623"/>
                <a:gd name="connsiteX19-1419" fmla="*/ 1987859 w 3152217"/>
                <a:gd name="connsiteY19-1420" fmla="*/ 1822504 h 2265623"/>
                <a:gd name="connsiteX20-1421" fmla="*/ 2218760 w 3152217"/>
                <a:gd name="connsiteY20-1422" fmla="*/ 2053406 h 2265623"/>
                <a:gd name="connsiteX21-1423" fmla="*/ 2218760 w 3152217"/>
                <a:gd name="connsiteY21-1424" fmla="*/ 2265623 h 2265623"/>
                <a:gd name="connsiteX22-1425" fmla="*/ 2006543 w 3152217"/>
                <a:gd name="connsiteY22-1426" fmla="*/ 2265623 h 2265623"/>
                <a:gd name="connsiteX23-1427" fmla="*/ 1798691 w 3152217"/>
                <a:gd name="connsiteY23-1428" fmla="*/ 2057769 h 2265623"/>
                <a:gd name="connsiteX24-1429" fmla="*/ 1775643 w 3152217"/>
                <a:gd name="connsiteY24-1430" fmla="*/ 2034721 h 2265623"/>
                <a:gd name="connsiteX25-1431" fmla="*/ 1842458 w 3152217"/>
                <a:gd name="connsiteY25-1432" fmla="*/ 1945465 h 2265623"/>
                <a:gd name="connsiteX26-1433" fmla="*/ 1533525 w 3152217"/>
                <a:gd name="connsiteY26-1434" fmla="*/ 1533525 h 2265623"/>
                <a:gd name="connsiteX27-1435" fmla="*/ 1219200 w 3152217"/>
                <a:gd name="connsiteY27-1436" fmla="*/ 1228725 h 2265623"/>
                <a:gd name="connsiteX28-1437" fmla="*/ 571500 w 3152217"/>
                <a:gd name="connsiteY28-1438" fmla="*/ 1343025 h 2265623"/>
                <a:gd name="connsiteX29-1439" fmla="*/ 0 w 3152217"/>
                <a:gd name="connsiteY29-1440" fmla="*/ 1314450 h 2265623"/>
                <a:gd name="connsiteX30-1441" fmla="*/ 0 w 3152217"/>
                <a:gd name="connsiteY30-1442" fmla="*/ 0 h 2265623"/>
                <a:gd name="connsiteX31-1443" fmla="*/ 390525 w 3152217"/>
                <a:gd name="connsiteY31-1444" fmla="*/ 9525 h 2265623"/>
                <a:gd name="connsiteX0-1445" fmla="*/ 390525 w 3152217"/>
                <a:gd name="connsiteY0-1446" fmla="*/ 9525 h 2265623"/>
                <a:gd name="connsiteX1-1447" fmla="*/ 95250 w 3152217"/>
                <a:gd name="connsiteY1-1448" fmla="*/ 257175 h 2265623"/>
                <a:gd name="connsiteX2-1449" fmla="*/ 1352550 w 3152217"/>
                <a:gd name="connsiteY2-1450" fmla="*/ 133350 h 2265623"/>
                <a:gd name="connsiteX3-1451" fmla="*/ 2314575 w 3152217"/>
                <a:gd name="connsiteY3-1452" fmla="*/ 333375 h 2265623"/>
                <a:gd name="connsiteX4-1453" fmla="*/ 2724150 w 3152217"/>
                <a:gd name="connsiteY4-1454" fmla="*/ 828675 h 2265623"/>
                <a:gd name="connsiteX5-1455" fmla="*/ 3152217 w 3152217"/>
                <a:gd name="connsiteY5-1456" fmla="*/ 1265310 h 2265623"/>
                <a:gd name="connsiteX6-1457" fmla="*/ 3152217 w 3152217"/>
                <a:gd name="connsiteY6-1458" fmla="*/ 1477527 h 2265623"/>
                <a:gd name="connsiteX7-1459" fmla="*/ 2940000 w 3152217"/>
                <a:gd name="connsiteY7-1460" fmla="*/ 1477527 h 2265623"/>
                <a:gd name="connsiteX8-1461" fmla="*/ 2539107 w 3152217"/>
                <a:gd name="connsiteY8-1462" fmla="*/ 1076633 h 2265623"/>
                <a:gd name="connsiteX9-1463" fmla="*/ 2474399 w 3152217"/>
                <a:gd name="connsiteY9-1464" fmla="*/ 1163342 h 2265623"/>
                <a:gd name="connsiteX10-1465" fmla="*/ 2907621 w 3152217"/>
                <a:gd name="connsiteY10-1466" fmla="*/ 1596565 h 2265623"/>
                <a:gd name="connsiteX11-1467" fmla="*/ 2907621 w 3152217"/>
                <a:gd name="connsiteY11-1468" fmla="*/ 1808782 h 2265623"/>
                <a:gd name="connsiteX12-1469" fmla="*/ 2695404 w 3152217"/>
                <a:gd name="connsiteY12-1470" fmla="*/ 1808782 h 2265623"/>
                <a:gd name="connsiteX13-1471" fmla="*/ 2293017 w 3152217"/>
                <a:gd name="connsiteY13-1472" fmla="*/ 1406394 h 2265623"/>
                <a:gd name="connsiteX14-1473" fmla="*/ 2228234 w 3152217"/>
                <a:gd name="connsiteY14-1474" fmla="*/ 1493203 h 2265623"/>
                <a:gd name="connsiteX15-1475" fmla="*/ 2648161 w 3152217"/>
                <a:gd name="connsiteY15-1476" fmla="*/ 1913130 h 2265623"/>
                <a:gd name="connsiteX16-1477" fmla="*/ 2648161 w 3152217"/>
                <a:gd name="connsiteY16-1478" fmla="*/ 2125347 h 2265623"/>
                <a:gd name="connsiteX17-1479" fmla="*/ 2435944 w 3152217"/>
                <a:gd name="connsiteY17-1480" fmla="*/ 2125347 h 2265623"/>
                <a:gd name="connsiteX18-1481" fmla="*/ 2046853 w 3152217"/>
                <a:gd name="connsiteY18-1482" fmla="*/ 1736254 h 2265623"/>
                <a:gd name="connsiteX19-1483" fmla="*/ 1987859 w 3152217"/>
                <a:gd name="connsiteY19-1484" fmla="*/ 1822504 h 2265623"/>
                <a:gd name="connsiteX20-1485" fmla="*/ 2218760 w 3152217"/>
                <a:gd name="connsiteY20-1486" fmla="*/ 2053406 h 2265623"/>
                <a:gd name="connsiteX21-1487" fmla="*/ 2218760 w 3152217"/>
                <a:gd name="connsiteY21-1488" fmla="*/ 2265623 h 2265623"/>
                <a:gd name="connsiteX22-1489" fmla="*/ 2006543 w 3152217"/>
                <a:gd name="connsiteY22-1490" fmla="*/ 2265623 h 2265623"/>
                <a:gd name="connsiteX23-1491" fmla="*/ 1798691 w 3152217"/>
                <a:gd name="connsiteY23-1492" fmla="*/ 2057769 h 2265623"/>
                <a:gd name="connsiteX24-1493" fmla="*/ 1775643 w 3152217"/>
                <a:gd name="connsiteY24-1494" fmla="*/ 2034721 h 2265623"/>
                <a:gd name="connsiteX25-1495" fmla="*/ 1842458 w 3152217"/>
                <a:gd name="connsiteY25-1496" fmla="*/ 1945465 h 2265623"/>
                <a:gd name="connsiteX26-1497" fmla="*/ 1533525 w 3152217"/>
                <a:gd name="connsiteY26-1498" fmla="*/ 1533525 h 2265623"/>
                <a:gd name="connsiteX27-1499" fmla="*/ 1219200 w 3152217"/>
                <a:gd name="connsiteY27-1500" fmla="*/ 1228725 h 2265623"/>
                <a:gd name="connsiteX28-1501" fmla="*/ 571500 w 3152217"/>
                <a:gd name="connsiteY28-1502" fmla="*/ 1343025 h 2265623"/>
                <a:gd name="connsiteX29-1503" fmla="*/ 0 w 3152217"/>
                <a:gd name="connsiteY29-1504" fmla="*/ 1314450 h 2265623"/>
                <a:gd name="connsiteX30-1505" fmla="*/ 0 w 3152217"/>
                <a:gd name="connsiteY30-1506" fmla="*/ 0 h 2265623"/>
                <a:gd name="connsiteX31-1507" fmla="*/ 390525 w 3152217"/>
                <a:gd name="connsiteY31-1508" fmla="*/ 9525 h 2265623"/>
                <a:gd name="connsiteX0-1509" fmla="*/ 400050 w 3152217"/>
                <a:gd name="connsiteY0-1510" fmla="*/ 0 h 2284673"/>
                <a:gd name="connsiteX1-1511" fmla="*/ 95250 w 3152217"/>
                <a:gd name="connsiteY1-1512" fmla="*/ 276225 h 2284673"/>
                <a:gd name="connsiteX2-1513" fmla="*/ 1352550 w 3152217"/>
                <a:gd name="connsiteY2-1514" fmla="*/ 152400 h 2284673"/>
                <a:gd name="connsiteX3-1515" fmla="*/ 2314575 w 3152217"/>
                <a:gd name="connsiteY3-1516" fmla="*/ 352425 h 2284673"/>
                <a:gd name="connsiteX4-1517" fmla="*/ 2724150 w 3152217"/>
                <a:gd name="connsiteY4-1518" fmla="*/ 847725 h 2284673"/>
                <a:gd name="connsiteX5-1519" fmla="*/ 3152217 w 3152217"/>
                <a:gd name="connsiteY5-1520" fmla="*/ 1284360 h 2284673"/>
                <a:gd name="connsiteX6-1521" fmla="*/ 3152217 w 3152217"/>
                <a:gd name="connsiteY6-1522" fmla="*/ 1496577 h 2284673"/>
                <a:gd name="connsiteX7-1523" fmla="*/ 2940000 w 3152217"/>
                <a:gd name="connsiteY7-1524" fmla="*/ 1496577 h 2284673"/>
                <a:gd name="connsiteX8-1525" fmla="*/ 2539107 w 3152217"/>
                <a:gd name="connsiteY8-1526" fmla="*/ 1095683 h 2284673"/>
                <a:gd name="connsiteX9-1527" fmla="*/ 2474399 w 3152217"/>
                <a:gd name="connsiteY9-1528" fmla="*/ 1182392 h 2284673"/>
                <a:gd name="connsiteX10-1529" fmla="*/ 2907621 w 3152217"/>
                <a:gd name="connsiteY10-1530" fmla="*/ 1615615 h 2284673"/>
                <a:gd name="connsiteX11-1531" fmla="*/ 2907621 w 3152217"/>
                <a:gd name="connsiteY11-1532" fmla="*/ 1827832 h 2284673"/>
                <a:gd name="connsiteX12-1533" fmla="*/ 2695404 w 3152217"/>
                <a:gd name="connsiteY12-1534" fmla="*/ 1827832 h 2284673"/>
                <a:gd name="connsiteX13-1535" fmla="*/ 2293017 w 3152217"/>
                <a:gd name="connsiteY13-1536" fmla="*/ 1425444 h 2284673"/>
                <a:gd name="connsiteX14-1537" fmla="*/ 2228234 w 3152217"/>
                <a:gd name="connsiteY14-1538" fmla="*/ 1512253 h 2284673"/>
                <a:gd name="connsiteX15-1539" fmla="*/ 2648161 w 3152217"/>
                <a:gd name="connsiteY15-1540" fmla="*/ 1932180 h 2284673"/>
                <a:gd name="connsiteX16-1541" fmla="*/ 2648161 w 3152217"/>
                <a:gd name="connsiteY16-1542" fmla="*/ 2144397 h 2284673"/>
                <a:gd name="connsiteX17-1543" fmla="*/ 2435944 w 3152217"/>
                <a:gd name="connsiteY17-1544" fmla="*/ 2144397 h 2284673"/>
                <a:gd name="connsiteX18-1545" fmla="*/ 2046853 w 3152217"/>
                <a:gd name="connsiteY18-1546" fmla="*/ 1755304 h 2284673"/>
                <a:gd name="connsiteX19-1547" fmla="*/ 1987859 w 3152217"/>
                <a:gd name="connsiteY19-1548" fmla="*/ 1841554 h 2284673"/>
                <a:gd name="connsiteX20-1549" fmla="*/ 2218760 w 3152217"/>
                <a:gd name="connsiteY20-1550" fmla="*/ 2072456 h 2284673"/>
                <a:gd name="connsiteX21-1551" fmla="*/ 2218760 w 3152217"/>
                <a:gd name="connsiteY21-1552" fmla="*/ 2284673 h 2284673"/>
                <a:gd name="connsiteX22-1553" fmla="*/ 2006543 w 3152217"/>
                <a:gd name="connsiteY22-1554" fmla="*/ 2284673 h 2284673"/>
                <a:gd name="connsiteX23-1555" fmla="*/ 1798691 w 3152217"/>
                <a:gd name="connsiteY23-1556" fmla="*/ 2076819 h 2284673"/>
                <a:gd name="connsiteX24-1557" fmla="*/ 1775643 w 3152217"/>
                <a:gd name="connsiteY24-1558" fmla="*/ 2053771 h 2284673"/>
                <a:gd name="connsiteX25-1559" fmla="*/ 1842458 w 3152217"/>
                <a:gd name="connsiteY25-1560" fmla="*/ 1964515 h 2284673"/>
                <a:gd name="connsiteX26-1561" fmla="*/ 1533525 w 3152217"/>
                <a:gd name="connsiteY26-1562" fmla="*/ 1552575 h 2284673"/>
                <a:gd name="connsiteX27-1563" fmla="*/ 1219200 w 3152217"/>
                <a:gd name="connsiteY27-1564" fmla="*/ 1247775 h 2284673"/>
                <a:gd name="connsiteX28-1565" fmla="*/ 571500 w 3152217"/>
                <a:gd name="connsiteY28-1566" fmla="*/ 1362075 h 2284673"/>
                <a:gd name="connsiteX29-1567" fmla="*/ 0 w 3152217"/>
                <a:gd name="connsiteY29-1568" fmla="*/ 1333500 h 2284673"/>
                <a:gd name="connsiteX30-1569" fmla="*/ 0 w 3152217"/>
                <a:gd name="connsiteY30-1570" fmla="*/ 19050 h 2284673"/>
                <a:gd name="connsiteX31-1571" fmla="*/ 400050 w 3152217"/>
                <a:gd name="connsiteY31-1572" fmla="*/ 0 h 228467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  <a:cxn ang="0">
                  <a:pos x="connsiteX31-63" y="connsiteY31-64"/>
                </a:cxn>
              </a:cxnLst>
              <a:rect l="l" t="t" r="r" b="b"/>
              <a:pathLst>
                <a:path w="3152217" h="2284673">
                  <a:moveTo>
                    <a:pt x="400050" y="0"/>
                  </a:moveTo>
                  <a:lnTo>
                    <a:pt x="95250" y="276225"/>
                  </a:lnTo>
                  <a:cubicBezTo>
                    <a:pt x="349250" y="777875"/>
                    <a:pt x="831850" y="460375"/>
                    <a:pt x="1352550" y="152400"/>
                  </a:cubicBezTo>
                  <a:cubicBezTo>
                    <a:pt x="1641475" y="288925"/>
                    <a:pt x="1968500" y="301625"/>
                    <a:pt x="2314575" y="352425"/>
                  </a:cubicBezTo>
                  <a:cubicBezTo>
                    <a:pt x="2451100" y="603250"/>
                    <a:pt x="2587625" y="682625"/>
                    <a:pt x="2724150" y="847725"/>
                  </a:cubicBezTo>
                  <a:lnTo>
                    <a:pt x="3152217" y="1284360"/>
                  </a:lnTo>
                  <a:cubicBezTo>
                    <a:pt x="3210819" y="1342962"/>
                    <a:pt x="3210819" y="1437975"/>
                    <a:pt x="3152217" y="1496577"/>
                  </a:cubicBezTo>
                  <a:cubicBezTo>
                    <a:pt x="3093615" y="1555179"/>
                    <a:pt x="2998602" y="1555179"/>
                    <a:pt x="2940000" y="1496577"/>
                  </a:cubicBezTo>
                  <a:lnTo>
                    <a:pt x="2539107" y="1095683"/>
                  </a:lnTo>
                  <a:lnTo>
                    <a:pt x="2474399" y="1182392"/>
                  </a:lnTo>
                  <a:lnTo>
                    <a:pt x="2907621" y="1615615"/>
                  </a:lnTo>
                  <a:cubicBezTo>
                    <a:pt x="2966223" y="1674217"/>
                    <a:pt x="2966223" y="1769230"/>
                    <a:pt x="2907621" y="1827832"/>
                  </a:cubicBezTo>
                  <a:cubicBezTo>
                    <a:pt x="2849019" y="1886434"/>
                    <a:pt x="2754006" y="1886434"/>
                    <a:pt x="2695404" y="1827832"/>
                  </a:cubicBezTo>
                  <a:lnTo>
                    <a:pt x="2293017" y="1425444"/>
                  </a:lnTo>
                  <a:lnTo>
                    <a:pt x="2228234" y="1512253"/>
                  </a:lnTo>
                  <a:lnTo>
                    <a:pt x="2648161" y="1932180"/>
                  </a:lnTo>
                  <a:cubicBezTo>
                    <a:pt x="2706763" y="1990782"/>
                    <a:pt x="2706763" y="2085795"/>
                    <a:pt x="2648161" y="2144397"/>
                  </a:cubicBezTo>
                  <a:cubicBezTo>
                    <a:pt x="2589559" y="2202999"/>
                    <a:pt x="2494546" y="2202999"/>
                    <a:pt x="2435944" y="2144397"/>
                  </a:cubicBezTo>
                  <a:lnTo>
                    <a:pt x="2046853" y="1755304"/>
                  </a:lnTo>
                  <a:lnTo>
                    <a:pt x="1987859" y="1841554"/>
                  </a:lnTo>
                  <a:lnTo>
                    <a:pt x="2218760" y="2072456"/>
                  </a:lnTo>
                  <a:cubicBezTo>
                    <a:pt x="2277362" y="2131058"/>
                    <a:pt x="2277362" y="2226071"/>
                    <a:pt x="2218760" y="2284673"/>
                  </a:cubicBezTo>
                  <a:cubicBezTo>
                    <a:pt x="2160158" y="2343275"/>
                    <a:pt x="2065146" y="2343275"/>
                    <a:pt x="2006543" y="2284673"/>
                  </a:cubicBezTo>
                  <a:lnTo>
                    <a:pt x="1798691" y="2076819"/>
                  </a:lnTo>
                  <a:lnTo>
                    <a:pt x="1775643" y="2053771"/>
                  </a:lnTo>
                  <a:lnTo>
                    <a:pt x="1842458" y="1964515"/>
                  </a:lnTo>
                  <a:cubicBezTo>
                    <a:pt x="2026677" y="1607442"/>
                    <a:pt x="1697608" y="1472750"/>
                    <a:pt x="1533525" y="1552575"/>
                  </a:cubicBezTo>
                  <a:cubicBezTo>
                    <a:pt x="1555750" y="1323975"/>
                    <a:pt x="1380229" y="1237081"/>
                    <a:pt x="1219200" y="1247775"/>
                  </a:cubicBezTo>
                  <a:cubicBezTo>
                    <a:pt x="1190625" y="958850"/>
                    <a:pt x="838200" y="793750"/>
                    <a:pt x="571500" y="1362075"/>
                  </a:cubicBezTo>
                  <a:cubicBezTo>
                    <a:pt x="504825" y="1114425"/>
                    <a:pt x="276225" y="1066800"/>
                    <a:pt x="0" y="1333500"/>
                  </a:cubicBezTo>
                  <a:lnTo>
                    <a:pt x="0" y="19050"/>
                  </a:lnTo>
                  <a:lnTo>
                    <a:pt x="40005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30" dirty="0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0" y="3440352"/>
            <a:ext cx="3492500" cy="1369219"/>
          </a:xfrm>
          <a:prstGeom prst="rect">
            <a:avLst/>
          </a:prstGeom>
          <a:solidFill>
            <a:srgbClr val="77D3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/>
          </a:p>
        </p:txBody>
      </p:sp>
      <p:sp>
        <p:nvSpPr>
          <p:cNvPr id="17" name="Rectangle 16"/>
          <p:cNvSpPr/>
          <p:nvPr/>
        </p:nvSpPr>
        <p:spPr>
          <a:xfrm>
            <a:off x="6588127" y="3440352"/>
            <a:ext cx="3492499" cy="1369219"/>
          </a:xfrm>
          <a:prstGeom prst="rect">
            <a:avLst/>
          </a:prstGeom>
          <a:solidFill>
            <a:srgbClr val="568A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30"/>
          </a:p>
        </p:txBody>
      </p:sp>
      <p:sp>
        <p:nvSpPr>
          <p:cNvPr id="525" name="CustomShape 1"/>
          <p:cNvSpPr/>
          <p:nvPr/>
        </p:nvSpPr>
        <p:spPr>
          <a:xfrm>
            <a:off x="1365885" y="511200"/>
            <a:ext cx="5118840" cy="365040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b="1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  <a:sym typeface="+mn-ea"/>
              </a:rPr>
              <a:t>Manajemen Distribusi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6499080" y="51516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48" name="CustomShape 3"/>
          <p:cNvSpPr/>
          <p:nvPr/>
        </p:nvSpPr>
        <p:spPr>
          <a:xfrm>
            <a:off x="6499080" y="615600"/>
            <a:ext cx="3580200" cy="450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0" name="CustomShape 4"/>
          <p:cNvSpPr/>
          <p:nvPr/>
        </p:nvSpPr>
        <p:spPr>
          <a:xfrm>
            <a:off x="6499080" y="71568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1" name="CustomShape 5"/>
          <p:cNvSpPr/>
          <p:nvPr/>
        </p:nvSpPr>
        <p:spPr>
          <a:xfrm>
            <a:off x="6499080" y="816120"/>
            <a:ext cx="3580200" cy="4536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1" name="CustomShape 7"/>
          <p:cNvSpPr/>
          <p:nvPr/>
        </p:nvSpPr>
        <p:spPr>
          <a:xfrm rot="2735400">
            <a:off x="3344005" y="252000"/>
            <a:ext cx="86400" cy="119448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532" name="CustomShape 8"/>
          <p:cNvSpPr/>
          <p:nvPr/>
        </p:nvSpPr>
        <p:spPr>
          <a:xfrm rot="2735400">
            <a:off x="3945925" y="-114480"/>
            <a:ext cx="86400" cy="1194480"/>
          </a:xfrm>
          <a:prstGeom prst="rect">
            <a:avLst/>
          </a:prstGeom>
          <a:solidFill>
            <a:srgbClr val="568AD3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grpSp>
        <p:nvGrpSpPr>
          <p:cNvPr id="18" name="Group 17"/>
          <p:cNvGrpSpPr/>
          <p:nvPr/>
        </p:nvGrpSpPr>
        <p:grpSpPr>
          <a:xfrm>
            <a:off x="400050" y="2106295"/>
            <a:ext cx="2951480" cy="2237105"/>
            <a:chOff x="630" y="3543"/>
            <a:chExt cx="4648" cy="3523"/>
          </a:xfrm>
        </p:grpSpPr>
        <p:sp>
          <p:nvSpPr>
            <p:cNvPr id="24" name="TextBox 23"/>
            <p:cNvSpPr txBox="1"/>
            <p:nvPr/>
          </p:nvSpPr>
          <p:spPr>
            <a:xfrm>
              <a:off x="1834" y="6280"/>
              <a:ext cx="3444" cy="7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ID" sz="2645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Supplier</a:t>
              </a:r>
              <a:endParaRPr lang="en-ID" sz="1985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5" name="Picture 34" descr="factory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0" y="3543"/>
              <a:ext cx="2101" cy="2101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6753225" y="1661160"/>
            <a:ext cx="3222625" cy="2682240"/>
            <a:chOff x="10635" y="2842"/>
            <a:chExt cx="5075" cy="4224"/>
          </a:xfrm>
        </p:grpSpPr>
        <p:sp>
          <p:nvSpPr>
            <p:cNvPr id="25" name="TextBox 24"/>
            <p:cNvSpPr txBox="1"/>
            <p:nvPr/>
          </p:nvSpPr>
          <p:spPr>
            <a:xfrm>
              <a:off x="10635" y="6280"/>
              <a:ext cx="3675" cy="7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D" sz="2645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Cultivathings</a:t>
              </a:r>
              <a:endParaRPr lang="en-ID" sz="1985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13610" y="2842"/>
              <a:ext cx="2100" cy="2801"/>
              <a:chOff x="13610" y="2842"/>
              <a:chExt cx="2100" cy="2801"/>
            </a:xfrm>
          </p:grpSpPr>
          <p:pic>
            <p:nvPicPr>
              <p:cNvPr id="54" name="Picture 53" descr="office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610" y="3543"/>
                <a:ext cx="2101" cy="2101"/>
              </a:xfrm>
              <a:prstGeom prst="rect">
                <a:avLst/>
              </a:prstGeom>
            </p:spPr>
          </p:pic>
          <p:pic>
            <p:nvPicPr>
              <p:cNvPr id="43" name="Picture 42" descr="152631703378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10" y="2842"/>
                <a:ext cx="701" cy="70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Inward Looking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803400" y="2447290"/>
            <a:ext cx="1915795" cy="1686560"/>
            <a:chOff x="2840" y="3854"/>
            <a:chExt cx="3017" cy="2656"/>
          </a:xfrm>
        </p:grpSpPr>
        <p:pic>
          <p:nvPicPr>
            <p:cNvPr id="6" name="Picture 5" descr="search (1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767" y="3854"/>
              <a:ext cx="2091" cy="2091"/>
            </a:xfrm>
            <a:prstGeom prst="rect">
              <a:avLst/>
            </a:prstGeom>
          </p:spPr>
        </p:pic>
        <p:cxnSp>
          <p:nvCxnSpPr>
            <p:cNvPr id="7" name="Straight Connector 6"/>
            <p:cNvCxnSpPr/>
            <p:nvPr/>
          </p:nvCxnSpPr>
          <p:spPr>
            <a:xfrm flipH="1">
              <a:off x="3284" y="5367"/>
              <a:ext cx="1588" cy="68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3284" y="4347"/>
              <a:ext cx="567" cy="17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42" descr="152631703378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0" y="5810"/>
              <a:ext cx="701" cy="701"/>
            </a:xfrm>
            <a:prstGeom prst="rect">
              <a:avLst/>
            </a:prstGeom>
          </p:spPr>
        </p:pic>
      </p:grpSp>
      <p:pic>
        <p:nvPicPr>
          <p:cNvPr id="9" name="Picture 8" descr="C:\Users\Dwi Rizki Manggala P\Downloads\growth.pnggrowth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604000" y="2251710"/>
            <a:ext cx="1810385" cy="1811020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4004310" y="3243580"/>
            <a:ext cx="2473960" cy="22225"/>
          </a:xfrm>
          <a:prstGeom prst="straightConnector1">
            <a:avLst/>
          </a:prstGeom>
          <a:ln w="57150">
            <a:solidFill>
              <a:srgbClr val="568AD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 rot="0">
            <a:off x="1551940" y="4475480"/>
            <a:ext cx="7379335" cy="431800"/>
            <a:chOff x="3961" y="7439"/>
            <a:chExt cx="3288" cy="680"/>
          </a:xfrm>
        </p:grpSpPr>
        <p:sp>
          <p:nvSpPr>
            <p:cNvPr id="14" name="Rectangle 13"/>
            <p:cNvSpPr/>
            <p:nvPr/>
          </p:nvSpPr>
          <p:spPr>
            <a:xfrm>
              <a:off x="3961" y="7439"/>
              <a:ext cx="3288" cy="6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568A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5" name="TextBox 30"/>
            <p:cNvSpPr txBox="1"/>
            <p:nvPr/>
          </p:nvSpPr>
          <p:spPr>
            <a:xfrm>
              <a:off x="4188" y="7512"/>
              <a:ext cx="2835" cy="5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p>
              <a:pPr algn="ctr"/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Melakukan </a:t>
              </a:r>
              <a:r>
                <a:rPr lang="en-ID" sz="16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Inward Looking </a:t>
              </a:r>
              <a:r>
                <a: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untuk optimalisasi operasi bisnis</a:t>
              </a:r>
              <a:endParaRPr lang="en-ID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7579360" y="3478530"/>
            <a:ext cx="1154430" cy="1278255"/>
            <a:chOff x="12997" y="5648"/>
            <a:chExt cx="2204" cy="2486"/>
          </a:xfrm>
        </p:grpSpPr>
        <p:pic>
          <p:nvPicPr>
            <p:cNvPr id="5" name="Picture 4" descr="lazy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997" y="5930"/>
              <a:ext cx="2204" cy="2204"/>
            </a:xfrm>
            <a:prstGeom prst="rect">
              <a:avLst/>
            </a:prstGeom>
          </p:spPr>
        </p:pic>
        <p:pic>
          <p:nvPicPr>
            <p:cNvPr id="14" name="Picture 13" descr="delet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38" y="5648"/>
              <a:ext cx="1103" cy="1103"/>
            </a:xfrm>
            <a:prstGeom prst="rect">
              <a:avLst/>
            </a:prstGeom>
          </p:spPr>
        </p:pic>
      </p:grpSp>
      <p:cxnSp>
        <p:nvCxnSpPr>
          <p:cNvPr id="18" name="Straight Arrow Connector 17"/>
          <p:cNvCxnSpPr/>
          <p:nvPr/>
        </p:nvCxnSpPr>
        <p:spPr>
          <a:xfrm>
            <a:off x="3528060" y="1466850"/>
            <a:ext cx="4464050" cy="2088515"/>
          </a:xfrm>
          <a:prstGeom prst="straightConnector1">
            <a:avLst/>
          </a:prstGeom>
          <a:ln w="28575">
            <a:solidFill>
              <a:srgbClr val="568AD3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20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>
                    <a:lumMod val="6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Inward Looking</a:t>
            </a:r>
            <a:endParaRPr lang="en-ID" sz="1800" b="1" strike="noStrike" spc="-1">
              <a:solidFill>
                <a:schemeClr val="bg1">
                  <a:lumMod val="6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  <p:grpSp>
        <p:nvGrpSpPr>
          <p:cNvPr id="39" name="Group 38"/>
          <p:cNvGrpSpPr/>
          <p:nvPr/>
        </p:nvGrpSpPr>
        <p:grpSpPr>
          <a:xfrm>
            <a:off x="2532380" y="1466850"/>
            <a:ext cx="2087880" cy="3806825"/>
            <a:chOff x="3988" y="2310"/>
            <a:chExt cx="3288" cy="5995"/>
          </a:xfrm>
        </p:grpSpPr>
        <p:pic>
          <p:nvPicPr>
            <p:cNvPr id="3" name="Picture 2" descr="time-managemen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8" y="5252"/>
              <a:ext cx="2013" cy="2013"/>
            </a:xfrm>
            <a:prstGeom prst="rect">
              <a:avLst/>
            </a:prstGeom>
          </p:spPr>
        </p:pic>
        <p:cxnSp>
          <p:nvCxnSpPr>
            <p:cNvPr id="16" name="Straight Arrow Connector 15"/>
            <p:cNvCxnSpPr/>
            <p:nvPr/>
          </p:nvCxnSpPr>
          <p:spPr>
            <a:xfrm>
              <a:off x="5556" y="2310"/>
              <a:ext cx="36" cy="2942"/>
            </a:xfrm>
            <a:prstGeom prst="straightConnector1">
              <a:avLst/>
            </a:prstGeom>
            <a:ln w="28575">
              <a:solidFill>
                <a:srgbClr val="568AD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Group 20"/>
            <p:cNvGrpSpPr/>
            <p:nvPr/>
          </p:nvGrpSpPr>
          <p:grpSpPr>
            <a:xfrm>
              <a:off x="3988" y="7625"/>
              <a:ext cx="3288" cy="680"/>
              <a:chOff x="3961" y="7439"/>
              <a:chExt cx="3288" cy="680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3961" y="7439"/>
                <a:ext cx="3288" cy="68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568A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4188" y="7512"/>
                <a:ext cx="2835" cy="531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p>
                <a:pPr algn="ctr"/>
                <a:r>
                  <a:rPr lang="en-ID" sz="16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Efisiensi Waktu</a:t>
                </a:r>
                <a:endParaRPr lang="en-ID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40" name="Group 39"/>
          <p:cNvGrpSpPr/>
          <p:nvPr/>
        </p:nvGrpSpPr>
        <p:grpSpPr>
          <a:xfrm>
            <a:off x="3528060" y="1466850"/>
            <a:ext cx="3478530" cy="3806825"/>
            <a:chOff x="5556" y="2310"/>
            <a:chExt cx="5478" cy="5995"/>
          </a:xfrm>
        </p:grpSpPr>
        <p:grpSp>
          <p:nvGrpSpPr>
            <p:cNvPr id="12" name="Group 11"/>
            <p:cNvGrpSpPr/>
            <p:nvPr/>
          </p:nvGrpSpPr>
          <p:grpSpPr>
            <a:xfrm>
              <a:off x="8163" y="5478"/>
              <a:ext cx="2758" cy="2012"/>
              <a:chOff x="9640" y="5930"/>
              <a:chExt cx="3054" cy="2249"/>
            </a:xfrm>
          </p:grpSpPr>
          <p:pic>
            <p:nvPicPr>
              <p:cNvPr id="4" name="Picture 3" descr="operating-system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40" y="5930"/>
                <a:ext cx="2010" cy="2010"/>
              </a:xfrm>
              <a:prstGeom prst="rect">
                <a:avLst/>
              </a:prstGeom>
            </p:spPr>
          </p:pic>
          <p:pic>
            <p:nvPicPr>
              <p:cNvPr id="11" name="Picture 10" descr="magic-wand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650" y="7135"/>
                <a:ext cx="1044" cy="1044"/>
              </a:xfrm>
              <a:prstGeom prst="rect">
                <a:avLst/>
              </a:prstGeom>
            </p:spPr>
          </p:pic>
        </p:grpSp>
        <p:cxnSp>
          <p:nvCxnSpPr>
            <p:cNvPr id="17" name="Straight Arrow Connector 16"/>
            <p:cNvCxnSpPr/>
            <p:nvPr/>
          </p:nvCxnSpPr>
          <p:spPr>
            <a:xfrm>
              <a:off x="5556" y="2310"/>
              <a:ext cx="3515" cy="3168"/>
            </a:xfrm>
            <a:prstGeom prst="straightConnector1">
              <a:avLst/>
            </a:prstGeom>
            <a:ln w="28575">
              <a:solidFill>
                <a:srgbClr val="568AD3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7746" y="7625"/>
              <a:ext cx="3288" cy="680"/>
              <a:chOff x="3961" y="7439"/>
              <a:chExt cx="3288" cy="680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3961" y="7439"/>
                <a:ext cx="3288" cy="68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568A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4" name="TextBox 30"/>
              <p:cNvSpPr txBox="1"/>
              <p:nvPr/>
            </p:nvSpPr>
            <p:spPr>
              <a:xfrm>
                <a:off x="4188" y="7512"/>
                <a:ext cx="2835" cy="483"/>
              </a:xfrm>
              <a:prstGeom prst="rect">
                <a:avLst/>
              </a:prstGeom>
              <a:noFill/>
            </p:spPr>
            <p:txBody>
              <a:bodyPr wrap="square" lIns="108000" rIns="108000" rtlCol="0">
                <a:spAutoFit/>
              </a:bodyPr>
              <a:p>
                <a:pPr algn="ctr"/>
                <a:r>
                  <a:rPr lang="en-ID" sz="1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Reliabilitas Sistem</a:t>
                </a:r>
                <a:endParaRPr lang="en-ID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7317105" y="4818380"/>
            <a:ext cx="2595399" cy="431800"/>
            <a:chOff x="3961" y="7439"/>
            <a:chExt cx="3289" cy="680"/>
          </a:xfrm>
        </p:grpSpPr>
        <p:sp>
          <p:nvSpPr>
            <p:cNvPr id="26" name="Rectangle 25"/>
            <p:cNvSpPr/>
            <p:nvPr/>
          </p:nvSpPr>
          <p:spPr>
            <a:xfrm>
              <a:off x="3961" y="7439"/>
              <a:ext cx="3288" cy="68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568AD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ko-KR" altLang="en-US" sz="27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28" name="TextBox 30"/>
            <p:cNvSpPr txBox="1"/>
            <p:nvPr/>
          </p:nvSpPr>
          <p:spPr>
            <a:xfrm>
              <a:off x="3961" y="7512"/>
              <a:ext cx="3289" cy="483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p>
              <a:pPr algn="ctr"/>
              <a:r>
                <a:rPr lang="en-ID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Optimalisasi </a:t>
              </a:r>
              <a:r>
                <a:rPr lang="en-ID" sz="14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rPr>
                <a:t>Key Activities</a:t>
              </a:r>
              <a:endParaRPr lang="en-ID" sz="1400" b="1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557567" y="497840"/>
            <a:ext cx="2964143" cy="994866"/>
            <a:chOff x="1426" y="3546"/>
            <a:chExt cx="12639" cy="4241"/>
          </a:xfrm>
        </p:grpSpPr>
        <p:pic>
          <p:nvPicPr>
            <p:cNvPr id="29" name="Picture 28" descr="search (1)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67" y="3854"/>
              <a:ext cx="2091" cy="2091"/>
            </a:xfrm>
            <a:prstGeom prst="rect">
              <a:avLst/>
            </a:prstGeom>
          </p:spPr>
        </p:pic>
        <p:cxnSp>
          <p:nvCxnSpPr>
            <p:cNvPr id="30" name="Straight Connector 29"/>
            <p:cNvCxnSpPr/>
            <p:nvPr/>
          </p:nvCxnSpPr>
          <p:spPr>
            <a:xfrm flipH="1">
              <a:off x="3284" y="5367"/>
              <a:ext cx="1588" cy="68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3284" y="4347"/>
              <a:ext cx="567" cy="17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Picture 32" descr="152631703378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840" y="5810"/>
              <a:ext cx="701" cy="701"/>
            </a:xfrm>
            <a:prstGeom prst="rect">
              <a:avLst/>
            </a:prstGeom>
          </p:spPr>
        </p:pic>
        <p:pic>
          <p:nvPicPr>
            <p:cNvPr id="34" name="Picture 33" descr="C:\Users\Dwi Rizki Manggala P\Downloads\growth.pnggrowth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>
            <a:xfrm>
              <a:off x="10400" y="3546"/>
              <a:ext cx="2851" cy="2852"/>
            </a:xfrm>
            <a:prstGeom prst="rect">
              <a:avLst/>
            </a:prstGeom>
          </p:spPr>
        </p:pic>
        <p:cxnSp>
          <p:nvCxnSpPr>
            <p:cNvPr id="35" name="Straight Arrow Connector 34"/>
            <p:cNvCxnSpPr/>
            <p:nvPr/>
          </p:nvCxnSpPr>
          <p:spPr>
            <a:xfrm>
              <a:off x="6306" y="5108"/>
              <a:ext cx="3896" cy="35"/>
            </a:xfrm>
            <a:prstGeom prst="straightConnector1">
              <a:avLst/>
            </a:prstGeom>
            <a:ln w="57150">
              <a:solidFill>
                <a:srgbClr val="568AD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/>
            <p:cNvGrpSpPr/>
            <p:nvPr/>
          </p:nvGrpSpPr>
          <p:grpSpPr>
            <a:xfrm>
              <a:off x="1426" y="6940"/>
              <a:ext cx="12639" cy="847"/>
              <a:chOff x="3673" y="7331"/>
              <a:chExt cx="3576" cy="847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3676" y="7439"/>
                <a:ext cx="3573" cy="62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rgbClr val="568AD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ko-KR" altLang="en-US" sz="270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8" name="TextBox 30"/>
              <p:cNvSpPr txBox="1"/>
              <p:nvPr/>
            </p:nvSpPr>
            <p:spPr>
              <a:xfrm>
                <a:off x="3673" y="7331"/>
                <a:ext cx="3575" cy="847"/>
              </a:xfrm>
              <a:prstGeom prst="rect">
                <a:avLst/>
              </a:prstGeom>
              <a:noFill/>
            </p:spPr>
            <p:txBody>
              <a:bodyPr wrap="square" lIns="108000" rIns="108000" rtlCol="0" anchor="ctr" anchorCtr="0">
                <a:spAutoFit/>
              </a:bodyPr>
              <a:p>
                <a:pPr algn="ctr"/>
                <a:r>
                  <a:rPr lang="en-ID" sz="7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Melakukan </a:t>
                </a:r>
                <a:r>
                  <a:rPr lang="en-ID" sz="700" b="1" i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Inward Looking </a:t>
                </a:r>
                <a:r>
                  <a:rPr lang="en-ID" sz="7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Arial" panose="020B0604020202020204" pitchFamily="34" charset="0"/>
                  </a:rPr>
                  <a:t>untuk optimalisasi operasi bisnis</a:t>
                </a:r>
                <a:endParaRPr lang="en-ID" sz="7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Strategi dan Proyeksi Keuangan</a:t>
            </a:r>
            <a:endParaRPr lang="en-ID" sz="44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16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15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8" name="Rectangle 17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9" name="Rectangle 18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/>
        </p:nvGraphicFramePr>
        <p:xfrm>
          <a:off x="1622425" y="1751965"/>
          <a:ext cx="705612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060"/>
                <a:gridCol w="3528060"/>
              </a:tblGrid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altLang="en-US" sz="1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Posisi atau Jabatan</a:t>
                      </a:r>
                      <a:endParaRPr lang="en-ID" altLang="en-US" sz="1800" b="1" i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77D34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altLang="en-US" sz="1800" b="1" i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Salary</a:t>
                      </a:r>
                      <a:endParaRPr lang="en-ID" altLang="en-US" sz="1800" b="1" i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77D34C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Gaji C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hief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xecutive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fficer</a:t>
                      </a:r>
                      <a:endParaRPr lang="en-ID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 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00.000,00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Gaji C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hief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echnology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fficer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 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.000.000,00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Gaji C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hief Creative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fficer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 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.000.000,00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Gaji Vice President Agriculture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 6.000.000,00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Gaji </a:t>
                      </a:r>
                      <a:r>
                        <a:rPr lang="en-US" sz="1800" b="0" 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Developer</a:t>
                      </a:r>
                      <a:endParaRPr lang="en-US" sz="1800" b="0" i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 4.500.000,00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Gaji 2 orang Hardware Engineer</a:t>
                      </a:r>
                      <a:endParaRPr lang="en-ID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 Rp     8.000.000,00</a:t>
                      </a:r>
                      <a:endParaRPr lang="en-ID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</a:t>
                      </a:r>
                      <a:r>
                        <a:rPr lang="en-ID" alt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.000.000.00 </a:t>
                      </a:r>
                      <a:endParaRPr lang="en-US"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2507933" y="1024890"/>
            <a:ext cx="506349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ID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Gaji Pegawai dan Pemilik</a:t>
            </a:r>
            <a:endParaRPr lang="en-ID" altLang="en-US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Fixed Cost</a:t>
            </a:r>
            <a:endParaRPr lang="en-ID" sz="1800" b="1" strike="noStrike" spc="-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/>
        </p:nvGraphicFramePr>
        <p:xfrm>
          <a:off x="1664335" y="2083435"/>
          <a:ext cx="705612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345"/>
                <a:gridCol w="3279775"/>
              </a:tblGrid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cs typeface="Arial" panose="020B0604020202020204" pitchFamily="34" charset="0"/>
                        </a:rPr>
                        <a:t>Nama </a:t>
                      </a:r>
                      <a:r>
                        <a:rPr lang="en-US" sz="1800" b="1" i="1">
                          <a:solidFill>
                            <a:srgbClr val="FFFFFF"/>
                          </a:solidFill>
                          <a:cs typeface="Arial" panose="020B0604020202020204" pitchFamily="34" charset="0"/>
                        </a:rPr>
                        <a:t>Item</a:t>
                      </a:r>
                      <a:endParaRPr lang="en-US" sz="1800" b="1">
                        <a:solidFill>
                          <a:srgbClr val="FFFFFF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77D34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cs typeface="Arial" panose="020B0604020202020204" pitchFamily="34" charset="0"/>
                        </a:rPr>
                        <a:t> Harga </a:t>
                      </a:r>
                      <a:endParaRPr lang="en-US" sz="1800" b="1">
                        <a:solidFill>
                          <a:srgbClr val="FFFFFF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77D34C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Biaya sewa gedung kantor (termasuk internet, air, listrik)</a:t>
                      </a:r>
                      <a:endParaRPr lang="en-US" sz="1800" b="0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 Rp   10.000.000,00</a:t>
                      </a:r>
                      <a:endParaRPr lang="en-US" sz="1800" b="0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Biaya sewa </a:t>
                      </a:r>
                      <a:r>
                        <a:rPr lang="en-US" sz="1800" b="0" i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server</a:t>
                      </a:r>
                      <a:endParaRPr lang="en-US" sz="1800" b="0" i="1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 Rp     5.000.000,00 </a:t>
                      </a:r>
                      <a:endParaRPr lang="en-US" sz="1800" b="0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Total</a:t>
                      </a:r>
                      <a:endParaRPr lang="en-US" sz="1800" b="1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   15.000.000,00 </a:t>
                      </a:r>
                      <a:endParaRPr lang="en-US" sz="1800" b="1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062923" y="1328420"/>
            <a:ext cx="395478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ID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Biaya Infra Struktur</a:t>
            </a:r>
            <a:endParaRPr lang="en-ID" altLang="en-US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Fixed Cost</a:t>
            </a:r>
            <a:endParaRPr lang="en-ID" sz="1800" b="1" strike="noStrike" spc="-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/>
        </p:nvGraphicFramePr>
        <p:xfrm>
          <a:off x="1664335" y="2370455"/>
          <a:ext cx="705612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6345"/>
                <a:gridCol w="3279775"/>
              </a:tblGrid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cs typeface="Arial" panose="020B0604020202020204" pitchFamily="34" charset="0"/>
                        </a:rPr>
                        <a:t>Nama </a:t>
                      </a:r>
                      <a:r>
                        <a:rPr lang="en-US" sz="1800" b="1" i="1">
                          <a:solidFill>
                            <a:srgbClr val="FFFFFF"/>
                          </a:solidFill>
                          <a:cs typeface="Arial" panose="020B0604020202020204" pitchFamily="34" charset="0"/>
                        </a:rPr>
                        <a:t>Item</a:t>
                      </a:r>
                      <a:endParaRPr lang="en-US" sz="1800" b="1">
                        <a:solidFill>
                          <a:srgbClr val="FFFFFF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77D34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cs typeface="Arial" panose="020B0604020202020204" pitchFamily="34" charset="0"/>
                        </a:rPr>
                        <a:t> Harga </a:t>
                      </a:r>
                      <a:endParaRPr lang="en-US" sz="1800" b="1">
                        <a:solidFill>
                          <a:srgbClr val="FFFFFF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77D34C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altLang="en-US" sz="1800" b="0">
                          <a:solidFill>
                            <a:schemeClr val="tx1"/>
                          </a:solidFill>
                          <a:ea typeface="Times New Roman" panose="02020603050405020304" charset="0"/>
                          <a:cs typeface="Arial" panose="020B0604020202020204" pitchFamily="34" charset="0"/>
                        </a:rPr>
                        <a:t>Biaya Penyusutan Peralatan</a:t>
                      </a:r>
                      <a:endParaRPr lang="en-ID" altLang="en-US" sz="1800" b="0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 Rp   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300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.000,00</a:t>
                      </a:r>
                      <a:endParaRPr lang="en-US" sz="1800" b="0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Total</a:t>
                      </a:r>
                      <a:endParaRPr lang="en-US" sz="1800" b="1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   </a:t>
                      </a:r>
                      <a:r>
                        <a:rPr lang="en-ID" altLang="en-US" sz="1800" b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300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cs typeface="Arial" panose="020B0604020202020204" pitchFamily="34" charset="0"/>
                        </a:rPr>
                        <a:t>.000,00 </a:t>
                      </a:r>
                      <a:endParaRPr lang="en-US" sz="1800" b="1">
                        <a:solidFill>
                          <a:schemeClr val="tx1"/>
                        </a:solidFill>
                        <a:ea typeface="Times New Roman" panose="0202060305040502030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514408" y="1615440"/>
            <a:ext cx="3051810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ID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Biaya Lain-lain</a:t>
            </a:r>
            <a:endParaRPr lang="en-ID" altLang="en-US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Fixed Cost</a:t>
            </a:r>
            <a:endParaRPr lang="en-ID" sz="1800" b="1" strike="noStrike" spc="-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34565" y="1984375"/>
            <a:ext cx="6042025" cy="52197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ID" altLang="en-US" sz="28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Total </a:t>
            </a:r>
            <a:r>
              <a:rPr lang="en-ID" altLang="en-US" sz="2800" b="1" i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Fixed Cost </a:t>
            </a:r>
            <a:r>
              <a:rPr lang="en-ID" altLang="en-US" sz="28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dalam satu bulan:</a:t>
            </a:r>
            <a:endParaRPr lang="en-ID" altLang="en-US" sz="28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28303" y="2506345"/>
            <a:ext cx="4653280" cy="7683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ID" altLang="en-US" sz="44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Rp 55.300.000,00</a:t>
            </a:r>
            <a:endParaRPr lang="en-ID" altLang="en-US" sz="4400" b="1">
              <a:ln w="10160">
                <a:noFill/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e 4"/>
          <p:cNvGraphicFramePr/>
          <p:nvPr/>
        </p:nvGraphicFramePr>
        <p:xfrm>
          <a:off x="1622425" y="1967230"/>
          <a:ext cx="705612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060"/>
                <a:gridCol w="3528060"/>
              </a:tblGrid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altLang="en-US" sz="1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Nama Item</a:t>
                      </a:r>
                      <a:endParaRPr lang="en-ID" altLang="en-U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77D34C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altLang="en-US" sz="1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Harga</a:t>
                      </a:r>
                      <a:endParaRPr lang="en-ID" altLang="en-US" sz="1800" b="1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77D34C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Mikrokontroller</a:t>
                      </a:r>
                      <a:endParaRPr lang="en-ID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220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.000,00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Sensor</a:t>
                      </a:r>
                      <a:endParaRPr lang="en-ID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630.000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,00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Aktuator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310.000,00</a:t>
                      </a:r>
                      <a:endParaRPr lang="en-ID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Instalasi Hidroponik</a:t>
                      </a:r>
                      <a:endParaRPr lang="en-ID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Rp    </a:t>
                      </a: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400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.000,00</a:t>
                      </a:r>
                      <a:endParaRPr 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Lain-lain</a:t>
                      </a:r>
                      <a:endParaRPr lang="en-ID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ID" alt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 Rp      50.000,00</a:t>
                      </a:r>
                      <a:endParaRPr lang="en-ID" altLang="en-US" sz="1800" b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  <a:tr h="381000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  <a:endParaRPr lang="en-US"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800" b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Rp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ID" alt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1.610</a:t>
                      </a:r>
                      <a:r>
                        <a:rPr lang="en-US" sz="18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.000.00 </a:t>
                      </a:r>
                      <a:endParaRPr lang="en-US" sz="1800" b="1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vert="horz" anchor="ctr" anchorCtr="0"/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175001" y="1240155"/>
            <a:ext cx="3729355" cy="58356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ID" altLang="en-US" sz="3200" b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Biaya Bahan Baku</a:t>
            </a:r>
            <a:endParaRPr lang="en-ID" altLang="en-US" sz="3200" b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2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Variable Cost</a:t>
            </a:r>
            <a:endParaRPr lang="en-ID" sz="1800" b="1" strike="noStrike" spc="-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2379345" y="692785"/>
            <a:ext cx="3453130" cy="828675"/>
            <a:chOff x="3295" y="639"/>
            <a:chExt cx="5438" cy="1305"/>
          </a:xfrm>
        </p:grpSpPr>
        <p:sp>
          <p:nvSpPr>
            <p:cNvPr id="2" name="Rectangle 1"/>
            <p:cNvSpPr/>
            <p:nvPr/>
          </p:nvSpPr>
          <p:spPr>
            <a:xfrm>
              <a:off x="3304" y="639"/>
              <a:ext cx="5429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Total </a:t>
              </a:r>
              <a:r>
                <a:rPr lang="en-ID" altLang="en-US" sz="2000" b="1" i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Fixed Cost </a:t>
              </a:r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per-bulan: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3295" y="1122"/>
              <a:ext cx="4768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8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Rp 55.300.000,00</a:t>
              </a:r>
              <a:endParaRPr lang="en-ID" altLang="en-US" sz="28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332990" y="1816100"/>
            <a:ext cx="3550920" cy="828675"/>
            <a:chOff x="3220" y="639"/>
            <a:chExt cx="5592" cy="1305"/>
          </a:xfrm>
        </p:grpSpPr>
        <p:sp>
          <p:nvSpPr>
            <p:cNvPr id="6" name="Rectangle 5"/>
            <p:cNvSpPr/>
            <p:nvPr/>
          </p:nvSpPr>
          <p:spPr>
            <a:xfrm>
              <a:off x="3220" y="639"/>
              <a:ext cx="559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Total </a:t>
              </a:r>
              <a:r>
                <a:rPr lang="en-ID" altLang="en-US" sz="2000" b="1" i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Variable Cost </a:t>
              </a:r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per-unit: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3222" y="1122"/>
              <a:ext cx="4457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8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Rp 1.610.000,00</a:t>
              </a:r>
              <a:endParaRPr lang="en-ID" altLang="en-US" sz="28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335530" y="2932430"/>
            <a:ext cx="2656840" cy="828675"/>
            <a:chOff x="3222" y="639"/>
            <a:chExt cx="4184" cy="1305"/>
          </a:xfrm>
        </p:grpSpPr>
        <p:sp>
          <p:nvSpPr>
            <p:cNvPr id="9" name="Rectangle 8"/>
            <p:cNvSpPr/>
            <p:nvPr/>
          </p:nvSpPr>
          <p:spPr>
            <a:xfrm>
              <a:off x="3277" y="639"/>
              <a:ext cx="4129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Kapasitas Produksi: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222" y="1122"/>
              <a:ext cx="3741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l"/>
              <a:r>
                <a:rPr lang="en-ID" altLang="en-US" sz="28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30 unit/bulan</a:t>
              </a:r>
              <a:endParaRPr lang="en-ID" altLang="en-US" sz="28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333625" y="4036060"/>
            <a:ext cx="2830195" cy="828675"/>
            <a:chOff x="3223" y="639"/>
            <a:chExt cx="4457" cy="1305"/>
          </a:xfrm>
        </p:grpSpPr>
        <p:sp>
          <p:nvSpPr>
            <p:cNvPr id="12" name="Rectangle 11"/>
            <p:cNvSpPr/>
            <p:nvPr/>
          </p:nvSpPr>
          <p:spPr>
            <a:xfrm>
              <a:off x="3309" y="639"/>
              <a:ext cx="4062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l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Harga Jual per-unit: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223" y="1122"/>
              <a:ext cx="4457" cy="8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8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Rp 5.000.000,00</a:t>
              </a:r>
              <a:endParaRPr lang="en-ID" altLang="en-US" sz="28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sp>
        <p:nvSpPr>
          <p:cNvPr id="14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Proyeksi Keuangan</a:t>
            </a:r>
            <a:endParaRPr lang="en-ID" sz="1800" b="1" strike="noStrike" spc="-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2302510" y="383540"/>
            <a:ext cx="5140325" cy="1649095"/>
            <a:chOff x="2948" y="752"/>
            <a:chExt cx="8095" cy="2597"/>
          </a:xfrm>
        </p:grpSpPr>
        <p:sp>
          <p:nvSpPr>
            <p:cNvPr id="2" name="Rectangle 1"/>
            <p:cNvSpPr/>
            <p:nvPr/>
          </p:nvSpPr>
          <p:spPr>
            <a:xfrm>
              <a:off x="2949" y="752"/>
              <a:ext cx="6143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sym typeface="+mn-ea"/>
                </a:rPr>
                <a:t>BEP (target produksi minimal):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948" y="1267"/>
              <a:ext cx="8095" cy="2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Fixed Cost / (Harga Jual - Biaya Produksi)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55.300.000 / (5.000.000 – 1.610.000)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55.300.000 / 3.390.000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</a:t>
              </a:r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16 unit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316480" y="2236470"/>
            <a:ext cx="5166995" cy="1270000"/>
            <a:chOff x="2948" y="865"/>
            <a:chExt cx="8137" cy="2000"/>
          </a:xfrm>
        </p:grpSpPr>
        <p:sp>
          <p:nvSpPr>
            <p:cNvPr id="9" name="Rectangle 8"/>
            <p:cNvSpPr/>
            <p:nvPr/>
          </p:nvSpPr>
          <p:spPr>
            <a:xfrm>
              <a:off x="3005" y="865"/>
              <a:ext cx="8080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sym typeface="+mn-ea"/>
                </a:rPr>
                <a:t>Estimasi Pendapatan (dalam satu bulan):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8" y="1267"/>
              <a:ext cx="6364" cy="1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Kapasitas Produksi * Harga Jual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30 * 5.000.000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</a:t>
              </a:r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 Rp 150.000.000,00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316480" y="3663950"/>
            <a:ext cx="7548245" cy="1649095"/>
            <a:chOff x="2948" y="752"/>
            <a:chExt cx="11887" cy="2597"/>
          </a:xfrm>
        </p:grpSpPr>
        <p:sp>
          <p:nvSpPr>
            <p:cNvPr id="12" name="Rectangle 11"/>
            <p:cNvSpPr/>
            <p:nvPr/>
          </p:nvSpPr>
          <p:spPr>
            <a:xfrm>
              <a:off x="3082" y="752"/>
              <a:ext cx="8146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sym typeface="+mn-ea"/>
                </a:rPr>
                <a:t>Estimasi Keuntungan (dalam satu bulan):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948" y="1267"/>
              <a:ext cx="11887" cy="2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(Kapasitas Produksi - BEP Unit) * (Harga Jual - Biaya Produksi)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(30 - 16) * (5.000.000 – 1.610.000)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14 * 3.390.000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Rp 47.460.000,00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sp>
        <p:nvSpPr>
          <p:cNvPr id="14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5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Proyeksi Keuangan</a:t>
            </a:r>
            <a:endParaRPr lang="en-ID" sz="1800" b="1" strike="noStrike" spc="-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2387091"/>
            <a:ext cx="10080625" cy="7785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4465" dirty="0">
                <a:solidFill>
                  <a:schemeClr val="bg1"/>
                </a:solidFill>
                <a:cs typeface="Arial" panose="020B0604020202020204" pitchFamily="34" charset="0"/>
              </a:rPr>
              <a:t>Proyeksi Investasi Awal</a:t>
            </a:r>
            <a:endParaRPr lang="en-ID" sz="4465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0" y="3118797"/>
            <a:ext cx="10080503" cy="32004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1490" dirty="0">
                <a:solidFill>
                  <a:schemeClr val="bg1"/>
                </a:solidFill>
                <a:cs typeface="Arial" panose="020B0604020202020204" pitchFamily="34" charset="0"/>
              </a:rPr>
              <a:t>Smart Hydroponics System</a:t>
            </a:r>
            <a:endParaRPr lang="en-ID" sz="149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843598" y="730031"/>
            <a:ext cx="6451845" cy="4177438"/>
            <a:chOff x="2229738" y="635165"/>
            <a:chExt cx="7803176" cy="5052397"/>
          </a:xfrm>
        </p:grpSpPr>
        <p:sp>
          <p:nvSpPr>
            <p:cNvPr id="16" name="Freeform: Shape 15"/>
            <p:cNvSpPr/>
            <p:nvPr/>
          </p:nvSpPr>
          <p:spPr>
            <a:xfrm rot="10800000">
              <a:off x="3609975" y="3851803"/>
              <a:ext cx="4972050" cy="1445239"/>
            </a:xfrm>
            <a:custGeom>
              <a:avLst/>
              <a:gdLst>
                <a:gd name="connsiteX0" fmla="*/ 0 w 4972050"/>
                <a:gd name="connsiteY0" fmla="*/ 0 h 1445239"/>
                <a:gd name="connsiteX1" fmla="*/ 4972050 w 4972050"/>
                <a:gd name="connsiteY1" fmla="*/ 0 h 1445239"/>
                <a:gd name="connsiteX2" fmla="*/ 4972050 w 4972050"/>
                <a:gd name="connsiteY2" fmla="*/ 1445239 h 1445239"/>
                <a:gd name="connsiteX3" fmla="*/ 4846713 w 4972050"/>
                <a:gd name="connsiteY3" fmla="*/ 1445239 h 1445239"/>
                <a:gd name="connsiteX4" fmla="*/ 4846713 w 4972050"/>
                <a:gd name="connsiteY4" fmla="*/ 125337 h 1445239"/>
                <a:gd name="connsiteX5" fmla="*/ 125337 w 4972050"/>
                <a:gd name="connsiteY5" fmla="*/ 125337 h 1445239"/>
                <a:gd name="connsiteX6" fmla="*/ 125337 w 4972050"/>
                <a:gd name="connsiteY6" fmla="*/ 1445239 h 1445239"/>
                <a:gd name="connsiteX7" fmla="*/ 0 w 4972050"/>
                <a:gd name="connsiteY7" fmla="*/ 1445239 h 144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972050" h="1445239">
                  <a:moveTo>
                    <a:pt x="0" y="0"/>
                  </a:moveTo>
                  <a:lnTo>
                    <a:pt x="4972050" y="0"/>
                  </a:lnTo>
                  <a:lnTo>
                    <a:pt x="4972050" y="1445239"/>
                  </a:lnTo>
                  <a:lnTo>
                    <a:pt x="4846713" y="1445239"/>
                  </a:lnTo>
                  <a:lnTo>
                    <a:pt x="4846713" y="125337"/>
                  </a:lnTo>
                  <a:lnTo>
                    <a:pt x="125337" y="125337"/>
                  </a:lnTo>
                  <a:lnTo>
                    <a:pt x="125337" y="1445239"/>
                  </a:lnTo>
                  <a:lnTo>
                    <a:pt x="0" y="14452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>
                <a:solidFill>
                  <a:schemeClr val="tx1"/>
                </a:solidFill>
              </a:endParaRPr>
            </a:p>
          </p:txBody>
        </p:sp>
        <p:grpSp>
          <p:nvGrpSpPr>
            <p:cNvPr id="20" name="Group 19"/>
            <p:cNvGrpSpPr/>
            <p:nvPr/>
          </p:nvGrpSpPr>
          <p:grpSpPr>
            <a:xfrm>
              <a:off x="2229738" y="635165"/>
              <a:ext cx="7803176" cy="5052397"/>
              <a:chOff x="2229738" y="635165"/>
              <a:chExt cx="7803176" cy="5052397"/>
            </a:xfrm>
          </p:grpSpPr>
          <p:sp>
            <p:nvSpPr>
              <p:cNvPr id="15" name="Freeform: Shape 14"/>
              <p:cNvSpPr/>
              <p:nvPr/>
            </p:nvSpPr>
            <p:spPr>
              <a:xfrm>
                <a:off x="3609975" y="1151426"/>
                <a:ext cx="4972050" cy="1445239"/>
              </a:xfrm>
              <a:custGeom>
                <a:avLst/>
                <a:gdLst>
                  <a:gd name="connsiteX0" fmla="*/ 0 w 4972050"/>
                  <a:gd name="connsiteY0" fmla="*/ 0 h 1445239"/>
                  <a:gd name="connsiteX1" fmla="*/ 4972050 w 4972050"/>
                  <a:gd name="connsiteY1" fmla="*/ 0 h 1445239"/>
                  <a:gd name="connsiteX2" fmla="*/ 4972050 w 4972050"/>
                  <a:gd name="connsiteY2" fmla="*/ 1445239 h 1445239"/>
                  <a:gd name="connsiteX3" fmla="*/ 4846713 w 4972050"/>
                  <a:gd name="connsiteY3" fmla="*/ 1445239 h 1445239"/>
                  <a:gd name="connsiteX4" fmla="*/ 4846713 w 4972050"/>
                  <a:gd name="connsiteY4" fmla="*/ 125337 h 1445239"/>
                  <a:gd name="connsiteX5" fmla="*/ 125337 w 4972050"/>
                  <a:gd name="connsiteY5" fmla="*/ 125337 h 1445239"/>
                  <a:gd name="connsiteX6" fmla="*/ 125337 w 4972050"/>
                  <a:gd name="connsiteY6" fmla="*/ 1445239 h 1445239"/>
                  <a:gd name="connsiteX7" fmla="*/ 0 w 4972050"/>
                  <a:gd name="connsiteY7" fmla="*/ 1445239 h 144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72050" h="1445239">
                    <a:moveTo>
                      <a:pt x="0" y="0"/>
                    </a:moveTo>
                    <a:lnTo>
                      <a:pt x="4972050" y="0"/>
                    </a:lnTo>
                    <a:lnTo>
                      <a:pt x="4972050" y="1445239"/>
                    </a:lnTo>
                    <a:lnTo>
                      <a:pt x="4846713" y="1445239"/>
                    </a:lnTo>
                    <a:lnTo>
                      <a:pt x="4846713" y="125337"/>
                    </a:lnTo>
                    <a:lnTo>
                      <a:pt x="125337" y="125337"/>
                    </a:lnTo>
                    <a:lnTo>
                      <a:pt x="125337" y="1445239"/>
                    </a:lnTo>
                    <a:lnTo>
                      <a:pt x="0" y="144523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 rot="2735247">
                <a:off x="8529637" y="409065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2735247">
                <a:off x="3452813" y="4639863"/>
                <a:ext cx="104775" cy="1445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8" name="Rectangle 17"/>
              <p:cNvSpPr/>
              <p:nvPr/>
            </p:nvSpPr>
            <p:spPr>
              <a:xfrm rot="2735247">
                <a:off x="9257907" y="-35067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  <p:sp>
            <p:nvSpPr>
              <p:cNvPr id="19" name="Rectangle 18"/>
              <p:cNvSpPr/>
              <p:nvPr/>
            </p:nvSpPr>
            <p:spPr>
              <a:xfrm rot="2735247">
                <a:off x="2899970" y="4912555"/>
                <a:ext cx="104775" cy="144523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90"/>
              </a:p>
            </p:txBody>
          </p: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Group 3"/>
          <p:cNvGrpSpPr/>
          <p:nvPr/>
        </p:nvGrpSpPr>
        <p:grpSpPr>
          <a:xfrm>
            <a:off x="2087245" y="1101090"/>
            <a:ext cx="6178550" cy="1957070"/>
            <a:chOff x="2948" y="752"/>
            <a:chExt cx="9730" cy="3082"/>
          </a:xfrm>
        </p:grpSpPr>
        <p:sp>
          <p:nvSpPr>
            <p:cNvPr id="2" name="Rectangle 1"/>
            <p:cNvSpPr/>
            <p:nvPr/>
          </p:nvSpPr>
          <p:spPr>
            <a:xfrm>
              <a:off x="2960" y="752"/>
              <a:ext cx="4327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sym typeface="+mn-ea"/>
                </a:rPr>
                <a:t>Kebutuhan Investasi: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2948" y="1267"/>
              <a:ext cx="9730" cy="25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Fixed Cost + (Biaya Produksi * Kapasitas Produksi)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Fixed Cost + (Biaya Produksi * Kapasitas Produksi)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55.300.000 + (1.610.000 * 30)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54.300.000 + 48.300.000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Rp 102.600.000,00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091055" y="3312795"/>
            <a:ext cx="6668135" cy="1577340"/>
            <a:chOff x="2932" y="865"/>
            <a:chExt cx="10501" cy="2484"/>
          </a:xfrm>
        </p:grpSpPr>
        <p:sp>
          <p:nvSpPr>
            <p:cNvPr id="9" name="Rectangle 8"/>
            <p:cNvSpPr/>
            <p:nvPr/>
          </p:nvSpPr>
          <p:spPr>
            <a:xfrm>
              <a:off x="2932" y="865"/>
              <a:ext cx="10501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sym typeface="+mn-ea"/>
                </a:rPr>
                <a:t>Dana yang harus dikembalikan ke Investor (ROI 15%):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948" y="1267"/>
              <a:ext cx="7351" cy="20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Jumlah Investasi * ((100 + ROI) / 100)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</a:t>
              </a:r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sym typeface="+mn-ea"/>
                </a:rPr>
                <a:t>102.600.000</a:t>
              </a:r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 * ((100 + 15) / 100)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102.600.000 * 1.15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Rp 117.990.000,00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sp>
        <p:nvSpPr>
          <p:cNvPr id="5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Proyeksi Investasi</a:t>
            </a:r>
            <a:endParaRPr lang="en-ID" sz="1800" b="1" strike="noStrike" spc="-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Chart 6"/>
          <p:cNvGraphicFramePr/>
          <p:nvPr/>
        </p:nvGraphicFramePr>
        <p:xfrm>
          <a:off x="2515235" y="1549400"/>
          <a:ext cx="5675630" cy="3377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pSp>
        <p:nvGrpSpPr>
          <p:cNvPr id="11" name="Group 10"/>
          <p:cNvGrpSpPr/>
          <p:nvPr/>
        </p:nvGrpSpPr>
        <p:grpSpPr>
          <a:xfrm>
            <a:off x="2040255" y="1079500"/>
            <a:ext cx="6423660" cy="1341755"/>
            <a:chOff x="2948" y="752"/>
            <a:chExt cx="10116" cy="2113"/>
          </a:xfrm>
        </p:grpSpPr>
        <p:sp>
          <p:nvSpPr>
            <p:cNvPr id="12" name="Rectangle 11"/>
            <p:cNvSpPr/>
            <p:nvPr/>
          </p:nvSpPr>
          <p:spPr>
            <a:xfrm>
              <a:off x="2948" y="752"/>
              <a:ext cx="9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ctr"/>
              <a:r>
                <a:rPr lang="en-ID" altLang="en-US" sz="2000" b="1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  <a:sym typeface="+mn-ea"/>
                </a:rPr>
                <a:t>Estimasi Waktu Pengembalian Dana Investasi:</a:t>
              </a:r>
              <a:endParaRPr lang="en-ID" altLang="en-US" sz="2000" b="1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sym typeface="+mn-ea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948" y="1267"/>
              <a:ext cx="10116" cy="15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 anchor="t">
              <a:spAutoFit/>
            </a:bodyPr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Dana Investasi &amp; ROI / Keuntungan dalam satu bulan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117.990.000 / 47.460.000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  <a:p>
              <a:pPr algn="l"/>
              <a:r>
                <a:rPr lang="en-ID" altLang="en-US" sz="2000">
                  <a:ln w="10160">
                    <a:noFill/>
                    <a:prstDash val="solid"/>
                  </a:ln>
                  <a:solidFill>
                    <a:schemeClr val="bg1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= 2.486 ≈ 3 bulan</a:t>
              </a:r>
              <a:endParaRPr lang="en-ID" altLang="en-US" sz="2000">
                <a:ln w="1016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endParaRPr>
            </a:p>
          </p:txBody>
        </p:sp>
      </p:grpSp>
      <p:sp>
        <p:nvSpPr>
          <p:cNvPr id="5" name="CustomShape 3"/>
          <p:cNvSpPr/>
          <p:nvPr/>
        </p:nvSpPr>
        <p:spPr>
          <a:xfrm>
            <a:off x="8280400" y="871855"/>
            <a:ext cx="1805305" cy="43200"/>
          </a:xfrm>
          <a:prstGeom prst="rect">
            <a:avLst/>
          </a:prstGeom>
          <a:solidFill>
            <a:srgbClr val="77D34C"/>
          </a:solidFill>
          <a:ln w="1260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6" name="CustomShape 1"/>
          <p:cNvSpPr/>
          <p:nvPr/>
        </p:nvSpPr>
        <p:spPr>
          <a:xfrm>
            <a:off x="7034530" y="261620"/>
            <a:ext cx="2877185" cy="365125"/>
          </a:xfrm>
          <a:prstGeom prst="rect">
            <a:avLst/>
          </a:prstGeom>
          <a:noFill/>
          <a:ln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ctr"/>
          <a:p>
            <a:pPr algn="r">
              <a:lnSpc>
                <a:spcPct val="100000"/>
              </a:lnSpc>
            </a:pPr>
            <a:r>
              <a:rPr lang="en-ID" sz="1800" b="1" strike="noStrike" spc="-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/>
                <a:ea typeface="Arial Unicode MS"/>
              </a:rPr>
              <a:t>Proyeksi Investasi</a:t>
            </a:r>
            <a:endParaRPr lang="en-ID" sz="1800" b="1" strike="noStrike" spc="-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/>
              <a:ea typeface="Arial Unicode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4040" y="2325070"/>
            <a:ext cx="10080625" cy="8375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4850" dirty="0">
                <a:cs typeface="Arial" panose="020B0604020202020204" pitchFamily="34" charset="0"/>
              </a:rPr>
              <a:t>Thank You</a:t>
            </a:r>
            <a:endParaRPr lang="ko-KR" altLang="en-US" sz="4850" dirty="0"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4040" y="3038282"/>
            <a:ext cx="10080503" cy="32766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ID" sz="1540" dirty="0">
                <a:cs typeface="Arial" panose="020B0604020202020204" pitchFamily="34" charset="0"/>
              </a:rPr>
              <a:t>Presented by Cultivathings</a:t>
            </a:r>
            <a:endParaRPr lang="en-ID" sz="1540" dirty="0"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3262938" y="4556276"/>
            <a:ext cx="3554747" cy="139273"/>
            <a:chOff x="4379494" y="697832"/>
            <a:chExt cx="2586787" cy="168442"/>
          </a:xfrm>
        </p:grpSpPr>
        <p:sp>
          <p:nvSpPr>
            <p:cNvPr id="7" name="Rectangle 6"/>
            <p:cNvSpPr/>
            <p:nvPr/>
          </p:nvSpPr>
          <p:spPr>
            <a:xfrm>
              <a:off x="4379494" y="697832"/>
              <a:ext cx="517358" cy="1684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896852" y="697832"/>
              <a:ext cx="517358" cy="16844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414209" y="697832"/>
              <a:ext cx="517358" cy="16844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931566" y="697832"/>
              <a:ext cx="517358" cy="1684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6448923" y="697832"/>
              <a:ext cx="517358" cy="1684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90"/>
            </a:p>
          </p:txBody>
        </p:sp>
      </p:grpSp>
      <p:pic>
        <p:nvPicPr>
          <p:cNvPr id="297" name="Picture Placeholder 296" descr="15263170337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256915" y="2448560"/>
            <a:ext cx="845820" cy="845820"/>
          </a:xfrm>
          <a:prstGeom prst="rect">
            <a:avLst/>
          </a:prstGeom>
          <a:noFill/>
          <a:ln w="25400">
            <a:noFill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Cover and End Slide Master">
  <a:themeElements>
    <a:clrScheme name="abstract0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D155"/>
      </a:accent1>
      <a:accent2>
        <a:srgbClr val="568AD3"/>
      </a:accent2>
      <a:accent3>
        <a:srgbClr val="FFFFFF"/>
      </a:accent3>
      <a:accent4>
        <a:srgbClr val="79D155"/>
      </a:accent4>
      <a:accent5>
        <a:srgbClr val="568AD3"/>
      </a:accent5>
      <a:accent6>
        <a:srgbClr val="FFFFFF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_Cover and End Slide Master">
  <a:themeElements>
    <a:clrScheme name="ALLPPT-COLOR-A3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77DBA"/>
      </a:accent1>
      <a:accent2>
        <a:srgbClr val="19A695"/>
      </a:accent2>
      <a:accent3>
        <a:srgbClr val="9AB854"/>
      </a:accent3>
      <a:accent4>
        <a:srgbClr val="EE9E13"/>
      </a:accent4>
      <a:accent5>
        <a:srgbClr val="BA3C2E"/>
      </a:accent5>
      <a:accent6>
        <a:srgbClr val="35455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_Cover and End Slide Master">
  <a:themeElements>
    <a:clrScheme name="Leader for Succes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2C650"/>
      </a:accent1>
      <a:accent2>
        <a:srgbClr val="5CBE7A"/>
      </a:accent2>
      <a:accent3>
        <a:srgbClr val="2CB8AE"/>
      </a:accent3>
      <a:accent4>
        <a:srgbClr val="24A8C2"/>
      </a:accent4>
      <a:accent5>
        <a:srgbClr val="249ED2"/>
      </a:accent5>
      <a:accent6>
        <a:srgbClr val="3F3F3F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Contents Slide Master">
  <a:themeElements>
    <a:clrScheme name="ALLPPT-COLOR-A38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680C3"/>
      </a:accent1>
      <a:accent2>
        <a:srgbClr val="07A398"/>
      </a:accent2>
      <a:accent3>
        <a:srgbClr val="90C221"/>
      </a:accent3>
      <a:accent4>
        <a:srgbClr val="FBA200"/>
      </a:accent4>
      <a:accent5>
        <a:srgbClr val="E62601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Contents Slide Master">
  <a:themeElements>
    <a:clrScheme name="ALLPPT-ABSTRACT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9D155"/>
      </a:accent1>
      <a:accent2>
        <a:srgbClr val="A5A5A5"/>
      </a:accent2>
      <a:accent3>
        <a:srgbClr val="595959"/>
      </a:accent3>
      <a:accent4>
        <a:srgbClr val="568AD3"/>
      </a:accent4>
      <a:accent5>
        <a:srgbClr val="A5A5A5"/>
      </a:accent5>
      <a:accent6>
        <a:srgbClr val="595959"/>
      </a:accent6>
      <a:hlink>
        <a:srgbClr val="FFFFFF"/>
      </a:hlink>
      <a:folHlink>
        <a:srgbClr val="FFFFFF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9638</Words>
  <Application>WPS Presentation</Application>
  <PresentationFormat/>
  <Paragraphs>619</Paragraphs>
  <Slides>55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15</vt:i4>
      </vt:variant>
      <vt:variant>
        <vt:lpstr>幻灯片标题</vt:lpstr>
      </vt:variant>
      <vt:variant>
        <vt:i4>55</vt:i4>
      </vt:variant>
    </vt:vector>
  </HeadingPairs>
  <TitlesOfParts>
    <vt:vector size="91" baseType="lpstr">
      <vt:lpstr>Arial</vt:lpstr>
      <vt:lpstr>SimSun</vt:lpstr>
      <vt:lpstr>Wingdings</vt:lpstr>
      <vt:lpstr>Arial</vt:lpstr>
      <vt:lpstr>Symbol</vt:lpstr>
      <vt:lpstr>Times New Roman</vt:lpstr>
      <vt:lpstr>Arial Unicode MS</vt:lpstr>
      <vt:lpstr>Lato</vt:lpstr>
      <vt:lpstr>Lato Light</vt:lpstr>
      <vt:lpstr>Gill Sans</vt:lpstr>
      <vt:lpstr>Aharoni</vt:lpstr>
      <vt:lpstr>Hemi Head Rg</vt:lpstr>
      <vt:lpstr>Lato Black</vt:lpstr>
      <vt:lpstr>ヒラギノ角ゴ ProN W3</vt:lpstr>
      <vt:lpstr>Microsoft YaHei</vt:lpstr>
      <vt:lpstr>Arial Unicode MS</vt:lpstr>
      <vt:lpstr>Calibri</vt:lpstr>
      <vt:lpstr>Times New Roman</vt:lpstr>
      <vt:lpstr>Gill Sans MT</vt:lpstr>
      <vt:lpstr>Doctor Glitch</vt:lpstr>
      <vt:lpstr>Yu Gothic UI Semibold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Cover and End Slide Master</vt:lpstr>
      <vt:lpstr>1_Cover and End Slide Master</vt:lpstr>
      <vt:lpstr>2_Cover and End Slide Master</vt:lpstr>
      <vt:lpstr>Contents Slide Master</vt:lpstr>
      <vt:lpstr>1_Contents Slide Master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Dwi Rizki Manggala P</cp:lastModifiedBy>
  <cp:revision>81</cp:revision>
  <dcterms:created xsi:type="dcterms:W3CDTF">2019-04-21T20:06:00Z</dcterms:created>
  <dcterms:modified xsi:type="dcterms:W3CDTF">2019-04-24T03:38:16Z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1033-11.2.0.8321</vt:lpwstr>
  </property>
</Properties>
</file>